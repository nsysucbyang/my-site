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b="1" baseline="0" cap="none" i="0" spc="0" strike="noStrike" sz="4000" u="none" kumimoji="0" normalizeH="0">
        <a:ln>
          <a:noFill/>
        </a:ln>
        <a:solidFill>
          <a:srgbClr val="000000"/>
        </a:solidFill>
        <a:effectLst/>
        <a:uFillTx/>
        <a:latin typeface="+mn-lt"/>
        <a:ea typeface="+mn-ea"/>
        <a:cs typeface="+mn-cs"/>
        <a:sym typeface="Times New Roman"/>
      </a:defRPr>
    </a:lvl1pPr>
    <a:lvl2pPr marL="0" marR="0" indent="457200" algn="ctr" defTabSz="825500" rtl="0" fontAlgn="auto" latinLnBrk="0" hangingPunct="0">
      <a:lnSpc>
        <a:spcPct val="100000"/>
      </a:lnSpc>
      <a:spcBef>
        <a:spcPts val="0"/>
      </a:spcBef>
      <a:spcAft>
        <a:spcPts val="0"/>
      </a:spcAft>
      <a:buClrTx/>
      <a:buSzTx/>
      <a:buFontTx/>
      <a:buNone/>
      <a:tabLst/>
      <a:defRPr b="1" baseline="0" cap="none" i="0" spc="0" strike="noStrike" sz="4000" u="none" kumimoji="0" normalizeH="0">
        <a:ln>
          <a:noFill/>
        </a:ln>
        <a:solidFill>
          <a:srgbClr val="000000"/>
        </a:solidFill>
        <a:effectLst/>
        <a:uFillTx/>
        <a:latin typeface="+mn-lt"/>
        <a:ea typeface="+mn-ea"/>
        <a:cs typeface="+mn-cs"/>
        <a:sym typeface="Times New Roman"/>
      </a:defRPr>
    </a:lvl2pPr>
    <a:lvl3pPr marL="0" marR="0" indent="914400" algn="ctr" defTabSz="825500" rtl="0" fontAlgn="auto" latinLnBrk="0" hangingPunct="0">
      <a:lnSpc>
        <a:spcPct val="100000"/>
      </a:lnSpc>
      <a:spcBef>
        <a:spcPts val="0"/>
      </a:spcBef>
      <a:spcAft>
        <a:spcPts val="0"/>
      </a:spcAft>
      <a:buClrTx/>
      <a:buSzTx/>
      <a:buFontTx/>
      <a:buNone/>
      <a:tabLst/>
      <a:defRPr b="1" baseline="0" cap="none" i="0" spc="0" strike="noStrike" sz="4000" u="none" kumimoji="0" normalizeH="0">
        <a:ln>
          <a:noFill/>
        </a:ln>
        <a:solidFill>
          <a:srgbClr val="000000"/>
        </a:solidFill>
        <a:effectLst/>
        <a:uFillTx/>
        <a:latin typeface="+mn-lt"/>
        <a:ea typeface="+mn-ea"/>
        <a:cs typeface="+mn-cs"/>
        <a:sym typeface="Times New Roman"/>
      </a:defRPr>
    </a:lvl3pPr>
    <a:lvl4pPr marL="0" marR="0" indent="1371600" algn="ctr" defTabSz="825500" rtl="0" fontAlgn="auto" latinLnBrk="0" hangingPunct="0">
      <a:lnSpc>
        <a:spcPct val="100000"/>
      </a:lnSpc>
      <a:spcBef>
        <a:spcPts val="0"/>
      </a:spcBef>
      <a:spcAft>
        <a:spcPts val="0"/>
      </a:spcAft>
      <a:buClrTx/>
      <a:buSzTx/>
      <a:buFontTx/>
      <a:buNone/>
      <a:tabLst/>
      <a:defRPr b="1" baseline="0" cap="none" i="0" spc="0" strike="noStrike" sz="4000" u="none" kumimoji="0" normalizeH="0">
        <a:ln>
          <a:noFill/>
        </a:ln>
        <a:solidFill>
          <a:srgbClr val="000000"/>
        </a:solidFill>
        <a:effectLst/>
        <a:uFillTx/>
        <a:latin typeface="+mn-lt"/>
        <a:ea typeface="+mn-ea"/>
        <a:cs typeface="+mn-cs"/>
        <a:sym typeface="Times New Roman"/>
      </a:defRPr>
    </a:lvl4pPr>
    <a:lvl5pPr marL="0" marR="0" indent="1828800" algn="ctr" defTabSz="825500" rtl="0" fontAlgn="auto" latinLnBrk="0" hangingPunct="0">
      <a:lnSpc>
        <a:spcPct val="100000"/>
      </a:lnSpc>
      <a:spcBef>
        <a:spcPts val="0"/>
      </a:spcBef>
      <a:spcAft>
        <a:spcPts val="0"/>
      </a:spcAft>
      <a:buClrTx/>
      <a:buSzTx/>
      <a:buFontTx/>
      <a:buNone/>
      <a:tabLst/>
      <a:defRPr b="1" baseline="0" cap="none" i="0" spc="0" strike="noStrike" sz="4000" u="none" kumimoji="0" normalizeH="0">
        <a:ln>
          <a:noFill/>
        </a:ln>
        <a:solidFill>
          <a:srgbClr val="000000"/>
        </a:solidFill>
        <a:effectLst/>
        <a:uFillTx/>
        <a:latin typeface="+mn-lt"/>
        <a:ea typeface="+mn-ea"/>
        <a:cs typeface="+mn-cs"/>
        <a:sym typeface="Times New Roman"/>
      </a:defRPr>
    </a:lvl5pPr>
    <a:lvl6pPr marL="0" marR="0" indent="2286000" algn="ctr" defTabSz="825500" rtl="0" fontAlgn="auto" latinLnBrk="0" hangingPunct="0">
      <a:lnSpc>
        <a:spcPct val="100000"/>
      </a:lnSpc>
      <a:spcBef>
        <a:spcPts val="0"/>
      </a:spcBef>
      <a:spcAft>
        <a:spcPts val="0"/>
      </a:spcAft>
      <a:buClrTx/>
      <a:buSzTx/>
      <a:buFontTx/>
      <a:buNone/>
      <a:tabLst/>
      <a:defRPr b="1" baseline="0" cap="none" i="0" spc="0" strike="noStrike" sz="4000" u="none" kumimoji="0" normalizeH="0">
        <a:ln>
          <a:noFill/>
        </a:ln>
        <a:solidFill>
          <a:srgbClr val="000000"/>
        </a:solidFill>
        <a:effectLst/>
        <a:uFillTx/>
        <a:latin typeface="+mn-lt"/>
        <a:ea typeface="+mn-ea"/>
        <a:cs typeface="+mn-cs"/>
        <a:sym typeface="Times New Roman"/>
      </a:defRPr>
    </a:lvl6pPr>
    <a:lvl7pPr marL="0" marR="0" indent="2743200" algn="ctr" defTabSz="825500" rtl="0" fontAlgn="auto" latinLnBrk="0" hangingPunct="0">
      <a:lnSpc>
        <a:spcPct val="100000"/>
      </a:lnSpc>
      <a:spcBef>
        <a:spcPts val="0"/>
      </a:spcBef>
      <a:spcAft>
        <a:spcPts val="0"/>
      </a:spcAft>
      <a:buClrTx/>
      <a:buSzTx/>
      <a:buFontTx/>
      <a:buNone/>
      <a:tabLst/>
      <a:defRPr b="1" baseline="0" cap="none" i="0" spc="0" strike="noStrike" sz="4000" u="none" kumimoji="0" normalizeH="0">
        <a:ln>
          <a:noFill/>
        </a:ln>
        <a:solidFill>
          <a:srgbClr val="000000"/>
        </a:solidFill>
        <a:effectLst/>
        <a:uFillTx/>
        <a:latin typeface="+mn-lt"/>
        <a:ea typeface="+mn-ea"/>
        <a:cs typeface="+mn-cs"/>
        <a:sym typeface="Times New Roman"/>
      </a:defRPr>
    </a:lvl7pPr>
    <a:lvl8pPr marL="0" marR="0" indent="3200400" algn="ctr" defTabSz="825500" rtl="0" fontAlgn="auto" latinLnBrk="0" hangingPunct="0">
      <a:lnSpc>
        <a:spcPct val="100000"/>
      </a:lnSpc>
      <a:spcBef>
        <a:spcPts val="0"/>
      </a:spcBef>
      <a:spcAft>
        <a:spcPts val="0"/>
      </a:spcAft>
      <a:buClrTx/>
      <a:buSzTx/>
      <a:buFontTx/>
      <a:buNone/>
      <a:tabLst/>
      <a:defRPr b="1" baseline="0" cap="none" i="0" spc="0" strike="noStrike" sz="4000" u="none" kumimoji="0" normalizeH="0">
        <a:ln>
          <a:noFill/>
        </a:ln>
        <a:solidFill>
          <a:srgbClr val="000000"/>
        </a:solidFill>
        <a:effectLst/>
        <a:uFillTx/>
        <a:latin typeface="+mn-lt"/>
        <a:ea typeface="+mn-ea"/>
        <a:cs typeface="+mn-cs"/>
        <a:sym typeface="Times New Roman"/>
      </a:defRPr>
    </a:lvl8pPr>
    <a:lvl9pPr marL="0" marR="0" indent="3657600" algn="ctr" defTabSz="825500" rtl="0" fontAlgn="auto" latinLnBrk="0" hangingPunct="0">
      <a:lnSpc>
        <a:spcPct val="100000"/>
      </a:lnSpc>
      <a:spcBef>
        <a:spcPts val="0"/>
      </a:spcBef>
      <a:spcAft>
        <a:spcPts val="0"/>
      </a:spcAft>
      <a:buClrTx/>
      <a:buSzTx/>
      <a:buFontTx/>
      <a:buNone/>
      <a:tabLst/>
      <a:defRPr b="1" baseline="0" cap="none" i="0" spc="0" strike="noStrike" sz="4000" u="none" kumimoji="0" normalizeH="0">
        <a:ln>
          <a:noFill/>
        </a:ln>
        <a:solidFill>
          <a:srgbClr val="000000"/>
        </a:solidFill>
        <a:effectLst/>
        <a:uFillTx/>
        <a:latin typeface="+mn-lt"/>
        <a:ea typeface="+mn-ea"/>
        <a:cs typeface="+mn-cs"/>
        <a:sym typeface="Times New Roman"/>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大標題與副標題">
    <p:spTree>
      <p:nvGrpSpPr>
        <p:cNvPr id="1" name=""/>
        <p:cNvGrpSpPr/>
        <p:nvPr/>
      </p:nvGrpSpPr>
      <p:grpSpPr>
        <a:xfrm>
          <a:off x="0" y="0"/>
          <a:ext cx="0" cy="0"/>
          <a:chOff x="0" y="0"/>
          <a:chExt cx="0" cy="0"/>
        </a:xfrm>
      </p:grpSpPr>
      <p:sp>
        <p:nvSpPr>
          <p:cNvPr id="11" name="大標題文字"/>
          <p:cNvSpPr txBox="1"/>
          <p:nvPr>
            <p:ph type="title"/>
          </p:nvPr>
        </p:nvSpPr>
        <p:spPr>
          <a:xfrm>
            <a:off x="1778000" y="2298700"/>
            <a:ext cx="20828000" cy="4648200"/>
          </a:xfrm>
          <a:prstGeom prst="rect">
            <a:avLst/>
          </a:prstGeom>
        </p:spPr>
        <p:txBody>
          <a:bodyPr anchor="b"/>
          <a:lstStyle/>
          <a:p>
            <a:pPr/>
            <a:r>
              <a:t>大標題文字</a:t>
            </a:r>
          </a:p>
        </p:txBody>
      </p:sp>
      <p:sp>
        <p:nvSpPr>
          <p:cNvPr id="12" name="內文層級一…"/>
          <p:cNvSpPr txBox="1"/>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內文層級一</a:t>
            </a:r>
          </a:p>
          <a:p>
            <a:pPr lvl="1"/>
            <a:r>
              <a:t>內文層級二</a:t>
            </a:r>
          </a:p>
          <a:p>
            <a:pPr lvl="2"/>
            <a:r>
              <a:t>內文層級三</a:t>
            </a:r>
          </a:p>
          <a:p>
            <a:pPr lvl="3"/>
            <a:r>
              <a:t>內文層級四</a:t>
            </a:r>
          </a:p>
          <a:p>
            <a:pPr lvl="4"/>
            <a:r>
              <a:t>內文層級五</a:t>
            </a:r>
          </a:p>
        </p:txBody>
      </p:sp>
      <p:sp>
        <p:nvSpPr>
          <p:cNvPr id="13" name="幻燈片編號"/>
          <p:cNvSpPr txBox="1"/>
          <p:nvPr>
            <p:ph type="sldNum" sz="quarter" idx="2"/>
          </p:nvPr>
        </p:nvSpPr>
        <p:spPr>
          <a:xfrm>
            <a:off x="11944349" y="12984810"/>
            <a:ext cx="495301" cy="517216"/>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水平">
    <p:spTree>
      <p:nvGrpSpPr>
        <p:cNvPr id="1" name=""/>
        <p:cNvGrpSpPr/>
        <p:nvPr/>
      </p:nvGrpSpPr>
      <p:grpSpPr>
        <a:xfrm>
          <a:off x="0" y="0"/>
          <a:ext cx="0" cy="0"/>
          <a:chOff x="0" y="0"/>
          <a:chExt cx="0" cy="0"/>
        </a:xfrm>
      </p:grpSpPr>
      <p:sp>
        <p:nvSpPr>
          <p:cNvPr id="20" name="532241774_2880x1920.jpg"/>
          <p:cNvSpPr/>
          <p:nvPr>
            <p:ph type="pic" idx="21"/>
          </p:nvPr>
        </p:nvSpPr>
        <p:spPr>
          <a:xfrm>
            <a:off x="3125968" y="-393700"/>
            <a:ext cx="18135601" cy="12090400"/>
          </a:xfrm>
          <a:prstGeom prst="rect">
            <a:avLst/>
          </a:prstGeom>
        </p:spPr>
        <p:txBody>
          <a:bodyPr lIns="91439" tIns="45719" rIns="91439" bIns="45719" anchor="t">
            <a:noAutofit/>
          </a:bodyPr>
          <a:lstStyle/>
          <a:p>
            <a:pPr/>
          </a:p>
        </p:txBody>
      </p:sp>
      <p:sp>
        <p:nvSpPr>
          <p:cNvPr id="21" name="大標題文字"/>
          <p:cNvSpPr txBox="1"/>
          <p:nvPr>
            <p:ph type="title"/>
          </p:nvPr>
        </p:nvSpPr>
        <p:spPr>
          <a:xfrm>
            <a:off x="635000" y="9512300"/>
            <a:ext cx="23114000" cy="2006600"/>
          </a:xfrm>
          <a:prstGeom prst="rect">
            <a:avLst/>
          </a:prstGeom>
        </p:spPr>
        <p:txBody>
          <a:bodyPr anchor="b"/>
          <a:lstStyle/>
          <a:p>
            <a:pPr/>
            <a:r>
              <a:t>大標題文字</a:t>
            </a:r>
          </a:p>
        </p:txBody>
      </p:sp>
      <p:sp>
        <p:nvSpPr>
          <p:cNvPr id="22" name="內文層級一…"/>
          <p:cNvSpPr txBox="1"/>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內文層級一</a:t>
            </a:r>
          </a:p>
          <a:p>
            <a:pPr lvl="1"/>
            <a:r>
              <a:t>內文層級二</a:t>
            </a:r>
          </a:p>
          <a:p>
            <a:pPr lvl="2"/>
            <a:r>
              <a:t>內文層級三</a:t>
            </a:r>
          </a:p>
          <a:p>
            <a:pPr lvl="3"/>
            <a:r>
              <a:t>內文層級四</a:t>
            </a:r>
          </a:p>
          <a:p>
            <a:pPr lvl="4"/>
            <a:r>
              <a:t>內文層級五</a:t>
            </a:r>
          </a:p>
        </p:txBody>
      </p:sp>
      <p:sp>
        <p:nvSpPr>
          <p:cNvPr id="23"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 - 中央">
    <p:spTree>
      <p:nvGrpSpPr>
        <p:cNvPr id="1" name=""/>
        <p:cNvGrpSpPr/>
        <p:nvPr/>
      </p:nvGrpSpPr>
      <p:grpSpPr>
        <a:xfrm>
          <a:off x="0" y="0"/>
          <a:ext cx="0" cy="0"/>
          <a:chOff x="0" y="0"/>
          <a:chExt cx="0" cy="0"/>
        </a:xfrm>
      </p:grpSpPr>
      <p:sp>
        <p:nvSpPr>
          <p:cNvPr id="30" name="大標題文字"/>
          <p:cNvSpPr txBox="1"/>
          <p:nvPr>
            <p:ph type="title"/>
          </p:nvPr>
        </p:nvSpPr>
        <p:spPr>
          <a:xfrm>
            <a:off x="1778000" y="4533900"/>
            <a:ext cx="20828000" cy="4648200"/>
          </a:xfrm>
          <a:prstGeom prst="rect">
            <a:avLst/>
          </a:prstGeom>
        </p:spPr>
        <p:txBody>
          <a:bodyPr/>
          <a:lstStyle/>
          <a:p>
            <a:pPr/>
            <a:r>
              <a:t>大標題文字</a:t>
            </a:r>
          </a:p>
        </p:txBody>
      </p:sp>
      <p:sp>
        <p:nvSpPr>
          <p:cNvPr id="31"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直式">
    <p:spTree>
      <p:nvGrpSpPr>
        <p:cNvPr id="1" name=""/>
        <p:cNvGrpSpPr/>
        <p:nvPr/>
      </p:nvGrpSpPr>
      <p:grpSpPr>
        <a:xfrm>
          <a:off x="0" y="0"/>
          <a:ext cx="0" cy="0"/>
          <a:chOff x="0" y="0"/>
          <a:chExt cx="0" cy="0"/>
        </a:xfrm>
      </p:grpSpPr>
      <p:sp>
        <p:nvSpPr>
          <p:cNvPr id="38" name="532204087_1355x1355.jpg"/>
          <p:cNvSpPr/>
          <p:nvPr>
            <p:ph type="pic" sz="half" idx="21"/>
          </p:nvPr>
        </p:nvSpPr>
        <p:spPr>
          <a:xfrm>
            <a:off x="12827000" y="952500"/>
            <a:ext cx="11468100" cy="11468100"/>
          </a:xfrm>
          <a:prstGeom prst="rect">
            <a:avLst/>
          </a:prstGeom>
        </p:spPr>
        <p:txBody>
          <a:bodyPr lIns="91439" tIns="45719" rIns="91439" bIns="45719" anchor="t">
            <a:noAutofit/>
          </a:bodyPr>
          <a:lstStyle/>
          <a:p>
            <a:pPr/>
          </a:p>
        </p:txBody>
      </p:sp>
      <p:sp>
        <p:nvSpPr>
          <p:cNvPr id="39" name="大標題文字"/>
          <p:cNvSpPr txBox="1"/>
          <p:nvPr>
            <p:ph type="title"/>
          </p:nvPr>
        </p:nvSpPr>
        <p:spPr>
          <a:xfrm>
            <a:off x="1651000" y="952500"/>
            <a:ext cx="10223500" cy="5549900"/>
          </a:xfrm>
          <a:prstGeom prst="rect">
            <a:avLst/>
          </a:prstGeom>
        </p:spPr>
        <p:txBody>
          <a:bodyPr anchor="b"/>
          <a:lstStyle>
            <a:lvl1pPr algn="l">
              <a:defRPr sz="9000"/>
            </a:lvl1pPr>
          </a:lstStyle>
          <a:p>
            <a:pPr/>
            <a:r>
              <a:t>大標題文字</a:t>
            </a:r>
          </a:p>
        </p:txBody>
      </p:sp>
      <p:sp>
        <p:nvSpPr>
          <p:cNvPr id="40" name="內文層級一…"/>
          <p:cNvSpPr txBox="1"/>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內文層級一</a:t>
            </a:r>
          </a:p>
          <a:p>
            <a:pPr lvl="1"/>
            <a:r>
              <a:t>內文層級二</a:t>
            </a:r>
          </a:p>
          <a:p>
            <a:pPr lvl="2"/>
            <a:r>
              <a:t>內文層級三</a:t>
            </a:r>
          </a:p>
          <a:p>
            <a:pPr lvl="3"/>
            <a:r>
              <a:t>內文層級四</a:t>
            </a:r>
          </a:p>
          <a:p>
            <a:pPr lvl="4"/>
            <a:r>
              <a:t>內文層級五</a:t>
            </a:r>
          </a:p>
        </p:txBody>
      </p:sp>
      <p:sp>
        <p:nvSpPr>
          <p:cNvPr id="41"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 - 上方">
    <p:spTree>
      <p:nvGrpSpPr>
        <p:cNvPr id="1" name=""/>
        <p:cNvGrpSpPr/>
        <p:nvPr/>
      </p:nvGrpSpPr>
      <p:grpSpPr>
        <a:xfrm>
          <a:off x="0" y="0"/>
          <a:ext cx="0" cy="0"/>
          <a:chOff x="0" y="0"/>
          <a:chExt cx="0" cy="0"/>
        </a:xfrm>
      </p:grpSpPr>
      <p:sp>
        <p:nvSpPr>
          <p:cNvPr id="48" name="大標題文字"/>
          <p:cNvSpPr txBox="1"/>
          <p:nvPr>
            <p:ph type="title"/>
          </p:nvPr>
        </p:nvSpPr>
        <p:spPr>
          <a:prstGeom prst="rect">
            <a:avLst/>
          </a:prstGeom>
        </p:spPr>
        <p:txBody>
          <a:bodyPr/>
          <a:lstStyle/>
          <a:p>
            <a:pPr/>
            <a:r>
              <a:t>大標題文字</a:t>
            </a:r>
          </a:p>
        </p:txBody>
      </p:sp>
      <p:sp>
        <p:nvSpPr>
          <p:cNvPr id="49"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與項目符號">
    <p:spTree>
      <p:nvGrpSpPr>
        <p:cNvPr id="1" name=""/>
        <p:cNvGrpSpPr/>
        <p:nvPr/>
      </p:nvGrpSpPr>
      <p:grpSpPr>
        <a:xfrm>
          <a:off x="0" y="0"/>
          <a:ext cx="0" cy="0"/>
          <a:chOff x="0" y="0"/>
          <a:chExt cx="0" cy="0"/>
        </a:xfrm>
      </p:grpSpPr>
      <p:sp>
        <p:nvSpPr>
          <p:cNvPr id="56" name="大標題文字"/>
          <p:cNvSpPr txBox="1"/>
          <p:nvPr>
            <p:ph type="title"/>
          </p:nvPr>
        </p:nvSpPr>
        <p:spPr>
          <a:prstGeom prst="rect">
            <a:avLst/>
          </a:prstGeom>
        </p:spPr>
        <p:txBody>
          <a:bodyPr/>
          <a:lstStyle/>
          <a:p>
            <a:pPr/>
            <a:r>
              <a:t>大標題文字</a:t>
            </a:r>
          </a:p>
        </p:txBody>
      </p:sp>
      <p:sp>
        <p:nvSpPr>
          <p:cNvPr id="57" name="內文層級一…"/>
          <p:cNvSpPr txBox="1"/>
          <p:nvPr>
            <p:ph type="body" idx="1"/>
          </p:nvPr>
        </p:nvSpPr>
        <p:spPr>
          <a:prstGeom prst="rect">
            <a:avLst/>
          </a:prstGeom>
        </p:spPr>
        <p:txBody>
          <a:bodyPr/>
          <a:lstStyle>
            <a:lvl1pPr>
              <a:defRPr sz="6000"/>
            </a:lvl1pPr>
            <a:lvl2pPr marL="1428750" indent="-793750">
              <a:defRPr sz="6000"/>
            </a:lvl2pPr>
            <a:lvl3pPr marL="2063750" indent="-793750">
              <a:defRPr sz="6000"/>
            </a:lvl3pPr>
            <a:lvl4pPr marL="2698750" indent="-793750">
              <a:defRPr sz="6000"/>
            </a:lvl4pPr>
            <a:lvl5pPr marL="3333750" indent="-793750">
              <a:defRPr sz="6000"/>
            </a:lvl5pPr>
          </a:lstStyle>
          <a:p>
            <a:pPr/>
            <a:r>
              <a:t>內文層級一</a:t>
            </a:r>
          </a:p>
          <a:p>
            <a:pPr lvl="1"/>
            <a:r>
              <a:t>內文層級二</a:t>
            </a:r>
          </a:p>
          <a:p>
            <a:pPr lvl="2"/>
            <a:r>
              <a:t>內文層級三</a:t>
            </a:r>
          </a:p>
          <a:p>
            <a:pPr lvl="3"/>
            <a:r>
              <a:t>內文層級四</a:t>
            </a:r>
          </a:p>
          <a:p>
            <a:pPr lvl="4"/>
            <a:r>
              <a:t>內文層級五</a:t>
            </a:r>
          </a:p>
        </p:txBody>
      </p:sp>
      <p:sp>
        <p:nvSpPr>
          <p:cNvPr id="58"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項目符號與照片">
    <p:spTree>
      <p:nvGrpSpPr>
        <p:cNvPr id="1" name=""/>
        <p:cNvGrpSpPr/>
        <p:nvPr/>
      </p:nvGrpSpPr>
      <p:grpSpPr>
        <a:xfrm>
          <a:off x="0" y="0"/>
          <a:ext cx="0" cy="0"/>
          <a:chOff x="0" y="0"/>
          <a:chExt cx="0" cy="0"/>
        </a:xfrm>
      </p:grpSpPr>
      <p:sp>
        <p:nvSpPr>
          <p:cNvPr id="65" name="532205080_1647x1098.jpg"/>
          <p:cNvSpPr/>
          <p:nvPr>
            <p:ph type="pic" sz="half" idx="21"/>
          </p:nvPr>
        </p:nvSpPr>
        <p:spPr>
          <a:xfrm>
            <a:off x="10960100" y="3149600"/>
            <a:ext cx="13944600" cy="9296400"/>
          </a:xfrm>
          <a:prstGeom prst="rect">
            <a:avLst/>
          </a:prstGeom>
        </p:spPr>
        <p:txBody>
          <a:bodyPr lIns="91439" tIns="45719" rIns="91439" bIns="45719" anchor="t">
            <a:noAutofit/>
          </a:bodyPr>
          <a:lstStyle/>
          <a:p>
            <a:pPr/>
          </a:p>
        </p:txBody>
      </p:sp>
      <p:sp>
        <p:nvSpPr>
          <p:cNvPr id="66" name="大標題文字"/>
          <p:cNvSpPr txBox="1"/>
          <p:nvPr>
            <p:ph type="title"/>
          </p:nvPr>
        </p:nvSpPr>
        <p:spPr>
          <a:prstGeom prst="rect">
            <a:avLst/>
          </a:prstGeom>
        </p:spPr>
        <p:txBody>
          <a:bodyPr/>
          <a:lstStyle/>
          <a:p>
            <a:pPr/>
            <a:r>
              <a:t>大標題文字</a:t>
            </a:r>
          </a:p>
        </p:txBody>
      </p:sp>
      <p:sp>
        <p:nvSpPr>
          <p:cNvPr id="67" name="內文層級一…"/>
          <p:cNvSpPr txBox="1"/>
          <p:nvPr>
            <p:ph type="body" sz="half" idx="1"/>
          </p:nvPr>
        </p:nvSpPr>
        <p:spPr>
          <a:xfrm>
            <a:off x="1689100" y="3149600"/>
            <a:ext cx="10223500" cy="9296400"/>
          </a:xfrm>
          <a:prstGeom prst="rect">
            <a:avLst/>
          </a:prstGeom>
        </p:spPr>
        <p:txBody>
          <a:bodyPr/>
          <a:lstStyle>
            <a:lvl1pPr marL="558800" indent="-558800" algn="r">
              <a:spcBef>
                <a:spcPts val="2000"/>
              </a:spcBef>
              <a:defRPr sz="3800"/>
            </a:lvl1pPr>
            <a:lvl2pPr marL="1117600" indent="-558800" algn="r">
              <a:spcBef>
                <a:spcPts val="2000"/>
              </a:spcBef>
              <a:defRPr sz="3800"/>
            </a:lvl2pPr>
            <a:lvl3pPr marL="1676400" indent="-558800" algn="r">
              <a:spcBef>
                <a:spcPts val="2000"/>
              </a:spcBef>
              <a:defRPr sz="3800"/>
            </a:lvl3pPr>
            <a:lvl4pPr marL="2235200" indent="-558800" algn="r">
              <a:spcBef>
                <a:spcPts val="2000"/>
              </a:spcBef>
              <a:defRPr sz="3800"/>
            </a:lvl4pPr>
            <a:lvl5pPr marL="2794000" indent="-558800" algn="r">
              <a:spcBef>
                <a:spcPts val="2000"/>
              </a:spcBef>
              <a:defRPr sz="3800"/>
            </a:lvl5pPr>
          </a:lstStyle>
          <a:p>
            <a:pPr/>
            <a:r>
              <a:t>內文層級一</a:t>
            </a:r>
          </a:p>
          <a:p>
            <a:pPr lvl="1"/>
            <a:r>
              <a:t>內文層級二</a:t>
            </a:r>
          </a:p>
          <a:p>
            <a:pPr lvl="2"/>
            <a:r>
              <a:t>內文層級三</a:t>
            </a:r>
          </a:p>
          <a:p>
            <a:pPr lvl="3"/>
            <a:r>
              <a:t>內文層級四</a:t>
            </a:r>
          </a:p>
          <a:p>
            <a:pPr lvl="4"/>
            <a:r>
              <a:t>內文層級五</a:t>
            </a:r>
          </a:p>
        </p:txBody>
      </p:sp>
      <p:sp>
        <p:nvSpPr>
          <p:cNvPr id="68"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項目符號">
    <p:spTree>
      <p:nvGrpSpPr>
        <p:cNvPr id="1" name=""/>
        <p:cNvGrpSpPr/>
        <p:nvPr/>
      </p:nvGrpSpPr>
      <p:grpSpPr>
        <a:xfrm>
          <a:off x="0" y="0"/>
          <a:ext cx="0" cy="0"/>
          <a:chOff x="0" y="0"/>
          <a:chExt cx="0" cy="0"/>
        </a:xfrm>
      </p:grpSpPr>
      <p:sp>
        <p:nvSpPr>
          <p:cNvPr id="75" name="內文層級一…"/>
          <p:cNvSpPr txBox="1"/>
          <p:nvPr>
            <p:ph type="body" idx="1"/>
          </p:nvPr>
        </p:nvSpPr>
        <p:spPr>
          <a:xfrm>
            <a:off x="1689100" y="1778000"/>
            <a:ext cx="21005800" cy="10160000"/>
          </a:xfrm>
          <a:prstGeom prst="rect">
            <a:avLst/>
          </a:prstGeom>
        </p:spPr>
        <p:txBody>
          <a:bodyPr/>
          <a:lstStyle>
            <a:lvl1pPr>
              <a:defRPr sz="6000"/>
            </a:lvl1pPr>
            <a:lvl2pPr marL="1428750" indent="-793750">
              <a:defRPr sz="6000"/>
            </a:lvl2pPr>
            <a:lvl3pPr marL="2063750" indent="-793750">
              <a:defRPr sz="6000"/>
            </a:lvl3pPr>
            <a:lvl4pPr marL="2698750" indent="-793750">
              <a:defRPr sz="6000"/>
            </a:lvl4pPr>
            <a:lvl5pPr marL="3333750" indent="-793750">
              <a:defRPr sz="6000"/>
            </a:lvl5pPr>
          </a:lstStyle>
          <a:p>
            <a:pPr/>
            <a:r>
              <a:t>內文層級一</a:t>
            </a:r>
          </a:p>
          <a:p>
            <a:pPr lvl="1"/>
            <a:r>
              <a:t>內文層級二</a:t>
            </a:r>
          </a:p>
          <a:p>
            <a:pPr lvl="2"/>
            <a:r>
              <a:t>內文層級三</a:t>
            </a:r>
          </a:p>
          <a:p>
            <a:pPr lvl="3"/>
            <a:r>
              <a:t>內文層級四</a:t>
            </a:r>
          </a:p>
          <a:p>
            <a:pPr lvl="4"/>
            <a:r>
              <a:t>內文層級五</a:t>
            </a:r>
          </a:p>
        </p:txBody>
      </p:sp>
      <p:sp>
        <p:nvSpPr>
          <p:cNvPr id="76"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一頁三張">
    <p:spTree>
      <p:nvGrpSpPr>
        <p:cNvPr id="1" name=""/>
        <p:cNvGrpSpPr/>
        <p:nvPr/>
      </p:nvGrpSpPr>
      <p:grpSpPr>
        <a:xfrm>
          <a:off x="0" y="0"/>
          <a:ext cx="0" cy="0"/>
          <a:chOff x="0" y="0"/>
          <a:chExt cx="0" cy="0"/>
        </a:xfrm>
      </p:grpSpPr>
      <p:sp>
        <p:nvSpPr>
          <p:cNvPr id="83" name="532205080_1647x1098.jpg"/>
          <p:cNvSpPr/>
          <p:nvPr>
            <p:ph type="pic" sz="quarter" idx="21"/>
          </p:nvPr>
        </p:nvSpPr>
        <p:spPr>
          <a:xfrm>
            <a:off x="15300325" y="7048500"/>
            <a:ext cx="8324850" cy="5549900"/>
          </a:xfrm>
          <a:prstGeom prst="rect">
            <a:avLst/>
          </a:prstGeom>
        </p:spPr>
        <p:txBody>
          <a:bodyPr lIns="91439" tIns="45719" rIns="91439" bIns="45719" anchor="t">
            <a:noAutofit/>
          </a:bodyPr>
          <a:lstStyle/>
          <a:p>
            <a:pPr/>
          </a:p>
        </p:txBody>
      </p:sp>
      <p:sp>
        <p:nvSpPr>
          <p:cNvPr id="84" name="532204087_1355x1355.jpg"/>
          <p:cNvSpPr/>
          <p:nvPr>
            <p:ph type="pic" sz="quarter" idx="22"/>
          </p:nvPr>
        </p:nvSpPr>
        <p:spPr>
          <a:xfrm>
            <a:off x="15760700" y="863600"/>
            <a:ext cx="7404100" cy="7404100"/>
          </a:xfrm>
          <a:prstGeom prst="rect">
            <a:avLst/>
          </a:prstGeom>
        </p:spPr>
        <p:txBody>
          <a:bodyPr lIns="91439" tIns="45719" rIns="91439" bIns="45719" anchor="t">
            <a:noAutofit/>
          </a:bodyPr>
          <a:lstStyle/>
          <a:p>
            <a:pPr/>
          </a:p>
        </p:txBody>
      </p:sp>
      <p:sp>
        <p:nvSpPr>
          <p:cNvPr id="85" name="532241774_2880x1920.jpg"/>
          <p:cNvSpPr/>
          <p:nvPr>
            <p:ph type="pic" idx="23"/>
          </p:nvPr>
        </p:nvSpPr>
        <p:spPr>
          <a:xfrm>
            <a:off x="-990600" y="1130300"/>
            <a:ext cx="17202150" cy="11468100"/>
          </a:xfrm>
          <a:prstGeom prst="rect">
            <a:avLst/>
          </a:prstGeom>
        </p:spPr>
        <p:txBody>
          <a:bodyPr lIns="91439" tIns="45719" rIns="91439" bIns="45719" anchor="t">
            <a:noAutofit/>
          </a:bodyPr>
          <a:lstStyle/>
          <a:p>
            <a:pPr/>
          </a:p>
        </p:txBody>
      </p:sp>
      <p:sp>
        <p:nvSpPr>
          <p:cNvPr id="86"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名言語錄">
    <p:spTree>
      <p:nvGrpSpPr>
        <p:cNvPr id="1" name=""/>
        <p:cNvGrpSpPr/>
        <p:nvPr/>
      </p:nvGrpSpPr>
      <p:grpSpPr>
        <a:xfrm>
          <a:off x="0" y="0"/>
          <a:ext cx="0" cy="0"/>
          <a:chOff x="0" y="0"/>
          <a:chExt cx="0" cy="0"/>
        </a:xfrm>
      </p:grpSpPr>
      <p:sp>
        <p:nvSpPr>
          <p:cNvPr id="93" name="–王大明"/>
          <p:cNvSpPr txBox="1"/>
          <p:nvPr>
            <p:ph type="body" sz="quarter" idx="21"/>
          </p:nvPr>
        </p:nvSpPr>
        <p:spPr>
          <a:xfrm>
            <a:off x="2387600" y="8953500"/>
            <a:ext cx="19621500" cy="673100"/>
          </a:xfrm>
          <a:prstGeom prst="rect">
            <a:avLst/>
          </a:prstGeom>
        </p:spPr>
        <p:txBody>
          <a:bodyPr anchor="t">
            <a:spAutoFit/>
          </a:bodyPr>
          <a:lstStyle>
            <a:lvl1pPr marL="0" indent="0" algn="ctr">
              <a:spcBef>
                <a:spcPts val="0"/>
              </a:spcBef>
              <a:buSzTx/>
              <a:buNone/>
              <a:defRPr i="1" sz="3200">
                <a:latin typeface="Helvetica Neue"/>
                <a:ea typeface="Helvetica Neue"/>
                <a:cs typeface="Helvetica Neue"/>
                <a:sym typeface="Helvetica Neue"/>
              </a:defRPr>
            </a:lvl1pPr>
          </a:lstStyle>
          <a:p>
            <a:pPr/>
            <a:r>
              <a:t>–王大明</a:t>
            </a:r>
          </a:p>
        </p:txBody>
      </p:sp>
      <p:sp>
        <p:nvSpPr>
          <p:cNvPr id="94" name="「在此輸入名言語錄。」"/>
          <p:cNvSpPr txBox="1"/>
          <p:nvPr>
            <p:ph type="body" sz="quarter" idx="22"/>
          </p:nvPr>
        </p:nvSpPr>
        <p:spPr>
          <a:xfrm>
            <a:off x="2387600" y="6013450"/>
            <a:ext cx="19621500" cy="952501"/>
          </a:xfrm>
          <a:prstGeom prst="rect">
            <a:avLst/>
          </a:prstGeom>
        </p:spPr>
        <p:txBody>
          <a:bodyPr>
            <a:spAutoFit/>
          </a:bodyPr>
          <a:lstStyle>
            <a:lvl1pPr marL="0" indent="0" algn="ctr">
              <a:spcBef>
                <a:spcPts val="0"/>
              </a:spcBef>
              <a:buSzTx/>
              <a:buNone/>
              <a:defRPr sz="4800">
                <a:latin typeface="Helvetica Neue Medium"/>
                <a:ea typeface="Helvetica Neue Medium"/>
                <a:cs typeface="Helvetica Neue Medium"/>
                <a:sym typeface="Helvetica Neue Medium"/>
              </a:defRPr>
            </a:lvl1pPr>
          </a:lstStyle>
          <a:p>
            <a:pPr/>
            <a:r>
              <a:t>「在此輸入名言語錄。」</a:t>
            </a:r>
          </a:p>
        </p:txBody>
      </p:sp>
      <p:sp>
        <p:nvSpPr>
          <p:cNvPr id="95"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p:spTree>
      <p:nvGrpSpPr>
        <p:cNvPr id="1" name=""/>
        <p:cNvGrpSpPr/>
        <p:nvPr/>
      </p:nvGrpSpPr>
      <p:grpSpPr>
        <a:xfrm>
          <a:off x="0" y="0"/>
          <a:ext cx="0" cy="0"/>
          <a:chOff x="0" y="0"/>
          <a:chExt cx="0" cy="0"/>
        </a:xfrm>
      </p:grpSpPr>
      <p:sp>
        <p:nvSpPr>
          <p:cNvPr id="102" name="532241774_2880x1920.jpg"/>
          <p:cNvSpPr/>
          <p:nvPr>
            <p:ph type="pic" idx="21"/>
          </p:nvPr>
        </p:nvSpPr>
        <p:spPr>
          <a:xfrm>
            <a:off x="-50800" y="-1270000"/>
            <a:ext cx="24485600" cy="16323734"/>
          </a:xfrm>
          <a:prstGeom prst="rect">
            <a:avLst/>
          </a:prstGeom>
        </p:spPr>
        <p:txBody>
          <a:bodyPr lIns="91439" tIns="45719" rIns="91439" bIns="45719" anchor="t">
            <a:noAutofit/>
          </a:bodyPr>
          <a:lstStyle/>
          <a:p>
            <a:pPr/>
          </a:p>
        </p:txBody>
      </p:sp>
      <p:sp>
        <p:nvSpPr>
          <p:cNvPr id="103"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sp>
        <p:nvSpPr>
          <p:cNvPr id="110"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大標題文字"/>
          <p:cNvSpPr txBox="1"/>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大標題文字</a:t>
            </a:r>
          </a:p>
        </p:txBody>
      </p:sp>
      <p:sp>
        <p:nvSpPr>
          <p:cNvPr id="3" name="幻燈片編號"/>
          <p:cNvSpPr txBox="1"/>
          <p:nvPr>
            <p:ph type="sldNum" sz="quarter" idx="2"/>
          </p:nvPr>
        </p:nvSpPr>
        <p:spPr>
          <a:xfrm>
            <a:off x="11937999" y="13081000"/>
            <a:ext cx="495301" cy="517215"/>
          </a:xfrm>
          <a:prstGeom prst="rect">
            <a:avLst/>
          </a:prstGeom>
          <a:ln w="12700">
            <a:miter lim="400000"/>
          </a:ln>
        </p:spPr>
        <p:txBody>
          <a:bodyPr wrap="none" lIns="50800" tIns="50800" rIns="50800" bIns="50800">
            <a:spAutoFit/>
          </a:bodyPr>
          <a:lstStyle>
            <a:lvl1pPr>
              <a:defRPr b="0" sz="3000"/>
            </a:lvl1pPr>
          </a:lstStyle>
          <a:p>
            <a:pPr/>
            <a:fld id="{86CB4B4D-7CA3-9044-876B-883B54F8677D}" type="slidenum"/>
          </a:p>
        </p:txBody>
      </p:sp>
      <p:sp>
        <p:nvSpPr>
          <p:cNvPr id="4" name="內文層級一…"/>
          <p:cNvSpPr txBox="1"/>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內文層級一</a:t>
            </a:r>
          </a:p>
          <a:p>
            <a:pPr lvl="1"/>
            <a:r>
              <a:t>內文層級二</a:t>
            </a:r>
          </a:p>
          <a:p>
            <a:pPr lvl="2"/>
            <a:r>
              <a:t>內文層級三</a:t>
            </a:r>
          </a:p>
          <a:p>
            <a:pPr lvl="3"/>
            <a:r>
              <a:t>內文層級四</a:t>
            </a:r>
          </a:p>
          <a:p>
            <a:pPr lvl="4"/>
            <a:r>
              <a:t>內文層級五</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1pPr>
      <a:lvl2pPr marL="0" marR="0" indent="4572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2pPr>
      <a:lvl3pPr marL="0" marR="0" indent="9144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3pPr>
      <a:lvl4pPr marL="0" marR="0" indent="13716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4pPr>
      <a:lvl5pPr marL="0" marR="0" indent="18288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5pPr>
      <a:lvl6pPr marL="0" marR="0" indent="22860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6pPr>
      <a:lvl7pPr marL="0" marR="0" indent="27432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7pPr>
      <a:lvl8pPr marL="0" marR="0" indent="32004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8pPr>
      <a:lvl9pPr marL="0" marR="0" indent="36576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9pPr>
    </p:titleStyle>
    <p:bodyStyle>
      <a:lvl1pPr marL="635000" marR="0" indent="-635000" algn="l" defTabSz="825500" latinLnBrk="0">
        <a:lnSpc>
          <a:spcPct val="100000"/>
        </a:lnSpc>
        <a:spcBef>
          <a:spcPts val="15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1pPr>
      <a:lvl2pPr marL="1270000" marR="0" indent="-635000" algn="l" defTabSz="825500" latinLnBrk="0">
        <a:lnSpc>
          <a:spcPct val="100000"/>
        </a:lnSpc>
        <a:spcBef>
          <a:spcPts val="15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2pPr>
      <a:lvl3pPr marL="1905000" marR="0" indent="-635000" algn="l" defTabSz="825500" latinLnBrk="0">
        <a:lnSpc>
          <a:spcPct val="100000"/>
        </a:lnSpc>
        <a:spcBef>
          <a:spcPts val="15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3pPr>
      <a:lvl4pPr marL="2540000" marR="0" indent="-635000" algn="l" defTabSz="825500" latinLnBrk="0">
        <a:lnSpc>
          <a:spcPct val="100000"/>
        </a:lnSpc>
        <a:spcBef>
          <a:spcPts val="15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4pPr>
      <a:lvl5pPr marL="3175000" marR="0" indent="-635000" algn="l" defTabSz="825500" latinLnBrk="0">
        <a:lnSpc>
          <a:spcPct val="100000"/>
        </a:lnSpc>
        <a:spcBef>
          <a:spcPts val="15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5pPr>
      <a:lvl6pPr marL="3810000" marR="0" indent="-635000" algn="l" defTabSz="825500" latinLnBrk="0">
        <a:lnSpc>
          <a:spcPct val="100000"/>
        </a:lnSpc>
        <a:spcBef>
          <a:spcPts val="15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6pPr>
      <a:lvl7pPr marL="4445000" marR="0" indent="-635000" algn="l" defTabSz="825500" latinLnBrk="0">
        <a:lnSpc>
          <a:spcPct val="100000"/>
        </a:lnSpc>
        <a:spcBef>
          <a:spcPts val="15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7pPr>
      <a:lvl8pPr marL="5080000" marR="0" indent="-635000" algn="l" defTabSz="825500" latinLnBrk="0">
        <a:lnSpc>
          <a:spcPct val="100000"/>
        </a:lnSpc>
        <a:spcBef>
          <a:spcPts val="15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8pPr>
      <a:lvl9pPr marL="5715000" marR="0" indent="-635000" algn="l" defTabSz="825500" latinLnBrk="0">
        <a:lnSpc>
          <a:spcPct val="100000"/>
        </a:lnSpc>
        <a:spcBef>
          <a:spcPts val="15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1pPr>
      <a:lvl2pPr marL="0" marR="0" indent="4572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2pPr>
      <a:lvl3pPr marL="0" marR="0" indent="9144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3pPr>
      <a:lvl4pPr marL="0" marR="0" indent="13716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4pPr>
      <a:lvl5pPr marL="0" marR="0" indent="18288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5pPr>
      <a:lvl6pPr marL="0" marR="0" indent="22860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6pPr>
      <a:lvl7pPr marL="0" marR="0" indent="27432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7pPr>
      <a:lvl8pPr marL="0" marR="0" indent="32004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8pPr>
      <a:lvl9pPr marL="0" marR="0" indent="36576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3.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On minimization of the Number of Branches in Branch-and-Bound Algorithms for the Maximum Clique Problem"/>
          <p:cNvSpPr txBox="1"/>
          <p:nvPr>
            <p:ph type="ctrTitle"/>
          </p:nvPr>
        </p:nvSpPr>
        <p:spPr>
          <a:prstGeom prst="rect">
            <a:avLst/>
          </a:prstGeom>
        </p:spPr>
        <p:txBody>
          <a:bodyPr/>
          <a:lstStyle>
            <a:lvl1pPr defTabSz="685165">
              <a:defRPr sz="9296"/>
            </a:lvl1pPr>
          </a:lstStyle>
          <a:p>
            <a:pPr/>
            <a:r>
              <a:t>On minimization of the Number of Branches in Branch-and-Bound Algorithms for the Maximum Clique Problem</a:t>
            </a:r>
          </a:p>
        </p:txBody>
      </p:sp>
      <p:sp>
        <p:nvSpPr>
          <p:cNvPr id="120" name="Chu-Min Li, Hua Jianga, Felip Manyà…"/>
          <p:cNvSpPr txBox="1"/>
          <p:nvPr>
            <p:ph type="subTitle" sz="half" idx="1"/>
          </p:nvPr>
        </p:nvSpPr>
        <p:spPr>
          <a:xfrm>
            <a:off x="1778000" y="7315200"/>
            <a:ext cx="20828000" cy="3800792"/>
          </a:xfrm>
          <a:prstGeom prst="rect">
            <a:avLst/>
          </a:prstGeom>
        </p:spPr>
        <p:txBody>
          <a:bodyPr/>
          <a:lstStyle/>
          <a:p>
            <a:pPr/>
            <a:r>
              <a:t>Chu-Min Li, Hua Jianga, Felip Manyà</a:t>
            </a:r>
          </a:p>
          <a:p>
            <a:pPr/>
          </a:p>
          <a:p>
            <a:pPr/>
            <a:r>
              <a:t>Computers &amp; Operations Research, 2017</a:t>
            </a:r>
          </a:p>
          <a:p>
            <a:pPr/>
            <a:r>
              <a:t>Volume 84, pp.1-15</a:t>
            </a:r>
          </a:p>
        </p:txBody>
      </p:sp>
      <p:sp>
        <p:nvSpPr>
          <p:cNvPr id="121" name="幻燈片編號"/>
          <p:cNvSpPr txBox="1"/>
          <p:nvPr>
            <p:ph type="sldNum" sz="quarter" idx="2"/>
          </p:nvPr>
        </p:nvSpPr>
        <p:spPr>
          <a:xfrm>
            <a:off x="12039599" y="12984810"/>
            <a:ext cx="304801" cy="51721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22" name="Presenter:  Tsung-Lin Lu…"/>
          <p:cNvSpPr txBox="1"/>
          <p:nvPr/>
        </p:nvSpPr>
        <p:spPr>
          <a:xfrm>
            <a:off x="17942490" y="11798956"/>
            <a:ext cx="6113114" cy="17614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lgn="r">
              <a:spcBef>
                <a:spcPts val="2000"/>
              </a:spcBef>
              <a:defRPr b="0" sz="3800"/>
            </a:pPr>
            <a:r>
              <a:t>Presenter:  Tsung-Lin Lu</a:t>
            </a:r>
          </a:p>
          <a:p>
            <a:pPr algn="r">
              <a:spcBef>
                <a:spcPts val="2000"/>
              </a:spcBef>
              <a:defRPr b="0" sz="3800"/>
            </a:pPr>
            <a:r>
              <a:t>Date: Mar. 09, 2021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Abstract"/>
          <p:cNvSpPr txBox="1"/>
          <p:nvPr>
            <p:ph type="title"/>
          </p:nvPr>
        </p:nvSpPr>
        <p:spPr>
          <a:prstGeom prst="rect">
            <a:avLst/>
          </a:prstGeom>
        </p:spPr>
        <p:txBody>
          <a:bodyPr/>
          <a:lstStyle>
            <a:lvl1pPr algn="l">
              <a:defRPr sz="9000"/>
            </a:lvl1pPr>
          </a:lstStyle>
          <a:p>
            <a:pPr/>
            <a:r>
              <a:t>Abstract</a:t>
            </a:r>
          </a:p>
        </p:txBody>
      </p:sp>
      <p:sp>
        <p:nvSpPr>
          <p:cNvPr id="125" name="When searching for a maximum clique in a graph G, branch-and-bound algorithms in the literature usually focus on the minimization of the number of branches generated at each search tree node. We call dynamic strategy this minimization without any constra"/>
          <p:cNvSpPr txBox="1"/>
          <p:nvPr>
            <p:ph type="body" idx="1"/>
          </p:nvPr>
        </p:nvSpPr>
        <p:spPr>
          <a:prstGeom prst="rect">
            <a:avLst/>
          </a:prstGeom>
        </p:spPr>
        <p:txBody>
          <a:bodyPr anchor="t"/>
          <a:lstStyle/>
          <a:p>
            <a:pPr marL="0" indent="0" algn="just" defTabSz="726440">
              <a:spcBef>
                <a:spcPts val="1300"/>
              </a:spcBef>
              <a:buSzTx/>
              <a:buNone/>
              <a:defRPr sz="5280"/>
            </a:pPr>
            <a:r>
              <a:t>When searching for a maximum clique in a graph G, branch-and-bound algorithms in the literature usually focus on the minimization of the number of branches generated at each search tree node. We call dynamic strategy this minimization without any constraint, because it induces a dynamic vertex ordering in G during the search. In this paper, </a:t>
            </a:r>
            <a:r>
              <a:rPr b="1"/>
              <a:t>we introduce a static strategy that minimizes the number of branches</a:t>
            </a:r>
            <a:r>
              <a:t> subject to the constraint that a static vertex ordering in G must be kept during the search. We analyze the two strategies and show that they are complementary. From this complementarity, we propose a new algorithm, called MoMC, that combines the strengths of the two strategies into a single algorithm. The reported experimental results show that MoMC is generally better than the algorithms implementing a single strategy.</a:t>
            </a:r>
          </a:p>
        </p:txBody>
      </p:sp>
      <p:sp>
        <p:nvSpPr>
          <p:cNvPr id="126"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Introduction - Graph"/>
          <p:cNvSpPr txBox="1"/>
          <p:nvPr>
            <p:ph type="title"/>
          </p:nvPr>
        </p:nvSpPr>
        <p:spPr>
          <a:prstGeom prst="rect">
            <a:avLst/>
          </a:prstGeom>
        </p:spPr>
        <p:txBody>
          <a:bodyPr/>
          <a:lstStyle>
            <a:lvl1pPr algn="l">
              <a:defRPr sz="9000"/>
            </a:lvl1pPr>
          </a:lstStyle>
          <a:p>
            <a:pPr/>
            <a:r>
              <a:t>Introduction - Graph</a:t>
            </a:r>
          </a:p>
        </p:txBody>
      </p:sp>
      <p:sp>
        <p:nvSpPr>
          <p:cNvPr id="129" name="Γ(v) = the neighbors of v…"/>
          <p:cNvSpPr txBox="1"/>
          <p:nvPr>
            <p:ph type="body" sz="half" idx="1"/>
          </p:nvPr>
        </p:nvSpPr>
        <p:spPr>
          <a:xfrm>
            <a:off x="12973830" y="3149600"/>
            <a:ext cx="9721070" cy="9296400"/>
          </a:xfrm>
          <a:prstGeom prst="rect">
            <a:avLst/>
          </a:prstGeom>
        </p:spPr>
        <p:txBody>
          <a:bodyPr anchor="t"/>
          <a:lstStyle/>
          <a:p>
            <a:pPr/>
            <a:r>
              <a:t>Γ(v) = the neighbors of v</a:t>
            </a:r>
          </a:p>
          <a:p>
            <a:pPr/>
            <a:r>
              <a:t>Density = 2m / (n(n-1))</a:t>
            </a:r>
          </a:p>
          <a:p>
            <a:pPr/>
            <a:r>
              <a:t>𝜔(G) = a max clique</a:t>
            </a:r>
          </a:p>
          <a:p>
            <a:pPr/>
            <a:r>
              <a:t>𝜒(G) = min number of colors</a:t>
            </a:r>
          </a:p>
          <a:p>
            <a:pPr/>
            <a:r>
              <a:t>𝜔(G) ≤ 𝜒(G)</a:t>
            </a:r>
          </a:p>
        </p:txBody>
      </p:sp>
      <p:sp>
        <p:nvSpPr>
          <p:cNvPr id="130"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138" name="群組"/>
          <p:cNvGrpSpPr/>
          <p:nvPr/>
        </p:nvGrpSpPr>
        <p:grpSpPr>
          <a:xfrm>
            <a:off x="1694660" y="2209800"/>
            <a:ext cx="10851436" cy="9296400"/>
            <a:chOff x="0" y="0"/>
            <a:chExt cx="10851434" cy="9296400"/>
          </a:xfrm>
        </p:grpSpPr>
        <p:sp>
          <p:nvSpPr>
            <p:cNvPr id="131"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132"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133"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134"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135"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136"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137"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
        <p:nvSpPr>
          <p:cNvPr id="139" name="矩形"/>
          <p:cNvSpPr/>
          <p:nvPr/>
        </p:nvSpPr>
        <p:spPr>
          <a:xfrm>
            <a:off x="5897936" y="5058874"/>
            <a:ext cx="2292484" cy="5376252"/>
          </a:xfrm>
          <a:prstGeom prst="rect">
            <a:avLst/>
          </a:prstGeom>
          <a:ln w="127000">
            <a:solidFill>
              <a:schemeClr val="accent1">
                <a:lumOff val="16847"/>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40" name="Max clique"/>
          <p:cNvSpPr txBox="1"/>
          <p:nvPr/>
        </p:nvSpPr>
        <p:spPr>
          <a:xfrm>
            <a:off x="5856852" y="4307185"/>
            <a:ext cx="2527053"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Max clique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Introduction - MaxSAT"/>
          <p:cNvSpPr txBox="1"/>
          <p:nvPr>
            <p:ph type="title"/>
          </p:nvPr>
        </p:nvSpPr>
        <p:spPr>
          <a:prstGeom prst="rect">
            <a:avLst/>
          </a:prstGeom>
        </p:spPr>
        <p:txBody>
          <a:bodyPr/>
          <a:lstStyle>
            <a:lvl1pPr algn="l">
              <a:defRPr sz="9000"/>
            </a:lvl1pPr>
          </a:lstStyle>
          <a:p>
            <a:pPr/>
            <a:r>
              <a:t>Introduction - MaxSAT</a:t>
            </a:r>
          </a:p>
        </p:txBody>
      </p:sp>
      <p:sp>
        <p:nvSpPr>
          <p:cNvPr id="143" name="MaxClique can be reduced to partial MaxSAT.…"/>
          <p:cNvSpPr txBox="1"/>
          <p:nvPr>
            <p:ph type="body" sz="half" idx="1"/>
          </p:nvPr>
        </p:nvSpPr>
        <p:spPr>
          <a:xfrm>
            <a:off x="13348817" y="3149600"/>
            <a:ext cx="9346083" cy="10280554"/>
          </a:xfrm>
          <a:prstGeom prst="rect">
            <a:avLst/>
          </a:prstGeom>
        </p:spPr>
        <p:txBody>
          <a:bodyPr anchor="t"/>
          <a:lstStyle/>
          <a:p>
            <a:pPr/>
            <a:r>
              <a:t>MaxClique can be reduced to partial MaxSAT.</a:t>
            </a:r>
          </a:p>
          <a:p>
            <a:pPr/>
            <a:r>
              <a:t>Hard clause：each pair of non-adjacent</a:t>
            </a:r>
          </a:p>
          <a:p>
            <a:pPr/>
            <a:r>
              <a:t>{~x</a:t>
            </a:r>
            <a:r>
              <a:rPr baseline="-5999"/>
              <a:t>1</a:t>
            </a:r>
            <a:r>
              <a:t> ∨ </a:t>
            </a:r>
            <a:r>
              <a:rPr b="1">
                <a:solidFill>
                  <a:schemeClr val="accent3">
                    <a:hueOff val="914337"/>
                    <a:satOff val="31515"/>
                    <a:lumOff val="-30790"/>
                  </a:schemeClr>
                </a:solidFill>
              </a:rPr>
              <a:t>~x</a:t>
            </a:r>
            <a:r>
              <a:rPr b="1" baseline="-5999">
                <a:solidFill>
                  <a:schemeClr val="accent3">
                    <a:hueOff val="914337"/>
                    <a:satOff val="31515"/>
                    <a:lumOff val="-30790"/>
                  </a:schemeClr>
                </a:solidFill>
              </a:rPr>
              <a:t>4</a:t>
            </a:r>
            <a:r>
              <a:t>, ~x</a:t>
            </a:r>
            <a:r>
              <a:rPr baseline="-5999"/>
              <a:t>1</a:t>
            </a:r>
            <a:r>
              <a:t> ∨ </a:t>
            </a:r>
            <a:r>
              <a:rPr b="1">
                <a:solidFill>
                  <a:schemeClr val="accent3">
                    <a:hueOff val="914337"/>
                    <a:satOff val="31515"/>
                    <a:lumOff val="-30790"/>
                  </a:schemeClr>
                </a:solidFill>
              </a:rPr>
              <a:t>~x</a:t>
            </a:r>
            <a:r>
              <a:rPr b="1" baseline="-5999">
                <a:solidFill>
                  <a:schemeClr val="accent3">
                    <a:hueOff val="914337"/>
                    <a:satOff val="31515"/>
                    <a:lumOff val="-30790"/>
                  </a:schemeClr>
                </a:solidFill>
              </a:rPr>
              <a:t>5</a:t>
            </a:r>
            <a:r>
              <a:t>,</a:t>
            </a:r>
          </a:p>
          <a:p>
            <a:pPr lvl="2" marL="0" indent="914400">
              <a:buSzTx/>
              <a:buNone/>
            </a:pPr>
            <a:r>
              <a:t> ~x</a:t>
            </a:r>
            <a:r>
              <a:rPr baseline="-5999"/>
              <a:t>1</a:t>
            </a:r>
            <a:r>
              <a:t> ∨ </a:t>
            </a:r>
            <a:r>
              <a:rPr b="1">
                <a:solidFill>
                  <a:schemeClr val="accent3">
                    <a:hueOff val="914337"/>
                    <a:satOff val="31515"/>
                    <a:lumOff val="-30790"/>
                  </a:schemeClr>
                </a:solidFill>
              </a:rPr>
              <a:t>~x</a:t>
            </a:r>
            <a:r>
              <a:rPr b="1" baseline="-5999">
                <a:solidFill>
                  <a:schemeClr val="accent3">
                    <a:hueOff val="914337"/>
                    <a:satOff val="31515"/>
                    <a:lumOff val="-30790"/>
                  </a:schemeClr>
                </a:solidFill>
              </a:rPr>
              <a:t>6</a:t>
            </a:r>
            <a:r>
              <a:t>, ........}</a:t>
            </a:r>
          </a:p>
          <a:p>
            <a:pPr>
              <a:defRPr>
                <a:solidFill>
                  <a:srgbClr val="D5D5D5"/>
                </a:solidFill>
              </a:defRPr>
            </a:pPr>
            <a:r>
              <a:t>Soft clause：Independent set</a:t>
            </a:r>
          </a:p>
          <a:p>
            <a:pPr>
              <a:defRPr>
                <a:solidFill>
                  <a:srgbClr val="D5D5D5"/>
                </a:solidFill>
              </a:defRPr>
            </a:pPr>
            <a:r>
              <a:t>{x</a:t>
            </a:r>
            <a:r>
              <a:rPr baseline="-5999"/>
              <a:t>1</a:t>
            </a:r>
            <a:r>
              <a:t>∨ x</a:t>
            </a:r>
            <a:r>
              <a:rPr baseline="-5999"/>
              <a:t>4</a:t>
            </a:r>
            <a:r>
              <a:t> ∨ x</a:t>
            </a:r>
            <a:r>
              <a:rPr baseline="-5999"/>
              <a:t>6</a:t>
            </a:r>
            <a:r>
              <a:t>, x</a:t>
            </a:r>
            <a:r>
              <a:rPr baseline="-5999"/>
              <a:t>2</a:t>
            </a:r>
            <a:r>
              <a:t> ∨ x</a:t>
            </a:r>
            <a:r>
              <a:rPr baseline="-5999"/>
              <a:t>3</a:t>
            </a:r>
            <a:r>
              <a:t>, x</a:t>
            </a:r>
            <a:r>
              <a:rPr baseline="-5999"/>
              <a:t>5</a:t>
            </a:r>
            <a:r>
              <a:t>}</a:t>
            </a:r>
          </a:p>
        </p:txBody>
      </p:sp>
      <p:sp>
        <p:nvSpPr>
          <p:cNvPr id="144"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45" name="圓形"/>
          <p:cNvSpPr/>
          <p:nvPr/>
        </p:nvSpPr>
        <p:spPr>
          <a:xfrm>
            <a:off x="4037462" y="2842760"/>
            <a:ext cx="1544012" cy="1544012"/>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46" name="圓形"/>
          <p:cNvSpPr/>
          <p:nvPr/>
        </p:nvSpPr>
        <p:spPr>
          <a:xfrm>
            <a:off x="6272172" y="8523342"/>
            <a:ext cx="1544012" cy="1544012"/>
          </a:xfrm>
          <a:prstGeom prst="ellipse">
            <a:avLst/>
          </a:prstGeom>
          <a:solidFill>
            <a:schemeClr val="accent3"/>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47" name="圓形"/>
          <p:cNvSpPr/>
          <p:nvPr/>
        </p:nvSpPr>
        <p:spPr>
          <a:xfrm>
            <a:off x="1806131" y="8523342"/>
            <a:ext cx="1544012" cy="1544012"/>
          </a:xfrm>
          <a:prstGeom prst="ellipse">
            <a:avLst/>
          </a:prstGeom>
          <a:solidFill>
            <a:schemeClr val="accent3"/>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48" name="圓形"/>
          <p:cNvSpPr/>
          <p:nvPr/>
        </p:nvSpPr>
        <p:spPr>
          <a:xfrm>
            <a:off x="10703645" y="5476094"/>
            <a:ext cx="1544012" cy="1544012"/>
          </a:xfrm>
          <a:prstGeom prst="ellipse">
            <a:avLst/>
          </a:prstGeom>
          <a:solidFill>
            <a:schemeClr val="accent3"/>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149" name="圖1.png" descr="圖1.png"/>
          <p:cNvPicPr>
            <a:picLocks noChangeAspect="1"/>
          </p:cNvPicPr>
          <p:nvPr/>
        </p:nvPicPr>
        <p:blipFill>
          <a:blip r:embed="rId2">
            <a:extLst/>
          </a:blip>
          <a:stretch>
            <a:fillRect/>
          </a:stretch>
        </p:blipFill>
        <p:spPr>
          <a:xfrm>
            <a:off x="1694660" y="2209800"/>
            <a:ext cx="10851436" cy="929640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Introduction - MaxSAT"/>
          <p:cNvSpPr txBox="1"/>
          <p:nvPr>
            <p:ph type="title"/>
          </p:nvPr>
        </p:nvSpPr>
        <p:spPr>
          <a:prstGeom prst="rect">
            <a:avLst/>
          </a:prstGeom>
        </p:spPr>
        <p:txBody>
          <a:bodyPr/>
          <a:lstStyle>
            <a:lvl1pPr algn="l">
              <a:defRPr sz="9000"/>
            </a:lvl1pPr>
          </a:lstStyle>
          <a:p>
            <a:pPr/>
            <a:r>
              <a:t>Introduction - MaxSAT</a:t>
            </a:r>
          </a:p>
        </p:txBody>
      </p:sp>
      <p:sp>
        <p:nvSpPr>
          <p:cNvPr id="152" name="MaxClique can be reduced to partial MaxSAT.…"/>
          <p:cNvSpPr txBox="1"/>
          <p:nvPr>
            <p:ph type="body" sz="half" idx="1"/>
          </p:nvPr>
        </p:nvSpPr>
        <p:spPr>
          <a:xfrm>
            <a:off x="13348817" y="3149600"/>
            <a:ext cx="9346083" cy="10280554"/>
          </a:xfrm>
          <a:prstGeom prst="rect">
            <a:avLst/>
          </a:prstGeom>
        </p:spPr>
        <p:txBody>
          <a:bodyPr anchor="t"/>
          <a:lstStyle/>
          <a:p>
            <a:pPr/>
            <a:r>
              <a:t>MaxClique can be reduced to partial MaxSAT.</a:t>
            </a:r>
          </a:p>
          <a:p>
            <a:pPr/>
            <a:r>
              <a:t>Hard clause：each pair of non-adjacent</a:t>
            </a:r>
          </a:p>
          <a:p>
            <a:pPr/>
            <a:r>
              <a:t>{~x</a:t>
            </a:r>
            <a:r>
              <a:rPr baseline="-5999"/>
              <a:t>2</a:t>
            </a:r>
            <a:r>
              <a:t> ∨ </a:t>
            </a:r>
            <a:r>
              <a:rPr b="1">
                <a:solidFill>
                  <a:schemeClr val="accent3">
                    <a:hueOff val="914337"/>
                    <a:satOff val="31515"/>
                    <a:lumOff val="-30790"/>
                  </a:schemeClr>
                </a:solidFill>
              </a:rPr>
              <a:t>~x</a:t>
            </a:r>
            <a:r>
              <a:rPr b="1" baseline="-5999">
                <a:solidFill>
                  <a:schemeClr val="accent3">
                    <a:hueOff val="914337"/>
                    <a:satOff val="31515"/>
                    <a:lumOff val="-30790"/>
                  </a:schemeClr>
                </a:solidFill>
              </a:rPr>
              <a:t>3</a:t>
            </a:r>
            <a:r>
              <a:t>, ~x</a:t>
            </a:r>
            <a:r>
              <a:rPr baseline="-5999"/>
              <a:t>2</a:t>
            </a:r>
            <a:r>
              <a:t> ∨ </a:t>
            </a:r>
            <a:r>
              <a:rPr b="1">
                <a:solidFill>
                  <a:schemeClr val="accent3">
                    <a:hueOff val="914337"/>
                    <a:satOff val="31515"/>
                    <a:lumOff val="-30790"/>
                  </a:schemeClr>
                </a:solidFill>
              </a:rPr>
              <a:t>~x</a:t>
            </a:r>
            <a:r>
              <a:rPr b="1" baseline="-5999">
                <a:solidFill>
                  <a:schemeClr val="accent3">
                    <a:hueOff val="914337"/>
                    <a:satOff val="31515"/>
                    <a:lumOff val="-30790"/>
                  </a:schemeClr>
                </a:solidFill>
              </a:rPr>
              <a:t>5</a:t>
            </a:r>
            <a:r>
              <a:t>,</a:t>
            </a:r>
          </a:p>
          <a:p>
            <a:pPr lvl="2" marL="0" indent="914400">
              <a:buSzTx/>
              <a:buNone/>
            </a:pPr>
            <a:r>
              <a:t> ~x</a:t>
            </a:r>
            <a:r>
              <a:rPr baseline="-5999"/>
              <a:t>2</a:t>
            </a:r>
            <a:r>
              <a:t> ∨ </a:t>
            </a:r>
            <a:r>
              <a:rPr b="1">
                <a:solidFill>
                  <a:schemeClr val="accent3">
                    <a:hueOff val="914337"/>
                    <a:satOff val="31515"/>
                    <a:lumOff val="-30790"/>
                  </a:schemeClr>
                </a:solidFill>
              </a:rPr>
              <a:t>~x</a:t>
            </a:r>
            <a:r>
              <a:rPr b="1" baseline="-5999">
                <a:solidFill>
                  <a:schemeClr val="accent3">
                    <a:hueOff val="914337"/>
                    <a:satOff val="31515"/>
                    <a:lumOff val="-30790"/>
                  </a:schemeClr>
                </a:solidFill>
              </a:rPr>
              <a:t>6</a:t>
            </a:r>
            <a:r>
              <a:t>, ........}</a:t>
            </a:r>
          </a:p>
          <a:p>
            <a:pPr>
              <a:defRPr>
                <a:solidFill>
                  <a:srgbClr val="D5D5D5"/>
                </a:solidFill>
              </a:defRPr>
            </a:pPr>
            <a:r>
              <a:t>Soft clause：Independent set</a:t>
            </a:r>
          </a:p>
          <a:p>
            <a:pPr>
              <a:defRPr>
                <a:solidFill>
                  <a:srgbClr val="D5D5D5"/>
                </a:solidFill>
              </a:defRPr>
            </a:pPr>
            <a:r>
              <a:t>{x</a:t>
            </a:r>
            <a:r>
              <a:rPr baseline="-5999"/>
              <a:t>1</a:t>
            </a:r>
            <a:r>
              <a:t>∨ x</a:t>
            </a:r>
            <a:r>
              <a:rPr baseline="-5999"/>
              <a:t>4</a:t>
            </a:r>
            <a:r>
              <a:t> ∨ x</a:t>
            </a:r>
            <a:r>
              <a:rPr baseline="-5999"/>
              <a:t>6</a:t>
            </a:r>
            <a:r>
              <a:t>, x</a:t>
            </a:r>
            <a:r>
              <a:rPr baseline="-5999"/>
              <a:t>2</a:t>
            </a:r>
            <a:r>
              <a:t> ∨ x</a:t>
            </a:r>
            <a:r>
              <a:rPr baseline="-5999"/>
              <a:t>3</a:t>
            </a:r>
            <a:r>
              <a:t>, x</a:t>
            </a:r>
            <a:r>
              <a:rPr baseline="-5999"/>
              <a:t>5</a:t>
            </a:r>
            <a:r>
              <a:t>}</a:t>
            </a:r>
          </a:p>
        </p:txBody>
      </p:sp>
      <p:sp>
        <p:nvSpPr>
          <p:cNvPr id="153"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4" name="圓形"/>
          <p:cNvSpPr/>
          <p:nvPr/>
        </p:nvSpPr>
        <p:spPr>
          <a:xfrm>
            <a:off x="1806131" y="5476094"/>
            <a:ext cx="1544012" cy="1544012"/>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55" name="圓形"/>
          <p:cNvSpPr/>
          <p:nvPr/>
        </p:nvSpPr>
        <p:spPr>
          <a:xfrm>
            <a:off x="6272172" y="8523342"/>
            <a:ext cx="1544012" cy="1544012"/>
          </a:xfrm>
          <a:prstGeom prst="ellipse">
            <a:avLst/>
          </a:prstGeom>
          <a:solidFill>
            <a:schemeClr val="accent3"/>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56" name="圓形"/>
          <p:cNvSpPr/>
          <p:nvPr/>
        </p:nvSpPr>
        <p:spPr>
          <a:xfrm>
            <a:off x="6254888" y="5476094"/>
            <a:ext cx="1544012" cy="1544012"/>
          </a:xfrm>
          <a:prstGeom prst="ellipse">
            <a:avLst/>
          </a:prstGeom>
          <a:solidFill>
            <a:schemeClr val="accent3"/>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57" name="圓形"/>
          <p:cNvSpPr/>
          <p:nvPr/>
        </p:nvSpPr>
        <p:spPr>
          <a:xfrm>
            <a:off x="10703645" y="5476094"/>
            <a:ext cx="1544012" cy="1544012"/>
          </a:xfrm>
          <a:prstGeom prst="ellipse">
            <a:avLst/>
          </a:prstGeom>
          <a:solidFill>
            <a:schemeClr val="accent3"/>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158" name="圖1.png" descr="圖1.png"/>
          <p:cNvPicPr>
            <a:picLocks noChangeAspect="1"/>
          </p:cNvPicPr>
          <p:nvPr/>
        </p:nvPicPr>
        <p:blipFill>
          <a:blip r:embed="rId2">
            <a:extLst/>
          </a:blip>
          <a:stretch>
            <a:fillRect/>
          </a:stretch>
        </p:blipFill>
        <p:spPr>
          <a:xfrm>
            <a:off x="1694660" y="2209800"/>
            <a:ext cx="10851436" cy="9296400"/>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Introduction - MaxSAT"/>
          <p:cNvSpPr txBox="1"/>
          <p:nvPr>
            <p:ph type="title"/>
          </p:nvPr>
        </p:nvSpPr>
        <p:spPr>
          <a:prstGeom prst="rect">
            <a:avLst/>
          </a:prstGeom>
        </p:spPr>
        <p:txBody>
          <a:bodyPr/>
          <a:lstStyle>
            <a:lvl1pPr algn="l">
              <a:defRPr sz="9000"/>
            </a:lvl1pPr>
          </a:lstStyle>
          <a:p>
            <a:pPr/>
            <a:r>
              <a:t>Introduction - MaxSAT</a:t>
            </a:r>
          </a:p>
        </p:txBody>
      </p:sp>
      <p:sp>
        <p:nvSpPr>
          <p:cNvPr id="161" name="MaxClique can be reduced to partial MaxSAT.…"/>
          <p:cNvSpPr txBox="1"/>
          <p:nvPr>
            <p:ph type="body" sz="half" idx="1"/>
          </p:nvPr>
        </p:nvSpPr>
        <p:spPr>
          <a:xfrm>
            <a:off x="13348817" y="3149600"/>
            <a:ext cx="9346083" cy="10280554"/>
          </a:xfrm>
          <a:prstGeom prst="rect">
            <a:avLst/>
          </a:prstGeom>
        </p:spPr>
        <p:txBody>
          <a:bodyPr anchor="t"/>
          <a:lstStyle/>
          <a:p>
            <a:pPr>
              <a:defRPr>
                <a:solidFill>
                  <a:srgbClr val="D5D5D5"/>
                </a:solidFill>
              </a:defRPr>
            </a:pPr>
            <a:r>
              <a:t>MaxClique can be reduced to partial MaxSAT.</a:t>
            </a:r>
          </a:p>
          <a:p>
            <a:pPr>
              <a:defRPr>
                <a:solidFill>
                  <a:srgbClr val="D5D5D5"/>
                </a:solidFill>
              </a:defRPr>
            </a:pPr>
            <a:r>
              <a:t>Hard clause：each pair of non-adjacent</a:t>
            </a:r>
          </a:p>
          <a:p>
            <a:pPr>
              <a:defRPr>
                <a:solidFill>
                  <a:srgbClr val="D5D5D5"/>
                </a:solidFill>
              </a:defRPr>
            </a:pPr>
            <a:r>
              <a:t>{~x</a:t>
            </a:r>
            <a:r>
              <a:rPr baseline="-5999"/>
              <a:t>1</a:t>
            </a:r>
            <a:r>
              <a:t> ∨ </a:t>
            </a:r>
            <a:r>
              <a:rPr b="1"/>
              <a:t>~x</a:t>
            </a:r>
            <a:r>
              <a:rPr b="1" baseline="-5999"/>
              <a:t>4</a:t>
            </a:r>
            <a:r>
              <a:t>, ~x</a:t>
            </a:r>
            <a:r>
              <a:rPr baseline="-5999"/>
              <a:t>1</a:t>
            </a:r>
            <a:r>
              <a:t> ∨ </a:t>
            </a:r>
            <a:r>
              <a:rPr b="1"/>
              <a:t>~x</a:t>
            </a:r>
            <a:r>
              <a:rPr b="1" baseline="-5999"/>
              <a:t>5</a:t>
            </a:r>
            <a:r>
              <a:t>,</a:t>
            </a:r>
          </a:p>
          <a:p>
            <a:pPr lvl="2" marL="0" indent="914400">
              <a:buSzTx/>
              <a:buNone/>
              <a:defRPr>
                <a:solidFill>
                  <a:srgbClr val="D5D5D5"/>
                </a:solidFill>
              </a:defRPr>
            </a:pPr>
            <a:r>
              <a:t> ~x</a:t>
            </a:r>
            <a:r>
              <a:rPr baseline="-5999"/>
              <a:t>1</a:t>
            </a:r>
            <a:r>
              <a:t> ∨ </a:t>
            </a:r>
            <a:r>
              <a:rPr b="1"/>
              <a:t>~x</a:t>
            </a:r>
            <a:r>
              <a:rPr b="1" baseline="-5999"/>
              <a:t>6</a:t>
            </a:r>
            <a:r>
              <a:t>, ........}</a:t>
            </a:r>
          </a:p>
          <a:p>
            <a:pPr/>
            <a:r>
              <a:t>Soft clause：Independent set</a:t>
            </a:r>
          </a:p>
          <a:p>
            <a:pPr/>
            <a:r>
              <a:t>{</a:t>
            </a:r>
            <a:r>
              <a:rPr b="1">
                <a:solidFill>
                  <a:schemeClr val="accent1">
                    <a:lumOff val="-13575"/>
                  </a:schemeClr>
                </a:solidFill>
              </a:rPr>
              <a:t>x</a:t>
            </a:r>
            <a:r>
              <a:rPr b="1" baseline="-5999">
                <a:solidFill>
                  <a:schemeClr val="accent1">
                    <a:lumOff val="-13575"/>
                  </a:schemeClr>
                </a:solidFill>
              </a:rPr>
              <a:t>1</a:t>
            </a:r>
            <a:r>
              <a:rPr b="1">
                <a:solidFill>
                  <a:schemeClr val="accent1">
                    <a:lumOff val="-13575"/>
                  </a:schemeClr>
                </a:solidFill>
              </a:rPr>
              <a:t>∨ x</a:t>
            </a:r>
            <a:r>
              <a:rPr b="1" baseline="-5999">
                <a:solidFill>
                  <a:schemeClr val="accent1">
                    <a:lumOff val="-13575"/>
                  </a:schemeClr>
                </a:solidFill>
              </a:rPr>
              <a:t>4</a:t>
            </a:r>
            <a:r>
              <a:rPr b="1">
                <a:solidFill>
                  <a:schemeClr val="accent1">
                    <a:lumOff val="-13575"/>
                  </a:schemeClr>
                </a:solidFill>
              </a:rPr>
              <a:t> ∨ x</a:t>
            </a:r>
            <a:r>
              <a:rPr b="1" baseline="-5999">
                <a:solidFill>
                  <a:schemeClr val="accent1">
                    <a:lumOff val="-13575"/>
                  </a:schemeClr>
                </a:solidFill>
              </a:rPr>
              <a:t>6</a:t>
            </a:r>
            <a:r>
              <a:t>, </a:t>
            </a:r>
            <a:r>
              <a:rPr b="1">
                <a:solidFill>
                  <a:schemeClr val="accent4">
                    <a:hueOff val="-1081314"/>
                    <a:satOff val="4338"/>
                    <a:lumOff val="-8931"/>
                  </a:schemeClr>
                </a:solidFill>
              </a:rPr>
              <a:t>x</a:t>
            </a:r>
            <a:r>
              <a:rPr b="1" baseline="-5999">
                <a:solidFill>
                  <a:schemeClr val="accent4">
                    <a:hueOff val="-1081314"/>
                    <a:satOff val="4338"/>
                    <a:lumOff val="-8931"/>
                  </a:schemeClr>
                </a:solidFill>
              </a:rPr>
              <a:t>2</a:t>
            </a:r>
            <a:r>
              <a:rPr b="1">
                <a:solidFill>
                  <a:schemeClr val="accent4">
                    <a:hueOff val="-1081314"/>
                    <a:satOff val="4338"/>
                    <a:lumOff val="-8931"/>
                  </a:schemeClr>
                </a:solidFill>
              </a:rPr>
              <a:t> ∨ x</a:t>
            </a:r>
            <a:r>
              <a:rPr b="1" baseline="-5999">
                <a:solidFill>
                  <a:schemeClr val="accent4">
                    <a:hueOff val="-1081314"/>
                    <a:satOff val="4338"/>
                    <a:lumOff val="-8931"/>
                  </a:schemeClr>
                </a:solidFill>
              </a:rPr>
              <a:t>3</a:t>
            </a:r>
            <a:r>
              <a:t>, </a:t>
            </a:r>
            <a:r>
              <a:rPr b="1">
                <a:solidFill>
                  <a:schemeClr val="accent3">
                    <a:hueOff val="362282"/>
                    <a:satOff val="31803"/>
                    <a:lumOff val="-18242"/>
                  </a:schemeClr>
                </a:solidFill>
              </a:rPr>
              <a:t>x</a:t>
            </a:r>
            <a:r>
              <a:rPr b="1" baseline="-5999">
                <a:solidFill>
                  <a:schemeClr val="accent3">
                    <a:hueOff val="362282"/>
                    <a:satOff val="31803"/>
                    <a:lumOff val="-18242"/>
                  </a:schemeClr>
                </a:solidFill>
              </a:rPr>
              <a:t>5</a:t>
            </a:r>
            <a:r>
              <a:t>}</a:t>
            </a:r>
          </a:p>
        </p:txBody>
      </p:sp>
      <p:sp>
        <p:nvSpPr>
          <p:cNvPr id="162"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170" name="群組"/>
          <p:cNvGrpSpPr/>
          <p:nvPr/>
        </p:nvGrpSpPr>
        <p:grpSpPr>
          <a:xfrm>
            <a:off x="1694660" y="2209800"/>
            <a:ext cx="10851436" cy="9296400"/>
            <a:chOff x="0" y="0"/>
            <a:chExt cx="10851434" cy="9296400"/>
          </a:xfrm>
        </p:grpSpPr>
        <p:sp>
          <p:nvSpPr>
            <p:cNvPr id="163"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164"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165"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166"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167"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168"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169"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A basic BnB algorithm for MaxClique : DoMC"/>
          <p:cNvSpPr txBox="1"/>
          <p:nvPr>
            <p:ph type="title"/>
          </p:nvPr>
        </p:nvSpPr>
        <p:spPr>
          <a:prstGeom prst="rect">
            <a:avLst/>
          </a:prstGeom>
        </p:spPr>
        <p:txBody>
          <a:bodyPr/>
          <a:lstStyle>
            <a:lvl1pPr algn="l" defTabSz="792479">
              <a:defRPr sz="8640"/>
            </a:lvl1pPr>
          </a:lstStyle>
          <a:p>
            <a:pPr/>
            <a:r>
              <a:t>A basic BnB algorithm for MaxClique : DoMC</a:t>
            </a:r>
          </a:p>
        </p:txBody>
      </p:sp>
      <p:sp>
        <p:nvSpPr>
          <p:cNvPr id="173" name="V (vertices) = A + B…"/>
          <p:cNvSpPr txBox="1"/>
          <p:nvPr>
            <p:ph type="body" sz="half" idx="1"/>
          </p:nvPr>
        </p:nvSpPr>
        <p:spPr>
          <a:xfrm>
            <a:off x="12647271" y="3149600"/>
            <a:ext cx="11020548" cy="9296400"/>
          </a:xfrm>
          <a:prstGeom prst="rect">
            <a:avLst/>
          </a:prstGeom>
        </p:spPr>
        <p:txBody>
          <a:bodyPr anchor="t"/>
          <a:lstStyle/>
          <a:p>
            <a:pPr/>
            <a:r>
              <a:t>V (vertices) = A + B</a:t>
            </a:r>
          </a:p>
          <a:p>
            <a:pPr/>
            <a:r>
              <a:t>A：The size of max clique is NOT greater than |C</a:t>
            </a:r>
            <a:r>
              <a:rPr baseline="-5999"/>
              <a:t>max</a:t>
            </a:r>
            <a:r>
              <a:t>|.</a:t>
            </a:r>
          </a:p>
          <a:p>
            <a:pPr>
              <a:defRPr>
                <a:solidFill>
                  <a:srgbClr val="D5D5D5"/>
                </a:solidFill>
              </a:defRPr>
            </a:pPr>
            <a:r>
              <a:t>B (branches)</a:t>
            </a:r>
          </a:p>
          <a:p>
            <a:pPr>
              <a:defRPr>
                <a:solidFill>
                  <a:srgbClr val="D5D5D5"/>
                </a:solidFill>
              </a:defRPr>
            </a:pPr>
            <a:r>
              <a:t>BnB algo focus on minimization of B</a:t>
            </a:r>
          </a:p>
        </p:txBody>
      </p:sp>
      <p:sp>
        <p:nvSpPr>
          <p:cNvPr id="174"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5" name="截圖 2021-03-08 下午5.59.05.png" descr="截圖 2021-03-08 下午5.59.05.png"/>
          <p:cNvPicPr>
            <a:picLocks noChangeAspect="1"/>
          </p:cNvPicPr>
          <p:nvPr/>
        </p:nvPicPr>
        <p:blipFill>
          <a:blip r:embed="rId2">
            <a:extLst/>
          </a:blip>
          <a:stretch>
            <a:fillRect/>
          </a:stretch>
        </p:blipFill>
        <p:spPr>
          <a:xfrm>
            <a:off x="1451594" y="2364146"/>
            <a:ext cx="10511520" cy="10765708"/>
          </a:xfrm>
          <a:prstGeom prst="rect">
            <a:avLst/>
          </a:prstGeom>
          <a:ln w="12700">
            <a:miter lim="400000"/>
          </a:ln>
        </p:spPr>
      </p:pic>
      <p:sp>
        <p:nvSpPr>
          <p:cNvPr id="176" name="矩形"/>
          <p:cNvSpPr/>
          <p:nvPr/>
        </p:nvSpPr>
        <p:spPr>
          <a:xfrm>
            <a:off x="2467106" y="8763989"/>
            <a:ext cx="1890078" cy="578527"/>
          </a:xfrm>
          <a:prstGeom prst="rect">
            <a:avLst/>
          </a:prstGeom>
          <a:ln w="50800">
            <a:solidFill>
              <a:schemeClr val="accent1"/>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A basic BnB algorithm for MaxClique : DoMC"/>
          <p:cNvSpPr txBox="1"/>
          <p:nvPr>
            <p:ph type="title"/>
          </p:nvPr>
        </p:nvSpPr>
        <p:spPr>
          <a:prstGeom prst="rect">
            <a:avLst/>
          </a:prstGeom>
        </p:spPr>
        <p:txBody>
          <a:bodyPr/>
          <a:lstStyle>
            <a:lvl1pPr algn="l" defTabSz="792479">
              <a:defRPr sz="8640"/>
            </a:lvl1pPr>
          </a:lstStyle>
          <a:p>
            <a:pPr/>
            <a:r>
              <a:t>A basic BnB algorithm for MaxClique : DoMC</a:t>
            </a:r>
          </a:p>
        </p:txBody>
      </p:sp>
      <p:sp>
        <p:nvSpPr>
          <p:cNvPr id="179" name="V (vertices) = A + B…"/>
          <p:cNvSpPr txBox="1"/>
          <p:nvPr>
            <p:ph type="body" sz="half" idx="1"/>
          </p:nvPr>
        </p:nvSpPr>
        <p:spPr>
          <a:xfrm>
            <a:off x="12647271" y="3149600"/>
            <a:ext cx="10803262" cy="9296400"/>
          </a:xfrm>
          <a:prstGeom prst="rect">
            <a:avLst/>
          </a:prstGeom>
        </p:spPr>
        <p:txBody>
          <a:bodyPr anchor="t"/>
          <a:lstStyle/>
          <a:p>
            <a:pPr>
              <a:defRPr>
                <a:solidFill>
                  <a:srgbClr val="D5D5D5"/>
                </a:solidFill>
              </a:defRPr>
            </a:pPr>
            <a:r>
              <a:t>V (vertices) = A + B</a:t>
            </a:r>
          </a:p>
          <a:p>
            <a:pPr>
              <a:defRPr>
                <a:solidFill>
                  <a:srgbClr val="D5D5D5"/>
                </a:solidFill>
              </a:defRPr>
            </a:pPr>
            <a:r>
              <a:t>A：The size of max clique is NOT greater than |C</a:t>
            </a:r>
            <a:r>
              <a:rPr baseline="-5999"/>
              <a:t>max</a:t>
            </a:r>
            <a:r>
              <a:t>|.</a:t>
            </a:r>
          </a:p>
          <a:p>
            <a:pPr/>
            <a:r>
              <a:t>B (branches)</a:t>
            </a:r>
          </a:p>
          <a:p>
            <a:pPr/>
            <a:r>
              <a:t>BnB algo focus on minimization of B</a:t>
            </a:r>
          </a:p>
        </p:txBody>
      </p:sp>
      <p:sp>
        <p:nvSpPr>
          <p:cNvPr id="180"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1" name="截圖 2021-03-08 下午5.59.05.png" descr="截圖 2021-03-08 下午5.59.05.png"/>
          <p:cNvPicPr>
            <a:picLocks noChangeAspect="1"/>
          </p:cNvPicPr>
          <p:nvPr/>
        </p:nvPicPr>
        <p:blipFill>
          <a:blip r:embed="rId2">
            <a:extLst/>
          </a:blip>
          <a:stretch>
            <a:fillRect/>
          </a:stretch>
        </p:blipFill>
        <p:spPr>
          <a:xfrm>
            <a:off x="1451594" y="2364146"/>
            <a:ext cx="10511520" cy="10765708"/>
          </a:xfrm>
          <a:prstGeom prst="rect">
            <a:avLst/>
          </a:prstGeom>
          <a:ln w="12700">
            <a:miter lim="400000"/>
          </a:ln>
        </p:spPr>
      </p:pic>
      <p:sp>
        <p:nvSpPr>
          <p:cNvPr id="182" name="矩形"/>
          <p:cNvSpPr/>
          <p:nvPr/>
        </p:nvSpPr>
        <p:spPr>
          <a:xfrm>
            <a:off x="2443059" y="7345196"/>
            <a:ext cx="6406637" cy="568742"/>
          </a:xfrm>
          <a:prstGeom prst="rect">
            <a:avLst/>
          </a:prstGeom>
          <a:ln w="50800">
            <a:solidFill>
              <a:schemeClr val="accent1"/>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83" name="矩形"/>
          <p:cNvSpPr/>
          <p:nvPr/>
        </p:nvSpPr>
        <p:spPr>
          <a:xfrm>
            <a:off x="2906721" y="10526208"/>
            <a:ext cx="8378182" cy="568742"/>
          </a:xfrm>
          <a:prstGeom prst="rect">
            <a:avLst/>
          </a:prstGeom>
          <a:ln w="50800">
            <a:solidFill>
              <a:schemeClr val="accent1"/>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84" name="Recursion"/>
          <p:cNvSpPr txBox="1"/>
          <p:nvPr/>
        </p:nvSpPr>
        <p:spPr>
          <a:xfrm>
            <a:off x="11467117" y="10472118"/>
            <a:ext cx="2315469"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lumOff val="-13575"/>
                  </a:schemeClr>
                </a:solidFill>
              </a:defRPr>
            </a:lvl1pPr>
          </a:lstStyle>
          <a:p>
            <a:pPr/>
            <a:r>
              <a:t>Recursion</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GetBranchesd0()"/>
          <p:cNvSpPr txBox="1"/>
          <p:nvPr>
            <p:ph type="title"/>
          </p:nvPr>
        </p:nvSpPr>
        <p:spPr>
          <a:prstGeom prst="rect">
            <a:avLst/>
          </a:prstGeom>
        </p:spPr>
        <p:txBody>
          <a:bodyPr/>
          <a:lstStyle/>
          <a:p>
            <a:pPr algn="l">
              <a:defRPr sz="9000"/>
            </a:pPr>
            <a:r>
              <a:t>GetBranches</a:t>
            </a:r>
            <a:r>
              <a:rPr baseline="-5999"/>
              <a:t>d0</a:t>
            </a:r>
            <a:r>
              <a:t>()</a:t>
            </a:r>
          </a:p>
        </p:txBody>
      </p:sp>
      <p:sp>
        <p:nvSpPr>
          <p:cNvPr id="187" name="B (branches)…"/>
          <p:cNvSpPr txBox="1"/>
          <p:nvPr>
            <p:ph type="body" sz="half" idx="1"/>
          </p:nvPr>
        </p:nvSpPr>
        <p:spPr>
          <a:xfrm>
            <a:off x="12647271" y="3149600"/>
            <a:ext cx="10597753" cy="9296400"/>
          </a:xfrm>
          <a:prstGeom prst="rect">
            <a:avLst/>
          </a:prstGeom>
        </p:spPr>
        <p:txBody>
          <a:bodyPr anchor="t"/>
          <a:lstStyle/>
          <a:p>
            <a:pPr/>
            <a:r>
              <a:t>B (branches)</a:t>
            </a:r>
          </a:p>
          <a:p>
            <a:pPr/>
            <a:r>
              <a:t>BnB algo focus on min of B</a:t>
            </a:r>
          </a:p>
          <a:p>
            <a:pPr/>
          </a:p>
          <a:p>
            <a:pPr/>
            <a:r>
              <a:t>Ordering：v</a:t>
            </a:r>
            <a:r>
              <a:rPr baseline="-5999"/>
              <a:t>1</a:t>
            </a:r>
            <a:r>
              <a:t>&lt;v</a:t>
            </a:r>
            <a:r>
              <a:rPr baseline="-5999"/>
              <a:t>2</a:t>
            </a:r>
            <a:r>
              <a:t>&lt;......&lt;v</a:t>
            </a:r>
            <a:r>
              <a:rPr baseline="-5999"/>
              <a:t>10</a:t>
            </a:r>
          </a:p>
          <a:p>
            <a:pPr/>
            <a:r>
              <a:t>|C</a:t>
            </a:r>
            <a:r>
              <a:rPr baseline="-5999"/>
              <a:t>max</a:t>
            </a:r>
            <a:r>
              <a:t>| = 2, |C| = 0</a:t>
            </a:r>
          </a:p>
          <a:p>
            <a:pPr/>
            <a:r>
              <a:t>D</a:t>
            </a:r>
            <a:r>
              <a:rPr baseline="-5999"/>
              <a:t>1</a:t>
            </a:r>
            <a:r>
              <a:t> = {</a:t>
            </a:r>
            <a:r>
              <a:rPr>
                <a:solidFill>
                  <a:schemeClr val="accent1">
                    <a:lumOff val="-13575"/>
                  </a:schemeClr>
                </a:solidFill>
              </a:rPr>
              <a:t>v</a:t>
            </a:r>
            <a:r>
              <a:rPr baseline="-5999">
                <a:solidFill>
                  <a:schemeClr val="accent1">
                    <a:lumOff val="-13575"/>
                  </a:schemeClr>
                </a:solidFill>
              </a:rPr>
              <a:t>10</a:t>
            </a:r>
            <a:r>
              <a:rPr>
                <a:solidFill>
                  <a:srgbClr val="D5D5D5"/>
                </a:solidFill>
              </a:rPr>
              <a:t>, v</a:t>
            </a:r>
            <a:r>
              <a:rPr baseline="-5999">
                <a:solidFill>
                  <a:srgbClr val="D5D5D5"/>
                </a:solidFill>
              </a:rPr>
              <a:t>8</a:t>
            </a:r>
            <a:r>
              <a:t>}, D</a:t>
            </a:r>
            <a:r>
              <a:rPr baseline="-5999"/>
              <a:t>2</a:t>
            </a:r>
            <a:r>
              <a:t> = {</a:t>
            </a:r>
            <a:r>
              <a:rPr>
                <a:solidFill>
                  <a:srgbClr val="D5D5D5"/>
                </a:solidFill>
              </a:rPr>
              <a:t>v</a:t>
            </a:r>
            <a:r>
              <a:rPr baseline="-5999">
                <a:solidFill>
                  <a:srgbClr val="D5D5D5"/>
                </a:solidFill>
              </a:rPr>
              <a:t>9</a:t>
            </a:r>
            <a:r>
              <a:rPr>
                <a:solidFill>
                  <a:srgbClr val="D5D5D5"/>
                </a:solidFill>
              </a:rPr>
              <a:t>, v</a:t>
            </a:r>
            <a:r>
              <a:rPr baseline="-5999">
                <a:solidFill>
                  <a:srgbClr val="D5D5D5"/>
                </a:solidFill>
              </a:rPr>
              <a:t>7</a:t>
            </a:r>
            <a:r>
              <a:t>}</a:t>
            </a:r>
          </a:p>
        </p:txBody>
      </p:sp>
      <p:sp>
        <p:nvSpPr>
          <p:cNvPr id="188"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89" name="圓形"/>
          <p:cNvSpPr/>
          <p:nvPr/>
        </p:nvSpPr>
        <p:spPr>
          <a:xfrm>
            <a:off x="3284715" y="2856372"/>
            <a:ext cx="1436365" cy="143636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190"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GetBranchesd0()"/>
          <p:cNvSpPr txBox="1"/>
          <p:nvPr>
            <p:ph type="title"/>
          </p:nvPr>
        </p:nvSpPr>
        <p:spPr>
          <a:prstGeom prst="rect">
            <a:avLst/>
          </a:prstGeom>
        </p:spPr>
        <p:txBody>
          <a:bodyPr/>
          <a:lstStyle/>
          <a:p>
            <a:pPr algn="l">
              <a:defRPr sz="9000"/>
            </a:pPr>
            <a:r>
              <a:t>GetBranches</a:t>
            </a:r>
            <a:r>
              <a:rPr baseline="-5999"/>
              <a:t>d0</a:t>
            </a:r>
            <a:r>
              <a:t>()</a:t>
            </a:r>
          </a:p>
        </p:txBody>
      </p:sp>
      <p:sp>
        <p:nvSpPr>
          <p:cNvPr id="193" name="B (branches)…"/>
          <p:cNvSpPr txBox="1"/>
          <p:nvPr>
            <p:ph type="body" sz="half" idx="1"/>
          </p:nvPr>
        </p:nvSpPr>
        <p:spPr>
          <a:xfrm>
            <a:off x="12647271" y="3149600"/>
            <a:ext cx="10597753" cy="9296400"/>
          </a:xfrm>
          <a:prstGeom prst="rect">
            <a:avLst/>
          </a:prstGeom>
        </p:spPr>
        <p:txBody>
          <a:bodyPr anchor="t"/>
          <a:lstStyle/>
          <a:p>
            <a:pPr/>
            <a:r>
              <a:t>B (branches)</a:t>
            </a:r>
          </a:p>
          <a:p>
            <a:pPr/>
            <a:r>
              <a:t>BnB algo focus on min of B</a:t>
            </a:r>
          </a:p>
          <a:p>
            <a:pPr/>
          </a:p>
          <a:p>
            <a:pPr/>
            <a:r>
              <a:t>Ordering：v</a:t>
            </a:r>
            <a:r>
              <a:rPr baseline="-5999"/>
              <a:t>1</a:t>
            </a:r>
            <a:r>
              <a:t>&lt;v</a:t>
            </a:r>
            <a:r>
              <a:rPr baseline="-5999"/>
              <a:t>2</a:t>
            </a:r>
            <a:r>
              <a:t>&lt;......&lt;v</a:t>
            </a:r>
            <a:r>
              <a:rPr baseline="-5999"/>
              <a:t>10</a:t>
            </a:r>
          </a:p>
          <a:p>
            <a:pPr/>
            <a:r>
              <a:t>|C</a:t>
            </a:r>
            <a:r>
              <a:rPr baseline="-5999"/>
              <a:t>max</a:t>
            </a:r>
            <a:r>
              <a:t>| = 2, |C| = 0</a:t>
            </a:r>
          </a:p>
          <a:p>
            <a:pPr/>
            <a:r>
              <a:t>D</a:t>
            </a:r>
            <a:r>
              <a:rPr baseline="-5999"/>
              <a:t>1</a:t>
            </a:r>
            <a:r>
              <a:t> = {</a:t>
            </a:r>
            <a:r>
              <a:rPr>
                <a:solidFill>
                  <a:schemeClr val="accent1">
                    <a:lumOff val="-13575"/>
                  </a:schemeClr>
                </a:solidFill>
              </a:rPr>
              <a:t>v</a:t>
            </a:r>
            <a:r>
              <a:rPr baseline="-5999">
                <a:solidFill>
                  <a:schemeClr val="accent1">
                    <a:lumOff val="-13575"/>
                  </a:schemeClr>
                </a:solidFill>
              </a:rPr>
              <a:t>10</a:t>
            </a:r>
            <a:r>
              <a:rPr>
                <a:solidFill>
                  <a:srgbClr val="D5D5D5"/>
                </a:solidFill>
              </a:rPr>
              <a:t>, v</a:t>
            </a:r>
            <a:r>
              <a:rPr baseline="-5999">
                <a:solidFill>
                  <a:srgbClr val="D5D5D5"/>
                </a:solidFill>
              </a:rPr>
              <a:t>8</a:t>
            </a:r>
            <a:r>
              <a:t>}, D</a:t>
            </a:r>
            <a:r>
              <a:rPr baseline="-5999"/>
              <a:t>2</a:t>
            </a:r>
            <a:r>
              <a:t> = {</a:t>
            </a:r>
            <a:r>
              <a:rPr>
                <a:solidFill>
                  <a:schemeClr val="accent4">
                    <a:hueOff val="-1081314"/>
                    <a:satOff val="4338"/>
                    <a:lumOff val="-8931"/>
                  </a:schemeClr>
                </a:solidFill>
              </a:rPr>
              <a:t>v</a:t>
            </a:r>
            <a:r>
              <a:rPr baseline="-5999">
                <a:solidFill>
                  <a:schemeClr val="accent4">
                    <a:hueOff val="-1081314"/>
                    <a:satOff val="4338"/>
                    <a:lumOff val="-8931"/>
                  </a:schemeClr>
                </a:solidFill>
              </a:rPr>
              <a:t>9</a:t>
            </a:r>
            <a:r>
              <a:rPr>
                <a:solidFill>
                  <a:srgbClr val="D5D5D5"/>
                </a:solidFill>
              </a:rPr>
              <a:t>, v</a:t>
            </a:r>
            <a:r>
              <a:rPr baseline="-5999">
                <a:solidFill>
                  <a:srgbClr val="D5D5D5"/>
                </a:solidFill>
              </a:rPr>
              <a:t>7</a:t>
            </a:r>
            <a:r>
              <a:t>}</a:t>
            </a:r>
          </a:p>
        </p:txBody>
      </p:sp>
      <p:sp>
        <p:nvSpPr>
          <p:cNvPr id="194"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5" name="圓形"/>
          <p:cNvSpPr/>
          <p:nvPr/>
        </p:nvSpPr>
        <p:spPr>
          <a:xfrm>
            <a:off x="3284715" y="2856372"/>
            <a:ext cx="1436365" cy="143636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96" name="圓形"/>
          <p:cNvSpPr/>
          <p:nvPr/>
        </p:nvSpPr>
        <p:spPr>
          <a:xfrm>
            <a:off x="10090112" y="4010645"/>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197"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GetBranchesd0()"/>
          <p:cNvSpPr txBox="1"/>
          <p:nvPr>
            <p:ph type="title"/>
          </p:nvPr>
        </p:nvSpPr>
        <p:spPr>
          <a:prstGeom prst="rect">
            <a:avLst/>
          </a:prstGeom>
        </p:spPr>
        <p:txBody>
          <a:bodyPr/>
          <a:lstStyle/>
          <a:p>
            <a:pPr algn="l">
              <a:defRPr sz="9000"/>
            </a:pPr>
            <a:r>
              <a:t>GetBranches</a:t>
            </a:r>
            <a:r>
              <a:rPr baseline="-5999"/>
              <a:t>d0</a:t>
            </a:r>
            <a:r>
              <a:t>()</a:t>
            </a:r>
          </a:p>
        </p:txBody>
      </p:sp>
      <p:sp>
        <p:nvSpPr>
          <p:cNvPr id="200" name="B (branches)…"/>
          <p:cNvSpPr txBox="1"/>
          <p:nvPr>
            <p:ph type="body" sz="half" idx="1"/>
          </p:nvPr>
        </p:nvSpPr>
        <p:spPr>
          <a:xfrm>
            <a:off x="12647271" y="3149600"/>
            <a:ext cx="10597753" cy="9296400"/>
          </a:xfrm>
          <a:prstGeom prst="rect">
            <a:avLst/>
          </a:prstGeom>
        </p:spPr>
        <p:txBody>
          <a:bodyPr anchor="t"/>
          <a:lstStyle/>
          <a:p>
            <a:pPr/>
            <a:r>
              <a:t>B (branches)</a:t>
            </a:r>
          </a:p>
          <a:p>
            <a:pPr/>
            <a:r>
              <a:t>BnB algo focus on min of B</a:t>
            </a:r>
          </a:p>
          <a:p>
            <a:pPr/>
          </a:p>
          <a:p>
            <a:pPr/>
            <a:r>
              <a:t>Ordering：v</a:t>
            </a:r>
            <a:r>
              <a:rPr baseline="-5999"/>
              <a:t>1</a:t>
            </a:r>
            <a:r>
              <a:t>&lt;v</a:t>
            </a:r>
            <a:r>
              <a:rPr baseline="-5999"/>
              <a:t>2</a:t>
            </a:r>
            <a:r>
              <a:t>&lt;......&lt;v</a:t>
            </a:r>
            <a:r>
              <a:rPr baseline="-5999"/>
              <a:t>10</a:t>
            </a:r>
          </a:p>
          <a:p>
            <a:pPr/>
            <a:r>
              <a:t>|C</a:t>
            </a:r>
            <a:r>
              <a:rPr baseline="-5999"/>
              <a:t>max</a:t>
            </a:r>
            <a:r>
              <a:t>| = 2, |C| = 0</a:t>
            </a:r>
          </a:p>
          <a:p>
            <a:pPr/>
            <a:r>
              <a:t>D</a:t>
            </a:r>
            <a:r>
              <a:rPr baseline="-5999"/>
              <a:t>1</a:t>
            </a:r>
            <a:r>
              <a:t> = {</a:t>
            </a:r>
            <a:r>
              <a:rPr>
                <a:solidFill>
                  <a:schemeClr val="accent1">
                    <a:lumOff val="-13575"/>
                  </a:schemeClr>
                </a:solidFill>
              </a:rPr>
              <a:t>v</a:t>
            </a:r>
            <a:r>
              <a:rPr baseline="-5999">
                <a:solidFill>
                  <a:schemeClr val="accent1">
                    <a:lumOff val="-13575"/>
                  </a:schemeClr>
                </a:solidFill>
              </a:rPr>
              <a:t>10</a:t>
            </a:r>
            <a:r>
              <a:rPr>
                <a:solidFill>
                  <a:schemeClr val="accent1">
                    <a:lumOff val="-13575"/>
                  </a:schemeClr>
                </a:solidFill>
              </a:rPr>
              <a:t>, v</a:t>
            </a:r>
            <a:r>
              <a:rPr baseline="-5999">
                <a:solidFill>
                  <a:schemeClr val="accent1">
                    <a:lumOff val="-13575"/>
                  </a:schemeClr>
                </a:solidFill>
              </a:rPr>
              <a:t>8</a:t>
            </a:r>
            <a:r>
              <a:t>}, D</a:t>
            </a:r>
            <a:r>
              <a:rPr baseline="-5999"/>
              <a:t>2</a:t>
            </a:r>
            <a:r>
              <a:t> = {</a:t>
            </a:r>
            <a:r>
              <a:rPr>
                <a:solidFill>
                  <a:schemeClr val="accent4">
                    <a:hueOff val="-1081314"/>
                    <a:satOff val="4338"/>
                    <a:lumOff val="-8931"/>
                  </a:schemeClr>
                </a:solidFill>
              </a:rPr>
              <a:t>v</a:t>
            </a:r>
            <a:r>
              <a:rPr baseline="-5999">
                <a:solidFill>
                  <a:schemeClr val="accent4">
                    <a:hueOff val="-1081314"/>
                    <a:satOff val="4338"/>
                    <a:lumOff val="-8931"/>
                  </a:schemeClr>
                </a:solidFill>
              </a:rPr>
              <a:t>9</a:t>
            </a:r>
            <a:r>
              <a:rPr>
                <a:solidFill>
                  <a:srgbClr val="D5D5D5"/>
                </a:solidFill>
              </a:rPr>
              <a:t>, v</a:t>
            </a:r>
            <a:r>
              <a:rPr baseline="-5999">
                <a:solidFill>
                  <a:srgbClr val="D5D5D5"/>
                </a:solidFill>
              </a:rPr>
              <a:t>7</a:t>
            </a:r>
            <a:r>
              <a:t>}</a:t>
            </a:r>
          </a:p>
        </p:txBody>
      </p:sp>
      <p:sp>
        <p:nvSpPr>
          <p:cNvPr id="201" name="幻燈片編號"/>
          <p:cNvSpPr txBox="1"/>
          <p:nvPr>
            <p:ph type="sldNum" sz="quarter" idx="2"/>
          </p:nvPr>
        </p:nvSpPr>
        <p:spPr>
          <a:xfrm>
            <a:off x="11945069" y="13081000"/>
            <a:ext cx="481162"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2" name="圓形"/>
          <p:cNvSpPr/>
          <p:nvPr/>
        </p:nvSpPr>
        <p:spPr>
          <a:xfrm>
            <a:off x="10090112" y="4010645"/>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03" name="圓形"/>
          <p:cNvSpPr/>
          <p:nvPr/>
        </p:nvSpPr>
        <p:spPr>
          <a:xfrm>
            <a:off x="3284715" y="2856372"/>
            <a:ext cx="1436365" cy="143636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04" name="圓形"/>
          <p:cNvSpPr/>
          <p:nvPr/>
        </p:nvSpPr>
        <p:spPr>
          <a:xfrm>
            <a:off x="8654035" y="5076063"/>
            <a:ext cx="1270001" cy="1270001"/>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205"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GetBranchesd0()"/>
          <p:cNvSpPr txBox="1"/>
          <p:nvPr>
            <p:ph type="title"/>
          </p:nvPr>
        </p:nvSpPr>
        <p:spPr>
          <a:prstGeom prst="rect">
            <a:avLst/>
          </a:prstGeom>
        </p:spPr>
        <p:txBody>
          <a:bodyPr/>
          <a:lstStyle/>
          <a:p>
            <a:pPr algn="l">
              <a:defRPr sz="9000"/>
            </a:pPr>
            <a:r>
              <a:t>GetBranches</a:t>
            </a:r>
            <a:r>
              <a:rPr baseline="-5999"/>
              <a:t>d0</a:t>
            </a:r>
            <a:r>
              <a:t>()</a:t>
            </a:r>
          </a:p>
        </p:txBody>
      </p:sp>
      <p:sp>
        <p:nvSpPr>
          <p:cNvPr id="208" name="B (branches)…"/>
          <p:cNvSpPr txBox="1"/>
          <p:nvPr>
            <p:ph type="body" sz="half" idx="1"/>
          </p:nvPr>
        </p:nvSpPr>
        <p:spPr>
          <a:xfrm>
            <a:off x="12647271" y="3149600"/>
            <a:ext cx="10597753" cy="9296400"/>
          </a:xfrm>
          <a:prstGeom prst="rect">
            <a:avLst/>
          </a:prstGeom>
        </p:spPr>
        <p:txBody>
          <a:bodyPr anchor="t"/>
          <a:lstStyle/>
          <a:p>
            <a:pPr/>
            <a:r>
              <a:t>B (branches)</a:t>
            </a:r>
          </a:p>
          <a:p>
            <a:pPr/>
            <a:r>
              <a:t>BnB algo focus on min of B</a:t>
            </a:r>
          </a:p>
          <a:p>
            <a:pPr/>
          </a:p>
          <a:p>
            <a:pPr/>
            <a:r>
              <a:t>Ordering：v</a:t>
            </a:r>
            <a:r>
              <a:rPr baseline="-5999"/>
              <a:t>1</a:t>
            </a:r>
            <a:r>
              <a:t>&lt;v</a:t>
            </a:r>
            <a:r>
              <a:rPr baseline="-5999"/>
              <a:t>2</a:t>
            </a:r>
            <a:r>
              <a:t>&lt;......&lt;v</a:t>
            </a:r>
            <a:r>
              <a:rPr baseline="-5999"/>
              <a:t>10</a:t>
            </a:r>
          </a:p>
          <a:p>
            <a:pPr/>
            <a:r>
              <a:t>|C</a:t>
            </a:r>
            <a:r>
              <a:rPr baseline="-5999"/>
              <a:t>max</a:t>
            </a:r>
            <a:r>
              <a:t>| = 2, |C| = 0</a:t>
            </a:r>
          </a:p>
          <a:p>
            <a:pPr/>
            <a:r>
              <a:t>D</a:t>
            </a:r>
            <a:r>
              <a:rPr baseline="-5999"/>
              <a:t>1</a:t>
            </a:r>
            <a:r>
              <a:t> = {</a:t>
            </a:r>
            <a:r>
              <a:rPr>
                <a:solidFill>
                  <a:schemeClr val="accent1">
                    <a:lumOff val="-13575"/>
                  </a:schemeClr>
                </a:solidFill>
              </a:rPr>
              <a:t>v</a:t>
            </a:r>
            <a:r>
              <a:rPr baseline="-5999">
                <a:solidFill>
                  <a:schemeClr val="accent1">
                    <a:lumOff val="-13575"/>
                  </a:schemeClr>
                </a:solidFill>
              </a:rPr>
              <a:t>10</a:t>
            </a:r>
            <a:r>
              <a:rPr>
                <a:solidFill>
                  <a:schemeClr val="accent1">
                    <a:lumOff val="-13575"/>
                  </a:schemeClr>
                </a:solidFill>
              </a:rPr>
              <a:t>, v</a:t>
            </a:r>
            <a:r>
              <a:rPr baseline="-5999">
                <a:solidFill>
                  <a:schemeClr val="accent1">
                    <a:lumOff val="-13575"/>
                  </a:schemeClr>
                </a:solidFill>
              </a:rPr>
              <a:t>8</a:t>
            </a:r>
            <a:r>
              <a:t>}, D</a:t>
            </a:r>
            <a:r>
              <a:rPr baseline="-5999"/>
              <a:t>2</a:t>
            </a:r>
            <a:r>
              <a:t> = {</a:t>
            </a:r>
            <a:r>
              <a:rPr>
                <a:solidFill>
                  <a:schemeClr val="accent4">
                    <a:hueOff val="-1081314"/>
                    <a:satOff val="4338"/>
                    <a:lumOff val="-8931"/>
                  </a:schemeClr>
                </a:solidFill>
              </a:rPr>
              <a:t>v</a:t>
            </a:r>
            <a:r>
              <a:rPr baseline="-5999">
                <a:solidFill>
                  <a:schemeClr val="accent4">
                    <a:hueOff val="-1081314"/>
                    <a:satOff val="4338"/>
                    <a:lumOff val="-8931"/>
                  </a:schemeClr>
                </a:solidFill>
              </a:rPr>
              <a:t>9</a:t>
            </a:r>
            <a:r>
              <a:rPr>
                <a:solidFill>
                  <a:schemeClr val="accent4">
                    <a:hueOff val="-1081314"/>
                    <a:satOff val="4338"/>
                    <a:lumOff val="-8931"/>
                  </a:schemeClr>
                </a:solidFill>
              </a:rPr>
              <a:t>, v</a:t>
            </a:r>
            <a:r>
              <a:rPr baseline="-5999">
                <a:solidFill>
                  <a:schemeClr val="accent4">
                    <a:hueOff val="-1081314"/>
                    <a:satOff val="4338"/>
                    <a:lumOff val="-8931"/>
                  </a:schemeClr>
                </a:solidFill>
              </a:rPr>
              <a:t>7</a:t>
            </a:r>
            <a:r>
              <a:t>}</a:t>
            </a:r>
          </a:p>
        </p:txBody>
      </p:sp>
      <p:sp>
        <p:nvSpPr>
          <p:cNvPr id="209"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0" name="圓形"/>
          <p:cNvSpPr/>
          <p:nvPr/>
        </p:nvSpPr>
        <p:spPr>
          <a:xfrm>
            <a:off x="934840" y="6535708"/>
            <a:ext cx="1162355" cy="1162354"/>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11" name="圓形"/>
          <p:cNvSpPr/>
          <p:nvPr/>
        </p:nvSpPr>
        <p:spPr>
          <a:xfrm>
            <a:off x="10090112" y="4010645"/>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12" name="圓形"/>
          <p:cNvSpPr/>
          <p:nvPr/>
        </p:nvSpPr>
        <p:spPr>
          <a:xfrm>
            <a:off x="3284715" y="2856372"/>
            <a:ext cx="1436365" cy="143636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13" name="圓形"/>
          <p:cNvSpPr/>
          <p:nvPr/>
        </p:nvSpPr>
        <p:spPr>
          <a:xfrm>
            <a:off x="8654035" y="5076063"/>
            <a:ext cx="1270001" cy="1270001"/>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214"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GetBranchesd0()"/>
          <p:cNvSpPr txBox="1"/>
          <p:nvPr>
            <p:ph type="title"/>
          </p:nvPr>
        </p:nvSpPr>
        <p:spPr>
          <a:prstGeom prst="rect">
            <a:avLst/>
          </a:prstGeom>
        </p:spPr>
        <p:txBody>
          <a:bodyPr/>
          <a:lstStyle/>
          <a:p>
            <a:pPr algn="l">
              <a:defRPr sz="9000"/>
            </a:pPr>
            <a:r>
              <a:t>GetBranches</a:t>
            </a:r>
            <a:r>
              <a:rPr baseline="-5999"/>
              <a:t>d0</a:t>
            </a:r>
            <a:r>
              <a:t>()</a:t>
            </a:r>
          </a:p>
        </p:txBody>
      </p:sp>
      <p:sp>
        <p:nvSpPr>
          <p:cNvPr id="217" name="B (branches)…"/>
          <p:cNvSpPr txBox="1"/>
          <p:nvPr>
            <p:ph type="body" sz="half" idx="1"/>
          </p:nvPr>
        </p:nvSpPr>
        <p:spPr>
          <a:xfrm>
            <a:off x="12647271" y="3149600"/>
            <a:ext cx="10597753" cy="9296400"/>
          </a:xfrm>
          <a:prstGeom prst="rect">
            <a:avLst/>
          </a:prstGeom>
        </p:spPr>
        <p:txBody>
          <a:bodyPr anchor="t"/>
          <a:lstStyle/>
          <a:p>
            <a:pPr/>
            <a:r>
              <a:t>B (branches)</a:t>
            </a:r>
          </a:p>
          <a:p>
            <a:pPr/>
            <a:r>
              <a:t>BnB algo focus on min of B</a:t>
            </a:r>
          </a:p>
          <a:p>
            <a:pPr/>
          </a:p>
          <a:p>
            <a:pPr/>
            <a:r>
              <a:t>Ordering：v</a:t>
            </a:r>
            <a:r>
              <a:rPr baseline="-5999"/>
              <a:t>1</a:t>
            </a:r>
            <a:r>
              <a:t>&lt;v</a:t>
            </a:r>
            <a:r>
              <a:rPr baseline="-5999"/>
              <a:t>2</a:t>
            </a:r>
            <a:r>
              <a:t>&lt;......&lt;v</a:t>
            </a:r>
            <a:r>
              <a:rPr baseline="-5999"/>
              <a:t>10</a:t>
            </a:r>
          </a:p>
          <a:p>
            <a:pPr/>
            <a:r>
              <a:t>|C</a:t>
            </a:r>
            <a:r>
              <a:rPr baseline="-5999"/>
              <a:t>max</a:t>
            </a:r>
            <a:r>
              <a:t>| = 2, |C| = 0</a:t>
            </a:r>
          </a:p>
          <a:p>
            <a:pPr/>
            <a:r>
              <a:t>D</a:t>
            </a:r>
            <a:r>
              <a:rPr baseline="-5999"/>
              <a:t>1</a:t>
            </a:r>
            <a:r>
              <a:t> = {</a:t>
            </a:r>
            <a:r>
              <a:rPr>
                <a:solidFill>
                  <a:schemeClr val="accent1">
                    <a:lumOff val="-13575"/>
                  </a:schemeClr>
                </a:solidFill>
              </a:rPr>
              <a:t>v</a:t>
            </a:r>
            <a:r>
              <a:rPr baseline="-5999">
                <a:solidFill>
                  <a:schemeClr val="accent1">
                    <a:lumOff val="-13575"/>
                  </a:schemeClr>
                </a:solidFill>
              </a:rPr>
              <a:t>10</a:t>
            </a:r>
            <a:r>
              <a:rPr>
                <a:solidFill>
                  <a:schemeClr val="accent1">
                    <a:lumOff val="-13575"/>
                  </a:schemeClr>
                </a:solidFill>
              </a:rPr>
              <a:t>, v</a:t>
            </a:r>
            <a:r>
              <a:rPr baseline="-5999">
                <a:solidFill>
                  <a:schemeClr val="accent1">
                    <a:lumOff val="-13575"/>
                  </a:schemeClr>
                </a:solidFill>
              </a:rPr>
              <a:t>8</a:t>
            </a:r>
            <a:r>
              <a:t>}, D</a:t>
            </a:r>
            <a:r>
              <a:rPr baseline="-5999"/>
              <a:t>2</a:t>
            </a:r>
            <a:r>
              <a:t> = {</a:t>
            </a:r>
            <a:r>
              <a:rPr>
                <a:solidFill>
                  <a:schemeClr val="accent4">
                    <a:hueOff val="-1081314"/>
                    <a:satOff val="4338"/>
                    <a:lumOff val="-8931"/>
                  </a:schemeClr>
                </a:solidFill>
              </a:rPr>
              <a:t>v</a:t>
            </a:r>
            <a:r>
              <a:rPr baseline="-5999">
                <a:solidFill>
                  <a:schemeClr val="accent4">
                    <a:hueOff val="-1081314"/>
                    <a:satOff val="4338"/>
                    <a:lumOff val="-8931"/>
                  </a:schemeClr>
                </a:solidFill>
              </a:rPr>
              <a:t>9</a:t>
            </a:r>
            <a:r>
              <a:rPr>
                <a:solidFill>
                  <a:schemeClr val="accent4">
                    <a:hueOff val="-1081314"/>
                    <a:satOff val="4338"/>
                    <a:lumOff val="-8931"/>
                  </a:schemeClr>
                </a:solidFill>
              </a:rPr>
              <a:t>, v</a:t>
            </a:r>
            <a:r>
              <a:rPr baseline="-5999">
                <a:solidFill>
                  <a:schemeClr val="accent4">
                    <a:hueOff val="-1081314"/>
                    <a:satOff val="4338"/>
                    <a:lumOff val="-8931"/>
                  </a:schemeClr>
                </a:solidFill>
              </a:rPr>
              <a:t>7</a:t>
            </a:r>
            <a:r>
              <a:t>}</a:t>
            </a:r>
          </a:p>
          <a:p>
            <a:pPr/>
            <a:r>
              <a:t>B</a:t>
            </a:r>
            <a:r>
              <a:rPr baseline="-5999"/>
              <a:t>d0</a:t>
            </a:r>
            <a:r>
              <a:t> = {</a:t>
            </a:r>
            <a:r>
              <a:rPr>
                <a:solidFill>
                  <a:srgbClr val="5E5E5E"/>
                </a:solidFill>
              </a:rPr>
              <a:t>v</a:t>
            </a:r>
            <a:r>
              <a:rPr baseline="-5999">
                <a:solidFill>
                  <a:srgbClr val="5E5E5E"/>
                </a:solidFill>
              </a:rPr>
              <a:t>6</a:t>
            </a:r>
            <a:r>
              <a:t>}</a:t>
            </a:r>
          </a:p>
          <a:p>
            <a:pPr>
              <a:defRPr>
                <a:solidFill>
                  <a:schemeClr val="accent6">
                    <a:satOff val="-15798"/>
                    <a:lumOff val="-17517"/>
                  </a:schemeClr>
                </a:solidFill>
              </a:defRPr>
            </a:pPr>
            <a:r>
              <a:t>Re-NUMBER</a:t>
            </a:r>
          </a:p>
        </p:txBody>
      </p:sp>
      <p:sp>
        <p:nvSpPr>
          <p:cNvPr id="218"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9" name="圓形"/>
          <p:cNvSpPr/>
          <p:nvPr/>
        </p:nvSpPr>
        <p:spPr>
          <a:xfrm>
            <a:off x="8713477" y="7593698"/>
            <a:ext cx="1162355" cy="1162355"/>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20" name="圓形"/>
          <p:cNvSpPr/>
          <p:nvPr/>
        </p:nvSpPr>
        <p:spPr>
          <a:xfrm>
            <a:off x="934840" y="6535708"/>
            <a:ext cx="1162355" cy="1162354"/>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21" name="圓形"/>
          <p:cNvSpPr/>
          <p:nvPr/>
        </p:nvSpPr>
        <p:spPr>
          <a:xfrm>
            <a:off x="10090112" y="4010645"/>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22" name="圓形"/>
          <p:cNvSpPr/>
          <p:nvPr/>
        </p:nvSpPr>
        <p:spPr>
          <a:xfrm>
            <a:off x="3284715" y="2856372"/>
            <a:ext cx="1436365" cy="143636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23" name="圓形"/>
          <p:cNvSpPr/>
          <p:nvPr/>
        </p:nvSpPr>
        <p:spPr>
          <a:xfrm>
            <a:off x="8654035" y="5076063"/>
            <a:ext cx="1270001" cy="1270001"/>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224"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GetBranchesd0()"/>
          <p:cNvSpPr txBox="1"/>
          <p:nvPr>
            <p:ph type="title"/>
          </p:nvPr>
        </p:nvSpPr>
        <p:spPr>
          <a:prstGeom prst="rect">
            <a:avLst/>
          </a:prstGeom>
        </p:spPr>
        <p:txBody>
          <a:bodyPr/>
          <a:lstStyle/>
          <a:p>
            <a:pPr algn="l">
              <a:defRPr sz="9000"/>
            </a:pPr>
            <a:r>
              <a:t>GetBranches</a:t>
            </a:r>
            <a:r>
              <a:rPr baseline="-5999"/>
              <a:t>d0</a:t>
            </a:r>
            <a:r>
              <a:t>()</a:t>
            </a:r>
          </a:p>
        </p:txBody>
      </p:sp>
      <p:sp>
        <p:nvSpPr>
          <p:cNvPr id="227" name="B (branches)…"/>
          <p:cNvSpPr txBox="1"/>
          <p:nvPr>
            <p:ph type="body" sz="half" idx="1"/>
          </p:nvPr>
        </p:nvSpPr>
        <p:spPr>
          <a:xfrm>
            <a:off x="12647271" y="3149600"/>
            <a:ext cx="10597753" cy="9296400"/>
          </a:xfrm>
          <a:prstGeom prst="rect">
            <a:avLst/>
          </a:prstGeom>
        </p:spPr>
        <p:txBody>
          <a:bodyPr anchor="t"/>
          <a:lstStyle/>
          <a:p>
            <a:pPr/>
            <a:r>
              <a:t>B (branches)</a:t>
            </a:r>
          </a:p>
          <a:p>
            <a:pPr/>
            <a:r>
              <a:t>BnB algo focus on min of B</a:t>
            </a:r>
          </a:p>
          <a:p>
            <a:pPr/>
          </a:p>
          <a:p>
            <a:pPr/>
            <a:r>
              <a:t>Ordering：v</a:t>
            </a:r>
            <a:r>
              <a:rPr baseline="-5999"/>
              <a:t>1</a:t>
            </a:r>
            <a:r>
              <a:t>&lt;v</a:t>
            </a:r>
            <a:r>
              <a:rPr baseline="-5999"/>
              <a:t>2</a:t>
            </a:r>
            <a:r>
              <a:t>&lt;......&lt;v</a:t>
            </a:r>
            <a:r>
              <a:rPr baseline="-5999"/>
              <a:t>10</a:t>
            </a:r>
          </a:p>
          <a:p>
            <a:pPr/>
            <a:r>
              <a:t>|C</a:t>
            </a:r>
            <a:r>
              <a:rPr baseline="-5999"/>
              <a:t>max</a:t>
            </a:r>
            <a:r>
              <a:t>| = 2, |C| = 0</a:t>
            </a:r>
          </a:p>
          <a:p>
            <a:pPr/>
            <a:r>
              <a:t>D</a:t>
            </a:r>
            <a:r>
              <a:rPr baseline="-5999"/>
              <a:t>1</a:t>
            </a:r>
            <a:r>
              <a:t> = {</a:t>
            </a:r>
            <a:r>
              <a:rPr>
                <a:solidFill>
                  <a:schemeClr val="accent1">
                    <a:lumOff val="-13575"/>
                  </a:schemeClr>
                </a:solidFill>
              </a:rPr>
              <a:t>v</a:t>
            </a:r>
            <a:r>
              <a:rPr baseline="-5999">
                <a:solidFill>
                  <a:schemeClr val="accent1">
                    <a:lumOff val="-13575"/>
                  </a:schemeClr>
                </a:solidFill>
              </a:rPr>
              <a:t>10</a:t>
            </a:r>
            <a:r>
              <a:rPr>
                <a:solidFill>
                  <a:schemeClr val="accent1">
                    <a:lumOff val="-13575"/>
                  </a:schemeClr>
                </a:solidFill>
              </a:rPr>
              <a:t>, v</a:t>
            </a:r>
            <a:r>
              <a:rPr baseline="-5999">
                <a:solidFill>
                  <a:schemeClr val="accent1">
                    <a:lumOff val="-13575"/>
                  </a:schemeClr>
                </a:solidFill>
              </a:rPr>
              <a:t>6</a:t>
            </a:r>
            <a:r>
              <a:t>}, D</a:t>
            </a:r>
            <a:r>
              <a:rPr baseline="-5999"/>
              <a:t>2</a:t>
            </a:r>
            <a:r>
              <a:t> = {</a:t>
            </a:r>
            <a:r>
              <a:rPr>
                <a:solidFill>
                  <a:schemeClr val="accent4">
                    <a:hueOff val="-1081314"/>
                    <a:satOff val="4338"/>
                    <a:lumOff val="-8931"/>
                  </a:schemeClr>
                </a:solidFill>
              </a:rPr>
              <a:t>v</a:t>
            </a:r>
            <a:r>
              <a:rPr baseline="-5999">
                <a:solidFill>
                  <a:schemeClr val="accent4">
                    <a:hueOff val="-1081314"/>
                    <a:satOff val="4338"/>
                    <a:lumOff val="-8931"/>
                  </a:schemeClr>
                </a:solidFill>
              </a:rPr>
              <a:t>9</a:t>
            </a:r>
            <a:r>
              <a:rPr>
                <a:solidFill>
                  <a:schemeClr val="accent4">
                    <a:hueOff val="-1081314"/>
                    <a:satOff val="4338"/>
                    <a:lumOff val="-8931"/>
                  </a:schemeClr>
                </a:solidFill>
              </a:rPr>
              <a:t>, v</a:t>
            </a:r>
            <a:r>
              <a:rPr baseline="-5999">
                <a:solidFill>
                  <a:schemeClr val="accent4">
                    <a:hueOff val="-1081314"/>
                    <a:satOff val="4338"/>
                    <a:lumOff val="-8931"/>
                  </a:schemeClr>
                </a:solidFill>
              </a:rPr>
              <a:t>8</a:t>
            </a:r>
            <a:r>
              <a:rPr>
                <a:solidFill>
                  <a:schemeClr val="accent4">
                    <a:hueOff val="-1081314"/>
                    <a:satOff val="4338"/>
                    <a:lumOff val="-8931"/>
                  </a:schemeClr>
                </a:solidFill>
              </a:rPr>
              <a:t>, v</a:t>
            </a:r>
            <a:r>
              <a:rPr baseline="-5999">
                <a:solidFill>
                  <a:schemeClr val="accent4">
                    <a:hueOff val="-1081314"/>
                    <a:satOff val="4338"/>
                    <a:lumOff val="-8931"/>
                  </a:schemeClr>
                </a:solidFill>
              </a:rPr>
              <a:t>7</a:t>
            </a:r>
            <a:r>
              <a:t>}</a:t>
            </a:r>
          </a:p>
          <a:p>
            <a:pPr>
              <a:defRPr>
                <a:solidFill>
                  <a:schemeClr val="accent6">
                    <a:satOff val="-15798"/>
                    <a:lumOff val="-17517"/>
                  </a:schemeClr>
                </a:solidFill>
              </a:defRPr>
            </a:pPr>
            <a:r>
              <a:t>Re-NUMBER</a:t>
            </a:r>
          </a:p>
        </p:txBody>
      </p:sp>
      <p:sp>
        <p:nvSpPr>
          <p:cNvPr id="228"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29" name="圓形"/>
          <p:cNvSpPr/>
          <p:nvPr/>
        </p:nvSpPr>
        <p:spPr>
          <a:xfrm>
            <a:off x="10090112" y="4010645"/>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30" name="圓形"/>
          <p:cNvSpPr/>
          <p:nvPr/>
        </p:nvSpPr>
        <p:spPr>
          <a:xfrm>
            <a:off x="934840" y="6535708"/>
            <a:ext cx="1162355" cy="1162354"/>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31" name="圓形"/>
          <p:cNvSpPr/>
          <p:nvPr/>
        </p:nvSpPr>
        <p:spPr>
          <a:xfrm>
            <a:off x="8713477" y="7593698"/>
            <a:ext cx="1162355" cy="116235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32" name="圓形"/>
          <p:cNvSpPr/>
          <p:nvPr/>
        </p:nvSpPr>
        <p:spPr>
          <a:xfrm>
            <a:off x="8659654" y="5051443"/>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33" name="圓形"/>
          <p:cNvSpPr/>
          <p:nvPr/>
        </p:nvSpPr>
        <p:spPr>
          <a:xfrm>
            <a:off x="3299595" y="2875836"/>
            <a:ext cx="1433517" cy="1433517"/>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234"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GetBranchesd0()"/>
          <p:cNvSpPr txBox="1"/>
          <p:nvPr>
            <p:ph type="title"/>
          </p:nvPr>
        </p:nvSpPr>
        <p:spPr>
          <a:prstGeom prst="rect">
            <a:avLst/>
          </a:prstGeom>
        </p:spPr>
        <p:txBody>
          <a:bodyPr/>
          <a:lstStyle/>
          <a:p>
            <a:pPr algn="l">
              <a:defRPr sz="9000"/>
            </a:pPr>
            <a:r>
              <a:t>GetBranches</a:t>
            </a:r>
            <a:r>
              <a:rPr baseline="-5999"/>
              <a:t>d0</a:t>
            </a:r>
            <a:r>
              <a:t>()</a:t>
            </a:r>
          </a:p>
        </p:txBody>
      </p:sp>
      <p:sp>
        <p:nvSpPr>
          <p:cNvPr id="237" name="B (branches)…"/>
          <p:cNvSpPr txBox="1"/>
          <p:nvPr>
            <p:ph type="body" sz="half" idx="1"/>
          </p:nvPr>
        </p:nvSpPr>
        <p:spPr>
          <a:xfrm>
            <a:off x="12647271" y="3149600"/>
            <a:ext cx="11222283" cy="9296400"/>
          </a:xfrm>
          <a:prstGeom prst="rect">
            <a:avLst/>
          </a:prstGeom>
        </p:spPr>
        <p:txBody>
          <a:bodyPr anchor="t"/>
          <a:lstStyle/>
          <a:p>
            <a:pPr marL="622300" indent="-622300" defTabSz="808990">
              <a:spcBef>
                <a:spcPts val="1400"/>
              </a:spcBef>
              <a:defRPr sz="5880"/>
            </a:pPr>
            <a:r>
              <a:t>B (branches)</a:t>
            </a:r>
          </a:p>
          <a:p>
            <a:pPr marL="622300" indent="-622300" defTabSz="808990">
              <a:spcBef>
                <a:spcPts val="1400"/>
              </a:spcBef>
              <a:defRPr sz="5880"/>
            </a:pPr>
            <a:r>
              <a:t>BnB algo focus on min of B</a:t>
            </a:r>
          </a:p>
          <a:p>
            <a:pPr marL="622300" indent="-622300" defTabSz="808990">
              <a:spcBef>
                <a:spcPts val="1400"/>
              </a:spcBef>
              <a:defRPr sz="5880"/>
            </a:pPr>
          </a:p>
          <a:p>
            <a:pPr marL="622300" indent="-622300" defTabSz="808990">
              <a:spcBef>
                <a:spcPts val="1400"/>
              </a:spcBef>
              <a:defRPr sz="5880"/>
            </a:pPr>
            <a:r>
              <a:t>Ordering：v</a:t>
            </a:r>
            <a:r>
              <a:rPr baseline="-5999"/>
              <a:t>1</a:t>
            </a:r>
            <a:r>
              <a:t>&lt;v</a:t>
            </a:r>
            <a:r>
              <a:rPr baseline="-5999"/>
              <a:t>2</a:t>
            </a:r>
            <a:r>
              <a:t>&lt;......&lt;v</a:t>
            </a:r>
            <a:r>
              <a:rPr baseline="-5999"/>
              <a:t>10</a:t>
            </a:r>
          </a:p>
          <a:p>
            <a:pPr marL="622300" indent="-622300" defTabSz="808990">
              <a:spcBef>
                <a:spcPts val="1400"/>
              </a:spcBef>
              <a:defRPr sz="5880"/>
            </a:pPr>
            <a:r>
              <a:t>|C</a:t>
            </a:r>
            <a:r>
              <a:rPr baseline="-5999"/>
              <a:t>max</a:t>
            </a:r>
            <a:r>
              <a:t>| = 2, |C| = 0</a:t>
            </a:r>
          </a:p>
          <a:p>
            <a:pPr marL="622300" indent="-622300" defTabSz="808990">
              <a:spcBef>
                <a:spcPts val="1400"/>
              </a:spcBef>
              <a:defRPr sz="5880"/>
            </a:pPr>
            <a:r>
              <a:t>D</a:t>
            </a:r>
            <a:r>
              <a:rPr baseline="-5999"/>
              <a:t>1</a:t>
            </a:r>
            <a:r>
              <a:t> = {</a:t>
            </a:r>
            <a:r>
              <a:rPr>
                <a:solidFill>
                  <a:schemeClr val="accent1">
                    <a:lumOff val="-13575"/>
                  </a:schemeClr>
                </a:solidFill>
              </a:rPr>
              <a:t>v</a:t>
            </a:r>
            <a:r>
              <a:rPr baseline="-5999">
                <a:solidFill>
                  <a:schemeClr val="accent1">
                    <a:lumOff val="-13575"/>
                  </a:schemeClr>
                </a:solidFill>
              </a:rPr>
              <a:t>10</a:t>
            </a:r>
            <a:r>
              <a:rPr>
                <a:solidFill>
                  <a:schemeClr val="accent1">
                    <a:lumOff val="-13575"/>
                  </a:schemeClr>
                </a:solidFill>
              </a:rPr>
              <a:t>, v</a:t>
            </a:r>
            <a:r>
              <a:rPr baseline="-5999">
                <a:solidFill>
                  <a:schemeClr val="accent1">
                    <a:lumOff val="-13575"/>
                  </a:schemeClr>
                </a:solidFill>
              </a:rPr>
              <a:t>6</a:t>
            </a:r>
            <a:r>
              <a:rPr>
                <a:solidFill>
                  <a:schemeClr val="accent1">
                    <a:lumOff val="-13575"/>
                  </a:schemeClr>
                </a:solidFill>
              </a:rPr>
              <a:t>, v</a:t>
            </a:r>
            <a:r>
              <a:rPr baseline="-5999">
                <a:solidFill>
                  <a:schemeClr val="accent1">
                    <a:lumOff val="-13575"/>
                  </a:schemeClr>
                </a:solidFill>
              </a:rPr>
              <a:t>1</a:t>
            </a:r>
            <a:r>
              <a:t>}, D</a:t>
            </a:r>
            <a:r>
              <a:rPr baseline="-5999"/>
              <a:t>2</a:t>
            </a:r>
            <a:r>
              <a:t> = {</a:t>
            </a:r>
            <a:r>
              <a:rPr>
                <a:solidFill>
                  <a:schemeClr val="accent4">
                    <a:hueOff val="-1081314"/>
                    <a:satOff val="4338"/>
                    <a:lumOff val="-8931"/>
                  </a:schemeClr>
                </a:solidFill>
              </a:rPr>
              <a:t>v</a:t>
            </a:r>
            <a:r>
              <a:rPr baseline="-5999">
                <a:solidFill>
                  <a:schemeClr val="accent4">
                    <a:hueOff val="-1081314"/>
                    <a:satOff val="4338"/>
                    <a:lumOff val="-8931"/>
                  </a:schemeClr>
                </a:solidFill>
              </a:rPr>
              <a:t>9</a:t>
            </a:r>
            <a:r>
              <a:rPr>
                <a:solidFill>
                  <a:schemeClr val="accent4">
                    <a:hueOff val="-1081314"/>
                    <a:satOff val="4338"/>
                    <a:lumOff val="-8931"/>
                  </a:schemeClr>
                </a:solidFill>
              </a:rPr>
              <a:t>, v</a:t>
            </a:r>
            <a:r>
              <a:rPr baseline="-5999">
                <a:solidFill>
                  <a:schemeClr val="accent4">
                    <a:hueOff val="-1081314"/>
                    <a:satOff val="4338"/>
                    <a:lumOff val="-8931"/>
                  </a:schemeClr>
                </a:solidFill>
              </a:rPr>
              <a:t>8</a:t>
            </a:r>
            <a:r>
              <a:rPr>
                <a:solidFill>
                  <a:schemeClr val="accent4">
                    <a:hueOff val="-1081314"/>
                    <a:satOff val="4338"/>
                    <a:lumOff val="-8931"/>
                  </a:schemeClr>
                </a:solidFill>
              </a:rPr>
              <a:t>, v</a:t>
            </a:r>
            <a:r>
              <a:rPr baseline="-5999">
                <a:solidFill>
                  <a:schemeClr val="accent4">
                    <a:hueOff val="-1081314"/>
                    <a:satOff val="4338"/>
                    <a:lumOff val="-8931"/>
                  </a:schemeClr>
                </a:solidFill>
              </a:rPr>
              <a:t>7</a:t>
            </a:r>
            <a:r>
              <a:t>}</a:t>
            </a:r>
          </a:p>
          <a:p>
            <a:pPr marL="622300" indent="-622300" defTabSz="808990">
              <a:spcBef>
                <a:spcPts val="1400"/>
              </a:spcBef>
              <a:defRPr sz="5880"/>
            </a:pPr>
            <a:r>
              <a:t>B</a:t>
            </a:r>
            <a:r>
              <a:rPr baseline="-5999"/>
              <a:t>d0</a:t>
            </a:r>
            <a:r>
              <a:t> = {</a:t>
            </a:r>
            <a:r>
              <a:rPr b="1">
                <a:solidFill>
                  <a:srgbClr val="5E5E5E"/>
                </a:solidFill>
              </a:rPr>
              <a:t>v</a:t>
            </a:r>
            <a:r>
              <a:rPr b="1" baseline="-5999">
                <a:solidFill>
                  <a:srgbClr val="5E5E5E"/>
                </a:solidFill>
              </a:rPr>
              <a:t>5</a:t>
            </a:r>
            <a:r>
              <a:rPr b="1">
                <a:solidFill>
                  <a:srgbClr val="5E5E5E"/>
                </a:solidFill>
              </a:rPr>
              <a:t>, v</a:t>
            </a:r>
            <a:r>
              <a:rPr b="1" baseline="-5999">
                <a:solidFill>
                  <a:srgbClr val="5E5E5E"/>
                </a:solidFill>
              </a:rPr>
              <a:t>4</a:t>
            </a:r>
            <a:r>
              <a:rPr b="1">
                <a:solidFill>
                  <a:srgbClr val="5E5E5E"/>
                </a:solidFill>
              </a:rPr>
              <a:t>, v</a:t>
            </a:r>
            <a:r>
              <a:rPr b="1" baseline="-5999">
                <a:solidFill>
                  <a:srgbClr val="5E5E5E"/>
                </a:solidFill>
              </a:rPr>
              <a:t>3</a:t>
            </a:r>
            <a:r>
              <a:rPr b="1">
                <a:solidFill>
                  <a:srgbClr val="5E5E5E"/>
                </a:solidFill>
              </a:rPr>
              <a:t>, v</a:t>
            </a:r>
            <a:r>
              <a:rPr b="1" baseline="-5999">
                <a:solidFill>
                  <a:srgbClr val="5E5E5E"/>
                </a:solidFill>
              </a:rPr>
              <a:t>2</a:t>
            </a:r>
            <a:r>
              <a:t>}</a:t>
            </a:r>
          </a:p>
          <a:p>
            <a:pPr marL="622300" indent="-622300" defTabSz="808990">
              <a:spcBef>
                <a:spcPts val="1400"/>
              </a:spcBef>
              <a:defRPr sz="5880"/>
            </a:pPr>
            <a:r>
              <a:t>A</a:t>
            </a:r>
            <a:r>
              <a:rPr baseline="-5999"/>
              <a:t>d0 </a:t>
            </a:r>
            <a:r>
              <a:t>= D1 + D2</a:t>
            </a:r>
          </a:p>
        </p:txBody>
      </p:sp>
      <p:sp>
        <p:nvSpPr>
          <p:cNvPr id="238"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39" name="圓形"/>
          <p:cNvSpPr/>
          <p:nvPr/>
        </p:nvSpPr>
        <p:spPr>
          <a:xfrm>
            <a:off x="10090112" y="4010645"/>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40" name="圓形"/>
          <p:cNvSpPr/>
          <p:nvPr/>
        </p:nvSpPr>
        <p:spPr>
          <a:xfrm>
            <a:off x="934840" y="6535708"/>
            <a:ext cx="1162355" cy="1162354"/>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41" name="圓形"/>
          <p:cNvSpPr/>
          <p:nvPr/>
        </p:nvSpPr>
        <p:spPr>
          <a:xfrm>
            <a:off x="8713477" y="7593698"/>
            <a:ext cx="1162355" cy="116235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42" name="圓形"/>
          <p:cNvSpPr/>
          <p:nvPr/>
        </p:nvSpPr>
        <p:spPr>
          <a:xfrm>
            <a:off x="8659654" y="5068410"/>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43" name="圓形"/>
          <p:cNvSpPr/>
          <p:nvPr/>
        </p:nvSpPr>
        <p:spPr>
          <a:xfrm>
            <a:off x="10817261" y="10390045"/>
            <a:ext cx="1162354" cy="1162355"/>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44" name="圓形"/>
          <p:cNvSpPr/>
          <p:nvPr/>
        </p:nvSpPr>
        <p:spPr>
          <a:xfrm>
            <a:off x="3413905" y="10402745"/>
            <a:ext cx="1162355" cy="1162355"/>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45" name="圓形"/>
          <p:cNvSpPr/>
          <p:nvPr/>
        </p:nvSpPr>
        <p:spPr>
          <a:xfrm>
            <a:off x="6088570" y="6535708"/>
            <a:ext cx="1162355" cy="1162354"/>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46" name="圓形"/>
          <p:cNvSpPr/>
          <p:nvPr/>
        </p:nvSpPr>
        <p:spPr>
          <a:xfrm>
            <a:off x="3421720" y="5122233"/>
            <a:ext cx="1162355" cy="1162354"/>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47" name="圓形"/>
          <p:cNvSpPr/>
          <p:nvPr/>
        </p:nvSpPr>
        <p:spPr>
          <a:xfrm>
            <a:off x="3421720" y="8297834"/>
            <a:ext cx="1162355" cy="116235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48" name="圓形"/>
          <p:cNvSpPr/>
          <p:nvPr/>
        </p:nvSpPr>
        <p:spPr>
          <a:xfrm>
            <a:off x="3274898" y="2845852"/>
            <a:ext cx="1440368" cy="1440367"/>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249"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Ordering"/>
          <p:cNvSpPr txBox="1"/>
          <p:nvPr>
            <p:ph type="title"/>
          </p:nvPr>
        </p:nvSpPr>
        <p:spPr>
          <a:prstGeom prst="rect">
            <a:avLst/>
          </a:prstGeom>
        </p:spPr>
        <p:txBody>
          <a:bodyPr/>
          <a:lstStyle>
            <a:lvl1pPr algn="l">
              <a:defRPr sz="9000"/>
            </a:lvl1pPr>
          </a:lstStyle>
          <a:p>
            <a:pPr/>
            <a:r>
              <a:t>Ordering</a:t>
            </a:r>
          </a:p>
        </p:txBody>
      </p:sp>
      <p:sp>
        <p:nvSpPr>
          <p:cNvPr id="252" name="The vertex ordering O0 is a key component of efficient BnB…"/>
          <p:cNvSpPr txBox="1"/>
          <p:nvPr>
            <p:ph type="body" sz="half" idx="1"/>
          </p:nvPr>
        </p:nvSpPr>
        <p:spPr>
          <a:xfrm>
            <a:off x="12647271" y="3149600"/>
            <a:ext cx="11222283" cy="10104530"/>
          </a:xfrm>
          <a:prstGeom prst="rect">
            <a:avLst/>
          </a:prstGeom>
        </p:spPr>
        <p:txBody>
          <a:bodyPr anchor="t"/>
          <a:lstStyle/>
          <a:p>
            <a:pPr/>
            <a:r>
              <a:t>The vertex ordering O</a:t>
            </a:r>
            <a:r>
              <a:rPr baseline="-5999"/>
              <a:t>0</a:t>
            </a:r>
            <a:r>
              <a:t> is a key component of efficient BnB</a:t>
            </a:r>
          </a:p>
          <a:p>
            <a:pPr/>
            <a:r>
              <a:t>Degeneracy ordering：Find smallest degree.</a:t>
            </a:r>
          </a:p>
          <a:p>
            <a:pPr/>
            <a:r>
              <a:rPr>
                <a:solidFill>
                  <a:srgbClr val="5E5E5E"/>
                </a:solidFill>
              </a:rPr>
              <a:t>v1</a:t>
            </a:r>
            <a:r>
              <a:t> ➝ </a:t>
            </a:r>
            <a:r>
              <a:rPr>
                <a:solidFill>
                  <a:srgbClr val="929292"/>
                </a:solidFill>
              </a:rPr>
              <a:t>v8</a:t>
            </a:r>
            <a:r>
              <a:t> ➝ </a:t>
            </a:r>
            <a:r>
              <a:rPr>
                <a:solidFill>
                  <a:srgbClr val="D5D5D5"/>
                </a:solidFill>
              </a:rPr>
              <a:t>v5</a:t>
            </a:r>
            <a:r>
              <a:t> ➝ ......</a:t>
            </a:r>
          </a:p>
          <a:p>
            <a:pPr>
              <a:defRPr>
                <a:solidFill>
                  <a:srgbClr val="D5D5D5"/>
                </a:solidFill>
              </a:defRPr>
            </a:pPr>
            <a:r>
              <a:t>MIS ordering： </a:t>
            </a:r>
          </a:p>
          <a:p>
            <a:pPr lvl="1" marL="2000250" indent="-1111250">
              <a:buSzPct val="100000"/>
              <a:buAutoNum type="arabicPeriod" startAt="1"/>
              <a:defRPr>
                <a:solidFill>
                  <a:srgbClr val="D5D5D5"/>
                </a:solidFill>
              </a:defRPr>
            </a:pPr>
            <a:r>
              <a:t>Sort the vertices of ~G in the degeneracy ordering. </a:t>
            </a:r>
          </a:p>
          <a:p>
            <a:pPr lvl="1" marL="2000250" indent="-1111250">
              <a:buSzPct val="100000"/>
              <a:buAutoNum type="arabicPeriod" startAt="1"/>
              <a:defRPr>
                <a:solidFill>
                  <a:srgbClr val="D5D5D5"/>
                </a:solidFill>
              </a:defRPr>
            </a:pPr>
            <a:r>
              <a:t>Find max clique of ~G.</a:t>
            </a:r>
          </a:p>
        </p:txBody>
      </p:sp>
      <p:sp>
        <p:nvSpPr>
          <p:cNvPr id="253"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4" name="圓形"/>
          <p:cNvSpPr/>
          <p:nvPr/>
        </p:nvSpPr>
        <p:spPr>
          <a:xfrm>
            <a:off x="3429000" y="8291070"/>
            <a:ext cx="1172140" cy="1172140"/>
          </a:xfrm>
          <a:prstGeom prst="ellipse">
            <a:avLst/>
          </a:prstGeom>
          <a:solidFill>
            <a:srgbClr val="5E5E5E"/>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55" name="圓形"/>
          <p:cNvSpPr/>
          <p:nvPr/>
        </p:nvSpPr>
        <p:spPr>
          <a:xfrm>
            <a:off x="8726177" y="5123585"/>
            <a:ext cx="1172140" cy="1172140"/>
          </a:xfrm>
          <a:prstGeom prst="ellipse">
            <a:avLst/>
          </a:prstGeom>
          <a:solidFill>
            <a:srgbClr val="929292"/>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56" name="圓形"/>
          <p:cNvSpPr/>
          <p:nvPr/>
        </p:nvSpPr>
        <p:spPr>
          <a:xfrm>
            <a:off x="6087733" y="6530815"/>
            <a:ext cx="1172141" cy="1172140"/>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257"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9"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
        <p:nvSpPr>
          <p:cNvPr id="260" name="Ordering"/>
          <p:cNvSpPr txBox="1"/>
          <p:nvPr>
            <p:ph type="title"/>
          </p:nvPr>
        </p:nvSpPr>
        <p:spPr>
          <a:prstGeom prst="rect">
            <a:avLst/>
          </a:prstGeom>
        </p:spPr>
        <p:txBody>
          <a:bodyPr/>
          <a:lstStyle>
            <a:lvl1pPr algn="l">
              <a:defRPr sz="9000"/>
            </a:lvl1pPr>
          </a:lstStyle>
          <a:p>
            <a:pPr/>
            <a:r>
              <a:t>Ordering</a:t>
            </a:r>
          </a:p>
        </p:txBody>
      </p:sp>
      <p:sp>
        <p:nvSpPr>
          <p:cNvPr id="261" name="The vertex ordering O0 is a key component of efficient BnB…"/>
          <p:cNvSpPr txBox="1"/>
          <p:nvPr>
            <p:ph type="body" sz="half" idx="1"/>
          </p:nvPr>
        </p:nvSpPr>
        <p:spPr>
          <a:xfrm>
            <a:off x="12647271" y="3149600"/>
            <a:ext cx="11222283" cy="10104530"/>
          </a:xfrm>
          <a:prstGeom prst="rect">
            <a:avLst/>
          </a:prstGeom>
        </p:spPr>
        <p:txBody>
          <a:bodyPr anchor="t"/>
          <a:lstStyle/>
          <a:p>
            <a:pPr>
              <a:defRPr>
                <a:solidFill>
                  <a:srgbClr val="D5D5D5"/>
                </a:solidFill>
              </a:defRPr>
            </a:pPr>
            <a:r>
              <a:t>The vertex ordering O</a:t>
            </a:r>
            <a:r>
              <a:rPr baseline="-5999"/>
              <a:t>0</a:t>
            </a:r>
            <a:r>
              <a:t> is a key component of efficient BnB</a:t>
            </a:r>
          </a:p>
          <a:p>
            <a:pPr>
              <a:defRPr>
                <a:solidFill>
                  <a:srgbClr val="D5D5D5"/>
                </a:solidFill>
              </a:defRPr>
            </a:pPr>
            <a:r>
              <a:t>Degeneracy ordering：Find smallest degree.</a:t>
            </a:r>
          </a:p>
          <a:p>
            <a:pPr/>
            <a:r>
              <a:t>MIS ordering： </a:t>
            </a:r>
          </a:p>
          <a:p>
            <a:pPr lvl="1" marL="2000250" indent="-1111250">
              <a:buSzPct val="100000"/>
              <a:buAutoNum type="arabicPeriod" startAt="1"/>
            </a:pPr>
            <a:r>
              <a:t>Sort the vertices of </a:t>
            </a:r>
            <a:r>
              <a:rPr>
                <a:solidFill>
                  <a:schemeClr val="accent5">
                    <a:hueOff val="-82419"/>
                    <a:satOff val="-9513"/>
                    <a:lumOff val="-16343"/>
                  </a:schemeClr>
                </a:solidFill>
              </a:rPr>
              <a:t>~G</a:t>
            </a:r>
            <a:r>
              <a:t> in the degeneracy ordering. </a:t>
            </a:r>
          </a:p>
          <a:p>
            <a:pPr lvl="1" marL="2000250" indent="-1111250">
              <a:buSzPct val="100000"/>
              <a:buAutoNum type="arabicPeriod" startAt="1"/>
            </a:pPr>
            <a:r>
              <a:t>Find max clique of </a:t>
            </a:r>
            <a:r>
              <a:rPr>
                <a:solidFill>
                  <a:schemeClr val="accent5">
                    <a:hueOff val="-82419"/>
                    <a:satOff val="-9513"/>
                    <a:lumOff val="-16343"/>
                  </a:schemeClr>
                </a:solidFill>
              </a:rPr>
              <a:t>~G</a:t>
            </a:r>
            <a:r>
              <a:t>.</a:t>
            </a:r>
          </a:p>
        </p:txBody>
      </p:sp>
      <p:sp>
        <p:nvSpPr>
          <p:cNvPr id="262"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64"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
        <p:nvSpPr>
          <p:cNvPr id="265" name="Ordering"/>
          <p:cNvSpPr txBox="1"/>
          <p:nvPr>
            <p:ph type="title"/>
          </p:nvPr>
        </p:nvSpPr>
        <p:spPr>
          <a:prstGeom prst="rect">
            <a:avLst/>
          </a:prstGeom>
        </p:spPr>
        <p:txBody>
          <a:bodyPr/>
          <a:lstStyle>
            <a:lvl1pPr algn="l">
              <a:defRPr sz="9000"/>
            </a:lvl1pPr>
          </a:lstStyle>
          <a:p>
            <a:pPr/>
            <a:r>
              <a:t>Ordering</a:t>
            </a:r>
          </a:p>
        </p:txBody>
      </p:sp>
      <p:sp>
        <p:nvSpPr>
          <p:cNvPr id="266" name="Degeneracy ordering：…"/>
          <p:cNvSpPr txBox="1"/>
          <p:nvPr>
            <p:ph type="body" sz="half" idx="1"/>
          </p:nvPr>
        </p:nvSpPr>
        <p:spPr>
          <a:xfrm>
            <a:off x="12647271" y="3149600"/>
            <a:ext cx="11222283" cy="9873664"/>
          </a:xfrm>
          <a:prstGeom prst="rect">
            <a:avLst/>
          </a:prstGeom>
        </p:spPr>
        <p:txBody>
          <a:bodyPr anchor="t"/>
          <a:lstStyle/>
          <a:p>
            <a:pPr/>
            <a:r>
              <a:t>Degeneracy ordering：</a:t>
            </a:r>
          </a:p>
          <a:p>
            <a:pPr/>
            <a:r>
              <a:t>MIS ordering：</a:t>
            </a:r>
          </a:p>
          <a:p>
            <a:pPr/>
          </a:p>
          <a:p>
            <a:pPr/>
            <a:r>
              <a:t>Density &lt; 0.7 ➝ Degeneracy ordering</a:t>
            </a:r>
          </a:p>
          <a:p>
            <a:pPr/>
            <a:r>
              <a:t>Density ≥ 0.7 ➝ MIS ordering</a:t>
            </a:r>
          </a:p>
        </p:txBody>
      </p:sp>
      <p:sp>
        <p:nvSpPr>
          <p:cNvPr id="267"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Contradictions"/>
          <p:cNvSpPr txBox="1"/>
          <p:nvPr>
            <p:ph type="title"/>
          </p:nvPr>
        </p:nvSpPr>
        <p:spPr>
          <a:prstGeom prst="rect">
            <a:avLst/>
          </a:prstGeom>
        </p:spPr>
        <p:txBody>
          <a:bodyPr/>
          <a:lstStyle>
            <a:lvl1pPr algn="l">
              <a:defRPr sz="9000"/>
            </a:lvl1pPr>
          </a:lstStyle>
          <a:p>
            <a:pPr/>
            <a:r>
              <a:t>Contradictions</a:t>
            </a:r>
          </a:p>
        </p:txBody>
      </p:sp>
      <p:sp>
        <p:nvSpPr>
          <p:cNvPr id="270" name="Unit resolution rule…"/>
          <p:cNvSpPr txBox="1"/>
          <p:nvPr>
            <p:ph type="body" sz="half" idx="1"/>
          </p:nvPr>
        </p:nvSpPr>
        <p:spPr>
          <a:xfrm>
            <a:off x="13661432" y="2476274"/>
            <a:ext cx="10131341" cy="10215055"/>
          </a:xfrm>
          <a:prstGeom prst="rect">
            <a:avLst/>
          </a:prstGeom>
        </p:spPr>
        <p:txBody>
          <a:bodyPr anchor="t"/>
          <a:lstStyle/>
          <a:p>
            <a:pPr marL="609600" indent="-609600" defTabSz="792479">
              <a:spcBef>
                <a:spcPts val="1400"/>
              </a:spcBef>
              <a:defRPr sz="5760"/>
            </a:pPr>
            <a:r>
              <a:t>Unit resolution rule</a:t>
            </a:r>
          </a:p>
          <a:p>
            <a:pPr lvl="1" marL="0" indent="438911" defTabSz="792479">
              <a:spcBef>
                <a:spcPts val="1400"/>
              </a:spcBef>
              <a:buSzTx/>
              <a:buNone/>
              <a:defRPr sz="5760"/>
            </a:pPr>
            <a:r>
              <a:t> - CNF = x + y</a:t>
            </a:r>
          </a:p>
          <a:p>
            <a:pPr marL="609600" indent="-609600" defTabSz="792479">
              <a:spcBef>
                <a:spcPts val="1400"/>
              </a:spcBef>
              <a:defRPr sz="5760"/>
            </a:pPr>
            <a:r>
              <a:t>Failed literal detection</a:t>
            </a:r>
          </a:p>
          <a:p>
            <a:pPr marL="609600" indent="-609600" defTabSz="792479">
              <a:spcBef>
                <a:spcPts val="1400"/>
              </a:spcBef>
              <a:defRPr sz="5760"/>
            </a:pPr>
          </a:p>
          <a:p>
            <a:pPr marL="609600" indent="-609600" defTabSz="792479">
              <a:spcBef>
                <a:spcPts val="1400"/>
              </a:spcBef>
              <a:defRPr sz="5760">
                <a:solidFill>
                  <a:srgbClr val="D5D5D5"/>
                </a:solidFill>
              </a:defRPr>
            </a:pPr>
            <a:r>
              <a:t> Upper bound：𝜔(G) ≤ r - t</a:t>
            </a:r>
          </a:p>
          <a:p>
            <a:pPr marL="609600" indent="-609600" defTabSz="792479">
              <a:spcBef>
                <a:spcPts val="1400"/>
              </a:spcBef>
              <a:defRPr sz="5760">
                <a:solidFill>
                  <a:srgbClr val="D5D5D5"/>
                </a:solidFill>
              </a:defRPr>
            </a:pPr>
            <a:r>
              <a:t>r：The number of independent sets</a:t>
            </a:r>
          </a:p>
          <a:p>
            <a:pPr marL="609600" indent="-609600" defTabSz="792479">
              <a:spcBef>
                <a:spcPts val="1400"/>
              </a:spcBef>
              <a:defRPr sz="5760">
                <a:solidFill>
                  <a:srgbClr val="D5D5D5"/>
                </a:solidFill>
              </a:defRPr>
            </a:pPr>
            <a:r>
              <a:t>t：The number of disjoint conflicting subsets of independent sets</a:t>
            </a:r>
          </a:p>
        </p:txBody>
      </p:sp>
      <p:sp>
        <p:nvSpPr>
          <p:cNvPr id="271"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279" name="群組"/>
          <p:cNvGrpSpPr/>
          <p:nvPr/>
        </p:nvGrpSpPr>
        <p:grpSpPr>
          <a:xfrm>
            <a:off x="1694660" y="2209800"/>
            <a:ext cx="10851436" cy="9296400"/>
            <a:chOff x="0" y="0"/>
            <a:chExt cx="10851434" cy="9296400"/>
          </a:xfrm>
        </p:grpSpPr>
        <p:sp>
          <p:nvSpPr>
            <p:cNvPr id="272"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73"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74"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75"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76"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77"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278"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Contradictions"/>
          <p:cNvSpPr txBox="1"/>
          <p:nvPr>
            <p:ph type="title"/>
          </p:nvPr>
        </p:nvSpPr>
        <p:spPr>
          <a:prstGeom prst="rect">
            <a:avLst/>
          </a:prstGeom>
        </p:spPr>
        <p:txBody>
          <a:bodyPr/>
          <a:lstStyle>
            <a:lvl1pPr algn="l">
              <a:defRPr sz="9000"/>
            </a:lvl1pPr>
          </a:lstStyle>
          <a:p>
            <a:pPr/>
            <a:r>
              <a:t>Contradictions</a:t>
            </a:r>
          </a:p>
        </p:txBody>
      </p:sp>
      <p:sp>
        <p:nvSpPr>
          <p:cNvPr id="282" name="Unit resolution rule…"/>
          <p:cNvSpPr txBox="1"/>
          <p:nvPr>
            <p:ph type="body" sz="half" idx="1"/>
          </p:nvPr>
        </p:nvSpPr>
        <p:spPr>
          <a:xfrm>
            <a:off x="13469053" y="2896092"/>
            <a:ext cx="10131341" cy="7923816"/>
          </a:xfrm>
          <a:prstGeom prst="rect">
            <a:avLst/>
          </a:prstGeom>
        </p:spPr>
        <p:txBody>
          <a:bodyPr anchor="t"/>
          <a:lstStyle/>
          <a:p>
            <a:pPr/>
            <a:r>
              <a:t>Unit resolution rule</a:t>
            </a:r>
          </a:p>
          <a:p>
            <a:pPr lvl="1" marL="0" indent="457200">
              <a:buSzTx/>
              <a:buNone/>
            </a:pPr>
            <a:r>
              <a:t> - CNF = x + y</a:t>
            </a:r>
          </a:p>
          <a:p>
            <a:pPr/>
            <a:r>
              <a:t>Failed literal detection</a:t>
            </a:r>
          </a:p>
          <a:p>
            <a:pPr/>
            <a:r>
              <a:t>Prove that G has no clique of size </a:t>
            </a:r>
            <a:r>
              <a:rPr b="1">
                <a:solidFill>
                  <a:schemeClr val="accent5">
                    <a:hueOff val="-82419"/>
                    <a:satOff val="-9513"/>
                    <a:lumOff val="-16343"/>
                  </a:schemeClr>
                </a:solidFill>
              </a:rPr>
              <a:t>three</a:t>
            </a:r>
            <a:r>
              <a:t>.</a:t>
            </a:r>
          </a:p>
          <a:p>
            <a:pPr/>
            <a:r>
              <a:t>Because the set formed by the three independent sets is </a:t>
            </a:r>
            <a:r>
              <a:rPr b="1">
                <a:solidFill>
                  <a:schemeClr val="accent5">
                    <a:hueOff val="-82419"/>
                    <a:satOff val="-9513"/>
                    <a:lumOff val="-16343"/>
                  </a:schemeClr>
                </a:solidFill>
              </a:rPr>
              <a:t>conflicting</a:t>
            </a:r>
          </a:p>
        </p:txBody>
      </p:sp>
      <p:sp>
        <p:nvSpPr>
          <p:cNvPr id="283"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291" name="群組"/>
          <p:cNvGrpSpPr/>
          <p:nvPr/>
        </p:nvGrpSpPr>
        <p:grpSpPr>
          <a:xfrm>
            <a:off x="1694660" y="2209800"/>
            <a:ext cx="10851436" cy="9296400"/>
            <a:chOff x="0" y="0"/>
            <a:chExt cx="10851434" cy="9296400"/>
          </a:xfrm>
        </p:grpSpPr>
        <p:sp>
          <p:nvSpPr>
            <p:cNvPr id="284"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85"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86"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87"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88"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89"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290"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Contradictions"/>
          <p:cNvSpPr txBox="1"/>
          <p:nvPr>
            <p:ph type="title"/>
          </p:nvPr>
        </p:nvSpPr>
        <p:spPr>
          <a:prstGeom prst="rect">
            <a:avLst/>
          </a:prstGeom>
        </p:spPr>
        <p:txBody>
          <a:bodyPr/>
          <a:lstStyle>
            <a:lvl1pPr algn="l">
              <a:defRPr sz="9000"/>
            </a:lvl1pPr>
          </a:lstStyle>
          <a:p>
            <a:pPr/>
            <a:r>
              <a:t>Contradictions</a:t>
            </a:r>
          </a:p>
        </p:txBody>
      </p:sp>
      <p:sp>
        <p:nvSpPr>
          <p:cNvPr id="294" name="Prove that G has no clique of size three.…"/>
          <p:cNvSpPr txBox="1"/>
          <p:nvPr>
            <p:ph type="body" sz="half" idx="1"/>
          </p:nvPr>
        </p:nvSpPr>
        <p:spPr>
          <a:xfrm>
            <a:off x="13493101" y="2334393"/>
            <a:ext cx="10131341" cy="11257941"/>
          </a:xfrm>
          <a:prstGeom prst="rect">
            <a:avLst/>
          </a:prstGeom>
        </p:spPr>
        <p:txBody>
          <a:bodyPr anchor="t"/>
          <a:lstStyle/>
          <a:p>
            <a:pPr/>
            <a:r>
              <a:t>Prove that G has no clique of size </a:t>
            </a:r>
            <a:r>
              <a:rPr b="1">
                <a:solidFill>
                  <a:schemeClr val="accent5">
                    <a:hueOff val="-82419"/>
                    <a:satOff val="-9513"/>
                    <a:lumOff val="-16343"/>
                  </a:schemeClr>
                </a:solidFill>
              </a:rPr>
              <a:t>three</a:t>
            </a:r>
            <a:r>
              <a:t>.</a:t>
            </a:r>
          </a:p>
          <a:p>
            <a:pPr/>
          </a:p>
          <a:p>
            <a:pPr>
              <a:defRPr>
                <a:solidFill>
                  <a:schemeClr val="accent1">
                    <a:lumOff val="-13575"/>
                  </a:schemeClr>
                </a:solidFill>
              </a:defRPr>
            </a:pPr>
            <a:r>
              <a:t>x</a:t>
            </a:r>
            <a:r>
              <a:rPr baseline="-5999"/>
              <a:t>5</a:t>
            </a:r>
            <a:r>
              <a:t> = 1 (3rd independent set)</a:t>
            </a:r>
          </a:p>
          <a:p>
            <a:pPr marL="0" indent="0">
              <a:buSzTx/>
              <a:buNone/>
              <a:defRPr>
                <a:solidFill>
                  <a:srgbClr val="D5D5D5"/>
                </a:solidFill>
              </a:defRPr>
            </a:pPr>
            <a:r>
              <a:t>→ (~x</a:t>
            </a:r>
            <a:r>
              <a:rPr baseline="-5999"/>
              <a:t>1</a:t>
            </a:r>
            <a:r>
              <a:t>, ~x</a:t>
            </a:r>
            <a:r>
              <a:rPr baseline="-5999"/>
              <a:t>2</a:t>
            </a:r>
            <a:r>
              <a:t>, ~x</a:t>
            </a:r>
            <a:r>
              <a:rPr baseline="-5999"/>
              <a:t>6</a:t>
            </a:r>
            <a:r>
              <a:t>) ∨ ~x</a:t>
            </a:r>
            <a:r>
              <a:rPr baseline="-5999"/>
              <a:t>5</a:t>
            </a:r>
          </a:p>
          <a:p>
            <a:pPr marL="0" indent="0">
              <a:buSzTx/>
              <a:buNone/>
              <a:defRPr>
                <a:solidFill>
                  <a:srgbClr val="D5D5D5"/>
                </a:solidFill>
              </a:defRPr>
            </a:pPr>
            <a:r>
              <a:t>→ x</a:t>
            </a:r>
            <a:r>
              <a:rPr baseline="-5999"/>
              <a:t>1</a:t>
            </a:r>
            <a:r>
              <a:t>, x</a:t>
            </a:r>
            <a:r>
              <a:rPr baseline="-5999"/>
              <a:t>2</a:t>
            </a:r>
            <a:r>
              <a:t>, x</a:t>
            </a:r>
            <a:r>
              <a:rPr baseline="-5999"/>
              <a:t>6</a:t>
            </a:r>
            <a:r>
              <a:t> = 0</a:t>
            </a:r>
          </a:p>
          <a:p>
            <a:pPr marL="0" indent="0">
              <a:buSzTx/>
              <a:buNone/>
              <a:defRPr>
                <a:solidFill>
                  <a:srgbClr val="D5D5D5"/>
                </a:solidFill>
              </a:defRPr>
            </a:pPr>
            <a:r>
              <a:t>→ x</a:t>
            </a:r>
            <a:r>
              <a:rPr baseline="-5999"/>
              <a:t>1</a:t>
            </a:r>
            <a:r>
              <a:t> ∨ x</a:t>
            </a:r>
            <a:r>
              <a:rPr baseline="-5999"/>
              <a:t>4</a:t>
            </a:r>
            <a:r>
              <a:t> ∨ x</a:t>
            </a:r>
            <a:r>
              <a:rPr baseline="-5999"/>
              <a:t>6</a:t>
            </a:r>
            <a:r>
              <a:t>, x</a:t>
            </a:r>
            <a:r>
              <a:rPr baseline="-5999"/>
              <a:t>2</a:t>
            </a:r>
            <a:r>
              <a:t> ∨ x</a:t>
            </a:r>
            <a:r>
              <a:rPr baseline="-5999"/>
              <a:t>3</a:t>
            </a:r>
          </a:p>
          <a:p>
            <a:pPr marL="0" indent="0">
              <a:buSzTx/>
              <a:buNone/>
              <a:defRPr>
                <a:solidFill>
                  <a:srgbClr val="D5D5D5"/>
                </a:solidFill>
              </a:defRPr>
            </a:pPr>
            <a:r>
              <a:t>→x</a:t>
            </a:r>
            <a:r>
              <a:rPr baseline="-5999"/>
              <a:t>3</a:t>
            </a:r>
            <a:r>
              <a:t>, x</a:t>
            </a:r>
            <a:r>
              <a:rPr baseline="-5999"/>
              <a:t>4</a:t>
            </a:r>
            <a:r>
              <a:t> = 1</a:t>
            </a:r>
          </a:p>
          <a:p>
            <a:pPr marL="0" indent="0">
              <a:buSzTx/>
              <a:buNone/>
              <a:defRPr>
                <a:solidFill>
                  <a:srgbClr val="D5D5D5"/>
                </a:solidFill>
              </a:defRPr>
            </a:pPr>
            <a:r>
              <a:t>→ ~x</a:t>
            </a:r>
            <a:r>
              <a:rPr baseline="-5999"/>
              <a:t>3</a:t>
            </a:r>
            <a:r>
              <a:t> ∨ ~x</a:t>
            </a:r>
            <a:r>
              <a:rPr baseline="-5999"/>
              <a:t>4</a:t>
            </a:r>
          </a:p>
          <a:p>
            <a:pPr marL="0" indent="0">
              <a:buSzTx/>
              <a:buNone/>
              <a:defRPr>
                <a:solidFill>
                  <a:srgbClr val="D5D5D5"/>
                </a:solidFill>
              </a:defRPr>
            </a:pPr>
            <a:r>
              <a:t>→ 0 → Contradictions</a:t>
            </a:r>
          </a:p>
        </p:txBody>
      </p:sp>
      <p:sp>
        <p:nvSpPr>
          <p:cNvPr id="295"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303" name="群組"/>
          <p:cNvGrpSpPr/>
          <p:nvPr/>
        </p:nvGrpSpPr>
        <p:grpSpPr>
          <a:xfrm>
            <a:off x="1694660" y="2209800"/>
            <a:ext cx="10851436" cy="9296400"/>
            <a:chOff x="0" y="0"/>
            <a:chExt cx="10851434" cy="9296400"/>
          </a:xfrm>
        </p:grpSpPr>
        <p:sp>
          <p:nvSpPr>
            <p:cNvPr id="296"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97"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98"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299"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00"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01"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302"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
        <p:nvSpPr>
          <p:cNvPr id="304" name="1"/>
          <p:cNvSpPr txBox="1"/>
          <p:nvPr/>
        </p:nvSpPr>
        <p:spPr>
          <a:xfrm>
            <a:off x="7967897" y="902046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hueOff val="-82419"/>
                    <a:satOff val="-9513"/>
                    <a:lumOff val="-16343"/>
                  </a:schemeClr>
                </a:solidFill>
              </a:defRPr>
            </a:lvl1pPr>
          </a:lstStyle>
          <a:p>
            <a:pPr/>
            <a:r>
              <a:t>1</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6" name="Contradictions"/>
          <p:cNvSpPr txBox="1"/>
          <p:nvPr>
            <p:ph type="title"/>
          </p:nvPr>
        </p:nvSpPr>
        <p:spPr>
          <a:prstGeom prst="rect">
            <a:avLst/>
          </a:prstGeom>
        </p:spPr>
        <p:txBody>
          <a:bodyPr/>
          <a:lstStyle>
            <a:lvl1pPr algn="l">
              <a:defRPr sz="9000"/>
            </a:lvl1pPr>
          </a:lstStyle>
          <a:p>
            <a:pPr/>
            <a:r>
              <a:t>Contradictions</a:t>
            </a:r>
          </a:p>
        </p:txBody>
      </p:sp>
      <p:sp>
        <p:nvSpPr>
          <p:cNvPr id="307" name="Prove that G has no clique of size three.…"/>
          <p:cNvSpPr txBox="1"/>
          <p:nvPr>
            <p:ph type="body" sz="half" idx="1"/>
          </p:nvPr>
        </p:nvSpPr>
        <p:spPr>
          <a:xfrm>
            <a:off x="13493101" y="2334393"/>
            <a:ext cx="10131341" cy="11257941"/>
          </a:xfrm>
          <a:prstGeom prst="rect">
            <a:avLst/>
          </a:prstGeom>
        </p:spPr>
        <p:txBody>
          <a:bodyPr anchor="t"/>
          <a:lstStyle/>
          <a:p>
            <a:pPr/>
            <a:r>
              <a:t>Prove that G has no clique of size </a:t>
            </a:r>
            <a:r>
              <a:rPr b="1">
                <a:solidFill>
                  <a:schemeClr val="accent5">
                    <a:hueOff val="-82419"/>
                    <a:satOff val="-9513"/>
                    <a:lumOff val="-16343"/>
                  </a:schemeClr>
                </a:solidFill>
              </a:rPr>
              <a:t>three</a:t>
            </a:r>
            <a:r>
              <a:t>.</a:t>
            </a:r>
          </a:p>
          <a:p>
            <a:pPr/>
          </a:p>
          <a:p>
            <a:pPr/>
            <a:r>
              <a:t>x</a:t>
            </a:r>
            <a:r>
              <a:rPr baseline="-5999"/>
              <a:t>5</a:t>
            </a:r>
            <a:r>
              <a:t> = 1 (3rd independent set)</a:t>
            </a:r>
          </a:p>
          <a:p>
            <a:pPr marL="0" indent="0">
              <a:buSzTx/>
              <a:buNone/>
              <a:defRPr>
                <a:solidFill>
                  <a:schemeClr val="accent1">
                    <a:lumOff val="-13575"/>
                  </a:schemeClr>
                </a:solidFill>
              </a:defRPr>
            </a:pPr>
            <a:r>
              <a:t>→ (~x</a:t>
            </a:r>
            <a:r>
              <a:rPr baseline="-5999"/>
              <a:t>1</a:t>
            </a:r>
            <a:r>
              <a:t>, ~x</a:t>
            </a:r>
            <a:r>
              <a:rPr baseline="-5999"/>
              <a:t>2</a:t>
            </a:r>
            <a:r>
              <a:t>, ~x</a:t>
            </a:r>
            <a:r>
              <a:rPr baseline="-5999"/>
              <a:t>6</a:t>
            </a:r>
            <a:r>
              <a:t>) ∨ ~x</a:t>
            </a:r>
            <a:r>
              <a:rPr baseline="-5999"/>
              <a:t>5</a:t>
            </a:r>
          </a:p>
          <a:p>
            <a:pPr marL="0" indent="0">
              <a:buSzTx/>
              <a:buNone/>
              <a:defRPr>
                <a:solidFill>
                  <a:srgbClr val="D5D5D5"/>
                </a:solidFill>
              </a:defRPr>
            </a:pPr>
            <a:r>
              <a:t>→ x</a:t>
            </a:r>
            <a:r>
              <a:rPr baseline="-5999"/>
              <a:t>1</a:t>
            </a:r>
            <a:r>
              <a:t>, x</a:t>
            </a:r>
            <a:r>
              <a:rPr baseline="-5999"/>
              <a:t>2</a:t>
            </a:r>
            <a:r>
              <a:t>, x</a:t>
            </a:r>
            <a:r>
              <a:rPr baseline="-5999"/>
              <a:t>6</a:t>
            </a:r>
            <a:r>
              <a:t> = 0</a:t>
            </a:r>
          </a:p>
          <a:p>
            <a:pPr marL="0" indent="0">
              <a:buSzTx/>
              <a:buNone/>
              <a:defRPr>
                <a:solidFill>
                  <a:srgbClr val="D5D5D5"/>
                </a:solidFill>
              </a:defRPr>
            </a:pPr>
            <a:r>
              <a:t>→ x</a:t>
            </a:r>
            <a:r>
              <a:rPr baseline="-5999"/>
              <a:t>1</a:t>
            </a:r>
            <a:r>
              <a:t> ∨ x</a:t>
            </a:r>
            <a:r>
              <a:rPr baseline="-5999"/>
              <a:t>4</a:t>
            </a:r>
            <a:r>
              <a:t> ∨ x</a:t>
            </a:r>
            <a:r>
              <a:rPr baseline="-5999"/>
              <a:t>6</a:t>
            </a:r>
            <a:r>
              <a:t>, x</a:t>
            </a:r>
            <a:r>
              <a:rPr baseline="-5999"/>
              <a:t>2</a:t>
            </a:r>
            <a:r>
              <a:t> ∨ x</a:t>
            </a:r>
            <a:r>
              <a:rPr baseline="-5999"/>
              <a:t>3</a:t>
            </a:r>
          </a:p>
          <a:p>
            <a:pPr marL="0" indent="0">
              <a:buSzTx/>
              <a:buNone/>
              <a:defRPr>
                <a:solidFill>
                  <a:srgbClr val="D5D5D5"/>
                </a:solidFill>
              </a:defRPr>
            </a:pPr>
            <a:r>
              <a:t>→x</a:t>
            </a:r>
            <a:r>
              <a:rPr baseline="-5999"/>
              <a:t>3</a:t>
            </a:r>
            <a:r>
              <a:t>, x</a:t>
            </a:r>
            <a:r>
              <a:rPr baseline="-5999"/>
              <a:t>4</a:t>
            </a:r>
            <a:r>
              <a:t> = 1</a:t>
            </a:r>
          </a:p>
          <a:p>
            <a:pPr marL="0" indent="0">
              <a:buSzTx/>
              <a:buNone/>
              <a:defRPr>
                <a:solidFill>
                  <a:srgbClr val="D5D5D5"/>
                </a:solidFill>
              </a:defRPr>
            </a:pPr>
            <a:r>
              <a:t>→ ~x</a:t>
            </a:r>
            <a:r>
              <a:rPr baseline="-5999"/>
              <a:t>3</a:t>
            </a:r>
            <a:r>
              <a:t> ∨ ~x</a:t>
            </a:r>
            <a:r>
              <a:rPr baseline="-5999"/>
              <a:t>4</a:t>
            </a:r>
          </a:p>
          <a:p>
            <a:pPr marL="0" indent="0">
              <a:buSzTx/>
              <a:buNone/>
              <a:defRPr>
                <a:solidFill>
                  <a:srgbClr val="D5D5D5"/>
                </a:solidFill>
              </a:defRPr>
            </a:pPr>
            <a:r>
              <a:t>→ 0 → Contradictions</a:t>
            </a:r>
          </a:p>
        </p:txBody>
      </p:sp>
      <p:sp>
        <p:nvSpPr>
          <p:cNvPr id="308"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316" name="群組"/>
          <p:cNvGrpSpPr/>
          <p:nvPr/>
        </p:nvGrpSpPr>
        <p:grpSpPr>
          <a:xfrm>
            <a:off x="1694660" y="2209800"/>
            <a:ext cx="10851436" cy="9296400"/>
            <a:chOff x="0" y="0"/>
            <a:chExt cx="10851434" cy="9296400"/>
          </a:xfrm>
        </p:grpSpPr>
        <p:sp>
          <p:nvSpPr>
            <p:cNvPr id="309"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10"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11"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12"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13"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14"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315"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
        <p:nvSpPr>
          <p:cNvPr id="317" name="1"/>
          <p:cNvSpPr txBox="1"/>
          <p:nvPr/>
        </p:nvSpPr>
        <p:spPr>
          <a:xfrm>
            <a:off x="7967897" y="902046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
        <p:nvSpPr>
          <p:cNvPr id="318" name="圓形"/>
          <p:cNvSpPr/>
          <p:nvPr/>
        </p:nvSpPr>
        <p:spPr>
          <a:xfrm>
            <a:off x="1444418" y="5118175"/>
            <a:ext cx="2286001" cy="2286001"/>
          </a:xfrm>
          <a:prstGeom prst="ellipse">
            <a:avLst/>
          </a:prstGeom>
          <a:ln w="889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319" name="圓形"/>
          <p:cNvSpPr/>
          <p:nvPr/>
        </p:nvSpPr>
        <p:spPr>
          <a:xfrm>
            <a:off x="3693520" y="2508362"/>
            <a:ext cx="2286001" cy="2286001"/>
          </a:xfrm>
          <a:prstGeom prst="ellipse">
            <a:avLst/>
          </a:prstGeom>
          <a:ln w="889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320" name="圓形"/>
          <p:cNvSpPr/>
          <p:nvPr/>
        </p:nvSpPr>
        <p:spPr>
          <a:xfrm>
            <a:off x="10287788" y="5130875"/>
            <a:ext cx="2286001" cy="2286001"/>
          </a:xfrm>
          <a:prstGeom prst="ellipse">
            <a:avLst/>
          </a:prstGeom>
          <a:ln w="889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Contradictions"/>
          <p:cNvSpPr txBox="1"/>
          <p:nvPr>
            <p:ph type="title"/>
          </p:nvPr>
        </p:nvSpPr>
        <p:spPr>
          <a:prstGeom prst="rect">
            <a:avLst/>
          </a:prstGeom>
        </p:spPr>
        <p:txBody>
          <a:bodyPr/>
          <a:lstStyle>
            <a:lvl1pPr algn="l">
              <a:defRPr sz="9000"/>
            </a:lvl1pPr>
          </a:lstStyle>
          <a:p>
            <a:pPr/>
            <a:r>
              <a:t>Contradictions</a:t>
            </a:r>
          </a:p>
        </p:txBody>
      </p:sp>
      <p:sp>
        <p:nvSpPr>
          <p:cNvPr id="323" name="Prove that G has no clique of size three.…"/>
          <p:cNvSpPr txBox="1"/>
          <p:nvPr>
            <p:ph type="body" sz="half" idx="1"/>
          </p:nvPr>
        </p:nvSpPr>
        <p:spPr>
          <a:xfrm>
            <a:off x="13493101" y="2334393"/>
            <a:ext cx="10131341" cy="11257941"/>
          </a:xfrm>
          <a:prstGeom prst="rect">
            <a:avLst/>
          </a:prstGeom>
        </p:spPr>
        <p:txBody>
          <a:bodyPr anchor="t"/>
          <a:lstStyle/>
          <a:p>
            <a:pPr/>
            <a:r>
              <a:t>Prove that G has no clique of size </a:t>
            </a:r>
            <a:r>
              <a:rPr b="1">
                <a:solidFill>
                  <a:schemeClr val="accent5">
                    <a:hueOff val="-82419"/>
                    <a:satOff val="-9513"/>
                    <a:lumOff val="-16343"/>
                  </a:schemeClr>
                </a:solidFill>
              </a:rPr>
              <a:t>three</a:t>
            </a:r>
            <a:r>
              <a:t>.</a:t>
            </a:r>
          </a:p>
          <a:p>
            <a:pPr/>
          </a:p>
          <a:p>
            <a:pPr/>
            <a:r>
              <a:t>x</a:t>
            </a:r>
            <a:r>
              <a:rPr baseline="-5999"/>
              <a:t>5</a:t>
            </a:r>
            <a:r>
              <a:t> = 1 (3rd independent set)</a:t>
            </a:r>
          </a:p>
          <a:p>
            <a:pPr marL="0" indent="0">
              <a:buSzTx/>
              <a:buNone/>
            </a:pPr>
            <a:r>
              <a:t>→ (~x</a:t>
            </a:r>
            <a:r>
              <a:rPr baseline="-5999"/>
              <a:t>1</a:t>
            </a:r>
            <a:r>
              <a:t>, ~x</a:t>
            </a:r>
            <a:r>
              <a:rPr baseline="-5999"/>
              <a:t>2</a:t>
            </a:r>
            <a:r>
              <a:t>, ~x</a:t>
            </a:r>
            <a:r>
              <a:rPr baseline="-5999"/>
              <a:t>6</a:t>
            </a:r>
            <a:r>
              <a:t>) ∨ ~x</a:t>
            </a:r>
            <a:r>
              <a:rPr baseline="-5999"/>
              <a:t>5</a:t>
            </a:r>
          </a:p>
          <a:p>
            <a:pPr marL="0" indent="0">
              <a:buSzTx/>
              <a:buNone/>
              <a:defRPr>
                <a:solidFill>
                  <a:schemeClr val="accent1">
                    <a:lumOff val="-13575"/>
                  </a:schemeClr>
                </a:solidFill>
              </a:defRPr>
            </a:pPr>
            <a:r>
              <a:t>→ x</a:t>
            </a:r>
            <a:r>
              <a:rPr baseline="-5999"/>
              <a:t>1</a:t>
            </a:r>
            <a:r>
              <a:t>, x</a:t>
            </a:r>
            <a:r>
              <a:rPr baseline="-5999"/>
              <a:t>2</a:t>
            </a:r>
            <a:r>
              <a:t>, x</a:t>
            </a:r>
            <a:r>
              <a:rPr baseline="-5999"/>
              <a:t>6</a:t>
            </a:r>
            <a:r>
              <a:t> = 0</a:t>
            </a:r>
          </a:p>
          <a:p>
            <a:pPr marL="0" indent="0">
              <a:buSzTx/>
              <a:buNone/>
              <a:defRPr>
                <a:solidFill>
                  <a:srgbClr val="D5D5D5"/>
                </a:solidFill>
              </a:defRPr>
            </a:pPr>
            <a:r>
              <a:t>→ x</a:t>
            </a:r>
            <a:r>
              <a:rPr baseline="-5999"/>
              <a:t>1</a:t>
            </a:r>
            <a:r>
              <a:t> ∨ x</a:t>
            </a:r>
            <a:r>
              <a:rPr baseline="-5999"/>
              <a:t>4</a:t>
            </a:r>
            <a:r>
              <a:t> ∨ x</a:t>
            </a:r>
            <a:r>
              <a:rPr baseline="-5999"/>
              <a:t>6</a:t>
            </a:r>
            <a:r>
              <a:t>, x</a:t>
            </a:r>
            <a:r>
              <a:rPr baseline="-5999"/>
              <a:t>2</a:t>
            </a:r>
            <a:r>
              <a:t> ∨ x</a:t>
            </a:r>
            <a:r>
              <a:rPr baseline="-5999"/>
              <a:t>3</a:t>
            </a:r>
          </a:p>
          <a:p>
            <a:pPr marL="0" indent="0">
              <a:buSzTx/>
              <a:buNone/>
              <a:defRPr>
                <a:solidFill>
                  <a:srgbClr val="D5D5D5"/>
                </a:solidFill>
              </a:defRPr>
            </a:pPr>
            <a:r>
              <a:t>→x</a:t>
            </a:r>
            <a:r>
              <a:rPr baseline="-5999"/>
              <a:t>3</a:t>
            </a:r>
            <a:r>
              <a:t>, x</a:t>
            </a:r>
            <a:r>
              <a:rPr baseline="-5999"/>
              <a:t>4</a:t>
            </a:r>
            <a:r>
              <a:t> = 1</a:t>
            </a:r>
          </a:p>
          <a:p>
            <a:pPr marL="0" indent="0">
              <a:buSzTx/>
              <a:buNone/>
              <a:defRPr>
                <a:solidFill>
                  <a:srgbClr val="D5D5D5"/>
                </a:solidFill>
              </a:defRPr>
            </a:pPr>
            <a:r>
              <a:t>→ ~x</a:t>
            </a:r>
            <a:r>
              <a:rPr baseline="-5999"/>
              <a:t>3</a:t>
            </a:r>
            <a:r>
              <a:t> ∨ ~x</a:t>
            </a:r>
            <a:r>
              <a:rPr baseline="-5999"/>
              <a:t>4</a:t>
            </a:r>
          </a:p>
          <a:p>
            <a:pPr marL="0" indent="0">
              <a:buSzTx/>
              <a:buNone/>
              <a:defRPr>
                <a:solidFill>
                  <a:srgbClr val="D5D5D5"/>
                </a:solidFill>
              </a:defRPr>
            </a:pPr>
            <a:r>
              <a:t>→ 0 → Contradictions</a:t>
            </a:r>
          </a:p>
        </p:txBody>
      </p:sp>
      <p:sp>
        <p:nvSpPr>
          <p:cNvPr id="324"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332" name="群組"/>
          <p:cNvGrpSpPr/>
          <p:nvPr/>
        </p:nvGrpSpPr>
        <p:grpSpPr>
          <a:xfrm>
            <a:off x="1694660" y="2209800"/>
            <a:ext cx="10851436" cy="9296400"/>
            <a:chOff x="0" y="0"/>
            <a:chExt cx="10851434" cy="9296400"/>
          </a:xfrm>
        </p:grpSpPr>
        <p:sp>
          <p:nvSpPr>
            <p:cNvPr id="325"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26"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27"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28"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29"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30"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331"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
        <p:nvSpPr>
          <p:cNvPr id="333" name="1"/>
          <p:cNvSpPr txBox="1"/>
          <p:nvPr/>
        </p:nvSpPr>
        <p:spPr>
          <a:xfrm>
            <a:off x="7967897" y="902046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
        <p:nvSpPr>
          <p:cNvPr id="334" name="0"/>
          <p:cNvSpPr txBox="1"/>
          <p:nvPr/>
        </p:nvSpPr>
        <p:spPr>
          <a:xfrm>
            <a:off x="5714210" y="318372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hueOff val="-82419"/>
                    <a:satOff val="-9513"/>
                    <a:lumOff val="-16343"/>
                  </a:schemeClr>
                </a:solidFill>
              </a:defRPr>
            </a:lvl1pPr>
          </a:lstStyle>
          <a:p>
            <a:pPr/>
            <a:r>
              <a:t>0</a:t>
            </a:r>
          </a:p>
        </p:txBody>
      </p:sp>
      <p:sp>
        <p:nvSpPr>
          <p:cNvPr id="335" name="0"/>
          <p:cNvSpPr txBox="1"/>
          <p:nvPr/>
        </p:nvSpPr>
        <p:spPr>
          <a:xfrm>
            <a:off x="3532666" y="5907836"/>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hueOff val="-82419"/>
                    <a:satOff val="-9513"/>
                    <a:lumOff val="-16343"/>
                  </a:schemeClr>
                </a:solidFill>
              </a:defRPr>
            </a:lvl1pPr>
          </a:lstStyle>
          <a:p>
            <a:pPr/>
            <a:r>
              <a:t>0</a:t>
            </a:r>
          </a:p>
        </p:txBody>
      </p:sp>
      <p:sp>
        <p:nvSpPr>
          <p:cNvPr id="336" name="0"/>
          <p:cNvSpPr txBox="1"/>
          <p:nvPr/>
        </p:nvSpPr>
        <p:spPr>
          <a:xfrm>
            <a:off x="12436944" y="5907836"/>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hueOff val="-82419"/>
                    <a:satOff val="-9513"/>
                    <a:lumOff val="-16343"/>
                  </a:schemeClr>
                </a:solidFill>
              </a:defRPr>
            </a:lvl1pPr>
          </a:lstStyle>
          <a:p>
            <a:pPr/>
            <a:r>
              <a:t>0</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Contradictions"/>
          <p:cNvSpPr txBox="1"/>
          <p:nvPr>
            <p:ph type="title"/>
          </p:nvPr>
        </p:nvSpPr>
        <p:spPr>
          <a:prstGeom prst="rect">
            <a:avLst/>
          </a:prstGeom>
        </p:spPr>
        <p:txBody>
          <a:bodyPr/>
          <a:lstStyle>
            <a:lvl1pPr algn="l">
              <a:defRPr sz="9000"/>
            </a:lvl1pPr>
          </a:lstStyle>
          <a:p>
            <a:pPr/>
            <a:r>
              <a:t>Contradictions</a:t>
            </a:r>
          </a:p>
        </p:txBody>
      </p:sp>
      <p:sp>
        <p:nvSpPr>
          <p:cNvPr id="339" name="Prove that G has no clique of size three.…"/>
          <p:cNvSpPr txBox="1"/>
          <p:nvPr>
            <p:ph type="body" sz="half" idx="1"/>
          </p:nvPr>
        </p:nvSpPr>
        <p:spPr>
          <a:xfrm>
            <a:off x="13493101" y="2334393"/>
            <a:ext cx="10131341" cy="11257941"/>
          </a:xfrm>
          <a:prstGeom prst="rect">
            <a:avLst/>
          </a:prstGeom>
        </p:spPr>
        <p:txBody>
          <a:bodyPr anchor="t"/>
          <a:lstStyle/>
          <a:p>
            <a:pPr/>
            <a:r>
              <a:t>Prove that G has no clique of size </a:t>
            </a:r>
            <a:r>
              <a:rPr b="1">
                <a:solidFill>
                  <a:schemeClr val="accent5">
                    <a:hueOff val="-82419"/>
                    <a:satOff val="-9513"/>
                    <a:lumOff val="-16343"/>
                  </a:schemeClr>
                </a:solidFill>
              </a:rPr>
              <a:t>three</a:t>
            </a:r>
            <a:r>
              <a:t>.</a:t>
            </a:r>
          </a:p>
          <a:p>
            <a:pPr/>
          </a:p>
          <a:p>
            <a:pPr/>
            <a:r>
              <a:t>x</a:t>
            </a:r>
            <a:r>
              <a:rPr baseline="-5999"/>
              <a:t>5</a:t>
            </a:r>
            <a:r>
              <a:t> = 1 (3rd independent set)</a:t>
            </a:r>
          </a:p>
          <a:p>
            <a:pPr marL="0" indent="0">
              <a:buSzTx/>
              <a:buNone/>
            </a:pPr>
            <a:r>
              <a:t>→ (~x</a:t>
            </a:r>
            <a:r>
              <a:rPr baseline="-5999"/>
              <a:t>1</a:t>
            </a:r>
            <a:r>
              <a:t>, ~x</a:t>
            </a:r>
            <a:r>
              <a:rPr baseline="-5999"/>
              <a:t>2</a:t>
            </a:r>
            <a:r>
              <a:t>, ~x</a:t>
            </a:r>
            <a:r>
              <a:rPr baseline="-5999"/>
              <a:t>6</a:t>
            </a:r>
            <a:r>
              <a:t>) ∨ ~x</a:t>
            </a:r>
            <a:r>
              <a:rPr baseline="-5999"/>
              <a:t>5</a:t>
            </a:r>
          </a:p>
          <a:p>
            <a:pPr marL="0" indent="0">
              <a:buSzTx/>
              <a:buNone/>
            </a:pPr>
            <a:r>
              <a:t>→ x</a:t>
            </a:r>
            <a:r>
              <a:rPr baseline="-5999"/>
              <a:t>1</a:t>
            </a:r>
            <a:r>
              <a:t>, x</a:t>
            </a:r>
            <a:r>
              <a:rPr baseline="-5999"/>
              <a:t>2</a:t>
            </a:r>
            <a:r>
              <a:t>, x</a:t>
            </a:r>
            <a:r>
              <a:rPr baseline="-5999"/>
              <a:t>6</a:t>
            </a:r>
            <a:r>
              <a:t> = 0</a:t>
            </a:r>
          </a:p>
          <a:p>
            <a:pPr marL="0" indent="0">
              <a:buSzTx/>
              <a:buNone/>
              <a:defRPr>
                <a:solidFill>
                  <a:schemeClr val="accent1">
                    <a:lumOff val="-13575"/>
                  </a:schemeClr>
                </a:solidFill>
              </a:defRPr>
            </a:pPr>
            <a:r>
              <a:t>→ x</a:t>
            </a:r>
            <a:r>
              <a:rPr baseline="-5999"/>
              <a:t>1</a:t>
            </a:r>
            <a:r>
              <a:t> ∨ x</a:t>
            </a:r>
            <a:r>
              <a:rPr baseline="-5999"/>
              <a:t>4</a:t>
            </a:r>
            <a:r>
              <a:t> ∨ x</a:t>
            </a:r>
            <a:r>
              <a:rPr baseline="-5999"/>
              <a:t>6</a:t>
            </a:r>
            <a:r>
              <a:t>, x</a:t>
            </a:r>
            <a:r>
              <a:rPr baseline="-5999"/>
              <a:t>2</a:t>
            </a:r>
            <a:r>
              <a:t> ∨ x</a:t>
            </a:r>
            <a:r>
              <a:rPr baseline="-5999"/>
              <a:t>3</a:t>
            </a:r>
          </a:p>
          <a:p>
            <a:pPr marL="0" indent="0">
              <a:buSzTx/>
              <a:buNone/>
              <a:defRPr>
                <a:solidFill>
                  <a:srgbClr val="D5D5D5"/>
                </a:solidFill>
              </a:defRPr>
            </a:pPr>
            <a:r>
              <a:t>→x</a:t>
            </a:r>
            <a:r>
              <a:rPr baseline="-5999"/>
              <a:t>3</a:t>
            </a:r>
            <a:r>
              <a:t>, x</a:t>
            </a:r>
            <a:r>
              <a:rPr baseline="-5999"/>
              <a:t>4</a:t>
            </a:r>
            <a:r>
              <a:t> = 1</a:t>
            </a:r>
          </a:p>
          <a:p>
            <a:pPr marL="0" indent="0">
              <a:buSzTx/>
              <a:buNone/>
              <a:defRPr>
                <a:solidFill>
                  <a:srgbClr val="D5D5D5"/>
                </a:solidFill>
              </a:defRPr>
            </a:pPr>
            <a:r>
              <a:t>→ ~x</a:t>
            </a:r>
            <a:r>
              <a:rPr baseline="-5999"/>
              <a:t>3</a:t>
            </a:r>
            <a:r>
              <a:t> ∨ ~x</a:t>
            </a:r>
            <a:r>
              <a:rPr baseline="-5999"/>
              <a:t>4</a:t>
            </a:r>
          </a:p>
          <a:p>
            <a:pPr marL="0" indent="0">
              <a:buSzTx/>
              <a:buNone/>
              <a:defRPr>
                <a:solidFill>
                  <a:srgbClr val="D5D5D5"/>
                </a:solidFill>
              </a:defRPr>
            </a:pPr>
            <a:r>
              <a:t>→ 0 → Contradictions</a:t>
            </a:r>
          </a:p>
        </p:txBody>
      </p:sp>
      <p:sp>
        <p:nvSpPr>
          <p:cNvPr id="340"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348" name="群組"/>
          <p:cNvGrpSpPr/>
          <p:nvPr/>
        </p:nvGrpSpPr>
        <p:grpSpPr>
          <a:xfrm>
            <a:off x="1694660" y="2209800"/>
            <a:ext cx="10851436" cy="9296400"/>
            <a:chOff x="0" y="0"/>
            <a:chExt cx="10851434" cy="9296400"/>
          </a:xfrm>
        </p:grpSpPr>
        <p:sp>
          <p:nvSpPr>
            <p:cNvPr id="341"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42"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43"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44"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45"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46"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347"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
        <p:nvSpPr>
          <p:cNvPr id="349" name="1"/>
          <p:cNvSpPr txBox="1"/>
          <p:nvPr/>
        </p:nvSpPr>
        <p:spPr>
          <a:xfrm>
            <a:off x="7967897" y="902046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
        <p:nvSpPr>
          <p:cNvPr id="350" name="0"/>
          <p:cNvSpPr txBox="1"/>
          <p:nvPr/>
        </p:nvSpPr>
        <p:spPr>
          <a:xfrm>
            <a:off x="5714210" y="318372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351" name="0"/>
          <p:cNvSpPr txBox="1"/>
          <p:nvPr/>
        </p:nvSpPr>
        <p:spPr>
          <a:xfrm>
            <a:off x="3532666" y="5907836"/>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352" name="0"/>
          <p:cNvSpPr txBox="1"/>
          <p:nvPr/>
        </p:nvSpPr>
        <p:spPr>
          <a:xfrm>
            <a:off x="12436944" y="5907836"/>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353" name="圓形"/>
          <p:cNvSpPr/>
          <p:nvPr/>
        </p:nvSpPr>
        <p:spPr>
          <a:xfrm>
            <a:off x="1409023" y="8177823"/>
            <a:ext cx="2286001" cy="2286001"/>
          </a:xfrm>
          <a:prstGeom prst="ellipse">
            <a:avLst/>
          </a:prstGeom>
          <a:ln w="889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354" name="圓形"/>
          <p:cNvSpPr/>
          <p:nvPr/>
        </p:nvSpPr>
        <p:spPr>
          <a:xfrm>
            <a:off x="5888478" y="5115996"/>
            <a:ext cx="2286001" cy="2286001"/>
          </a:xfrm>
          <a:prstGeom prst="ellipse">
            <a:avLst/>
          </a:prstGeom>
          <a:ln w="889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6" name="Contradictions"/>
          <p:cNvSpPr txBox="1"/>
          <p:nvPr>
            <p:ph type="title"/>
          </p:nvPr>
        </p:nvSpPr>
        <p:spPr>
          <a:prstGeom prst="rect">
            <a:avLst/>
          </a:prstGeom>
        </p:spPr>
        <p:txBody>
          <a:bodyPr/>
          <a:lstStyle>
            <a:lvl1pPr algn="l">
              <a:defRPr sz="9000"/>
            </a:lvl1pPr>
          </a:lstStyle>
          <a:p>
            <a:pPr/>
            <a:r>
              <a:t>Contradictions</a:t>
            </a:r>
          </a:p>
        </p:txBody>
      </p:sp>
      <p:sp>
        <p:nvSpPr>
          <p:cNvPr id="357" name="Prove that G has no clique of size three.…"/>
          <p:cNvSpPr txBox="1"/>
          <p:nvPr>
            <p:ph type="body" sz="half" idx="1"/>
          </p:nvPr>
        </p:nvSpPr>
        <p:spPr>
          <a:xfrm>
            <a:off x="13493101" y="2334393"/>
            <a:ext cx="10131341" cy="11257941"/>
          </a:xfrm>
          <a:prstGeom prst="rect">
            <a:avLst/>
          </a:prstGeom>
        </p:spPr>
        <p:txBody>
          <a:bodyPr anchor="t"/>
          <a:lstStyle/>
          <a:p>
            <a:pPr/>
            <a:r>
              <a:t>Prove that G has no clique of size </a:t>
            </a:r>
            <a:r>
              <a:rPr b="1">
                <a:solidFill>
                  <a:schemeClr val="accent5">
                    <a:hueOff val="-82419"/>
                    <a:satOff val="-9513"/>
                    <a:lumOff val="-16343"/>
                  </a:schemeClr>
                </a:solidFill>
              </a:rPr>
              <a:t>three</a:t>
            </a:r>
            <a:r>
              <a:t>.</a:t>
            </a:r>
          </a:p>
          <a:p>
            <a:pPr/>
          </a:p>
          <a:p>
            <a:pPr/>
            <a:r>
              <a:t>x</a:t>
            </a:r>
            <a:r>
              <a:rPr baseline="-5999"/>
              <a:t>5</a:t>
            </a:r>
            <a:r>
              <a:t> = 1 (3rd independent set)</a:t>
            </a:r>
          </a:p>
          <a:p>
            <a:pPr marL="0" indent="0">
              <a:buSzTx/>
              <a:buNone/>
            </a:pPr>
            <a:r>
              <a:t>→ (~x</a:t>
            </a:r>
            <a:r>
              <a:rPr baseline="-5999"/>
              <a:t>1</a:t>
            </a:r>
            <a:r>
              <a:t>, ~x</a:t>
            </a:r>
            <a:r>
              <a:rPr baseline="-5999"/>
              <a:t>2</a:t>
            </a:r>
            <a:r>
              <a:t>, ~x</a:t>
            </a:r>
            <a:r>
              <a:rPr baseline="-5999"/>
              <a:t>6</a:t>
            </a:r>
            <a:r>
              <a:t>) ∨ ~x</a:t>
            </a:r>
            <a:r>
              <a:rPr baseline="-5999"/>
              <a:t>5</a:t>
            </a:r>
          </a:p>
          <a:p>
            <a:pPr marL="0" indent="0">
              <a:buSzTx/>
              <a:buNone/>
            </a:pPr>
            <a:r>
              <a:t>→ x</a:t>
            </a:r>
            <a:r>
              <a:rPr baseline="-5999"/>
              <a:t>1</a:t>
            </a:r>
            <a:r>
              <a:t>, x</a:t>
            </a:r>
            <a:r>
              <a:rPr baseline="-5999"/>
              <a:t>2</a:t>
            </a:r>
            <a:r>
              <a:t>, x</a:t>
            </a:r>
            <a:r>
              <a:rPr baseline="-5999"/>
              <a:t>6</a:t>
            </a:r>
            <a:r>
              <a:t> = 0</a:t>
            </a:r>
          </a:p>
          <a:p>
            <a:pPr marL="0" indent="0">
              <a:buSzTx/>
              <a:buNone/>
            </a:pPr>
            <a:r>
              <a:t>→ x</a:t>
            </a:r>
            <a:r>
              <a:rPr baseline="-5999"/>
              <a:t>1</a:t>
            </a:r>
            <a:r>
              <a:t> ∨ x</a:t>
            </a:r>
            <a:r>
              <a:rPr baseline="-5999"/>
              <a:t>4</a:t>
            </a:r>
            <a:r>
              <a:t> ∨ x</a:t>
            </a:r>
            <a:r>
              <a:rPr baseline="-5999"/>
              <a:t>6</a:t>
            </a:r>
            <a:r>
              <a:t>, x</a:t>
            </a:r>
            <a:r>
              <a:rPr baseline="-5999"/>
              <a:t>2</a:t>
            </a:r>
            <a:r>
              <a:t> ∨ x</a:t>
            </a:r>
            <a:r>
              <a:rPr baseline="-5999"/>
              <a:t>3</a:t>
            </a:r>
          </a:p>
          <a:p>
            <a:pPr marL="0" indent="0">
              <a:buSzTx/>
              <a:buNone/>
              <a:defRPr>
                <a:solidFill>
                  <a:schemeClr val="accent1">
                    <a:lumOff val="-13575"/>
                  </a:schemeClr>
                </a:solidFill>
              </a:defRPr>
            </a:pPr>
            <a:r>
              <a:t>→x</a:t>
            </a:r>
            <a:r>
              <a:rPr baseline="-5999"/>
              <a:t>3</a:t>
            </a:r>
            <a:r>
              <a:t>, x</a:t>
            </a:r>
            <a:r>
              <a:rPr baseline="-5999"/>
              <a:t>4</a:t>
            </a:r>
            <a:r>
              <a:t> = 1</a:t>
            </a:r>
          </a:p>
          <a:p>
            <a:pPr marL="0" indent="0">
              <a:buSzTx/>
              <a:buNone/>
              <a:defRPr>
                <a:solidFill>
                  <a:srgbClr val="D5D5D5"/>
                </a:solidFill>
              </a:defRPr>
            </a:pPr>
            <a:r>
              <a:t>→ ~x</a:t>
            </a:r>
            <a:r>
              <a:rPr baseline="-5999"/>
              <a:t>3</a:t>
            </a:r>
            <a:r>
              <a:t> ∨ ~x</a:t>
            </a:r>
            <a:r>
              <a:rPr baseline="-5999"/>
              <a:t>4</a:t>
            </a:r>
          </a:p>
          <a:p>
            <a:pPr marL="0" indent="0">
              <a:buSzTx/>
              <a:buNone/>
              <a:defRPr>
                <a:solidFill>
                  <a:srgbClr val="D5D5D5"/>
                </a:solidFill>
              </a:defRPr>
            </a:pPr>
            <a:r>
              <a:t>→ 0 → Contradictions</a:t>
            </a:r>
          </a:p>
        </p:txBody>
      </p:sp>
      <p:sp>
        <p:nvSpPr>
          <p:cNvPr id="358"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366" name="群組"/>
          <p:cNvGrpSpPr/>
          <p:nvPr/>
        </p:nvGrpSpPr>
        <p:grpSpPr>
          <a:xfrm>
            <a:off x="1694660" y="2209800"/>
            <a:ext cx="10851436" cy="9296400"/>
            <a:chOff x="0" y="0"/>
            <a:chExt cx="10851434" cy="9296400"/>
          </a:xfrm>
        </p:grpSpPr>
        <p:sp>
          <p:nvSpPr>
            <p:cNvPr id="359"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60"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61"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62"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63"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64"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365"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
        <p:nvSpPr>
          <p:cNvPr id="367" name="1"/>
          <p:cNvSpPr txBox="1"/>
          <p:nvPr/>
        </p:nvSpPr>
        <p:spPr>
          <a:xfrm>
            <a:off x="7967897" y="902046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
        <p:nvSpPr>
          <p:cNvPr id="368" name="0"/>
          <p:cNvSpPr txBox="1"/>
          <p:nvPr/>
        </p:nvSpPr>
        <p:spPr>
          <a:xfrm>
            <a:off x="5714210" y="318372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369" name="0"/>
          <p:cNvSpPr txBox="1"/>
          <p:nvPr/>
        </p:nvSpPr>
        <p:spPr>
          <a:xfrm>
            <a:off x="3532666" y="5907836"/>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370" name="0"/>
          <p:cNvSpPr txBox="1"/>
          <p:nvPr/>
        </p:nvSpPr>
        <p:spPr>
          <a:xfrm>
            <a:off x="12436944" y="5907836"/>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371" name="1"/>
          <p:cNvSpPr txBox="1"/>
          <p:nvPr/>
        </p:nvSpPr>
        <p:spPr>
          <a:xfrm>
            <a:off x="7967897" y="5492571"/>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hueOff val="-82419"/>
                    <a:satOff val="-9513"/>
                    <a:lumOff val="-16343"/>
                  </a:schemeClr>
                </a:solidFill>
              </a:defRPr>
            </a:lvl1pPr>
          </a:lstStyle>
          <a:p>
            <a:pPr/>
            <a:r>
              <a:t>1</a:t>
            </a:r>
          </a:p>
        </p:txBody>
      </p:sp>
      <p:sp>
        <p:nvSpPr>
          <p:cNvPr id="372" name="1"/>
          <p:cNvSpPr txBox="1"/>
          <p:nvPr/>
        </p:nvSpPr>
        <p:spPr>
          <a:xfrm>
            <a:off x="3532666" y="9346909"/>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hueOff val="-82419"/>
                    <a:satOff val="-9513"/>
                    <a:lumOff val="-16343"/>
                  </a:schemeClr>
                </a:solidFill>
              </a:defRPr>
            </a:lvl1pPr>
          </a:lstStyle>
          <a:p>
            <a:pPr/>
            <a:r>
              <a:t>1</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4" name="Contradictions"/>
          <p:cNvSpPr txBox="1"/>
          <p:nvPr>
            <p:ph type="title"/>
          </p:nvPr>
        </p:nvSpPr>
        <p:spPr>
          <a:prstGeom prst="rect">
            <a:avLst/>
          </a:prstGeom>
        </p:spPr>
        <p:txBody>
          <a:bodyPr/>
          <a:lstStyle>
            <a:lvl1pPr algn="l">
              <a:defRPr sz="9000"/>
            </a:lvl1pPr>
          </a:lstStyle>
          <a:p>
            <a:pPr/>
            <a:r>
              <a:t>Contradictions</a:t>
            </a:r>
          </a:p>
        </p:txBody>
      </p:sp>
      <p:sp>
        <p:nvSpPr>
          <p:cNvPr id="375" name="Prove that G has no clique of size three.…"/>
          <p:cNvSpPr txBox="1"/>
          <p:nvPr>
            <p:ph type="body" sz="half" idx="1"/>
          </p:nvPr>
        </p:nvSpPr>
        <p:spPr>
          <a:xfrm>
            <a:off x="13493101" y="2334393"/>
            <a:ext cx="10131341" cy="11257941"/>
          </a:xfrm>
          <a:prstGeom prst="rect">
            <a:avLst/>
          </a:prstGeom>
        </p:spPr>
        <p:txBody>
          <a:bodyPr anchor="t"/>
          <a:lstStyle/>
          <a:p>
            <a:pPr/>
            <a:r>
              <a:t>Prove that G has no clique of size </a:t>
            </a:r>
            <a:r>
              <a:rPr b="1">
                <a:solidFill>
                  <a:schemeClr val="accent5">
                    <a:hueOff val="-82419"/>
                    <a:satOff val="-9513"/>
                    <a:lumOff val="-16343"/>
                  </a:schemeClr>
                </a:solidFill>
              </a:rPr>
              <a:t>three</a:t>
            </a:r>
            <a:r>
              <a:t>.</a:t>
            </a:r>
          </a:p>
          <a:p>
            <a:pPr/>
          </a:p>
          <a:p>
            <a:pPr/>
            <a:r>
              <a:t>x</a:t>
            </a:r>
            <a:r>
              <a:rPr baseline="-5999"/>
              <a:t>5</a:t>
            </a:r>
            <a:r>
              <a:t> = 1 (3rd independent set)</a:t>
            </a:r>
          </a:p>
          <a:p>
            <a:pPr marL="0" indent="0">
              <a:buSzTx/>
              <a:buNone/>
            </a:pPr>
            <a:r>
              <a:t>→ (~x</a:t>
            </a:r>
            <a:r>
              <a:rPr baseline="-5999"/>
              <a:t>1</a:t>
            </a:r>
            <a:r>
              <a:t>, ~x</a:t>
            </a:r>
            <a:r>
              <a:rPr baseline="-5999"/>
              <a:t>2</a:t>
            </a:r>
            <a:r>
              <a:t>, ~x</a:t>
            </a:r>
            <a:r>
              <a:rPr baseline="-5999"/>
              <a:t>6</a:t>
            </a:r>
            <a:r>
              <a:t>) ∨ ~x</a:t>
            </a:r>
            <a:r>
              <a:rPr baseline="-5999"/>
              <a:t>5</a:t>
            </a:r>
          </a:p>
          <a:p>
            <a:pPr marL="0" indent="0">
              <a:buSzTx/>
              <a:buNone/>
            </a:pPr>
            <a:r>
              <a:t>→ x</a:t>
            </a:r>
            <a:r>
              <a:rPr baseline="-5999"/>
              <a:t>1</a:t>
            </a:r>
            <a:r>
              <a:t>, x</a:t>
            </a:r>
            <a:r>
              <a:rPr baseline="-5999"/>
              <a:t>2</a:t>
            </a:r>
            <a:r>
              <a:t>, x</a:t>
            </a:r>
            <a:r>
              <a:rPr baseline="-5999"/>
              <a:t>6</a:t>
            </a:r>
            <a:r>
              <a:t> = 0</a:t>
            </a:r>
          </a:p>
          <a:p>
            <a:pPr marL="0" indent="0">
              <a:buSzTx/>
              <a:buNone/>
            </a:pPr>
            <a:r>
              <a:t>→ x</a:t>
            </a:r>
            <a:r>
              <a:rPr baseline="-5999"/>
              <a:t>1</a:t>
            </a:r>
            <a:r>
              <a:t> ∨ x</a:t>
            </a:r>
            <a:r>
              <a:rPr baseline="-5999"/>
              <a:t>4</a:t>
            </a:r>
            <a:r>
              <a:t> ∨ x</a:t>
            </a:r>
            <a:r>
              <a:rPr baseline="-5999"/>
              <a:t>6</a:t>
            </a:r>
            <a:r>
              <a:t>, x</a:t>
            </a:r>
            <a:r>
              <a:rPr baseline="-5999"/>
              <a:t>2</a:t>
            </a:r>
            <a:r>
              <a:t> ∨ x</a:t>
            </a:r>
            <a:r>
              <a:rPr baseline="-5999"/>
              <a:t>3</a:t>
            </a:r>
          </a:p>
          <a:p>
            <a:pPr marL="0" indent="0">
              <a:buSzTx/>
              <a:buNone/>
            </a:pPr>
            <a:r>
              <a:t>→x</a:t>
            </a:r>
            <a:r>
              <a:rPr baseline="-5999"/>
              <a:t>3</a:t>
            </a:r>
            <a:r>
              <a:t>, x</a:t>
            </a:r>
            <a:r>
              <a:rPr baseline="-5999"/>
              <a:t>4</a:t>
            </a:r>
            <a:r>
              <a:t> = 1</a:t>
            </a:r>
          </a:p>
          <a:p>
            <a:pPr marL="0" indent="0">
              <a:buSzTx/>
              <a:buNone/>
              <a:defRPr>
                <a:solidFill>
                  <a:schemeClr val="accent1">
                    <a:lumOff val="-13575"/>
                  </a:schemeClr>
                </a:solidFill>
              </a:defRPr>
            </a:pPr>
            <a:r>
              <a:t>→ ~x</a:t>
            </a:r>
            <a:r>
              <a:rPr baseline="-5999"/>
              <a:t>3</a:t>
            </a:r>
            <a:r>
              <a:t> ∨ ~x</a:t>
            </a:r>
            <a:r>
              <a:rPr baseline="-5999"/>
              <a:t>4</a:t>
            </a:r>
          </a:p>
          <a:p>
            <a:pPr marL="0" indent="0">
              <a:buSzTx/>
              <a:buNone/>
              <a:defRPr>
                <a:solidFill>
                  <a:schemeClr val="accent5">
                    <a:hueOff val="-82419"/>
                    <a:satOff val="-9513"/>
                    <a:lumOff val="-16343"/>
                  </a:schemeClr>
                </a:solidFill>
              </a:defRPr>
            </a:pPr>
            <a:r>
              <a:t>→ 0 → Contradictions</a:t>
            </a:r>
          </a:p>
        </p:txBody>
      </p:sp>
      <p:sp>
        <p:nvSpPr>
          <p:cNvPr id="376"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384" name="群組"/>
          <p:cNvGrpSpPr/>
          <p:nvPr/>
        </p:nvGrpSpPr>
        <p:grpSpPr>
          <a:xfrm>
            <a:off x="1694660" y="2209800"/>
            <a:ext cx="10851436" cy="9296400"/>
            <a:chOff x="0" y="0"/>
            <a:chExt cx="10851434" cy="9296400"/>
          </a:xfrm>
        </p:grpSpPr>
        <p:sp>
          <p:nvSpPr>
            <p:cNvPr id="377"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78"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79"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80"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81"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82"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383"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
        <p:nvSpPr>
          <p:cNvPr id="385" name="1"/>
          <p:cNvSpPr txBox="1"/>
          <p:nvPr/>
        </p:nvSpPr>
        <p:spPr>
          <a:xfrm>
            <a:off x="7967897" y="902046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
        <p:nvSpPr>
          <p:cNvPr id="386" name="0"/>
          <p:cNvSpPr txBox="1"/>
          <p:nvPr/>
        </p:nvSpPr>
        <p:spPr>
          <a:xfrm>
            <a:off x="5714210" y="318372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387" name="0"/>
          <p:cNvSpPr txBox="1"/>
          <p:nvPr/>
        </p:nvSpPr>
        <p:spPr>
          <a:xfrm>
            <a:off x="3532666" y="5907836"/>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388" name="0"/>
          <p:cNvSpPr txBox="1"/>
          <p:nvPr/>
        </p:nvSpPr>
        <p:spPr>
          <a:xfrm>
            <a:off x="12436944" y="5907836"/>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389" name="1"/>
          <p:cNvSpPr txBox="1"/>
          <p:nvPr/>
        </p:nvSpPr>
        <p:spPr>
          <a:xfrm>
            <a:off x="7967897" y="5492571"/>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
        <p:nvSpPr>
          <p:cNvPr id="390" name="1"/>
          <p:cNvSpPr txBox="1"/>
          <p:nvPr/>
        </p:nvSpPr>
        <p:spPr>
          <a:xfrm>
            <a:off x="3532666" y="9346909"/>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2" name="Contradictions"/>
          <p:cNvSpPr txBox="1"/>
          <p:nvPr>
            <p:ph type="title"/>
          </p:nvPr>
        </p:nvSpPr>
        <p:spPr>
          <a:prstGeom prst="rect">
            <a:avLst/>
          </a:prstGeom>
        </p:spPr>
        <p:txBody>
          <a:bodyPr/>
          <a:lstStyle>
            <a:lvl1pPr algn="l">
              <a:defRPr sz="9000"/>
            </a:lvl1pPr>
          </a:lstStyle>
          <a:p>
            <a:pPr/>
            <a:r>
              <a:t>Contradictions</a:t>
            </a:r>
          </a:p>
        </p:txBody>
      </p:sp>
      <p:sp>
        <p:nvSpPr>
          <p:cNvPr id="393" name="Prove that G has no clique of size three.…"/>
          <p:cNvSpPr txBox="1"/>
          <p:nvPr>
            <p:ph type="body" sz="half" idx="1"/>
          </p:nvPr>
        </p:nvSpPr>
        <p:spPr>
          <a:xfrm>
            <a:off x="13493101" y="2334393"/>
            <a:ext cx="10131341" cy="9684849"/>
          </a:xfrm>
          <a:prstGeom prst="rect">
            <a:avLst/>
          </a:prstGeom>
        </p:spPr>
        <p:txBody>
          <a:bodyPr anchor="t"/>
          <a:lstStyle/>
          <a:p>
            <a:pPr/>
            <a:r>
              <a:t>Prove that G has no clique of size </a:t>
            </a:r>
            <a:r>
              <a:rPr b="1">
                <a:solidFill>
                  <a:schemeClr val="accent5">
                    <a:hueOff val="-82419"/>
                    <a:satOff val="-9513"/>
                    <a:lumOff val="-16343"/>
                  </a:schemeClr>
                </a:solidFill>
              </a:rPr>
              <a:t>three</a:t>
            </a:r>
            <a:r>
              <a:t>.</a:t>
            </a:r>
          </a:p>
          <a:p>
            <a:pPr/>
          </a:p>
          <a:p>
            <a:pPr/>
            <a:r>
              <a:t>x</a:t>
            </a:r>
            <a:r>
              <a:rPr baseline="-5999"/>
              <a:t>5</a:t>
            </a:r>
            <a:r>
              <a:t> = 1 (3rd independent set)</a:t>
            </a:r>
          </a:p>
          <a:p>
            <a:pPr marL="0" indent="0">
              <a:buSzTx/>
              <a:buNone/>
            </a:pPr>
            <a:r>
              <a:t>→ ~x</a:t>
            </a:r>
            <a:r>
              <a:rPr baseline="-5999"/>
              <a:t>3</a:t>
            </a:r>
            <a:r>
              <a:t> ∨ ~x</a:t>
            </a:r>
            <a:r>
              <a:rPr baseline="-5999"/>
              <a:t>4</a:t>
            </a:r>
          </a:p>
          <a:p>
            <a:pPr marL="0" indent="0">
              <a:buSzTx/>
              <a:buNone/>
            </a:pPr>
            <a:r>
              <a:t>→ 0 → Contradictions</a:t>
            </a:r>
          </a:p>
          <a:p>
            <a:pPr marL="0" indent="0">
              <a:buSzTx/>
              <a:buNone/>
            </a:pPr>
          </a:p>
          <a:p>
            <a:pPr marL="0" indent="0">
              <a:buSzTx/>
              <a:buNone/>
            </a:pPr>
            <a:r>
              <a:t>→ The set formed by the three independent sets is </a:t>
            </a:r>
            <a:r>
              <a:rPr b="1">
                <a:solidFill>
                  <a:schemeClr val="accent5">
                    <a:hueOff val="-82419"/>
                    <a:satOff val="-9513"/>
                    <a:lumOff val="-16343"/>
                  </a:schemeClr>
                </a:solidFill>
              </a:rPr>
              <a:t>conflicting</a:t>
            </a:r>
          </a:p>
        </p:txBody>
      </p:sp>
      <p:sp>
        <p:nvSpPr>
          <p:cNvPr id="394"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402" name="群組"/>
          <p:cNvGrpSpPr/>
          <p:nvPr/>
        </p:nvGrpSpPr>
        <p:grpSpPr>
          <a:xfrm>
            <a:off x="1694660" y="2209800"/>
            <a:ext cx="10851436" cy="9296400"/>
            <a:chOff x="0" y="0"/>
            <a:chExt cx="10851434" cy="9296400"/>
          </a:xfrm>
        </p:grpSpPr>
        <p:sp>
          <p:nvSpPr>
            <p:cNvPr id="395"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96"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97"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98"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399"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00"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401"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
        <p:nvSpPr>
          <p:cNvPr id="403" name="1"/>
          <p:cNvSpPr txBox="1"/>
          <p:nvPr/>
        </p:nvSpPr>
        <p:spPr>
          <a:xfrm>
            <a:off x="7967897" y="902046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
        <p:nvSpPr>
          <p:cNvPr id="404" name="0"/>
          <p:cNvSpPr txBox="1"/>
          <p:nvPr/>
        </p:nvSpPr>
        <p:spPr>
          <a:xfrm>
            <a:off x="5714210" y="3183723"/>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405" name="0"/>
          <p:cNvSpPr txBox="1"/>
          <p:nvPr/>
        </p:nvSpPr>
        <p:spPr>
          <a:xfrm>
            <a:off x="3532666" y="5907836"/>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406" name="0"/>
          <p:cNvSpPr txBox="1"/>
          <p:nvPr/>
        </p:nvSpPr>
        <p:spPr>
          <a:xfrm>
            <a:off x="12436944" y="5907836"/>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407" name="1"/>
          <p:cNvSpPr txBox="1"/>
          <p:nvPr/>
        </p:nvSpPr>
        <p:spPr>
          <a:xfrm>
            <a:off x="7967897" y="5492571"/>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
        <p:nvSpPr>
          <p:cNvPr id="408" name="1"/>
          <p:cNvSpPr txBox="1"/>
          <p:nvPr/>
        </p:nvSpPr>
        <p:spPr>
          <a:xfrm>
            <a:off x="3532666" y="9346909"/>
            <a:ext cx="368301"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0" name="Improve upper bound 𝜔(G)"/>
          <p:cNvSpPr txBox="1"/>
          <p:nvPr>
            <p:ph type="title"/>
          </p:nvPr>
        </p:nvSpPr>
        <p:spPr>
          <a:prstGeom prst="rect">
            <a:avLst/>
          </a:prstGeom>
        </p:spPr>
        <p:txBody>
          <a:bodyPr/>
          <a:lstStyle>
            <a:lvl1pPr algn="l">
              <a:defRPr sz="9000"/>
            </a:lvl1pPr>
          </a:lstStyle>
          <a:p>
            <a:pPr/>
            <a:r>
              <a:t>Improve upper bound 𝜔(G)</a:t>
            </a:r>
          </a:p>
        </p:txBody>
      </p:sp>
      <p:sp>
        <p:nvSpPr>
          <p:cNvPr id="411" name="Unit resolution rule…"/>
          <p:cNvSpPr txBox="1"/>
          <p:nvPr>
            <p:ph type="body" sz="half" idx="1"/>
          </p:nvPr>
        </p:nvSpPr>
        <p:spPr>
          <a:xfrm>
            <a:off x="13661432" y="2476274"/>
            <a:ext cx="10131341" cy="10215055"/>
          </a:xfrm>
          <a:prstGeom prst="rect">
            <a:avLst/>
          </a:prstGeom>
        </p:spPr>
        <p:txBody>
          <a:bodyPr anchor="t"/>
          <a:lstStyle/>
          <a:p>
            <a:pPr marL="609600" indent="-609600" defTabSz="792479">
              <a:spcBef>
                <a:spcPts val="1400"/>
              </a:spcBef>
              <a:defRPr sz="5760"/>
            </a:pPr>
            <a:r>
              <a:t>Unit resolution rule</a:t>
            </a:r>
          </a:p>
          <a:p>
            <a:pPr lvl="1" marL="0" indent="438911" defTabSz="792479">
              <a:spcBef>
                <a:spcPts val="1400"/>
              </a:spcBef>
              <a:buSzTx/>
              <a:buNone/>
              <a:defRPr sz="5760"/>
            </a:pPr>
            <a:r>
              <a:t> - CNF = x + y</a:t>
            </a:r>
          </a:p>
          <a:p>
            <a:pPr marL="609600" indent="-609600" defTabSz="792479">
              <a:spcBef>
                <a:spcPts val="1400"/>
              </a:spcBef>
              <a:defRPr sz="5760"/>
            </a:pPr>
            <a:r>
              <a:t>Failed literal detection</a:t>
            </a:r>
          </a:p>
          <a:p>
            <a:pPr marL="609600" indent="-609600" defTabSz="792479">
              <a:spcBef>
                <a:spcPts val="1400"/>
              </a:spcBef>
              <a:defRPr sz="5760"/>
            </a:pPr>
          </a:p>
          <a:p>
            <a:pPr marL="609600" indent="-609600" defTabSz="792479">
              <a:spcBef>
                <a:spcPts val="1400"/>
              </a:spcBef>
              <a:defRPr b="1" sz="5760"/>
            </a:pPr>
            <a:r>
              <a:t> Upper bound：</a:t>
            </a:r>
            <a:r>
              <a:rPr>
                <a:solidFill>
                  <a:schemeClr val="accent5">
                    <a:hueOff val="-82419"/>
                    <a:satOff val="-9513"/>
                    <a:lumOff val="-16343"/>
                  </a:schemeClr>
                </a:solidFill>
              </a:rPr>
              <a:t>𝜔(G) ≤ r - t</a:t>
            </a:r>
          </a:p>
          <a:p>
            <a:pPr marL="609600" indent="-609600" defTabSz="792479">
              <a:spcBef>
                <a:spcPts val="1400"/>
              </a:spcBef>
              <a:defRPr sz="5760"/>
            </a:pPr>
            <a:r>
              <a:t>r：The number of independent sets</a:t>
            </a:r>
          </a:p>
          <a:p>
            <a:pPr marL="609600" indent="-609600" defTabSz="792479">
              <a:spcBef>
                <a:spcPts val="1400"/>
              </a:spcBef>
              <a:defRPr sz="5760"/>
            </a:pPr>
            <a:r>
              <a:t>t：The number of disjoint conflicting subsets of independent sets</a:t>
            </a:r>
          </a:p>
        </p:txBody>
      </p:sp>
      <p:sp>
        <p:nvSpPr>
          <p:cNvPr id="412"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420" name="群組"/>
          <p:cNvGrpSpPr/>
          <p:nvPr/>
        </p:nvGrpSpPr>
        <p:grpSpPr>
          <a:xfrm>
            <a:off x="1694660" y="2209800"/>
            <a:ext cx="10851436" cy="9296400"/>
            <a:chOff x="0" y="0"/>
            <a:chExt cx="10851434" cy="9296400"/>
          </a:xfrm>
        </p:grpSpPr>
        <p:sp>
          <p:nvSpPr>
            <p:cNvPr id="413"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14"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15"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16"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17"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18"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419"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2" name="Improve upper bound"/>
          <p:cNvSpPr txBox="1"/>
          <p:nvPr>
            <p:ph type="title"/>
          </p:nvPr>
        </p:nvSpPr>
        <p:spPr>
          <a:prstGeom prst="rect">
            <a:avLst/>
          </a:prstGeom>
        </p:spPr>
        <p:txBody>
          <a:bodyPr/>
          <a:lstStyle>
            <a:lvl1pPr algn="l">
              <a:defRPr sz="9000"/>
            </a:lvl1pPr>
          </a:lstStyle>
          <a:p>
            <a:pPr/>
            <a:r>
              <a:t>Improve upper bound</a:t>
            </a:r>
          </a:p>
        </p:txBody>
      </p:sp>
      <p:sp>
        <p:nvSpPr>
          <p:cNvPr id="423" name="Upper bound：𝜔(G) ≤ r - t…"/>
          <p:cNvSpPr txBox="1"/>
          <p:nvPr>
            <p:ph type="body" sz="half" idx="1"/>
          </p:nvPr>
        </p:nvSpPr>
        <p:spPr>
          <a:xfrm>
            <a:off x="13637386" y="817008"/>
            <a:ext cx="10131340" cy="12785436"/>
          </a:xfrm>
          <a:prstGeom prst="rect">
            <a:avLst/>
          </a:prstGeom>
        </p:spPr>
        <p:txBody>
          <a:bodyPr anchor="t"/>
          <a:lstStyle/>
          <a:p>
            <a:pPr/>
            <a:r>
              <a:t>Upper bound：</a:t>
            </a:r>
            <a:r>
              <a:rPr>
                <a:solidFill>
                  <a:schemeClr val="accent5">
                    <a:hueOff val="-82419"/>
                    <a:satOff val="-9513"/>
                    <a:lumOff val="-16343"/>
                  </a:schemeClr>
                </a:solidFill>
              </a:rPr>
              <a:t>𝜔(G) ≤ r - t</a:t>
            </a:r>
          </a:p>
          <a:p>
            <a:pPr/>
            <a:r>
              <a:t>r：independent sets</a:t>
            </a:r>
          </a:p>
          <a:p>
            <a:pPr/>
            <a:r>
              <a:t>t：disjoint conflicting</a:t>
            </a:r>
          </a:p>
          <a:p>
            <a:pPr/>
          </a:p>
          <a:p>
            <a:pPr/>
            <a:r>
              <a:t>The set formed by the three independent sets is </a:t>
            </a:r>
            <a:r>
              <a:rPr b="1">
                <a:solidFill>
                  <a:schemeClr val="accent5">
                    <a:hueOff val="-82419"/>
                    <a:satOff val="-9513"/>
                    <a:lumOff val="-16343"/>
                  </a:schemeClr>
                </a:solidFill>
              </a:rPr>
              <a:t>conflicting</a:t>
            </a:r>
            <a:endParaRPr b="1">
              <a:solidFill>
                <a:schemeClr val="accent5">
                  <a:hueOff val="-82419"/>
                  <a:satOff val="-9513"/>
                  <a:lumOff val="-16343"/>
                </a:schemeClr>
              </a:solidFill>
            </a:endParaRPr>
          </a:p>
          <a:p>
            <a:pPr/>
            <a:r>
              <a:t>Weaken soft clause</a:t>
            </a:r>
          </a:p>
          <a:p>
            <a:pPr/>
            <a:r>
              <a:t>x</a:t>
            </a:r>
            <a:r>
              <a:rPr baseline="-5999"/>
              <a:t>1~2</a:t>
            </a:r>
            <a:r>
              <a:t> = 1, x</a:t>
            </a:r>
            <a:r>
              <a:rPr baseline="-5999"/>
              <a:t>3~6</a:t>
            </a:r>
            <a:r>
              <a:t> = 0</a:t>
            </a:r>
          </a:p>
          <a:p>
            <a:pPr/>
            <a:r>
              <a:t>{x</a:t>
            </a:r>
            <a:r>
              <a:rPr baseline="-5999"/>
              <a:t>1</a:t>
            </a:r>
            <a:r>
              <a:t> ∨ x</a:t>
            </a:r>
            <a:r>
              <a:rPr baseline="-5999"/>
              <a:t>4</a:t>
            </a:r>
            <a:r>
              <a:t> ∨ x</a:t>
            </a:r>
            <a:r>
              <a:rPr baseline="-5999"/>
              <a:t>6</a:t>
            </a:r>
            <a:r>
              <a:t> ∨ </a:t>
            </a:r>
            <a:r>
              <a:rPr>
                <a:solidFill>
                  <a:schemeClr val="accent5">
                    <a:hueOff val="-82419"/>
                    <a:satOff val="-9513"/>
                    <a:lumOff val="-16343"/>
                  </a:schemeClr>
                </a:solidFill>
              </a:rPr>
              <a:t>z</a:t>
            </a:r>
            <a:r>
              <a:rPr baseline="-5999">
                <a:solidFill>
                  <a:schemeClr val="accent5">
                    <a:hueOff val="-82419"/>
                    <a:satOff val="-9513"/>
                    <a:lumOff val="-16343"/>
                  </a:schemeClr>
                </a:solidFill>
              </a:rPr>
              <a:t>1</a:t>
            </a:r>
            <a:r>
              <a:t>, x</a:t>
            </a:r>
            <a:r>
              <a:rPr baseline="-5999"/>
              <a:t>2</a:t>
            </a:r>
            <a:r>
              <a:t> ∨ x</a:t>
            </a:r>
            <a:r>
              <a:rPr baseline="-5999"/>
              <a:t>3</a:t>
            </a:r>
            <a:r>
              <a:t> ∨ </a:t>
            </a:r>
            <a:r>
              <a:rPr>
                <a:solidFill>
                  <a:schemeClr val="accent5">
                    <a:hueOff val="-82419"/>
                    <a:satOff val="-9513"/>
                    <a:lumOff val="-16343"/>
                  </a:schemeClr>
                </a:solidFill>
              </a:rPr>
              <a:t>z</a:t>
            </a:r>
            <a:r>
              <a:rPr baseline="-5999">
                <a:solidFill>
                  <a:schemeClr val="accent5">
                    <a:hueOff val="-82419"/>
                    <a:satOff val="-9513"/>
                    <a:lumOff val="-16343"/>
                  </a:schemeClr>
                </a:solidFill>
              </a:rPr>
              <a:t>2</a:t>
            </a:r>
            <a:r>
              <a:t>, </a:t>
            </a:r>
            <a:r>
              <a:rPr>
                <a:solidFill>
                  <a:schemeClr val="accent1">
                    <a:lumOff val="-13575"/>
                  </a:schemeClr>
                </a:solidFill>
              </a:rPr>
              <a:t>x</a:t>
            </a:r>
            <a:r>
              <a:rPr baseline="-5999">
                <a:solidFill>
                  <a:schemeClr val="accent1">
                    <a:lumOff val="-13575"/>
                  </a:schemeClr>
                </a:solidFill>
              </a:rPr>
              <a:t>5</a:t>
            </a:r>
            <a:r>
              <a:t> ∨ </a:t>
            </a:r>
            <a:r>
              <a:rPr>
                <a:solidFill>
                  <a:schemeClr val="accent5">
                    <a:hueOff val="-82419"/>
                    <a:satOff val="-9513"/>
                    <a:lumOff val="-16343"/>
                  </a:schemeClr>
                </a:solidFill>
              </a:rPr>
              <a:t>z</a:t>
            </a:r>
            <a:r>
              <a:rPr baseline="-5999">
                <a:solidFill>
                  <a:schemeClr val="accent5">
                    <a:hueOff val="-82419"/>
                    <a:satOff val="-9513"/>
                    <a:lumOff val="-16343"/>
                  </a:schemeClr>
                </a:solidFill>
              </a:rPr>
              <a:t>3</a:t>
            </a:r>
            <a:r>
              <a:t>, </a:t>
            </a:r>
            <a:r>
              <a:rPr>
                <a:solidFill>
                  <a:schemeClr val="accent5">
                    <a:hueOff val="-82419"/>
                    <a:satOff val="-9513"/>
                    <a:lumOff val="-16343"/>
                  </a:schemeClr>
                </a:solidFill>
              </a:rPr>
              <a:t>z</a:t>
            </a:r>
            <a:r>
              <a:rPr baseline="-5999">
                <a:solidFill>
                  <a:schemeClr val="accent5">
                    <a:hueOff val="-82419"/>
                    <a:satOff val="-9513"/>
                    <a:lumOff val="-16343"/>
                  </a:schemeClr>
                </a:solidFill>
              </a:rPr>
              <a:t>1</a:t>
            </a:r>
            <a:r>
              <a:rPr>
                <a:solidFill>
                  <a:schemeClr val="accent5">
                    <a:hueOff val="-82419"/>
                    <a:satOff val="-9513"/>
                    <a:lumOff val="-16343"/>
                  </a:schemeClr>
                </a:solidFill>
              </a:rPr>
              <a:t> + z</a:t>
            </a:r>
            <a:r>
              <a:rPr baseline="-5999">
                <a:solidFill>
                  <a:schemeClr val="accent5">
                    <a:hueOff val="-82419"/>
                    <a:satOff val="-9513"/>
                    <a:lumOff val="-16343"/>
                  </a:schemeClr>
                </a:solidFill>
              </a:rPr>
              <a:t>2</a:t>
            </a:r>
            <a:r>
              <a:rPr>
                <a:solidFill>
                  <a:schemeClr val="accent5">
                    <a:hueOff val="-82419"/>
                    <a:satOff val="-9513"/>
                    <a:lumOff val="-16343"/>
                  </a:schemeClr>
                </a:solidFill>
              </a:rPr>
              <a:t> + z</a:t>
            </a:r>
            <a:r>
              <a:rPr baseline="-5999">
                <a:solidFill>
                  <a:schemeClr val="accent5">
                    <a:hueOff val="-82419"/>
                    <a:satOff val="-9513"/>
                    <a:lumOff val="-16343"/>
                  </a:schemeClr>
                </a:solidFill>
              </a:rPr>
              <a:t>3</a:t>
            </a:r>
            <a:r>
              <a:rPr>
                <a:solidFill>
                  <a:schemeClr val="accent5">
                    <a:hueOff val="-82419"/>
                    <a:satOff val="-9513"/>
                    <a:lumOff val="-16343"/>
                  </a:schemeClr>
                </a:solidFill>
              </a:rPr>
              <a:t> = 1</a:t>
            </a:r>
            <a:r>
              <a:t>}</a:t>
            </a:r>
          </a:p>
          <a:p>
            <a:pPr/>
            <a:r>
              <a:t>𝜔(G) ≤ r - t = 3 - 1 = </a:t>
            </a:r>
            <a:r>
              <a:rPr>
                <a:solidFill>
                  <a:schemeClr val="accent5">
                    <a:hueOff val="-82419"/>
                    <a:satOff val="-9513"/>
                    <a:lumOff val="-16343"/>
                  </a:schemeClr>
                </a:solidFill>
              </a:rPr>
              <a:t>2</a:t>
            </a:r>
          </a:p>
        </p:txBody>
      </p:sp>
      <p:sp>
        <p:nvSpPr>
          <p:cNvPr id="424"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432" name="群組"/>
          <p:cNvGrpSpPr/>
          <p:nvPr/>
        </p:nvGrpSpPr>
        <p:grpSpPr>
          <a:xfrm>
            <a:off x="1694660" y="2209800"/>
            <a:ext cx="10851436" cy="9296400"/>
            <a:chOff x="0" y="0"/>
            <a:chExt cx="10851434" cy="9296400"/>
          </a:xfrm>
        </p:grpSpPr>
        <p:sp>
          <p:nvSpPr>
            <p:cNvPr id="425" name="圓形"/>
            <p:cNvSpPr/>
            <p:nvPr/>
          </p:nvSpPr>
          <p:spPr>
            <a:xfrm>
              <a:off x="2342801" y="632960"/>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26" name="圓形"/>
            <p:cNvSpPr/>
            <p:nvPr/>
          </p:nvSpPr>
          <p:spPr>
            <a:xfrm>
              <a:off x="137209" y="6313542"/>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27" name="圓形"/>
            <p:cNvSpPr/>
            <p:nvPr/>
          </p:nvSpPr>
          <p:spPr>
            <a:xfrm>
              <a:off x="8993392" y="3278994"/>
              <a:ext cx="1544012" cy="1544012"/>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28" name="圓形"/>
            <p:cNvSpPr/>
            <p:nvPr/>
          </p:nvSpPr>
          <p:spPr>
            <a:xfrm>
              <a:off x="4577511"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29" name="圓形"/>
            <p:cNvSpPr/>
            <p:nvPr/>
          </p:nvSpPr>
          <p:spPr>
            <a:xfrm>
              <a:off x="124509" y="3291694"/>
              <a:ext cx="1544012" cy="1544012"/>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30" name="圓形"/>
            <p:cNvSpPr/>
            <p:nvPr/>
          </p:nvSpPr>
          <p:spPr>
            <a:xfrm>
              <a:off x="4577511" y="6313542"/>
              <a:ext cx="1544012" cy="1544012"/>
            </a:xfrm>
            <a:prstGeom prst="ellipse">
              <a:avLst/>
            </a:prstGeom>
            <a:solidFill>
              <a:schemeClr val="accent3"/>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431" name="圖1.png" descr="圖1.png"/>
            <p:cNvPicPr>
              <a:picLocks noChangeAspect="1"/>
            </p:cNvPicPr>
            <p:nvPr/>
          </p:nvPicPr>
          <p:blipFill>
            <a:blip r:embed="rId2">
              <a:extLst/>
            </a:blip>
            <a:stretch>
              <a:fillRect/>
            </a:stretch>
          </p:blipFill>
          <p:spPr>
            <a:xfrm>
              <a:off x="0" y="0"/>
              <a:ext cx="10851435" cy="9296400"/>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4" name="Reduce the set of branching vertices"/>
          <p:cNvSpPr txBox="1"/>
          <p:nvPr>
            <p:ph type="title"/>
          </p:nvPr>
        </p:nvSpPr>
        <p:spPr>
          <a:prstGeom prst="rect">
            <a:avLst/>
          </a:prstGeom>
        </p:spPr>
        <p:txBody>
          <a:bodyPr/>
          <a:lstStyle>
            <a:lvl1pPr algn="l">
              <a:defRPr sz="9000"/>
            </a:lvl1pPr>
          </a:lstStyle>
          <a:p>
            <a:pPr/>
            <a:r>
              <a:t>Reduce the set of branching vertices</a:t>
            </a:r>
          </a:p>
        </p:txBody>
      </p:sp>
      <p:sp>
        <p:nvSpPr>
          <p:cNvPr id="435" name="Ordering：v1&lt;v2&lt;......&lt;v10…"/>
          <p:cNvSpPr txBox="1"/>
          <p:nvPr>
            <p:ph type="body" sz="half" idx="1"/>
          </p:nvPr>
        </p:nvSpPr>
        <p:spPr>
          <a:xfrm>
            <a:off x="12647271" y="3149600"/>
            <a:ext cx="11627621" cy="9816504"/>
          </a:xfrm>
          <a:prstGeom prst="rect">
            <a:avLst/>
          </a:prstGeom>
        </p:spPr>
        <p:txBody>
          <a:bodyPr anchor="t"/>
          <a:lstStyle/>
          <a:p>
            <a:pPr/>
            <a:r>
              <a:t>Ordering：v</a:t>
            </a:r>
            <a:r>
              <a:rPr baseline="-5999"/>
              <a:t>1</a:t>
            </a:r>
            <a:r>
              <a:t>&lt;v</a:t>
            </a:r>
            <a:r>
              <a:rPr baseline="-5999"/>
              <a:t>2</a:t>
            </a:r>
            <a:r>
              <a:t>&lt;......&lt;v</a:t>
            </a:r>
            <a:r>
              <a:rPr baseline="-5999"/>
              <a:t>10</a:t>
            </a:r>
          </a:p>
          <a:p>
            <a:pPr/>
            <a:r>
              <a:t>|C</a:t>
            </a:r>
            <a:r>
              <a:rPr baseline="-5999"/>
              <a:t>max</a:t>
            </a:r>
            <a:r>
              <a:t>| = 2, |C| = 0</a:t>
            </a:r>
          </a:p>
          <a:p>
            <a:pPr/>
            <a:r>
              <a:t>D</a:t>
            </a:r>
            <a:r>
              <a:rPr baseline="-5999"/>
              <a:t>1</a:t>
            </a:r>
            <a:r>
              <a:t> = {</a:t>
            </a:r>
            <a:r>
              <a:rPr>
                <a:solidFill>
                  <a:schemeClr val="accent1">
                    <a:lumOff val="-13575"/>
                  </a:schemeClr>
                </a:solidFill>
              </a:rPr>
              <a:t>v</a:t>
            </a:r>
            <a:r>
              <a:rPr baseline="-5999">
                <a:solidFill>
                  <a:schemeClr val="accent1">
                    <a:lumOff val="-13575"/>
                  </a:schemeClr>
                </a:solidFill>
              </a:rPr>
              <a:t>10</a:t>
            </a:r>
            <a:r>
              <a:rPr>
                <a:solidFill>
                  <a:schemeClr val="accent1">
                    <a:lumOff val="-13575"/>
                  </a:schemeClr>
                </a:solidFill>
              </a:rPr>
              <a:t>, v</a:t>
            </a:r>
            <a:r>
              <a:rPr baseline="-5999">
                <a:solidFill>
                  <a:schemeClr val="accent1">
                    <a:lumOff val="-13575"/>
                  </a:schemeClr>
                </a:solidFill>
              </a:rPr>
              <a:t>6</a:t>
            </a:r>
            <a:r>
              <a:rPr>
                <a:solidFill>
                  <a:schemeClr val="accent1">
                    <a:lumOff val="-13575"/>
                  </a:schemeClr>
                </a:solidFill>
              </a:rPr>
              <a:t>, v</a:t>
            </a:r>
            <a:r>
              <a:rPr baseline="-5999">
                <a:solidFill>
                  <a:schemeClr val="accent1">
                    <a:lumOff val="-13575"/>
                  </a:schemeClr>
                </a:solidFill>
              </a:rPr>
              <a:t>1</a:t>
            </a:r>
            <a:r>
              <a:t>}, D</a:t>
            </a:r>
            <a:r>
              <a:rPr baseline="-5999"/>
              <a:t>2</a:t>
            </a:r>
            <a:r>
              <a:t> = {</a:t>
            </a:r>
            <a:r>
              <a:rPr>
                <a:solidFill>
                  <a:schemeClr val="accent4">
                    <a:hueOff val="-1081314"/>
                    <a:satOff val="4338"/>
                    <a:lumOff val="-8931"/>
                  </a:schemeClr>
                </a:solidFill>
              </a:rPr>
              <a:t>v</a:t>
            </a:r>
            <a:r>
              <a:rPr baseline="-5999">
                <a:solidFill>
                  <a:schemeClr val="accent4">
                    <a:hueOff val="-1081314"/>
                    <a:satOff val="4338"/>
                    <a:lumOff val="-8931"/>
                  </a:schemeClr>
                </a:solidFill>
              </a:rPr>
              <a:t>9</a:t>
            </a:r>
            <a:r>
              <a:rPr>
                <a:solidFill>
                  <a:schemeClr val="accent4">
                    <a:hueOff val="-1081314"/>
                    <a:satOff val="4338"/>
                    <a:lumOff val="-8931"/>
                  </a:schemeClr>
                </a:solidFill>
              </a:rPr>
              <a:t>, v</a:t>
            </a:r>
            <a:r>
              <a:rPr baseline="-5999">
                <a:solidFill>
                  <a:schemeClr val="accent4">
                    <a:hueOff val="-1081314"/>
                    <a:satOff val="4338"/>
                    <a:lumOff val="-8931"/>
                  </a:schemeClr>
                </a:solidFill>
              </a:rPr>
              <a:t>8</a:t>
            </a:r>
            <a:r>
              <a:rPr>
                <a:solidFill>
                  <a:schemeClr val="accent4">
                    <a:hueOff val="-1081314"/>
                    <a:satOff val="4338"/>
                    <a:lumOff val="-8931"/>
                  </a:schemeClr>
                </a:solidFill>
              </a:rPr>
              <a:t>, v</a:t>
            </a:r>
            <a:r>
              <a:rPr baseline="-5999">
                <a:solidFill>
                  <a:schemeClr val="accent4">
                    <a:hueOff val="-1081314"/>
                    <a:satOff val="4338"/>
                    <a:lumOff val="-8931"/>
                  </a:schemeClr>
                </a:solidFill>
              </a:rPr>
              <a:t>7</a:t>
            </a:r>
            <a:r>
              <a:t>}</a:t>
            </a:r>
          </a:p>
          <a:p>
            <a:pPr/>
            <a:r>
              <a:t>B = {</a:t>
            </a:r>
            <a:r>
              <a:rPr>
                <a:solidFill>
                  <a:srgbClr val="5E5E5E"/>
                </a:solidFill>
              </a:rPr>
              <a:t>v</a:t>
            </a:r>
            <a:r>
              <a:rPr baseline="-5999">
                <a:solidFill>
                  <a:srgbClr val="5E5E5E"/>
                </a:solidFill>
              </a:rPr>
              <a:t>5</a:t>
            </a:r>
            <a:r>
              <a:rPr>
                <a:solidFill>
                  <a:srgbClr val="5E5E5E"/>
                </a:solidFill>
              </a:rPr>
              <a:t>, v</a:t>
            </a:r>
            <a:r>
              <a:rPr baseline="-5999">
                <a:solidFill>
                  <a:srgbClr val="5E5E5E"/>
                </a:solidFill>
              </a:rPr>
              <a:t>4</a:t>
            </a:r>
            <a:r>
              <a:rPr>
                <a:solidFill>
                  <a:srgbClr val="5E5E5E"/>
                </a:solidFill>
              </a:rPr>
              <a:t>, v</a:t>
            </a:r>
            <a:r>
              <a:rPr baseline="-5999">
                <a:solidFill>
                  <a:srgbClr val="5E5E5E"/>
                </a:solidFill>
              </a:rPr>
              <a:t>3</a:t>
            </a:r>
            <a:r>
              <a:rPr>
                <a:solidFill>
                  <a:srgbClr val="5E5E5E"/>
                </a:solidFill>
              </a:rPr>
              <a:t>, v</a:t>
            </a:r>
            <a:r>
              <a:rPr baseline="-5999">
                <a:solidFill>
                  <a:srgbClr val="5E5E5E"/>
                </a:solidFill>
              </a:rPr>
              <a:t>2</a:t>
            </a:r>
            <a:r>
              <a:t>}</a:t>
            </a:r>
          </a:p>
          <a:p>
            <a:pPr/>
          </a:p>
          <a:p>
            <a:pPr/>
            <a:r>
              <a:t>{D</a:t>
            </a:r>
            <a:r>
              <a:rPr baseline="-5999"/>
              <a:t>1</a:t>
            </a:r>
            <a:r>
              <a:t>, D</a:t>
            </a:r>
            <a:r>
              <a:rPr baseline="-5999"/>
              <a:t>2</a:t>
            </a:r>
            <a:r>
              <a:t>, </a:t>
            </a:r>
            <a:r>
              <a:rPr>
                <a:solidFill>
                  <a:schemeClr val="accent5">
                    <a:hueOff val="-82419"/>
                    <a:satOff val="-9513"/>
                    <a:lumOff val="-16343"/>
                  </a:schemeClr>
                </a:solidFill>
              </a:rPr>
              <a:t>v</a:t>
            </a:r>
            <a:r>
              <a:rPr baseline="-5999">
                <a:solidFill>
                  <a:schemeClr val="accent5">
                    <a:hueOff val="-82419"/>
                    <a:satOff val="-9513"/>
                    <a:lumOff val="-16343"/>
                  </a:schemeClr>
                </a:solidFill>
              </a:rPr>
              <a:t>5</a:t>
            </a:r>
            <a:r>
              <a:t>} can't form a clique of size 3 and is conflicting. </a:t>
            </a:r>
          </a:p>
          <a:p>
            <a:pPr/>
            <a:r>
              <a:t>Weaken soft clause.</a:t>
            </a:r>
          </a:p>
          <a:p>
            <a:pPr/>
            <a:r>
              <a:t>B' = {</a:t>
            </a:r>
            <a:r>
              <a:rPr>
                <a:solidFill>
                  <a:schemeClr val="accent5">
                    <a:hueOff val="-82419"/>
                    <a:satOff val="-9513"/>
                    <a:lumOff val="-16343"/>
                  </a:schemeClr>
                </a:solidFill>
              </a:rPr>
              <a:t>v</a:t>
            </a:r>
            <a:r>
              <a:rPr baseline="-5999">
                <a:solidFill>
                  <a:schemeClr val="accent5">
                    <a:hueOff val="-82419"/>
                    <a:satOff val="-9513"/>
                    <a:lumOff val="-16343"/>
                  </a:schemeClr>
                </a:solidFill>
              </a:rPr>
              <a:t>5</a:t>
            </a:r>
            <a:r>
              <a:t>}</a:t>
            </a:r>
          </a:p>
        </p:txBody>
      </p:sp>
      <p:sp>
        <p:nvSpPr>
          <p:cNvPr id="436"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37" name="圓形"/>
          <p:cNvSpPr/>
          <p:nvPr/>
        </p:nvSpPr>
        <p:spPr>
          <a:xfrm>
            <a:off x="10090112" y="4010645"/>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38" name="圓形"/>
          <p:cNvSpPr/>
          <p:nvPr/>
        </p:nvSpPr>
        <p:spPr>
          <a:xfrm>
            <a:off x="934840" y="6535708"/>
            <a:ext cx="1162355" cy="1162354"/>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39" name="圓形"/>
          <p:cNvSpPr/>
          <p:nvPr/>
        </p:nvSpPr>
        <p:spPr>
          <a:xfrm>
            <a:off x="8713477" y="7593698"/>
            <a:ext cx="1162355" cy="116235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40" name="圓形"/>
          <p:cNvSpPr/>
          <p:nvPr/>
        </p:nvSpPr>
        <p:spPr>
          <a:xfrm>
            <a:off x="3421720" y="8273787"/>
            <a:ext cx="1162355" cy="1162354"/>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41" name="圓形"/>
          <p:cNvSpPr/>
          <p:nvPr/>
        </p:nvSpPr>
        <p:spPr>
          <a:xfrm>
            <a:off x="3004680" y="2576337"/>
            <a:ext cx="1996436" cy="1996436"/>
          </a:xfrm>
          <a:prstGeom prst="ellipse">
            <a:avLst/>
          </a:prstGeom>
          <a:ln w="1016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42" name="圓形"/>
          <p:cNvSpPr/>
          <p:nvPr/>
        </p:nvSpPr>
        <p:spPr>
          <a:xfrm>
            <a:off x="8271037" y="4692492"/>
            <a:ext cx="1996435" cy="1996436"/>
          </a:xfrm>
          <a:prstGeom prst="ellipse">
            <a:avLst/>
          </a:prstGeom>
          <a:ln w="1016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43" name="圓形"/>
          <p:cNvSpPr/>
          <p:nvPr/>
        </p:nvSpPr>
        <p:spPr>
          <a:xfrm>
            <a:off x="6060980" y="6535708"/>
            <a:ext cx="1162355" cy="1162354"/>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44" name="圓形"/>
          <p:cNvSpPr/>
          <p:nvPr/>
        </p:nvSpPr>
        <p:spPr>
          <a:xfrm>
            <a:off x="8634254" y="5055709"/>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45" name="圓形"/>
          <p:cNvSpPr/>
          <p:nvPr/>
        </p:nvSpPr>
        <p:spPr>
          <a:xfrm>
            <a:off x="3288888" y="2835857"/>
            <a:ext cx="1428019" cy="1428020"/>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446"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8" name="Reduce the set of branching vertices"/>
          <p:cNvSpPr txBox="1"/>
          <p:nvPr>
            <p:ph type="title"/>
          </p:nvPr>
        </p:nvSpPr>
        <p:spPr>
          <a:prstGeom prst="rect">
            <a:avLst/>
          </a:prstGeom>
        </p:spPr>
        <p:txBody>
          <a:bodyPr/>
          <a:lstStyle>
            <a:lvl1pPr algn="l">
              <a:defRPr sz="9000"/>
            </a:lvl1pPr>
          </a:lstStyle>
          <a:p>
            <a:pPr/>
            <a:r>
              <a:t>Reduce the set of branching vertices</a:t>
            </a:r>
          </a:p>
        </p:txBody>
      </p:sp>
      <p:sp>
        <p:nvSpPr>
          <p:cNvPr id="449" name="Ordering：v1&lt;v2&lt;......&lt;v10…"/>
          <p:cNvSpPr txBox="1"/>
          <p:nvPr>
            <p:ph type="body" sz="half" idx="1"/>
          </p:nvPr>
        </p:nvSpPr>
        <p:spPr>
          <a:xfrm>
            <a:off x="12647271" y="3149600"/>
            <a:ext cx="11627621" cy="9816504"/>
          </a:xfrm>
          <a:prstGeom prst="rect">
            <a:avLst/>
          </a:prstGeom>
        </p:spPr>
        <p:txBody>
          <a:bodyPr anchor="t"/>
          <a:lstStyle/>
          <a:p>
            <a:pPr/>
            <a:r>
              <a:t>Ordering：v</a:t>
            </a:r>
            <a:r>
              <a:rPr baseline="-5999"/>
              <a:t>1</a:t>
            </a:r>
            <a:r>
              <a:t>&lt;v</a:t>
            </a:r>
            <a:r>
              <a:rPr baseline="-5999"/>
              <a:t>2</a:t>
            </a:r>
            <a:r>
              <a:t>&lt;......&lt;v</a:t>
            </a:r>
            <a:r>
              <a:rPr baseline="-5999"/>
              <a:t>10</a:t>
            </a:r>
          </a:p>
          <a:p>
            <a:pPr/>
            <a:r>
              <a:t>|C</a:t>
            </a:r>
            <a:r>
              <a:rPr baseline="-5999"/>
              <a:t>max</a:t>
            </a:r>
            <a:r>
              <a:t>| = 2, |C| = 0</a:t>
            </a:r>
          </a:p>
          <a:p>
            <a:pPr/>
            <a:r>
              <a:t>D</a:t>
            </a:r>
            <a:r>
              <a:rPr baseline="-5999"/>
              <a:t>1</a:t>
            </a:r>
            <a:r>
              <a:t> = {</a:t>
            </a:r>
            <a:r>
              <a:rPr>
                <a:solidFill>
                  <a:schemeClr val="accent1">
                    <a:lumOff val="-13575"/>
                  </a:schemeClr>
                </a:solidFill>
              </a:rPr>
              <a:t>v</a:t>
            </a:r>
            <a:r>
              <a:rPr baseline="-5999">
                <a:solidFill>
                  <a:schemeClr val="accent1">
                    <a:lumOff val="-13575"/>
                  </a:schemeClr>
                </a:solidFill>
              </a:rPr>
              <a:t>10</a:t>
            </a:r>
            <a:r>
              <a:rPr>
                <a:solidFill>
                  <a:schemeClr val="accent1">
                    <a:lumOff val="-13575"/>
                  </a:schemeClr>
                </a:solidFill>
              </a:rPr>
              <a:t>, v</a:t>
            </a:r>
            <a:r>
              <a:rPr baseline="-5999">
                <a:solidFill>
                  <a:schemeClr val="accent1">
                    <a:lumOff val="-13575"/>
                  </a:schemeClr>
                </a:solidFill>
              </a:rPr>
              <a:t>6</a:t>
            </a:r>
            <a:r>
              <a:rPr>
                <a:solidFill>
                  <a:schemeClr val="accent1">
                    <a:lumOff val="-13575"/>
                  </a:schemeClr>
                </a:solidFill>
              </a:rPr>
              <a:t>, v</a:t>
            </a:r>
            <a:r>
              <a:rPr baseline="-5999">
                <a:solidFill>
                  <a:schemeClr val="accent1">
                    <a:lumOff val="-13575"/>
                  </a:schemeClr>
                </a:solidFill>
              </a:rPr>
              <a:t>1</a:t>
            </a:r>
            <a:r>
              <a:t>}, D</a:t>
            </a:r>
            <a:r>
              <a:rPr baseline="-5999"/>
              <a:t>2</a:t>
            </a:r>
            <a:r>
              <a:t> = {</a:t>
            </a:r>
            <a:r>
              <a:rPr>
                <a:solidFill>
                  <a:schemeClr val="accent4">
                    <a:hueOff val="-1081314"/>
                    <a:satOff val="4338"/>
                    <a:lumOff val="-8931"/>
                  </a:schemeClr>
                </a:solidFill>
              </a:rPr>
              <a:t>v</a:t>
            </a:r>
            <a:r>
              <a:rPr baseline="-5999">
                <a:solidFill>
                  <a:schemeClr val="accent4">
                    <a:hueOff val="-1081314"/>
                    <a:satOff val="4338"/>
                    <a:lumOff val="-8931"/>
                  </a:schemeClr>
                </a:solidFill>
              </a:rPr>
              <a:t>9</a:t>
            </a:r>
            <a:r>
              <a:rPr>
                <a:solidFill>
                  <a:schemeClr val="accent4">
                    <a:hueOff val="-1081314"/>
                    <a:satOff val="4338"/>
                    <a:lumOff val="-8931"/>
                  </a:schemeClr>
                </a:solidFill>
              </a:rPr>
              <a:t>, v</a:t>
            </a:r>
            <a:r>
              <a:rPr baseline="-5999">
                <a:solidFill>
                  <a:schemeClr val="accent4">
                    <a:hueOff val="-1081314"/>
                    <a:satOff val="4338"/>
                    <a:lumOff val="-8931"/>
                  </a:schemeClr>
                </a:solidFill>
              </a:rPr>
              <a:t>8</a:t>
            </a:r>
            <a:r>
              <a:rPr>
                <a:solidFill>
                  <a:schemeClr val="accent4">
                    <a:hueOff val="-1081314"/>
                    <a:satOff val="4338"/>
                    <a:lumOff val="-8931"/>
                  </a:schemeClr>
                </a:solidFill>
              </a:rPr>
              <a:t>, v</a:t>
            </a:r>
            <a:r>
              <a:rPr baseline="-5999">
                <a:solidFill>
                  <a:schemeClr val="accent4">
                    <a:hueOff val="-1081314"/>
                    <a:satOff val="4338"/>
                    <a:lumOff val="-8931"/>
                  </a:schemeClr>
                </a:solidFill>
              </a:rPr>
              <a:t>7</a:t>
            </a:r>
            <a:r>
              <a:t>}</a:t>
            </a:r>
          </a:p>
          <a:p>
            <a:pPr/>
            <a:r>
              <a:t>B = {</a:t>
            </a:r>
            <a:r>
              <a:rPr>
                <a:solidFill>
                  <a:srgbClr val="5E5E5E"/>
                </a:solidFill>
              </a:rPr>
              <a:t>v</a:t>
            </a:r>
            <a:r>
              <a:rPr baseline="-5999">
                <a:solidFill>
                  <a:srgbClr val="5E5E5E"/>
                </a:solidFill>
              </a:rPr>
              <a:t>5</a:t>
            </a:r>
            <a:r>
              <a:rPr>
                <a:solidFill>
                  <a:srgbClr val="5E5E5E"/>
                </a:solidFill>
              </a:rPr>
              <a:t>, v</a:t>
            </a:r>
            <a:r>
              <a:rPr baseline="-5999">
                <a:solidFill>
                  <a:srgbClr val="5E5E5E"/>
                </a:solidFill>
              </a:rPr>
              <a:t>4</a:t>
            </a:r>
            <a:r>
              <a:rPr>
                <a:solidFill>
                  <a:srgbClr val="5E5E5E"/>
                </a:solidFill>
              </a:rPr>
              <a:t>, v</a:t>
            </a:r>
            <a:r>
              <a:rPr baseline="-5999">
                <a:solidFill>
                  <a:srgbClr val="5E5E5E"/>
                </a:solidFill>
              </a:rPr>
              <a:t>3</a:t>
            </a:r>
            <a:r>
              <a:rPr>
                <a:solidFill>
                  <a:srgbClr val="5E5E5E"/>
                </a:solidFill>
              </a:rPr>
              <a:t>, v</a:t>
            </a:r>
            <a:r>
              <a:rPr baseline="-5999">
                <a:solidFill>
                  <a:srgbClr val="5E5E5E"/>
                </a:solidFill>
              </a:rPr>
              <a:t>2</a:t>
            </a:r>
            <a:r>
              <a:t>}</a:t>
            </a:r>
          </a:p>
          <a:p>
            <a:pPr/>
          </a:p>
          <a:p>
            <a:pPr/>
            <a:r>
              <a:t>{D</a:t>
            </a:r>
            <a:r>
              <a:rPr baseline="-5999"/>
              <a:t>1</a:t>
            </a:r>
            <a:r>
              <a:t>, D</a:t>
            </a:r>
            <a:r>
              <a:rPr baseline="-5999"/>
              <a:t>2</a:t>
            </a:r>
            <a:r>
              <a:t>, </a:t>
            </a:r>
            <a:r>
              <a:rPr>
                <a:solidFill>
                  <a:schemeClr val="accent5">
                    <a:hueOff val="-82419"/>
                    <a:satOff val="-9513"/>
                    <a:lumOff val="-16343"/>
                  </a:schemeClr>
                </a:solidFill>
              </a:rPr>
              <a:t>v</a:t>
            </a:r>
            <a:r>
              <a:rPr baseline="-5999">
                <a:solidFill>
                  <a:schemeClr val="accent5">
                    <a:hueOff val="-82419"/>
                    <a:satOff val="-9513"/>
                    <a:lumOff val="-16343"/>
                  </a:schemeClr>
                </a:solidFill>
              </a:rPr>
              <a:t>4</a:t>
            </a:r>
            <a:r>
              <a:t>} can't form a clique of size 3 and is conflicting. </a:t>
            </a:r>
          </a:p>
          <a:p>
            <a:pPr/>
            <a:r>
              <a:t>Weaken soft clause.</a:t>
            </a:r>
          </a:p>
          <a:p>
            <a:pPr/>
            <a:r>
              <a:t>B' = {</a:t>
            </a:r>
            <a:r>
              <a:rPr>
                <a:solidFill>
                  <a:srgbClr val="5E5E5E"/>
                </a:solidFill>
              </a:rPr>
              <a:t>v</a:t>
            </a:r>
            <a:r>
              <a:rPr baseline="-5999">
                <a:solidFill>
                  <a:srgbClr val="5E5E5E"/>
                </a:solidFill>
              </a:rPr>
              <a:t>5 </a:t>
            </a:r>
            <a:r>
              <a:rPr>
                <a:solidFill>
                  <a:srgbClr val="5E5E5E"/>
                </a:solidFill>
              </a:rPr>
              <a:t>, </a:t>
            </a:r>
            <a:r>
              <a:rPr>
                <a:solidFill>
                  <a:schemeClr val="accent5">
                    <a:hueOff val="-82419"/>
                    <a:satOff val="-9513"/>
                    <a:lumOff val="-16343"/>
                  </a:schemeClr>
                </a:solidFill>
              </a:rPr>
              <a:t>v</a:t>
            </a:r>
            <a:r>
              <a:rPr baseline="-5999">
                <a:solidFill>
                  <a:schemeClr val="accent5">
                    <a:hueOff val="-82419"/>
                    <a:satOff val="-9513"/>
                    <a:lumOff val="-16343"/>
                  </a:schemeClr>
                </a:solidFill>
              </a:rPr>
              <a:t>4</a:t>
            </a:r>
            <a:r>
              <a:t>}</a:t>
            </a:r>
          </a:p>
        </p:txBody>
      </p:sp>
      <p:sp>
        <p:nvSpPr>
          <p:cNvPr id="450"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51" name="圓形"/>
          <p:cNvSpPr/>
          <p:nvPr/>
        </p:nvSpPr>
        <p:spPr>
          <a:xfrm>
            <a:off x="10090112" y="4010645"/>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52" name="圓形"/>
          <p:cNvSpPr/>
          <p:nvPr/>
        </p:nvSpPr>
        <p:spPr>
          <a:xfrm>
            <a:off x="934840" y="6535708"/>
            <a:ext cx="1162355" cy="1162354"/>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53" name="圓形"/>
          <p:cNvSpPr/>
          <p:nvPr/>
        </p:nvSpPr>
        <p:spPr>
          <a:xfrm>
            <a:off x="8713477" y="7593698"/>
            <a:ext cx="1162355" cy="116235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54" name="圓形"/>
          <p:cNvSpPr/>
          <p:nvPr/>
        </p:nvSpPr>
        <p:spPr>
          <a:xfrm>
            <a:off x="3421720" y="8273787"/>
            <a:ext cx="1162355" cy="1162354"/>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55" name="圓形"/>
          <p:cNvSpPr/>
          <p:nvPr/>
        </p:nvSpPr>
        <p:spPr>
          <a:xfrm>
            <a:off x="517799" y="6118667"/>
            <a:ext cx="1996436" cy="1996436"/>
          </a:xfrm>
          <a:prstGeom prst="ellipse">
            <a:avLst/>
          </a:prstGeom>
          <a:ln w="1016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56" name="圓形"/>
          <p:cNvSpPr/>
          <p:nvPr/>
        </p:nvSpPr>
        <p:spPr>
          <a:xfrm>
            <a:off x="8296437" y="7123134"/>
            <a:ext cx="1996435" cy="1996436"/>
          </a:xfrm>
          <a:prstGeom prst="ellipse">
            <a:avLst/>
          </a:prstGeom>
          <a:ln w="1016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57" name="圓形"/>
          <p:cNvSpPr/>
          <p:nvPr/>
        </p:nvSpPr>
        <p:spPr>
          <a:xfrm>
            <a:off x="8662677" y="5066849"/>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58" name="圓形"/>
          <p:cNvSpPr/>
          <p:nvPr/>
        </p:nvSpPr>
        <p:spPr>
          <a:xfrm>
            <a:off x="6024233" y="6481884"/>
            <a:ext cx="1270001" cy="1270001"/>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59" name="圓形"/>
          <p:cNvSpPr/>
          <p:nvPr/>
        </p:nvSpPr>
        <p:spPr>
          <a:xfrm>
            <a:off x="3367897" y="10336221"/>
            <a:ext cx="1270001" cy="1270001"/>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60" name="圓形"/>
          <p:cNvSpPr/>
          <p:nvPr/>
        </p:nvSpPr>
        <p:spPr>
          <a:xfrm>
            <a:off x="3290499" y="2893947"/>
            <a:ext cx="1424797" cy="1424796"/>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461"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3" name="Reduce the set of branching vertices"/>
          <p:cNvSpPr txBox="1"/>
          <p:nvPr>
            <p:ph type="title"/>
          </p:nvPr>
        </p:nvSpPr>
        <p:spPr>
          <a:prstGeom prst="rect">
            <a:avLst/>
          </a:prstGeom>
        </p:spPr>
        <p:txBody>
          <a:bodyPr/>
          <a:lstStyle>
            <a:lvl1pPr algn="l">
              <a:defRPr sz="9000"/>
            </a:lvl1pPr>
          </a:lstStyle>
          <a:p>
            <a:pPr/>
            <a:r>
              <a:t>Reduce the set of branching vertices</a:t>
            </a:r>
          </a:p>
        </p:txBody>
      </p:sp>
      <p:sp>
        <p:nvSpPr>
          <p:cNvPr id="464"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65" name="Ordering：v1&lt;v2&lt;......&lt;v10…"/>
          <p:cNvSpPr txBox="1"/>
          <p:nvPr>
            <p:ph type="body" sz="half" idx="1"/>
          </p:nvPr>
        </p:nvSpPr>
        <p:spPr>
          <a:xfrm>
            <a:off x="12647271" y="3149600"/>
            <a:ext cx="11627621" cy="9816504"/>
          </a:xfrm>
          <a:prstGeom prst="rect">
            <a:avLst/>
          </a:prstGeom>
        </p:spPr>
        <p:txBody>
          <a:bodyPr anchor="t"/>
          <a:lstStyle/>
          <a:p>
            <a:pPr/>
            <a:r>
              <a:t>Ordering：v</a:t>
            </a:r>
            <a:r>
              <a:rPr baseline="-5999"/>
              <a:t>1</a:t>
            </a:r>
            <a:r>
              <a:t>&lt;v</a:t>
            </a:r>
            <a:r>
              <a:rPr baseline="-5999"/>
              <a:t>2</a:t>
            </a:r>
            <a:r>
              <a:t>&lt;......&lt;v</a:t>
            </a:r>
            <a:r>
              <a:rPr baseline="-5999"/>
              <a:t>10</a:t>
            </a:r>
          </a:p>
          <a:p>
            <a:pPr/>
            <a:r>
              <a:t>|C</a:t>
            </a:r>
            <a:r>
              <a:rPr baseline="-5999"/>
              <a:t>max</a:t>
            </a:r>
            <a:r>
              <a:t>| = 2, |C| = 0</a:t>
            </a:r>
          </a:p>
          <a:p>
            <a:pPr/>
            <a:r>
              <a:t>D</a:t>
            </a:r>
            <a:r>
              <a:rPr baseline="-5999"/>
              <a:t>1</a:t>
            </a:r>
            <a:r>
              <a:t> = {</a:t>
            </a:r>
            <a:r>
              <a:rPr>
                <a:solidFill>
                  <a:schemeClr val="accent1">
                    <a:lumOff val="-13575"/>
                  </a:schemeClr>
                </a:solidFill>
              </a:rPr>
              <a:t>v</a:t>
            </a:r>
            <a:r>
              <a:rPr baseline="-5999">
                <a:solidFill>
                  <a:schemeClr val="accent1">
                    <a:lumOff val="-13575"/>
                  </a:schemeClr>
                </a:solidFill>
              </a:rPr>
              <a:t>10</a:t>
            </a:r>
            <a:r>
              <a:rPr>
                <a:solidFill>
                  <a:schemeClr val="accent1">
                    <a:lumOff val="-13575"/>
                  </a:schemeClr>
                </a:solidFill>
              </a:rPr>
              <a:t>, v</a:t>
            </a:r>
            <a:r>
              <a:rPr baseline="-5999">
                <a:solidFill>
                  <a:schemeClr val="accent1">
                    <a:lumOff val="-13575"/>
                  </a:schemeClr>
                </a:solidFill>
              </a:rPr>
              <a:t>6</a:t>
            </a:r>
            <a:r>
              <a:rPr>
                <a:solidFill>
                  <a:schemeClr val="accent1">
                    <a:lumOff val="-13575"/>
                  </a:schemeClr>
                </a:solidFill>
              </a:rPr>
              <a:t>, v</a:t>
            </a:r>
            <a:r>
              <a:rPr baseline="-5999">
                <a:solidFill>
                  <a:schemeClr val="accent1">
                    <a:lumOff val="-13575"/>
                  </a:schemeClr>
                </a:solidFill>
              </a:rPr>
              <a:t>1</a:t>
            </a:r>
            <a:r>
              <a:t>}, D</a:t>
            </a:r>
            <a:r>
              <a:rPr baseline="-5999"/>
              <a:t>2</a:t>
            </a:r>
            <a:r>
              <a:t> = {</a:t>
            </a:r>
            <a:r>
              <a:rPr>
                <a:solidFill>
                  <a:schemeClr val="accent4">
                    <a:hueOff val="-1081314"/>
                    <a:satOff val="4338"/>
                    <a:lumOff val="-8931"/>
                  </a:schemeClr>
                </a:solidFill>
              </a:rPr>
              <a:t>v</a:t>
            </a:r>
            <a:r>
              <a:rPr baseline="-5999">
                <a:solidFill>
                  <a:schemeClr val="accent4">
                    <a:hueOff val="-1081314"/>
                    <a:satOff val="4338"/>
                    <a:lumOff val="-8931"/>
                  </a:schemeClr>
                </a:solidFill>
              </a:rPr>
              <a:t>9</a:t>
            </a:r>
            <a:r>
              <a:rPr>
                <a:solidFill>
                  <a:schemeClr val="accent4">
                    <a:hueOff val="-1081314"/>
                    <a:satOff val="4338"/>
                    <a:lumOff val="-8931"/>
                  </a:schemeClr>
                </a:solidFill>
              </a:rPr>
              <a:t>, v</a:t>
            </a:r>
            <a:r>
              <a:rPr baseline="-5999">
                <a:solidFill>
                  <a:schemeClr val="accent4">
                    <a:hueOff val="-1081314"/>
                    <a:satOff val="4338"/>
                    <a:lumOff val="-8931"/>
                  </a:schemeClr>
                </a:solidFill>
              </a:rPr>
              <a:t>8</a:t>
            </a:r>
            <a:r>
              <a:rPr>
                <a:solidFill>
                  <a:schemeClr val="accent4">
                    <a:hueOff val="-1081314"/>
                    <a:satOff val="4338"/>
                    <a:lumOff val="-8931"/>
                  </a:schemeClr>
                </a:solidFill>
              </a:rPr>
              <a:t>, v</a:t>
            </a:r>
            <a:r>
              <a:rPr baseline="-5999">
                <a:solidFill>
                  <a:schemeClr val="accent4">
                    <a:hueOff val="-1081314"/>
                    <a:satOff val="4338"/>
                    <a:lumOff val="-8931"/>
                  </a:schemeClr>
                </a:solidFill>
              </a:rPr>
              <a:t>7</a:t>
            </a:r>
            <a:r>
              <a:t>}</a:t>
            </a:r>
          </a:p>
          <a:p>
            <a:pPr/>
            <a:r>
              <a:t>B = {</a:t>
            </a:r>
            <a:r>
              <a:rPr>
                <a:solidFill>
                  <a:srgbClr val="5E5E5E"/>
                </a:solidFill>
              </a:rPr>
              <a:t>v</a:t>
            </a:r>
            <a:r>
              <a:rPr baseline="-5999">
                <a:solidFill>
                  <a:srgbClr val="5E5E5E"/>
                </a:solidFill>
              </a:rPr>
              <a:t>5</a:t>
            </a:r>
            <a:r>
              <a:rPr>
                <a:solidFill>
                  <a:srgbClr val="5E5E5E"/>
                </a:solidFill>
              </a:rPr>
              <a:t>, v</a:t>
            </a:r>
            <a:r>
              <a:rPr baseline="-5999">
                <a:solidFill>
                  <a:srgbClr val="5E5E5E"/>
                </a:solidFill>
              </a:rPr>
              <a:t>4</a:t>
            </a:r>
            <a:r>
              <a:rPr>
                <a:solidFill>
                  <a:srgbClr val="5E5E5E"/>
                </a:solidFill>
              </a:rPr>
              <a:t>, v</a:t>
            </a:r>
            <a:r>
              <a:rPr baseline="-5999">
                <a:solidFill>
                  <a:srgbClr val="5E5E5E"/>
                </a:solidFill>
              </a:rPr>
              <a:t>3</a:t>
            </a:r>
            <a:r>
              <a:rPr>
                <a:solidFill>
                  <a:srgbClr val="5E5E5E"/>
                </a:solidFill>
              </a:rPr>
              <a:t>, v</a:t>
            </a:r>
            <a:r>
              <a:rPr baseline="-5999">
                <a:solidFill>
                  <a:srgbClr val="5E5E5E"/>
                </a:solidFill>
              </a:rPr>
              <a:t>2</a:t>
            </a:r>
            <a:r>
              <a:t>}</a:t>
            </a:r>
          </a:p>
          <a:p>
            <a:pPr/>
          </a:p>
          <a:p>
            <a:pPr/>
            <a:r>
              <a:t>{D</a:t>
            </a:r>
            <a:r>
              <a:rPr baseline="-5999"/>
              <a:t>1</a:t>
            </a:r>
            <a:r>
              <a:t>, D</a:t>
            </a:r>
            <a:r>
              <a:rPr baseline="-5999"/>
              <a:t>2</a:t>
            </a:r>
            <a:r>
              <a:t>, </a:t>
            </a:r>
            <a:r>
              <a:rPr>
                <a:solidFill>
                  <a:schemeClr val="accent5">
                    <a:hueOff val="-82419"/>
                    <a:satOff val="-9513"/>
                    <a:lumOff val="-16343"/>
                  </a:schemeClr>
                </a:solidFill>
              </a:rPr>
              <a:t>v</a:t>
            </a:r>
            <a:r>
              <a:rPr baseline="-5999">
                <a:solidFill>
                  <a:schemeClr val="accent5">
                    <a:hueOff val="-82419"/>
                    <a:satOff val="-9513"/>
                    <a:lumOff val="-16343"/>
                  </a:schemeClr>
                </a:solidFill>
              </a:rPr>
              <a:t>3</a:t>
            </a:r>
            <a:r>
              <a:t>} can't form a clique of size 3 and </a:t>
            </a:r>
            <a:r>
              <a:rPr b="1">
                <a:solidFill>
                  <a:schemeClr val="accent5">
                    <a:hueOff val="-82419"/>
                    <a:satOff val="-9513"/>
                    <a:lumOff val="-16343"/>
                  </a:schemeClr>
                </a:solidFill>
              </a:rPr>
              <a:t>is'n</a:t>
            </a:r>
            <a:r>
              <a:t> conflicting. </a:t>
            </a:r>
          </a:p>
          <a:p>
            <a:pPr/>
            <a:r>
              <a:rPr b="1">
                <a:solidFill>
                  <a:schemeClr val="accent5">
                    <a:hueOff val="-82419"/>
                    <a:satOff val="-9513"/>
                    <a:lumOff val="-16343"/>
                  </a:schemeClr>
                </a:solidFill>
              </a:rPr>
              <a:t>Don't</a:t>
            </a:r>
            <a:r>
              <a:t> weaken soft clause.</a:t>
            </a:r>
          </a:p>
          <a:p>
            <a:pPr/>
            <a:r>
              <a:t>B' = {</a:t>
            </a:r>
            <a:r>
              <a:rPr>
                <a:solidFill>
                  <a:srgbClr val="5E5E5E"/>
                </a:solidFill>
              </a:rPr>
              <a:t>v</a:t>
            </a:r>
            <a:r>
              <a:rPr baseline="-5999">
                <a:solidFill>
                  <a:srgbClr val="5E5E5E"/>
                </a:solidFill>
              </a:rPr>
              <a:t>5 </a:t>
            </a:r>
            <a:r>
              <a:rPr>
                <a:solidFill>
                  <a:srgbClr val="5E5E5E"/>
                </a:solidFill>
              </a:rPr>
              <a:t>, v</a:t>
            </a:r>
            <a:r>
              <a:rPr baseline="-5999">
                <a:solidFill>
                  <a:srgbClr val="5E5E5E"/>
                </a:solidFill>
              </a:rPr>
              <a:t>4</a:t>
            </a:r>
            <a:r>
              <a:t>}</a:t>
            </a:r>
          </a:p>
        </p:txBody>
      </p:sp>
      <p:sp>
        <p:nvSpPr>
          <p:cNvPr id="466" name="圓形"/>
          <p:cNvSpPr/>
          <p:nvPr/>
        </p:nvSpPr>
        <p:spPr>
          <a:xfrm>
            <a:off x="10090112" y="4010645"/>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67" name="圓形"/>
          <p:cNvSpPr/>
          <p:nvPr/>
        </p:nvSpPr>
        <p:spPr>
          <a:xfrm>
            <a:off x="934840" y="6535708"/>
            <a:ext cx="1162355" cy="1162354"/>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68" name="圓形"/>
          <p:cNvSpPr/>
          <p:nvPr/>
        </p:nvSpPr>
        <p:spPr>
          <a:xfrm>
            <a:off x="8713477" y="7593698"/>
            <a:ext cx="1162355" cy="116235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69" name="圓形"/>
          <p:cNvSpPr/>
          <p:nvPr/>
        </p:nvSpPr>
        <p:spPr>
          <a:xfrm>
            <a:off x="3421720" y="8273787"/>
            <a:ext cx="1162355" cy="1162354"/>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70" name="圓形"/>
          <p:cNvSpPr/>
          <p:nvPr/>
        </p:nvSpPr>
        <p:spPr>
          <a:xfrm>
            <a:off x="9726895" y="3647427"/>
            <a:ext cx="1996436" cy="1996436"/>
          </a:xfrm>
          <a:prstGeom prst="ellipse">
            <a:avLst/>
          </a:prstGeom>
          <a:ln w="1016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71" name="圓形"/>
          <p:cNvSpPr/>
          <p:nvPr/>
        </p:nvSpPr>
        <p:spPr>
          <a:xfrm>
            <a:off x="8296437" y="7123134"/>
            <a:ext cx="1996435" cy="1996436"/>
          </a:xfrm>
          <a:prstGeom prst="ellipse">
            <a:avLst/>
          </a:prstGeom>
          <a:ln w="1016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72" name="圓形"/>
          <p:cNvSpPr/>
          <p:nvPr/>
        </p:nvSpPr>
        <p:spPr>
          <a:xfrm>
            <a:off x="8662677" y="5066849"/>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73" name="圓形"/>
          <p:cNvSpPr/>
          <p:nvPr/>
        </p:nvSpPr>
        <p:spPr>
          <a:xfrm>
            <a:off x="6024233" y="6481884"/>
            <a:ext cx="1270001" cy="1270001"/>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74" name="圓形"/>
          <p:cNvSpPr/>
          <p:nvPr/>
        </p:nvSpPr>
        <p:spPr>
          <a:xfrm>
            <a:off x="3367897" y="10336221"/>
            <a:ext cx="1270001" cy="1270001"/>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75" name="圓形"/>
          <p:cNvSpPr/>
          <p:nvPr/>
        </p:nvSpPr>
        <p:spPr>
          <a:xfrm>
            <a:off x="3290499" y="2893947"/>
            <a:ext cx="1424797" cy="1424796"/>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476"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8" name="Reduce the set of branching vertices"/>
          <p:cNvSpPr txBox="1"/>
          <p:nvPr>
            <p:ph type="title"/>
          </p:nvPr>
        </p:nvSpPr>
        <p:spPr>
          <a:prstGeom prst="rect">
            <a:avLst/>
          </a:prstGeom>
        </p:spPr>
        <p:txBody>
          <a:bodyPr/>
          <a:lstStyle>
            <a:lvl1pPr algn="l">
              <a:defRPr sz="9000"/>
            </a:lvl1pPr>
          </a:lstStyle>
          <a:p>
            <a:pPr/>
            <a:r>
              <a:t>Reduce the set of branching vertices</a:t>
            </a:r>
          </a:p>
        </p:txBody>
      </p:sp>
      <p:sp>
        <p:nvSpPr>
          <p:cNvPr id="479"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80" name="圓形"/>
          <p:cNvSpPr/>
          <p:nvPr/>
        </p:nvSpPr>
        <p:spPr>
          <a:xfrm>
            <a:off x="10090112" y="4010645"/>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81" name="圓形"/>
          <p:cNvSpPr/>
          <p:nvPr/>
        </p:nvSpPr>
        <p:spPr>
          <a:xfrm>
            <a:off x="934840" y="6535708"/>
            <a:ext cx="1162355" cy="1162354"/>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82" name="圓形"/>
          <p:cNvSpPr/>
          <p:nvPr/>
        </p:nvSpPr>
        <p:spPr>
          <a:xfrm>
            <a:off x="8713477" y="7593698"/>
            <a:ext cx="1162355" cy="1162355"/>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83" name="圓形"/>
          <p:cNvSpPr/>
          <p:nvPr/>
        </p:nvSpPr>
        <p:spPr>
          <a:xfrm>
            <a:off x="3421720" y="8273787"/>
            <a:ext cx="1162355" cy="1162354"/>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84" name="Ordering：v1&lt;v2&lt;......&lt;v10…"/>
          <p:cNvSpPr txBox="1"/>
          <p:nvPr>
            <p:ph type="body" sz="half" idx="1"/>
          </p:nvPr>
        </p:nvSpPr>
        <p:spPr>
          <a:xfrm>
            <a:off x="12647271" y="3149600"/>
            <a:ext cx="11627621" cy="9816504"/>
          </a:xfrm>
          <a:prstGeom prst="rect">
            <a:avLst/>
          </a:prstGeom>
        </p:spPr>
        <p:txBody>
          <a:bodyPr anchor="t"/>
          <a:lstStyle/>
          <a:p>
            <a:pPr/>
            <a:r>
              <a:t>Ordering：v</a:t>
            </a:r>
            <a:r>
              <a:rPr baseline="-5999"/>
              <a:t>1</a:t>
            </a:r>
            <a:r>
              <a:t>&lt;v</a:t>
            </a:r>
            <a:r>
              <a:rPr baseline="-5999"/>
              <a:t>2</a:t>
            </a:r>
            <a:r>
              <a:t>&lt;......&lt;v</a:t>
            </a:r>
            <a:r>
              <a:rPr baseline="-5999"/>
              <a:t>10</a:t>
            </a:r>
          </a:p>
          <a:p>
            <a:pPr/>
            <a:r>
              <a:t>|C</a:t>
            </a:r>
            <a:r>
              <a:rPr baseline="-5999"/>
              <a:t>max</a:t>
            </a:r>
            <a:r>
              <a:t>| = 2, |C| = 0</a:t>
            </a:r>
          </a:p>
          <a:p>
            <a:pPr/>
            <a:r>
              <a:t>D</a:t>
            </a:r>
            <a:r>
              <a:rPr baseline="-5999"/>
              <a:t>1</a:t>
            </a:r>
            <a:r>
              <a:t> = {</a:t>
            </a:r>
            <a:r>
              <a:rPr>
                <a:solidFill>
                  <a:schemeClr val="accent1">
                    <a:lumOff val="-13575"/>
                  </a:schemeClr>
                </a:solidFill>
              </a:rPr>
              <a:t>v</a:t>
            </a:r>
            <a:r>
              <a:rPr baseline="-5999">
                <a:solidFill>
                  <a:schemeClr val="accent1">
                    <a:lumOff val="-13575"/>
                  </a:schemeClr>
                </a:solidFill>
              </a:rPr>
              <a:t>10</a:t>
            </a:r>
            <a:r>
              <a:rPr>
                <a:solidFill>
                  <a:schemeClr val="accent1">
                    <a:lumOff val="-13575"/>
                  </a:schemeClr>
                </a:solidFill>
              </a:rPr>
              <a:t>, v</a:t>
            </a:r>
            <a:r>
              <a:rPr baseline="-5999">
                <a:solidFill>
                  <a:schemeClr val="accent1">
                    <a:lumOff val="-13575"/>
                  </a:schemeClr>
                </a:solidFill>
              </a:rPr>
              <a:t>6</a:t>
            </a:r>
            <a:r>
              <a:rPr>
                <a:solidFill>
                  <a:schemeClr val="accent1">
                    <a:lumOff val="-13575"/>
                  </a:schemeClr>
                </a:solidFill>
              </a:rPr>
              <a:t>, v</a:t>
            </a:r>
            <a:r>
              <a:rPr baseline="-5999">
                <a:solidFill>
                  <a:schemeClr val="accent1">
                    <a:lumOff val="-13575"/>
                  </a:schemeClr>
                </a:solidFill>
              </a:rPr>
              <a:t>1</a:t>
            </a:r>
            <a:r>
              <a:t>}, D</a:t>
            </a:r>
            <a:r>
              <a:rPr baseline="-5999"/>
              <a:t>2</a:t>
            </a:r>
            <a:r>
              <a:t> = {</a:t>
            </a:r>
            <a:r>
              <a:rPr>
                <a:solidFill>
                  <a:schemeClr val="accent4">
                    <a:hueOff val="-1081314"/>
                    <a:satOff val="4338"/>
                    <a:lumOff val="-8931"/>
                  </a:schemeClr>
                </a:solidFill>
              </a:rPr>
              <a:t>v</a:t>
            </a:r>
            <a:r>
              <a:rPr baseline="-5999">
                <a:solidFill>
                  <a:schemeClr val="accent4">
                    <a:hueOff val="-1081314"/>
                    <a:satOff val="4338"/>
                    <a:lumOff val="-8931"/>
                  </a:schemeClr>
                </a:solidFill>
              </a:rPr>
              <a:t>9</a:t>
            </a:r>
            <a:r>
              <a:rPr>
                <a:solidFill>
                  <a:schemeClr val="accent4">
                    <a:hueOff val="-1081314"/>
                    <a:satOff val="4338"/>
                    <a:lumOff val="-8931"/>
                  </a:schemeClr>
                </a:solidFill>
              </a:rPr>
              <a:t>, v</a:t>
            </a:r>
            <a:r>
              <a:rPr baseline="-5999">
                <a:solidFill>
                  <a:schemeClr val="accent4">
                    <a:hueOff val="-1081314"/>
                    <a:satOff val="4338"/>
                    <a:lumOff val="-8931"/>
                  </a:schemeClr>
                </a:solidFill>
              </a:rPr>
              <a:t>8</a:t>
            </a:r>
            <a:r>
              <a:rPr>
                <a:solidFill>
                  <a:schemeClr val="accent4">
                    <a:hueOff val="-1081314"/>
                    <a:satOff val="4338"/>
                    <a:lumOff val="-8931"/>
                  </a:schemeClr>
                </a:solidFill>
              </a:rPr>
              <a:t>, v</a:t>
            </a:r>
            <a:r>
              <a:rPr baseline="-5999">
                <a:solidFill>
                  <a:schemeClr val="accent4">
                    <a:hueOff val="-1081314"/>
                    <a:satOff val="4338"/>
                    <a:lumOff val="-8931"/>
                  </a:schemeClr>
                </a:solidFill>
              </a:rPr>
              <a:t>7</a:t>
            </a:r>
            <a:r>
              <a:t>}</a:t>
            </a:r>
          </a:p>
          <a:p>
            <a:pPr/>
            <a:r>
              <a:t>B = {</a:t>
            </a:r>
            <a:r>
              <a:rPr>
                <a:solidFill>
                  <a:srgbClr val="5E5E5E"/>
                </a:solidFill>
              </a:rPr>
              <a:t>v</a:t>
            </a:r>
            <a:r>
              <a:rPr baseline="-5999">
                <a:solidFill>
                  <a:srgbClr val="5E5E5E"/>
                </a:solidFill>
              </a:rPr>
              <a:t>5</a:t>
            </a:r>
            <a:r>
              <a:rPr>
                <a:solidFill>
                  <a:srgbClr val="5E5E5E"/>
                </a:solidFill>
              </a:rPr>
              <a:t>, v</a:t>
            </a:r>
            <a:r>
              <a:rPr baseline="-5999">
                <a:solidFill>
                  <a:srgbClr val="5E5E5E"/>
                </a:solidFill>
              </a:rPr>
              <a:t>4</a:t>
            </a:r>
            <a:r>
              <a:rPr>
                <a:solidFill>
                  <a:srgbClr val="5E5E5E"/>
                </a:solidFill>
              </a:rPr>
              <a:t>, v</a:t>
            </a:r>
            <a:r>
              <a:rPr baseline="-5999">
                <a:solidFill>
                  <a:srgbClr val="5E5E5E"/>
                </a:solidFill>
              </a:rPr>
              <a:t>3</a:t>
            </a:r>
            <a:r>
              <a:rPr>
                <a:solidFill>
                  <a:srgbClr val="5E5E5E"/>
                </a:solidFill>
              </a:rPr>
              <a:t>, v</a:t>
            </a:r>
            <a:r>
              <a:rPr baseline="-5999">
                <a:solidFill>
                  <a:srgbClr val="5E5E5E"/>
                </a:solidFill>
              </a:rPr>
              <a:t>2</a:t>
            </a:r>
            <a:r>
              <a:t>}</a:t>
            </a:r>
          </a:p>
          <a:p>
            <a:pPr/>
          </a:p>
          <a:p>
            <a:pPr/>
            <a:r>
              <a:t>Reduce </a:t>
            </a:r>
            <a:r>
              <a:rPr>
                <a:solidFill>
                  <a:srgbClr val="5E5E5E"/>
                </a:solidFill>
              </a:rPr>
              <a:t>v</a:t>
            </a:r>
            <a:r>
              <a:rPr baseline="-5999">
                <a:solidFill>
                  <a:srgbClr val="5E5E5E"/>
                </a:solidFill>
              </a:rPr>
              <a:t>5</a:t>
            </a:r>
            <a:r>
              <a:rPr>
                <a:solidFill>
                  <a:srgbClr val="5E5E5E"/>
                </a:solidFill>
              </a:rPr>
              <a:t>, v</a:t>
            </a:r>
            <a:r>
              <a:rPr baseline="-5999">
                <a:solidFill>
                  <a:srgbClr val="5E5E5E"/>
                </a:solidFill>
              </a:rPr>
              <a:t>4 </a:t>
            </a:r>
            <a:r>
              <a:t>from B</a:t>
            </a:r>
          </a:p>
          <a:p>
            <a:pPr/>
            <a:r>
              <a:t>B ← {</a:t>
            </a:r>
            <a:r>
              <a:rPr>
                <a:solidFill>
                  <a:schemeClr val="accent5">
                    <a:hueOff val="-82419"/>
                    <a:satOff val="-9513"/>
                    <a:lumOff val="-16343"/>
                  </a:schemeClr>
                </a:solidFill>
              </a:rPr>
              <a:t>v</a:t>
            </a:r>
            <a:r>
              <a:rPr baseline="-5999">
                <a:solidFill>
                  <a:schemeClr val="accent5">
                    <a:hueOff val="-82419"/>
                    <a:satOff val="-9513"/>
                    <a:lumOff val="-16343"/>
                  </a:schemeClr>
                </a:solidFill>
              </a:rPr>
              <a:t>3</a:t>
            </a:r>
            <a:r>
              <a:rPr>
                <a:solidFill>
                  <a:schemeClr val="accent5">
                    <a:hueOff val="-82419"/>
                    <a:satOff val="-9513"/>
                    <a:lumOff val="-16343"/>
                  </a:schemeClr>
                </a:solidFill>
              </a:rPr>
              <a:t>, v</a:t>
            </a:r>
            <a:r>
              <a:rPr baseline="-5999">
                <a:solidFill>
                  <a:schemeClr val="accent5">
                    <a:hueOff val="-82419"/>
                    <a:satOff val="-9513"/>
                    <a:lumOff val="-16343"/>
                  </a:schemeClr>
                </a:solidFill>
              </a:rPr>
              <a:t>2</a:t>
            </a:r>
            <a:r>
              <a:t>}</a:t>
            </a:r>
          </a:p>
          <a:p>
            <a:pPr/>
            <a:r>
              <a:t>A ← D</a:t>
            </a:r>
            <a:r>
              <a:rPr baseline="-5999"/>
              <a:t>1 </a:t>
            </a:r>
            <a:r>
              <a:t>+ D</a:t>
            </a:r>
            <a:r>
              <a:rPr baseline="-5999"/>
              <a:t>2  </a:t>
            </a:r>
            <a:r>
              <a:t>+ B'</a:t>
            </a:r>
          </a:p>
        </p:txBody>
      </p:sp>
      <p:sp>
        <p:nvSpPr>
          <p:cNvPr id="485" name="圓形"/>
          <p:cNvSpPr/>
          <p:nvPr/>
        </p:nvSpPr>
        <p:spPr>
          <a:xfrm>
            <a:off x="3421720" y="5122233"/>
            <a:ext cx="1162355" cy="1162354"/>
          </a:xfrm>
          <a:prstGeom prst="ellipse">
            <a:avLst/>
          </a:prstGeom>
          <a:solidFill>
            <a:schemeClr val="accent5">
              <a:hueOff val="-82419"/>
              <a:satOff val="-9513"/>
              <a:lumOff val="-16343"/>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86" name="圓形"/>
          <p:cNvSpPr/>
          <p:nvPr/>
        </p:nvSpPr>
        <p:spPr>
          <a:xfrm>
            <a:off x="10811016" y="10390045"/>
            <a:ext cx="1162355" cy="1162355"/>
          </a:xfrm>
          <a:prstGeom prst="ellipse">
            <a:avLst/>
          </a:prstGeom>
          <a:solidFill>
            <a:schemeClr val="accent5">
              <a:hueOff val="-82419"/>
              <a:satOff val="-9513"/>
              <a:lumOff val="-16343"/>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87" name="圓形"/>
          <p:cNvSpPr/>
          <p:nvPr/>
        </p:nvSpPr>
        <p:spPr>
          <a:xfrm>
            <a:off x="8659654" y="5068410"/>
            <a:ext cx="1270001" cy="1270001"/>
          </a:xfrm>
          <a:prstGeom prst="ellipse">
            <a:avLst/>
          </a:prstGeom>
          <a:solidFill>
            <a:schemeClr val="accent4">
              <a:hueOff val="-461056"/>
              <a:satOff val="4338"/>
              <a:lumOff val="-10225"/>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88" name="圓形"/>
          <p:cNvSpPr/>
          <p:nvPr/>
        </p:nvSpPr>
        <p:spPr>
          <a:xfrm>
            <a:off x="6021210" y="6481884"/>
            <a:ext cx="1270001" cy="1270001"/>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89" name="圓形"/>
          <p:cNvSpPr/>
          <p:nvPr/>
        </p:nvSpPr>
        <p:spPr>
          <a:xfrm>
            <a:off x="3367897" y="10336222"/>
            <a:ext cx="1270001" cy="1270001"/>
          </a:xfrm>
          <a:prstGeom prst="ellipse">
            <a:avLst/>
          </a:prstGeom>
          <a:solidFill>
            <a:srgbClr val="D5D5D5"/>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490" name="圓形"/>
          <p:cNvSpPr/>
          <p:nvPr/>
        </p:nvSpPr>
        <p:spPr>
          <a:xfrm>
            <a:off x="3259140" y="2845852"/>
            <a:ext cx="1487515" cy="1487514"/>
          </a:xfrm>
          <a:prstGeom prst="ellipse">
            <a:avLst/>
          </a:prstGeom>
          <a:solidFill>
            <a:schemeClr val="accent1"/>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pic>
        <p:nvPicPr>
          <p:cNvPr id="491" name="圖2.png" descr="圖2.png"/>
          <p:cNvPicPr>
            <a:picLocks noChangeAspect="1"/>
          </p:cNvPicPr>
          <p:nvPr/>
        </p:nvPicPr>
        <p:blipFill>
          <a:blip r:embed="rId2">
            <a:extLst/>
          </a:blip>
          <a:stretch>
            <a:fillRect/>
          </a:stretch>
        </p:blipFill>
        <p:spPr>
          <a:xfrm>
            <a:off x="204176" y="2316284"/>
            <a:ext cx="12311358" cy="9601130"/>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3" name="SoMC (static ordering MaxClique solver)"/>
          <p:cNvSpPr txBox="1"/>
          <p:nvPr>
            <p:ph type="title"/>
          </p:nvPr>
        </p:nvSpPr>
        <p:spPr>
          <a:prstGeom prst="rect">
            <a:avLst/>
          </a:prstGeom>
        </p:spPr>
        <p:txBody>
          <a:bodyPr/>
          <a:lstStyle>
            <a:lvl1pPr algn="l">
              <a:defRPr sz="9000"/>
            </a:lvl1pPr>
          </a:lstStyle>
          <a:p>
            <a:pPr/>
            <a:r>
              <a:t>SoMC (static ordering MaxClique solver)</a:t>
            </a:r>
          </a:p>
        </p:txBody>
      </p:sp>
      <p:sp>
        <p:nvSpPr>
          <p:cNvPr id="494"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95" name="Ordering：v1&lt;v2&lt;......&lt;v10…"/>
          <p:cNvSpPr txBox="1"/>
          <p:nvPr>
            <p:ph type="body" sz="half" idx="1"/>
          </p:nvPr>
        </p:nvSpPr>
        <p:spPr>
          <a:xfrm>
            <a:off x="12647271" y="3149600"/>
            <a:ext cx="11627621" cy="9816504"/>
          </a:xfrm>
          <a:prstGeom prst="rect">
            <a:avLst/>
          </a:prstGeom>
        </p:spPr>
        <p:txBody>
          <a:bodyPr anchor="t"/>
          <a:lstStyle/>
          <a:p>
            <a:pPr/>
            <a:r>
              <a:t>Ordering：v</a:t>
            </a:r>
            <a:r>
              <a:rPr baseline="-5999"/>
              <a:t>1</a:t>
            </a:r>
            <a:r>
              <a:t>&lt;v</a:t>
            </a:r>
            <a:r>
              <a:rPr baseline="-5999"/>
              <a:t>2</a:t>
            </a:r>
            <a:r>
              <a:t>&lt;......&lt;v</a:t>
            </a:r>
            <a:r>
              <a:rPr baseline="-5999"/>
              <a:t>10</a:t>
            </a:r>
          </a:p>
          <a:p>
            <a:pPr/>
            <a:r>
              <a:t>A = {</a:t>
            </a:r>
            <a:r>
              <a:rPr>
                <a:solidFill>
                  <a:schemeClr val="accent1">
                    <a:lumOff val="-13575"/>
                  </a:schemeClr>
                </a:solidFill>
              </a:rPr>
              <a:t>v</a:t>
            </a:r>
            <a:r>
              <a:rPr baseline="-5999">
                <a:solidFill>
                  <a:schemeClr val="accent1">
                    <a:lumOff val="-13575"/>
                  </a:schemeClr>
                </a:solidFill>
              </a:rPr>
              <a:t>10</a:t>
            </a:r>
            <a:r>
              <a:rPr>
                <a:solidFill>
                  <a:schemeClr val="accent1">
                    <a:lumOff val="-13575"/>
                  </a:schemeClr>
                </a:solidFill>
              </a:rPr>
              <a:t>, </a:t>
            </a:r>
            <a:r>
              <a:rPr>
                <a:solidFill>
                  <a:schemeClr val="accent4">
                    <a:hueOff val="-1081314"/>
                    <a:satOff val="4338"/>
                    <a:lumOff val="-8931"/>
                  </a:schemeClr>
                </a:solidFill>
              </a:rPr>
              <a:t>v</a:t>
            </a:r>
            <a:r>
              <a:rPr baseline="-5999">
                <a:solidFill>
                  <a:schemeClr val="accent4">
                    <a:hueOff val="-1081314"/>
                    <a:satOff val="4338"/>
                    <a:lumOff val="-8931"/>
                  </a:schemeClr>
                </a:solidFill>
              </a:rPr>
              <a:t>9</a:t>
            </a:r>
            <a:r>
              <a:rPr>
                <a:solidFill>
                  <a:schemeClr val="accent4">
                    <a:hueOff val="-1081314"/>
                    <a:satOff val="4338"/>
                    <a:lumOff val="-8931"/>
                  </a:schemeClr>
                </a:solidFill>
              </a:rPr>
              <a:t>, v</a:t>
            </a:r>
            <a:r>
              <a:rPr baseline="-5999">
                <a:solidFill>
                  <a:schemeClr val="accent4">
                    <a:hueOff val="-1081314"/>
                    <a:satOff val="4338"/>
                    <a:lumOff val="-8931"/>
                  </a:schemeClr>
                </a:solidFill>
              </a:rPr>
              <a:t>8</a:t>
            </a:r>
            <a:r>
              <a:rPr>
                <a:solidFill>
                  <a:schemeClr val="accent4">
                    <a:hueOff val="-1081314"/>
                    <a:satOff val="4338"/>
                    <a:lumOff val="-8931"/>
                  </a:schemeClr>
                </a:solidFill>
              </a:rPr>
              <a:t>, v</a:t>
            </a:r>
            <a:r>
              <a:rPr baseline="-5999">
                <a:solidFill>
                  <a:schemeClr val="accent4">
                    <a:hueOff val="-1081314"/>
                    <a:satOff val="4338"/>
                    <a:lumOff val="-8931"/>
                  </a:schemeClr>
                </a:solidFill>
              </a:rPr>
              <a:t>7 </a:t>
            </a:r>
            <a:r>
              <a:rPr>
                <a:solidFill>
                  <a:schemeClr val="accent1">
                    <a:lumOff val="-13575"/>
                  </a:schemeClr>
                </a:solidFill>
              </a:rPr>
              <a:t>,v</a:t>
            </a:r>
            <a:r>
              <a:rPr baseline="-5999">
                <a:solidFill>
                  <a:schemeClr val="accent1">
                    <a:lumOff val="-13575"/>
                  </a:schemeClr>
                </a:solidFill>
              </a:rPr>
              <a:t>6</a:t>
            </a:r>
            <a:r>
              <a:rPr>
                <a:solidFill>
                  <a:schemeClr val="accent1">
                    <a:lumOff val="-13575"/>
                  </a:schemeClr>
                </a:solidFill>
              </a:rPr>
              <a:t>,</a:t>
            </a:r>
            <a:r>
              <a:t> </a:t>
            </a:r>
            <a:r>
              <a:rPr>
                <a:solidFill>
                  <a:srgbClr val="5E5E5E"/>
                </a:solidFill>
              </a:rPr>
              <a:t>v</a:t>
            </a:r>
            <a:r>
              <a:rPr baseline="-5999">
                <a:solidFill>
                  <a:srgbClr val="5E5E5E"/>
                </a:solidFill>
              </a:rPr>
              <a:t>5</a:t>
            </a:r>
            <a:r>
              <a:rPr>
                <a:solidFill>
                  <a:srgbClr val="5E5E5E"/>
                </a:solidFill>
              </a:rPr>
              <a:t>, v</a:t>
            </a:r>
            <a:r>
              <a:rPr baseline="-5999">
                <a:solidFill>
                  <a:srgbClr val="5E5E5E"/>
                </a:solidFill>
              </a:rPr>
              <a:t>4,</a:t>
            </a:r>
            <a:r>
              <a:rPr>
                <a:solidFill>
                  <a:schemeClr val="accent1">
                    <a:lumOff val="-13575"/>
                  </a:schemeClr>
                </a:solidFill>
              </a:rPr>
              <a:t> v</a:t>
            </a:r>
            <a:r>
              <a:rPr baseline="-5999">
                <a:solidFill>
                  <a:schemeClr val="accent1">
                    <a:lumOff val="-13575"/>
                  </a:schemeClr>
                </a:solidFill>
              </a:rPr>
              <a:t>1</a:t>
            </a:r>
            <a:r>
              <a:t>}</a:t>
            </a:r>
          </a:p>
          <a:p>
            <a:pPr/>
            <a:r>
              <a:t>B = {</a:t>
            </a:r>
            <a:r>
              <a:rPr>
                <a:solidFill>
                  <a:schemeClr val="accent5">
                    <a:hueOff val="-82419"/>
                    <a:satOff val="-9513"/>
                    <a:lumOff val="-16343"/>
                  </a:schemeClr>
                </a:solidFill>
              </a:rPr>
              <a:t>v</a:t>
            </a:r>
            <a:r>
              <a:rPr baseline="-5999">
                <a:solidFill>
                  <a:schemeClr val="accent5">
                    <a:hueOff val="-82419"/>
                    <a:satOff val="-9513"/>
                    <a:lumOff val="-16343"/>
                  </a:schemeClr>
                </a:solidFill>
              </a:rPr>
              <a:t>3</a:t>
            </a:r>
            <a:r>
              <a:rPr>
                <a:solidFill>
                  <a:schemeClr val="accent5">
                    <a:hueOff val="-82419"/>
                    <a:satOff val="-9513"/>
                    <a:lumOff val="-16343"/>
                  </a:schemeClr>
                </a:solidFill>
              </a:rPr>
              <a:t>, v</a:t>
            </a:r>
            <a:r>
              <a:rPr baseline="-5999">
                <a:solidFill>
                  <a:schemeClr val="accent5">
                    <a:hueOff val="-82419"/>
                    <a:satOff val="-9513"/>
                    <a:lumOff val="-16343"/>
                  </a:schemeClr>
                </a:solidFill>
              </a:rPr>
              <a:t>2</a:t>
            </a:r>
            <a:r>
              <a:t>}</a:t>
            </a:r>
          </a:p>
          <a:p>
            <a:pPr/>
          </a:p>
          <a:p>
            <a:pPr/>
            <a:r>
              <a:t>SoMC：B are smaller than A w.r.t O</a:t>
            </a:r>
            <a:r>
              <a:rPr baseline="-5999"/>
              <a:t>0</a:t>
            </a:r>
            <a:r>
              <a:t>.</a:t>
            </a:r>
          </a:p>
          <a:p>
            <a:pPr/>
            <a:r>
              <a:t>A = {v</a:t>
            </a:r>
            <a:r>
              <a:rPr baseline="-5999"/>
              <a:t>10</a:t>
            </a:r>
            <a:r>
              <a:t>, v</a:t>
            </a:r>
            <a:r>
              <a:rPr baseline="-5999"/>
              <a:t>9</a:t>
            </a:r>
            <a:r>
              <a:t>, v</a:t>
            </a:r>
            <a:r>
              <a:rPr baseline="-5999"/>
              <a:t>8</a:t>
            </a:r>
            <a:r>
              <a:t>, v</a:t>
            </a:r>
            <a:r>
              <a:rPr baseline="-5999"/>
              <a:t>7 </a:t>
            </a:r>
            <a:r>
              <a:t>,v</a:t>
            </a:r>
            <a:r>
              <a:rPr baseline="-5999"/>
              <a:t>6</a:t>
            </a:r>
            <a:r>
              <a:t>, v</a:t>
            </a:r>
            <a:r>
              <a:rPr baseline="-5999"/>
              <a:t>5</a:t>
            </a:r>
            <a:r>
              <a:t>, v</a:t>
            </a:r>
            <a:r>
              <a:rPr baseline="-5999"/>
              <a:t>4</a:t>
            </a:r>
            <a:r>
              <a:t>}</a:t>
            </a:r>
          </a:p>
          <a:p>
            <a:pPr/>
            <a:r>
              <a:t>B = {v</a:t>
            </a:r>
            <a:r>
              <a:rPr baseline="-5999"/>
              <a:t>3</a:t>
            </a:r>
            <a:r>
              <a:t>, v</a:t>
            </a:r>
            <a:r>
              <a:rPr baseline="-5999"/>
              <a:t>2, </a:t>
            </a:r>
            <a:r>
              <a:t> </a:t>
            </a:r>
            <a:r>
              <a:rPr b="1">
                <a:solidFill>
                  <a:schemeClr val="accent5">
                    <a:lumOff val="-29866"/>
                  </a:schemeClr>
                </a:solidFill>
              </a:rPr>
              <a:t>v</a:t>
            </a:r>
            <a:r>
              <a:rPr b="1" baseline="-5999">
                <a:solidFill>
                  <a:schemeClr val="accent5">
                    <a:lumOff val="-29866"/>
                  </a:schemeClr>
                </a:solidFill>
              </a:rPr>
              <a:t>1</a:t>
            </a:r>
            <a:r>
              <a:t>}</a:t>
            </a:r>
          </a:p>
        </p:txBody>
      </p:sp>
      <p:grpSp>
        <p:nvGrpSpPr>
          <p:cNvPr id="507" name="群組"/>
          <p:cNvGrpSpPr/>
          <p:nvPr/>
        </p:nvGrpSpPr>
        <p:grpSpPr>
          <a:xfrm>
            <a:off x="204176" y="2316284"/>
            <a:ext cx="12311358" cy="9601130"/>
            <a:chOff x="0" y="0"/>
            <a:chExt cx="12311357" cy="9601128"/>
          </a:xfrm>
        </p:grpSpPr>
        <p:sp>
          <p:nvSpPr>
            <p:cNvPr id="496" name="圓形"/>
            <p:cNvSpPr/>
            <p:nvPr/>
          </p:nvSpPr>
          <p:spPr>
            <a:xfrm>
              <a:off x="9885936" y="1694360"/>
              <a:ext cx="1270001" cy="1270001"/>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97" name="圓形"/>
            <p:cNvSpPr/>
            <p:nvPr/>
          </p:nvSpPr>
          <p:spPr>
            <a:xfrm>
              <a:off x="730663" y="4219423"/>
              <a:ext cx="1162355" cy="1162355"/>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98" name="圓形"/>
            <p:cNvSpPr/>
            <p:nvPr/>
          </p:nvSpPr>
          <p:spPr>
            <a:xfrm>
              <a:off x="8509300" y="5277413"/>
              <a:ext cx="1162355" cy="1162355"/>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499" name="圓形"/>
            <p:cNvSpPr/>
            <p:nvPr/>
          </p:nvSpPr>
          <p:spPr>
            <a:xfrm>
              <a:off x="3217544" y="5957502"/>
              <a:ext cx="1162354" cy="1162355"/>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00" name="圓形"/>
            <p:cNvSpPr/>
            <p:nvPr/>
          </p:nvSpPr>
          <p:spPr>
            <a:xfrm>
              <a:off x="3217544" y="2805948"/>
              <a:ext cx="1162354" cy="1162355"/>
            </a:xfrm>
            <a:prstGeom prst="ellipse">
              <a:avLst/>
            </a:prstGeom>
            <a:solidFill>
              <a:schemeClr val="accent5">
                <a:hueOff val="-82419"/>
                <a:satOff val="-9513"/>
                <a:lumOff val="-16343"/>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01" name="圓形"/>
            <p:cNvSpPr/>
            <p:nvPr/>
          </p:nvSpPr>
          <p:spPr>
            <a:xfrm>
              <a:off x="10606840" y="8073761"/>
              <a:ext cx="1162354" cy="1162355"/>
            </a:xfrm>
            <a:prstGeom prst="ellipse">
              <a:avLst/>
            </a:prstGeom>
            <a:solidFill>
              <a:schemeClr val="accent5">
                <a:hueOff val="-82419"/>
                <a:satOff val="-9513"/>
                <a:lumOff val="-16343"/>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02" name="圓形"/>
            <p:cNvSpPr/>
            <p:nvPr/>
          </p:nvSpPr>
          <p:spPr>
            <a:xfrm>
              <a:off x="8455477" y="2752125"/>
              <a:ext cx="1270001" cy="1270001"/>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03" name="圓形"/>
            <p:cNvSpPr/>
            <p:nvPr/>
          </p:nvSpPr>
          <p:spPr>
            <a:xfrm>
              <a:off x="5817033" y="4165600"/>
              <a:ext cx="1270001" cy="1270000"/>
            </a:xfrm>
            <a:prstGeom prst="ellipse">
              <a:avLst/>
            </a:prstGeom>
            <a:solidFill>
              <a:srgbClr val="D5D5D5"/>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04" name="圓形"/>
            <p:cNvSpPr/>
            <p:nvPr/>
          </p:nvSpPr>
          <p:spPr>
            <a:xfrm>
              <a:off x="3163720" y="8019938"/>
              <a:ext cx="1270001" cy="1270001"/>
            </a:xfrm>
            <a:prstGeom prst="ellipse">
              <a:avLst/>
            </a:prstGeom>
            <a:solidFill>
              <a:srgbClr val="D5D5D5"/>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05" name="圓形"/>
            <p:cNvSpPr/>
            <p:nvPr/>
          </p:nvSpPr>
          <p:spPr>
            <a:xfrm>
              <a:off x="3054964" y="529567"/>
              <a:ext cx="1487514" cy="1487515"/>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506" name="圖2.png" descr="圖2.png"/>
            <p:cNvPicPr>
              <a:picLocks noChangeAspect="1"/>
            </p:cNvPicPr>
            <p:nvPr/>
          </p:nvPicPr>
          <p:blipFill>
            <a:blip r:embed="rId2">
              <a:extLst/>
            </a:blip>
            <a:srcRect l="0" t="0" r="0" b="0"/>
            <a:stretch>
              <a:fillRect/>
            </a:stretch>
          </p:blipFill>
          <p:spPr>
            <a:xfrm>
              <a:off x="0" y="0"/>
              <a:ext cx="12311358" cy="9601129"/>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9" name="MoMc, DoMC2 and SoMC2 : Upper bound"/>
          <p:cNvSpPr txBox="1"/>
          <p:nvPr>
            <p:ph type="title"/>
          </p:nvPr>
        </p:nvSpPr>
        <p:spPr>
          <a:prstGeom prst="rect">
            <a:avLst/>
          </a:prstGeom>
        </p:spPr>
        <p:txBody>
          <a:bodyPr/>
          <a:lstStyle/>
          <a:p>
            <a:pPr algn="l">
              <a:defRPr sz="9000"/>
            </a:pPr>
            <a:r>
              <a:t>MoMc, DoMC</a:t>
            </a:r>
            <a:r>
              <a:rPr baseline="-5999"/>
              <a:t>2</a:t>
            </a:r>
            <a:r>
              <a:t> and SoMC</a:t>
            </a:r>
            <a:r>
              <a:rPr baseline="-5999"/>
              <a:t>2</a:t>
            </a:r>
            <a:r>
              <a:t> : Upper bound</a:t>
            </a:r>
          </a:p>
        </p:txBody>
      </p:sp>
      <p:sp>
        <p:nvSpPr>
          <p:cNvPr id="510" name="Inheritance rule:…"/>
          <p:cNvSpPr txBox="1"/>
          <p:nvPr>
            <p:ph type="body" idx="1"/>
          </p:nvPr>
        </p:nvSpPr>
        <p:spPr>
          <a:prstGeom prst="rect">
            <a:avLst/>
          </a:prstGeom>
        </p:spPr>
        <p:txBody>
          <a:bodyPr anchor="t"/>
          <a:lstStyle/>
          <a:p>
            <a:pPr marL="0" indent="0">
              <a:buSzTx/>
              <a:buNone/>
            </a:pPr>
            <a:r>
              <a:rPr b="1"/>
              <a:t>Inheritance rule:</a:t>
            </a:r>
          </a:p>
          <a:p>
            <a:pPr marL="0" indent="0">
              <a:buSzTx/>
              <a:buNone/>
            </a:pPr>
            <a:r>
              <a:t>V</a:t>
            </a:r>
            <a:r>
              <a:rPr baseline="-5999"/>
              <a:t>i</a:t>
            </a:r>
            <a:r>
              <a:t> ⊆U</a:t>
            </a:r>
            <a:r>
              <a:rPr baseline="-5999"/>
              <a:t>i</a:t>
            </a:r>
            <a:r>
              <a:t> ➞ vertexUB[v</a:t>
            </a:r>
            <a:r>
              <a:rPr baseline="-5999"/>
              <a:t>i</a:t>
            </a:r>
            <a:r>
              <a:t>, O] on V</a:t>
            </a:r>
            <a:r>
              <a:rPr baseline="-5999"/>
              <a:t>i</a:t>
            </a:r>
            <a:r>
              <a:t> ⟵ vertexUB[v</a:t>
            </a:r>
            <a:r>
              <a:rPr baseline="-5999"/>
              <a:t>i</a:t>
            </a:r>
            <a:r>
              <a:t>, O] on U</a:t>
            </a:r>
            <a:r>
              <a:rPr baseline="-5999"/>
              <a:t>i</a:t>
            </a:r>
          </a:p>
          <a:p>
            <a:pPr marL="0" indent="0">
              <a:buSzTx/>
              <a:buNone/>
              <a:defRPr b="1"/>
            </a:pPr>
          </a:p>
          <a:p>
            <a:pPr marL="0" indent="0">
              <a:buSzTx/>
              <a:buNone/>
              <a:defRPr b="1"/>
            </a:pPr>
            <a:r>
              <a:t>Incremental rule:</a:t>
            </a:r>
          </a:p>
          <a:p>
            <a:pPr marL="0" indent="0">
              <a:buSzTx/>
              <a:buNone/>
            </a:pPr>
            <a:r>
              <a:t>V</a:t>
            </a:r>
            <a:r>
              <a:rPr baseline="-5999"/>
              <a:t>i</a:t>
            </a:r>
            <a:r>
              <a:t> ∩ Γ(v</a:t>
            </a:r>
            <a:r>
              <a:rPr baseline="-5999"/>
              <a:t>i</a:t>
            </a:r>
            <a:r>
              <a:t>) = ∅ ➞ IncUB(v</a:t>
            </a:r>
            <a:r>
              <a:rPr baseline="-5999"/>
              <a:t>i</a:t>
            </a:r>
            <a:r>
              <a:t>,O) = 1</a:t>
            </a:r>
          </a:p>
          <a:p>
            <a:pPr marL="0" indent="0">
              <a:buSzTx/>
              <a:buNone/>
            </a:pPr>
            <a:r>
              <a:t>V</a:t>
            </a:r>
            <a:r>
              <a:rPr baseline="-5999"/>
              <a:t>i</a:t>
            </a:r>
            <a:r>
              <a:t> ∩ Γ(v</a:t>
            </a:r>
            <a:r>
              <a:rPr baseline="-5999"/>
              <a:t>i</a:t>
            </a:r>
            <a:r>
              <a:t>) ≠ ∅ ➞ IncUB(v</a:t>
            </a:r>
            <a:r>
              <a:rPr baseline="-5999"/>
              <a:t>i</a:t>
            </a:r>
            <a:r>
              <a:t>,O) = 1 + max</a:t>
            </a:r>
            <a:r>
              <a:rPr baseline="-5999"/>
              <a:t>u∈Vi ∩Γ(vi)</a:t>
            </a:r>
            <a:r>
              <a:t> vertetUB[u, O]</a:t>
            </a:r>
          </a:p>
          <a:p>
            <a:pPr marL="0" indent="0">
              <a:buSzTx/>
              <a:buNone/>
            </a:pPr>
            <a:r>
              <a:t>In other words, the maximum vertexUB of its neighbors in V</a:t>
            </a:r>
            <a:r>
              <a:rPr baseline="-5999"/>
              <a:t>i </a:t>
            </a:r>
            <a:r>
              <a:t>+ 1</a:t>
            </a:r>
          </a:p>
        </p:txBody>
      </p:sp>
      <p:sp>
        <p:nvSpPr>
          <p:cNvPr id="511"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3" name="DoMC20, DoMC2 and SoMC2 : Upper bound"/>
          <p:cNvSpPr txBox="1"/>
          <p:nvPr>
            <p:ph type="title"/>
          </p:nvPr>
        </p:nvSpPr>
        <p:spPr>
          <a:prstGeom prst="rect">
            <a:avLst/>
          </a:prstGeom>
        </p:spPr>
        <p:txBody>
          <a:bodyPr/>
          <a:lstStyle/>
          <a:p>
            <a:pPr algn="l">
              <a:defRPr sz="9000"/>
            </a:pPr>
            <a:r>
              <a:t>DoMC</a:t>
            </a:r>
            <a:r>
              <a:rPr baseline="-5999"/>
              <a:t>2</a:t>
            </a:r>
            <a:r>
              <a:rPr baseline="-33333" sz="600"/>
              <a:t>0</a:t>
            </a:r>
            <a:r>
              <a:t>, DoMC</a:t>
            </a:r>
            <a:r>
              <a:rPr baseline="-5999"/>
              <a:t>2</a:t>
            </a:r>
            <a:r>
              <a:t> and SoMC</a:t>
            </a:r>
            <a:r>
              <a:rPr baseline="-5999"/>
              <a:t>2</a:t>
            </a:r>
            <a:r>
              <a:t> : Upper bound</a:t>
            </a:r>
          </a:p>
        </p:txBody>
      </p:sp>
      <p:sp>
        <p:nvSpPr>
          <p:cNvPr id="514" name="Incremental rule: The maximum vertexUB of its neighbors in Vi + 1"/>
          <p:cNvSpPr txBox="1"/>
          <p:nvPr>
            <p:ph type="body" sz="quarter" idx="1"/>
          </p:nvPr>
        </p:nvSpPr>
        <p:spPr>
          <a:xfrm>
            <a:off x="1264489" y="2490327"/>
            <a:ext cx="21855022" cy="2286001"/>
          </a:xfrm>
          <a:prstGeom prst="rect">
            <a:avLst/>
          </a:prstGeom>
        </p:spPr>
        <p:txBody>
          <a:bodyPr anchor="t"/>
          <a:lstStyle/>
          <a:p>
            <a:pPr marL="0" indent="0">
              <a:buSzTx/>
              <a:buNone/>
              <a:defRPr b="1"/>
            </a:pPr>
            <a:r>
              <a:t>Incremental rule: </a:t>
            </a:r>
            <a:r>
              <a:rPr b="0"/>
              <a:t>The maximum vertexUB of its neighbors in V</a:t>
            </a:r>
            <a:r>
              <a:rPr b="0" baseline="-5999"/>
              <a:t>i </a:t>
            </a:r>
            <a:r>
              <a:rPr b="0"/>
              <a:t>+ 1</a:t>
            </a:r>
          </a:p>
        </p:txBody>
      </p:sp>
      <p:sp>
        <p:nvSpPr>
          <p:cNvPr id="515"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16" name="截圖 2021-03-09 上午12.37.40.png" descr="截圖 2021-03-09 上午12.37.40.png"/>
          <p:cNvPicPr>
            <a:picLocks noChangeAspect="1"/>
          </p:cNvPicPr>
          <p:nvPr/>
        </p:nvPicPr>
        <p:blipFill>
          <a:blip r:embed="rId2">
            <a:extLst/>
          </a:blip>
          <a:stretch>
            <a:fillRect/>
          </a:stretch>
        </p:blipFill>
        <p:spPr>
          <a:xfrm>
            <a:off x="9301867" y="4332614"/>
            <a:ext cx="14295335" cy="6828772"/>
          </a:xfrm>
          <a:prstGeom prst="rect">
            <a:avLst/>
          </a:prstGeom>
          <a:ln w="12700">
            <a:miter lim="400000"/>
          </a:ln>
        </p:spPr>
      </p:pic>
      <p:grpSp>
        <p:nvGrpSpPr>
          <p:cNvPr id="528" name="群組"/>
          <p:cNvGrpSpPr/>
          <p:nvPr/>
        </p:nvGrpSpPr>
        <p:grpSpPr>
          <a:xfrm>
            <a:off x="-228676" y="3626613"/>
            <a:ext cx="9675247" cy="7545333"/>
            <a:chOff x="0" y="0"/>
            <a:chExt cx="9675245" cy="7545332"/>
          </a:xfrm>
        </p:grpSpPr>
        <p:sp>
          <p:nvSpPr>
            <p:cNvPr id="517" name="圓形"/>
            <p:cNvSpPr/>
            <p:nvPr/>
          </p:nvSpPr>
          <p:spPr>
            <a:xfrm>
              <a:off x="7769156" y="1331563"/>
              <a:ext cx="998069" cy="998068"/>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18" name="圓形"/>
            <p:cNvSpPr/>
            <p:nvPr/>
          </p:nvSpPr>
          <p:spPr>
            <a:xfrm>
              <a:off x="574213" y="3315959"/>
              <a:ext cx="913471" cy="913471"/>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19" name="圓形"/>
            <p:cNvSpPr/>
            <p:nvPr/>
          </p:nvSpPr>
          <p:spPr>
            <a:xfrm>
              <a:off x="6687287" y="4147412"/>
              <a:ext cx="913471" cy="913471"/>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20" name="圓形"/>
            <p:cNvSpPr/>
            <p:nvPr/>
          </p:nvSpPr>
          <p:spPr>
            <a:xfrm>
              <a:off x="2528602" y="4681880"/>
              <a:ext cx="913471" cy="913471"/>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21" name="圓形"/>
            <p:cNvSpPr/>
            <p:nvPr/>
          </p:nvSpPr>
          <p:spPr>
            <a:xfrm>
              <a:off x="2528602" y="2205138"/>
              <a:ext cx="913471" cy="913471"/>
            </a:xfrm>
            <a:prstGeom prst="ellipse">
              <a:avLst/>
            </a:prstGeom>
            <a:solidFill>
              <a:schemeClr val="accent5">
                <a:hueOff val="-82419"/>
                <a:satOff val="-9513"/>
                <a:lumOff val="-16343"/>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22" name="圓形"/>
            <p:cNvSpPr/>
            <p:nvPr/>
          </p:nvSpPr>
          <p:spPr>
            <a:xfrm>
              <a:off x="8335700" y="6345005"/>
              <a:ext cx="913471" cy="913471"/>
            </a:xfrm>
            <a:prstGeom prst="ellipse">
              <a:avLst/>
            </a:prstGeom>
            <a:solidFill>
              <a:schemeClr val="accent5">
                <a:hueOff val="-82419"/>
                <a:satOff val="-9513"/>
                <a:lumOff val="-16343"/>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23" name="圓形"/>
            <p:cNvSpPr/>
            <p:nvPr/>
          </p:nvSpPr>
          <p:spPr>
            <a:xfrm>
              <a:off x="6644988" y="2162839"/>
              <a:ext cx="998068" cy="998068"/>
            </a:xfrm>
            <a:prstGeom prst="ellipse">
              <a:avLst/>
            </a:prstGeom>
            <a:solidFill>
              <a:schemeClr val="accent4">
                <a:hueOff val="-461056"/>
                <a:satOff val="4338"/>
                <a:lumOff val="-10225"/>
              </a:schemeClr>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24" name="圓形"/>
            <p:cNvSpPr/>
            <p:nvPr/>
          </p:nvSpPr>
          <p:spPr>
            <a:xfrm>
              <a:off x="4571488" y="3273660"/>
              <a:ext cx="998069" cy="998068"/>
            </a:xfrm>
            <a:prstGeom prst="ellipse">
              <a:avLst/>
            </a:prstGeom>
            <a:solidFill>
              <a:srgbClr val="D5D5D5"/>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25" name="圓形"/>
            <p:cNvSpPr/>
            <p:nvPr/>
          </p:nvSpPr>
          <p:spPr>
            <a:xfrm>
              <a:off x="2486303" y="6302707"/>
              <a:ext cx="998069" cy="998068"/>
            </a:xfrm>
            <a:prstGeom prst="ellipse">
              <a:avLst/>
            </a:prstGeom>
            <a:solidFill>
              <a:srgbClr val="D5D5D5"/>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sp>
          <p:nvSpPr>
            <p:cNvPr id="526" name="圓形"/>
            <p:cNvSpPr/>
            <p:nvPr/>
          </p:nvSpPr>
          <p:spPr>
            <a:xfrm>
              <a:off x="2400834" y="416176"/>
              <a:ext cx="1169008" cy="1169008"/>
            </a:xfrm>
            <a:prstGeom prst="ellipse">
              <a:avLst/>
            </a:prstGeom>
            <a:solidFill>
              <a:schemeClr val="accent1"/>
            </a:solidFill>
            <a:ln w="12700" cap="flat">
              <a:noFill/>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pic>
          <p:nvPicPr>
            <p:cNvPr id="527" name="圖2.png" descr="圖2.png"/>
            <p:cNvPicPr>
              <a:picLocks noChangeAspect="1"/>
            </p:cNvPicPr>
            <p:nvPr/>
          </p:nvPicPr>
          <p:blipFill>
            <a:blip r:embed="rId3">
              <a:extLst/>
            </a:blip>
            <a:srcRect l="0" t="0" r="0" b="0"/>
            <a:stretch>
              <a:fillRect/>
            </a:stretch>
          </p:blipFill>
          <p:spPr>
            <a:xfrm>
              <a:off x="0" y="0"/>
              <a:ext cx="9675246" cy="7545333"/>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0" name="DoMC20, DoMC2 and SoMC2 : Upper bound"/>
          <p:cNvSpPr txBox="1"/>
          <p:nvPr>
            <p:ph type="title"/>
          </p:nvPr>
        </p:nvSpPr>
        <p:spPr>
          <a:prstGeom prst="rect">
            <a:avLst/>
          </a:prstGeom>
        </p:spPr>
        <p:txBody>
          <a:bodyPr/>
          <a:lstStyle/>
          <a:p>
            <a:pPr algn="l">
              <a:defRPr sz="9000"/>
            </a:pPr>
            <a:r>
              <a:t>DoMC</a:t>
            </a:r>
            <a:r>
              <a:rPr baseline="-5999"/>
              <a:t>2</a:t>
            </a:r>
            <a:r>
              <a:rPr baseline="-33333" sz="600"/>
              <a:t>0</a:t>
            </a:r>
            <a:r>
              <a:t>, DoMC</a:t>
            </a:r>
            <a:r>
              <a:rPr baseline="-5999"/>
              <a:t>2</a:t>
            </a:r>
            <a:r>
              <a:t> and SoMC</a:t>
            </a:r>
            <a:r>
              <a:rPr baseline="-5999"/>
              <a:t>2</a:t>
            </a:r>
            <a:r>
              <a:t> : Upper bound</a:t>
            </a:r>
          </a:p>
        </p:txBody>
      </p:sp>
      <p:sp>
        <p:nvSpPr>
          <p:cNvPr id="531" name="Coloring rule:…"/>
          <p:cNvSpPr txBox="1"/>
          <p:nvPr>
            <p:ph type="body" idx="1"/>
          </p:nvPr>
        </p:nvSpPr>
        <p:spPr>
          <a:prstGeom prst="rect">
            <a:avLst/>
          </a:prstGeom>
        </p:spPr>
        <p:txBody>
          <a:bodyPr anchor="t"/>
          <a:lstStyle/>
          <a:p>
            <a:pPr marL="0" indent="0">
              <a:buSzTx/>
              <a:buNone/>
              <a:defRPr b="1"/>
            </a:pPr>
            <a:r>
              <a:t>Coloring rule: </a:t>
            </a:r>
          </a:p>
          <a:p>
            <a:pPr marL="0" indent="0">
              <a:buSzTx/>
              <a:buNone/>
            </a:pPr>
            <a:r>
              <a:t>V</a:t>
            </a:r>
            <a:r>
              <a:rPr baseline="-5999"/>
              <a:t>i</a:t>
            </a:r>
            <a:r>
              <a:t> </a:t>
            </a:r>
            <a:r>
              <a:rPr baseline="-33333" sz="600"/>
              <a:t>i </a:t>
            </a:r>
            <a:r>
              <a:t>can be partitioned into r independent sets ➞ vertexUB[v</a:t>
            </a:r>
            <a:r>
              <a:rPr baseline="-5999"/>
              <a:t>i</a:t>
            </a:r>
            <a:r>
              <a:t>, O]  = r.</a:t>
            </a:r>
          </a:p>
          <a:p>
            <a:pPr marL="0" indent="0">
              <a:buSzTx/>
              <a:buNone/>
              <a:defRPr b="1"/>
            </a:pPr>
          </a:p>
          <a:p>
            <a:pPr marL="0" indent="0">
              <a:buSzTx/>
              <a:buNone/>
              <a:defRPr b="1"/>
            </a:pPr>
            <a:r>
              <a:t>MaxSAT rule: </a:t>
            </a:r>
          </a:p>
          <a:p>
            <a:pPr marL="0" indent="0">
              <a:buSzTx/>
              <a:buNone/>
            </a:pPr>
            <a:r>
              <a:t>V</a:t>
            </a:r>
            <a:r>
              <a:rPr baseline="-5999"/>
              <a:t>i</a:t>
            </a:r>
            <a:r>
              <a:t> can be partitioned into r independent sets and </a:t>
            </a:r>
          </a:p>
          <a:p>
            <a:pPr marL="0" indent="0">
              <a:buSzTx/>
              <a:buNone/>
            </a:pPr>
            <a:r>
              <a:t>t disjoint conflicting subsets of independent sets</a:t>
            </a:r>
          </a:p>
          <a:p>
            <a:pPr marL="0" indent="0">
              <a:buSzTx/>
              <a:buNone/>
            </a:pPr>
            <a:r>
              <a:t>➞ vertexUB[v</a:t>
            </a:r>
            <a:r>
              <a:rPr baseline="-5999"/>
              <a:t>i</a:t>
            </a:r>
            <a:r>
              <a:t>, O] = r − t</a:t>
            </a:r>
          </a:p>
        </p:txBody>
      </p:sp>
      <p:sp>
        <p:nvSpPr>
          <p:cNvPr id="532"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4" name="DoMC20, DoMC2 and SoMC2 : Upper bound"/>
          <p:cNvSpPr txBox="1"/>
          <p:nvPr>
            <p:ph type="title"/>
          </p:nvPr>
        </p:nvSpPr>
        <p:spPr>
          <a:prstGeom prst="rect">
            <a:avLst/>
          </a:prstGeom>
        </p:spPr>
        <p:txBody>
          <a:bodyPr/>
          <a:lstStyle/>
          <a:p>
            <a:pPr algn="l">
              <a:defRPr sz="9000"/>
            </a:pPr>
            <a:r>
              <a:t>DoMC</a:t>
            </a:r>
            <a:r>
              <a:rPr baseline="-5999"/>
              <a:t>2</a:t>
            </a:r>
            <a:r>
              <a:rPr baseline="-33333" sz="600"/>
              <a:t>0</a:t>
            </a:r>
            <a:r>
              <a:t>, DoMC</a:t>
            </a:r>
            <a:r>
              <a:rPr baseline="-5999"/>
              <a:t>2</a:t>
            </a:r>
            <a:r>
              <a:t> and SoMC</a:t>
            </a:r>
            <a:r>
              <a:rPr baseline="-5999"/>
              <a:t>2</a:t>
            </a:r>
            <a:r>
              <a:t> : Upper bound</a:t>
            </a:r>
          </a:p>
        </p:txBody>
      </p:sp>
      <p:sp>
        <p:nvSpPr>
          <p:cNvPr id="535" name="Branching rule:…"/>
          <p:cNvSpPr txBox="1"/>
          <p:nvPr>
            <p:ph type="body" idx="1"/>
          </p:nvPr>
        </p:nvSpPr>
        <p:spPr>
          <a:prstGeom prst="rect">
            <a:avLst/>
          </a:prstGeom>
        </p:spPr>
        <p:txBody>
          <a:bodyPr anchor="t"/>
          <a:lstStyle/>
          <a:p>
            <a:pPr marL="0" indent="0">
              <a:buSzTx/>
              <a:buNone/>
              <a:defRPr b="1"/>
            </a:pPr>
            <a:r>
              <a:t>Branching rule: </a:t>
            </a:r>
          </a:p>
          <a:p>
            <a:pPr marL="0" indent="0">
              <a:buSzTx/>
              <a:buNone/>
            </a:pPr>
            <a:r>
              <a:t>VertexUB[v</a:t>
            </a:r>
            <a:r>
              <a:rPr baseline="-5999"/>
              <a:t>i</a:t>
            </a:r>
            <a:r>
              <a:t>, O] = |C1| - |C|, after a BnB algorithm branches on </a:t>
            </a:r>
            <a:r>
              <a:rPr sz="1000"/>
              <a:t>v</a:t>
            </a:r>
            <a:r>
              <a:rPr baseline="-33333" sz="600"/>
              <a:t>i </a:t>
            </a:r>
            <a:r>
              <a:t>with the growing clique C to obtain a clique C</a:t>
            </a:r>
            <a:r>
              <a:rPr baseline="-33333" sz="600"/>
              <a:t>1</a:t>
            </a:r>
            <a:r>
              <a:t>.</a:t>
            </a:r>
          </a:p>
          <a:p>
            <a:pPr marL="0" indent="0">
              <a:buSzTx/>
              <a:buNone/>
            </a:pPr>
          </a:p>
          <a:p>
            <a:pPr marL="0" indent="0">
              <a:buSzTx/>
              <a:buNone/>
              <a:defRPr b="1"/>
            </a:pPr>
            <a:r>
              <a:t>Compatibility rule: </a:t>
            </a:r>
          </a:p>
          <a:p>
            <a:pPr marL="0" indent="0">
              <a:buSzTx/>
              <a:buNone/>
            </a:pPr>
            <a:r>
              <a:t>Let O and O' be two different vertex orderings.</a:t>
            </a:r>
          </a:p>
          <a:p>
            <a:pPr marL="0" indent="0">
              <a:buSzTx/>
              <a:buNone/>
            </a:pPr>
            <a:r>
              <a:t>{u | vi &lt; u w.r.t. O'} ⊆ {u | vi &lt; u w.r.t. O}</a:t>
            </a:r>
          </a:p>
          <a:p>
            <a:pPr marL="0" indent="0">
              <a:buSzTx/>
              <a:buNone/>
            </a:pPr>
            <a:r>
              <a:t>➞ vertexUB[v</a:t>
            </a:r>
            <a:r>
              <a:rPr baseline="-5999"/>
              <a:t>i</a:t>
            </a:r>
            <a:r>
              <a:t>, O'] ⟵ vertexUB[v</a:t>
            </a:r>
            <a:r>
              <a:rPr baseline="-5999"/>
              <a:t>i</a:t>
            </a:r>
            <a:r>
              <a:t>, O]</a:t>
            </a:r>
          </a:p>
        </p:txBody>
      </p:sp>
      <p:sp>
        <p:nvSpPr>
          <p:cNvPr id="536"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8" name="DoMC2"/>
          <p:cNvSpPr txBox="1"/>
          <p:nvPr>
            <p:ph type="title"/>
          </p:nvPr>
        </p:nvSpPr>
        <p:spPr>
          <a:prstGeom prst="rect">
            <a:avLst/>
          </a:prstGeom>
        </p:spPr>
        <p:txBody>
          <a:bodyPr/>
          <a:lstStyle/>
          <a:p>
            <a:pPr algn="l">
              <a:defRPr sz="9000"/>
            </a:pPr>
            <a:r>
              <a:t>DoMC</a:t>
            </a:r>
            <a:r>
              <a:rPr baseline="-5999"/>
              <a:t>2</a:t>
            </a:r>
          </a:p>
        </p:txBody>
      </p:sp>
      <p:sp>
        <p:nvSpPr>
          <p:cNvPr id="539"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40" name="截圖 2021-03-09 上午12.51.16.png" descr="截圖 2021-03-09 上午12.51.16.png"/>
          <p:cNvPicPr>
            <a:picLocks noChangeAspect="1"/>
          </p:cNvPicPr>
          <p:nvPr/>
        </p:nvPicPr>
        <p:blipFill>
          <a:blip r:embed="rId2">
            <a:extLst/>
          </a:blip>
          <a:stretch>
            <a:fillRect/>
          </a:stretch>
        </p:blipFill>
        <p:spPr>
          <a:xfrm>
            <a:off x="1154384" y="2016782"/>
            <a:ext cx="11295978" cy="10513572"/>
          </a:xfrm>
          <a:prstGeom prst="rect">
            <a:avLst/>
          </a:prstGeom>
          <a:ln w="12700">
            <a:miter lim="400000"/>
          </a:ln>
        </p:spPr>
      </p:pic>
      <p:pic>
        <p:nvPicPr>
          <p:cNvPr id="541" name="截圖 2021-03-09 上午12.51.27.png" descr="截圖 2021-03-09 上午12.51.27.png"/>
          <p:cNvPicPr>
            <a:picLocks noChangeAspect="1"/>
          </p:cNvPicPr>
          <p:nvPr/>
        </p:nvPicPr>
        <p:blipFill>
          <a:blip r:embed="rId3">
            <a:extLst/>
          </a:blip>
          <a:stretch>
            <a:fillRect/>
          </a:stretch>
        </p:blipFill>
        <p:spPr>
          <a:xfrm>
            <a:off x="12435704" y="2175907"/>
            <a:ext cx="11794250" cy="10195322"/>
          </a:xfrm>
          <a:prstGeom prst="rect">
            <a:avLst/>
          </a:prstGeom>
          <a:ln w="12700">
            <a:miter lim="400000"/>
          </a:ln>
        </p:spPr>
      </p:pic>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3" name="MoMC：DoMC2 + SoMC2"/>
          <p:cNvSpPr txBox="1"/>
          <p:nvPr>
            <p:ph type="title"/>
          </p:nvPr>
        </p:nvSpPr>
        <p:spPr>
          <a:prstGeom prst="rect">
            <a:avLst/>
          </a:prstGeom>
        </p:spPr>
        <p:txBody>
          <a:bodyPr/>
          <a:lstStyle/>
          <a:p>
            <a:pPr algn="l">
              <a:defRPr sz="9000"/>
            </a:pPr>
            <a:r>
              <a:t>MoMC：DoMC</a:t>
            </a:r>
            <a:r>
              <a:rPr baseline="-5999"/>
              <a:t>2</a:t>
            </a:r>
            <a:r>
              <a:t> + SoMC</a:t>
            </a:r>
            <a:r>
              <a:rPr baseline="-5999"/>
              <a:t>2</a:t>
            </a:r>
          </a:p>
        </p:txBody>
      </p:sp>
      <p:sp>
        <p:nvSpPr>
          <p:cNvPr id="544" name="Uses a parameter 𝛼 (0~1) to control the choice of either dynamic or static.…"/>
          <p:cNvSpPr txBox="1"/>
          <p:nvPr>
            <p:ph type="body" sz="half" idx="1"/>
          </p:nvPr>
        </p:nvSpPr>
        <p:spPr>
          <a:xfrm>
            <a:off x="14554303" y="3149600"/>
            <a:ext cx="8773356" cy="9296400"/>
          </a:xfrm>
          <a:prstGeom prst="rect">
            <a:avLst/>
          </a:prstGeom>
        </p:spPr>
        <p:txBody>
          <a:bodyPr anchor="t"/>
          <a:lstStyle/>
          <a:p>
            <a:pPr/>
            <a:r>
              <a:t>Uses a parameter 𝛼 (0~1) to control the choice of either dynamic or static.</a:t>
            </a:r>
          </a:p>
          <a:p>
            <a:pPr/>
            <a:r>
              <a:t>𝛼 = 0.6 from experiments.</a:t>
            </a:r>
          </a:p>
        </p:txBody>
      </p:sp>
      <p:sp>
        <p:nvSpPr>
          <p:cNvPr id="545"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46" name="截圖 2021-03-09 上午12.54.06.png" descr="截圖 2021-03-09 上午12.54.06.png"/>
          <p:cNvPicPr>
            <a:picLocks noChangeAspect="1"/>
          </p:cNvPicPr>
          <p:nvPr/>
        </p:nvPicPr>
        <p:blipFill>
          <a:blip r:embed="rId2">
            <a:extLst/>
          </a:blip>
          <a:stretch>
            <a:fillRect/>
          </a:stretch>
        </p:blipFill>
        <p:spPr>
          <a:xfrm>
            <a:off x="1325459" y="2776731"/>
            <a:ext cx="12520067" cy="10169138"/>
          </a:xfrm>
          <a:prstGeom prst="rect">
            <a:avLst/>
          </a:prstGeom>
          <a:ln w="12700">
            <a:miter lim="400000"/>
          </a:ln>
        </p:spPr>
      </p:pic>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8" name="Result"/>
          <p:cNvSpPr txBox="1"/>
          <p:nvPr>
            <p:ph type="title"/>
          </p:nvPr>
        </p:nvSpPr>
        <p:spPr>
          <a:prstGeom prst="rect">
            <a:avLst/>
          </a:prstGeom>
        </p:spPr>
        <p:txBody>
          <a:bodyPr/>
          <a:lstStyle>
            <a:lvl1pPr algn="l">
              <a:defRPr sz="9000"/>
            </a:lvl1pPr>
          </a:lstStyle>
          <a:p>
            <a:pPr/>
            <a:r>
              <a:t>Result</a:t>
            </a:r>
          </a:p>
        </p:txBody>
      </p:sp>
      <p:sp>
        <p:nvSpPr>
          <p:cNvPr id="549" name="Random graphs"/>
          <p:cNvSpPr txBox="1"/>
          <p:nvPr>
            <p:ph type="body" sz="quarter" idx="1"/>
          </p:nvPr>
        </p:nvSpPr>
        <p:spPr>
          <a:xfrm>
            <a:off x="991727" y="3098800"/>
            <a:ext cx="4778871" cy="9296400"/>
          </a:xfrm>
          <a:prstGeom prst="rect">
            <a:avLst/>
          </a:prstGeom>
        </p:spPr>
        <p:txBody>
          <a:bodyPr anchor="t"/>
          <a:lstStyle/>
          <a:p>
            <a:pPr/>
            <a:r>
              <a:t>Random graphs</a:t>
            </a:r>
          </a:p>
        </p:txBody>
      </p:sp>
      <p:sp>
        <p:nvSpPr>
          <p:cNvPr id="550"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51" name="截圖 2021-03-09 上午1.13.52.png" descr="截圖 2021-03-09 上午1.13.52.png"/>
          <p:cNvPicPr>
            <a:picLocks noChangeAspect="1"/>
          </p:cNvPicPr>
          <p:nvPr/>
        </p:nvPicPr>
        <p:blipFill>
          <a:blip r:embed="rId2">
            <a:extLst/>
          </a:blip>
          <a:stretch>
            <a:fillRect/>
          </a:stretch>
        </p:blipFill>
        <p:spPr>
          <a:xfrm>
            <a:off x="6479630" y="242016"/>
            <a:ext cx="17245074" cy="13231968"/>
          </a:xfrm>
          <a:prstGeom prst="rect">
            <a:avLst/>
          </a:prstGeom>
          <a:ln w="12700">
            <a:miter lim="400000"/>
          </a:ln>
        </p:spPr>
      </p:pic>
      <p:sp>
        <p:nvSpPr>
          <p:cNvPr id="552" name="矩形"/>
          <p:cNvSpPr/>
          <p:nvPr/>
        </p:nvSpPr>
        <p:spPr>
          <a:xfrm>
            <a:off x="20887805" y="1584756"/>
            <a:ext cx="1270001" cy="11662951"/>
          </a:xfrm>
          <a:prstGeom prst="rect">
            <a:avLst/>
          </a:prstGeom>
          <a:ln w="889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4" name="Result"/>
          <p:cNvSpPr txBox="1"/>
          <p:nvPr>
            <p:ph type="title"/>
          </p:nvPr>
        </p:nvSpPr>
        <p:spPr>
          <a:prstGeom prst="rect">
            <a:avLst/>
          </a:prstGeom>
        </p:spPr>
        <p:txBody>
          <a:bodyPr/>
          <a:lstStyle>
            <a:lvl1pPr algn="l">
              <a:defRPr sz="9000"/>
            </a:lvl1pPr>
          </a:lstStyle>
          <a:p>
            <a:pPr/>
            <a:r>
              <a:t>Result</a:t>
            </a:r>
          </a:p>
        </p:txBody>
      </p:sp>
      <p:sp>
        <p:nvSpPr>
          <p:cNvPr id="555" name="DIMAC graphs"/>
          <p:cNvSpPr txBox="1"/>
          <p:nvPr>
            <p:ph type="body" sz="quarter" idx="1"/>
          </p:nvPr>
        </p:nvSpPr>
        <p:spPr>
          <a:xfrm>
            <a:off x="1004968" y="3149600"/>
            <a:ext cx="3386962" cy="9296400"/>
          </a:xfrm>
          <a:prstGeom prst="rect">
            <a:avLst/>
          </a:prstGeom>
        </p:spPr>
        <p:txBody>
          <a:bodyPr anchor="t"/>
          <a:lstStyle/>
          <a:p>
            <a:pPr/>
            <a:r>
              <a:t>DIMAC graphs</a:t>
            </a:r>
          </a:p>
        </p:txBody>
      </p:sp>
      <p:sp>
        <p:nvSpPr>
          <p:cNvPr id="556"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57" name="截圖 2021-03-09 上午1.15.40.png" descr="截圖 2021-03-09 上午1.15.40.png"/>
          <p:cNvPicPr>
            <a:picLocks noChangeAspect="1"/>
          </p:cNvPicPr>
          <p:nvPr/>
        </p:nvPicPr>
        <p:blipFill>
          <a:blip r:embed="rId2">
            <a:extLst/>
          </a:blip>
          <a:srcRect l="0" t="0" r="191" b="0"/>
          <a:stretch>
            <a:fillRect/>
          </a:stretch>
        </p:blipFill>
        <p:spPr>
          <a:xfrm>
            <a:off x="5058922" y="242093"/>
            <a:ext cx="18991899" cy="13231969"/>
          </a:xfrm>
          <a:prstGeom prst="rect">
            <a:avLst/>
          </a:prstGeom>
          <a:ln w="12700">
            <a:miter lim="400000"/>
          </a:ln>
        </p:spPr>
      </p:pic>
      <p:sp>
        <p:nvSpPr>
          <p:cNvPr id="558" name="矩形"/>
          <p:cNvSpPr/>
          <p:nvPr/>
        </p:nvSpPr>
        <p:spPr>
          <a:xfrm>
            <a:off x="20887805" y="1506467"/>
            <a:ext cx="1270001" cy="11858673"/>
          </a:xfrm>
          <a:prstGeom prst="rect">
            <a:avLst/>
          </a:prstGeom>
          <a:ln w="88900">
            <a:solidFill>
              <a:schemeClr val="accent5">
                <a:hueOff val="-82419"/>
                <a:satOff val="-9513"/>
                <a:lumOff val="-16343"/>
              </a:schemeClr>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0" name="Conclusion"/>
          <p:cNvSpPr txBox="1"/>
          <p:nvPr>
            <p:ph type="title"/>
          </p:nvPr>
        </p:nvSpPr>
        <p:spPr>
          <a:prstGeom prst="rect">
            <a:avLst/>
          </a:prstGeom>
        </p:spPr>
        <p:txBody>
          <a:bodyPr/>
          <a:lstStyle>
            <a:lvl1pPr algn="l">
              <a:defRPr sz="9000"/>
            </a:lvl1pPr>
          </a:lstStyle>
          <a:p>
            <a:pPr/>
            <a:r>
              <a:t>Conclusion</a:t>
            </a:r>
          </a:p>
        </p:txBody>
      </p:sp>
      <p:sp>
        <p:nvSpPr>
          <p:cNvPr id="561" name="DoMC (dynamic ordering MaxClique solver)…"/>
          <p:cNvSpPr txBox="1"/>
          <p:nvPr>
            <p:ph type="body" idx="1"/>
          </p:nvPr>
        </p:nvSpPr>
        <p:spPr>
          <a:xfrm>
            <a:off x="1689100" y="2745402"/>
            <a:ext cx="21005800" cy="9954517"/>
          </a:xfrm>
          <a:prstGeom prst="rect">
            <a:avLst/>
          </a:prstGeom>
        </p:spPr>
        <p:txBody>
          <a:bodyPr anchor="t"/>
          <a:lstStyle/>
          <a:p>
            <a:pPr/>
            <a:r>
              <a:t>DoMC (dynamic ordering MaxClique solver)</a:t>
            </a:r>
          </a:p>
          <a:p>
            <a:pPr/>
            <a:r>
              <a:t>SoMC (static ordering MaxClique solver)</a:t>
            </a:r>
          </a:p>
          <a:p>
            <a:pPr/>
            <a:r>
              <a:t>MoMC：Combine the dynamic and static strategies.</a:t>
            </a:r>
          </a:p>
          <a:p>
            <a:pPr/>
            <a:r>
              <a:t>MoMC is generally better than the algorithms implementing a single strategy.</a:t>
            </a:r>
          </a:p>
          <a:p>
            <a:pPr/>
            <a:r>
              <a:t>Incremental MaxSAT reasoning to improve </a:t>
            </a:r>
            <a:r>
              <a:rPr b="1"/>
              <a:t>the minimization of branches.</a:t>
            </a:r>
            <a:endParaRPr b="1"/>
          </a:p>
          <a:p>
            <a:pPr/>
            <a:r>
              <a:rPr b="1"/>
              <a:t>The static strategy</a:t>
            </a:r>
            <a:r>
              <a:t> allows a more incremental search.</a:t>
            </a:r>
          </a:p>
          <a:p>
            <a:pPr/>
            <a:r>
              <a:t>Restruct adjacency matrix and </a:t>
            </a:r>
            <a:r>
              <a:rPr b="1"/>
              <a:t>improve upper bound</a:t>
            </a:r>
            <a:r>
              <a:t>. </a:t>
            </a:r>
          </a:p>
        </p:txBody>
      </p:sp>
      <p:sp>
        <p:nvSpPr>
          <p:cNvPr id="562"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4" name="Thank you for listening"/>
          <p:cNvSpPr txBox="1"/>
          <p:nvPr>
            <p:ph type="title"/>
          </p:nvPr>
        </p:nvSpPr>
        <p:spPr>
          <a:xfrm>
            <a:off x="1689100" y="5715000"/>
            <a:ext cx="21005800" cy="2286000"/>
          </a:xfrm>
          <a:prstGeom prst="rect">
            <a:avLst/>
          </a:prstGeom>
        </p:spPr>
        <p:txBody>
          <a:bodyPr/>
          <a:lstStyle/>
          <a:p>
            <a:pPr/>
            <a:r>
              <a:t>Thank you for listening</a:t>
            </a:r>
          </a:p>
        </p:txBody>
      </p:sp>
      <p:sp>
        <p:nvSpPr>
          <p:cNvPr id="565"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imes New Roman"/>
        <a:ea typeface="Times New Roman"/>
        <a:cs typeface="Times New Roman"/>
      </a:majorFont>
      <a:minorFont>
        <a:latin typeface="Times New Roman"/>
        <a:ea typeface="Times New Roman"/>
        <a:cs typeface="Times New Roma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4000" u="none" kumimoji="0" normalizeH="0">
            <a:ln>
              <a:noFill/>
            </a:ln>
            <a:solidFill>
              <a:srgbClr val="000000"/>
            </a:solidFill>
            <a:effectLst/>
            <a:uFillTx/>
            <a:latin typeface="+mn-lt"/>
            <a:ea typeface="+mn-ea"/>
            <a:cs typeface="+mn-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imes New Roman"/>
        <a:ea typeface="Times New Roman"/>
        <a:cs typeface="Times New Roman"/>
      </a:majorFont>
      <a:minorFont>
        <a:latin typeface="Times New Roman"/>
        <a:ea typeface="Times New Roman"/>
        <a:cs typeface="Times New Roma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4000" u="none" kumimoji="0" normalizeH="0">
            <a:ln>
              <a:noFill/>
            </a:ln>
            <a:solidFill>
              <a:srgbClr val="000000"/>
            </a:solidFill>
            <a:effectLst/>
            <a:uFillTx/>
            <a:latin typeface="+mn-lt"/>
            <a:ea typeface="+mn-ea"/>
            <a:cs typeface="+mn-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