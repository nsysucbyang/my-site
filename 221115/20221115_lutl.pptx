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17"/>
  </p:notesMasterIdLst>
  <p:sldIdLst>
    <p:sldId id="256" r:id="rId2"/>
    <p:sldId id="257" r:id="rId3"/>
    <p:sldId id="282" r:id="rId4"/>
    <p:sldId id="283" r:id="rId5"/>
    <p:sldId id="285" r:id="rId6"/>
    <p:sldId id="284" r:id="rId7"/>
    <p:sldId id="286" r:id="rId8"/>
    <p:sldId id="295" r:id="rId9"/>
    <p:sldId id="287" r:id="rId10"/>
    <p:sldId id="293" r:id="rId11"/>
    <p:sldId id="288" r:id="rId12"/>
    <p:sldId id="289" r:id="rId13"/>
    <p:sldId id="290" r:id="rId14"/>
    <p:sldId id="294" r:id="rId15"/>
    <p:sldId id="281"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72C4"/>
    <a:srgbClr val="CCCCFF"/>
    <a:srgbClr val="CBFCCC"/>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佈景主題樣式 2 - 輔色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0"/>
  </p:normalViewPr>
  <p:slideViewPr>
    <p:cSldViewPr snapToGrid="0" snapToObjects="1">
      <p:cViewPr varScale="1">
        <p:scale>
          <a:sx n="64" d="100"/>
          <a:sy n="64" d="100"/>
        </p:scale>
        <p:origin x="9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3T18:24:52.99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 16383,'39'32'0,"-1"1"0,-19-20 0,0 10 0,3-4 0,-3 0 0,0-2 0,14 6 0,-17-9 0,18 9 0,-26-11 0,8-5 0,-4 9 0,1-8 0,10 9 0,-10-5 0,23 11 0,-14-4 0,9 5 0,-13-6 0,-1-6 0,-9 0 0,8-6 0,-9 10 0,5-8 0,0 10 0,5-6 0,7 18 0,1-13 0,4 18 0,-5-16 0,27 32 0,-26-26 0,19 19 0,-32-32 0,32 32 0,-24-24 0,30 24 0,-37-32 0,10 5 0,-10-3 0,5 3 0,-6-10 0,5 9 0,-4-8 0,5 9 0,-6-10 0,0 4 0,0-5 0,0 6 0,5 0 0,-4 0 0,5 0 0,-6 0 0,5 0 0,-4-5 0,5 4 0,-6-5 0,0 6 0,0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3T18:24:54.30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 16383,'31'38'0,"3"9"0,-9-20 0,17 15 0,-15-16 0,10 3 0,-13-5 0,13 5 0,-15-9 0,8 2 0,-23-10 0,9 0 0,-8 5 0,15-3 0,-10 3 0,23 6 0,-20-9 0,20 9 0,-17-11 0,5 0 0,39 19 0,-35-14 0,34 15 0,-30-10 0,-10-7 0,13 7 0,-16-10 0,0 0 0,3 0 0,-14 0 0,8-5 0,-4 9 0,2-8 0,8 9 0,-8-5 0,3 0 0,-10 0 0,4 0 0,1 0 0,1 0 0,-1 0 0,4 0 0,-8 6 0,15-5 0,-5 10 0,1-4 0,4-1 0,-5 5 0,1-10 0,17 15 0,-20-13 0,15 2 0,-25-7 0,5-8 0,-4 3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3T18:24:56.03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 16383,'50'18'0,"-4"0"0,-22-6 0,65 25 0,-35-16 0,-7-2 0,-2-1 0,-13-3 0,56 22 0,-53-19 0,54 19 0,-65-30 0,40 23 0,-36-18 0,29 14 0,-40-15 0,15-2 0,6 4 0,14 4 0,25 15 0,-36-13 0,16 8 0,-45-17 0,5-8 0,15 19 0,-10-17 0,8 17 0,-18-20 0,0 10 0,5-5 0,2 6 0,0 0 0,-2 0 0,1-5 0,-5 4 0,75 36 0,-53-20 0,11-2 0,-2-1 0,-20-8 0,13 1 0,-10-3 0,10 3 0,-13-6 0,19 11 0,3 3 0,-5-3 0,10 6 0,0-1 0,-11-12 0,0 0 0,24 14 0,1 3 0,-18-9 0,30 16 0,1 0 0,-32-20 0,8 7 0,-2 0 0,-11-7 0,21 7 0,-48-15 0,3-4 0,-5-1 0,0 5 0,0-4 0,0 5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3T18:24:57.89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 16383,'32'37'0,"14"3"0,-24-15 0,15-1 0,-13-1 0,13 0 0,-10 3 0,10-3 0,-18-5 0,4-1 0,-10-4 0,4 5 0,1-6 0,-5 0 0,10 5 0,-10-3 0,5 3 0,-6-10 0,5 9 0,-4-8 0,10 14 0,-4-3 0,18 10 0,-15-14 0,8 6 0,-18-15 0,0 6 0,0 0 0,0 0 0,5 1 0,-3-1 0,3 0 0,-5 0 0,0 0 0,5 5 0,2-4 0,0 5 0,-2-6 0,0 5 0,-3-9 0,3 8 0,1-9 0,0 10 0,1-9 0,4 8 0,-10-9 0,10 5 0,-5 0 0,1 0 0,4 0 0,-10-5 0,75 28 0,-40-19 0,40 22 0,-53-24 0,-16-2 0,0 0 0,-2-5 0,-5-2 0,0 6 0,5-3 0,-3 4 0,3-7 0,-5 1 0,0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3T18:24:59.83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 16383,'66'27'0,"-7"-5"0,15 35 0,-37-35 0,31 31 0,-50-41 0,-6 0 0,32 32 0,-19-24 0,21 24 0,-29-32 0,-5 0 0,0-5 0,0 9 0,5-8 0,15 19 0,-5-7 0,5 4 0,-9-1 0,45 30 0,-36-25 0,30 24 0,-51-45 0,1 9 0,1-13 0,4 13 0,-5-10 0,-5 6 0,9 0 0,-13 0 0,18 0 0,-13 0 0,9 0 0,-5-5 0,0 4 0,1-4 0,-1 5 0,0 0 0,0 0 0,18 10 0,-14-13 0,15 12 0,-19-19 0,0 3 0,0-5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3T18:25:01.11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 16383,'60'42'0,"-2"-1"0,-5-6 0,0 0 0,-1-3 0,2 2 0,-16-3 0,4 2 0,18 2 0,9 2 0,-10-3 0,14 27 0,-10-29 0,-10-5 0,-34-9 0,16-4 0,-18-1 0,18 2 0,-16-3 0,23 13 0,6 2 0,5-2 0,34 22 0,-62-34 0,-9-6 0,-8 0 0,15 3 0,-4 2 0,-1 2 0,0 3 0,-6-10 0,0 3 0,0-3 0,0 5 0,5-5 0,-9 4 0,13-5 0,-13 6 0,10-5 0,-6 9 0,0-13 0,0 13 0,0-10 0,0 6 0,0 0 0,0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3T18:25:02.66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 16383,'8'63'0,"-6"-14"0,11-12 0,-12-13 0,17 39 0,-15-34 0,10 33 0,-13-49 0,0 49 0,0-39 0,0 39 0,0-49 0,0 10 0,5-10 0,-3 5 0,3-1 0,-5-4 0,0 5 0,0-1 0,0-4 0,0 5 0,0-1 0,5-4 0,-3 5 0,3-6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3T18:25:04.19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24 0 16383,'0'44'0,"0"-3"0,0-17 0,0 0 0,0 44 0,0-33 0,-5 29 0,-2-42 0,0 10 0,2-10 0,5 13 0,0-21 0,0 3 0,0 0 0,0-3 0,0 3 0,0 0 0,0-3 0,0 3 0,0 6 0,0-8 0,0 7 0,0-10 0,0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3T18:25:05.61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1580 1 16383,'-50'22'0,"1"0"0,-3 1 0,2 1 0,-36 23 0,20-13 0,16-9 0,-4 20 0,10-28 0,-1 26 0,22-37 0,-32 31 0,-8 7 0,1-13 0,-2 14 0,1-4 0,14-22 0,-29 39 0,39-33 0,-27 22 0,59-42 0,1 0 0,-21 13 0,11-4 0,-32 20 0,8-10 0,5 1 0,5-2 0,0-9 0,8-1 0,-15 2 0,18-3 0,-16 2 0,18-7 0,-13 7 0,13-8 0,-2 1 0,0-2 0,2-5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3T18:25:07.06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1085 0 16383,'-50'65'0,"0"-5"0,10-35 0,-10 7 0,3-5 0,1 1 0,-2 10 0,1-10 0,6-2 0,28-9 0,-60 36 0,29-29 0,-34 29 0,41-38 0,13-3 0,0 0 0,6 0 0,0 0 0,6 0 0,-5 0 0,9 0 0,-14 0 0,14 0 0,-14 0 0,8 0 0,-3 0 0,5-5 0,0 9 0,0-8 0,0 9 0,0-5 0,0 0 0,-5 0 0,8 0 0,-7-5 0,4 3 0,-6-3 0,-1 10 0,-4-9 0,15 8 0,-8-14 0,10 3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3T18:25:19.195"/>
    </inkml:context>
    <inkml:brush xml:id="br0">
      <inkml:brushProperty name="width" value="0.3" units="cm"/>
      <inkml:brushProperty name="height" value="0.6" units="cm"/>
      <inkml:brushProperty name="color" value="#FF40FF"/>
      <inkml:brushProperty name="tip" value="rectangle"/>
      <inkml:brushProperty name="rasterOp" value="maskPen"/>
    </inkml:brush>
  </inkml:definitions>
  <inkml:trace contextRef="#ctx0" brushRef="#br0">3288 1 16383,'-25'44'0,"2"-9"0,1 0 0,7-13 0,-2 15 0,6-18 0,-36 54 0,25-42 0,-30 43 0,29-37 0,-11 29 0,7-24 0,-5 20 0,20-49 0,-10 23 0,2-20 0,-4 20 0,7-23 0,-35 60 0,30-47 0,-31 47 0,41-60 0,-5 10 0,1 8 0,-7-9 0,7 14 0,-2-17 0,6 5 0,0-6 0,0 5 0,0-4 0,-40 55 0,30-37 0,-36 37 0,45-50 0,-45 50 0,36-37 0,-36 37 0,42-37 0,-42 40 0,34-27 0,-29 24 0,41-55 0,-40 54 0,30-42 0,-36 43 0,45-50 0,-24 39 0,14-29 0,-20 42 0,23-48 0,-5 21 0,-1-3 0,-1 1 0,3 6 0,-6-6 0,2-4 0,15-19 0,-24 39 0,20-35 0,-15 34 0,26-48 0,-5 3 0,4 0 0,1-3 0,-19 27 0,-1 6 0,9-12 0,-15 17 0,1-2 0,16-22 0,-15 21 0,-2 4 0,7 0 0,-4-6 0,0-1 0,3 4 0,-14 16 0,10-6 0,-7 6 0,21-29 0,-12 0 0,-6 29 0,7-19 0,0 16 0,11-44 0,-11 43 0,2-21 0,-13 25 0,23-29 0,-22 26 0,20-29 0,-15 30 0,20-46 0,-19 44 0,11-21 0,-12 26 0,12-30 0,-6 7 0,-2 1 0,1-4 0,3 5 0,1-3 0,7-19 0,-2 13 0,3-10 0,-6 5 0,14-9 0,-15 8 0,7-4 0,-7 10 0,10-13 0,0 0 0,-11 13 0,9-9 0,-9 8 0,11-17 0,-10 17 0,13-14 0,-12 9 0,9-8 0,-21 35 0,8-12 0,-13 21 0,23-30 0,-5 0 0,7-15 0,-1 8 0,7-18 0,-4 5 0,4-3 0,-5 3 0,6-5 0,-7 18 0,11-13 0,-12 8 0,13-15 0,-10 2 0,5 2 0,-1 3 0,2-5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3T18:25:20.474"/>
    </inkml:context>
    <inkml:brush xml:id="br0">
      <inkml:brushProperty name="width" value="0.3" units="cm"/>
      <inkml:brushProperty name="height" value="0.6" units="cm"/>
      <inkml:brushProperty name="color" value="#FF40FF"/>
      <inkml:brushProperty name="tip" value="rectangle"/>
      <inkml:brushProperty name="rasterOp" value="maskPen"/>
    </inkml:brush>
  </inkml:definitions>
  <inkml:trace contextRef="#ctx0" brushRef="#br0">1116 0 16383,'-67'6'0,"-4"3"0,31 6 0,-13 11 0,-38 8 0,-3 1 0,21-4 0,-20 3 0,5-2 0,48-15 0,-39 20 0,32-10 0,-11 5 0,41-20 0,5 0 0,5 0 0,-9 0 0,14 0 0,-15 0 0,11 0 0,-6 0 0,-6 5 0,10-3 0,-8-2 0,10 4 0,-6-8 0,0 9 0,5-5 0,-9 6 0,8-5 0,-9-1 0,5-7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3T18:25:21.782"/>
    </inkml:context>
    <inkml:brush xml:id="br0">
      <inkml:brushProperty name="width" value="0.3" units="cm"/>
      <inkml:brushProperty name="height" value="0.6" units="cm"/>
      <inkml:brushProperty name="color" value="#FF40FF"/>
      <inkml:brushProperty name="tip" value="rectangle"/>
      <inkml:brushProperty name="rasterOp" value="maskPen"/>
    </inkml:brush>
  </inkml:definitions>
  <inkml:trace contextRef="#ctx0" brushRef="#br0">7 0 16383,'-6'44'0,"8"9"0,5-25 0,5 22 0,1 2 0,-4-12 0,-2 10 0,1 3 0,5 13 0,-12-11 0,1 2 0,16 23 0,-17 9 0,4-70 0,-5 4 0,0-5 0,0 6 0,0 0 0,0 66 0,6-55 0,-5 53 0,4-69 0,-5 5 0,0-6 0,0 0 0,0-1 0,0 2 0,6 0 0,-5-2 0,4-5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3T18:25:45.424"/>
    </inkml:context>
    <inkml:brush xml:id="br0">
      <inkml:brushProperty name="width" value="0.3" units="cm"/>
      <inkml:brushProperty name="height" value="0.6" units="cm"/>
      <inkml:brushProperty name="color" value="#FF40FF"/>
      <inkml:brushProperty name="tip" value="rectangle"/>
      <inkml:brushProperty name="rasterOp" value="maskPen"/>
    </inkml:brush>
  </inkml:definitions>
  <inkml:trace contextRef="#ctx0" brushRef="#br0">3761 0 16383,'-44'12'0,"4"-5"0,21 4 0,-4-5 0,-61 47 0,44-26 0,-11 1 0,-1 0 0,12 1 0,-23 1 0,-6 3 0,-3 11 0,10-13 0,5-2 0,20-1 0,-8-1 0,0 0 0,5 0 0,-11 6 0,0-3 0,10-13 0,-14 24 0,-4 4 0,-10-4 0,17-2 0,2-1 0,1-5 0,8-8 0,-26 19 0,-5 5 0,-3 1 0,10-8 0,3-1 0,12-9 0,-16 2 0,6 4 0,-6-4 0,34-11 0,-29 8 0,37-14 0,-32 15 0,44-20 0,-18 10 0,8-7 0,-10 7 0,9-10 0,-8 11 0,4-9 0,-5 9 0,15-11 0,-1 5 0,5-4 0,-4-1 0,5-1 0,-6-4 0,5 5 0,-4 0 0,-1 0 0,0 0 0,-12 18 0,5-13 0,-4 13 0,5-18 0,-13 10 0,15-7 0,-13 7 0,21-10 0,-3 0 0,5 0 0,0-5 0,-5 4 0,9-5 0,-14 1 0,14 4 0,-27 6 0,0 0 0,-5 6 0,8-9 0,-56 23 0,40-16 0,1-1 0,1-2 0,9-4 0,13 4 0,6-10 0,0 3 0,6-6 0,0 2 0,-5 5 0,4 0 0,-5 0 0,1-6 0,4 5 0,-5-4 0,6-1 0,-18 13 0,13-10 0,-18 10 0,16-7 0,-44 20 0,34-20 0,-27 18 0,44-29 0,-5 10 0,3-4 0,-3-1 0,5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3T18:25:46.854"/>
    </inkml:context>
    <inkml:brush xml:id="br0">
      <inkml:brushProperty name="width" value="0.3" units="cm"/>
      <inkml:brushProperty name="height" value="0.6" units="cm"/>
      <inkml:brushProperty name="color" value="#FF40FF"/>
      <inkml:brushProperty name="tip" value="rectangle"/>
      <inkml:brushProperty name="rasterOp" value="maskPen"/>
    </inkml:brush>
  </inkml:definitions>
  <inkml:trace contextRef="#ctx0" brushRef="#br0">1296 1 16383,'-44'0'0,"4"5"0,16-3 0,-13 3 0,9-5 0,-9 5 0,-26-3 0,29 8 0,-29-8 0,39 3 0,-39 7 0,29-9 0,-29 10 0,39-8 0,-39-3 0,29 8 0,-24-8 0,35 3 0,-34 7 0,23-8 0,-24 8 0,41-7 0,-1-3 0,5 3 0,-5-5 0,1 0 0,4 0 0,-5 0 0,-4 5 0,7-3 0,-13 3 0,15-5 0,-5 0 0,1 0 0,3 5 0,-3-3 0,-6 3 0,3-5 0,-4 0 0,7 0 0,0 0 0,3 0 0,-3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3T18:25:49.124"/>
    </inkml:context>
    <inkml:brush xml:id="br0">
      <inkml:brushProperty name="width" value="0.3" units="cm"/>
      <inkml:brushProperty name="height" value="0.6" units="cm"/>
      <inkml:brushProperty name="color" value="#FF40FF"/>
      <inkml:brushProperty name="tip" value="rectangle"/>
      <inkml:brushProperty name="rasterOp" value="maskPen"/>
    </inkml:brush>
  </inkml:definitions>
  <inkml:trace contextRef="#ctx0" brushRef="#br0">155 0 16383,'-14'57'0,"-2"-14"0,15 7 0,-10-23 0,10 10 0,-4 0 0,-8 30 0,10-21 0,-15 17 0,17-44 0,-5 17 0,6-20 0,0 14 0,0-18 0,0 1 0,0 4 0,0 2 0,0-1 0,-5 0 0,4-6 0,-5 18 0,6-14 0,0 15 0,0-19 0,0 0 0,0 5 0,0-4 0,0 5 0,0-1 0,0-3 0,-5 3 0,4 0 0,-5-3 0,1 3 0,-4 13 0,2-13 0,-1 13 0,2-23 0,0-2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A45559-0BFE-4344-9B65-AF2AA4340070}" type="datetimeFigureOut">
              <a:rPr kumimoji="1" lang="zh-TW" altLang="en-US" smtClean="0"/>
              <a:t>2022/11/15</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43E2FF-3FFC-0943-9A0D-A0B13F46FECA}" type="slidenum">
              <a:rPr kumimoji="1" lang="zh-TW" altLang="en-US" smtClean="0"/>
              <a:t>‹#›</a:t>
            </a:fld>
            <a:endParaRPr kumimoji="1" lang="zh-TW" altLang="en-US"/>
          </a:p>
        </p:txBody>
      </p:sp>
    </p:spTree>
    <p:extLst>
      <p:ext uri="{BB962C8B-B14F-4D97-AF65-F5344CB8AC3E}">
        <p14:creationId xmlns:p14="http://schemas.microsoft.com/office/powerpoint/2010/main" val="3121076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9CACA6-C67C-E541-892B-44D0091E4B35}"/>
              </a:ext>
            </a:extLst>
          </p:cNvPr>
          <p:cNvSpPr>
            <a:spLocks noGrp="1"/>
          </p:cNvSpPr>
          <p:nvPr>
            <p:ph type="ctrTitle"/>
          </p:nvPr>
        </p:nvSpPr>
        <p:spPr>
          <a:xfrm>
            <a:off x="1524000" y="1122363"/>
            <a:ext cx="9144000" cy="2387600"/>
          </a:xfrm>
        </p:spPr>
        <p:txBody>
          <a:bodyPr anchor="b"/>
          <a:lstStyle>
            <a:lvl1pPr algn="ctr">
              <a:defRPr sz="6000">
                <a:latin typeface="Times New Roman" panose="02020603050405020304" pitchFamily="18" charset="0"/>
                <a:cs typeface="Times New Roman" panose="02020603050405020304" pitchFamily="18" charset="0"/>
              </a:defRPr>
            </a:lvl1pPr>
          </a:lstStyle>
          <a:p>
            <a:r>
              <a:rPr kumimoji="1" lang="zh-TW" altLang="en-US" dirty="0"/>
              <a:t>按一下以編輯母片標題樣式</a:t>
            </a:r>
          </a:p>
        </p:txBody>
      </p:sp>
      <p:sp>
        <p:nvSpPr>
          <p:cNvPr id="3" name="副標題 2">
            <a:extLst>
              <a:ext uri="{FF2B5EF4-FFF2-40B4-BE49-F238E27FC236}">
                <a16:creationId xmlns:a16="http://schemas.microsoft.com/office/drawing/2014/main" id="{11CC1734-2905-E64F-A631-54B4414165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dirty="0"/>
              <a:t>按一下以編輯母片子標題樣式</a:t>
            </a:r>
          </a:p>
        </p:txBody>
      </p:sp>
      <p:sp>
        <p:nvSpPr>
          <p:cNvPr id="4" name="日期版面配置區 3">
            <a:extLst>
              <a:ext uri="{FF2B5EF4-FFF2-40B4-BE49-F238E27FC236}">
                <a16:creationId xmlns:a16="http://schemas.microsoft.com/office/drawing/2014/main" id="{E52928DA-44E4-074F-8536-26603EBDA3A5}"/>
              </a:ext>
            </a:extLst>
          </p:cNvPr>
          <p:cNvSpPr>
            <a:spLocks noGrp="1"/>
          </p:cNvSpPr>
          <p:nvPr>
            <p:ph type="dt" sz="half" idx="10"/>
          </p:nvPr>
        </p:nvSpPr>
        <p:spPr/>
        <p:txBody>
          <a:bodyPr/>
          <a:lstStyle/>
          <a:p>
            <a:fld id="{F8D94305-8CA1-9449-A556-67D5085A7FA1}" type="datetime1">
              <a:rPr kumimoji="1" lang="zh-TW" altLang="en-US" smtClean="0"/>
              <a:t>2022/11/15</a:t>
            </a:fld>
            <a:endParaRPr kumimoji="1" lang="zh-TW" altLang="en-US"/>
          </a:p>
        </p:txBody>
      </p:sp>
      <p:sp>
        <p:nvSpPr>
          <p:cNvPr id="5" name="頁尾版面配置區 4">
            <a:extLst>
              <a:ext uri="{FF2B5EF4-FFF2-40B4-BE49-F238E27FC236}">
                <a16:creationId xmlns:a16="http://schemas.microsoft.com/office/drawing/2014/main" id="{FCCB0FA4-ABBE-BA4C-8404-566B691D00D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36B4FD5-66AB-9441-90B5-4BBD60219EE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3481404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70AF28-EC81-FE4B-89D9-F2E8D07FC024}"/>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7F8F01FE-63E4-B148-8F63-BA8CC19DF1BE}"/>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3CDDCB10-D67B-2F49-9257-3F53E655A9C1}"/>
              </a:ext>
            </a:extLst>
          </p:cNvPr>
          <p:cNvSpPr>
            <a:spLocks noGrp="1"/>
          </p:cNvSpPr>
          <p:nvPr>
            <p:ph type="dt" sz="half" idx="10"/>
          </p:nvPr>
        </p:nvSpPr>
        <p:spPr/>
        <p:txBody>
          <a:bodyPr/>
          <a:lstStyle/>
          <a:p>
            <a:fld id="{045A69C4-18F5-3B4F-9726-B61210AF53BB}" type="datetime1">
              <a:rPr kumimoji="1" lang="zh-TW" altLang="en-US" smtClean="0"/>
              <a:t>2022/11/15</a:t>
            </a:fld>
            <a:endParaRPr kumimoji="1" lang="zh-TW" altLang="en-US"/>
          </a:p>
        </p:txBody>
      </p:sp>
      <p:sp>
        <p:nvSpPr>
          <p:cNvPr id="5" name="頁尾版面配置區 4">
            <a:extLst>
              <a:ext uri="{FF2B5EF4-FFF2-40B4-BE49-F238E27FC236}">
                <a16:creationId xmlns:a16="http://schemas.microsoft.com/office/drawing/2014/main" id="{FE383F78-9598-D74D-9292-89EFE69D19A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ABD1EF3F-2214-5B47-9FDA-094F6F6F1A36}"/>
              </a:ext>
            </a:extLst>
          </p:cNvPr>
          <p:cNvSpPr>
            <a:spLocks noGrp="1"/>
          </p:cNvSpPr>
          <p:nvPr>
            <p:ph type="sldNum" sz="quarter" idx="12"/>
          </p:nvPr>
        </p:nvSpPr>
        <p:spPr/>
        <p:txBody>
          <a:bodyPr/>
          <a:lstStyle>
            <a:lvl1pPr>
              <a:defRPr sz="1600">
                <a:solidFill>
                  <a:schemeClr val="tx1">
                    <a:lumMod val="50000"/>
                    <a:lumOff val="50000"/>
                  </a:schemeClr>
                </a:solidFill>
                <a:latin typeface="Times New Roman" panose="02020603050405020304" pitchFamily="18" charset="0"/>
                <a:cs typeface="Times New Roman" panose="02020603050405020304" pitchFamily="18" charset="0"/>
              </a:defRPr>
            </a:lvl1pPr>
          </a:lstStyle>
          <a:p>
            <a:fld id="{45AB94F7-1CE9-3B41-8002-0A2CB67662D8}" type="slidenum">
              <a:rPr kumimoji="1" lang="zh-TW" altLang="en-US" smtClean="0"/>
              <a:pPr/>
              <a:t>‹#›</a:t>
            </a:fld>
            <a:endParaRPr kumimoji="1" lang="zh-TW" altLang="en-US" dirty="0"/>
          </a:p>
        </p:txBody>
      </p:sp>
    </p:spTree>
    <p:extLst>
      <p:ext uri="{BB962C8B-B14F-4D97-AF65-F5344CB8AC3E}">
        <p14:creationId xmlns:p14="http://schemas.microsoft.com/office/powerpoint/2010/main" val="2339286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0EA4F2-2540-1244-B139-F15C25B79C46}"/>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C2C54D3C-13C8-6242-8D0C-509D676810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59742759-9CB6-6844-818C-D784DC9DDBEB}"/>
              </a:ext>
            </a:extLst>
          </p:cNvPr>
          <p:cNvSpPr>
            <a:spLocks noGrp="1"/>
          </p:cNvSpPr>
          <p:nvPr>
            <p:ph type="dt" sz="half" idx="10"/>
          </p:nvPr>
        </p:nvSpPr>
        <p:spPr/>
        <p:txBody>
          <a:bodyPr/>
          <a:lstStyle/>
          <a:p>
            <a:fld id="{3C11A6B9-6F66-C749-9323-08ACCB0475DF}" type="datetime1">
              <a:rPr kumimoji="1" lang="zh-TW" altLang="en-US" smtClean="0"/>
              <a:t>2022/11/15</a:t>
            </a:fld>
            <a:endParaRPr kumimoji="1" lang="zh-TW" altLang="en-US"/>
          </a:p>
        </p:txBody>
      </p:sp>
      <p:sp>
        <p:nvSpPr>
          <p:cNvPr id="5" name="頁尾版面配置區 4">
            <a:extLst>
              <a:ext uri="{FF2B5EF4-FFF2-40B4-BE49-F238E27FC236}">
                <a16:creationId xmlns:a16="http://schemas.microsoft.com/office/drawing/2014/main" id="{BAF6B2C8-E956-014A-989F-C4986EEC9705}"/>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4FE7166-F2BC-6E41-A489-D4F1F176A0D3}"/>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598025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D5B0B7-A085-074E-8B77-3B759476B838}"/>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00DE2419-98D0-C748-9D81-FD99D10E893D}"/>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9E7429AE-8C31-D64A-9CAF-84EF9D9F81FB}"/>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854F1935-3D64-C547-BE1F-E5DF5E3EAE39}"/>
              </a:ext>
            </a:extLst>
          </p:cNvPr>
          <p:cNvSpPr>
            <a:spLocks noGrp="1"/>
          </p:cNvSpPr>
          <p:nvPr>
            <p:ph type="dt" sz="half" idx="10"/>
          </p:nvPr>
        </p:nvSpPr>
        <p:spPr/>
        <p:txBody>
          <a:bodyPr/>
          <a:lstStyle/>
          <a:p>
            <a:fld id="{0D2A61A4-81BF-334B-8D80-CA36701FDA35}" type="datetime1">
              <a:rPr kumimoji="1" lang="zh-TW" altLang="en-US" smtClean="0"/>
              <a:t>2022/11/15</a:t>
            </a:fld>
            <a:endParaRPr kumimoji="1" lang="zh-TW" altLang="en-US"/>
          </a:p>
        </p:txBody>
      </p:sp>
      <p:sp>
        <p:nvSpPr>
          <p:cNvPr id="6" name="頁尾版面配置區 5">
            <a:extLst>
              <a:ext uri="{FF2B5EF4-FFF2-40B4-BE49-F238E27FC236}">
                <a16:creationId xmlns:a16="http://schemas.microsoft.com/office/drawing/2014/main" id="{712AB15C-9B5B-D44D-B16C-11EF813D9F62}"/>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25CFBA30-686E-724D-9244-E9E6440670BD}"/>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01584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12BDD6-FE7A-F545-960D-362C66F47353}"/>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07F6F60D-37BA-C242-9A1E-32FEB8CCCA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E9BCDA43-0B87-A645-8BE0-2EA0C0A6B13B}"/>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05D48957-078C-7444-A985-ACC5552F25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4FEF868D-291B-394E-9BE2-D02FA1CD3C3D}"/>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1EA16361-4974-3C4E-9136-7688A755DDEC}"/>
              </a:ext>
            </a:extLst>
          </p:cNvPr>
          <p:cNvSpPr>
            <a:spLocks noGrp="1"/>
          </p:cNvSpPr>
          <p:nvPr>
            <p:ph type="dt" sz="half" idx="10"/>
          </p:nvPr>
        </p:nvSpPr>
        <p:spPr/>
        <p:txBody>
          <a:bodyPr/>
          <a:lstStyle/>
          <a:p>
            <a:fld id="{8C8A022A-5F93-5C4C-B16C-BEC73CEE6E54}" type="datetime1">
              <a:rPr kumimoji="1" lang="zh-TW" altLang="en-US" smtClean="0"/>
              <a:t>2022/11/15</a:t>
            </a:fld>
            <a:endParaRPr kumimoji="1" lang="zh-TW" altLang="en-US"/>
          </a:p>
        </p:txBody>
      </p:sp>
      <p:sp>
        <p:nvSpPr>
          <p:cNvPr id="8" name="頁尾版面配置區 7">
            <a:extLst>
              <a:ext uri="{FF2B5EF4-FFF2-40B4-BE49-F238E27FC236}">
                <a16:creationId xmlns:a16="http://schemas.microsoft.com/office/drawing/2014/main" id="{556ED032-8661-E941-88E1-00C96942095D}"/>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FB13C977-9E60-0840-8F60-2746A6806D9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779835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B53D1F-CD49-4A47-8161-81E7049E7774}"/>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97BAD2FC-9DAA-7243-A022-A4F61BF19E06}"/>
              </a:ext>
            </a:extLst>
          </p:cNvPr>
          <p:cNvSpPr>
            <a:spLocks noGrp="1"/>
          </p:cNvSpPr>
          <p:nvPr>
            <p:ph type="dt" sz="half" idx="10"/>
          </p:nvPr>
        </p:nvSpPr>
        <p:spPr/>
        <p:txBody>
          <a:bodyPr/>
          <a:lstStyle/>
          <a:p>
            <a:fld id="{12C925CB-9510-9341-9576-9B12ECEC775E}" type="datetime1">
              <a:rPr kumimoji="1" lang="zh-TW" altLang="en-US" smtClean="0"/>
              <a:t>2022/11/15</a:t>
            </a:fld>
            <a:endParaRPr kumimoji="1" lang="zh-TW" altLang="en-US"/>
          </a:p>
        </p:txBody>
      </p:sp>
      <p:sp>
        <p:nvSpPr>
          <p:cNvPr id="4" name="頁尾版面配置區 3">
            <a:extLst>
              <a:ext uri="{FF2B5EF4-FFF2-40B4-BE49-F238E27FC236}">
                <a16:creationId xmlns:a16="http://schemas.microsoft.com/office/drawing/2014/main" id="{FB08567B-6FC5-FE42-99C1-56DE3E0EA82A}"/>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EDF5BEE7-69BC-3243-92F7-9D56CF1E4E0D}"/>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994566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C472B68F-CE5E-8E42-845E-216799E9332B}"/>
              </a:ext>
            </a:extLst>
          </p:cNvPr>
          <p:cNvSpPr>
            <a:spLocks noGrp="1"/>
          </p:cNvSpPr>
          <p:nvPr>
            <p:ph type="dt" sz="half" idx="10"/>
          </p:nvPr>
        </p:nvSpPr>
        <p:spPr/>
        <p:txBody>
          <a:bodyPr/>
          <a:lstStyle/>
          <a:p>
            <a:fld id="{9FC0CE8D-F82D-A84C-87DC-2C4A6AB68E2E}" type="datetime1">
              <a:rPr kumimoji="1" lang="zh-TW" altLang="en-US" smtClean="0"/>
              <a:t>2022/11/15</a:t>
            </a:fld>
            <a:endParaRPr kumimoji="1" lang="zh-TW" altLang="en-US"/>
          </a:p>
        </p:txBody>
      </p:sp>
      <p:sp>
        <p:nvSpPr>
          <p:cNvPr id="3" name="頁尾版面配置區 2">
            <a:extLst>
              <a:ext uri="{FF2B5EF4-FFF2-40B4-BE49-F238E27FC236}">
                <a16:creationId xmlns:a16="http://schemas.microsoft.com/office/drawing/2014/main" id="{0AE25D5B-72BF-8541-BB27-109E74F63A4A}"/>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A4D9627B-7493-DE49-BED1-D957B96B65C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05284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D33F3F-E533-ED46-B706-B8230FBE3629}"/>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923F0ED-E028-4D48-ACE1-92415A0E02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F9259B9D-B493-EE4A-8F83-9E517D43A3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B647DBB5-D8D1-9C4B-958E-74CA3C356597}"/>
              </a:ext>
            </a:extLst>
          </p:cNvPr>
          <p:cNvSpPr>
            <a:spLocks noGrp="1"/>
          </p:cNvSpPr>
          <p:nvPr>
            <p:ph type="dt" sz="half" idx="10"/>
          </p:nvPr>
        </p:nvSpPr>
        <p:spPr/>
        <p:txBody>
          <a:bodyPr/>
          <a:lstStyle/>
          <a:p>
            <a:fld id="{358C0FAD-89C5-7F43-A773-FAE777B2C9F1}" type="datetime1">
              <a:rPr kumimoji="1" lang="zh-TW" altLang="en-US" smtClean="0"/>
              <a:t>2022/11/15</a:t>
            </a:fld>
            <a:endParaRPr kumimoji="1" lang="zh-TW" altLang="en-US"/>
          </a:p>
        </p:txBody>
      </p:sp>
      <p:sp>
        <p:nvSpPr>
          <p:cNvPr id="6" name="頁尾版面配置區 5">
            <a:extLst>
              <a:ext uri="{FF2B5EF4-FFF2-40B4-BE49-F238E27FC236}">
                <a16:creationId xmlns:a16="http://schemas.microsoft.com/office/drawing/2014/main" id="{2DD9DD0B-97B7-7C48-9FAF-367CEFEAD760}"/>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1F04DAF6-0748-E746-B095-EDD0BFA0CD9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234485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B7AA03-AD9D-9B4F-BF9A-0D182E130373}"/>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40629E92-D1EC-7541-B377-00C9F825B7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49365C22-4E8D-5446-A436-EA77B69D7F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9B89063B-A0C5-524B-897E-9D14FAA16A3A}"/>
              </a:ext>
            </a:extLst>
          </p:cNvPr>
          <p:cNvSpPr>
            <a:spLocks noGrp="1"/>
          </p:cNvSpPr>
          <p:nvPr>
            <p:ph type="dt" sz="half" idx="10"/>
          </p:nvPr>
        </p:nvSpPr>
        <p:spPr/>
        <p:txBody>
          <a:bodyPr/>
          <a:lstStyle/>
          <a:p>
            <a:fld id="{C6BFB9B9-8EF2-A94F-98A1-225287ED6E40}" type="datetime1">
              <a:rPr kumimoji="1" lang="zh-TW" altLang="en-US" smtClean="0"/>
              <a:t>2022/11/15</a:t>
            </a:fld>
            <a:endParaRPr kumimoji="1" lang="zh-TW" altLang="en-US"/>
          </a:p>
        </p:txBody>
      </p:sp>
      <p:sp>
        <p:nvSpPr>
          <p:cNvPr id="6" name="頁尾版面配置區 5">
            <a:extLst>
              <a:ext uri="{FF2B5EF4-FFF2-40B4-BE49-F238E27FC236}">
                <a16:creationId xmlns:a16="http://schemas.microsoft.com/office/drawing/2014/main" id="{DFCC9C8F-50DB-0448-BAE3-DCD747D6EB24}"/>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8E76F315-F817-7046-B413-386F671772BC}"/>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716739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AAEEB8-BF61-0D4B-91E0-B11EF6EA06A8}"/>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B92FAE11-B217-A441-BF40-6E86BC48954F}"/>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6718463-BF67-834B-B2DE-31F68E4528C2}"/>
              </a:ext>
            </a:extLst>
          </p:cNvPr>
          <p:cNvSpPr>
            <a:spLocks noGrp="1"/>
          </p:cNvSpPr>
          <p:nvPr>
            <p:ph type="dt" sz="half" idx="10"/>
          </p:nvPr>
        </p:nvSpPr>
        <p:spPr/>
        <p:txBody>
          <a:bodyPr/>
          <a:lstStyle/>
          <a:p>
            <a:fld id="{238B0978-9282-A443-81EE-087251DCE16D}" type="datetime1">
              <a:rPr kumimoji="1" lang="zh-TW" altLang="en-US" smtClean="0"/>
              <a:t>2022/11/15</a:t>
            </a:fld>
            <a:endParaRPr kumimoji="1" lang="zh-TW" altLang="en-US"/>
          </a:p>
        </p:txBody>
      </p:sp>
      <p:sp>
        <p:nvSpPr>
          <p:cNvPr id="5" name="頁尾版面配置區 4">
            <a:extLst>
              <a:ext uri="{FF2B5EF4-FFF2-40B4-BE49-F238E27FC236}">
                <a16:creationId xmlns:a16="http://schemas.microsoft.com/office/drawing/2014/main" id="{F594982C-896E-4149-99DD-209F8E8C0071}"/>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6603828-B8BB-9B4D-B2DF-DD10F4CAE81A}"/>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564934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535947D6-AA8E-8847-82ED-F06115AA28F2}"/>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FF700A80-132C-4840-9A7C-C78D2A2400F3}"/>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8A617639-2B7B-124E-964F-8866AB88322E}"/>
              </a:ext>
            </a:extLst>
          </p:cNvPr>
          <p:cNvSpPr>
            <a:spLocks noGrp="1"/>
          </p:cNvSpPr>
          <p:nvPr>
            <p:ph type="dt" sz="half" idx="10"/>
          </p:nvPr>
        </p:nvSpPr>
        <p:spPr/>
        <p:txBody>
          <a:bodyPr/>
          <a:lstStyle/>
          <a:p>
            <a:fld id="{22108DF5-4A34-8D4B-8D26-525AA81604B2}" type="datetime1">
              <a:rPr kumimoji="1" lang="zh-TW" altLang="en-US" smtClean="0"/>
              <a:t>2022/11/15</a:t>
            </a:fld>
            <a:endParaRPr kumimoji="1" lang="zh-TW" altLang="en-US"/>
          </a:p>
        </p:txBody>
      </p:sp>
      <p:sp>
        <p:nvSpPr>
          <p:cNvPr id="5" name="頁尾版面配置區 4">
            <a:extLst>
              <a:ext uri="{FF2B5EF4-FFF2-40B4-BE49-F238E27FC236}">
                <a16:creationId xmlns:a16="http://schemas.microsoft.com/office/drawing/2014/main" id="{0438D0C4-A114-014D-8492-65B3EEDD1784}"/>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418114EB-9F4C-BE4F-9F99-D7A2DEEC2A60}"/>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6083713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大標題與項目符號">
    <p:spTree>
      <p:nvGrpSpPr>
        <p:cNvPr id="1" name=""/>
        <p:cNvGrpSpPr/>
        <p:nvPr/>
      </p:nvGrpSpPr>
      <p:grpSpPr>
        <a:xfrm>
          <a:off x="0" y="0"/>
          <a:ext cx="0" cy="0"/>
          <a:chOff x="0" y="0"/>
          <a:chExt cx="0" cy="0"/>
        </a:xfrm>
      </p:grpSpPr>
      <p:sp>
        <p:nvSpPr>
          <p:cNvPr id="56" name="大標題文字"/>
          <p:cNvSpPr txBox="1">
            <a:spLocks noGrp="1"/>
          </p:cNvSpPr>
          <p:nvPr>
            <p:ph type="title"/>
          </p:nvPr>
        </p:nvSpPr>
        <p:spPr>
          <a:prstGeom prst="rect">
            <a:avLst/>
          </a:prstGeom>
        </p:spPr>
        <p:txBody>
          <a:bodyPr/>
          <a:lstStyle/>
          <a:p>
            <a:r>
              <a:t>大標題文字</a:t>
            </a:r>
          </a:p>
        </p:txBody>
      </p:sp>
      <p:sp>
        <p:nvSpPr>
          <p:cNvPr id="57" name="內文層級一…"/>
          <p:cNvSpPr txBox="1">
            <a:spLocks noGrp="1"/>
          </p:cNvSpPr>
          <p:nvPr>
            <p:ph type="body" idx="1"/>
          </p:nvPr>
        </p:nvSpPr>
        <p:spPr>
          <a:prstGeom prst="rect">
            <a:avLst/>
          </a:prstGeom>
        </p:spPr>
        <p:txBody>
          <a:bodyPr/>
          <a:lstStyle>
            <a:lvl1pPr marL="396875" indent="-396875">
              <a:defRPr sz="3000"/>
            </a:lvl1pPr>
            <a:lvl2pPr marL="714375" indent="-396875">
              <a:defRPr sz="3000"/>
            </a:lvl2pPr>
            <a:lvl3pPr marL="1031875" indent="-396875">
              <a:defRPr sz="3000"/>
            </a:lvl3pPr>
            <a:lvl4pPr marL="1349375" indent="-396875">
              <a:defRPr sz="3000"/>
            </a:lvl4pPr>
            <a:lvl5pPr marL="1666875" indent="-396875">
              <a:defRPr sz="3000"/>
            </a:lvl5pPr>
          </a:lstStyle>
          <a:p>
            <a:r>
              <a:t>內文層級一</a:t>
            </a:r>
          </a:p>
          <a:p>
            <a:pPr lvl="1"/>
            <a:r>
              <a:t>內文層級二</a:t>
            </a:r>
          </a:p>
          <a:p>
            <a:pPr lvl="2"/>
            <a:r>
              <a:t>內文層級三</a:t>
            </a:r>
          </a:p>
          <a:p>
            <a:pPr lvl="3"/>
            <a:r>
              <a:t>內文層級四</a:t>
            </a:r>
          </a:p>
          <a:p>
            <a:pPr lvl="4"/>
            <a:r>
              <a:t>內文層級五</a:t>
            </a:r>
          </a:p>
        </p:txBody>
      </p:sp>
      <p:sp>
        <p:nvSpPr>
          <p:cNvPr id="58"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00304797"/>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73116FCC-9057-794F-A6BD-9239D68671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dirty="0"/>
              <a:t>按一下以編輯母片標題樣式</a:t>
            </a:r>
          </a:p>
        </p:txBody>
      </p:sp>
      <p:sp>
        <p:nvSpPr>
          <p:cNvPr id="3" name="文字版面配置區 2">
            <a:extLst>
              <a:ext uri="{FF2B5EF4-FFF2-40B4-BE49-F238E27FC236}">
                <a16:creationId xmlns:a16="http://schemas.microsoft.com/office/drawing/2014/main" id="{0F71D68C-1C2E-1C49-B4D5-25F62E8AE2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dirty="0"/>
              <a:t>按一下以編輯母片文字樣式</a:t>
            </a:r>
          </a:p>
          <a:p>
            <a:pPr lvl="1"/>
            <a:r>
              <a:rPr kumimoji="1" lang="zh-TW" altLang="en-US" dirty="0"/>
              <a:t>第二層</a:t>
            </a:r>
          </a:p>
          <a:p>
            <a:pPr lvl="2"/>
            <a:r>
              <a:rPr kumimoji="1" lang="zh-TW" altLang="en-US" dirty="0"/>
              <a:t>第三層</a:t>
            </a:r>
          </a:p>
          <a:p>
            <a:pPr lvl="3"/>
            <a:r>
              <a:rPr kumimoji="1" lang="zh-TW" altLang="en-US" dirty="0"/>
              <a:t>第四層</a:t>
            </a:r>
          </a:p>
          <a:p>
            <a:pPr lvl="4"/>
            <a:r>
              <a:rPr kumimoji="1" lang="zh-TW" altLang="en-US" dirty="0"/>
              <a:t>第五層</a:t>
            </a:r>
          </a:p>
        </p:txBody>
      </p:sp>
      <p:sp>
        <p:nvSpPr>
          <p:cNvPr id="4" name="日期版面配置區 3">
            <a:extLst>
              <a:ext uri="{FF2B5EF4-FFF2-40B4-BE49-F238E27FC236}">
                <a16:creationId xmlns:a16="http://schemas.microsoft.com/office/drawing/2014/main" id="{6ECE1990-52AC-F546-8798-90353A0395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A140CC-F999-A946-9373-08EAE304F3C9}" type="datetime1">
              <a:rPr kumimoji="1" lang="zh-TW" altLang="en-US" smtClean="0"/>
              <a:t>2022/11/15</a:t>
            </a:fld>
            <a:endParaRPr kumimoji="1" lang="zh-TW" altLang="en-US"/>
          </a:p>
        </p:txBody>
      </p:sp>
      <p:sp>
        <p:nvSpPr>
          <p:cNvPr id="5" name="頁尾版面配置區 4">
            <a:extLst>
              <a:ext uri="{FF2B5EF4-FFF2-40B4-BE49-F238E27FC236}">
                <a16:creationId xmlns:a16="http://schemas.microsoft.com/office/drawing/2014/main" id="{3EB22EAC-653F-C544-A1B0-BE186C1781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126F20A4-E6B9-D241-B29C-161E27408E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797430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3" Type="http://schemas.openxmlformats.org/officeDocument/2006/relationships/image" Target="../media/image6.png"/><Relationship Id="rId18" Type="http://schemas.openxmlformats.org/officeDocument/2006/relationships/customXml" Target="../ink/ink9.xml"/><Relationship Id="rId26" Type="http://schemas.openxmlformats.org/officeDocument/2006/relationships/customXml" Target="../ink/ink13.xml"/><Relationship Id="rId3" Type="http://schemas.openxmlformats.org/officeDocument/2006/relationships/image" Target="../media/image1.png"/><Relationship Id="rId21" Type="http://schemas.openxmlformats.org/officeDocument/2006/relationships/image" Target="../media/image10.png"/><Relationship Id="rId7" Type="http://schemas.openxmlformats.org/officeDocument/2006/relationships/image" Target="../media/image3.png"/><Relationship Id="rId12" Type="http://schemas.openxmlformats.org/officeDocument/2006/relationships/customXml" Target="../ink/ink6.xml"/><Relationship Id="rId17" Type="http://schemas.openxmlformats.org/officeDocument/2006/relationships/image" Target="../media/image8.png"/><Relationship Id="rId25" Type="http://schemas.openxmlformats.org/officeDocument/2006/relationships/image" Target="../media/image12.png"/><Relationship Id="rId33" Type="http://schemas.openxmlformats.org/officeDocument/2006/relationships/image" Target="../media/image16.png"/><Relationship Id="rId2" Type="http://schemas.openxmlformats.org/officeDocument/2006/relationships/customXml" Target="../ink/ink1.xml"/><Relationship Id="rId16" Type="http://schemas.openxmlformats.org/officeDocument/2006/relationships/customXml" Target="../ink/ink8.xml"/><Relationship Id="rId20" Type="http://schemas.openxmlformats.org/officeDocument/2006/relationships/customXml" Target="../ink/ink10.xml"/><Relationship Id="rId29"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5.png"/><Relationship Id="rId24" Type="http://schemas.openxmlformats.org/officeDocument/2006/relationships/customXml" Target="../ink/ink12.xml"/><Relationship Id="rId32" Type="http://schemas.openxmlformats.org/officeDocument/2006/relationships/customXml" Target="../ink/ink16.xml"/><Relationship Id="rId5" Type="http://schemas.openxmlformats.org/officeDocument/2006/relationships/image" Target="../media/image2.png"/><Relationship Id="rId15" Type="http://schemas.openxmlformats.org/officeDocument/2006/relationships/image" Target="../media/image7.png"/><Relationship Id="rId23" Type="http://schemas.openxmlformats.org/officeDocument/2006/relationships/image" Target="../media/image11.png"/><Relationship Id="rId28" Type="http://schemas.openxmlformats.org/officeDocument/2006/relationships/customXml" Target="../ink/ink14.xml"/><Relationship Id="rId10" Type="http://schemas.openxmlformats.org/officeDocument/2006/relationships/customXml" Target="../ink/ink5.xml"/><Relationship Id="rId19" Type="http://schemas.openxmlformats.org/officeDocument/2006/relationships/image" Target="../media/image9.png"/><Relationship Id="rId31" Type="http://schemas.openxmlformats.org/officeDocument/2006/relationships/image" Target="../media/image15.png"/><Relationship Id="rId4" Type="http://schemas.openxmlformats.org/officeDocument/2006/relationships/customXml" Target="../ink/ink2.xml"/><Relationship Id="rId9" Type="http://schemas.openxmlformats.org/officeDocument/2006/relationships/image" Target="../media/image4.png"/><Relationship Id="rId14" Type="http://schemas.openxmlformats.org/officeDocument/2006/relationships/customXml" Target="../ink/ink7.xml"/><Relationship Id="rId22" Type="http://schemas.openxmlformats.org/officeDocument/2006/relationships/customXml" Target="../ink/ink11.xml"/><Relationship Id="rId27" Type="http://schemas.openxmlformats.org/officeDocument/2006/relationships/image" Target="../media/image13.png"/><Relationship Id="rId30" Type="http://schemas.openxmlformats.org/officeDocument/2006/relationships/customXml" Target="../ink/ink15.xml"/><Relationship Id="rId8" Type="http://schemas.openxmlformats.org/officeDocument/2006/relationships/customXml" Target="../ink/ink4.xml"/></Relationships>
</file>

<file path=ppt/slides/_rels/slide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26.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A1336C-440D-2E43-904F-AABB45E64E1E}"/>
              </a:ext>
            </a:extLst>
          </p:cNvPr>
          <p:cNvSpPr>
            <a:spLocks noGrp="1"/>
          </p:cNvSpPr>
          <p:nvPr>
            <p:ph type="ctrTitle"/>
          </p:nvPr>
        </p:nvSpPr>
        <p:spPr>
          <a:xfrm>
            <a:off x="1524000" y="1549747"/>
            <a:ext cx="9906000" cy="1706215"/>
          </a:xfrm>
        </p:spPr>
        <p:txBody>
          <a:bodyPr>
            <a:normAutofit fontScale="90000"/>
          </a:bodyPr>
          <a:lstStyle/>
          <a:p>
            <a:r>
              <a:rPr kumimoji="1" lang="en-US" altLang="zh-TW" dirty="0">
                <a:latin typeface="Times New Roman" panose="02020603050405020304" pitchFamily="18" charset="0"/>
                <a:cs typeface="Times New Roman" panose="02020603050405020304" pitchFamily="18" charset="0"/>
              </a:rPr>
              <a:t>Computing the </a:t>
            </a:r>
            <a:r>
              <a:rPr kumimoji="1" lang="en-US" altLang="zh-TW" dirty="0"/>
              <a:t>L</a:t>
            </a:r>
            <a:r>
              <a:rPr kumimoji="1" lang="en-US" altLang="zh-TW" dirty="0">
                <a:latin typeface="Times New Roman" panose="02020603050405020304" pitchFamily="18" charset="0"/>
                <a:cs typeface="Times New Roman" panose="02020603050405020304" pitchFamily="18" charset="0"/>
              </a:rPr>
              <a:t>ongest Common Almost-Increasing Subsequence</a:t>
            </a:r>
            <a:endParaRPr kumimoji="1" lang="zh-TW" altLang="en-US"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FD611AA7-209A-4449-AB65-A25622930A66}"/>
              </a:ext>
            </a:extLst>
          </p:cNvPr>
          <p:cNvSpPr>
            <a:spLocks noGrp="1"/>
          </p:cNvSpPr>
          <p:nvPr>
            <p:ph type="subTitle" idx="1"/>
          </p:nvPr>
        </p:nvSpPr>
        <p:spPr>
          <a:xfrm>
            <a:off x="1524000" y="3429000"/>
            <a:ext cx="9144000" cy="2397642"/>
          </a:xfrm>
        </p:spPr>
        <p:txBody>
          <a:bodyPr>
            <a:normAutofit/>
          </a:bodyPr>
          <a:lstStyle/>
          <a:p>
            <a:r>
              <a:rPr kumimoji="1" lang="en-US" altLang="zh-TW" dirty="0">
                <a:latin typeface="Times New Roman" panose="02020603050405020304" pitchFamily="18" charset="0"/>
                <a:cs typeface="Times New Roman" panose="02020603050405020304" pitchFamily="18" charset="0"/>
              </a:rPr>
              <a:t>Mohammad </a:t>
            </a:r>
            <a:r>
              <a:rPr kumimoji="1" lang="en-US" altLang="zh-TW" dirty="0" err="1">
                <a:latin typeface="Times New Roman" panose="02020603050405020304" pitchFamily="18" charset="0"/>
                <a:cs typeface="Times New Roman" panose="02020603050405020304" pitchFamily="18" charset="0"/>
              </a:rPr>
              <a:t>Tawhidul</a:t>
            </a:r>
            <a:r>
              <a:rPr kumimoji="1" lang="en-US" altLang="zh-TW" dirty="0">
                <a:latin typeface="Times New Roman" panose="02020603050405020304" pitchFamily="18" charset="0"/>
                <a:cs typeface="Times New Roman" panose="02020603050405020304" pitchFamily="18" charset="0"/>
              </a:rPr>
              <a:t> Hasan Bhuiyan,</a:t>
            </a:r>
          </a:p>
          <a:p>
            <a:r>
              <a:rPr kumimoji="1" lang="en-US" altLang="zh-TW" dirty="0">
                <a:latin typeface="Times New Roman" panose="02020603050405020304" pitchFamily="18" charset="0"/>
                <a:cs typeface="Times New Roman" panose="02020603050405020304" pitchFamily="18" charset="0"/>
              </a:rPr>
              <a:t>Muhammad Rashed </a:t>
            </a:r>
            <a:r>
              <a:rPr kumimoji="1" lang="en-US" altLang="zh-TW" dirty="0" err="1">
                <a:latin typeface="Times New Roman" panose="02020603050405020304" pitchFamily="18" charset="0"/>
                <a:cs typeface="Times New Roman" panose="02020603050405020304" pitchFamily="18" charset="0"/>
              </a:rPr>
              <a:t>Alam</a:t>
            </a:r>
            <a:r>
              <a:rPr kumimoji="1" lang="en-US" altLang="zh-TW" dirty="0">
                <a:latin typeface="Times New Roman" panose="02020603050405020304" pitchFamily="18" charset="0"/>
                <a:cs typeface="Times New Roman" panose="02020603050405020304" pitchFamily="18" charset="0"/>
              </a:rPr>
              <a:t>, M. </a:t>
            </a:r>
            <a:r>
              <a:rPr kumimoji="1" lang="en-US" altLang="zh-TW" dirty="0" err="1">
                <a:latin typeface="Times New Roman" panose="02020603050405020304" pitchFamily="18" charset="0"/>
                <a:cs typeface="Times New Roman" panose="02020603050405020304" pitchFamily="18" charset="0"/>
              </a:rPr>
              <a:t>Sohel</a:t>
            </a:r>
            <a:r>
              <a:rPr kumimoji="1" lang="en-US" altLang="zh-TW" dirty="0">
                <a:latin typeface="Times New Roman" panose="02020603050405020304" pitchFamily="18" charset="0"/>
                <a:cs typeface="Times New Roman" panose="02020603050405020304" pitchFamily="18" charset="0"/>
              </a:rPr>
              <a:t> Rahman</a:t>
            </a:r>
          </a:p>
          <a:p>
            <a:endParaRPr kumimoji="1" lang="en"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Theoretical Computer Science</a:t>
            </a:r>
            <a:r>
              <a:rPr kumimoji="1" lang="en" altLang="zh-TW" dirty="0">
                <a:latin typeface="Times New Roman" panose="02020603050405020304" pitchFamily="18" charset="0"/>
                <a:cs typeface="Times New Roman" panose="02020603050405020304" pitchFamily="18" charset="0"/>
              </a:rPr>
              <a:t>, 2022</a:t>
            </a:r>
          </a:p>
          <a:p>
            <a:r>
              <a:rPr kumimoji="1" lang="en" altLang="zh-TW" dirty="0">
                <a:latin typeface="Times New Roman" panose="02020603050405020304" pitchFamily="18" charset="0"/>
                <a:cs typeface="Times New Roman" panose="02020603050405020304" pitchFamily="18" charset="0"/>
              </a:rPr>
              <a:t>Volume 930 , pp. 157-178</a:t>
            </a:r>
            <a:endParaRPr kumimoji="1"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BF1141FC-B145-834E-9139-2A899AB73EAA}"/>
              </a:ext>
            </a:extLst>
          </p:cNvPr>
          <p:cNvSpPr txBox="1"/>
          <p:nvPr/>
        </p:nvSpPr>
        <p:spPr>
          <a:xfrm>
            <a:off x="9165265" y="5826642"/>
            <a:ext cx="2491964" cy="646331"/>
          </a:xfrm>
          <a:prstGeom prst="rect">
            <a:avLst/>
          </a:prstGeom>
          <a:noFill/>
        </p:spPr>
        <p:txBody>
          <a:bodyPr wrap="none" rtlCol="0">
            <a:spAutoFit/>
          </a:bodyPr>
          <a:lstStyle/>
          <a:p>
            <a:pPr algn="r"/>
            <a:r>
              <a:rPr kumimoji="1" lang="en" altLang="zh-TW" dirty="0">
                <a:latin typeface="Times New Roman" panose="02020603050405020304" pitchFamily="18" charset="0"/>
                <a:cs typeface="Times New Roman" panose="02020603050405020304" pitchFamily="18" charset="0"/>
              </a:rPr>
              <a:t>Presenter:  Tsung-Lin Lu</a:t>
            </a:r>
          </a:p>
          <a:p>
            <a:pPr algn="r"/>
            <a:r>
              <a:rPr kumimoji="1" lang="en" altLang="zh-TW" dirty="0">
                <a:latin typeface="Times New Roman" panose="02020603050405020304" pitchFamily="18" charset="0"/>
                <a:cs typeface="Times New Roman" panose="02020603050405020304" pitchFamily="18" charset="0"/>
              </a:rPr>
              <a:t>Date: Nov. 15, 2022</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523347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Abstract</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pPr marL="0" indent="0" algn="just">
              <a:buNone/>
            </a:pPr>
            <a:r>
              <a:rPr kumimoji="1" lang="en-US" altLang="zh-TW" dirty="0">
                <a:latin typeface="Times New Roman" panose="02020603050405020304" pitchFamily="18" charset="0"/>
                <a:cs typeface="Times New Roman" panose="02020603050405020304" pitchFamily="18" charset="0"/>
              </a:rPr>
              <a:t>In this paper, we revisit the problem of computing </a:t>
            </a:r>
            <a:r>
              <a:rPr kumimoji="1" lang="en-US" altLang="zh-TW" b="1" dirty="0">
                <a:latin typeface="Times New Roman" panose="02020603050405020304" pitchFamily="18" charset="0"/>
                <a:cs typeface="Times New Roman" panose="02020603050405020304" pitchFamily="18" charset="0"/>
              </a:rPr>
              <a:t>longest common almost increasing subsequence (LCAIS)</a:t>
            </a:r>
            <a:r>
              <a:rPr kumimoji="1" lang="en-US" altLang="zh-TW" dirty="0">
                <a:latin typeface="Times New Roman" panose="02020603050405020304" pitchFamily="18" charset="0"/>
                <a:cs typeface="Times New Roman" panose="02020603050405020304" pitchFamily="18" charset="0"/>
              </a:rPr>
              <a:t> where, given two input sequences, the goal is to compute a common subsequence that is ‘almost’ increasing. Here the concept of an almost increasing subsequence offers an interesting relaxation over the increasing condition. This problem has been studied in the literature albeit with some constraints. Here, we present a number of a number of algorithmic approaches to solve the problem more generally and efficiently.</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a:t>
            </a:fld>
            <a:endParaRPr kumimoji="1" lang="zh-TW" altLang="en-US"/>
          </a:p>
        </p:txBody>
      </p:sp>
    </p:spTree>
    <p:extLst>
      <p:ext uri="{BB962C8B-B14F-4D97-AF65-F5344CB8AC3E}">
        <p14:creationId xmlns:p14="http://schemas.microsoft.com/office/powerpoint/2010/main" val="73669004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Outline</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normAutofit lnSpcReduction="10000"/>
          </a:bodyPr>
          <a:lstStyle/>
          <a:p>
            <a:r>
              <a:rPr kumimoji="1" lang="en-US" altLang="zh-TW" dirty="0" err="1">
                <a:latin typeface="Times New Roman" panose="02020603050405020304" pitchFamily="18" charset="0"/>
                <a:cs typeface="Times New Roman" panose="02020603050405020304" pitchFamily="18" charset="0"/>
              </a:rPr>
              <a:t>LCaIS</a:t>
            </a:r>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Aproach1: Tracking The Maximum</a:t>
            </a:r>
          </a:p>
          <a:p>
            <a:pPr lvl="1"/>
            <a:r>
              <a:rPr kumimoji="1" lang="en-US" altLang="zh-TW" dirty="0">
                <a:latin typeface="Times New Roman" panose="02020603050405020304" pitchFamily="18" charset="0"/>
                <a:cs typeface="Times New Roman" panose="02020603050405020304" pitchFamily="18" charset="0"/>
              </a:rPr>
              <a:t>Algorithm1</a:t>
            </a:r>
          </a:p>
          <a:p>
            <a:r>
              <a:rPr kumimoji="1" lang="en-US" altLang="zh-TW" dirty="0">
                <a:latin typeface="Times New Roman" panose="02020603050405020304" pitchFamily="18" charset="0"/>
                <a:cs typeface="Times New Roman" panose="02020603050405020304" pitchFamily="18" charset="0"/>
              </a:rPr>
              <a:t>Aproach2: Tracking The Last Element</a:t>
            </a:r>
          </a:p>
          <a:p>
            <a:pPr lvl="1"/>
            <a:r>
              <a:rPr kumimoji="1" lang="en-US" altLang="zh-TW" dirty="0">
                <a:latin typeface="Times New Roman" panose="02020603050405020304" pitchFamily="18" charset="0"/>
                <a:cs typeface="Times New Roman" panose="02020603050405020304" pitchFamily="18" charset="0"/>
              </a:rPr>
              <a:t>Algorithm2</a:t>
            </a:r>
          </a:p>
          <a:p>
            <a:pPr lvl="1"/>
            <a:r>
              <a:rPr kumimoji="1" lang="en-US" altLang="zh-TW" dirty="0">
                <a:latin typeface="Times New Roman" panose="02020603050405020304" pitchFamily="18" charset="0"/>
                <a:cs typeface="Times New Roman" panose="02020603050405020304" pitchFamily="18" charset="0"/>
              </a:rPr>
              <a:t>Algorithm3: Reducing The Search Space</a:t>
            </a:r>
          </a:p>
          <a:p>
            <a:pPr lvl="1"/>
            <a:r>
              <a:rPr kumimoji="1" lang="en-US" altLang="zh-TW" dirty="0">
                <a:latin typeface="Times New Roman" panose="02020603050405020304" pitchFamily="18" charset="0"/>
                <a:cs typeface="Times New Roman" panose="02020603050405020304" pitchFamily="18" charset="0"/>
              </a:rPr>
              <a:t>Algorithm4: Deferred Computation</a:t>
            </a:r>
          </a:p>
          <a:p>
            <a:pPr lvl="1"/>
            <a:r>
              <a:rPr kumimoji="1" lang="en-US" altLang="zh-TW" dirty="0">
                <a:latin typeface="Times New Roman" panose="02020603050405020304" pitchFamily="18" charset="0"/>
                <a:cs typeface="Times New Roman" panose="02020603050405020304" pitchFamily="18" charset="0"/>
              </a:rPr>
              <a:t>Algorithm5: Using a priority search tree</a:t>
            </a:r>
          </a:p>
          <a:p>
            <a:r>
              <a:rPr kumimoji="1" lang="en-US" altLang="zh-TW" dirty="0">
                <a:latin typeface="Times New Roman" panose="02020603050405020304" pitchFamily="18" charset="0"/>
                <a:cs typeface="Times New Roman" panose="02020603050405020304" pitchFamily="18" charset="0"/>
              </a:rPr>
              <a:t>Aproach3: Tracking The Index of Lengths</a:t>
            </a:r>
          </a:p>
          <a:p>
            <a:pPr lvl="1"/>
            <a:r>
              <a:rPr kumimoji="1" lang="en-US" altLang="zh-TW" dirty="0">
                <a:latin typeface="Times New Roman" panose="02020603050405020304" pitchFamily="18" charset="0"/>
                <a:cs typeface="Times New Roman" panose="02020603050405020304" pitchFamily="18" charset="0"/>
              </a:rPr>
              <a:t>Algorithm6</a:t>
            </a:r>
          </a:p>
          <a:p>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2</a:t>
            </a:fld>
            <a:endParaRPr kumimoji="1" lang="zh-TW" altLang="en-US"/>
          </a:p>
        </p:txBody>
      </p:sp>
    </p:spTree>
    <p:extLst>
      <p:ext uri="{BB962C8B-B14F-4D97-AF65-F5344CB8AC3E}">
        <p14:creationId xmlns:p14="http://schemas.microsoft.com/office/powerpoint/2010/main" val="325637528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err="1"/>
              <a:t>LCaIS</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normAutofit/>
          </a:bodyPr>
          <a:lstStyle/>
          <a:p>
            <a:r>
              <a:rPr kumimoji="1" lang="en-US" altLang="zh-TW" dirty="0">
                <a:latin typeface="Menlo" panose="020B0609030804020204" pitchFamily="49" charset="0"/>
                <a:ea typeface="Menlo" panose="020B0609030804020204" pitchFamily="49" charset="0"/>
                <a:cs typeface="Menlo" panose="020B0609030804020204" pitchFamily="49" charset="0"/>
              </a:rPr>
              <a:t>LCIS (4): &lt;1, 4, 7, 9&gt;</a:t>
            </a:r>
          </a:p>
          <a:p>
            <a:pPr lvl="1"/>
            <a:r>
              <a:rPr lang="en-US" altLang="zh-TW" dirty="0">
                <a:solidFill>
                  <a:srgbClr val="000000"/>
                </a:solidFill>
                <a:effectLst/>
                <a:latin typeface="Menlo" panose="020B0609030804020204" pitchFamily="49" charset="0"/>
                <a:ea typeface="Menlo" panose="020B0609030804020204" pitchFamily="49" charset="0"/>
                <a:cs typeface="Menlo" panose="020B0609030804020204" pitchFamily="49" charset="0"/>
              </a:rPr>
              <a:t>X: </a:t>
            </a:r>
            <a:r>
              <a:rPr lang="en-US" altLang="zh-TW" dirty="0">
                <a:solidFill>
                  <a:srgbClr val="FF0000"/>
                </a:solidFill>
                <a:effectLst/>
                <a:latin typeface="Menlo" panose="020B0609030804020204" pitchFamily="49" charset="0"/>
                <a:ea typeface="Menlo" panose="020B0609030804020204" pitchFamily="49" charset="0"/>
                <a:cs typeface="Menlo" panose="020B0609030804020204" pitchFamily="49" charset="0"/>
              </a:rPr>
              <a:t>1</a:t>
            </a:r>
            <a:r>
              <a:rPr lang="en-US" altLang="zh-TW"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altLang="zh-TW" dirty="0">
                <a:solidFill>
                  <a:srgbClr val="FF0000"/>
                </a:solidFill>
                <a:effectLst/>
                <a:latin typeface="Menlo" panose="020B0609030804020204" pitchFamily="49" charset="0"/>
                <a:ea typeface="Menlo" panose="020B0609030804020204" pitchFamily="49" charset="0"/>
                <a:cs typeface="Menlo" panose="020B0609030804020204" pitchFamily="49" charset="0"/>
              </a:rPr>
              <a:t>4</a:t>
            </a:r>
            <a:r>
              <a:rPr lang="en-US" altLang="zh-TW"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altLang="zh-TW" dirty="0">
                <a:solidFill>
                  <a:srgbClr val="FF0000"/>
                </a:solidFill>
                <a:effectLst/>
                <a:latin typeface="Menlo" panose="020B0609030804020204" pitchFamily="49" charset="0"/>
                <a:ea typeface="Menlo" panose="020B0609030804020204" pitchFamily="49" charset="0"/>
                <a:cs typeface="Menlo" panose="020B0609030804020204" pitchFamily="49" charset="0"/>
              </a:rPr>
              <a:t>7</a:t>
            </a:r>
            <a:r>
              <a:rPr lang="en-US" altLang="zh-TW" dirty="0">
                <a:solidFill>
                  <a:srgbClr val="000000"/>
                </a:solidFill>
                <a:effectLst/>
                <a:latin typeface="Menlo" panose="020B0609030804020204" pitchFamily="49" charset="0"/>
                <a:ea typeface="Menlo" panose="020B0609030804020204" pitchFamily="49" charset="0"/>
                <a:cs typeface="Menlo" panose="020B0609030804020204" pitchFamily="49" charset="0"/>
              </a:rPr>
              <a:t>  3  </a:t>
            </a:r>
            <a:r>
              <a:rPr lang="en-US" altLang="zh-TW" dirty="0">
                <a:solidFill>
                  <a:srgbClr val="FF0000"/>
                </a:solidFill>
                <a:effectLst/>
                <a:latin typeface="Menlo" panose="020B0609030804020204" pitchFamily="49" charset="0"/>
                <a:ea typeface="Menlo" panose="020B0609030804020204" pitchFamily="49" charset="0"/>
                <a:cs typeface="Menlo" panose="020B0609030804020204" pitchFamily="49" charset="0"/>
              </a:rPr>
              <a:t>9</a:t>
            </a:r>
            <a:r>
              <a:rPr lang="en-US" altLang="zh-TW" dirty="0">
                <a:solidFill>
                  <a:srgbClr val="000000"/>
                </a:solidFill>
                <a:effectLst/>
                <a:latin typeface="Menlo" panose="020B0609030804020204" pitchFamily="49" charset="0"/>
                <a:ea typeface="Menlo" panose="020B0609030804020204" pitchFamily="49" charset="0"/>
                <a:cs typeface="Menlo" panose="020B0609030804020204" pitchFamily="49" charset="0"/>
              </a:rPr>
              <a:t>  3  </a:t>
            </a:r>
            <a:r>
              <a:rPr lang="en-US" altLang="zh-TW" dirty="0">
                <a:effectLst/>
                <a:latin typeface="Menlo" panose="020B0609030804020204" pitchFamily="49" charset="0"/>
                <a:ea typeface="Menlo" panose="020B0609030804020204" pitchFamily="49" charset="0"/>
                <a:cs typeface="Menlo" panose="020B0609030804020204" pitchFamily="49" charset="0"/>
              </a:rPr>
              <a:t>5  7  5  </a:t>
            </a:r>
            <a:r>
              <a:rPr lang="en-US" altLang="zh-TW" dirty="0">
                <a:solidFill>
                  <a:srgbClr val="000000"/>
                </a:solidFill>
                <a:effectLst/>
                <a:latin typeface="Menlo" panose="020B0609030804020204" pitchFamily="49" charset="0"/>
                <a:ea typeface="Menlo" panose="020B0609030804020204" pitchFamily="49" charset="0"/>
                <a:cs typeface="Menlo" panose="020B0609030804020204" pitchFamily="49" charset="0"/>
              </a:rPr>
              <a:t>4 </a:t>
            </a:r>
          </a:p>
          <a:p>
            <a:pPr lvl="1"/>
            <a:r>
              <a:rPr lang="en-US" altLang="zh-TW" dirty="0">
                <a:solidFill>
                  <a:srgbClr val="000000"/>
                </a:solidFill>
                <a:effectLst/>
                <a:latin typeface="Menlo" panose="020B0609030804020204" pitchFamily="49" charset="0"/>
                <a:ea typeface="Menlo" panose="020B0609030804020204" pitchFamily="49" charset="0"/>
                <a:cs typeface="Menlo" panose="020B0609030804020204" pitchFamily="49" charset="0"/>
              </a:rPr>
              <a:t>Y: 3  </a:t>
            </a:r>
            <a:r>
              <a:rPr lang="en-US" altLang="zh-TW" dirty="0">
                <a:solidFill>
                  <a:srgbClr val="FF0000"/>
                </a:solidFill>
                <a:effectLst/>
                <a:latin typeface="Menlo" panose="020B0609030804020204" pitchFamily="49" charset="0"/>
                <a:ea typeface="Menlo" panose="020B0609030804020204" pitchFamily="49" charset="0"/>
                <a:cs typeface="Menlo" panose="020B0609030804020204" pitchFamily="49" charset="0"/>
              </a:rPr>
              <a:t>1</a:t>
            </a:r>
            <a:r>
              <a:rPr lang="en-US" altLang="zh-TW"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altLang="zh-TW" dirty="0">
                <a:solidFill>
                  <a:srgbClr val="FF0000"/>
                </a:solidFill>
                <a:effectLst/>
                <a:latin typeface="Menlo" panose="020B0609030804020204" pitchFamily="49" charset="0"/>
                <a:ea typeface="Menlo" panose="020B0609030804020204" pitchFamily="49" charset="0"/>
                <a:cs typeface="Menlo" panose="020B0609030804020204" pitchFamily="49" charset="0"/>
              </a:rPr>
              <a:t>4</a:t>
            </a:r>
            <a:r>
              <a:rPr lang="en-US" altLang="zh-TW" dirty="0">
                <a:solidFill>
                  <a:srgbClr val="000000"/>
                </a:solidFill>
                <a:effectLst/>
                <a:latin typeface="Menlo" panose="020B0609030804020204" pitchFamily="49" charset="0"/>
                <a:ea typeface="Menlo" panose="020B0609030804020204" pitchFamily="49" charset="0"/>
                <a:cs typeface="Menlo" panose="020B0609030804020204" pitchFamily="49" charset="0"/>
              </a:rPr>
              <a:t>  3  </a:t>
            </a:r>
            <a:r>
              <a:rPr lang="en-US" altLang="zh-TW" dirty="0">
                <a:solidFill>
                  <a:srgbClr val="FF0000"/>
                </a:solidFill>
                <a:effectLst/>
                <a:latin typeface="Menlo" panose="020B0609030804020204" pitchFamily="49" charset="0"/>
                <a:ea typeface="Menlo" panose="020B0609030804020204" pitchFamily="49" charset="0"/>
                <a:cs typeface="Menlo" panose="020B0609030804020204" pitchFamily="49" charset="0"/>
              </a:rPr>
              <a:t>7</a:t>
            </a:r>
            <a:r>
              <a:rPr lang="en-US" altLang="zh-TW"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altLang="zh-TW" dirty="0">
                <a:solidFill>
                  <a:srgbClr val="FF0000"/>
                </a:solidFill>
                <a:effectLst/>
                <a:latin typeface="Menlo" panose="020B0609030804020204" pitchFamily="49" charset="0"/>
                <a:ea typeface="Menlo" panose="020B0609030804020204" pitchFamily="49" charset="0"/>
                <a:cs typeface="Menlo" panose="020B0609030804020204" pitchFamily="49" charset="0"/>
              </a:rPr>
              <a:t>9</a:t>
            </a:r>
            <a:r>
              <a:rPr lang="en-US" altLang="zh-TW" dirty="0">
                <a:solidFill>
                  <a:srgbClr val="000000"/>
                </a:solidFill>
                <a:effectLst/>
                <a:latin typeface="Menlo" panose="020B0609030804020204" pitchFamily="49" charset="0"/>
                <a:ea typeface="Menlo" panose="020B0609030804020204" pitchFamily="49" charset="0"/>
                <a:cs typeface="Menlo" panose="020B0609030804020204" pitchFamily="49" charset="0"/>
              </a:rPr>
              <a:t>  5  5  4</a:t>
            </a:r>
            <a:r>
              <a:rPr lang="en-US" altLang="zh-TW" dirty="0">
                <a:effectLst/>
                <a:latin typeface="Menlo" panose="020B0609030804020204" pitchFamily="49" charset="0"/>
                <a:ea typeface="Menlo" panose="020B0609030804020204" pitchFamily="49" charset="0"/>
                <a:cs typeface="Menlo" panose="020B0609030804020204" pitchFamily="49" charset="0"/>
              </a:rPr>
              <a:t>  7 </a:t>
            </a:r>
            <a:endParaRPr kumimoji="1" lang="en-US" altLang="zh-TW" dirty="0">
              <a:latin typeface="Menlo" panose="020B0609030804020204" pitchFamily="49" charset="0"/>
              <a:ea typeface="Menlo" panose="020B0609030804020204" pitchFamily="49" charset="0"/>
              <a:cs typeface="Menlo" panose="020B0609030804020204" pitchFamily="49" charset="0"/>
            </a:endParaRPr>
          </a:p>
          <a:p>
            <a:endParaRPr kumimoji="1" lang="en-US" altLang="zh-TW" dirty="0">
              <a:latin typeface="Menlo" panose="020B0609030804020204" pitchFamily="49" charset="0"/>
              <a:ea typeface="Menlo" panose="020B0609030804020204" pitchFamily="49" charset="0"/>
              <a:cs typeface="Menlo" panose="020B0609030804020204" pitchFamily="49" charset="0"/>
            </a:endParaRPr>
          </a:p>
          <a:p>
            <a:endParaRPr kumimoji="1" lang="en-US" altLang="zh-TW" dirty="0">
              <a:latin typeface="Menlo" panose="020B0609030804020204" pitchFamily="49" charset="0"/>
              <a:ea typeface="Menlo" panose="020B0609030804020204" pitchFamily="49" charset="0"/>
              <a:cs typeface="Menlo" panose="020B0609030804020204" pitchFamily="49" charset="0"/>
            </a:endParaRPr>
          </a:p>
          <a:p>
            <a:r>
              <a:rPr kumimoji="1" lang="en-US" altLang="zh-TW" dirty="0" err="1">
                <a:latin typeface="Menlo" panose="020B0609030804020204" pitchFamily="49" charset="0"/>
                <a:ea typeface="Menlo" panose="020B0609030804020204" pitchFamily="49" charset="0"/>
                <a:cs typeface="Menlo" panose="020B0609030804020204" pitchFamily="49" charset="0"/>
              </a:rPr>
              <a:t>LCaIS</a:t>
            </a:r>
            <a:r>
              <a:rPr kumimoji="1" lang="en-US" altLang="zh-TW" dirty="0">
                <a:latin typeface="Menlo" panose="020B0609030804020204" pitchFamily="49" charset="0"/>
                <a:ea typeface="Menlo" panose="020B0609030804020204" pitchFamily="49" charset="0"/>
                <a:cs typeface="Menlo" panose="020B0609030804020204" pitchFamily="49" charset="0"/>
              </a:rPr>
              <a:t>(6): &lt;1, 4, 3, 5, 5, 4&gt;</a:t>
            </a:r>
          </a:p>
          <a:p>
            <a:pPr lvl="1"/>
            <a:r>
              <a:rPr lang="en-US" altLang="zh-TW" dirty="0">
                <a:solidFill>
                  <a:srgbClr val="000000"/>
                </a:solidFill>
                <a:effectLst/>
                <a:latin typeface="Menlo" panose="020B0609030804020204" pitchFamily="49" charset="0"/>
                <a:ea typeface="Menlo" panose="020B0609030804020204" pitchFamily="49" charset="0"/>
                <a:cs typeface="Menlo" panose="020B0609030804020204" pitchFamily="49" charset="0"/>
              </a:rPr>
              <a:t>X: </a:t>
            </a:r>
            <a:r>
              <a:rPr lang="en-US" altLang="zh-TW" dirty="0">
                <a:solidFill>
                  <a:srgbClr val="FF0000"/>
                </a:solidFill>
                <a:effectLst/>
                <a:latin typeface="Menlo" panose="020B0609030804020204" pitchFamily="49" charset="0"/>
                <a:ea typeface="Menlo" panose="020B0609030804020204" pitchFamily="49" charset="0"/>
                <a:cs typeface="Menlo" panose="020B0609030804020204" pitchFamily="49" charset="0"/>
              </a:rPr>
              <a:t>1</a:t>
            </a:r>
            <a:r>
              <a:rPr lang="en-US" altLang="zh-TW"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altLang="zh-TW" dirty="0">
                <a:solidFill>
                  <a:srgbClr val="FF0000"/>
                </a:solidFill>
                <a:effectLst/>
                <a:latin typeface="Menlo" panose="020B0609030804020204" pitchFamily="49" charset="0"/>
                <a:ea typeface="Menlo" panose="020B0609030804020204" pitchFamily="49" charset="0"/>
                <a:cs typeface="Menlo" panose="020B0609030804020204" pitchFamily="49" charset="0"/>
              </a:rPr>
              <a:t>4</a:t>
            </a:r>
            <a:r>
              <a:rPr lang="en-US" altLang="zh-TW" dirty="0">
                <a:solidFill>
                  <a:srgbClr val="000000"/>
                </a:solidFill>
                <a:effectLst/>
                <a:latin typeface="Menlo" panose="020B0609030804020204" pitchFamily="49" charset="0"/>
                <a:ea typeface="Menlo" panose="020B0609030804020204" pitchFamily="49" charset="0"/>
                <a:cs typeface="Menlo" panose="020B0609030804020204" pitchFamily="49" charset="0"/>
              </a:rPr>
              <a:t>  7  </a:t>
            </a:r>
            <a:r>
              <a:rPr lang="en-US" altLang="zh-TW" dirty="0">
                <a:solidFill>
                  <a:srgbClr val="FF0000"/>
                </a:solidFill>
                <a:effectLst/>
                <a:latin typeface="Menlo" panose="020B0609030804020204" pitchFamily="49" charset="0"/>
                <a:ea typeface="Menlo" panose="020B0609030804020204" pitchFamily="49" charset="0"/>
                <a:cs typeface="Menlo" panose="020B0609030804020204" pitchFamily="49" charset="0"/>
              </a:rPr>
              <a:t>3</a:t>
            </a:r>
            <a:r>
              <a:rPr lang="en-US" altLang="zh-TW" dirty="0">
                <a:solidFill>
                  <a:srgbClr val="000000"/>
                </a:solidFill>
                <a:effectLst/>
                <a:latin typeface="Menlo" panose="020B0609030804020204" pitchFamily="49" charset="0"/>
                <a:ea typeface="Menlo" panose="020B0609030804020204" pitchFamily="49" charset="0"/>
                <a:cs typeface="Menlo" panose="020B0609030804020204" pitchFamily="49" charset="0"/>
              </a:rPr>
              <a:t>  9  3  </a:t>
            </a:r>
            <a:r>
              <a:rPr lang="en-US" altLang="zh-TW" dirty="0">
                <a:solidFill>
                  <a:srgbClr val="FF0000"/>
                </a:solidFill>
                <a:effectLst/>
                <a:latin typeface="Menlo" panose="020B0609030804020204" pitchFamily="49" charset="0"/>
                <a:ea typeface="Menlo" panose="020B0609030804020204" pitchFamily="49" charset="0"/>
                <a:cs typeface="Menlo" panose="020B0609030804020204" pitchFamily="49" charset="0"/>
              </a:rPr>
              <a:t>5</a:t>
            </a:r>
            <a:r>
              <a:rPr lang="en-US" altLang="zh-TW" dirty="0">
                <a:solidFill>
                  <a:srgbClr val="000000"/>
                </a:solidFill>
                <a:effectLst/>
                <a:latin typeface="Menlo" panose="020B0609030804020204" pitchFamily="49" charset="0"/>
                <a:ea typeface="Menlo" panose="020B0609030804020204" pitchFamily="49" charset="0"/>
                <a:cs typeface="Menlo" panose="020B0609030804020204" pitchFamily="49" charset="0"/>
              </a:rPr>
              <a:t>  7  </a:t>
            </a:r>
            <a:r>
              <a:rPr lang="en-US" altLang="zh-TW" dirty="0">
                <a:solidFill>
                  <a:srgbClr val="FF0000"/>
                </a:solidFill>
                <a:effectLst/>
                <a:latin typeface="Menlo" panose="020B0609030804020204" pitchFamily="49" charset="0"/>
                <a:ea typeface="Menlo" panose="020B0609030804020204" pitchFamily="49" charset="0"/>
                <a:cs typeface="Menlo" panose="020B0609030804020204" pitchFamily="49" charset="0"/>
              </a:rPr>
              <a:t>5  4</a:t>
            </a:r>
            <a:r>
              <a:rPr lang="en-US" altLang="zh-TW"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p>
          <a:p>
            <a:pPr lvl="1"/>
            <a:r>
              <a:rPr lang="en-US" altLang="zh-TW" dirty="0">
                <a:solidFill>
                  <a:srgbClr val="000000"/>
                </a:solidFill>
                <a:effectLst/>
                <a:latin typeface="Menlo" panose="020B0609030804020204" pitchFamily="49" charset="0"/>
                <a:ea typeface="Menlo" panose="020B0609030804020204" pitchFamily="49" charset="0"/>
                <a:cs typeface="Menlo" panose="020B0609030804020204" pitchFamily="49" charset="0"/>
              </a:rPr>
              <a:t>Y: 3  </a:t>
            </a:r>
            <a:r>
              <a:rPr lang="en-US" altLang="zh-TW" dirty="0">
                <a:solidFill>
                  <a:srgbClr val="FF0000"/>
                </a:solidFill>
                <a:effectLst/>
                <a:latin typeface="Menlo" panose="020B0609030804020204" pitchFamily="49" charset="0"/>
                <a:ea typeface="Menlo" panose="020B0609030804020204" pitchFamily="49" charset="0"/>
                <a:cs typeface="Menlo" panose="020B0609030804020204" pitchFamily="49" charset="0"/>
              </a:rPr>
              <a:t>1  4  3  </a:t>
            </a:r>
            <a:r>
              <a:rPr lang="en-US" altLang="zh-TW" dirty="0">
                <a:solidFill>
                  <a:srgbClr val="000000"/>
                </a:solidFill>
                <a:effectLst/>
                <a:latin typeface="Menlo" panose="020B0609030804020204" pitchFamily="49" charset="0"/>
                <a:ea typeface="Menlo" panose="020B0609030804020204" pitchFamily="49" charset="0"/>
                <a:cs typeface="Menlo" panose="020B0609030804020204" pitchFamily="49" charset="0"/>
              </a:rPr>
              <a:t>7  9  </a:t>
            </a:r>
            <a:r>
              <a:rPr lang="en-US" altLang="zh-TW" dirty="0">
                <a:solidFill>
                  <a:srgbClr val="FF0000"/>
                </a:solidFill>
                <a:effectLst/>
                <a:latin typeface="Menlo" panose="020B0609030804020204" pitchFamily="49" charset="0"/>
                <a:ea typeface="Menlo" panose="020B0609030804020204" pitchFamily="49" charset="0"/>
                <a:cs typeface="Menlo" panose="020B0609030804020204" pitchFamily="49" charset="0"/>
              </a:rPr>
              <a:t>5  5  4  </a:t>
            </a:r>
            <a:r>
              <a:rPr lang="en-US" altLang="zh-TW" dirty="0">
                <a:solidFill>
                  <a:srgbClr val="000000"/>
                </a:solidFill>
                <a:effectLst/>
                <a:latin typeface="Menlo" panose="020B0609030804020204" pitchFamily="49" charset="0"/>
                <a:ea typeface="Menlo" panose="020B0609030804020204" pitchFamily="49" charset="0"/>
                <a:cs typeface="Menlo" panose="020B0609030804020204" pitchFamily="49" charset="0"/>
              </a:rPr>
              <a:t>7</a:t>
            </a:r>
          </a:p>
          <a:p>
            <a:pPr lvl="1"/>
            <a:r>
              <a:rPr lang="en-US" altLang="zh-TW" dirty="0">
                <a:solidFill>
                  <a:srgbClr val="000000"/>
                </a:solidFill>
                <a:latin typeface="Menlo" panose="020B0609030804020204" pitchFamily="49" charset="0"/>
                <a:ea typeface="Menlo" panose="020B0609030804020204" pitchFamily="49" charset="0"/>
                <a:cs typeface="Menlo" panose="020B0609030804020204" pitchFamily="49" charset="0"/>
              </a:rPr>
              <a:t>c: 3</a:t>
            </a:r>
            <a:r>
              <a:rPr lang="en-US" altLang="zh-TW"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endParaRPr kumimoji="1" lang="en-US" altLang="zh-TW" dirty="0">
              <a:latin typeface="Menlo" panose="020B0609030804020204" pitchFamily="49" charset="0"/>
              <a:ea typeface="Menlo" panose="020B0609030804020204" pitchFamily="49" charset="0"/>
              <a:cs typeface="Menlo" panose="020B0609030804020204" pitchFamily="49" charset="0"/>
            </a:endParaRPr>
          </a:p>
          <a:p>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3</a:t>
            </a:fld>
            <a:endParaRPr kumimoji="1" lang="zh-TW" altLang="en-US"/>
          </a:p>
        </p:txBody>
      </p:sp>
      <p:sp>
        <p:nvSpPr>
          <p:cNvPr id="8" name="文字方塊 7">
            <a:extLst>
              <a:ext uri="{FF2B5EF4-FFF2-40B4-BE49-F238E27FC236}">
                <a16:creationId xmlns:a16="http://schemas.microsoft.com/office/drawing/2014/main" id="{E49E9626-326E-A380-98D2-816D5EF060D0}"/>
              </a:ext>
            </a:extLst>
          </p:cNvPr>
          <p:cNvSpPr txBox="1"/>
          <p:nvPr/>
        </p:nvSpPr>
        <p:spPr>
          <a:xfrm>
            <a:off x="7939863" y="4279605"/>
            <a:ext cx="3224323" cy="1754326"/>
          </a:xfrm>
          <a:prstGeom prst="rect">
            <a:avLst/>
          </a:prstGeom>
          <a:noFill/>
        </p:spPr>
        <p:txBody>
          <a:bodyPr wrap="square">
            <a:spAutoFit/>
          </a:bodyPr>
          <a:lstStyle/>
          <a:p>
            <a:r>
              <a:rPr lang="en-US" altLang="zh-TW" b="1" dirty="0">
                <a:solidFill>
                  <a:srgbClr val="000000"/>
                </a:solidFill>
                <a:effectLst/>
                <a:latin typeface="Menlo" panose="020B0609030804020204" pitchFamily="49" charset="0"/>
              </a:rPr>
              <a:t>  5           *  *    </a:t>
            </a:r>
            <a:endParaRPr lang="en-US" altLang="zh-TW" dirty="0">
              <a:solidFill>
                <a:srgbClr val="000000"/>
              </a:solidFill>
              <a:effectLst/>
              <a:latin typeface="Menlo" panose="020B0609030804020204" pitchFamily="49" charset="0"/>
            </a:endParaRPr>
          </a:p>
          <a:p>
            <a:r>
              <a:rPr lang="en-US" altLang="zh-TW" b="1" dirty="0">
                <a:solidFill>
                  <a:srgbClr val="000000"/>
                </a:solidFill>
                <a:effectLst/>
                <a:latin typeface="Menlo" panose="020B0609030804020204" pitchFamily="49" charset="0"/>
              </a:rPr>
              <a:t>  4     *           * </a:t>
            </a:r>
            <a:endParaRPr lang="en-US" altLang="zh-TW" dirty="0">
              <a:solidFill>
                <a:srgbClr val="000000"/>
              </a:solidFill>
              <a:effectLst/>
              <a:latin typeface="Menlo" panose="020B0609030804020204" pitchFamily="49" charset="0"/>
            </a:endParaRPr>
          </a:p>
          <a:p>
            <a:r>
              <a:rPr lang="en-US" altLang="zh-TW" b="1" dirty="0">
                <a:solidFill>
                  <a:srgbClr val="000000"/>
                </a:solidFill>
                <a:effectLst/>
                <a:latin typeface="Menlo" panose="020B0609030804020204" pitchFamily="49" charset="0"/>
              </a:rPr>
              <a:t>  3        *          </a:t>
            </a:r>
            <a:endParaRPr lang="en-US" altLang="zh-TW" dirty="0">
              <a:solidFill>
                <a:srgbClr val="000000"/>
              </a:solidFill>
              <a:effectLst/>
              <a:latin typeface="Menlo" panose="020B0609030804020204" pitchFamily="49" charset="0"/>
            </a:endParaRPr>
          </a:p>
          <a:p>
            <a:r>
              <a:rPr lang="en-US" altLang="zh-TW" b="1" dirty="0">
                <a:solidFill>
                  <a:srgbClr val="000000"/>
                </a:solidFill>
                <a:effectLst/>
                <a:latin typeface="Menlo" panose="020B0609030804020204" pitchFamily="49" charset="0"/>
              </a:rPr>
              <a:t>  2                   </a:t>
            </a:r>
            <a:endParaRPr lang="en-US" altLang="zh-TW" dirty="0">
              <a:solidFill>
                <a:srgbClr val="000000"/>
              </a:solidFill>
              <a:effectLst/>
              <a:latin typeface="Menlo" panose="020B0609030804020204" pitchFamily="49" charset="0"/>
            </a:endParaRPr>
          </a:p>
          <a:p>
            <a:r>
              <a:rPr lang="en-US" altLang="zh-TW" b="1" dirty="0">
                <a:solidFill>
                  <a:srgbClr val="000000"/>
                </a:solidFill>
                <a:effectLst/>
                <a:latin typeface="Menlo" panose="020B0609030804020204" pitchFamily="49" charset="0"/>
              </a:rPr>
              <a:t>  1  *                </a:t>
            </a:r>
            <a:endParaRPr lang="en-US" altLang="zh-TW" dirty="0">
              <a:solidFill>
                <a:srgbClr val="000000"/>
              </a:solidFill>
              <a:effectLst/>
              <a:latin typeface="Menlo" panose="020B0609030804020204" pitchFamily="49" charset="0"/>
            </a:endParaRPr>
          </a:p>
          <a:p>
            <a:r>
              <a:rPr lang="en-US" altLang="zh-TW" b="1" dirty="0">
                <a:solidFill>
                  <a:srgbClr val="000000"/>
                </a:solidFill>
                <a:effectLst/>
                <a:latin typeface="Menlo" panose="020B0609030804020204" pitchFamily="49" charset="0"/>
              </a:rPr>
              <a:t>v\A  1  4  3  5  5  4 </a:t>
            </a:r>
            <a:endParaRPr lang="en-US" altLang="zh-TW" dirty="0">
              <a:solidFill>
                <a:srgbClr val="000000"/>
              </a:solidFill>
              <a:effectLst/>
              <a:latin typeface="Menlo" panose="020B0609030804020204" pitchFamily="49" charset="0"/>
            </a:endParaRPr>
          </a:p>
        </p:txBody>
      </p:sp>
      <p:sp>
        <p:nvSpPr>
          <p:cNvPr id="10" name="文字方塊 9">
            <a:extLst>
              <a:ext uri="{FF2B5EF4-FFF2-40B4-BE49-F238E27FC236}">
                <a16:creationId xmlns:a16="http://schemas.microsoft.com/office/drawing/2014/main" id="{24FD329C-0265-4F30-66C6-F5DEC8690020}"/>
              </a:ext>
            </a:extLst>
          </p:cNvPr>
          <p:cNvSpPr txBox="1"/>
          <p:nvPr/>
        </p:nvSpPr>
        <p:spPr>
          <a:xfrm>
            <a:off x="7939863" y="824069"/>
            <a:ext cx="2448147" cy="2862322"/>
          </a:xfrm>
          <a:prstGeom prst="rect">
            <a:avLst/>
          </a:prstGeom>
          <a:noFill/>
        </p:spPr>
        <p:txBody>
          <a:bodyPr wrap="square">
            <a:spAutoFit/>
          </a:bodyPr>
          <a:lstStyle/>
          <a:p>
            <a:r>
              <a:rPr lang="en-US" altLang="zh-TW" b="1" dirty="0">
                <a:solidFill>
                  <a:srgbClr val="000000"/>
                </a:solidFill>
                <a:effectLst/>
                <a:latin typeface="Menlo" panose="020B0609030804020204" pitchFamily="49" charset="0"/>
              </a:rPr>
              <a:t>  9           * </a:t>
            </a:r>
            <a:endParaRPr lang="en-US" altLang="zh-TW" dirty="0">
              <a:solidFill>
                <a:srgbClr val="000000"/>
              </a:solidFill>
              <a:effectLst/>
              <a:latin typeface="Menlo" panose="020B0609030804020204" pitchFamily="49" charset="0"/>
            </a:endParaRPr>
          </a:p>
          <a:p>
            <a:r>
              <a:rPr lang="en-US" altLang="zh-TW" b="1" dirty="0">
                <a:solidFill>
                  <a:srgbClr val="000000"/>
                </a:solidFill>
                <a:effectLst/>
                <a:latin typeface="Menlo" panose="020B0609030804020204" pitchFamily="49" charset="0"/>
              </a:rPr>
              <a:t>  8             </a:t>
            </a:r>
            <a:endParaRPr lang="en-US" altLang="zh-TW" dirty="0">
              <a:solidFill>
                <a:srgbClr val="000000"/>
              </a:solidFill>
              <a:effectLst/>
              <a:latin typeface="Menlo" panose="020B0609030804020204" pitchFamily="49" charset="0"/>
            </a:endParaRPr>
          </a:p>
          <a:p>
            <a:r>
              <a:rPr lang="en-US" altLang="zh-TW" b="1" dirty="0">
                <a:solidFill>
                  <a:srgbClr val="000000"/>
                </a:solidFill>
                <a:effectLst/>
                <a:latin typeface="Menlo" panose="020B0609030804020204" pitchFamily="49" charset="0"/>
              </a:rPr>
              <a:t>  7        *    </a:t>
            </a:r>
            <a:endParaRPr lang="en-US" altLang="zh-TW" dirty="0">
              <a:solidFill>
                <a:srgbClr val="000000"/>
              </a:solidFill>
              <a:effectLst/>
              <a:latin typeface="Menlo" panose="020B0609030804020204" pitchFamily="49" charset="0"/>
            </a:endParaRPr>
          </a:p>
          <a:p>
            <a:r>
              <a:rPr lang="en-US" altLang="zh-TW" b="1" dirty="0">
                <a:solidFill>
                  <a:srgbClr val="000000"/>
                </a:solidFill>
                <a:effectLst/>
                <a:latin typeface="Menlo" panose="020B0609030804020204" pitchFamily="49" charset="0"/>
              </a:rPr>
              <a:t>  6             </a:t>
            </a:r>
            <a:endParaRPr lang="en-US" altLang="zh-TW" dirty="0">
              <a:solidFill>
                <a:srgbClr val="000000"/>
              </a:solidFill>
              <a:effectLst/>
              <a:latin typeface="Menlo" panose="020B0609030804020204" pitchFamily="49" charset="0"/>
            </a:endParaRPr>
          </a:p>
          <a:p>
            <a:r>
              <a:rPr lang="en-US" altLang="zh-TW" b="1" dirty="0">
                <a:solidFill>
                  <a:srgbClr val="000000"/>
                </a:solidFill>
                <a:effectLst/>
                <a:latin typeface="Menlo" panose="020B0609030804020204" pitchFamily="49" charset="0"/>
              </a:rPr>
              <a:t>  5             </a:t>
            </a:r>
            <a:endParaRPr lang="en-US" altLang="zh-TW" dirty="0">
              <a:solidFill>
                <a:srgbClr val="000000"/>
              </a:solidFill>
              <a:effectLst/>
              <a:latin typeface="Menlo" panose="020B0609030804020204" pitchFamily="49" charset="0"/>
            </a:endParaRPr>
          </a:p>
          <a:p>
            <a:r>
              <a:rPr lang="en-US" altLang="zh-TW" b="1" dirty="0">
                <a:solidFill>
                  <a:srgbClr val="000000"/>
                </a:solidFill>
                <a:effectLst/>
                <a:latin typeface="Menlo" panose="020B0609030804020204" pitchFamily="49" charset="0"/>
              </a:rPr>
              <a:t>  4     *       </a:t>
            </a:r>
            <a:endParaRPr lang="en-US" altLang="zh-TW" dirty="0">
              <a:solidFill>
                <a:srgbClr val="000000"/>
              </a:solidFill>
              <a:effectLst/>
              <a:latin typeface="Menlo" panose="020B0609030804020204" pitchFamily="49" charset="0"/>
            </a:endParaRPr>
          </a:p>
          <a:p>
            <a:r>
              <a:rPr lang="en-US" altLang="zh-TW" b="1" dirty="0">
                <a:solidFill>
                  <a:srgbClr val="000000"/>
                </a:solidFill>
                <a:effectLst/>
                <a:latin typeface="Menlo" panose="020B0609030804020204" pitchFamily="49" charset="0"/>
              </a:rPr>
              <a:t>  3             </a:t>
            </a:r>
            <a:endParaRPr lang="en-US" altLang="zh-TW" dirty="0">
              <a:solidFill>
                <a:srgbClr val="000000"/>
              </a:solidFill>
              <a:effectLst/>
              <a:latin typeface="Menlo" panose="020B0609030804020204" pitchFamily="49" charset="0"/>
            </a:endParaRPr>
          </a:p>
          <a:p>
            <a:r>
              <a:rPr lang="en-US" altLang="zh-TW" b="1" dirty="0">
                <a:solidFill>
                  <a:srgbClr val="000000"/>
                </a:solidFill>
                <a:effectLst/>
                <a:latin typeface="Menlo" panose="020B0609030804020204" pitchFamily="49" charset="0"/>
              </a:rPr>
              <a:t>  2             </a:t>
            </a:r>
            <a:endParaRPr lang="en-US" altLang="zh-TW" dirty="0">
              <a:solidFill>
                <a:srgbClr val="000000"/>
              </a:solidFill>
              <a:effectLst/>
              <a:latin typeface="Menlo" panose="020B0609030804020204" pitchFamily="49" charset="0"/>
            </a:endParaRPr>
          </a:p>
          <a:p>
            <a:r>
              <a:rPr lang="en-US" altLang="zh-TW" b="1" dirty="0">
                <a:solidFill>
                  <a:srgbClr val="000000"/>
                </a:solidFill>
                <a:effectLst/>
                <a:latin typeface="Menlo" panose="020B0609030804020204" pitchFamily="49" charset="0"/>
              </a:rPr>
              <a:t>  1  *          </a:t>
            </a:r>
            <a:endParaRPr lang="en-US" altLang="zh-TW" dirty="0">
              <a:solidFill>
                <a:srgbClr val="000000"/>
              </a:solidFill>
              <a:effectLst/>
              <a:latin typeface="Menlo" panose="020B0609030804020204" pitchFamily="49" charset="0"/>
            </a:endParaRPr>
          </a:p>
          <a:p>
            <a:r>
              <a:rPr lang="en-US" altLang="zh-TW" b="1" dirty="0">
                <a:solidFill>
                  <a:srgbClr val="000000"/>
                </a:solidFill>
                <a:effectLst/>
                <a:latin typeface="Menlo" panose="020B0609030804020204" pitchFamily="49" charset="0"/>
              </a:rPr>
              <a:t>v\A  1  4  7  9</a:t>
            </a:r>
            <a:endParaRPr lang="en-US" altLang="zh-TW" dirty="0">
              <a:solidFill>
                <a:srgbClr val="000000"/>
              </a:solidFill>
              <a:effectLst/>
              <a:latin typeface="Menlo" panose="020B0609030804020204" pitchFamily="49" charset="0"/>
            </a:endParaRPr>
          </a:p>
        </p:txBody>
      </p:sp>
      <mc:AlternateContent xmlns:mc="http://schemas.openxmlformats.org/markup-compatibility/2006" xmlns:p14="http://schemas.microsoft.com/office/powerpoint/2010/main">
        <mc:Choice Requires="p14">
          <p:contentPart p14:bwMode="auto" r:id="rId2">
            <p14:nvContentPartPr>
              <p14:cNvPr id="20" name="筆跡 19">
                <a:extLst>
                  <a:ext uri="{FF2B5EF4-FFF2-40B4-BE49-F238E27FC236}">
                    <a16:creationId xmlns:a16="http://schemas.microsoft.com/office/drawing/2014/main" id="{14FD5025-E595-B36E-AFC4-29C537EDDBA3}"/>
                  </a:ext>
                </a:extLst>
              </p14:cNvPr>
              <p14:cNvContentPartPr/>
              <p14:nvPr/>
            </p14:nvContentPartPr>
            <p14:xfrm>
              <a:off x="2311878" y="2487131"/>
              <a:ext cx="434520" cy="378360"/>
            </p14:xfrm>
          </p:contentPart>
        </mc:Choice>
        <mc:Fallback xmlns="">
          <p:pic>
            <p:nvPicPr>
              <p:cNvPr id="20" name="筆跡 19">
                <a:extLst>
                  <a:ext uri="{FF2B5EF4-FFF2-40B4-BE49-F238E27FC236}">
                    <a16:creationId xmlns:a16="http://schemas.microsoft.com/office/drawing/2014/main" id="{14FD5025-E595-B36E-AFC4-29C537EDDBA3}"/>
                  </a:ext>
                </a:extLst>
              </p:cNvPr>
              <p:cNvPicPr/>
              <p:nvPr/>
            </p:nvPicPr>
            <p:blipFill>
              <a:blip r:embed="rId3"/>
              <a:stretch>
                <a:fillRect/>
              </a:stretch>
            </p:blipFill>
            <p:spPr>
              <a:xfrm>
                <a:off x="2258238" y="2379491"/>
                <a:ext cx="542160" cy="594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1" name="筆跡 20">
                <a:extLst>
                  <a:ext uri="{FF2B5EF4-FFF2-40B4-BE49-F238E27FC236}">
                    <a16:creationId xmlns:a16="http://schemas.microsoft.com/office/drawing/2014/main" id="{27B99732-1695-60E4-77D1-CBEA30C92530}"/>
                  </a:ext>
                </a:extLst>
              </p14:cNvPr>
              <p14:cNvContentPartPr/>
              <p14:nvPr/>
            </p14:nvContentPartPr>
            <p14:xfrm>
              <a:off x="2841798" y="2425931"/>
              <a:ext cx="438840" cy="358560"/>
            </p14:xfrm>
          </p:contentPart>
        </mc:Choice>
        <mc:Fallback xmlns="">
          <p:pic>
            <p:nvPicPr>
              <p:cNvPr id="21" name="筆跡 20">
                <a:extLst>
                  <a:ext uri="{FF2B5EF4-FFF2-40B4-BE49-F238E27FC236}">
                    <a16:creationId xmlns:a16="http://schemas.microsoft.com/office/drawing/2014/main" id="{27B99732-1695-60E4-77D1-CBEA30C92530}"/>
                  </a:ext>
                </a:extLst>
              </p:cNvPr>
              <p:cNvPicPr/>
              <p:nvPr/>
            </p:nvPicPr>
            <p:blipFill>
              <a:blip r:embed="rId5"/>
              <a:stretch>
                <a:fillRect/>
              </a:stretch>
            </p:blipFill>
            <p:spPr>
              <a:xfrm>
                <a:off x="2788158" y="2317931"/>
                <a:ext cx="546480" cy="574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2" name="筆跡 21">
                <a:extLst>
                  <a:ext uri="{FF2B5EF4-FFF2-40B4-BE49-F238E27FC236}">
                    <a16:creationId xmlns:a16="http://schemas.microsoft.com/office/drawing/2014/main" id="{45055A0C-7C6E-E948-DF2F-81B044EC1B22}"/>
                  </a:ext>
                </a:extLst>
              </p14:cNvPr>
              <p14:cNvContentPartPr/>
              <p14:nvPr/>
            </p14:nvContentPartPr>
            <p14:xfrm>
              <a:off x="3424278" y="2448971"/>
              <a:ext cx="959760" cy="456480"/>
            </p14:xfrm>
          </p:contentPart>
        </mc:Choice>
        <mc:Fallback xmlns="">
          <p:pic>
            <p:nvPicPr>
              <p:cNvPr id="22" name="筆跡 21">
                <a:extLst>
                  <a:ext uri="{FF2B5EF4-FFF2-40B4-BE49-F238E27FC236}">
                    <a16:creationId xmlns:a16="http://schemas.microsoft.com/office/drawing/2014/main" id="{45055A0C-7C6E-E948-DF2F-81B044EC1B22}"/>
                  </a:ext>
                </a:extLst>
              </p:cNvPr>
              <p:cNvPicPr/>
              <p:nvPr/>
            </p:nvPicPr>
            <p:blipFill>
              <a:blip r:embed="rId7"/>
              <a:stretch>
                <a:fillRect/>
              </a:stretch>
            </p:blipFill>
            <p:spPr>
              <a:xfrm>
                <a:off x="3370638" y="2341331"/>
                <a:ext cx="1067400" cy="672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3" name="筆跡 22">
                <a:extLst>
                  <a:ext uri="{FF2B5EF4-FFF2-40B4-BE49-F238E27FC236}">
                    <a16:creationId xmlns:a16="http://schemas.microsoft.com/office/drawing/2014/main" id="{AAF2266E-63AA-925E-3C68-15C761EC41F4}"/>
                  </a:ext>
                </a:extLst>
              </p14:cNvPr>
              <p14:cNvContentPartPr/>
              <p14:nvPr/>
            </p14:nvContentPartPr>
            <p14:xfrm>
              <a:off x="4485558" y="2453651"/>
              <a:ext cx="514800" cy="359280"/>
            </p14:xfrm>
          </p:contentPart>
        </mc:Choice>
        <mc:Fallback xmlns="">
          <p:pic>
            <p:nvPicPr>
              <p:cNvPr id="23" name="筆跡 22">
                <a:extLst>
                  <a:ext uri="{FF2B5EF4-FFF2-40B4-BE49-F238E27FC236}">
                    <a16:creationId xmlns:a16="http://schemas.microsoft.com/office/drawing/2014/main" id="{AAF2266E-63AA-925E-3C68-15C761EC41F4}"/>
                  </a:ext>
                </a:extLst>
              </p:cNvPr>
              <p:cNvPicPr/>
              <p:nvPr/>
            </p:nvPicPr>
            <p:blipFill>
              <a:blip r:embed="rId9"/>
              <a:stretch>
                <a:fillRect/>
              </a:stretch>
            </p:blipFill>
            <p:spPr>
              <a:xfrm>
                <a:off x="4431558" y="2346011"/>
                <a:ext cx="622440" cy="5749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4" name="筆跡 23">
                <a:extLst>
                  <a:ext uri="{FF2B5EF4-FFF2-40B4-BE49-F238E27FC236}">
                    <a16:creationId xmlns:a16="http://schemas.microsoft.com/office/drawing/2014/main" id="{9E7242A9-310A-5373-04D4-E8FBE871553F}"/>
                  </a:ext>
                </a:extLst>
              </p14:cNvPr>
              <p14:cNvContentPartPr/>
              <p14:nvPr/>
            </p14:nvContentPartPr>
            <p14:xfrm>
              <a:off x="2295678" y="4845491"/>
              <a:ext cx="402840" cy="300960"/>
            </p14:xfrm>
          </p:contentPart>
        </mc:Choice>
        <mc:Fallback xmlns="">
          <p:pic>
            <p:nvPicPr>
              <p:cNvPr id="24" name="筆跡 23">
                <a:extLst>
                  <a:ext uri="{FF2B5EF4-FFF2-40B4-BE49-F238E27FC236}">
                    <a16:creationId xmlns:a16="http://schemas.microsoft.com/office/drawing/2014/main" id="{9E7242A9-310A-5373-04D4-E8FBE871553F}"/>
                  </a:ext>
                </a:extLst>
              </p:cNvPr>
              <p:cNvPicPr/>
              <p:nvPr/>
            </p:nvPicPr>
            <p:blipFill>
              <a:blip r:embed="rId11"/>
              <a:stretch>
                <a:fillRect/>
              </a:stretch>
            </p:blipFill>
            <p:spPr>
              <a:xfrm>
                <a:off x="2242038" y="4737491"/>
                <a:ext cx="510480" cy="516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5" name="筆跡 24">
                <a:extLst>
                  <a:ext uri="{FF2B5EF4-FFF2-40B4-BE49-F238E27FC236}">
                    <a16:creationId xmlns:a16="http://schemas.microsoft.com/office/drawing/2014/main" id="{DA608941-9AC4-E176-35C9-CDDFEF3E9657}"/>
                  </a:ext>
                </a:extLst>
              </p14:cNvPr>
              <p14:cNvContentPartPr/>
              <p14:nvPr/>
            </p14:nvContentPartPr>
            <p14:xfrm>
              <a:off x="2822718" y="4793651"/>
              <a:ext cx="530640" cy="339120"/>
            </p14:xfrm>
          </p:contentPart>
        </mc:Choice>
        <mc:Fallback xmlns="">
          <p:pic>
            <p:nvPicPr>
              <p:cNvPr id="25" name="筆跡 24">
                <a:extLst>
                  <a:ext uri="{FF2B5EF4-FFF2-40B4-BE49-F238E27FC236}">
                    <a16:creationId xmlns:a16="http://schemas.microsoft.com/office/drawing/2014/main" id="{DA608941-9AC4-E176-35C9-CDDFEF3E9657}"/>
                  </a:ext>
                </a:extLst>
              </p:cNvPr>
              <p:cNvPicPr/>
              <p:nvPr/>
            </p:nvPicPr>
            <p:blipFill>
              <a:blip r:embed="rId13"/>
              <a:stretch>
                <a:fillRect/>
              </a:stretch>
            </p:blipFill>
            <p:spPr>
              <a:xfrm>
                <a:off x="2768718" y="4685651"/>
                <a:ext cx="638280" cy="5547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6" name="筆跡 25">
                <a:extLst>
                  <a:ext uri="{FF2B5EF4-FFF2-40B4-BE49-F238E27FC236}">
                    <a16:creationId xmlns:a16="http://schemas.microsoft.com/office/drawing/2014/main" id="{CFB16D7A-DA9D-5264-8054-01D89E8F7681}"/>
                  </a:ext>
                </a:extLst>
              </p14:cNvPr>
              <p14:cNvContentPartPr/>
              <p14:nvPr/>
            </p14:nvContentPartPr>
            <p14:xfrm>
              <a:off x="3894438" y="4806611"/>
              <a:ext cx="29880" cy="255960"/>
            </p14:xfrm>
          </p:contentPart>
        </mc:Choice>
        <mc:Fallback xmlns="">
          <p:pic>
            <p:nvPicPr>
              <p:cNvPr id="26" name="筆跡 25">
                <a:extLst>
                  <a:ext uri="{FF2B5EF4-FFF2-40B4-BE49-F238E27FC236}">
                    <a16:creationId xmlns:a16="http://schemas.microsoft.com/office/drawing/2014/main" id="{CFB16D7A-DA9D-5264-8054-01D89E8F7681}"/>
                  </a:ext>
                </a:extLst>
              </p:cNvPr>
              <p:cNvPicPr/>
              <p:nvPr/>
            </p:nvPicPr>
            <p:blipFill>
              <a:blip r:embed="rId15"/>
              <a:stretch>
                <a:fillRect/>
              </a:stretch>
            </p:blipFill>
            <p:spPr>
              <a:xfrm>
                <a:off x="3840438" y="4698971"/>
                <a:ext cx="137520" cy="4716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7" name="筆跡 26">
                <a:extLst>
                  <a:ext uri="{FF2B5EF4-FFF2-40B4-BE49-F238E27FC236}">
                    <a16:creationId xmlns:a16="http://schemas.microsoft.com/office/drawing/2014/main" id="{2DE027B2-C926-B00B-DE8C-EEB5C2AFECC1}"/>
                  </a:ext>
                </a:extLst>
              </p14:cNvPr>
              <p14:cNvContentPartPr/>
              <p14:nvPr/>
            </p14:nvContentPartPr>
            <p14:xfrm>
              <a:off x="5456118" y="4828931"/>
              <a:ext cx="9000" cy="224280"/>
            </p14:xfrm>
          </p:contentPart>
        </mc:Choice>
        <mc:Fallback xmlns="">
          <p:pic>
            <p:nvPicPr>
              <p:cNvPr id="27" name="筆跡 26">
                <a:extLst>
                  <a:ext uri="{FF2B5EF4-FFF2-40B4-BE49-F238E27FC236}">
                    <a16:creationId xmlns:a16="http://schemas.microsoft.com/office/drawing/2014/main" id="{2DE027B2-C926-B00B-DE8C-EEB5C2AFECC1}"/>
                  </a:ext>
                </a:extLst>
              </p:cNvPr>
              <p:cNvPicPr/>
              <p:nvPr/>
            </p:nvPicPr>
            <p:blipFill>
              <a:blip r:embed="rId17"/>
              <a:stretch>
                <a:fillRect/>
              </a:stretch>
            </p:blipFill>
            <p:spPr>
              <a:xfrm>
                <a:off x="5402118" y="4720931"/>
                <a:ext cx="116640" cy="439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8" name="筆跡 27">
                <a:extLst>
                  <a:ext uri="{FF2B5EF4-FFF2-40B4-BE49-F238E27FC236}">
                    <a16:creationId xmlns:a16="http://schemas.microsoft.com/office/drawing/2014/main" id="{1E4922D9-FB47-8FEB-FEB0-21998D466B97}"/>
                  </a:ext>
                </a:extLst>
              </p14:cNvPr>
              <p14:cNvContentPartPr/>
              <p14:nvPr/>
            </p14:nvContentPartPr>
            <p14:xfrm>
              <a:off x="6148038" y="4849451"/>
              <a:ext cx="568800" cy="327960"/>
            </p14:xfrm>
          </p:contentPart>
        </mc:Choice>
        <mc:Fallback xmlns="">
          <p:pic>
            <p:nvPicPr>
              <p:cNvPr id="28" name="筆跡 27">
                <a:extLst>
                  <a:ext uri="{FF2B5EF4-FFF2-40B4-BE49-F238E27FC236}">
                    <a16:creationId xmlns:a16="http://schemas.microsoft.com/office/drawing/2014/main" id="{1E4922D9-FB47-8FEB-FEB0-21998D466B97}"/>
                  </a:ext>
                </a:extLst>
              </p:cNvPr>
              <p:cNvPicPr/>
              <p:nvPr/>
            </p:nvPicPr>
            <p:blipFill>
              <a:blip r:embed="rId19"/>
              <a:stretch>
                <a:fillRect/>
              </a:stretch>
            </p:blipFill>
            <p:spPr>
              <a:xfrm>
                <a:off x="6094398" y="4741811"/>
                <a:ext cx="676440" cy="5436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9" name="筆跡 28">
                <a:extLst>
                  <a:ext uri="{FF2B5EF4-FFF2-40B4-BE49-F238E27FC236}">
                    <a16:creationId xmlns:a16="http://schemas.microsoft.com/office/drawing/2014/main" id="{EE54E172-360E-9F26-F0E2-A3BEFEDE5EE2}"/>
                  </a:ext>
                </a:extLst>
              </p14:cNvPr>
              <p14:cNvContentPartPr/>
              <p14:nvPr/>
            </p14:nvContentPartPr>
            <p14:xfrm>
              <a:off x="6811878" y="4850891"/>
              <a:ext cx="390600" cy="289440"/>
            </p14:xfrm>
          </p:contentPart>
        </mc:Choice>
        <mc:Fallback xmlns="">
          <p:pic>
            <p:nvPicPr>
              <p:cNvPr id="29" name="筆跡 28">
                <a:extLst>
                  <a:ext uri="{FF2B5EF4-FFF2-40B4-BE49-F238E27FC236}">
                    <a16:creationId xmlns:a16="http://schemas.microsoft.com/office/drawing/2014/main" id="{EE54E172-360E-9F26-F0E2-A3BEFEDE5EE2}"/>
                  </a:ext>
                </a:extLst>
              </p:cNvPr>
              <p:cNvPicPr/>
              <p:nvPr/>
            </p:nvPicPr>
            <p:blipFill>
              <a:blip r:embed="rId21"/>
              <a:stretch>
                <a:fillRect/>
              </a:stretch>
            </p:blipFill>
            <p:spPr>
              <a:xfrm>
                <a:off x="6758238" y="4742891"/>
                <a:ext cx="498240" cy="5050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1" name="筆跡 30">
                <a:extLst>
                  <a:ext uri="{FF2B5EF4-FFF2-40B4-BE49-F238E27FC236}">
                    <a16:creationId xmlns:a16="http://schemas.microsoft.com/office/drawing/2014/main" id="{79CD238C-BF17-39A7-BD2A-5E271392461D}"/>
                  </a:ext>
                </a:extLst>
              </p14:cNvPr>
              <p14:cNvContentPartPr/>
              <p14:nvPr/>
            </p14:nvContentPartPr>
            <p14:xfrm>
              <a:off x="9197238" y="1102931"/>
              <a:ext cx="1183680" cy="1986120"/>
            </p14:xfrm>
          </p:contentPart>
        </mc:Choice>
        <mc:Fallback xmlns="">
          <p:pic>
            <p:nvPicPr>
              <p:cNvPr id="31" name="筆跡 30">
                <a:extLst>
                  <a:ext uri="{FF2B5EF4-FFF2-40B4-BE49-F238E27FC236}">
                    <a16:creationId xmlns:a16="http://schemas.microsoft.com/office/drawing/2014/main" id="{79CD238C-BF17-39A7-BD2A-5E271392461D}"/>
                  </a:ext>
                </a:extLst>
              </p:cNvPr>
              <p:cNvPicPr/>
              <p:nvPr/>
            </p:nvPicPr>
            <p:blipFill>
              <a:blip r:embed="rId23"/>
              <a:stretch>
                <a:fillRect/>
              </a:stretch>
            </p:blipFill>
            <p:spPr>
              <a:xfrm>
                <a:off x="9143598" y="995291"/>
                <a:ext cx="1291320" cy="22017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2" name="筆跡 31">
                <a:extLst>
                  <a:ext uri="{FF2B5EF4-FFF2-40B4-BE49-F238E27FC236}">
                    <a16:creationId xmlns:a16="http://schemas.microsoft.com/office/drawing/2014/main" id="{6EE568C1-0BB7-ACDF-A1A4-E54BF6A530E0}"/>
                  </a:ext>
                </a:extLst>
              </p14:cNvPr>
              <p14:cNvContentPartPr/>
              <p14:nvPr/>
            </p14:nvContentPartPr>
            <p14:xfrm>
              <a:off x="9877638" y="1090331"/>
              <a:ext cx="401760" cy="207360"/>
            </p14:xfrm>
          </p:contentPart>
        </mc:Choice>
        <mc:Fallback xmlns="">
          <p:pic>
            <p:nvPicPr>
              <p:cNvPr id="32" name="筆跡 31">
                <a:extLst>
                  <a:ext uri="{FF2B5EF4-FFF2-40B4-BE49-F238E27FC236}">
                    <a16:creationId xmlns:a16="http://schemas.microsoft.com/office/drawing/2014/main" id="{6EE568C1-0BB7-ACDF-A1A4-E54BF6A530E0}"/>
                  </a:ext>
                </a:extLst>
              </p:cNvPr>
              <p:cNvPicPr/>
              <p:nvPr/>
            </p:nvPicPr>
            <p:blipFill>
              <a:blip r:embed="rId25"/>
              <a:stretch>
                <a:fillRect/>
              </a:stretch>
            </p:blipFill>
            <p:spPr>
              <a:xfrm>
                <a:off x="9823998" y="982331"/>
                <a:ext cx="509400" cy="423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3" name="筆跡 32">
                <a:extLst>
                  <a:ext uri="{FF2B5EF4-FFF2-40B4-BE49-F238E27FC236}">
                    <a16:creationId xmlns:a16="http://schemas.microsoft.com/office/drawing/2014/main" id="{F4396B2A-7FEE-15B9-588E-2898A16DF825}"/>
                  </a:ext>
                </a:extLst>
              </p14:cNvPr>
              <p14:cNvContentPartPr/>
              <p14:nvPr/>
            </p14:nvContentPartPr>
            <p14:xfrm>
              <a:off x="10405038" y="1107611"/>
              <a:ext cx="44640" cy="432720"/>
            </p14:xfrm>
          </p:contentPart>
        </mc:Choice>
        <mc:Fallback xmlns="">
          <p:pic>
            <p:nvPicPr>
              <p:cNvPr id="33" name="筆跡 32">
                <a:extLst>
                  <a:ext uri="{FF2B5EF4-FFF2-40B4-BE49-F238E27FC236}">
                    <a16:creationId xmlns:a16="http://schemas.microsoft.com/office/drawing/2014/main" id="{F4396B2A-7FEE-15B9-588E-2898A16DF825}"/>
                  </a:ext>
                </a:extLst>
              </p:cNvPr>
              <p:cNvPicPr/>
              <p:nvPr/>
            </p:nvPicPr>
            <p:blipFill>
              <a:blip r:embed="rId27"/>
              <a:stretch>
                <a:fillRect/>
              </a:stretch>
            </p:blipFill>
            <p:spPr>
              <a:xfrm>
                <a:off x="10351398" y="999611"/>
                <a:ext cx="152280" cy="6483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8" name="筆跡 37">
                <a:extLst>
                  <a:ext uri="{FF2B5EF4-FFF2-40B4-BE49-F238E27FC236}">
                    <a16:creationId xmlns:a16="http://schemas.microsoft.com/office/drawing/2014/main" id="{816061D8-7390-F691-1951-23A23F8C66D8}"/>
                  </a:ext>
                </a:extLst>
              </p14:cNvPr>
              <p14:cNvContentPartPr/>
              <p14:nvPr/>
            </p14:nvContentPartPr>
            <p14:xfrm>
              <a:off x="9312798" y="4908131"/>
              <a:ext cx="1353960" cy="804600"/>
            </p14:xfrm>
          </p:contentPart>
        </mc:Choice>
        <mc:Fallback xmlns="">
          <p:pic>
            <p:nvPicPr>
              <p:cNvPr id="38" name="筆跡 37">
                <a:extLst>
                  <a:ext uri="{FF2B5EF4-FFF2-40B4-BE49-F238E27FC236}">
                    <a16:creationId xmlns:a16="http://schemas.microsoft.com/office/drawing/2014/main" id="{816061D8-7390-F691-1951-23A23F8C66D8}"/>
                  </a:ext>
                </a:extLst>
              </p:cNvPr>
              <p:cNvPicPr/>
              <p:nvPr/>
            </p:nvPicPr>
            <p:blipFill>
              <a:blip r:embed="rId29"/>
              <a:stretch>
                <a:fillRect/>
              </a:stretch>
            </p:blipFill>
            <p:spPr>
              <a:xfrm>
                <a:off x="9259158" y="4800131"/>
                <a:ext cx="1461600" cy="10202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9" name="筆跡 38">
                <a:extLst>
                  <a:ext uri="{FF2B5EF4-FFF2-40B4-BE49-F238E27FC236}">
                    <a16:creationId xmlns:a16="http://schemas.microsoft.com/office/drawing/2014/main" id="{297A8DA5-78F3-8A50-EE0A-723904880FE8}"/>
                  </a:ext>
                </a:extLst>
              </p14:cNvPr>
              <p14:cNvContentPartPr/>
              <p14:nvPr/>
            </p14:nvContentPartPr>
            <p14:xfrm>
              <a:off x="10179678" y="4851971"/>
              <a:ext cx="466560" cy="55080"/>
            </p14:xfrm>
          </p:contentPart>
        </mc:Choice>
        <mc:Fallback xmlns="">
          <p:pic>
            <p:nvPicPr>
              <p:cNvPr id="39" name="筆跡 38">
                <a:extLst>
                  <a:ext uri="{FF2B5EF4-FFF2-40B4-BE49-F238E27FC236}">
                    <a16:creationId xmlns:a16="http://schemas.microsoft.com/office/drawing/2014/main" id="{297A8DA5-78F3-8A50-EE0A-723904880FE8}"/>
                  </a:ext>
                </a:extLst>
              </p:cNvPr>
              <p:cNvPicPr/>
              <p:nvPr/>
            </p:nvPicPr>
            <p:blipFill>
              <a:blip r:embed="rId31"/>
              <a:stretch>
                <a:fillRect/>
              </a:stretch>
            </p:blipFill>
            <p:spPr>
              <a:xfrm>
                <a:off x="10126038" y="4744331"/>
                <a:ext cx="574200" cy="2707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0" name="筆跡 39">
                <a:extLst>
                  <a:ext uri="{FF2B5EF4-FFF2-40B4-BE49-F238E27FC236}">
                    <a16:creationId xmlns:a16="http://schemas.microsoft.com/office/drawing/2014/main" id="{E68F8C58-74B4-80C7-51CC-F50564738966}"/>
                  </a:ext>
                </a:extLst>
              </p14:cNvPr>
              <p14:cNvContentPartPr/>
              <p14:nvPr/>
            </p14:nvContentPartPr>
            <p14:xfrm>
              <a:off x="10618878" y="4911371"/>
              <a:ext cx="55800" cy="349920"/>
            </p14:xfrm>
          </p:contentPart>
        </mc:Choice>
        <mc:Fallback xmlns="">
          <p:pic>
            <p:nvPicPr>
              <p:cNvPr id="40" name="筆跡 39">
                <a:extLst>
                  <a:ext uri="{FF2B5EF4-FFF2-40B4-BE49-F238E27FC236}">
                    <a16:creationId xmlns:a16="http://schemas.microsoft.com/office/drawing/2014/main" id="{E68F8C58-74B4-80C7-51CC-F50564738966}"/>
                  </a:ext>
                </a:extLst>
              </p:cNvPr>
              <p:cNvPicPr/>
              <p:nvPr/>
            </p:nvPicPr>
            <p:blipFill>
              <a:blip r:embed="rId33"/>
              <a:stretch>
                <a:fillRect/>
              </a:stretch>
            </p:blipFill>
            <p:spPr>
              <a:xfrm>
                <a:off x="10565238" y="4803371"/>
                <a:ext cx="163440" cy="565560"/>
              </a:xfrm>
              <a:prstGeom prst="rect">
                <a:avLst/>
              </a:prstGeom>
            </p:spPr>
          </p:pic>
        </mc:Fallback>
      </mc:AlternateContent>
    </p:spTree>
    <p:extLst>
      <p:ext uri="{BB962C8B-B14F-4D97-AF65-F5344CB8AC3E}">
        <p14:creationId xmlns:p14="http://schemas.microsoft.com/office/powerpoint/2010/main" val="285085746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Complexity</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4</a:t>
            </a:fld>
            <a:endParaRPr kumimoji="1" lang="zh-TW" altLang="en-US"/>
          </a:p>
        </p:txBody>
      </p:sp>
      <p:graphicFrame>
        <p:nvGraphicFramePr>
          <p:cNvPr id="4" name="表格 4">
            <a:extLst>
              <a:ext uri="{FF2B5EF4-FFF2-40B4-BE49-F238E27FC236}">
                <a16:creationId xmlns:a16="http://schemas.microsoft.com/office/drawing/2014/main" id="{3B7336F7-1847-7DB5-3A5A-016C70B9ABAC}"/>
              </a:ext>
            </a:extLst>
          </p:cNvPr>
          <p:cNvGraphicFramePr>
            <a:graphicFrameLocks noGrp="1"/>
          </p:cNvGraphicFramePr>
          <p:nvPr>
            <p:extLst>
              <p:ext uri="{D42A27DB-BD31-4B8C-83A1-F6EECF244321}">
                <p14:modId xmlns:p14="http://schemas.microsoft.com/office/powerpoint/2010/main" val="2539737840"/>
              </p:ext>
            </p:extLst>
          </p:nvPr>
        </p:nvGraphicFramePr>
        <p:xfrm>
          <a:off x="1050853" y="1559641"/>
          <a:ext cx="4191000" cy="1584960"/>
        </p:xfrm>
        <a:graphic>
          <a:graphicData uri="http://schemas.openxmlformats.org/drawingml/2006/table">
            <a:tbl>
              <a:tblPr firstRow="1" bandRow="1">
                <a:tableStyleId>{5940675A-B579-460E-94D1-54222C63F5DA}</a:tableStyleId>
              </a:tblPr>
              <a:tblGrid>
                <a:gridCol w="1047750">
                  <a:extLst>
                    <a:ext uri="{9D8B030D-6E8A-4147-A177-3AD203B41FA5}">
                      <a16:colId xmlns:a16="http://schemas.microsoft.com/office/drawing/2014/main" val="538587149"/>
                    </a:ext>
                  </a:extLst>
                </a:gridCol>
                <a:gridCol w="1047750">
                  <a:extLst>
                    <a:ext uri="{9D8B030D-6E8A-4147-A177-3AD203B41FA5}">
                      <a16:colId xmlns:a16="http://schemas.microsoft.com/office/drawing/2014/main" val="1503090070"/>
                    </a:ext>
                  </a:extLst>
                </a:gridCol>
                <a:gridCol w="1047750">
                  <a:extLst>
                    <a:ext uri="{9D8B030D-6E8A-4147-A177-3AD203B41FA5}">
                      <a16:colId xmlns:a16="http://schemas.microsoft.com/office/drawing/2014/main" val="808331607"/>
                    </a:ext>
                  </a:extLst>
                </a:gridCol>
                <a:gridCol w="1047750">
                  <a:extLst>
                    <a:ext uri="{9D8B030D-6E8A-4147-A177-3AD203B41FA5}">
                      <a16:colId xmlns:a16="http://schemas.microsoft.com/office/drawing/2014/main" val="1299862695"/>
                    </a:ext>
                  </a:extLst>
                </a:gridCol>
              </a:tblGrid>
              <a:tr h="370840">
                <a:tc>
                  <a:txBody>
                    <a:bodyPr/>
                    <a:lstStyle/>
                    <a:p>
                      <a:pPr algn="ctr"/>
                      <a:r>
                        <a:rPr lang="en-US" altLang="zh-TW" sz="2000" dirty="0">
                          <a:latin typeface="Times New Roman" panose="02020603050405020304" pitchFamily="18" charset="0"/>
                          <a:cs typeface="Times New Roman" panose="02020603050405020304" pitchFamily="18" charset="0"/>
                        </a:rPr>
                        <a:t>Algo.</a:t>
                      </a:r>
                      <a:endParaRPr lang="zh-TW" altLang="en-US" sz="20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tc>
                  <a:txBody>
                    <a:bodyPr/>
                    <a:lstStyle/>
                    <a:p>
                      <a:pPr algn="ctr"/>
                      <a:r>
                        <a:rPr lang="en-US" altLang="zh-TW" sz="2000" dirty="0">
                          <a:latin typeface="Times New Roman" panose="02020603050405020304" pitchFamily="18" charset="0"/>
                          <a:cs typeface="Times New Roman" panose="02020603050405020304" pitchFamily="18" charset="0"/>
                        </a:rPr>
                        <a:t>Time</a:t>
                      </a:r>
                      <a:endParaRPr lang="zh-TW" altLang="en-US" sz="20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tc>
                  <a:txBody>
                    <a:bodyPr/>
                    <a:lstStyle/>
                    <a:p>
                      <a:pPr algn="ctr"/>
                      <a:r>
                        <a:rPr lang="en-US" altLang="zh-TW" sz="2000" dirty="0">
                          <a:latin typeface="Times New Roman" panose="02020603050405020304" pitchFamily="18" charset="0"/>
                          <a:cs typeface="Times New Roman" panose="02020603050405020304" pitchFamily="18" charset="0"/>
                        </a:rPr>
                        <a:t>Space</a:t>
                      </a:r>
                      <a:endParaRPr lang="zh-TW" altLang="en-US" sz="20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extLst>
                  <a:ext uri="{0D108BD9-81ED-4DB2-BD59-A6C34878D82A}">
                    <a16:rowId xmlns:a16="http://schemas.microsoft.com/office/drawing/2014/main" val="62899387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TW" sz="2000" dirty="0">
                          <a:latin typeface="Times New Roman" panose="02020603050405020304" pitchFamily="18" charset="0"/>
                          <a:cs typeface="Times New Roman" panose="02020603050405020304" pitchFamily="18" charset="0"/>
                        </a:rPr>
                        <a:t>1</a:t>
                      </a:r>
                    </a:p>
                  </a:txBody>
                  <a:tcPr>
                    <a:solidFill>
                      <a:schemeClr val="accent6">
                        <a:lumMod val="20000"/>
                        <a:lumOff val="80000"/>
                      </a:schemeClr>
                    </a:solidFill>
                  </a:tcPr>
                </a:tc>
                <a:tc>
                  <a:txBody>
                    <a:bodyPr/>
                    <a:lstStyle/>
                    <a:p>
                      <a:pPr algn="ctr"/>
                      <a:r>
                        <a:rPr lang="en-US" altLang="zh-TW" sz="2000" i="1" dirty="0">
                          <a:latin typeface="Times New Roman" panose="02020603050405020304" pitchFamily="18" charset="0"/>
                          <a:cs typeface="Times New Roman" panose="02020603050405020304" pitchFamily="18" charset="0"/>
                        </a:rPr>
                        <a:t>O</a:t>
                      </a:r>
                      <a:r>
                        <a:rPr lang="en-US" altLang="zh-TW" sz="2000" dirty="0">
                          <a:latin typeface="Times New Roman" panose="02020603050405020304" pitchFamily="18" charset="0"/>
                          <a:cs typeface="Times New Roman" panose="02020603050405020304" pitchFamily="18" charset="0"/>
                        </a:rPr>
                        <a:t>(</a:t>
                      </a:r>
                      <a:r>
                        <a:rPr lang="en-US" altLang="zh-TW" sz="2000" i="1" dirty="0" err="1">
                          <a:latin typeface="Times New Roman" panose="02020603050405020304" pitchFamily="18" charset="0"/>
                          <a:cs typeface="Times New Roman" panose="02020603050405020304" pitchFamily="18" charset="0"/>
                        </a:rPr>
                        <a:t>mnp</a:t>
                      </a:r>
                      <a:r>
                        <a:rPr lang="en-US" altLang="zh-TW" sz="2000" dirty="0">
                          <a:latin typeface="Times New Roman" panose="02020603050405020304" pitchFamily="18" charset="0"/>
                          <a:cs typeface="Times New Roman" panose="02020603050405020304" pitchFamily="18" charset="0"/>
                        </a:rPr>
                        <a:t>)</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i="1" dirty="0">
                          <a:latin typeface="Times New Roman" panose="02020603050405020304" pitchFamily="18" charset="0"/>
                          <a:cs typeface="Times New Roman" panose="02020603050405020304" pitchFamily="18" charset="0"/>
                        </a:rPr>
                        <a:t>O</a:t>
                      </a:r>
                      <a:r>
                        <a:rPr lang="en-US" altLang="zh-TW" sz="2000" dirty="0">
                          <a:latin typeface="Times New Roman" panose="02020603050405020304" pitchFamily="18" charset="0"/>
                          <a:cs typeface="Times New Roman" panose="02020603050405020304" pitchFamily="18" charset="0"/>
                        </a:rPr>
                        <a:t>(</a:t>
                      </a:r>
                      <a:r>
                        <a:rPr lang="en-US" altLang="zh-TW" sz="2000" i="1" dirty="0" err="1">
                          <a:latin typeface="Times New Roman" panose="02020603050405020304" pitchFamily="18" charset="0"/>
                          <a:cs typeface="Times New Roman" panose="02020603050405020304" pitchFamily="18" charset="0"/>
                        </a:rPr>
                        <a:t>mnp</a:t>
                      </a:r>
                      <a:r>
                        <a:rPr lang="en-US" altLang="zh-TW" sz="2000" dirty="0">
                          <a:latin typeface="Times New Roman" panose="02020603050405020304" pitchFamily="18" charset="0"/>
                          <a:cs typeface="Times New Roman" panose="02020603050405020304" pitchFamily="18" charset="0"/>
                        </a:rPr>
                        <a:t>)</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dirty="0">
                          <a:latin typeface="Times New Roman" panose="02020603050405020304" pitchFamily="18" charset="0"/>
                          <a:cs typeface="Times New Roman" panose="02020603050405020304" pitchFamily="18" charset="0"/>
                        </a:rPr>
                        <a:t>Max</a:t>
                      </a: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4508593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TW" sz="2000" dirty="0">
                          <a:latin typeface="Times New Roman" panose="02020603050405020304" pitchFamily="18" charset="0"/>
                          <a:cs typeface="Times New Roman" panose="02020603050405020304" pitchFamily="18" charset="0"/>
                        </a:rPr>
                        <a:t>2</a:t>
                      </a:r>
                    </a:p>
                  </a:txBody>
                  <a:tcP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i="1" dirty="0">
                          <a:latin typeface="Times New Roman" panose="02020603050405020304" pitchFamily="18" charset="0"/>
                          <a:cs typeface="Times New Roman" panose="02020603050405020304" pitchFamily="18" charset="0"/>
                        </a:rPr>
                        <a:t>O</a:t>
                      </a:r>
                      <a:r>
                        <a:rPr lang="en-US" altLang="zh-TW" sz="2000" dirty="0">
                          <a:latin typeface="Times New Roman" panose="02020603050405020304" pitchFamily="18" charset="0"/>
                          <a:cs typeface="Times New Roman" panose="02020603050405020304" pitchFamily="18" charset="0"/>
                        </a:rPr>
                        <a:t>(</a:t>
                      </a:r>
                      <a:r>
                        <a:rPr lang="en-US" altLang="zh-TW" sz="2000" i="1" dirty="0" err="1">
                          <a:latin typeface="Times New Roman" panose="02020603050405020304" pitchFamily="18" charset="0"/>
                          <a:cs typeface="Times New Roman" panose="02020603050405020304" pitchFamily="18" charset="0"/>
                        </a:rPr>
                        <a:t>mnp</a:t>
                      </a:r>
                      <a:r>
                        <a:rPr lang="en-US" altLang="zh-TW" sz="2000" dirty="0">
                          <a:latin typeface="Times New Roman" panose="02020603050405020304" pitchFamily="18" charset="0"/>
                          <a:cs typeface="Times New Roman" panose="02020603050405020304" pitchFamily="18" charset="0"/>
                        </a:rPr>
                        <a:t>)</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i="1" dirty="0">
                          <a:latin typeface="Times New Roman" panose="02020603050405020304" pitchFamily="18" charset="0"/>
                          <a:cs typeface="Times New Roman" panose="02020603050405020304" pitchFamily="18" charset="0"/>
                        </a:rPr>
                        <a:t>O</a:t>
                      </a:r>
                      <a:r>
                        <a:rPr lang="en-US" altLang="zh-TW" sz="2000" dirty="0">
                          <a:latin typeface="Times New Roman" panose="02020603050405020304" pitchFamily="18" charset="0"/>
                          <a:cs typeface="Times New Roman" panose="02020603050405020304" pitchFamily="18" charset="0"/>
                        </a:rPr>
                        <a:t>(</a:t>
                      </a:r>
                      <a:r>
                        <a:rPr lang="en-US" altLang="zh-TW" sz="2000" i="1" dirty="0">
                          <a:latin typeface="Times New Roman" panose="02020603050405020304" pitchFamily="18" charset="0"/>
                          <a:cs typeface="Times New Roman" panose="02020603050405020304" pitchFamily="18" charset="0"/>
                        </a:rPr>
                        <a:t>np</a:t>
                      </a:r>
                      <a:r>
                        <a:rPr lang="en-US" altLang="zh-TW" sz="2000" dirty="0">
                          <a:latin typeface="Times New Roman" panose="02020603050405020304" pitchFamily="18" charset="0"/>
                          <a:cs typeface="Times New Roman" panose="02020603050405020304" pitchFamily="18" charset="0"/>
                        </a:rPr>
                        <a:t>)</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dirty="0">
                          <a:latin typeface="Times New Roman" panose="02020603050405020304" pitchFamily="18" charset="0"/>
                          <a:cs typeface="Times New Roman" panose="02020603050405020304" pitchFamily="18" charset="0"/>
                        </a:rPr>
                        <a:t>Last</a:t>
                      </a: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7509426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TW" sz="2000" dirty="0">
                          <a:latin typeface="Times New Roman" panose="02020603050405020304" pitchFamily="18" charset="0"/>
                          <a:cs typeface="Times New Roman" panose="02020603050405020304" pitchFamily="18" charset="0"/>
                        </a:rPr>
                        <a:t>3</a:t>
                      </a:r>
                    </a:p>
                  </a:txBody>
                  <a:tcP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b="1" i="1" dirty="0">
                          <a:solidFill>
                            <a:srgbClr val="FF0000"/>
                          </a:solidFill>
                          <a:latin typeface="Times New Roman" panose="02020603050405020304" pitchFamily="18" charset="0"/>
                          <a:cs typeface="Times New Roman" panose="02020603050405020304" pitchFamily="18" charset="0"/>
                        </a:rPr>
                        <a:t>O</a:t>
                      </a:r>
                      <a:r>
                        <a:rPr lang="en-US" altLang="zh-TW" sz="2000" b="1" dirty="0">
                          <a:solidFill>
                            <a:srgbClr val="FF0000"/>
                          </a:solidFill>
                          <a:latin typeface="Times New Roman" panose="02020603050405020304" pitchFamily="18" charset="0"/>
                          <a:cs typeface="Times New Roman" panose="02020603050405020304" pitchFamily="18" charset="0"/>
                        </a:rPr>
                        <a:t>(</a:t>
                      </a:r>
                      <a:r>
                        <a:rPr lang="en-US" altLang="zh-TW" sz="2000" b="1" i="1" dirty="0" err="1">
                          <a:solidFill>
                            <a:srgbClr val="FF0000"/>
                          </a:solidFill>
                          <a:latin typeface="Times New Roman" panose="02020603050405020304" pitchFamily="18" charset="0"/>
                          <a:cs typeface="Times New Roman" panose="02020603050405020304" pitchFamily="18" charset="0"/>
                        </a:rPr>
                        <a:t>mnc</a:t>
                      </a:r>
                      <a:r>
                        <a:rPr lang="en-US" altLang="zh-TW" sz="2000" b="1" i="1" baseline="-25000" dirty="0" err="1">
                          <a:solidFill>
                            <a:srgbClr val="FF0000"/>
                          </a:solidFill>
                          <a:latin typeface="Times New Roman" panose="02020603050405020304" pitchFamily="18" charset="0"/>
                          <a:cs typeface="Times New Roman" panose="02020603050405020304" pitchFamily="18" charset="0"/>
                        </a:rPr>
                        <a:t>p</a:t>
                      </a:r>
                      <a:r>
                        <a:rPr lang="en-US" altLang="zh-TW" sz="2000" b="1" dirty="0">
                          <a:solidFill>
                            <a:srgbClr val="FF0000"/>
                          </a:solidFill>
                          <a:latin typeface="Times New Roman" panose="02020603050405020304" pitchFamily="18" charset="0"/>
                          <a:cs typeface="Times New Roman" panose="02020603050405020304" pitchFamily="18" charset="0"/>
                        </a:rPr>
                        <a:t>)</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b="1" i="1" dirty="0">
                          <a:solidFill>
                            <a:srgbClr val="FF0000"/>
                          </a:solidFill>
                          <a:latin typeface="Times New Roman" panose="02020603050405020304" pitchFamily="18" charset="0"/>
                          <a:cs typeface="Times New Roman" panose="02020603050405020304" pitchFamily="18" charset="0"/>
                        </a:rPr>
                        <a:t>O</a:t>
                      </a:r>
                      <a:r>
                        <a:rPr lang="en-US" altLang="zh-TW" sz="2000" b="1" dirty="0">
                          <a:solidFill>
                            <a:srgbClr val="FF0000"/>
                          </a:solidFill>
                          <a:latin typeface="Times New Roman" panose="02020603050405020304" pitchFamily="18" charset="0"/>
                          <a:cs typeface="Times New Roman" panose="02020603050405020304" pitchFamily="18" charset="0"/>
                        </a:rPr>
                        <a:t>(</a:t>
                      </a:r>
                      <a:r>
                        <a:rPr lang="en-US" altLang="zh-TW" sz="2000" b="1" i="1" dirty="0" err="1">
                          <a:solidFill>
                            <a:srgbClr val="FF0000"/>
                          </a:solidFill>
                          <a:latin typeface="Times New Roman" panose="02020603050405020304" pitchFamily="18" charset="0"/>
                          <a:cs typeface="Times New Roman" panose="02020603050405020304" pitchFamily="18" charset="0"/>
                        </a:rPr>
                        <a:t>nc</a:t>
                      </a:r>
                      <a:r>
                        <a:rPr lang="en-US" altLang="zh-TW" sz="2000" b="1" i="1" baseline="-25000" dirty="0" err="1">
                          <a:solidFill>
                            <a:srgbClr val="FF0000"/>
                          </a:solidFill>
                          <a:latin typeface="Times New Roman" panose="02020603050405020304" pitchFamily="18" charset="0"/>
                          <a:cs typeface="Times New Roman" panose="02020603050405020304" pitchFamily="18" charset="0"/>
                        </a:rPr>
                        <a:t>p</a:t>
                      </a:r>
                      <a:r>
                        <a:rPr lang="en-US" altLang="zh-TW" sz="2000" b="1" dirty="0">
                          <a:solidFill>
                            <a:srgbClr val="FF0000"/>
                          </a:solidFill>
                          <a:latin typeface="Times New Roman" panose="02020603050405020304" pitchFamily="18" charset="0"/>
                          <a:cs typeface="Times New Roman" panose="02020603050405020304" pitchFamily="18" charset="0"/>
                        </a:rPr>
                        <a:t>)</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b="0" dirty="0">
                          <a:solidFill>
                            <a:schemeClr val="tx1"/>
                          </a:solidFill>
                          <a:latin typeface="Times New Roman" panose="02020603050405020304" pitchFamily="18" charset="0"/>
                          <a:cs typeface="Times New Roman" panose="02020603050405020304" pitchFamily="18" charset="0"/>
                        </a:rPr>
                        <a:t>Reduce</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56697219"/>
                  </a:ext>
                </a:extLst>
              </a:tr>
            </a:tbl>
          </a:graphicData>
        </a:graphic>
      </p:graphicFrame>
      <p:pic>
        <p:nvPicPr>
          <p:cNvPr id="8" name="圖片 7">
            <a:extLst>
              <a:ext uri="{FF2B5EF4-FFF2-40B4-BE49-F238E27FC236}">
                <a16:creationId xmlns:a16="http://schemas.microsoft.com/office/drawing/2014/main" id="{08C1E275-5085-A656-C3B5-6A5B9DE52067}"/>
              </a:ext>
            </a:extLst>
          </p:cNvPr>
          <p:cNvPicPr>
            <a:picLocks noChangeAspect="1"/>
          </p:cNvPicPr>
          <p:nvPr/>
        </p:nvPicPr>
        <p:blipFill>
          <a:blip r:embed="rId2"/>
          <a:stretch>
            <a:fillRect/>
          </a:stretch>
        </p:blipFill>
        <p:spPr>
          <a:xfrm>
            <a:off x="1050853" y="3561637"/>
            <a:ext cx="9719928" cy="2977275"/>
          </a:xfrm>
          <a:prstGeom prst="rect">
            <a:avLst/>
          </a:prstGeom>
        </p:spPr>
      </p:pic>
      <p:graphicFrame>
        <p:nvGraphicFramePr>
          <p:cNvPr id="9" name="表格 4">
            <a:extLst>
              <a:ext uri="{FF2B5EF4-FFF2-40B4-BE49-F238E27FC236}">
                <a16:creationId xmlns:a16="http://schemas.microsoft.com/office/drawing/2014/main" id="{D392D81E-2F12-2050-9096-384FA8F9255D}"/>
              </a:ext>
            </a:extLst>
          </p:cNvPr>
          <p:cNvGraphicFramePr>
            <a:graphicFrameLocks noGrp="1"/>
          </p:cNvGraphicFramePr>
          <p:nvPr>
            <p:extLst>
              <p:ext uri="{D42A27DB-BD31-4B8C-83A1-F6EECF244321}">
                <p14:modId xmlns:p14="http://schemas.microsoft.com/office/powerpoint/2010/main" val="2060939029"/>
              </p:ext>
            </p:extLst>
          </p:nvPr>
        </p:nvGraphicFramePr>
        <p:xfrm>
          <a:off x="5728291" y="1559641"/>
          <a:ext cx="5531587" cy="1584960"/>
        </p:xfrm>
        <a:graphic>
          <a:graphicData uri="http://schemas.openxmlformats.org/drawingml/2006/table">
            <a:tbl>
              <a:tblPr firstRow="1" bandRow="1">
                <a:tableStyleId>{5940675A-B579-460E-94D1-54222C63F5DA}</a:tableStyleId>
              </a:tblPr>
              <a:tblGrid>
                <a:gridCol w="948956">
                  <a:extLst>
                    <a:ext uri="{9D8B030D-6E8A-4147-A177-3AD203B41FA5}">
                      <a16:colId xmlns:a16="http://schemas.microsoft.com/office/drawing/2014/main" val="538587149"/>
                    </a:ext>
                  </a:extLst>
                </a:gridCol>
                <a:gridCol w="2051811">
                  <a:extLst>
                    <a:ext uri="{9D8B030D-6E8A-4147-A177-3AD203B41FA5}">
                      <a16:colId xmlns:a16="http://schemas.microsoft.com/office/drawing/2014/main" val="1503090070"/>
                    </a:ext>
                  </a:extLst>
                </a:gridCol>
                <a:gridCol w="1265410">
                  <a:extLst>
                    <a:ext uri="{9D8B030D-6E8A-4147-A177-3AD203B41FA5}">
                      <a16:colId xmlns:a16="http://schemas.microsoft.com/office/drawing/2014/main" val="808331607"/>
                    </a:ext>
                  </a:extLst>
                </a:gridCol>
                <a:gridCol w="1265410">
                  <a:extLst>
                    <a:ext uri="{9D8B030D-6E8A-4147-A177-3AD203B41FA5}">
                      <a16:colId xmlns:a16="http://schemas.microsoft.com/office/drawing/2014/main" val="2736863847"/>
                    </a:ext>
                  </a:extLst>
                </a:gridCol>
              </a:tblGrid>
              <a:tr h="370840">
                <a:tc>
                  <a:txBody>
                    <a:bodyPr/>
                    <a:lstStyle/>
                    <a:p>
                      <a:pPr algn="ctr"/>
                      <a:r>
                        <a:rPr lang="en-US" altLang="zh-TW" sz="2000" dirty="0">
                          <a:latin typeface="Times New Roman" panose="02020603050405020304" pitchFamily="18" charset="0"/>
                          <a:cs typeface="Times New Roman" panose="02020603050405020304" pitchFamily="18" charset="0"/>
                        </a:rPr>
                        <a:t>Algo.</a:t>
                      </a:r>
                      <a:endParaRPr lang="zh-TW" altLang="en-US" sz="20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tc>
                  <a:txBody>
                    <a:bodyPr/>
                    <a:lstStyle/>
                    <a:p>
                      <a:pPr algn="ctr"/>
                      <a:r>
                        <a:rPr lang="en-US" altLang="zh-TW" sz="2000" dirty="0">
                          <a:latin typeface="Times New Roman" panose="02020603050405020304" pitchFamily="18" charset="0"/>
                          <a:cs typeface="Times New Roman" panose="02020603050405020304" pitchFamily="18" charset="0"/>
                        </a:rPr>
                        <a:t>Time</a:t>
                      </a:r>
                      <a:endParaRPr lang="zh-TW" altLang="en-US" sz="20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tc>
                  <a:txBody>
                    <a:bodyPr/>
                    <a:lstStyle/>
                    <a:p>
                      <a:pPr algn="ctr"/>
                      <a:r>
                        <a:rPr lang="en-US" altLang="zh-TW" sz="2000" dirty="0">
                          <a:latin typeface="Times New Roman" panose="02020603050405020304" pitchFamily="18" charset="0"/>
                          <a:cs typeface="Times New Roman" panose="02020603050405020304" pitchFamily="18" charset="0"/>
                        </a:rPr>
                        <a:t>Space</a:t>
                      </a:r>
                      <a:endParaRPr lang="zh-TW" altLang="en-US" sz="20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solidFill>
                      <a:schemeClr val="accent5">
                        <a:lumMod val="20000"/>
                        <a:lumOff val="80000"/>
                      </a:schemeClr>
                    </a:solidFill>
                  </a:tcPr>
                </a:tc>
                <a:extLst>
                  <a:ext uri="{0D108BD9-81ED-4DB2-BD59-A6C34878D82A}">
                    <a16:rowId xmlns:a16="http://schemas.microsoft.com/office/drawing/2014/main" val="62899387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TW" sz="2000" dirty="0">
                          <a:latin typeface="Times New Roman" panose="02020603050405020304" pitchFamily="18" charset="0"/>
                          <a:cs typeface="Times New Roman" panose="02020603050405020304" pitchFamily="18" charset="0"/>
                        </a:rPr>
                        <a:t>4</a:t>
                      </a:r>
                    </a:p>
                  </a:txBody>
                  <a:tcP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b="1" i="1" dirty="0">
                          <a:solidFill>
                            <a:srgbClr val="FF0000"/>
                          </a:solidFill>
                          <a:latin typeface="Times New Roman" panose="02020603050405020304" pitchFamily="18" charset="0"/>
                          <a:cs typeface="Times New Roman" panose="02020603050405020304" pitchFamily="18" charset="0"/>
                        </a:rPr>
                        <a:t>O</a:t>
                      </a:r>
                      <a:r>
                        <a:rPr lang="en-US" altLang="zh-TW" sz="2000" b="1" dirty="0">
                          <a:solidFill>
                            <a:srgbClr val="FF0000"/>
                          </a:solidFill>
                          <a:latin typeface="Times New Roman" panose="02020603050405020304" pitchFamily="18" charset="0"/>
                          <a:cs typeface="Times New Roman" panose="02020603050405020304" pitchFamily="18" charset="0"/>
                        </a:rPr>
                        <a:t>(</a:t>
                      </a:r>
                      <a:r>
                        <a:rPr lang="en-US" altLang="zh-TW" sz="2000" b="1" i="1" dirty="0">
                          <a:solidFill>
                            <a:srgbClr val="FF0000"/>
                          </a:solidFill>
                          <a:latin typeface="Times New Roman" panose="02020603050405020304" pitchFamily="18" charset="0"/>
                          <a:cs typeface="Times New Roman" panose="02020603050405020304" pitchFamily="18" charset="0"/>
                        </a:rPr>
                        <a:t>m</a:t>
                      </a:r>
                      <a:r>
                        <a:rPr lang="en-US" altLang="zh-TW" sz="2000" b="1" dirty="0">
                          <a:solidFill>
                            <a:srgbClr val="FF0000"/>
                          </a:solidFill>
                          <a:latin typeface="Times New Roman" panose="02020603050405020304" pitchFamily="18" charset="0"/>
                          <a:cs typeface="Times New Roman" panose="02020603050405020304" pitchFamily="18" charset="0"/>
                        </a:rPr>
                        <a:t>(</a:t>
                      </a:r>
                      <a:r>
                        <a:rPr lang="en-US" altLang="zh-TW" sz="2000" b="1" i="1" dirty="0">
                          <a:solidFill>
                            <a:srgbClr val="FF0000"/>
                          </a:solidFill>
                          <a:latin typeface="Times New Roman" panose="02020603050405020304" pitchFamily="18" charset="0"/>
                          <a:cs typeface="Times New Roman" panose="02020603050405020304" pitchFamily="18" charset="0"/>
                        </a:rPr>
                        <a:t>n </a:t>
                      </a:r>
                      <a:r>
                        <a:rPr lang="en-US" altLang="zh-TW" sz="2000" b="1" dirty="0">
                          <a:solidFill>
                            <a:srgbClr val="FF0000"/>
                          </a:solidFill>
                          <a:latin typeface="Times New Roman" panose="02020603050405020304" pitchFamily="18" charset="0"/>
                          <a:cs typeface="Times New Roman" panose="02020603050405020304" pitchFamily="18" charset="0"/>
                        </a:rPr>
                        <a:t>+ </a:t>
                      </a:r>
                      <a:r>
                        <a:rPr lang="en-US" altLang="zh-TW" sz="2000" b="1" i="1" dirty="0" err="1">
                          <a:solidFill>
                            <a:srgbClr val="FF0000"/>
                          </a:solidFill>
                          <a:latin typeface="Times New Roman" panose="02020603050405020304" pitchFamily="18" charset="0"/>
                          <a:cs typeface="Times New Roman" panose="02020603050405020304" pitchFamily="18" charset="0"/>
                        </a:rPr>
                        <a:t>c</a:t>
                      </a:r>
                      <a:r>
                        <a:rPr lang="en-US" altLang="zh-TW" sz="2000" b="1" i="1" baseline="-25000" dirty="0" err="1">
                          <a:solidFill>
                            <a:srgbClr val="FF0000"/>
                          </a:solidFill>
                          <a:latin typeface="Times New Roman" panose="02020603050405020304" pitchFamily="18" charset="0"/>
                          <a:cs typeface="Times New Roman" panose="02020603050405020304" pitchFamily="18" charset="0"/>
                        </a:rPr>
                        <a:t>n</a:t>
                      </a:r>
                      <a:r>
                        <a:rPr lang="en-US" altLang="zh-TW" sz="2000" b="1" i="1" dirty="0" err="1">
                          <a:solidFill>
                            <a:srgbClr val="FF0000"/>
                          </a:solidFill>
                          <a:latin typeface="Times New Roman" panose="02020603050405020304" pitchFamily="18" charset="0"/>
                          <a:cs typeface="Times New Roman" panose="02020603050405020304" pitchFamily="18" charset="0"/>
                        </a:rPr>
                        <a:t>c</a:t>
                      </a:r>
                      <a:r>
                        <a:rPr lang="en-US" altLang="zh-TW" sz="2000" b="1" i="1" baseline="-25000" dirty="0" err="1">
                          <a:solidFill>
                            <a:srgbClr val="FF0000"/>
                          </a:solidFill>
                          <a:latin typeface="Times New Roman" panose="02020603050405020304" pitchFamily="18" charset="0"/>
                          <a:cs typeface="Times New Roman" panose="02020603050405020304" pitchFamily="18" charset="0"/>
                        </a:rPr>
                        <a:t>p</a:t>
                      </a:r>
                      <a:r>
                        <a:rPr lang="en-US" altLang="zh-TW" sz="2000" b="1" dirty="0">
                          <a:solidFill>
                            <a:srgbClr val="FF0000"/>
                          </a:solidFill>
                          <a:latin typeface="Times New Roman" panose="02020603050405020304" pitchFamily="18" charset="0"/>
                          <a:cs typeface="Times New Roman" panose="02020603050405020304" pitchFamily="18" charset="0"/>
                        </a:rPr>
                        <a:t>))</a:t>
                      </a:r>
                      <a:endParaRPr lang="zh-TW" altLang="en-US" sz="20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i="1" dirty="0">
                          <a:latin typeface="Times New Roman" panose="02020603050405020304" pitchFamily="18" charset="0"/>
                          <a:cs typeface="Times New Roman" panose="02020603050405020304" pitchFamily="18" charset="0"/>
                        </a:rPr>
                        <a:t>O</a:t>
                      </a:r>
                      <a:r>
                        <a:rPr lang="en-US" altLang="zh-TW" sz="2000" dirty="0">
                          <a:latin typeface="Times New Roman" panose="02020603050405020304" pitchFamily="18" charset="0"/>
                          <a:cs typeface="Times New Roman" panose="02020603050405020304" pitchFamily="18" charset="0"/>
                        </a:rPr>
                        <a:t>(</a:t>
                      </a:r>
                      <a:r>
                        <a:rPr lang="en-US" altLang="zh-TW" sz="2000" i="1" dirty="0" err="1">
                          <a:latin typeface="Times New Roman" panose="02020603050405020304" pitchFamily="18" charset="0"/>
                          <a:cs typeface="Times New Roman" panose="02020603050405020304" pitchFamily="18" charset="0"/>
                        </a:rPr>
                        <a:t>nc</a:t>
                      </a:r>
                      <a:r>
                        <a:rPr lang="en-US" altLang="zh-TW" sz="2000" i="1" baseline="-25000" dirty="0" err="1">
                          <a:latin typeface="Times New Roman" panose="02020603050405020304" pitchFamily="18" charset="0"/>
                          <a:cs typeface="Times New Roman" panose="02020603050405020304" pitchFamily="18" charset="0"/>
                        </a:rPr>
                        <a:t>p</a:t>
                      </a:r>
                      <a:r>
                        <a:rPr lang="en-US" altLang="zh-TW" sz="2000" dirty="0">
                          <a:latin typeface="Times New Roman" panose="02020603050405020304" pitchFamily="18" charset="0"/>
                          <a:cs typeface="Times New Roman" panose="02020603050405020304" pitchFamily="18" charset="0"/>
                        </a:rPr>
                        <a:t>)</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TW" sz="2000" dirty="0">
                          <a:latin typeface="Times New Roman" panose="02020603050405020304" pitchFamily="18" charset="0"/>
                          <a:cs typeface="Times New Roman" panose="02020603050405020304" pitchFamily="18" charset="0"/>
                        </a:rPr>
                        <a:t>Deferred</a:t>
                      </a: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4508593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TW" sz="2000" dirty="0">
                          <a:latin typeface="Times New Roman" panose="02020603050405020304" pitchFamily="18" charset="0"/>
                          <a:cs typeface="Times New Roman" panose="02020603050405020304" pitchFamily="18" charset="0"/>
                        </a:rPr>
                        <a:t>5</a:t>
                      </a:r>
                    </a:p>
                  </a:txBody>
                  <a:tcPr>
                    <a:solidFill>
                      <a:schemeClr val="accent4">
                        <a:lumMod val="20000"/>
                        <a:lumOff val="80000"/>
                      </a:schemeClr>
                    </a:solidFill>
                  </a:tcPr>
                </a:tc>
                <a:tc>
                  <a:txBody>
                    <a:bodyPr/>
                    <a:lstStyle/>
                    <a:p>
                      <a:pPr algn="ctr"/>
                      <a:r>
                        <a:rPr lang="en-US" altLang="zh-TW" sz="2000" dirty="0">
                          <a:latin typeface="Times New Roman" panose="02020603050405020304" pitchFamily="18" charset="0"/>
                          <a:cs typeface="Times New Roman" panose="02020603050405020304" pitchFamily="18" charset="0"/>
                        </a:rPr>
                        <a:t>O(</a:t>
                      </a:r>
                      <a:r>
                        <a:rPr lang="en-US" altLang="zh-TW" sz="2000" i="1" dirty="0" err="1">
                          <a:latin typeface="Times New Roman" panose="02020603050405020304" pitchFamily="18" charset="0"/>
                          <a:cs typeface="Times New Roman" panose="02020603050405020304" pitchFamily="18" charset="0"/>
                        </a:rPr>
                        <a:t>mn</a:t>
                      </a:r>
                      <a:r>
                        <a:rPr lang="en-US" altLang="zh-TW" sz="2000" dirty="0">
                          <a:latin typeface="Times New Roman" panose="02020603050405020304" pitchFamily="18" charset="0"/>
                          <a:cs typeface="Times New Roman" panose="02020603050405020304" pitchFamily="18" charset="0"/>
                        </a:rPr>
                        <a:t> + </a:t>
                      </a:r>
                      <a:r>
                        <a:rPr lang="en-US" altLang="zh-TW" sz="2000" i="1" dirty="0" err="1">
                          <a:latin typeface="Times New Roman" panose="02020603050405020304" pitchFamily="18" charset="0"/>
                          <a:cs typeface="Times New Roman" panose="02020603050405020304" pitchFamily="18" charset="0"/>
                        </a:rPr>
                        <a:t>Mc</a:t>
                      </a:r>
                      <a:r>
                        <a:rPr lang="en-US" altLang="zh-TW" sz="2000" i="1" baseline="-25000" dirty="0" err="1">
                          <a:latin typeface="Times New Roman" panose="02020603050405020304" pitchFamily="18" charset="0"/>
                          <a:cs typeface="Times New Roman" panose="02020603050405020304" pitchFamily="18" charset="0"/>
                        </a:rPr>
                        <a:t>p</a:t>
                      </a:r>
                      <a:r>
                        <a:rPr lang="en-US" altLang="zh-TW" sz="2000" dirty="0" err="1">
                          <a:latin typeface="Times New Roman" panose="02020603050405020304" pitchFamily="18" charset="0"/>
                          <a:cs typeface="Times New Roman" panose="02020603050405020304" pitchFamily="18" charset="0"/>
                        </a:rPr>
                        <a:t>log</a:t>
                      </a:r>
                      <a:r>
                        <a:rPr lang="en-US" altLang="zh-TW" sz="2000" i="1" dirty="0" err="1">
                          <a:latin typeface="Times New Roman" panose="02020603050405020304" pitchFamily="18" charset="0"/>
                          <a:cs typeface="Times New Roman" panose="02020603050405020304" pitchFamily="18" charset="0"/>
                        </a:rPr>
                        <a:t>l</a:t>
                      </a:r>
                      <a:r>
                        <a:rPr lang="en-US" altLang="zh-TW" sz="2000" dirty="0">
                          <a:latin typeface="Times New Roman" panose="02020603050405020304" pitchFamily="18" charset="0"/>
                          <a:cs typeface="Times New Roman" panose="02020603050405020304" pitchFamily="18" charset="0"/>
                        </a:rPr>
                        <a:t>)</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O(</a:t>
                      </a:r>
                      <a:r>
                        <a:rPr lang="en-US" altLang="zh-TW" sz="2000" i="1" dirty="0">
                          <a:latin typeface="Times New Roman" panose="02020603050405020304" pitchFamily="18" charset="0"/>
                          <a:cs typeface="Times New Roman" panose="02020603050405020304" pitchFamily="18" charset="0"/>
                        </a:rPr>
                        <a:t>np</a:t>
                      </a:r>
                      <a:r>
                        <a:rPr lang="en-US" altLang="zh-TW" sz="2000" dirty="0">
                          <a:latin typeface="Times New Roman" panose="02020603050405020304" pitchFamily="18" charset="0"/>
                          <a:cs typeface="Times New Roman" panose="02020603050405020304" pitchFamily="18" charset="0"/>
                        </a:rPr>
                        <a:t>)</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Tree</a:t>
                      </a: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7509426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TW" sz="2000" dirty="0">
                          <a:latin typeface="Times New Roman" panose="02020603050405020304" pitchFamily="18" charset="0"/>
                          <a:cs typeface="Times New Roman" panose="02020603050405020304" pitchFamily="18" charset="0"/>
                        </a:rPr>
                        <a:t>6</a:t>
                      </a:r>
                    </a:p>
                  </a:txBody>
                  <a:tcPr>
                    <a:solidFill>
                      <a:schemeClr val="accent2">
                        <a:lumMod val="20000"/>
                        <a:lumOff val="80000"/>
                      </a:schemeClr>
                    </a:solidFill>
                  </a:tcPr>
                </a:tc>
                <a:tc>
                  <a:txBody>
                    <a:bodyPr/>
                    <a:lstStyle/>
                    <a:p>
                      <a:pPr algn="ctr"/>
                      <a:r>
                        <a:rPr lang="en-US" altLang="zh-TW" sz="2000" dirty="0">
                          <a:latin typeface="Times New Roman" panose="02020603050405020304" pitchFamily="18" charset="0"/>
                          <a:cs typeface="Times New Roman" panose="02020603050405020304" pitchFamily="18" charset="0"/>
                        </a:rPr>
                        <a:t>O(</a:t>
                      </a:r>
                      <a:r>
                        <a:rPr lang="en-US" altLang="zh-TW" sz="2000" i="1" dirty="0" err="1">
                          <a:latin typeface="Times New Roman" panose="02020603050405020304" pitchFamily="18" charset="0"/>
                          <a:cs typeface="Times New Roman" panose="02020603050405020304" pitchFamily="18" charset="0"/>
                        </a:rPr>
                        <a:t>mn</a:t>
                      </a:r>
                      <a:r>
                        <a:rPr lang="en-US" altLang="zh-TW" sz="2000" dirty="0">
                          <a:latin typeface="Times New Roman" panose="02020603050405020304" pitchFamily="18" charset="0"/>
                          <a:cs typeface="Times New Roman" panose="02020603050405020304" pitchFamily="18" charset="0"/>
                        </a:rPr>
                        <a:t> + </a:t>
                      </a:r>
                      <a:r>
                        <a:rPr lang="en-US" altLang="zh-TW" sz="2000" i="1" dirty="0">
                          <a:latin typeface="Times New Roman" panose="02020603050405020304" pitchFamily="18" charset="0"/>
                          <a:cs typeface="Times New Roman" panose="02020603050405020304" pitchFamily="18" charset="0"/>
                        </a:rPr>
                        <a:t>M</a:t>
                      </a:r>
                      <a:r>
                        <a:rPr lang="en-US" altLang="zh-TW" sz="2000" dirty="0">
                          <a:latin typeface="Times New Roman" panose="02020603050405020304" pitchFamily="18" charset="0"/>
                          <a:cs typeface="Times New Roman" panose="02020603050405020304" pitchFamily="18" charset="0"/>
                        </a:rPr>
                        <a:t>(</a:t>
                      </a:r>
                      <a:r>
                        <a:rPr lang="en-US" altLang="zh-TW" sz="2000" i="1" dirty="0">
                          <a:latin typeface="Times New Roman" panose="02020603050405020304" pitchFamily="18" charset="0"/>
                          <a:cs typeface="Times New Roman" panose="02020603050405020304" pitchFamily="18" charset="0"/>
                        </a:rPr>
                        <a:t>p</a:t>
                      </a:r>
                      <a:r>
                        <a:rPr lang="en-US" altLang="zh-TW" sz="2000" dirty="0">
                          <a:latin typeface="Times New Roman" panose="02020603050405020304" pitchFamily="18" charset="0"/>
                          <a:cs typeface="Times New Roman" panose="02020603050405020304" pitchFamily="18" charset="0"/>
                        </a:rPr>
                        <a:t> + </a:t>
                      </a:r>
                      <a:r>
                        <a:rPr lang="en-US" altLang="zh-TW" sz="2000" i="1" dirty="0">
                          <a:latin typeface="Times New Roman" panose="02020603050405020304" pitchFamily="18" charset="0"/>
                          <a:cs typeface="Times New Roman" panose="02020603050405020304" pitchFamily="18" charset="0"/>
                        </a:rPr>
                        <a:t>l</a:t>
                      </a:r>
                      <a:r>
                        <a:rPr lang="en-US" altLang="zh-TW" sz="2000" dirty="0">
                          <a:latin typeface="Times New Roman" panose="02020603050405020304" pitchFamily="18" charset="0"/>
                          <a:cs typeface="Times New Roman" panose="02020603050405020304" pitchFamily="18" charset="0"/>
                        </a:rPr>
                        <a:t>))</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O(</a:t>
                      </a:r>
                      <a:r>
                        <a:rPr lang="en-US" altLang="zh-TW" sz="2000" i="1" dirty="0">
                          <a:latin typeface="Times New Roman" panose="02020603050405020304" pitchFamily="18" charset="0"/>
                          <a:cs typeface="Times New Roman" panose="02020603050405020304" pitchFamily="18" charset="0"/>
                        </a:rPr>
                        <a:t>pl</a:t>
                      </a:r>
                      <a:r>
                        <a:rPr lang="en-US" altLang="zh-TW" sz="2000" dirty="0">
                          <a:latin typeface="Times New Roman" panose="02020603050405020304" pitchFamily="18" charset="0"/>
                          <a:cs typeface="Times New Roman" panose="02020603050405020304" pitchFamily="18" charset="0"/>
                        </a:rPr>
                        <a:t>)</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Index</a:t>
                      </a: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56697219"/>
                  </a:ext>
                </a:extLst>
              </a:tr>
            </a:tbl>
          </a:graphicData>
        </a:graphic>
      </p:graphicFrame>
      <p:sp>
        <p:nvSpPr>
          <p:cNvPr id="12" name="文字方塊 11">
            <a:extLst>
              <a:ext uri="{FF2B5EF4-FFF2-40B4-BE49-F238E27FC236}">
                <a16:creationId xmlns:a16="http://schemas.microsoft.com/office/drawing/2014/main" id="{ECC7074A-D77E-D254-2716-177EF6DEF092}"/>
              </a:ext>
            </a:extLst>
          </p:cNvPr>
          <p:cNvSpPr txBox="1"/>
          <p:nvPr/>
        </p:nvSpPr>
        <p:spPr>
          <a:xfrm>
            <a:off x="3413053" y="3561637"/>
            <a:ext cx="3657600" cy="923330"/>
          </a:xfrm>
          <a:prstGeom prst="rect">
            <a:avLst/>
          </a:prstGeom>
          <a:noFill/>
        </p:spPr>
        <p:txBody>
          <a:bodyPr wrap="square" rtlCol="0">
            <a:spAutoFit/>
          </a:bodyPr>
          <a:lstStyle/>
          <a:p>
            <a:r>
              <a:rPr kumimoji="1" lang="en-US" altLang="zh-TW" i="1" dirty="0">
                <a:latin typeface="Menlo" panose="020B0609030804020204" pitchFamily="49" charset="0"/>
                <a:ea typeface="Menlo" panose="020B0609030804020204" pitchFamily="49" charset="0"/>
                <a:cs typeface="Menlo" panose="020B0609030804020204" pitchFamily="49" charset="0"/>
              </a:rPr>
              <a:t>X</a:t>
            </a:r>
            <a:r>
              <a:rPr kumimoji="1" lang="en-US" altLang="zh-TW" dirty="0">
                <a:latin typeface="Menlo" panose="020B0609030804020204" pitchFamily="49" charset="0"/>
                <a:ea typeface="Menlo" panose="020B0609030804020204" pitchFamily="49" charset="0"/>
                <a:cs typeface="Menlo" panose="020B0609030804020204" pitchFamily="49" charset="0"/>
              </a:rPr>
              <a:t>(</a:t>
            </a:r>
            <a:r>
              <a:rPr kumimoji="1" lang="en-US" altLang="zh-TW" i="1" dirty="0">
                <a:latin typeface="Menlo" panose="020B0609030804020204" pitchFamily="49" charset="0"/>
                <a:ea typeface="Menlo" panose="020B0609030804020204" pitchFamily="49" charset="0"/>
                <a:cs typeface="Menlo" panose="020B0609030804020204" pitchFamily="49" charset="0"/>
              </a:rPr>
              <a:t>m</a:t>
            </a:r>
            <a:r>
              <a:rPr kumimoji="1" lang="en-US" altLang="zh-TW" dirty="0">
                <a:latin typeface="Menlo" panose="020B0609030804020204" pitchFamily="49" charset="0"/>
                <a:ea typeface="Menlo" panose="020B0609030804020204" pitchFamily="49" charset="0"/>
                <a:cs typeface="Menlo" panose="020B0609030804020204" pitchFamily="49" charset="0"/>
              </a:rPr>
              <a:t>=5): 4, 5, 3, 2, </a:t>
            </a:r>
            <a:r>
              <a:rPr kumimoji="1" lang="en-US" altLang="zh-TW" dirty="0">
                <a:solidFill>
                  <a:schemeClr val="bg1">
                    <a:lumMod val="75000"/>
                  </a:schemeClr>
                </a:solidFill>
                <a:latin typeface="Menlo" panose="020B0609030804020204" pitchFamily="49" charset="0"/>
                <a:ea typeface="Menlo" panose="020B0609030804020204" pitchFamily="49" charset="0"/>
                <a:cs typeface="Menlo" panose="020B0609030804020204" pitchFamily="49" charset="0"/>
              </a:rPr>
              <a:t>1</a:t>
            </a:r>
          </a:p>
          <a:p>
            <a:r>
              <a:rPr kumimoji="1" lang="en-US" altLang="zh-TW" i="1" dirty="0">
                <a:latin typeface="Menlo" panose="020B0609030804020204" pitchFamily="49" charset="0"/>
                <a:ea typeface="Menlo" panose="020B0609030804020204" pitchFamily="49" charset="0"/>
                <a:cs typeface="Menlo" panose="020B0609030804020204" pitchFamily="49" charset="0"/>
              </a:rPr>
              <a:t>Y</a:t>
            </a:r>
            <a:r>
              <a:rPr kumimoji="1" lang="en-US" altLang="zh-TW" dirty="0">
                <a:latin typeface="Menlo" panose="020B0609030804020204" pitchFamily="49" charset="0"/>
                <a:ea typeface="Menlo" panose="020B0609030804020204" pitchFamily="49" charset="0"/>
                <a:cs typeface="Menlo" panose="020B0609030804020204" pitchFamily="49" charset="0"/>
              </a:rPr>
              <a:t>(</a:t>
            </a:r>
            <a:r>
              <a:rPr kumimoji="1" lang="en-US" altLang="zh-TW" i="1" dirty="0">
                <a:latin typeface="Menlo" panose="020B0609030804020204" pitchFamily="49" charset="0"/>
                <a:ea typeface="Menlo" panose="020B0609030804020204" pitchFamily="49" charset="0"/>
                <a:cs typeface="Menlo" panose="020B0609030804020204" pitchFamily="49" charset="0"/>
              </a:rPr>
              <a:t>n</a:t>
            </a:r>
            <a:r>
              <a:rPr kumimoji="1" lang="en-US" altLang="zh-TW" dirty="0">
                <a:latin typeface="Menlo" panose="020B0609030804020204" pitchFamily="49" charset="0"/>
                <a:ea typeface="Menlo" panose="020B0609030804020204" pitchFamily="49" charset="0"/>
                <a:cs typeface="Menlo" panose="020B0609030804020204" pitchFamily="49" charset="0"/>
              </a:rPr>
              <a:t>=6): 3, 2, </a:t>
            </a:r>
            <a:r>
              <a:rPr kumimoji="1" lang="en-US" altLang="zh-TW" dirty="0">
                <a:solidFill>
                  <a:schemeClr val="bg1">
                    <a:lumMod val="75000"/>
                  </a:schemeClr>
                </a:solidFill>
                <a:latin typeface="Menlo" panose="020B0609030804020204" pitchFamily="49" charset="0"/>
                <a:ea typeface="Menlo" panose="020B0609030804020204" pitchFamily="49" charset="0"/>
                <a:cs typeface="Menlo" panose="020B0609030804020204" pitchFamily="49" charset="0"/>
              </a:rPr>
              <a:t>6</a:t>
            </a:r>
            <a:r>
              <a:rPr kumimoji="1" lang="en-US" altLang="zh-TW" dirty="0">
                <a:latin typeface="Menlo" panose="020B0609030804020204" pitchFamily="49" charset="0"/>
                <a:ea typeface="Menlo" panose="020B0609030804020204" pitchFamily="49" charset="0"/>
                <a:cs typeface="Menlo" panose="020B0609030804020204" pitchFamily="49" charset="0"/>
              </a:rPr>
              <a:t>, 4, 5, </a:t>
            </a:r>
            <a:r>
              <a:rPr kumimoji="1" lang="en-US" altLang="zh-TW" dirty="0">
                <a:solidFill>
                  <a:schemeClr val="bg1">
                    <a:lumMod val="75000"/>
                  </a:schemeClr>
                </a:solidFill>
                <a:latin typeface="Menlo" panose="020B0609030804020204" pitchFamily="49" charset="0"/>
                <a:ea typeface="Menlo" panose="020B0609030804020204" pitchFamily="49" charset="0"/>
                <a:cs typeface="Menlo" panose="020B0609030804020204" pitchFamily="49" charset="0"/>
              </a:rPr>
              <a:t>7</a:t>
            </a:r>
          </a:p>
          <a:p>
            <a:r>
              <a:rPr kumimoji="1" lang="en-US" altLang="zh-TW" i="1" dirty="0">
                <a:latin typeface="Menlo" panose="020B0609030804020204" pitchFamily="49" charset="0"/>
                <a:ea typeface="Menlo" panose="020B0609030804020204" pitchFamily="49" charset="0"/>
                <a:cs typeface="Menlo" panose="020B0609030804020204" pitchFamily="49" charset="0"/>
              </a:rPr>
              <a:t>Z</a:t>
            </a:r>
            <a:r>
              <a:rPr kumimoji="1" lang="en-US" altLang="zh-TW" dirty="0">
                <a:latin typeface="Menlo" panose="020B0609030804020204" pitchFamily="49" charset="0"/>
                <a:ea typeface="Menlo" panose="020B0609030804020204" pitchFamily="49" charset="0"/>
                <a:cs typeface="Menlo" panose="020B0609030804020204" pitchFamily="49" charset="0"/>
              </a:rPr>
              <a:t>(</a:t>
            </a:r>
            <a:r>
              <a:rPr kumimoji="1" lang="en-US" altLang="zh-TW" i="1" dirty="0">
                <a:latin typeface="Menlo" panose="020B0609030804020204" pitchFamily="49" charset="0"/>
                <a:ea typeface="Menlo" panose="020B0609030804020204" pitchFamily="49" charset="0"/>
                <a:cs typeface="Menlo" panose="020B0609030804020204" pitchFamily="49" charset="0"/>
              </a:rPr>
              <a:t>p</a:t>
            </a:r>
            <a:r>
              <a:rPr kumimoji="1" lang="en-US" altLang="zh-TW" dirty="0">
                <a:latin typeface="Menlo" panose="020B0609030804020204" pitchFamily="49" charset="0"/>
                <a:ea typeface="Menlo" panose="020B0609030804020204" pitchFamily="49" charset="0"/>
                <a:cs typeface="Menlo" panose="020B0609030804020204" pitchFamily="49" charset="0"/>
              </a:rPr>
              <a:t>=4): 2, 3, 4, 5</a:t>
            </a:r>
            <a:endParaRPr kumimoji="1" lang="zh-TW" altLang="en-US" dirty="0">
              <a:latin typeface="Menlo" panose="020B0609030804020204" pitchFamily="49" charset="0"/>
              <a:cs typeface="Menlo" panose="020B0609030804020204" pitchFamily="49" charset="0"/>
            </a:endParaRPr>
          </a:p>
        </p:txBody>
      </p:sp>
    </p:spTree>
    <p:extLst>
      <p:ext uri="{BB962C8B-B14F-4D97-AF65-F5344CB8AC3E}">
        <p14:creationId xmlns:p14="http://schemas.microsoft.com/office/powerpoint/2010/main" val="350497398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0CA51B39-00BD-1A1D-1AE2-98A70AE185C1}"/>
              </a:ext>
            </a:extLst>
          </p:cNvPr>
          <p:cNvPicPr>
            <a:picLocks noChangeAspect="1"/>
          </p:cNvPicPr>
          <p:nvPr/>
        </p:nvPicPr>
        <p:blipFill>
          <a:blip r:embed="rId2"/>
          <a:stretch>
            <a:fillRect/>
          </a:stretch>
        </p:blipFill>
        <p:spPr>
          <a:xfrm>
            <a:off x="192949" y="1791330"/>
            <a:ext cx="11806103" cy="4701545"/>
          </a:xfrm>
          <a:prstGeom prst="rect">
            <a:avLst/>
          </a:prstGeom>
        </p:spPr>
      </p:pic>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normAutofit/>
          </a:bodyPr>
          <a:lstStyle/>
          <a:p>
            <a:r>
              <a:rPr kumimoji="1" lang="en-US" altLang="zh-TW" dirty="0">
                <a:latin typeface="Times New Roman" panose="02020603050405020304" pitchFamily="18" charset="0"/>
                <a:cs typeface="Times New Roman" panose="02020603050405020304" pitchFamily="18" charset="0"/>
              </a:rPr>
              <a:t>Algo.1</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5</a:t>
            </a:fld>
            <a:endParaRPr kumimoji="1" lang="zh-TW" altLang="en-US"/>
          </a:p>
        </p:txBody>
      </p:sp>
      <p:pic>
        <p:nvPicPr>
          <p:cNvPr id="4" name="圖片 3">
            <a:extLst>
              <a:ext uri="{FF2B5EF4-FFF2-40B4-BE49-F238E27FC236}">
                <a16:creationId xmlns:a16="http://schemas.microsoft.com/office/drawing/2014/main" id="{2F352017-C5D0-4B1D-BDAF-D023C49EC9DC}"/>
              </a:ext>
            </a:extLst>
          </p:cNvPr>
          <p:cNvPicPr>
            <a:picLocks noChangeAspect="1"/>
          </p:cNvPicPr>
          <p:nvPr/>
        </p:nvPicPr>
        <p:blipFill rotWithShape="1">
          <a:blip r:embed="rId3"/>
          <a:srcRect l="5581" t="41127" r="20144"/>
          <a:stretch/>
        </p:blipFill>
        <p:spPr>
          <a:xfrm>
            <a:off x="3657432" y="777191"/>
            <a:ext cx="7230139" cy="1136021"/>
          </a:xfrm>
          <a:prstGeom prst="rect">
            <a:avLst/>
          </a:prstGeom>
        </p:spPr>
      </p:pic>
      <p:sp>
        <p:nvSpPr>
          <p:cNvPr id="11" name="文字方塊 10">
            <a:extLst>
              <a:ext uri="{FF2B5EF4-FFF2-40B4-BE49-F238E27FC236}">
                <a16:creationId xmlns:a16="http://schemas.microsoft.com/office/drawing/2014/main" id="{36581DC5-CAE4-4E3F-BB6E-A46A07D5557C}"/>
              </a:ext>
            </a:extLst>
          </p:cNvPr>
          <p:cNvSpPr txBox="1"/>
          <p:nvPr/>
        </p:nvSpPr>
        <p:spPr>
          <a:xfrm>
            <a:off x="0" y="0"/>
            <a:ext cx="1576072" cy="646331"/>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Time: </a:t>
            </a:r>
            <a:r>
              <a:rPr lang="en-US" altLang="zh-TW" sz="1800" i="1" dirty="0">
                <a:latin typeface="Times New Roman" panose="02020603050405020304" pitchFamily="18" charset="0"/>
                <a:cs typeface="Times New Roman" panose="02020603050405020304" pitchFamily="18" charset="0"/>
              </a:rPr>
              <a:t>O</a:t>
            </a:r>
            <a:r>
              <a:rPr lang="en-US" altLang="zh-TW" sz="1800" dirty="0">
                <a:latin typeface="Times New Roman" panose="02020603050405020304" pitchFamily="18" charset="0"/>
                <a:cs typeface="Times New Roman" panose="02020603050405020304" pitchFamily="18" charset="0"/>
              </a:rPr>
              <a:t>(</a:t>
            </a:r>
            <a:r>
              <a:rPr lang="en-US" altLang="zh-TW" sz="1800" i="1" dirty="0" err="1">
                <a:latin typeface="Times New Roman" panose="02020603050405020304" pitchFamily="18" charset="0"/>
                <a:cs typeface="Times New Roman" panose="02020603050405020304" pitchFamily="18" charset="0"/>
              </a:rPr>
              <a:t>mnp</a:t>
            </a:r>
            <a:r>
              <a:rPr lang="en-US" altLang="zh-TW" sz="180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Space: </a:t>
            </a:r>
            <a:r>
              <a:rPr lang="en-US" altLang="zh-TW" sz="1800" i="1" dirty="0">
                <a:latin typeface="Times New Roman" panose="02020603050405020304" pitchFamily="18" charset="0"/>
                <a:cs typeface="Times New Roman" panose="02020603050405020304" pitchFamily="18" charset="0"/>
              </a:rPr>
              <a:t>O</a:t>
            </a:r>
            <a:r>
              <a:rPr lang="en-US" altLang="zh-TW" sz="1800" dirty="0">
                <a:latin typeface="Times New Roman" panose="02020603050405020304" pitchFamily="18" charset="0"/>
                <a:cs typeface="Times New Roman" panose="02020603050405020304" pitchFamily="18" charset="0"/>
              </a:rPr>
              <a:t>(</a:t>
            </a:r>
            <a:r>
              <a:rPr lang="en-US" altLang="zh-TW" sz="1800" i="1" dirty="0" err="1">
                <a:latin typeface="Times New Roman" panose="02020603050405020304" pitchFamily="18" charset="0"/>
                <a:cs typeface="Times New Roman" panose="02020603050405020304" pitchFamily="18" charset="0"/>
              </a:rPr>
              <a:t>mnp</a:t>
            </a:r>
            <a:r>
              <a:rPr lang="en-US" altLang="zh-TW" sz="180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81647C29-07F1-D291-386C-27191F0CF6C1}"/>
              </a:ext>
            </a:extLst>
          </p:cNvPr>
          <p:cNvSpPr txBox="1"/>
          <p:nvPr/>
        </p:nvSpPr>
        <p:spPr>
          <a:xfrm>
            <a:off x="3657432" y="148541"/>
            <a:ext cx="6588996" cy="646331"/>
          </a:xfrm>
          <a:prstGeom prst="rect">
            <a:avLst/>
          </a:prstGeom>
          <a:noFill/>
        </p:spPr>
        <p:txBody>
          <a:bodyPr wrap="square">
            <a:spAutoFit/>
          </a:bodyPr>
          <a:lstStyle/>
          <a:p>
            <a:r>
              <a:rPr lang="el-GR" altLang="zh-TW" i="1" dirty="0">
                <a:effectLst/>
                <a:latin typeface="Times New Roman" panose="02020603050405020304" pitchFamily="18" charset="0"/>
                <a:cs typeface="Times New Roman" panose="02020603050405020304" pitchFamily="18" charset="0"/>
              </a:rPr>
              <a:t>θ</a:t>
            </a:r>
            <a:r>
              <a:rPr lang="en-US" altLang="zh-TW" i="1" baseline="-25000" dirty="0">
                <a:effectLst/>
                <a:latin typeface="Times New Roman" panose="02020603050405020304" pitchFamily="18" charset="0"/>
                <a:cs typeface="Times New Roman" panose="02020603050405020304" pitchFamily="18" charset="0"/>
              </a:rPr>
              <a:t>c</a:t>
            </a:r>
            <a:r>
              <a:rPr lang="en-US" altLang="zh-TW" dirty="0">
                <a:effectLst/>
                <a:latin typeface="Times New Roman" panose="02020603050405020304" pitchFamily="18" charset="0"/>
                <a:cs typeface="Times New Roman" panose="02020603050405020304" pitchFamily="18" charset="0"/>
              </a:rPr>
              <a:t>[</a:t>
            </a:r>
            <a:r>
              <a:rPr lang="en-US" altLang="zh-TW" i="1" dirty="0" err="1">
                <a:effectLst/>
                <a:latin typeface="Times New Roman" panose="02020603050405020304" pitchFamily="18" charset="0"/>
                <a:cs typeface="Times New Roman" panose="02020603050405020304" pitchFamily="18" charset="0"/>
              </a:rPr>
              <a:t>i</a:t>
            </a:r>
            <a:r>
              <a:rPr lang="en-US" altLang="zh-TW" dirty="0" err="1">
                <a:effectLst/>
                <a:latin typeface="Times New Roman" panose="02020603050405020304" pitchFamily="18" charset="0"/>
                <a:cs typeface="Times New Roman" panose="02020603050405020304" pitchFamily="18" charset="0"/>
              </a:rPr>
              <a:t>,</a:t>
            </a:r>
            <a:r>
              <a:rPr lang="en-US" altLang="zh-TW" i="1" dirty="0" err="1">
                <a:effectLst/>
                <a:latin typeface="Times New Roman" panose="02020603050405020304" pitchFamily="18" charset="0"/>
                <a:cs typeface="Times New Roman" panose="02020603050405020304" pitchFamily="18" charset="0"/>
              </a:rPr>
              <a:t>j</a:t>
            </a:r>
            <a:r>
              <a:rPr lang="en-US" altLang="zh-TW" dirty="0" err="1">
                <a:effectLst/>
                <a:latin typeface="Times New Roman" panose="02020603050405020304" pitchFamily="18" charset="0"/>
                <a:cs typeface="Times New Roman" panose="02020603050405020304" pitchFamily="18" charset="0"/>
              </a:rPr>
              <a:t>,</a:t>
            </a:r>
            <a:r>
              <a:rPr lang="en-US" altLang="zh-TW" i="1" dirty="0" err="1">
                <a:effectLst/>
                <a:latin typeface="Times New Roman" panose="02020603050405020304" pitchFamily="18" charset="0"/>
                <a:cs typeface="Times New Roman" panose="02020603050405020304" pitchFamily="18" charset="0"/>
              </a:rPr>
              <a:t>k</a:t>
            </a:r>
            <a:r>
              <a:rPr lang="en-US" altLang="zh-TW" dirty="0">
                <a:effectLst/>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 is </a:t>
            </a:r>
            <a:r>
              <a:rPr lang="en-US" altLang="zh-TW" dirty="0">
                <a:effectLst/>
                <a:latin typeface="Times New Roman" panose="02020603050405020304" pitchFamily="18" charset="0"/>
                <a:cs typeface="Times New Roman" panose="02020603050405020304" pitchFamily="18" charset="0"/>
              </a:rPr>
              <a:t>the length of an </a:t>
            </a:r>
            <a:r>
              <a:rPr lang="en-US" altLang="zh-TW" dirty="0" err="1">
                <a:effectLst/>
                <a:latin typeface="Times New Roman" panose="02020603050405020304" pitchFamily="18" charset="0"/>
                <a:cs typeface="Times New Roman" panose="02020603050405020304" pitchFamily="18" charset="0"/>
              </a:rPr>
              <a:t>LCaIS</a:t>
            </a:r>
            <a:r>
              <a:rPr lang="en-US" altLang="zh-TW" dirty="0">
                <a:effectLst/>
                <a:latin typeface="Times New Roman" panose="02020603050405020304" pitchFamily="18" charset="0"/>
                <a:cs typeface="Times New Roman" panose="02020603050405020304" pitchFamily="18" charset="0"/>
              </a:rPr>
              <a:t> of the sequences </a:t>
            </a:r>
            <a:r>
              <a:rPr lang="en-US" altLang="zh-TW" i="1" dirty="0">
                <a:effectLst/>
                <a:latin typeface="Times New Roman" panose="02020603050405020304" pitchFamily="18" charset="0"/>
                <a:cs typeface="Times New Roman" panose="02020603050405020304" pitchFamily="18" charset="0"/>
              </a:rPr>
              <a:t>X</a:t>
            </a:r>
            <a:r>
              <a:rPr lang="en-US" altLang="zh-TW" i="1" baseline="-25000" dirty="0">
                <a:effectLst/>
                <a:latin typeface="Times New Roman" panose="02020603050405020304" pitchFamily="18" charset="0"/>
                <a:cs typeface="Times New Roman" panose="02020603050405020304" pitchFamily="18" charset="0"/>
              </a:rPr>
              <a:t>i</a:t>
            </a:r>
            <a:r>
              <a:rPr lang="en-US" altLang="zh-TW" dirty="0">
                <a:effectLst/>
                <a:latin typeface="Times New Roman" panose="02020603050405020304" pitchFamily="18" charset="0"/>
                <a:cs typeface="Times New Roman" panose="02020603050405020304" pitchFamily="18" charset="0"/>
              </a:rPr>
              <a:t> and </a:t>
            </a:r>
            <a:r>
              <a:rPr lang="en-US" altLang="zh-TW" i="1" dirty="0" err="1">
                <a:effectLst/>
                <a:latin typeface="Times New Roman" panose="02020603050405020304" pitchFamily="18" charset="0"/>
                <a:cs typeface="Times New Roman" panose="02020603050405020304" pitchFamily="18" charset="0"/>
              </a:rPr>
              <a:t>Y</a:t>
            </a:r>
            <a:r>
              <a:rPr lang="en-US" altLang="zh-TW" i="1" baseline="-25000" dirty="0" err="1">
                <a:effectLst/>
                <a:latin typeface="Times New Roman" panose="02020603050405020304" pitchFamily="18" charset="0"/>
                <a:cs typeface="Times New Roman" panose="02020603050405020304" pitchFamily="18" charset="0"/>
              </a:rPr>
              <a:t>j</a:t>
            </a:r>
            <a:r>
              <a:rPr lang="en-US" altLang="zh-TW" dirty="0">
                <a:effectLst/>
                <a:latin typeface="Times New Roman" panose="02020603050405020304" pitchFamily="18" charset="0"/>
                <a:cs typeface="Times New Roman" panose="02020603050405020304" pitchFamily="18" charset="0"/>
              </a:rPr>
              <a:t>  that has </a:t>
            </a:r>
            <a:r>
              <a:rPr lang="en-US" altLang="zh-TW" dirty="0">
                <a:solidFill>
                  <a:srgbClr val="FF0000"/>
                </a:solidFill>
                <a:effectLst/>
                <a:latin typeface="Times New Roman" panose="02020603050405020304" pitchFamily="18" charset="0"/>
                <a:cs typeface="Times New Roman" panose="02020603050405020304" pitchFamily="18" charset="0"/>
              </a:rPr>
              <a:t>maximum element </a:t>
            </a:r>
            <a:r>
              <a:rPr lang="en-US" altLang="zh-TW" dirty="0">
                <a:effectLst/>
                <a:latin typeface="Times New Roman" panose="02020603050405020304" pitchFamily="18" charset="0"/>
                <a:cs typeface="Times New Roman" panose="02020603050405020304" pitchFamily="18" charset="0"/>
              </a:rPr>
              <a:t>less than or equal to </a:t>
            </a:r>
            <a:r>
              <a:rPr lang="en-US" altLang="zh-TW" i="1" dirty="0" err="1">
                <a:latin typeface="Times New Roman" panose="02020603050405020304" pitchFamily="18" charset="0"/>
                <a:cs typeface="Times New Roman" panose="02020603050405020304" pitchFamily="18" charset="0"/>
              </a:rPr>
              <a:t>Z</a:t>
            </a:r>
            <a:r>
              <a:rPr lang="en-US" altLang="zh-TW" i="1" baseline="-25000" dirty="0" err="1">
                <a:effectLst/>
                <a:latin typeface="Times New Roman" panose="02020603050405020304" pitchFamily="18" charset="0"/>
                <a:cs typeface="Times New Roman" panose="02020603050405020304" pitchFamily="18" charset="0"/>
              </a:rPr>
              <a:t>k</a:t>
            </a:r>
            <a:r>
              <a:rPr lang="en-US" altLang="zh-TW" dirty="0">
                <a:latin typeface="Times New Roman" panose="02020603050405020304" pitchFamily="18" charset="0"/>
                <a:cs typeface="Times New Roman" panose="02020603050405020304" pitchFamily="18" charset="0"/>
              </a:rPr>
              <a:t>.</a:t>
            </a:r>
            <a:r>
              <a:rPr lang="en-US" altLang="zh-TW" dirty="0">
                <a:effectLst/>
                <a:latin typeface="Times New Roman" panose="02020603050405020304" pitchFamily="18" charset="0"/>
                <a:cs typeface="Times New Roman" panose="02020603050405020304" pitchFamily="18" charset="0"/>
              </a:rPr>
              <a:t> </a:t>
            </a:r>
            <a:endParaRPr lang="en-US" altLang="zh-TW"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5DB486F6-6157-F22E-3D42-2C71F75E015B}"/>
              </a:ext>
            </a:extLst>
          </p:cNvPr>
          <p:cNvSpPr txBox="1"/>
          <p:nvPr/>
        </p:nvSpPr>
        <p:spPr>
          <a:xfrm>
            <a:off x="10807699" y="1017273"/>
            <a:ext cx="748923" cy="369332"/>
          </a:xfrm>
          <a:prstGeom prst="rect">
            <a:avLst/>
          </a:prstGeom>
          <a:noFill/>
        </p:spPr>
        <p:txBody>
          <a:bodyPr wrap="none" rtlCol="0">
            <a:spAutoFit/>
          </a:bodyPr>
          <a:lstStyle/>
          <a:p>
            <a:r>
              <a:rPr kumimoji="1" lang="en-US" altLang="zh-TW" dirty="0">
                <a:solidFill>
                  <a:schemeClr val="accent6"/>
                </a:solidFill>
                <a:latin typeface="Times New Roman" panose="02020603050405020304" pitchFamily="18" charset="0"/>
                <a:cs typeface="Times New Roman" panose="02020603050405020304" pitchFamily="18" charset="0"/>
              </a:rPr>
              <a:t>Green</a:t>
            </a:r>
            <a:endParaRPr kumimoji="1" lang="zh-TW" altLang="en-US" dirty="0">
              <a:solidFill>
                <a:schemeClr val="accent6"/>
              </a:solidFill>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E56C2827-5D26-2221-0C8A-A67EA36BDE73}"/>
              </a:ext>
            </a:extLst>
          </p:cNvPr>
          <p:cNvSpPr txBox="1"/>
          <p:nvPr/>
        </p:nvSpPr>
        <p:spPr>
          <a:xfrm>
            <a:off x="10807699" y="1307159"/>
            <a:ext cx="620683" cy="369332"/>
          </a:xfrm>
          <a:prstGeom prst="rect">
            <a:avLst/>
          </a:prstGeom>
          <a:noFill/>
        </p:spPr>
        <p:txBody>
          <a:bodyPr wrap="none" rtlCol="0">
            <a:spAutoFit/>
          </a:bodyPr>
          <a:lstStyle/>
          <a:p>
            <a:r>
              <a:rPr kumimoji="1" lang="en-US" altLang="zh-TW" dirty="0">
                <a:solidFill>
                  <a:schemeClr val="accent1"/>
                </a:solidFill>
                <a:latin typeface="Times New Roman" panose="02020603050405020304" pitchFamily="18" charset="0"/>
                <a:cs typeface="Times New Roman" panose="02020603050405020304" pitchFamily="18" charset="0"/>
              </a:rPr>
              <a:t>Blue</a:t>
            </a:r>
            <a:endParaRPr kumimoji="1" lang="zh-TW" altLang="en-US" dirty="0">
              <a:solidFill>
                <a:schemeClr val="accent1"/>
              </a:solidFill>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C66771FA-D5A6-EC84-3120-E8CD0D9211C9}"/>
              </a:ext>
            </a:extLst>
          </p:cNvPr>
          <p:cNvSpPr txBox="1"/>
          <p:nvPr/>
        </p:nvSpPr>
        <p:spPr>
          <a:xfrm>
            <a:off x="10807699" y="1597044"/>
            <a:ext cx="556563" cy="369332"/>
          </a:xfrm>
          <a:prstGeom prst="rect">
            <a:avLst/>
          </a:prstGeom>
          <a:noFill/>
        </p:spPr>
        <p:txBody>
          <a:bodyPr wrap="none" rtlCol="0">
            <a:spAutoFit/>
          </a:bodyPr>
          <a:lstStyle/>
          <a:p>
            <a:r>
              <a:rPr kumimoji="1" lang="en-US" altLang="zh-TW" dirty="0">
                <a:solidFill>
                  <a:srgbClr val="FF0000"/>
                </a:solidFill>
                <a:latin typeface="Times New Roman" panose="02020603050405020304" pitchFamily="18" charset="0"/>
                <a:cs typeface="Times New Roman" panose="02020603050405020304" pitchFamily="18" charset="0"/>
              </a:rPr>
              <a:t>Red</a:t>
            </a:r>
            <a:endParaRPr kumimoji="1" lang="zh-TW" altLang="en-US" dirty="0">
              <a:solidFill>
                <a:srgbClr val="FF0000"/>
              </a:solidFill>
              <a:latin typeface="Times New Roman" panose="02020603050405020304" pitchFamily="18" charset="0"/>
              <a:cs typeface="Times New Roman" panose="02020603050405020304" pitchFamily="18" charset="0"/>
            </a:endParaRPr>
          </a:p>
        </p:txBody>
      </p:sp>
      <p:sp>
        <p:nvSpPr>
          <p:cNvPr id="16" name="矩形 15">
            <a:extLst>
              <a:ext uri="{FF2B5EF4-FFF2-40B4-BE49-F238E27FC236}">
                <a16:creationId xmlns:a16="http://schemas.microsoft.com/office/drawing/2014/main" id="{234574EA-A13E-593A-224F-0D6A79CDC135}"/>
              </a:ext>
            </a:extLst>
          </p:cNvPr>
          <p:cNvSpPr/>
          <p:nvPr/>
        </p:nvSpPr>
        <p:spPr>
          <a:xfrm>
            <a:off x="8612376" y="3111376"/>
            <a:ext cx="340241" cy="291045"/>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 name="矩形 16">
            <a:extLst>
              <a:ext uri="{FF2B5EF4-FFF2-40B4-BE49-F238E27FC236}">
                <a16:creationId xmlns:a16="http://schemas.microsoft.com/office/drawing/2014/main" id="{33C2E8C0-4246-0A4D-60DC-23736BE6901B}"/>
              </a:ext>
            </a:extLst>
          </p:cNvPr>
          <p:cNvSpPr/>
          <p:nvPr/>
        </p:nvSpPr>
        <p:spPr>
          <a:xfrm>
            <a:off x="8612376" y="3934116"/>
            <a:ext cx="340241" cy="291045"/>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 name="矩形 17">
            <a:extLst>
              <a:ext uri="{FF2B5EF4-FFF2-40B4-BE49-F238E27FC236}">
                <a16:creationId xmlns:a16="http://schemas.microsoft.com/office/drawing/2014/main" id="{EF761219-48DE-B326-89F3-EACDA77D6BA1}"/>
              </a:ext>
            </a:extLst>
          </p:cNvPr>
          <p:cNvSpPr/>
          <p:nvPr/>
        </p:nvSpPr>
        <p:spPr>
          <a:xfrm>
            <a:off x="9707530" y="3111376"/>
            <a:ext cx="340241" cy="291045"/>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 name="矩形 18">
            <a:extLst>
              <a:ext uri="{FF2B5EF4-FFF2-40B4-BE49-F238E27FC236}">
                <a16:creationId xmlns:a16="http://schemas.microsoft.com/office/drawing/2014/main" id="{8BFE1626-FF49-32BF-F9DA-F43A6D7C5CE9}"/>
              </a:ext>
            </a:extLst>
          </p:cNvPr>
          <p:cNvSpPr/>
          <p:nvPr/>
        </p:nvSpPr>
        <p:spPr>
          <a:xfrm>
            <a:off x="9707529" y="3948294"/>
            <a:ext cx="340241" cy="291045"/>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 name="矩形 2">
            <a:extLst>
              <a:ext uri="{FF2B5EF4-FFF2-40B4-BE49-F238E27FC236}">
                <a16:creationId xmlns:a16="http://schemas.microsoft.com/office/drawing/2014/main" id="{83AAE5FA-C1E9-4371-CC8B-51ACF3ACBD77}"/>
              </a:ext>
            </a:extLst>
          </p:cNvPr>
          <p:cNvSpPr/>
          <p:nvPr/>
        </p:nvSpPr>
        <p:spPr>
          <a:xfrm>
            <a:off x="3627428" y="3100742"/>
            <a:ext cx="340242" cy="291045"/>
          </a:xfrm>
          <a:prstGeom prst="rect">
            <a:avLst/>
          </a:prstGeom>
          <a:noFill/>
          <a:ln w="38100">
            <a:solidFill>
              <a:schemeClr val="accent6"/>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 name="矩形 6">
            <a:extLst>
              <a:ext uri="{FF2B5EF4-FFF2-40B4-BE49-F238E27FC236}">
                <a16:creationId xmlns:a16="http://schemas.microsoft.com/office/drawing/2014/main" id="{CD087281-7429-8422-F97F-2C19E03181F0}"/>
              </a:ext>
            </a:extLst>
          </p:cNvPr>
          <p:cNvSpPr/>
          <p:nvPr/>
        </p:nvSpPr>
        <p:spPr>
          <a:xfrm>
            <a:off x="3616794" y="3955242"/>
            <a:ext cx="340241" cy="291045"/>
          </a:xfrm>
          <a:prstGeom prst="rect">
            <a:avLst/>
          </a:prstGeom>
          <a:noFill/>
          <a:ln w="38100">
            <a:solidFill>
              <a:schemeClr val="accent6"/>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矩形 7">
            <a:extLst>
              <a:ext uri="{FF2B5EF4-FFF2-40B4-BE49-F238E27FC236}">
                <a16:creationId xmlns:a16="http://schemas.microsoft.com/office/drawing/2014/main" id="{108637DB-8F8F-6B35-F11C-8089FD82C174}"/>
              </a:ext>
            </a:extLst>
          </p:cNvPr>
          <p:cNvSpPr/>
          <p:nvPr/>
        </p:nvSpPr>
        <p:spPr>
          <a:xfrm>
            <a:off x="4721440" y="3100741"/>
            <a:ext cx="340242" cy="291045"/>
          </a:xfrm>
          <a:prstGeom prst="rect">
            <a:avLst/>
          </a:prstGeom>
          <a:noFill/>
          <a:ln w="38100">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 name="矩形 8">
            <a:extLst>
              <a:ext uri="{FF2B5EF4-FFF2-40B4-BE49-F238E27FC236}">
                <a16:creationId xmlns:a16="http://schemas.microsoft.com/office/drawing/2014/main" id="{4EC30E97-AF11-A450-7FDE-0FD98EC2AA76}"/>
              </a:ext>
            </a:extLst>
          </p:cNvPr>
          <p:cNvSpPr/>
          <p:nvPr/>
        </p:nvSpPr>
        <p:spPr>
          <a:xfrm>
            <a:off x="9329580" y="3103938"/>
            <a:ext cx="340242" cy="291045"/>
          </a:xfrm>
          <a:prstGeom prst="rect">
            <a:avLst/>
          </a:prstGeom>
          <a:noFill/>
          <a:ln w="38100">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矩形 9">
            <a:extLst>
              <a:ext uri="{FF2B5EF4-FFF2-40B4-BE49-F238E27FC236}">
                <a16:creationId xmlns:a16="http://schemas.microsoft.com/office/drawing/2014/main" id="{CA24318A-3F03-012A-CB92-B6AF678777B9}"/>
              </a:ext>
            </a:extLst>
          </p:cNvPr>
          <p:cNvSpPr/>
          <p:nvPr/>
        </p:nvSpPr>
        <p:spPr>
          <a:xfrm>
            <a:off x="4721440" y="3955241"/>
            <a:ext cx="340242" cy="291045"/>
          </a:xfrm>
          <a:prstGeom prst="rect">
            <a:avLst/>
          </a:prstGeom>
          <a:noFill/>
          <a:ln w="38100">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 name="矩形 19">
            <a:extLst>
              <a:ext uri="{FF2B5EF4-FFF2-40B4-BE49-F238E27FC236}">
                <a16:creationId xmlns:a16="http://schemas.microsoft.com/office/drawing/2014/main" id="{9341D34B-BB5B-C626-1408-DAFF34F35C18}"/>
              </a:ext>
            </a:extLst>
          </p:cNvPr>
          <p:cNvSpPr/>
          <p:nvPr/>
        </p:nvSpPr>
        <p:spPr>
          <a:xfrm>
            <a:off x="9329580" y="3954897"/>
            <a:ext cx="340242" cy="291045"/>
          </a:xfrm>
          <a:prstGeom prst="rect">
            <a:avLst/>
          </a:prstGeom>
          <a:noFill/>
          <a:ln w="38100">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 name="矩形 20">
            <a:extLst>
              <a:ext uri="{FF2B5EF4-FFF2-40B4-BE49-F238E27FC236}">
                <a16:creationId xmlns:a16="http://schemas.microsoft.com/office/drawing/2014/main" id="{796CFB3B-B906-0A2B-1E64-19E1DEFD4C37}"/>
              </a:ext>
            </a:extLst>
          </p:cNvPr>
          <p:cNvSpPr/>
          <p:nvPr/>
        </p:nvSpPr>
        <p:spPr>
          <a:xfrm>
            <a:off x="9340215" y="4822419"/>
            <a:ext cx="340241" cy="29104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 name="矩形 21">
            <a:extLst>
              <a:ext uri="{FF2B5EF4-FFF2-40B4-BE49-F238E27FC236}">
                <a16:creationId xmlns:a16="http://schemas.microsoft.com/office/drawing/2014/main" id="{97149497-3766-C82A-97CE-4E8D2FFC269D}"/>
              </a:ext>
            </a:extLst>
          </p:cNvPr>
          <p:cNvSpPr/>
          <p:nvPr/>
        </p:nvSpPr>
        <p:spPr>
          <a:xfrm>
            <a:off x="4353705" y="4822419"/>
            <a:ext cx="340242" cy="291045"/>
          </a:xfrm>
          <a:prstGeom prst="rect">
            <a:avLst/>
          </a:prstGeom>
          <a:noFill/>
          <a:ln w="381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 name="矩形 24">
            <a:extLst>
              <a:ext uri="{FF2B5EF4-FFF2-40B4-BE49-F238E27FC236}">
                <a16:creationId xmlns:a16="http://schemas.microsoft.com/office/drawing/2014/main" id="{A40303CB-48E3-07BE-2ED1-C00C933310F2}"/>
              </a:ext>
            </a:extLst>
          </p:cNvPr>
          <p:cNvSpPr/>
          <p:nvPr/>
        </p:nvSpPr>
        <p:spPr>
          <a:xfrm>
            <a:off x="9329580" y="4529349"/>
            <a:ext cx="340242" cy="291045"/>
          </a:xfrm>
          <a:prstGeom prst="rect">
            <a:avLst/>
          </a:prstGeom>
          <a:noFill/>
          <a:ln w="381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27" name="直線箭頭接點 26">
            <a:extLst>
              <a:ext uri="{FF2B5EF4-FFF2-40B4-BE49-F238E27FC236}">
                <a16:creationId xmlns:a16="http://schemas.microsoft.com/office/drawing/2014/main" id="{7D148E01-F783-B41A-C796-FC80267A0C83}"/>
              </a:ext>
            </a:extLst>
          </p:cNvPr>
          <p:cNvCxnSpPr/>
          <p:nvPr/>
        </p:nvCxnSpPr>
        <p:spPr>
          <a:xfrm>
            <a:off x="5740400" y="3746500"/>
            <a:ext cx="1028700" cy="0"/>
          </a:xfrm>
          <a:prstGeom prst="straightConnector1">
            <a:avLst/>
          </a:prstGeom>
          <a:ln w="76200">
            <a:solidFill>
              <a:srgbClr val="4472C4">
                <a:alpha val="50196"/>
              </a:srgb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箭頭接點 27">
            <a:extLst>
              <a:ext uri="{FF2B5EF4-FFF2-40B4-BE49-F238E27FC236}">
                <a16:creationId xmlns:a16="http://schemas.microsoft.com/office/drawing/2014/main" id="{A3E41EDE-62E0-0126-B8C3-31986C151AAC}"/>
              </a:ext>
            </a:extLst>
          </p:cNvPr>
          <p:cNvCxnSpPr/>
          <p:nvPr/>
        </p:nvCxnSpPr>
        <p:spPr>
          <a:xfrm>
            <a:off x="6674508" y="3244321"/>
            <a:ext cx="342900" cy="0"/>
          </a:xfrm>
          <a:prstGeom prst="straightConnector1">
            <a:avLst/>
          </a:prstGeom>
          <a:ln w="952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直線箭頭接點 28">
            <a:extLst>
              <a:ext uri="{FF2B5EF4-FFF2-40B4-BE49-F238E27FC236}">
                <a16:creationId xmlns:a16="http://schemas.microsoft.com/office/drawing/2014/main" id="{6B7A58B3-A508-A063-D15A-137C8FABC549}"/>
              </a:ext>
            </a:extLst>
          </p:cNvPr>
          <p:cNvCxnSpPr/>
          <p:nvPr/>
        </p:nvCxnSpPr>
        <p:spPr>
          <a:xfrm>
            <a:off x="6674508" y="4091770"/>
            <a:ext cx="342900" cy="0"/>
          </a:xfrm>
          <a:prstGeom prst="straightConnector1">
            <a:avLst/>
          </a:prstGeom>
          <a:ln w="952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66033032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Algo.2</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6</a:t>
            </a:fld>
            <a:endParaRPr kumimoji="1" lang="zh-TW" altLang="en-US"/>
          </a:p>
        </p:txBody>
      </p:sp>
      <p:pic>
        <p:nvPicPr>
          <p:cNvPr id="7" name="圖片 6">
            <a:extLst>
              <a:ext uri="{FF2B5EF4-FFF2-40B4-BE49-F238E27FC236}">
                <a16:creationId xmlns:a16="http://schemas.microsoft.com/office/drawing/2014/main" id="{FB05372C-4ACC-3759-C7D9-6B16071B4279}"/>
              </a:ext>
            </a:extLst>
          </p:cNvPr>
          <p:cNvPicPr>
            <a:picLocks noChangeAspect="1"/>
          </p:cNvPicPr>
          <p:nvPr/>
        </p:nvPicPr>
        <p:blipFill>
          <a:blip r:embed="rId2"/>
          <a:stretch>
            <a:fillRect/>
          </a:stretch>
        </p:blipFill>
        <p:spPr>
          <a:xfrm>
            <a:off x="238565" y="1403911"/>
            <a:ext cx="4961565" cy="5235605"/>
          </a:xfrm>
          <a:prstGeom prst="rect">
            <a:avLst/>
          </a:prstGeom>
        </p:spPr>
      </p:pic>
      <p:pic>
        <p:nvPicPr>
          <p:cNvPr id="8" name="圖片 7">
            <a:extLst>
              <a:ext uri="{FF2B5EF4-FFF2-40B4-BE49-F238E27FC236}">
                <a16:creationId xmlns:a16="http://schemas.microsoft.com/office/drawing/2014/main" id="{E16D99FF-4C36-59FA-2998-5B0DB6A4992F}"/>
              </a:ext>
            </a:extLst>
          </p:cNvPr>
          <p:cNvPicPr>
            <a:picLocks noChangeAspect="1"/>
          </p:cNvPicPr>
          <p:nvPr/>
        </p:nvPicPr>
        <p:blipFill>
          <a:blip r:embed="rId3"/>
          <a:stretch>
            <a:fillRect/>
          </a:stretch>
        </p:blipFill>
        <p:spPr>
          <a:xfrm>
            <a:off x="5386420" y="1226949"/>
            <a:ext cx="5107762" cy="2827511"/>
          </a:xfrm>
          <a:prstGeom prst="rect">
            <a:avLst/>
          </a:prstGeom>
        </p:spPr>
      </p:pic>
      <p:sp>
        <p:nvSpPr>
          <p:cNvPr id="11" name="文字方塊 10">
            <a:extLst>
              <a:ext uri="{FF2B5EF4-FFF2-40B4-BE49-F238E27FC236}">
                <a16:creationId xmlns:a16="http://schemas.microsoft.com/office/drawing/2014/main" id="{3BEB5B43-9A8D-0AEA-CE07-45CFBBA30293}"/>
              </a:ext>
            </a:extLst>
          </p:cNvPr>
          <p:cNvSpPr txBox="1"/>
          <p:nvPr/>
        </p:nvSpPr>
        <p:spPr>
          <a:xfrm>
            <a:off x="0" y="0"/>
            <a:ext cx="1503810" cy="646331"/>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Time: </a:t>
            </a:r>
            <a:r>
              <a:rPr lang="en-US" altLang="zh-TW" sz="1800" i="1" dirty="0">
                <a:latin typeface="Times New Roman" panose="02020603050405020304" pitchFamily="18" charset="0"/>
                <a:cs typeface="Times New Roman" panose="02020603050405020304" pitchFamily="18" charset="0"/>
              </a:rPr>
              <a:t>O</a:t>
            </a:r>
            <a:r>
              <a:rPr lang="en-US" altLang="zh-TW" sz="1800" dirty="0">
                <a:latin typeface="Times New Roman" panose="02020603050405020304" pitchFamily="18" charset="0"/>
                <a:cs typeface="Times New Roman" panose="02020603050405020304" pitchFamily="18" charset="0"/>
              </a:rPr>
              <a:t>(</a:t>
            </a:r>
            <a:r>
              <a:rPr lang="en-US" altLang="zh-TW" sz="1800" i="1" dirty="0" err="1">
                <a:latin typeface="Times New Roman" panose="02020603050405020304" pitchFamily="18" charset="0"/>
                <a:cs typeface="Times New Roman" panose="02020603050405020304" pitchFamily="18" charset="0"/>
              </a:rPr>
              <a:t>mnp</a:t>
            </a:r>
            <a:r>
              <a:rPr lang="en-US" altLang="zh-TW" sz="180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Space: </a:t>
            </a:r>
            <a:r>
              <a:rPr lang="en-US" altLang="zh-TW" sz="1800" i="1" dirty="0">
                <a:latin typeface="Times New Roman" panose="02020603050405020304" pitchFamily="18" charset="0"/>
                <a:cs typeface="Times New Roman" panose="02020603050405020304" pitchFamily="18" charset="0"/>
              </a:rPr>
              <a:t>O</a:t>
            </a:r>
            <a:r>
              <a:rPr lang="en-US" altLang="zh-TW" sz="1800" dirty="0">
                <a:latin typeface="Times New Roman" panose="02020603050405020304" pitchFamily="18" charset="0"/>
                <a:cs typeface="Times New Roman" panose="02020603050405020304" pitchFamily="18" charset="0"/>
              </a:rPr>
              <a:t>(</a:t>
            </a:r>
            <a:r>
              <a:rPr lang="en-US" altLang="zh-TW" sz="1800" i="1" dirty="0">
                <a:latin typeface="Times New Roman" panose="02020603050405020304" pitchFamily="18" charset="0"/>
                <a:cs typeface="Times New Roman" panose="02020603050405020304" pitchFamily="18" charset="0"/>
              </a:rPr>
              <a:t>np</a:t>
            </a:r>
            <a:r>
              <a:rPr lang="en-US" altLang="zh-TW" sz="180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p:txBody>
      </p:sp>
      <p:pic>
        <p:nvPicPr>
          <p:cNvPr id="9" name="圖片 8">
            <a:extLst>
              <a:ext uri="{FF2B5EF4-FFF2-40B4-BE49-F238E27FC236}">
                <a16:creationId xmlns:a16="http://schemas.microsoft.com/office/drawing/2014/main" id="{E6840A26-F31B-BE44-146A-6B12D9C6D1F7}"/>
              </a:ext>
            </a:extLst>
          </p:cNvPr>
          <p:cNvPicPr>
            <a:picLocks noChangeAspect="1"/>
          </p:cNvPicPr>
          <p:nvPr/>
        </p:nvPicPr>
        <p:blipFill>
          <a:blip r:embed="rId4"/>
          <a:stretch>
            <a:fillRect/>
          </a:stretch>
        </p:blipFill>
        <p:spPr>
          <a:xfrm>
            <a:off x="5386420" y="4781546"/>
            <a:ext cx="6653507" cy="1197955"/>
          </a:xfrm>
          <a:prstGeom prst="rect">
            <a:avLst/>
          </a:prstGeom>
        </p:spPr>
      </p:pic>
      <p:pic>
        <p:nvPicPr>
          <p:cNvPr id="10" name="圖片 9">
            <a:extLst>
              <a:ext uri="{FF2B5EF4-FFF2-40B4-BE49-F238E27FC236}">
                <a16:creationId xmlns:a16="http://schemas.microsoft.com/office/drawing/2014/main" id="{831E930A-CD7A-CF74-BF3D-6996EB5476BF}"/>
              </a:ext>
            </a:extLst>
          </p:cNvPr>
          <p:cNvPicPr>
            <a:picLocks noChangeAspect="1"/>
          </p:cNvPicPr>
          <p:nvPr/>
        </p:nvPicPr>
        <p:blipFill>
          <a:blip r:embed="rId5">
            <a:alphaModFix amt="35000"/>
          </a:blip>
          <a:stretch>
            <a:fillRect/>
          </a:stretch>
        </p:blipFill>
        <p:spPr>
          <a:xfrm>
            <a:off x="5234347" y="5972371"/>
            <a:ext cx="4803554" cy="800592"/>
          </a:xfrm>
          <a:prstGeom prst="rect">
            <a:avLst/>
          </a:prstGeom>
        </p:spPr>
      </p:pic>
      <p:sp>
        <p:nvSpPr>
          <p:cNvPr id="13" name="文字方塊 12">
            <a:extLst>
              <a:ext uri="{FF2B5EF4-FFF2-40B4-BE49-F238E27FC236}">
                <a16:creationId xmlns:a16="http://schemas.microsoft.com/office/drawing/2014/main" id="{7B03DF93-7276-E631-B33A-A8B2FC5DFB6D}"/>
              </a:ext>
            </a:extLst>
          </p:cNvPr>
          <p:cNvSpPr txBox="1"/>
          <p:nvPr/>
        </p:nvSpPr>
        <p:spPr>
          <a:xfrm>
            <a:off x="5386420" y="4135215"/>
            <a:ext cx="6124352" cy="646331"/>
          </a:xfrm>
          <a:prstGeom prst="rect">
            <a:avLst/>
          </a:prstGeom>
          <a:noFill/>
        </p:spPr>
        <p:txBody>
          <a:bodyPr wrap="square">
            <a:spAutoFit/>
          </a:bodyPr>
          <a:lstStyle/>
          <a:p>
            <a:r>
              <a:rPr lang="en-US" altLang="zh-TW" i="1" dirty="0">
                <a:effectLst/>
                <a:latin typeface="Times New Roman" panose="02020603050405020304" pitchFamily="18" charset="0"/>
                <a:cs typeface="Times New Roman" panose="02020603050405020304" pitchFamily="18" charset="0"/>
              </a:rPr>
              <a:t>f</a:t>
            </a:r>
            <a:r>
              <a:rPr lang="en-US" altLang="zh-TW" i="1" baseline="-25000" dirty="0">
                <a:effectLst/>
                <a:latin typeface="Times New Roman" panose="02020603050405020304" pitchFamily="18" charset="0"/>
                <a:cs typeface="Times New Roman" panose="02020603050405020304" pitchFamily="18" charset="0"/>
              </a:rPr>
              <a:t>c</a:t>
            </a:r>
            <a:r>
              <a:rPr lang="en-US" altLang="zh-TW" dirty="0">
                <a:effectLst/>
                <a:latin typeface="Times New Roman" panose="02020603050405020304" pitchFamily="18" charset="0"/>
                <a:cs typeface="Times New Roman" panose="02020603050405020304" pitchFamily="18" charset="0"/>
              </a:rPr>
              <a:t>[</a:t>
            </a:r>
            <a:r>
              <a:rPr lang="en-US" altLang="zh-TW" i="1" dirty="0" err="1">
                <a:effectLst/>
                <a:latin typeface="Times New Roman" panose="02020603050405020304" pitchFamily="18" charset="0"/>
                <a:cs typeface="Times New Roman" panose="02020603050405020304" pitchFamily="18" charset="0"/>
              </a:rPr>
              <a:t>i</a:t>
            </a:r>
            <a:r>
              <a:rPr lang="en-US" altLang="zh-TW" dirty="0" err="1">
                <a:effectLst/>
                <a:latin typeface="Times New Roman" panose="02020603050405020304" pitchFamily="18" charset="0"/>
                <a:cs typeface="Times New Roman" panose="02020603050405020304" pitchFamily="18" charset="0"/>
              </a:rPr>
              <a:t>,</a:t>
            </a:r>
            <a:r>
              <a:rPr lang="en-US" altLang="zh-TW" i="1" dirty="0" err="1">
                <a:effectLst/>
                <a:latin typeface="Times New Roman" panose="02020603050405020304" pitchFamily="18" charset="0"/>
                <a:cs typeface="Times New Roman" panose="02020603050405020304" pitchFamily="18" charset="0"/>
              </a:rPr>
              <a:t>j</a:t>
            </a:r>
            <a:r>
              <a:rPr lang="en-US" altLang="zh-TW" dirty="0" err="1">
                <a:effectLst/>
                <a:latin typeface="Times New Roman" panose="02020603050405020304" pitchFamily="18" charset="0"/>
                <a:cs typeface="Times New Roman" panose="02020603050405020304" pitchFamily="18" charset="0"/>
              </a:rPr>
              <a:t>,</a:t>
            </a:r>
            <a:r>
              <a:rPr lang="en-US" altLang="zh-TW" i="1" dirty="0" err="1">
                <a:effectLst/>
                <a:latin typeface="Times New Roman" panose="02020603050405020304" pitchFamily="18" charset="0"/>
                <a:cs typeface="Times New Roman" panose="02020603050405020304" pitchFamily="18" charset="0"/>
              </a:rPr>
              <a:t>k</a:t>
            </a:r>
            <a:r>
              <a:rPr lang="en-US" altLang="zh-TW" dirty="0">
                <a:effectLst/>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 is </a:t>
            </a:r>
            <a:r>
              <a:rPr lang="en-US" altLang="zh-TW" dirty="0">
                <a:effectLst/>
                <a:latin typeface="Times New Roman" panose="02020603050405020304" pitchFamily="18" charset="0"/>
                <a:cs typeface="Times New Roman" panose="02020603050405020304" pitchFamily="18" charset="0"/>
              </a:rPr>
              <a:t>the length of an </a:t>
            </a:r>
            <a:r>
              <a:rPr lang="en-US" altLang="zh-TW" dirty="0" err="1">
                <a:effectLst/>
                <a:latin typeface="Times New Roman" panose="02020603050405020304" pitchFamily="18" charset="0"/>
                <a:cs typeface="Times New Roman" panose="02020603050405020304" pitchFamily="18" charset="0"/>
              </a:rPr>
              <a:t>LCaIS</a:t>
            </a:r>
            <a:r>
              <a:rPr lang="en-US" altLang="zh-TW" dirty="0">
                <a:effectLst/>
                <a:latin typeface="Times New Roman" panose="02020603050405020304" pitchFamily="18" charset="0"/>
                <a:cs typeface="Times New Roman" panose="02020603050405020304" pitchFamily="18" charset="0"/>
              </a:rPr>
              <a:t> of the sequences </a:t>
            </a:r>
            <a:r>
              <a:rPr lang="en-US" altLang="zh-TW" i="1" dirty="0">
                <a:effectLst/>
                <a:latin typeface="Times New Roman" panose="02020603050405020304" pitchFamily="18" charset="0"/>
                <a:cs typeface="Times New Roman" panose="02020603050405020304" pitchFamily="18" charset="0"/>
              </a:rPr>
              <a:t>X</a:t>
            </a:r>
            <a:r>
              <a:rPr lang="en-US" altLang="zh-TW" i="1" baseline="-25000" dirty="0">
                <a:effectLst/>
                <a:latin typeface="Times New Roman" panose="02020603050405020304" pitchFamily="18" charset="0"/>
                <a:cs typeface="Times New Roman" panose="02020603050405020304" pitchFamily="18" charset="0"/>
              </a:rPr>
              <a:t>i</a:t>
            </a:r>
            <a:r>
              <a:rPr lang="en-US" altLang="zh-TW" dirty="0">
                <a:effectLst/>
                <a:latin typeface="Times New Roman" panose="02020603050405020304" pitchFamily="18" charset="0"/>
                <a:cs typeface="Times New Roman" panose="02020603050405020304" pitchFamily="18" charset="0"/>
              </a:rPr>
              <a:t> and </a:t>
            </a:r>
            <a:r>
              <a:rPr lang="en-US" altLang="zh-TW" i="1" dirty="0" err="1">
                <a:effectLst/>
                <a:latin typeface="Times New Roman" panose="02020603050405020304" pitchFamily="18" charset="0"/>
                <a:cs typeface="Times New Roman" panose="02020603050405020304" pitchFamily="18" charset="0"/>
              </a:rPr>
              <a:t>Y</a:t>
            </a:r>
            <a:r>
              <a:rPr lang="en-US" altLang="zh-TW" i="1" baseline="-25000" dirty="0" err="1">
                <a:effectLst/>
                <a:latin typeface="Times New Roman" panose="02020603050405020304" pitchFamily="18" charset="0"/>
                <a:cs typeface="Times New Roman" panose="02020603050405020304" pitchFamily="18" charset="0"/>
              </a:rPr>
              <a:t>j</a:t>
            </a:r>
            <a:r>
              <a:rPr lang="en-US" altLang="zh-TW" dirty="0">
                <a:effectLst/>
                <a:latin typeface="Times New Roman" panose="02020603050405020304" pitchFamily="18" charset="0"/>
                <a:cs typeface="Times New Roman" panose="02020603050405020304" pitchFamily="18" charset="0"/>
              </a:rPr>
              <a:t>  that </a:t>
            </a:r>
            <a:r>
              <a:rPr lang="en-US" altLang="zh-TW" b="1" dirty="0">
                <a:solidFill>
                  <a:srgbClr val="FF0000"/>
                </a:solidFill>
                <a:effectLst/>
                <a:latin typeface="Times New Roman" panose="02020603050405020304" pitchFamily="18" charset="0"/>
                <a:cs typeface="Times New Roman" panose="02020603050405020304" pitchFamily="18" charset="0"/>
              </a:rPr>
              <a:t>ends on </a:t>
            </a:r>
            <a:r>
              <a:rPr lang="en-US" altLang="zh-TW" b="1" i="1" dirty="0" err="1">
                <a:solidFill>
                  <a:srgbClr val="FF0000"/>
                </a:solidFill>
                <a:effectLst/>
                <a:latin typeface="Times New Roman" panose="02020603050405020304" pitchFamily="18" charset="0"/>
                <a:cs typeface="Times New Roman" panose="02020603050405020304" pitchFamily="18" charset="0"/>
              </a:rPr>
              <a:t>y</a:t>
            </a:r>
            <a:r>
              <a:rPr lang="en-US" altLang="zh-TW" b="1" i="1" baseline="-25000" dirty="0" err="1">
                <a:solidFill>
                  <a:srgbClr val="FF0000"/>
                </a:solidFill>
                <a:effectLst/>
                <a:latin typeface="Times New Roman" panose="02020603050405020304" pitchFamily="18" charset="0"/>
                <a:cs typeface="Times New Roman" panose="02020603050405020304" pitchFamily="18" charset="0"/>
              </a:rPr>
              <a:t>j</a:t>
            </a:r>
            <a:r>
              <a:rPr lang="en-US" altLang="zh-TW" b="1" dirty="0">
                <a:solidFill>
                  <a:srgbClr val="FF0000"/>
                </a:solidFill>
                <a:effectLst/>
                <a:latin typeface="Times New Roman" panose="02020603050405020304" pitchFamily="18" charset="0"/>
                <a:cs typeface="Times New Roman" panose="02020603050405020304" pitchFamily="18" charset="0"/>
              </a:rPr>
              <a:t>  </a:t>
            </a:r>
            <a:r>
              <a:rPr lang="en-US" altLang="zh-TW" dirty="0">
                <a:effectLst/>
                <a:latin typeface="Times New Roman" panose="02020603050405020304" pitchFamily="18" charset="0"/>
                <a:cs typeface="Times New Roman" panose="02020603050405020304" pitchFamily="18" charset="0"/>
              </a:rPr>
              <a:t>and has maximum element less than or equal to </a:t>
            </a:r>
            <a:r>
              <a:rPr lang="en-US" altLang="zh-TW" i="1" dirty="0" err="1">
                <a:latin typeface="Times New Roman" panose="02020603050405020304" pitchFamily="18" charset="0"/>
                <a:cs typeface="Times New Roman" panose="02020603050405020304" pitchFamily="18" charset="0"/>
              </a:rPr>
              <a:t>Z</a:t>
            </a:r>
            <a:r>
              <a:rPr lang="en-US" altLang="zh-TW" i="1" baseline="-25000" dirty="0" err="1">
                <a:effectLst/>
                <a:latin typeface="Times New Roman" panose="02020603050405020304" pitchFamily="18" charset="0"/>
                <a:cs typeface="Times New Roman" panose="02020603050405020304" pitchFamily="18" charset="0"/>
              </a:rPr>
              <a:t>k</a:t>
            </a:r>
            <a:r>
              <a:rPr lang="en-US" altLang="zh-TW" dirty="0">
                <a:latin typeface="Times New Roman" panose="02020603050405020304" pitchFamily="18" charset="0"/>
                <a:cs typeface="Times New Roman" panose="02020603050405020304" pitchFamily="18" charset="0"/>
              </a:rPr>
              <a:t>.</a:t>
            </a:r>
            <a:r>
              <a:rPr lang="en-US" altLang="zh-TW" dirty="0">
                <a:effectLst/>
                <a:latin typeface="Times New Roman" panose="02020603050405020304" pitchFamily="18" charset="0"/>
                <a:cs typeface="Times New Roman" panose="02020603050405020304" pitchFamily="18" charset="0"/>
              </a:rPr>
              <a:t> </a:t>
            </a:r>
            <a:endParaRPr lang="en-US" altLang="zh-TW" dirty="0">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8BDBB2C1-D2A2-75D1-ADFF-72CFC492AC33}"/>
              </a:ext>
            </a:extLst>
          </p:cNvPr>
          <p:cNvSpPr txBox="1"/>
          <p:nvPr/>
        </p:nvSpPr>
        <p:spPr>
          <a:xfrm>
            <a:off x="11196856" y="5547582"/>
            <a:ext cx="748923" cy="369332"/>
          </a:xfrm>
          <a:prstGeom prst="rect">
            <a:avLst/>
          </a:prstGeom>
          <a:noFill/>
        </p:spPr>
        <p:txBody>
          <a:bodyPr wrap="none" rtlCol="0">
            <a:spAutoFit/>
          </a:bodyPr>
          <a:lstStyle/>
          <a:p>
            <a:r>
              <a:rPr kumimoji="1" lang="en-US" altLang="zh-TW" dirty="0">
                <a:solidFill>
                  <a:schemeClr val="accent6"/>
                </a:solidFill>
                <a:latin typeface="Times New Roman" panose="02020603050405020304" pitchFamily="18" charset="0"/>
                <a:cs typeface="Times New Roman" panose="02020603050405020304" pitchFamily="18" charset="0"/>
              </a:rPr>
              <a:t>Green</a:t>
            </a:r>
            <a:endParaRPr kumimoji="1" lang="zh-TW" altLang="en-US" dirty="0">
              <a:solidFill>
                <a:schemeClr val="accent6"/>
              </a:solidFill>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E2B8F21F-D87D-4C85-96A0-16BFB68E230B}"/>
              </a:ext>
            </a:extLst>
          </p:cNvPr>
          <p:cNvSpPr txBox="1"/>
          <p:nvPr/>
        </p:nvSpPr>
        <p:spPr>
          <a:xfrm>
            <a:off x="11571317" y="5073837"/>
            <a:ext cx="620683" cy="369332"/>
          </a:xfrm>
          <a:prstGeom prst="rect">
            <a:avLst/>
          </a:prstGeom>
          <a:noFill/>
        </p:spPr>
        <p:txBody>
          <a:bodyPr wrap="none" rtlCol="0">
            <a:spAutoFit/>
          </a:bodyPr>
          <a:lstStyle/>
          <a:p>
            <a:r>
              <a:rPr kumimoji="1" lang="en-US" altLang="zh-TW" dirty="0">
                <a:solidFill>
                  <a:schemeClr val="accent1"/>
                </a:solidFill>
                <a:latin typeface="Times New Roman" panose="02020603050405020304" pitchFamily="18" charset="0"/>
                <a:cs typeface="Times New Roman" panose="02020603050405020304" pitchFamily="18" charset="0"/>
              </a:rPr>
              <a:t>Blue</a:t>
            </a:r>
            <a:endParaRPr kumimoji="1" lang="zh-TW" altLang="en-US" dirty="0">
              <a:solidFill>
                <a:schemeClr val="accent1"/>
              </a:solidFill>
              <a:latin typeface="Times New Roman" panose="02020603050405020304" pitchFamily="18" charset="0"/>
              <a:cs typeface="Times New Roman" panose="02020603050405020304" pitchFamily="18" charset="0"/>
            </a:endParaRPr>
          </a:p>
        </p:txBody>
      </p:sp>
      <p:sp>
        <p:nvSpPr>
          <p:cNvPr id="16" name="文字方塊 15">
            <a:extLst>
              <a:ext uri="{FF2B5EF4-FFF2-40B4-BE49-F238E27FC236}">
                <a16:creationId xmlns:a16="http://schemas.microsoft.com/office/drawing/2014/main" id="{A344E27E-1450-DDCA-335A-5BC89021EF03}"/>
              </a:ext>
            </a:extLst>
          </p:cNvPr>
          <p:cNvSpPr txBox="1"/>
          <p:nvPr/>
        </p:nvSpPr>
        <p:spPr>
          <a:xfrm>
            <a:off x="11014755" y="4805376"/>
            <a:ext cx="556563" cy="369332"/>
          </a:xfrm>
          <a:prstGeom prst="rect">
            <a:avLst/>
          </a:prstGeom>
          <a:noFill/>
        </p:spPr>
        <p:txBody>
          <a:bodyPr wrap="none" rtlCol="0">
            <a:spAutoFit/>
          </a:bodyPr>
          <a:lstStyle/>
          <a:p>
            <a:r>
              <a:rPr kumimoji="1" lang="en-US" altLang="zh-TW" dirty="0">
                <a:solidFill>
                  <a:srgbClr val="FF0000"/>
                </a:solidFill>
                <a:latin typeface="Times New Roman" panose="02020603050405020304" pitchFamily="18" charset="0"/>
                <a:cs typeface="Times New Roman" panose="02020603050405020304" pitchFamily="18" charset="0"/>
              </a:rPr>
              <a:t>Red</a:t>
            </a:r>
            <a:endParaRPr kumimoji="1" lang="zh-TW" altLang="en-US" dirty="0">
              <a:solidFill>
                <a:srgbClr val="FF0000"/>
              </a:solidFill>
              <a:latin typeface="Times New Roman" panose="02020603050405020304" pitchFamily="18" charset="0"/>
              <a:cs typeface="Times New Roman" panose="02020603050405020304" pitchFamily="18" charset="0"/>
            </a:endParaRPr>
          </a:p>
        </p:txBody>
      </p:sp>
      <p:sp>
        <p:nvSpPr>
          <p:cNvPr id="12" name="矩形 11">
            <a:extLst>
              <a:ext uri="{FF2B5EF4-FFF2-40B4-BE49-F238E27FC236}">
                <a16:creationId xmlns:a16="http://schemas.microsoft.com/office/drawing/2014/main" id="{E94487F2-1B1A-C9FB-BF51-2AFE8D475A39}"/>
              </a:ext>
            </a:extLst>
          </p:cNvPr>
          <p:cNvSpPr/>
          <p:nvPr/>
        </p:nvSpPr>
        <p:spPr>
          <a:xfrm>
            <a:off x="7985055" y="2140578"/>
            <a:ext cx="293868" cy="196441"/>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 name="矩形 19">
            <a:extLst>
              <a:ext uri="{FF2B5EF4-FFF2-40B4-BE49-F238E27FC236}">
                <a16:creationId xmlns:a16="http://schemas.microsoft.com/office/drawing/2014/main" id="{444D6F6D-6EC0-3EFD-6E10-9DF893454D47}"/>
              </a:ext>
            </a:extLst>
          </p:cNvPr>
          <p:cNvSpPr/>
          <p:nvPr/>
        </p:nvSpPr>
        <p:spPr>
          <a:xfrm>
            <a:off x="2779299" y="2042357"/>
            <a:ext cx="244550" cy="405911"/>
          </a:xfrm>
          <a:prstGeom prst="rect">
            <a:avLst/>
          </a:prstGeom>
          <a:noFill/>
          <a:ln w="38100">
            <a:solidFill>
              <a:schemeClr val="accent6"/>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 name="矩形 20">
            <a:extLst>
              <a:ext uri="{FF2B5EF4-FFF2-40B4-BE49-F238E27FC236}">
                <a16:creationId xmlns:a16="http://schemas.microsoft.com/office/drawing/2014/main" id="{1102F872-8DEF-C21A-20D9-7B20F0D8E444}"/>
              </a:ext>
            </a:extLst>
          </p:cNvPr>
          <p:cNvSpPr/>
          <p:nvPr/>
        </p:nvSpPr>
        <p:spPr>
          <a:xfrm>
            <a:off x="3317358" y="2042357"/>
            <a:ext cx="244549" cy="1051717"/>
          </a:xfrm>
          <a:prstGeom prst="rect">
            <a:avLst/>
          </a:prstGeom>
          <a:noFill/>
          <a:ln w="38100">
            <a:solidFill>
              <a:schemeClr val="accent6"/>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 name="矩形 23">
            <a:extLst>
              <a:ext uri="{FF2B5EF4-FFF2-40B4-BE49-F238E27FC236}">
                <a16:creationId xmlns:a16="http://schemas.microsoft.com/office/drawing/2014/main" id="{DFA63A5B-A295-7A85-BD0C-BE68732AC2D7}"/>
              </a:ext>
            </a:extLst>
          </p:cNvPr>
          <p:cNvSpPr/>
          <p:nvPr/>
        </p:nvSpPr>
        <p:spPr>
          <a:xfrm>
            <a:off x="8545767" y="2814346"/>
            <a:ext cx="293868" cy="196441"/>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 name="矩形 24">
            <a:extLst>
              <a:ext uri="{FF2B5EF4-FFF2-40B4-BE49-F238E27FC236}">
                <a16:creationId xmlns:a16="http://schemas.microsoft.com/office/drawing/2014/main" id="{4BC7BE36-EA94-0A7A-790B-50F31C975189}"/>
              </a:ext>
            </a:extLst>
          </p:cNvPr>
          <p:cNvSpPr/>
          <p:nvPr/>
        </p:nvSpPr>
        <p:spPr>
          <a:xfrm>
            <a:off x="8839635" y="3466741"/>
            <a:ext cx="293868" cy="196441"/>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6" name="矩形 25">
            <a:extLst>
              <a:ext uri="{FF2B5EF4-FFF2-40B4-BE49-F238E27FC236}">
                <a16:creationId xmlns:a16="http://schemas.microsoft.com/office/drawing/2014/main" id="{D1A98620-A3E1-CCB5-FB0D-6981E30F3CB2}"/>
              </a:ext>
            </a:extLst>
          </p:cNvPr>
          <p:cNvSpPr/>
          <p:nvPr/>
        </p:nvSpPr>
        <p:spPr>
          <a:xfrm>
            <a:off x="3066378" y="3497687"/>
            <a:ext cx="244550" cy="201223"/>
          </a:xfrm>
          <a:prstGeom prst="rect">
            <a:avLst/>
          </a:prstGeom>
          <a:noFill/>
          <a:ln w="38100">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31" name="直線箭頭接點 30">
            <a:extLst>
              <a:ext uri="{FF2B5EF4-FFF2-40B4-BE49-F238E27FC236}">
                <a16:creationId xmlns:a16="http://schemas.microsoft.com/office/drawing/2014/main" id="{01EEB73A-BB79-B2B1-95F8-EDA6F51BE069}"/>
              </a:ext>
            </a:extLst>
          </p:cNvPr>
          <p:cNvCxnSpPr/>
          <p:nvPr/>
        </p:nvCxnSpPr>
        <p:spPr>
          <a:xfrm>
            <a:off x="5200130" y="2641600"/>
            <a:ext cx="1028700" cy="0"/>
          </a:xfrm>
          <a:prstGeom prst="straightConnector1">
            <a:avLst/>
          </a:prstGeom>
          <a:ln w="76200">
            <a:solidFill>
              <a:srgbClr val="4472C4">
                <a:alpha val="50196"/>
              </a:srgb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箭頭接點 41">
            <a:extLst>
              <a:ext uri="{FF2B5EF4-FFF2-40B4-BE49-F238E27FC236}">
                <a16:creationId xmlns:a16="http://schemas.microsoft.com/office/drawing/2014/main" id="{646C6667-904A-7026-EC82-AF1CB25D4616}"/>
              </a:ext>
            </a:extLst>
          </p:cNvPr>
          <p:cNvCxnSpPr/>
          <p:nvPr/>
        </p:nvCxnSpPr>
        <p:spPr>
          <a:xfrm>
            <a:off x="6369708" y="2249870"/>
            <a:ext cx="342900" cy="0"/>
          </a:xfrm>
          <a:prstGeom prst="straightConnector1">
            <a:avLst/>
          </a:prstGeom>
          <a:ln w="952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3" name="直線箭頭接點 42">
            <a:extLst>
              <a:ext uri="{FF2B5EF4-FFF2-40B4-BE49-F238E27FC236}">
                <a16:creationId xmlns:a16="http://schemas.microsoft.com/office/drawing/2014/main" id="{A39CF18F-FBD4-B449-1326-426B49E849F7}"/>
              </a:ext>
            </a:extLst>
          </p:cNvPr>
          <p:cNvCxnSpPr/>
          <p:nvPr/>
        </p:nvCxnSpPr>
        <p:spPr>
          <a:xfrm>
            <a:off x="6369708" y="2897623"/>
            <a:ext cx="342900" cy="0"/>
          </a:xfrm>
          <a:prstGeom prst="straightConnector1">
            <a:avLst/>
          </a:prstGeom>
          <a:ln w="952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74983161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Algo.2</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7</a:t>
            </a:fld>
            <a:endParaRPr kumimoji="1" lang="zh-TW" altLang="en-US"/>
          </a:p>
        </p:txBody>
      </p:sp>
      <p:pic>
        <p:nvPicPr>
          <p:cNvPr id="7" name="圖片 6">
            <a:extLst>
              <a:ext uri="{FF2B5EF4-FFF2-40B4-BE49-F238E27FC236}">
                <a16:creationId xmlns:a16="http://schemas.microsoft.com/office/drawing/2014/main" id="{FB05372C-4ACC-3759-C7D9-6B16071B4279}"/>
              </a:ext>
            </a:extLst>
          </p:cNvPr>
          <p:cNvPicPr>
            <a:picLocks noChangeAspect="1"/>
          </p:cNvPicPr>
          <p:nvPr/>
        </p:nvPicPr>
        <p:blipFill>
          <a:blip r:embed="rId2"/>
          <a:stretch>
            <a:fillRect/>
          </a:stretch>
        </p:blipFill>
        <p:spPr>
          <a:xfrm>
            <a:off x="238565" y="1403911"/>
            <a:ext cx="4961565" cy="5235605"/>
          </a:xfrm>
          <a:prstGeom prst="rect">
            <a:avLst/>
          </a:prstGeom>
        </p:spPr>
      </p:pic>
      <p:pic>
        <p:nvPicPr>
          <p:cNvPr id="8" name="圖片 7">
            <a:extLst>
              <a:ext uri="{FF2B5EF4-FFF2-40B4-BE49-F238E27FC236}">
                <a16:creationId xmlns:a16="http://schemas.microsoft.com/office/drawing/2014/main" id="{E16D99FF-4C36-59FA-2998-5B0DB6A4992F}"/>
              </a:ext>
            </a:extLst>
          </p:cNvPr>
          <p:cNvPicPr>
            <a:picLocks noChangeAspect="1"/>
          </p:cNvPicPr>
          <p:nvPr/>
        </p:nvPicPr>
        <p:blipFill>
          <a:blip r:embed="rId3"/>
          <a:stretch>
            <a:fillRect/>
          </a:stretch>
        </p:blipFill>
        <p:spPr>
          <a:xfrm>
            <a:off x="5386420" y="1226949"/>
            <a:ext cx="5107762" cy="2827511"/>
          </a:xfrm>
          <a:prstGeom prst="rect">
            <a:avLst/>
          </a:prstGeom>
        </p:spPr>
      </p:pic>
      <p:sp>
        <p:nvSpPr>
          <p:cNvPr id="11" name="文字方塊 10">
            <a:extLst>
              <a:ext uri="{FF2B5EF4-FFF2-40B4-BE49-F238E27FC236}">
                <a16:creationId xmlns:a16="http://schemas.microsoft.com/office/drawing/2014/main" id="{3BEB5B43-9A8D-0AEA-CE07-45CFBBA30293}"/>
              </a:ext>
            </a:extLst>
          </p:cNvPr>
          <p:cNvSpPr txBox="1"/>
          <p:nvPr/>
        </p:nvSpPr>
        <p:spPr>
          <a:xfrm>
            <a:off x="0" y="0"/>
            <a:ext cx="1503810" cy="646331"/>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Time: </a:t>
            </a:r>
            <a:r>
              <a:rPr lang="en-US" altLang="zh-TW" sz="1800" i="1" dirty="0">
                <a:latin typeface="Times New Roman" panose="02020603050405020304" pitchFamily="18" charset="0"/>
                <a:cs typeface="Times New Roman" panose="02020603050405020304" pitchFamily="18" charset="0"/>
              </a:rPr>
              <a:t>O</a:t>
            </a:r>
            <a:r>
              <a:rPr lang="en-US" altLang="zh-TW" sz="1800" dirty="0">
                <a:latin typeface="Times New Roman" panose="02020603050405020304" pitchFamily="18" charset="0"/>
                <a:cs typeface="Times New Roman" panose="02020603050405020304" pitchFamily="18" charset="0"/>
              </a:rPr>
              <a:t>(</a:t>
            </a:r>
            <a:r>
              <a:rPr lang="en-US" altLang="zh-TW" sz="1800" i="1" dirty="0" err="1">
                <a:latin typeface="Times New Roman" panose="02020603050405020304" pitchFamily="18" charset="0"/>
                <a:cs typeface="Times New Roman" panose="02020603050405020304" pitchFamily="18" charset="0"/>
              </a:rPr>
              <a:t>mnp</a:t>
            </a:r>
            <a:r>
              <a:rPr lang="en-US" altLang="zh-TW" sz="180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Space: </a:t>
            </a:r>
            <a:r>
              <a:rPr lang="en-US" altLang="zh-TW" sz="1800" i="1" dirty="0">
                <a:latin typeface="Times New Roman" panose="02020603050405020304" pitchFamily="18" charset="0"/>
                <a:cs typeface="Times New Roman" panose="02020603050405020304" pitchFamily="18" charset="0"/>
              </a:rPr>
              <a:t>O</a:t>
            </a:r>
            <a:r>
              <a:rPr lang="en-US" altLang="zh-TW" sz="1800" dirty="0">
                <a:latin typeface="Times New Roman" panose="02020603050405020304" pitchFamily="18" charset="0"/>
                <a:cs typeface="Times New Roman" panose="02020603050405020304" pitchFamily="18" charset="0"/>
              </a:rPr>
              <a:t>(</a:t>
            </a:r>
            <a:r>
              <a:rPr lang="en-US" altLang="zh-TW" sz="1800" i="1" dirty="0">
                <a:latin typeface="Times New Roman" panose="02020603050405020304" pitchFamily="18" charset="0"/>
                <a:cs typeface="Times New Roman" panose="02020603050405020304" pitchFamily="18" charset="0"/>
              </a:rPr>
              <a:t>np</a:t>
            </a:r>
            <a:r>
              <a:rPr lang="en-US" altLang="zh-TW" sz="180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p:txBody>
      </p:sp>
      <p:pic>
        <p:nvPicPr>
          <p:cNvPr id="9" name="圖片 8">
            <a:extLst>
              <a:ext uri="{FF2B5EF4-FFF2-40B4-BE49-F238E27FC236}">
                <a16:creationId xmlns:a16="http://schemas.microsoft.com/office/drawing/2014/main" id="{E6840A26-F31B-BE44-146A-6B12D9C6D1F7}"/>
              </a:ext>
            </a:extLst>
          </p:cNvPr>
          <p:cNvPicPr>
            <a:picLocks noChangeAspect="1"/>
          </p:cNvPicPr>
          <p:nvPr/>
        </p:nvPicPr>
        <p:blipFill>
          <a:blip r:embed="rId4">
            <a:alphaModFix amt="35000"/>
          </a:blip>
          <a:stretch>
            <a:fillRect/>
          </a:stretch>
        </p:blipFill>
        <p:spPr>
          <a:xfrm>
            <a:off x="5386420" y="4781546"/>
            <a:ext cx="6653507" cy="1197955"/>
          </a:xfrm>
          <a:prstGeom prst="rect">
            <a:avLst/>
          </a:prstGeom>
        </p:spPr>
      </p:pic>
      <p:pic>
        <p:nvPicPr>
          <p:cNvPr id="10" name="圖片 9">
            <a:extLst>
              <a:ext uri="{FF2B5EF4-FFF2-40B4-BE49-F238E27FC236}">
                <a16:creationId xmlns:a16="http://schemas.microsoft.com/office/drawing/2014/main" id="{831E930A-CD7A-CF74-BF3D-6996EB5476BF}"/>
              </a:ext>
            </a:extLst>
          </p:cNvPr>
          <p:cNvPicPr>
            <a:picLocks noChangeAspect="1"/>
          </p:cNvPicPr>
          <p:nvPr/>
        </p:nvPicPr>
        <p:blipFill>
          <a:blip r:embed="rId5"/>
          <a:stretch>
            <a:fillRect/>
          </a:stretch>
        </p:blipFill>
        <p:spPr>
          <a:xfrm>
            <a:off x="5234347" y="5972371"/>
            <a:ext cx="4803554" cy="800592"/>
          </a:xfrm>
          <a:prstGeom prst="rect">
            <a:avLst/>
          </a:prstGeom>
        </p:spPr>
      </p:pic>
      <p:sp>
        <p:nvSpPr>
          <p:cNvPr id="13" name="文字方塊 12">
            <a:extLst>
              <a:ext uri="{FF2B5EF4-FFF2-40B4-BE49-F238E27FC236}">
                <a16:creationId xmlns:a16="http://schemas.microsoft.com/office/drawing/2014/main" id="{7B03DF93-7276-E631-B33A-A8B2FC5DFB6D}"/>
              </a:ext>
            </a:extLst>
          </p:cNvPr>
          <p:cNvSpPr txBox="1"/>
          <p:nvPr/>
        </p:nvSpPr>
        <p:spPr>
          <a:xfrm>
            <a:off x="5386420" y="4135215"/>
            <a:ext cx="6124352" cy="646331"/>
          </a:xfrm>
          <a:prstGeom prst="rect">
            <a:avLst/>
          </a:prstGeom>
          <a:noFill/>
        </p:spPr>
        <p:txBody>
          <a:bodyPr wrap="square">
            <a:spAutoFit/>
          </a:bodyPr>
          <a:lstStyle/>
          <a:p>
            <a:r>
              <a:rPr lang="en-US" altLang="zh-TW" i="1" dirty="0">
                <a:solidFill>
                  <a:schemeClr val="bg1">
                    <a:lumMod val="50000"/>
                  </a:schemeClr>
                </a:solidFill>
                <a:effectLst/>
                <a:latin typeface="Times New Roman" panose="02020603050405020304" pitchFamily="18" charset="0"/>
                <a:cs typeface="Times New Roman" panose="02020603050405020304" pitchFamily="18" charset="0"/>
              </a:rPr>
              <a:t>f</a:t>
            </a:r>
            <a:r>
              <a:rPr lang="en-US" altLang="zh-TW" i="1" baseline="-25000" dirty="0">
                <a:solidFill>
                  <a:schemeClr val="bg1">
                    <a:lumMod val="50000"/>
                  </a:schemeClr>
                </a:solidFill>
                <a:effectLst/>
                <a:latin typeface="Times New Roman" panose="02020603050405020304" pitchFamily="18" charset="0"/>
                <a:cs typeface="Times New Roman" panose="02020603050405020304" pitchFamily="18" charset="0"/>
              </a:rPr>
              <a:t>c</a:t>
            </a:r>
            <a:r>
              <a:rPr lang="en-US" altLang="zh-TW" dirty="0">
                <a:solidFill>
                  <a:schemeClr val="bg1">
                    <a:lumMod val="50000"/>
                  </a:schemeClr>
                </a:solidFill>
                <a:effectLst/>
                <a:latin typeface="Times New Roman" panose="02020603050405020304" pitchFamily="18" charset="0"/>
                <a:cs typeface="Times New Roman" panose="02020603050405020304" pitchFamily="18" charset="0"/>
              </a:rPr>
              <a:t>[</a:t>
            </a:r>
            <a:r>
              <a:rPr lang="en-US" altLang="zh-TW" i="1" dirty="0" err="1">
                <a:solidFill>
                  <a:schemeClr val="bg1">
                    <a:lumMod val="50000"/>
                  </a:schemeClr>
                </a:solidFill>
                <a:effectLst/>
                <a:latin typeface="Times New Roman" panose="02020603050405020304" pitchFamily="18" charset="0"/>
                <a:cs typeface="Times New Roman" panose="02020603050405020304" pitchFamily="18" charset="0"/>
              </a:rPr>
              <a:t>i</a:t>
            </a:r>
            <a:r>
              <a:rPr lang="en-US" altLang="zh-TW" dirty="0" err="1">
                <a:solidFill>
                  <a:schemeClr val="bg1">
                    <a:lumMod val="50000"/>
                  </a:schemeClr>
                </a:solidFill>
                <a:effectLst/>
                <a:latin typeface="Times New Roman" panose="02020603050405020304" pitchFamily="18" charset="0"/>
                <a:cs typeface="Times New Roman" panose="02020603050405020304" pitchFamily="18" charset="0"/>
              </a:rPr>
              <a:t>,</a:t>
            </a:r>
            <a:r>
              <a:rPr lang="en-US" altLang="zh-TW" i="1" dirty="0" err="1">
                <a:solidFill>
                  <a:schemeClr val="bg1">
                    <a:lumMod val="50000"/>
                  </a:schemeClr>
                </a:solidFill>
                <a:effectLst/>
                <a:latin typeface="Times New Roman" panose="02020603050405020304" pitchFamily="18" charset="0"/>
                <a:cs typeface="Times New Roman" panose="02020603050405020304" pitchFamily="18" charset="0"/>
              </a:rPr>
              <a:t>j</a:t>
            </a:r>
            <a:r>
              <a:rPr lang="en-US" altLang="zh-TW" dirty="0" err="1">
                <a:solidFill>
                  <a:schemeClr val="bg1">
                    <a:lumMod val="50000"/>
                  </a:schemeClr>
                </a:solidFill>
                <a:effectLst/>
                <a:latin typeface="Times New Roman" panose="02020603050405020304" pitchFamily="18" charset="0"/>
                <a:cs typeface="Times New Roman" panose="02020603050405020304" pitchFamily="18" charset="0"/>
              </a:rPr>
              <a:t>,</a:t>
            </a:r>
            <a:r>
              <a:rPr lang="en-US" altLang="zh-TW" i="1" dirty="0" err="1">
                <a:solidFill>
                  <a:schemeClr val="bg1">
                    <a:lumMod val="50000"/>
                  </a:schemeClr>
                </a:solidFill>
                <a:effectLst/>
                <a:latin typeface="Times New Roman" panose="02020603050405020304" pitchFamily="18" charset="0"/>
                <a:cs typeface="Times New Roman" panose="02020603050405020304" pitchFamily="18" charset="0"/>
              </a:rPr>
              <a:t>k</a:t>
            </a:r>
            <a:r>
              <a:rPr lang="en-US" altLang="zh-TW" dirty="0">
                <a:solidFill>
                  <a:schemeClr val="bg1">
                    <a:lumMod val="50000"/>
                  </a:schemeClr>
                </a:solidFill>
                <a:effectLst/>
                <a:latin typeface="Times New Roman" panose="02020603050405020304" pitchFamily="18" charset="0"/>
                <a:cs typeface="Times New Roman" panose="02020603050405020304" pitchFamily="18" charset="0"/>
              </a:rPr>
              <a:t>]</a:t>
            </a:r>
            <a:r>
              <a:rPr lang="en-US" altLang="zh-TW" dirty="0">
                <a:solidFill>
                  <a:schemeClr val="bg1">
                    <a:lumMod val="50000"/>
                  </a:schemeClr>
                </a:solidFill>
                <a:latin typeface="Times New Roman" panose="02020603050405020304" pitchFamily="18" charset="0"/>
                <a:cs typeface="Times New Roman" panose="02020603050405020304" pitchFamily="18" charset="0"/>
              </a:rPr>
              <a:t> is </a:t>
            </a:r>
            <a:r>
              <a:rPr lang="en-US" altLang="zh-TW" dirty="0">
                <a:solidFill>
                  <a:schemeClr val="bg1">
                    <a:lumMod val="50000"/>
                  </a:schemeClr>
                </a:solidFill>
                <a:effectLst/>
                <a:latin typeface="Times New Roman" panose="02020603050405020304" pitchFamily="18" charset="0"/>
                <a:cs typeface="Times New Roman" panose="02020603050405020304" pitchFamily="18" charset="0"/>
              </a:rPr>
              <a:t>the length of an </a:t>
            </a:r>
            <a:r>
              <a:rPr lang="en-US" altLang="zh-TW" dirty="0" err="1">
                <a:solidFill>
                  <a:schemeClr val="bg1">
                    <a:lumMod val="50000"/>
                  </a:schemeClr>
                </a:solidFill>
                <a:effectLst/>
                <a:latin typeface="Times New Roman" panose="02020603050405020304" pitchFamily="18" charset="0"/>
                <a:cs typeface="Times New Roman" panose="02020603050405020304" pitchFamily="18" charset="0"/>
              </a:rPr>
              <a:t>LCaIS</a:t>
            </a:r>
            <a:r>
              <a:rPr lang="en-US" altLang="zh-TW" dirty="0">
                <a:solidFill>
                  <a:schemeClr val="bg1">
                    <a:lumMod val="50000"/>
                  </a:schemeClr>
                </a:solidFill>
                <a:effectLst/>
                <a:latin typeface="Times New Roman" panose="02020603050405020304" pitchFamily="18" charset="0"/>
                <a:cs typeface="Times New Roman" panose="02020603050405020304" pitchFamily="18" charset="0"/>
              </a:rPr>
              <a:t> of the sequences </a:t>
            </a:r>
            <a:r>
              <a:rPr lang="en-US" altLang="zh-TW" i="1" dirty="0">
                <a:solidFill>
                  <a:schemeClr val="bg1">
                    <a:lumMod val="50000"/>
                  </a:schemeClr>
                </a:solidFill>
                <a:effectLst/>
                <a:latin typeface="Times New Roman" panose="02020603050405020304" pitchFamily="18" charset="0"/>
                <a:cs typeface="Times New Roman" panose="02020603050405020304" pitchFamily="18" charset="0"/>
              </a:rPr>
              <a:t>X</a:t>
            </a:r>
            <a:r>
              <a:rPr lang="en-US" altLang="zh-TW" i="1" baseline="-25000" dirty="0">
                <a:solidFill>
                  <a:schemeClr val="bg1">
                    <a:lumMod val="50000"/>
                  </a:schemeClr>
                </a:solidFill>
                <a:effectLst/>
                <a:latin typeface="Times New Roman" panose="02020603050405020304" pitchFamily="18" charset="0"/>
                <a:cs typeface="Times New Roman" panose="02020603050405020304" pitchFamily="18" charset="0"/>
              </a:rPr>
              <a:t>i</a:t>
            </a:r>
            <a:r>
              <a:rPr lang="en-US" altLang="zh-TW" dirty="0">
                <a:solidFill>
                  <a:schemeClr val="bg1">
                    <a:lumMod val="50000"/>
                  </a:schemeClr>
                </a:solidFill>
                <a:effectLst/>
                <a:latin typeface="Times New Roman" panose="02020603050405020304" pitchFamily="18" charset="0"/>
                <a:cs typeface="Times New Roman" panose="02020603050405020304" pitchFamily="18" charset="0"/>
              </a:rPr>
              <a:t> and </a:t>
            </a:r>
            <a:r>
              <a:rPr lang="en-US" altLang="zh-TW" i="1" dirty="0" err="1">
                <a:solidFill>
                  <a:schemeClr val="bg1">
                    <a:lumMod val="50000"/>
                  </a:schemeClr>
                </a:solidFill>
                <a:effectLst/>
                <a:latin typeface="Times New Roman" panose="02020603050405020304" pitchFamily="18" charset="0"/>
                <a:cs typeface="Times New Roman" panose="02020603050405020304" pitchFamily="18" charset="0"/>
              </a:rPr>
              <a:t>Y</a:t>
            </a:r>
            <a:r>
              <a:rPr lang="en-US" altLang="zh-TW" i="1" baseline="-25000" dirty="0" err="1">
                <a:solidFill>
                  <a:schemeClr val="bg1">
                    <a:lumMod val="50000"/>
                  </a:schemeClr>
                </a:solidFill>
                <a:effectLst/>
                <a:latin typeface="Times New Roman" panose="02020603050405020304" pitchFamily="18" charset="0"/>
                <a:cs typeface="Times New Roman" panose="02020603050405020304" pitchFamily="18" charset="0"/>
              </a:rPr>
              <a:t>j</a:t>
            </a:r>
            <a:r>
              <a:rPr lang="en-US" altLang="zh-TW" dirty="0">
                <a:solidFill>
                  <a:schemeClr val="bg1">
                    <a:lumMod val="50000"/>
                  </a:schemeClr>
                </a:solidFill>
                <a:effectLst/>
                <a:latin typeface="Times New Roman" panose="02020603050405020304" pitchFamily="18" charset="0"/>
                <a:cs typeface="Times New Roman" panose="02020603050405020304" pitchFamily="18" charset="0"/>
              </a:rPr>
              <a:t>  that </a:t>
            </a:r>
            <a:r>
              <a:rPr lang="en-US" altLang="zh-TW" b="1" dirty="0">
                <a:solidFill>
                  <a:schemeClr val="bg1">
                    <a:lumMod val="50000"/>
                  </a:schemeClr>
                </a:solidFill>
                <a:effectLst/>
                <a:latin typeface="Times New Roman" panose="02020603050405020304" pitchFamily="18" charset="0"/>
                <a:cs typeface="Times New Roman" panose="02020603050405020304" pitchFamily="18" charset="0"/>
              </a:rPr>
              <a:t>ends on </a:t>
            </a:r>
            <a:r>
              <a:rPr lang="en-US" altLang="zh-TW" b="1" i="1" dirty="0" err="1">
                <a:solidFill>
                  <a:schemeClr val="bg1">
                    <a:lumMod val="50000"/>
                  </a:schemeClr>
                </a:solidFill>
                <a:effectLst/>
                <a:latin typeface="Times New Roman" panose="02020603050405020304" pitchFamily="18" charset="0"/>
                <a:cs typeface="Times New Roman" panose="02020603050405020304" pitchFamily="18" charset="0"/>
              </a:rPr>
              <a:t>y</a:t>
            </a:r>
            <a:r>
              <a:rPr lang="en-US" altLang="zh-TW" b="1" i="1" baseline="-25000" dirty="0" err="1">
                <a:solidFill>
                  <a:schemeClr val="bg1">
                    <a:lumMod val="50000"/>
                  </a:schemeClr>
                </a:solidFill>
                <a:effectLst/>
                <a:latin typeface="Times New Roman" panose="02020603050405020304" pitchFamily="18" charset="0"/>
                <a:cs typeface="Times New Roman" panose="02020603050405020304" pitchFamily="18" charset="0"/>
              </a:rPr>
              <a:t>j</a:t>
            </a:r>
            <a:r>
              <a:rPr lang="en-US" altLang="zh-TW" b="1" dirty="0">
                <a:solidFill>
                  <a:schemeClr val="bg1">
                    <a:lumMod val="50000"/>
                  </a:schemeClr>
                </a:solidFill>
                <a:effectLst/>
                <a:latin typeface="Times New Roman" panose="02020603050405020304" pitchFamily="18" charset="0"/>
                <a:cs typeface="Times New Roman" panose="02020603050405020304" pitchFamily="18" charset="0"/>
              </a:rPr>
              <a:t>  </a:t>
            </a:r>
            <a:r>
              <a:rPr lang="en-US" altLang="zh-TW" dirty="0">
                <a:solidFill>
                  <a:schemeClr val="bg1">
                    <a:lumMod val="50000"/>
                  </a:schemeClr>
                </a:solidFill>
                <a:effectLst/>
                <a:latin typeface="Times New Roman" panose="02020603050405020304" pitchFamily="18" charset="0"/>
                <a:cs typeface="Times New Roman" panose="02020603050405020304" pitchFamily="18" charset="0"/>
              </a:rPr>
              <a:t>and has maximum element less than or equal to </a:t>
            </a:r>
            <a:r>
              <a:rPr lang="en-US" altLang="zh-TW" i="1" dirty="0" err="1">
                <a:solidFill>
                  <a:schemeClr val="bg1">
                    <a:lumMod val="50000"/>
                  </a:schemeClr>
                </a:solidFill>
                <a:latin typeface="Times New Roman" panose="02020603050405020304" pitchFamily="18" charset="0"/>
                <a:cs typeface="Times New Roman" panose="02020603050405020304" pitchFamily="18" charset="0"/>
              </a:rPr>
              <a:t>Z</a:t>
            </a:r>
            <a:r>
              <a:rPr lang="en-US" altLang="zh-TW" i="1" baseline="-25000" dirty="0" err="1">
                <a:solidFill>
                  <a:schemeClr val="bg1">
                    <a:lumMod val="50000"/>
                  </a:schemeClr>
                </a:solidFill>
                <a:effectLst/>
                <a:latin typeface="Times New Roman" panose="02020603050405020304" pitchFamily="18" charset="0"/>
                <a:cs typeface="Times New Roman" panose="02020603050405020304" pitchFamily="18" charset="0"/>
              </a:rPr>
              <a:t>k</a:t>
            </a:r>
            <a:r>
              <a:rPr lang="en-US" altLang="zh-TW" dirty="0">
                <a:solidFill>
                  <a:schemeClr val="bg1">
                    <a:lumMod val="50000"/>
                  </a:schemeClr>
                </a:solidFill>
                <a:latin typeface="Times New Roman" panose="02020603050405020304" pitchFamily="18" charset="0"/>
                <a:cs typeface="Times New Roman" panose="02020603050405020304" pitchFamily="18" charset="0"/>
              </a:rPr>
              <a:t>.</a:t>
            </a:r>
            <a:r>
              <a:rPr lang="en-US" altLang="zh-TW" dirty="0">
                <a:solidFill>
                  <a:schemeClr val="bg1">
                    <a:lumMod val="50000"/>
                  </a:schemeClr>
                </a:solidFill>
                <a:effectLst/>
                <a:latin typeface="Times New Roman" panose="02020603050405020304" pitchFamily="18" charset="0"/>
                <a:cs typeface="Times New Roman" panose="02020603050405020304" pitchFamily="18" charset="0"/>
              </a:rPr>
              <a:t> </a:t>
            </a:r>
            <a:endParaRPr lang="en-US" altLang="zh-TW"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8BDBB2C1-D2A2-75D1-ADFF-72CFC492AC33}"/>
              </a:ext>
            </a:extLst>
          </p:cNvPr>
          <p:cNvSpPr txBox="1"/>
          <p:nvPr/>
        </p:nvSpPr>
        <p:spPr>
          <a:xfrm>
            <a:off x="11196856" y="5547582"/>
            <a:ext cx="748923" cy="369332"/>
          </a:xfrm>
          <a:prstGeom prst="rect">
            <a:avLst/>
          </a:prstGeom>
          <a:noFill/>
        </p:spPr>
        <p:txBody>
          <a:bodyPr wrap="none" rtlCol="0">
            <a:spAutoFit/>
          </a:bodyPr>
          <a:lstStyle/>
          <a:p>
            <a:r>
              <a:rPr kumimoji="1" lang="en-US" altLang="zh-TW" dirty="0">
                <a:solidFill>
                  <a:schemeClr val="accent6"/>
                </a:solidFill>
                <a:latin typeface="Times New Roman" panose="02020603050405020304" pitchFamily="18" charset="0"/>
                <a:cs typeface="Times New Roman" panose="02020603050405020304" pitchFamily="18" charset="0"/>
              </a:rPr>
              <a:t>Green</a:t>
            </a:r>
            <a:endParaRPr kumimoji="1" lang="zh-TW" altLang="en-US" dirty="0">
              <a:solidFill>
                <a:schemeClr val="accent6"/>
              </a:solidFill>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E2B8F21F-D87D-4C85-96A0-16BFB68E230B}"/>
              </a:ext>
            </a:extLst>
          </p:cNvPr>
          <p:cNvSpPr txBox="1"/>
          <p:nvPr/>
        </p:nvSpPr>
        <p:spPr>
          <a:xfrm>
            <a:off x="11571317" y="5073837"/>
            <a:ext cx="620683" cy="369332"/>
          </a:xfrm>
          <a:prstGeom prst="rect">
            <a:avLst/>
          </a:prstGeom>
          <a:noFill/>
        </p:spPr>
        <p:txBody>
          <a:bodyPr wrap="none" rtlCol="0">
            <a:spAutoFit/>
          </a:bodyPr>
          <a:lstStyle/>
          <a:p>
            <a:r>
              <a:rPr kumimoji="1" lang="en-US" altLang="zh-TW" dirty="0">
                <a:solidFill>
                  <a:schemeClr val="accent1"/>
                </a:solidFill>
                <a:latin typeface="Times New Roman" panose="02020603050405020304" pitchFamily="18" charset="0"/>
                <a:cs typeface="Times New Roman" panose="02020603050405020304" pitchFamily="18" charset="0"/>
              </a:rPr>
              <a:t>Blue</a:t>
            </a:r>
            <a:endParaRPr kumimoji="1" lang="zh-TW" altLang="en-US" dirty="0">
              <a:solidFill>
                <a:schemeClr val="accent1"/>
              </a:solidFill>
              <a:latin typeface="Times New Roman" panose="02020603050405020304" pitchFamily="18" charset="0"/>
              <a:cs typeface="Times New Roman" panose="02020603050405020304" pitchFamily="18" charset="0"/>
            </a:endParaRPr>
          </a:p>
        </p:txBody>
      </p:sp>
      <p:sp>
        <p:nvSpPr>
          <p:cNvPr id="16" name="文字方塊 15">
            <a:extLst>
              <a:ext uri="{FF2B5EF4-FFF2-40B4-BE49-F238E27FC236}">
                <a16:creationId xmlns:a16="http://schemas.microsoft.com/office/drawing/2014/main" id="{A344E27E-1450-DDCA-335A-5BC89021EF03}"/>
              </a:ext>
            </a:extLst>
          </p:cNvPr>
          <p:cNvSpPr txBox="1"/>
          <p:nvPr/>
        </p:nvSpPr>
        <p:spPr>
          <a:xfrm>
            <a:off x="11014755" y="4805376"/>
            <a:ext cx="556563" cy="369332"/>
          </a:xfrm>
          <a:prstGeom prst="rect">
            <a:avLst/>
          </a:prstGeom>
          <a:noFill/>
        </p:spPr>
        <p:txBody>
          <a:bodyPr wrap="none" rtlCol="0">
            <a:spAutoFit/>
          </a:bodyPr>
          <a:lstStyle/>
          <a:p>
            <a:r>
              <a:rPr kumimoji="1" lang="en-US" altLang="zh-TW" dirty="0">
                <a:solidFill>
                  <a:srgbClr val="FF0000"/>
                </a:solidFill>
                <a:latin typeface="Times New Roman" panose="02020603050405020304" pitchFamily="18" charset="0"/>
                <a:cs typeface="Times New Roman" panose="02020603050405020304" pitchFamily="18" charset="0"/>
              </a:rPr>
              <a:t>Red</a:t>
            </a:r>
            <a:endParaRPr kumimoji="1" lang="zh-TW" altLang="en-US" dirty="0">
              <a:solidFill>
                <a:srgbClr val="FF0000"/>
              </a:solidFill>
              <a:latin typeface="Times New Roman" panose="02020603050405020304" pitchFamily="18" charset="0"/>
              <a:cs typeface="Times New Roman" panose="02020603050405020304" pitchFamily="18" charset="0"/>
            </a:endParaRPr>
          </a:p>
        </p:txBody>
      </p:sp>
      <p:cxnSp>
        <p:nvCxnSpPr>
          <p:cNvPr id="31" name="直線箭頭接點 30">
            <a:extLst>
              <a:ext uri="{FF2B5EF4-FFF2-40B4-BE49-F238E27FC236}">
                <a16:creationId xmlns:a16="http://schemas.microsoft.com/office/drawing/2014/main" id="{01EEB73A-BB79-B2B1-95F8-EDA6F51BE069}"/>
              </a:ext>
            </a:extLst>
          </p:cNvPr>
          <p:cNvCxnSpPr>
            <a:cxnSpLocks/>
          </p:cNvCxnSpPr>
          <p:nvPr/>
        </p:nvCxnSpPr>
        <p:spPr>
          <a:xfrm>
            <a:off x="3066559" y="3642892"/>
            <a:ext cx="0" cy="1162484"/>
          </a:xfrm>
          <a:prstGeom prst="straightConnector1">
            <a:avLst/>
          </a:prstGeom>
          <a:ln w="76200">
            <a:solidFill>
              <a:srgbClr val="4472C4">
                <a:alpha val="50196"/>
              </a:srgbClr>
            </a:solidFill>
            <a:tailEnd type="triangle"/>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E68F0AFF-E44E-7A00-AA79-CB939C519721}"/>
              </a:ext>
            </a:extLst>
          </p:cNvPr>
          <p:cNvSpPr/>
          <p:nvPr/>
        </p:nvSpPr>
        <p:spPr>
          <a:xfrm>
            <a:off x="3594567" y="5490968"/>
            <a:ext cx="244550" cy="201223"/>
          </a:xfrm>
          <a:prstGeom prst="rect">
            <a:avLst/>
          </a:prstGeom>
          <a:noFill/>
          <a:ln w="38100">
            <a:solidFill>
              <a:schemeClr val="accent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 name="矩形 16">
            <a:extLst>
              <a:ext uri="{FF2B5EF4-FFF2-40B4-BE49-F238E27FC236}">
                <a16:creationId xmlns:a16="http://schemas.microsoft.com/office/drawing/2014/main" id="{D206FD7A-446C-1CA9-5F0F-1788FFA92EBF}"/>
              </a:ext>
            </a:extLst>
          </p:cNvPr>
          <p:cNvSpPr/>
          <p:nvPr/>
        </p:nvSpPr>
        <p:spPr>
          <a:xfrm>
            <a:off x="3605057" y="5272657"/>
            <a:ext cx="244550" cy="201223"/>
          </a:xfrm>
          <a:prstGeom prst="rect">
            <a:avLst/>
          </a:prstGeom>
          <a:noFill/>
          <a:ln w="38100">
            <a:solidFill>
              <a:schemeClr val="accent6"/>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 name="矩形 17">
            <a:extLst>
              <a:ext uri="{FF2B5EF4-FFF2-40B4-BE49-F238E27FC236}">
                <a16:creationId xmlns:a16="http://schemas.microsoft.com/office/drawing/2014/main" id="{3E57510F-A7BC-8D2F-76B3-286E75BA3E01}"/>
              </a:ext>
            </a:extLst>
          </p:cNvPr>
          <p:cNvSpPr/>
          <p:nvPr/>
        </p:nvSpPr>
        <p:spPr>
          <a:xfrm>
            <a:off x="3596961" y="2861724"/>
            <a:ext cx="244550" cy="201223"/>
          </a:xfrm>
          <a:prstGeom prst="rect">
            <a:avLst/>
          </a:prstGeom>
          <a:noFill/>
          <a:ln w="38100">
            <a:solidFill>
              <a:schemeClr val="accent6"/>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 name="矩形 21">
            <a:extLst>
              <a:ext uri="{FF2B5EF4-FFF2-40B4-BE49-F238E27FC236}">
                <a16:creationId xmlns:a16="http://schemas.microsoft.com/office/drawing/2014/main" id="{2B92E287-1EC4-42F8-DACD-6C054D104DA2}"/>
              </a:ext>
            </a:extLst>
          </p:cNvPr>
          <p:cNvSpPr/>
          <p:nvPr/>
        </p:nvSpPr>
        <p:spPr>
          <a:xfrm>
            <a:off x="3056049" y="5272657"/>
            <a:ext cx="244550" cy="201223"/>
          </a:xfrm>
          <a:prstGeom prst="rect">
            <a:avLst/>
          </a:prstGeom>
          <a:noFill/>
          <a:ln w="38100">
            <a:solidFill>
              <a:schemeClr val="accent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 name="矩形 22">
            <a:extLst>
              <a:ext uri="{FF2B5EF4-FFF2-40B4-BE49-F238E27FC236}">
                <a16:creationId xmlns:a16="http://schemas.microsoft.com/office/drawing/2014/main" id="{80D9A999-EDEF-B675-6B07-FFAC5CEB4AFE}"/>
              </a:ext>
            </a:extLst>
          </p:cNvPr>
          <p:cNvSpPr/>
          <p:nvPr/>
        </p:nvSpPr>
        <p:spPr>
          <a:xfrm>
            <a:off x="3056049" y="5067790"/>
            <a:ext cx="244550" cy="201223"/>
          </a:xfrm>
          <a:prstGeom prst="rect">
            <a:avLst/>
          </a:prstGeom>
          <a:noFill/>
          <a:ln w="38100">
            <a:solidFill>
              <a:schemeClr val="accent6"/>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 name="矩形 26">
            <a:extLst>
              <a:ext uri="{FF2B5EF4-FFF2-40B4-BE49-F238E27FC236}">
                <a16:creationId xmlns:a16="http://schemas.microsoft.com/office/drawing/2014/main" id="{00693472-77AE-576E-A45C-FF8C5DF12686}"/>
              </a:ext>
            </a:extLst>
          </p:cNvPr>
          <p:cNvSpPr/>
          <p:nvPr/>
        </p:nvSpPr>
        <p:spPr>
          <a:xfrm>
            <a:off x="3051145" y="2650330"/>
            <a:ext cx="244550" cy="201223"/>
          </a:xfrm>
          <a:prstGeom prst="rect">
            <a:avLst/>
          </a:prstGeom>
          <a:noFill/>
          <a:ln w="38100">
            <a:solidFill>
              <a:schemeClr val="accent6"/>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340315014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Algo.3: Reducing The Search </a:t>
            </a:r>
            <a:r>
              <a:rPr kumimoji="1" lang="en-US" altLang="zh-TW" dirty="0"/>
              <a:t>S</a:t>
            </a:r>
            <a:r>
              <a:rPr kumimoji="1" lang="en-US" altLang="zh-TW" dirty="0">
                <a:latin typeface="Times New Roman" panose="02020603050405020304" pitchFamily="18" charset="0"/>
                <a:cs typeface="Times New Roman" panose="02020603050405020304" pitchFamily="18" charset="0"/>
              </a:rPr>
              <a:t>pace</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8</a:t>
            </a:fld>
            <a:endParaRPr kumimoji="1" lang="zh-TW" altLang="en-US"/>
          </a:p>
        </p:txBody>
      </p:sp>
      <p:sp>
        <p:nvSpPr>
          <p:cNvPr id="4" name="文字方塊 3">
            <a:extLst>
              <a:ext uri="{FF2B5EF4-FFF2-40B4-BE49-F238E27FC236}">
                <a16:creationId xmlns:a16="http://schemas.microsoft.com/office/drawing/2014/main" id="{3FB2989D-E6A2-6AB5-E2BA-2A1330150578}"/>
              </a:ext>
            </a:extLst>
          </p:cNvPr>
          <p:cNvSpPr txBox="1"/>
          <p:nvPr/>
        </p:nvSpPr>
        <p:spPr>
          <a:xfrm>
            <a:off x="0" y="0"/>
            <a:ext cx="1606402" cy="646331"/>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Time: </a:t>
            </a:r>
            <a:r>
              <a:rPr lang="en-US" altLang="zh-TW" sz="1800" i="1" dirty="0">
                <a:latin typeface="Times New Roman" panose="02020603050405020304" pitchFamily="18" charset="0"/>
                <a:cs typeface="Times New Roman" panose="02020603050405020304" pitchFamily="18" charset="0"/>
              </a:rPr>
              <a:t>O</a:t>
            </a:r>
            <a:r>
              <a:rPr lang="en-US" altLang="zh-TW" sz="1800" dirty="0">
                <a:latin typeface="Times New Roman" panose="02020603050405020304" pitchFamily="18" charset="0"/>
                <a:cs typeface="Times New Roman" panose="02020603050405020304" pitchFamily="18" charset="0"/>
              </a:rPr>
              <a:t>(</a:t>
            </a:r>
            <a:r>
              <a:rPr lang="en-US" altLang="zh-TW" sz="1800" i="1" dirty="0" err="1">
                <a:latin typeface="Times New Roman" panose="02020603050405020304" pitchFamily="18" charset="0"/>
                <a:cs typeface="Times New Roman" panose="02020603050405020304" pitchFamily="18" charset="0"/>
              </a:rPr>
              <a:t>mnc</a:t>
            </a:r>
            <a:r>
              <a:rPr lang="en-US" altLang="zh-TW" sz="1800" i="1" baseline="-25000" dirty="0" err="1">
                <a:latin typeface="Times New Roman" panose="02020603050405020304" pitchFamily="18" charset="0"/>
                <a:cs typeface="Times New Roman" panose="02020603050405020304" pitchFamily="18" charset="0"/>
              </a:rPr>
              <a:t>p</a:t>
            </a:r>
            <a:r>
              <a:rPr lang="en-US" altLang="zh-TW" sz="180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Space: </a:t>
            </a:r>
            <a:r>
              <a:rPr lang="en-US" altLang="zh-TW" sz="1800" i="1" dirty="0">
                <a:latin typeface="Times New Roman" panose="02020603050405020304" pitchFamily="18" charset="0"/>
                <a:cs typeface="Times New Roman" panose="02020603050405020304" pitchFamily="18" charset="0"/>
              </a:rPr>
              <a:t>O</a:t>
            </a:r>
            <a:r>
              <a:rPr lang="en-US" altLang="zh-TW" sz="1800" dirty="0">
                <a:latin typeface="Times New Roman" panose="02020603050405020304" pitchFamily="18" charset="0"/>
                <a:cs typeface="Times New Roman" panose="02020603050405020304" pitchFamily="18" charset="0"/>
              </a:rPr>
              <a:t>(</a:t>
            </a:r>
            <a:r>
              <a:rPr lang="en-US" altLang="zh-TW" sz="1800" i="1" dirty="0" err="1">
                <a:latin typeface="Times New Roman" panose="02020603050405020304" pitchFamily="18" charset="0"/>
                <a:cs typeface="Times New Roman" panose="02020603050405020304" pitchFamily="18" charset="0"/>
              </a:rPr>
              <a:t>nc</a:t>
            </a:r>
            <a:r>
              <a:rPr lang="en-US" altLang="zh-TW" sz="1800" i="1" baseline="-25000" dirty="0" err="1">
                <a:latin typeface="Times New Roman" panose="02020603050405020304" pitchFamily="18" charset="0"/>
                <a:cs typeface="Times New Roman" panose="02020603050405020304" pitchFamily="18" charset="0"/>
              </a:rPr>
              <a:t>p</a:t>
            </a:r>
            <a:r>
              <a:rPr lang="en-US" altLang="zh-TW" sz="180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B1E521D1-95FD-85C6-D954-B64D07C6B54E}"/>
              </a:ext>
            </a:extLst>
          </p:cNvPr>
          <p:cNvPicPr>
            <a:picLocks noChangeAspect="1"/>
          </p:cNvPicPr>
          <p:nvPr/>
        </p:nvPicPr>
        <p:blipFill rotWithShape="1">
          <a:blip r:embed="rId2"/>
          <a:srcRect t="327"/>
          <a:stretch/>
        </p:blipFill>
        <p:spPr>
          <a:xfrm>
            <a:off x="747502" y="1375126"/>
            <a:ext cx="5291054" cy="5482874"/>
          </a:xfrm>
          <a:prstGeom prst="rect">
            <a:avLst/>
          </a:prstGeom>
        </p:spPr>
      </p:pic>
      <p:pic>
        <p:nvPicPr>
          <p:cNvPr id="11" name="圖片 10">
            <a:extLst>
              <a:ext uri="{FF2B5EF4-FFF2-40B4-BE49-F238E27FC236}">
                <a16:creationId xmlns:a16="http://schemas.microsoft.com/office/drawing/2014/main" id="{EA12C0BF-5E9E-73A2-7787-7277D6641B8D}"/>
              </a:ext>
            </a:extLst>
          </p:cNvPr>
          <p:cNvPicPr>
            <a:picLocks noChangeAspect="1"/>
          </p:cNvPicPr>
          <p:nvPr/>
        </p:nvPicPr>
        <p:blipFill>
          <a:blip r:embed="rId3"/>
          <a:stretch>
            <a:fillRect/>
          </a:stretch>
        </p:blipFill>
        <p:spPr>
          <a:xfrm>
            <a:off x="6034572" y="1366115"/>
            <a:ext cx="5067401" cy="2750448"/>
          </a:xfrm>
          <a:prstGeom prst="rect">
            <a:avLst/>
          </a:prstGeom>
        </p:spPr>
      </p:pic>
      <p:grpSp>
        <p:nvGrpSpPr>
          <p:cNvPr id="14" name="群組 13">
            <a:extLst>
              <a:ext uri="{FF2B5EF4-FFF2-40B4-BE49-F238E27FC236}">
                <a16:creationId xmlns:a16="http://schemas.microsoft.com/office/drawing/2014/main" id="{0F07E9CA-841E-EFFF-D458-9BA451016722}"/>
              </a:ext>
            </a:extLst>
          </p:cNvPr>
          <p:cNvGrpSpPr/>
          <p:nvPr/>
        </p:nvGrpSpPr>
        <p:grpSpPr>
          <a:xfrm>
            <a:off x="4865136" y="4392102"/>
            <a:ext cx="7140753" cy="2010833"/>
            <a:chOff x="5092877" y="4345517"/>
            <a:chExt cx="7140753" cy="2010833"/>
          </a:xfrm>
        </p:grpSpPr>
        <p:grpSp>
          <p:nvGrpSpPr>
            <p:cNvPr id="13" name="群組 12">
              <a:extLst>
                <a:ext uri="{FF2B5EF4-FFF2-40B4-BE49-F238E27FC236}">
                  <a16:creationId xmlns:a16="http://schemas.microsoft.com/office/drawing/2014/main" id="{55B97363-AEB7-C3AB-2A6A-074DAEBCB7C6}"/>
                </a:ext>
              </a:extLst>
            </p:cNvPr>
            <p:cNvGrpSpPr/>
            <p:nvPr/>
          </p:nvGrpSpPr>
          <p:grpSpPr>
            <a:xfrm>
              <a:off x="5092877" y="4345517"/>
              <a:ext cx="7140753" cy="2010833"/>
              <a:chOff x="5092877" y="4345517"/>
              <a:chExt cx="7140753" cy="2010833"/>
            </a:xfrm>
          </p:grpSpPr>
          <p:pic>
            <p:nvPicPr>
              <p:cNvPr id="10" name="圖片 9">
                <a:extLst>
                  <a:ext uri="{FF2B5EF4-FFF2-40B4-BE49-F238E27FC236}">
                    <a16:creationId xmlns:a16="http://schemas.microsoft.com/office/drawing/2014/main" id="{6BEABDD2-ED6E-DE5D-3075-6397378B4C4F}"/>
                  </a:ext>
                </a:extLst>
              </p:cNvPr>
              <p:cNvPicPr>
                <a:picLocks noChangeAspect="1"/>
              </p:cNvPicPr>
              <p:nvPr/>
            </p:nvPicPr>
            <p:blipFill>
              <a:blip r:embed="rId4"/>
              <a:stretch>
                <a:fillRect/>
              </a:stretch>
            </p:blipFill>
            <p:spPr>
              <a:xfrm>
                <a:off x="5092877" y="4345517"/>
                <a:ext cx="6451355" cy="1447534"/>
              </a:xfrm>
              <a:prstGeom prst="rect">
                <a:avLst/>
              </a:prstGeom>
            </p:spPr>
          </p:pic>
          <p:pic>
            <p:nvPicPr>
              <p:cNvPr id="3" name="圖片 2">
                <a:extLst>
                  <a:ext uri="{FF2B5EF4-FFF2-40B4-BE49-F238E27FC236}">
                    <a16:creationId xmlns:a16="http://schemas.microsoft.com/office/drawing/2014/main" id="{6FCCA1FD-51B4-AD47-F709-57BA1C4CA5B3}"/>
                  </a:ext>
                </a:extLst>
              </p:cNvPr>
              <p:cNvPicPr>
                <a:picLocks noChangeAspect="1"/>
              </p:cNvPicPr>
              <p:nvPr/>
            </p:nvPicPr>
            <p:blipFill>
              <a:blip r:embed="rId5"/>
              <a:stretch>
                <a:fillRect/>
              </a:stretch>
            </p:blipFill>
            <p:spPr>
              <a:xfrm>
                <a:off x="5092877" y="5856182"/>
                <a:ext cx="2759551" cy="500168"/>
              </a:xfrm>
              <a:prstGeom prst="rect">
                <a:avLst/>
              </a:prstGeom>
            </p:spPr>
          </p:pic>
          <p:sp>
            <p:nvSpPr>
              <p:cNvPr id="7" name="文字方塊 6">
                <a:extLst>
                  <a:ext uri="{FF2B5EF4-FFF2-40B4-BE49-F238E27FC236}">
                    <a16:creationId xmlns:a16="http://schemas.microsoft.com/office/drawing/2014/main" id="{6CF9EC06-BBCE-14E4-E788-7BFF4283ECE8}"/>
                  </a:ext>
                </a:extLst>
              </p:cNvPr>
              <p:cNvSpPr txBox="1"/>
              <p:nvPr/>
            </p:nvSpPr>
            <p:spPr>
              <a:xfrm>
                <a:off x="11484707" y="5069934"/>
                <a:ext cx="748923" cy="369332"/>
              </a:xfrm>
              <a:prstGeom prst="rect">
                <a:avLst/>
              </a:prstGeom>
              <a:noFill/>
            </p:spPr>
            <p:txBody>
              <a:bodyPr wrap="none" rtlCol="0">
                <a:spAutoFit/>
              </a:bodyPr>
              <a:lstStyle/>
              <a:p>
                <a:r>
                  <a:rPr kumimoji="1" lang="en-US" altLang="zh-TW" dirty="0">
                    <a:solidFill>
                      <a:schemeClr val="accent6"/>
                    </a:solidFill>
                    <a:latin typeface="Times New Roman" panose="02020603050405020304" pitchFamily="18" charset="0"/>
                    <a:cs typeface="Times New Roman" panose="02020603050405020304" pitchFamily="18" charset="0"/>
                  </a:rPr>
                  <a:t>Green</a:t>
                </a:r>
                <a:endParaRPr kumimoji="1" lang="zh-TW" altLang="en-US" dirty="0">
                  <a:solidFill>
                    <a:schemeClr val="accent6"/>
                  </a:solidFill>
                  <a:latin typeface="Times New Roman" panose="02020603050405020304" pitchFamily="18" charset="0"/>
                  <a:cs typeface="Times New Roman" panose="02020603050405020304" pitchFamily="18" charset="0"/>
                </a:endParaRPr>
              </a:p>
            </p:txBody>
          </p:sp>
        </p:grpSp>
        <p:sp>
          <p:nvSpPr>
            <p:cNvPr id="8" name="文字方塊 7">
              <a:extLst>
                <a:ext uri="{FF2B5EF4-FFF2-40B4-BE49-F238E27FC236}">
                  <a16:creationId xmlns:a16="http://schemas.microsoft.com/office/drawing/2014/main" id="{18EACE51-2991-46F3-BB2A-86C6F707BDDB}"/>
                </a:ext>
              </a:extLst>
            </p:cNvPr>
            <p:cNvSpPr txBox="1"/>
            <p:nvPr/>
          </p:nvSpPr>
          <p:spPr>
            <a:xfrm>
              <a:off x="11484707" y="5381176"/>
              <a:ext cx="620683" cy="369332"/>
            </a:xfrm>
            <a:prstGeom prst="rect">
              <a:avLst/>
            </a:prstGeom>
            <a:noFill/>
          </p:spPr>
          <p:txBody>
            <a:bodyPr wrap="none" rtlCol="0">
              <a:spAutoFit/>
            </a:bodyPr>
            <a:lstStyle/>
            <a:p>
              <a:r>
                <a:rPr kumimoji="1" lang="en-US" altLang="zh-TW" dirty="0">
                  <a:solidFill>
                    <a:schemeClr val="accent1"/>
                  </a:solidFill>
                  <a:latin typeface="Times New Roman" panose="02020603050405020304" pitchFamily="18" charset="0"/>
                  <a:cs typeface="Times New Roman" panose="02020603050405020304" pitchFamily="18" charset="0"/>
                </a:rPr>
                <a:t>Blue</a:t>
              </a:r>
              <a:endParaRPr kumimoji="1" lang="zh-TW" altLang="en-US" dirty="0">
                <a:solidFill>
                  <a:schemeClr val="accent1"/>
                </a:solidFill>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77CB8A6F-342B-C76D-558A-8FFAB34CCA70}"/>
                </a:ext>
              </a:extLst>
            </p:cNvPr>
            <p:cNvSpPr txBox="1"/>
            <p:nvPr/>
          </p:nvSpPr>
          <p:spPr>
            <a:xfrm>
              <a:off x="11484707" y="4758692"/>
              <a:ext cx="556563" cy="369332"/>
            </a:xfrm>
            <a:prstGeom prst="rect">
              <a:avLst/>
            </a:prstGeom>
            <a:noFill/>
          </p:spPr>
          <p:txBody>
            <a:bodyPr wrap="none" rtlCol="0">
              <a:spAutoFit/>
            </a:bodyPr>
            <a:lstStyle/>
            <a:p>
              <a:r>
                <a:rPr kumimoji="1" lang="en-US" altLang="zh-TW" dirty="0">
                  <a:solidFill>
                    <a:srgbClr val="FF0000"/>
                  </a:solidFill>
                  <a:latin typeface="Times New Roman" panose="02020603050405020304" pitchFamily="18" charset="0"/>
                  <a:cs typeface="Times New Roman" panose="02020603050405020304" pitchFamily="18" charset="0"/>
                </a:rPr>
                <a:t>Red</a:t>
              </a:r>
              <a:endParaRPr kumimoji="1" lang="zh-TW" altLang="en-US" dirty="0">
                <a:solidFill>
                  <a:srgbClr val="FF0000"/>
                </a:solidFill>
                <a:latin typeface="Times New Roman" panose="02020603050405020304" pitchFamily="18" charset="0"/>
                <a:cs typeface="Times New Roman" panose="02020603050405020304" pitchFamily="18" charset="0"/>
              </a:endParaRPr>
            </a:p>
          </p:txBody>
        </p:sp>
      </p:grpSp>
      <p:sp>
        <p:nvSpPr>
          <p:cNvPr id="41" name="矩形 40">
            <a:extLst>
              <a:ext uri="{FF2B5EF4-FFF2-40B4-BE49-F238E27FC236}">
                <a16:creationId xmlns:a16="http://schemas.microsoft.com/office/drawing/2014/main" id="{7B199141-7345-D507-831C-0AA5DCFE1C11}"/>
              </a:ext>
            </a:extLst>
          </p:cNvPr>
          <p:cNvSpPr/>
          <p:nvPr/>
        </p:nvSpPr>
        <p:spPr>
          <a:xfrm>
            <a:off x="3995590" y="5226161"/>
            <a:ext cx="343361" cy="184666"/>
          </a:xfrm>
          <a:prstGeom prst="rect">
            <a:avLst/>
          </a:prstGeom>
          <a:noFill/>
          <a:ln w="38100">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2" name="矩形 41">
            <a:extLst>
              <a:ext uri="{FF2B5EF4-FFF2-40B4-BE49-F238E27FC236}">
                <a16:creationId xmlns:a16="http://schemas.microsoft.com/office/drawing/2014/main" id="{9DF1C197-67B9-D333-A334-790F30A6E98A}"/>
              </a:ext>
            </a:extLst>
          </p:cNvPr>
          <p:cNvSpPr/>
          <p:nvPr/>
        </p:nvSpPr>
        <p:spPr>
          <a:xfrm>
            <a:off x="3686175" y="2713389"/>
            <a:ext cx="296616" cy="184666"/>
          </a:xfrm>
          <a:prstGeom prst="rect">
            <a:avLst/>
          </a:prstGeom>
          <a:noFill/>
          <a:ln w="38100">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3" name="矩形 42">
            <a:extLst>
              <a:ext uri="{FF2B5EF4-FFF2-40B4-BE49-F238E27FC236}">
                <a16:creationId xmlns:a16="http://schemas.microsoft.com/office/drawing/2014/main" id="{34E54E4C-DE9B-5151-3272-E40E058AFA7C}"/>
              </a:ext>
            </a:extLst>
          </p:cNvPr>
          <p:cNvSpPr/>
          <p:nvPr/>
        </p:nvSpPr>
        <p:spPr>
          <a:xfrm>
            <a:off x="3991258" y="5428388"/>
            <a:ext cx="343361" cy="184666"/>
          </a:xfrm>
          <a:prstGeom prst="rect">
            <a:avLst/>
          </a:prstGeom>
          <a:noFill/>
          <a:ln w="38100">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4" name="矩形 43">
            <a:extLst>
              <a:ext uri="{FF2B5EF4-FFF2-40B4-BE49-F238E27FC236}">
                <a16:creationId xmlns:a16="http://schemas.microsoft.com/office/drawing/2014/main" id="{B1AC85DE-FE61-3A3A-34B0-5CB18265E0E7}"/>
              </a:ext>
            </a:extLst>
          </p:cNvPr>
          <p:cNvSpPr/>
          <p:nvPr/>
        </p:nvSpPr>
        <p:spPr>
          <a:xfrm>
            <a:off x="3992080" y="6094797"/>
            <a:ext cx="343361" cy="184666"/>
          </a:xfrm>
          <a:prstGeom prst="rect">
            <a:avLst/>
          </a:prstGeom>
          <a:noFill/>
          <a:ln w="38100">
            <a:solidFill>
              <a:schemeClr val="accent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5" name="矩形 44">
            <a:extLst>
              <a:ext uri="{FF2B5EF4-FFF2-40B4-BE49-F238E27FC236}">
                <a16:creationId xmlns:a16="http://schemas.microsoft.com/office/drawing/2014/main" id="{DC9F6256-0E35-0C41-DBE2-5E12576BCE41}"/>
              </a:ext>
            </a:extLst>
          </p:cNvPr>
          <p:cNvSpPr/>
          <p:nvPr/>
        </p:nvSpPr>
        <p:spPr>
          <a:xfrm>
            <a:off x="3991258" y="5892570"/>
            <a:ext cx="343361" cy="184666"/>
          </a:xfrm>
          <a:prstGeom prst="rect">
            <a:avLst/>
          </a:prstGeom>
          <a:noFill/>
          <a:ln w="38100">
            <a:solidFill>
              <a:schemeClr val="accent6"/>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6" name="矩形 45">
            <a:extLst>
              <a:ext uri="{FF2B5EF4-FFF2-40B4-BE49-F238E27FC236}">
                <a16:creationId xmlns:a16="http://schemas.microsoft.com/office/drawing/2014/main" id="{DAE588A5-7707-2938-BA97-0FBB527BC76D}"/>
              </a:ext>
            </a:extLst>
          </p:cNvPr>
          <p:cNvSpPr/>
          <p:nvPr/>
        </p:nvSpPr>
        <p:spPr>
          <a:xfrm>
            <a:off x="3964861" y="3369426"/>
            <a:ext cx="296616" cy="184666"/>
          </a:xfrm>
          <a:prstGeom prst="rect">
            <a:avLst/>
          </a:prstGeom>
          <a:noFill/>
          <a:ln w="38100">
            <a:solidFill>
              <a:schemeClr val="accent6"/>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7" name="矩形 46">
            <a:extLst>
              <a:ext uri="{FF2B5EF4-FFF2-40B4-BE49-F238E27FC236}">
                <a16:creationId xmlns:a16="http://schemas.microsoft.com/office/drawing/2014/main" id="{AE494256-F54E-1ABC-490E-7C3040361B0D}"/>
              </a:ext>
            </a:extLst>
          </p:cNvPr>
          <p:cNvSpPr/>
          <p:nvPr/>
        </p:nvSpPr>
        <p:spPr>
          <a:xfrm>
            <a:off x="3342814" y="5876739"/>
            <a:ext cx="343361" cy="184666"/>
          </a:xfrm>
          <a:prstGeom prst="rect">
            <a:avLst/>
          </a:prstGeom>
          <a:noFill/>
          <a:ln w="381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8" name="矩形 47">
            <a:extLst>
              <a:ext uri="{FF2B5EF4-FFF2-40B4-BE49-F238E27FC236}">
                <a16:creationId xmlns:a16="http://schemas.microsoft.com/office/drawing/2014/main" id="{F97FDBF0-CF8D-D443-B1C4-FF73C00BD8F0}"/>
              </a:ext>
            </a:extLst>
          </p:cNvPr>
          <p:cNvSpPr/>
          <p:nvPr/>
        </p:nvSpPr>
        <p:spPr>
          <a:xfrm>
            <a:off x="3341992" y="5674512"/>
            <a:ext cx="343361" cy="184666"/>
          </a:xfrm>
          <a:prstGeom prst="rect">
            <a:avLst/>
          </a:prstGeom>
          <a:noFill/>
          <a:ln w="381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52" name="直線箭頭接點 51">
            <a:extLst>
              <a:ext uri="{FF2B5EF4-FFF2-40B4-BE49-F238E27FC236}">
                <a16:creationId xmlns:a16="http://schemas.microsoft.com/office/drawing/2014/main" id="{BBFE1197-B0E4-6906-D138-5F2B2EC04373}"/>
              </a:ext>
            </a:extLst>
          </p:cNvPr>
          <p:cNvCxnSpPr/>
          <p:nvPr/>
        </p:nvCxnSpPr>
        <p:spPr>
          <a:xfrm>
            <a:off x="5520222" y="2687989"/>
            <a:ext cx="1028700" cy="0"/>
          </a:xfrm>
          <a:prstGeom prst="straightConnector1">
            <a:avLst/>
          </a:prstGeom>
          <a:ln w="76200">
            <a:solidFill>
              <a:srgbClr val="4472C4">
                <a:alpha val="50196"/>
              </a:srgb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線箭頭接點 52">
            <a:extLst>
              <a:ext uri="{FF2B5EF4-FFF2-40B4-BE49-F238E27FC236}">
                <a16:creationId xmlns:a16="http://schemas.microsoft.com/office/drawing/2014/main" id="{8B1FFCF1-9C68-EFD9-FCAD-7F40A08D561B}"/>
              </a:ext>
            </a:extLst>
          </p:cNvPr>
          <p:cNvCxnSpPr>
            <a:cxnSpLocks/>
          </p:cNvCxnSpPr>
          <p:nvPr/>
        </p:nvCxnSpPr>
        <p:spPr>
          <a:xfrm>
            <a:off x="3672294" y="3676491"/>
            <a:ext cx="0" cy="906111"/>
          </a:xfrm>
          <a:prstGeom prst="straightConnector1">
            <a:avLst/>
          </a:prstGeom>
          <a:ln w="76200">
            <a:solidFill>
              <a:srgbClr val="4472C4">
                <a:alpha val="50196"/>
              </a:srgb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848156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5980BB2A-CFDD-3AC5-1493-D9D5DB7B088B}"/>
              </a:ext>
            </a:extLst>
          </p:cNvPr>
          <p:cNvPicPr>
            <a:picLocks noChangeAspect="1"/>
          </p:cNvPicPr>
          <p:nvPr/>
        </p:nvPicPr>
        <p:blipFill>
          <a:blip r:embed="rId2"/>
          <a:stretch>
            <a:fillRect/>
          </a:stretch>
        </p:blipFill>
        <p:spPr>
          <a:xfrm>
            <a:off x="108225" y="1351071"/>
            <a:ext cx="6713005" cy="5370404"/>
          </a:xfrm>
          <a:prstGeom prst="rect">
            <a:avLst/>
          </a:prstGeom>
        </p:spPr>
      </p:pic>
      <p:pic>
        <p:nvPicPr>
          <p:cNvPr id="9" name="圖片 8">
            <a:extLst>
              <a:ext uri="{FF2B5EF4-FFF2-40B4-BE49-F238E27FC236}">
                <a16:creationId xmlns:a16="http://schemas.microsoft.com/office/drawing/2014/main" id="{79500C11-5F3B-AA12-3CD7-D80422E07AD0}"/>
              </a:ext>
            </a:extLst>
          </p:cNvPr>
          <p:cNvPicPr>
            <a:picLocks noChangeAspect="1"/>
          </p:cNvPicPr>
          <p:nvPr/>
        </p:nvPicPr>
        <p:blipFill>
          <a:blip r:embed="rId3"/>
          <a:stretch>
            <a:fillRect/>
          </a:stretch>
        </p:blipFill>
        <p:spPr>
          <a:xfrm>
            <a:off x="6096000" y="1214429"/>
            <a:ext cx="5121350" cy="2900587"/>
          </a:xfrm>
          <a:prstGeom prst="rect">
            <a:avLst/>
          </a:prstGeom>
        </p:spPr>
      </p:pic>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Algo.4: Deferred Computation</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9</a:t>
            </a:fld>
            <a:endParaRPr kumimoji="1" lang="zh-TW" altLang="en-US"/>
          </a:p>
        </p:txBody>
      </p:sp>
      <p:sp>
        <p:nvSpPr>
          <p:cNvPr id="4" name="文字方塊 3">
            <a:extLst>
              <a:ext uri="{FF2B5EF4-FFF2-40B4-BE49-F238E27FC236}">
                <a16:creationId xmlns:a16="http://schemas.microsoft.com/office/drawing/2014/main" id="{A0160EA1-42AD-D6BE-79E0-194D142ECD6D}"/>
              </a:ext>
            </a:extLst>
          </p:cNvPr>
          <p:cNvSpPr txBox="1"/>
          <p:nvPr/>
        </p:nvSpPr>
        <p:spPr>
          <a:xfrm>
            <a:off x="0" y="0"/>
            <a:ext cx="2161874"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TW" dirty="0">
                <a:latin typeface="Times New Roman" panose="02020603050405020304" pitchFamily="18" charset="0"/>
                <a:cs typeface="Times New Roman" panose="02020603050405020304" pitchFamily="18" charset="0"/>
              </a:rPr>
              <a:t>Time: </a:t>
            </a:r>
            <a:r>
              <a:rPr lang="en-US" altLang="zh-TW" sz="1800" i="1" dirty="0">
                <a:latin typeface="Times New Roman" panose="02020603050405020304" pitchFamily="18" charset="0"/>
                <a:cs typeface="Times New Roman" panose="02020603050405020304" pitchFamily="18" charset="0"/>
              </a:rPr>
              <a:t>O</a:t>
            </a:r>
            <a:r>
              <a:rPr lang="en-US" altLang="zh-TW" sz="1800" dirty="0">
                <a:latin typeface="Times New Roman" panose="02020603050405020304" pitchFamily="18" charset="0"/>
                <a:cs typeface="Times New Roman" panose="02020603050405020304" pitchFamily="18" charset="0"/>
              </a:rPr>
              <a:t>(</a:t>
            </a:r>
            <a:r>
              <a:rPr lang="en-US" altLang="zh-TW" sz="1800" i="1" dirty="0">
                <a:latin typeface="Times New Roman" panose="02020603050405020304" pitchFamily="18" charset="0"/>
                <a:cs typeface="Times New Roman" panose="02020603050405020304" pitchFamily="18" charset="0"/>
              </a:rPr>
              <a:t>m</a:t>
            </a:r>
            <a:r>
              <a:rPr lang="en-US" altLang="zh-TW" sz="1800" dirty="0">
                <a:latin typeface="Times New Roman" panose="02020603050405020304" pitchFamily="18" charset="0"/>
                <a:cs typeface="Times New Roman" panose="02020603050405020304" pitchFamily="18" charset="0"/>
              </a:rPr>
              <a:t>(</a:t>
            </a:r>
            <a:r>
              <a:rPr lang="en-US" altLang="zh-TW" sz="1800" i="1" dirty="0">
                <a:latin typeface="Times New Roman" panose="02020603050405020304" pitchFamily="18" charset="0"/>
                <a:cs typeface="Times New Roman" panose="02020603050405020304" pitchFamily="18" charset="0"/>
              </a:rPr>
              <a:t>n </a:t>
            </a:r>
            <a:r>
              <a:rPr lang="en-US" altLang="zh-TW" sz="1800" dirty="0">
                <a:latin typeface="Times New Roman" panose="02020603050405020304" pitchFamily="18" charset="0"/>
                <a:cs typeface="Times New Roman" panose="02020603050405020304" pitchFamily="18" charset="0"/>
              </a:rPr>
              <a:t>+ </a:t>
            </a:r>
            <a:r>
              <a:rPr lang="en-US" altLang="zh-TW" sz="1800" i="1" dirty="0" err="1">
                <a:latin typeface="Times New Roman" panose="02020603050405020304" pitchFamily="18" charset="0"/>
                <a:cs typeface="Times New Roman" panose="02020603050405020304" pitchFamily="18" charset="0"/>
              </a:rPr>
              <a:t>c</a:t>
            </a:r>
            <a:r>
              <a:rPr lang="en-US" altLang="zh-TW" sz="1800" i="1" baseline="-25000" dirty="0" err="1">
                <a:latin typeface="Times New Roman" panose="02020603050405020304" pitchFamily="18" charset="0"/>
                <a:cs typeface="Times New Roman" panose="02020603050405020304" pitchFamily="18" charset="0"/>
              </a:rPr>
              <a:t>n</a:t>
            </a:r>
            <a:r>
              <a:rPr lang="en-US" altLang="zh-TW" sz="1800" i="1" dirty="0" err="1">
                <a:latin typeface="Times New Roman" panose="02020603050405020304" pitchFamily="18" charset="0"/>
                <a:cs typeface="Times New Roman" panose="02020603050405020304" pitchFamily="18" charset="0"/>
              </a:rPr>
              <a:t>c</a:t>
            </a:r>
            <a:r>
              <a:rPr lang="en-US" altLang="zh-TW" sz="1800" i="1" baseline="-25000" dirty="0" err="1">
                <a:latin typeface="Times New Roman" panose="02020603050405020304" pitchFamily="18" charset="0"/>
                <a:cs typeface="Times New Roman" panose="02020603050405020304" pitchFamily="18" charset="0"/>
              </a:rPr>
              <a:t>p</a:t>
            </a:r>
            <a:r>
              <a:rPr lang="en-US" altLang="zh-TW" sz="180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Space: </a:t>
            </a:r>
            <a:r>
              <a:rPr lang="en-US" altLang="zh-TW" sz="1800" i="1" dirty="0">
                <a:latin typeface="Times New Roman" panose="02020603050405020304" pitchFamily="18" charset="0"/>
                <a:cs typeface="Times New Roman" panose="02020603050405020304" pitchFamily="18" charset="0"/>
              </a:rPr>
              <a:t>O</a:t>
            </a:r>
            <a:r>
              <a:rPr lang="en-US" altLang="zh-TW" sz="1800" dirty="0">
                <a:latin typeface="Times New Roman" panose="02020603050405020304" pitchFamily="18" charset="0"/>
                <a:cs typeface="Times New Roman" panose="02020603050405020304" pitchFamily="18" charset="0"/>
              </a:rPr>
              <a:t>(</a:t>
            </a:r>
            <a:r>
              <a:rPr lang="en-US" altLang="zh-TW" sz="1800" i="1" dirty="0" err="1">
                <a:latin typeface="Times New Roman" panose="02020603050405020304" pitchFamily="18" charset="0"/>
                <a:cs typeface="Times New Roman" panose="02020603050405020304" pitchFamily="18" charset="0"/>
              </a:rPr>
              <a:t>nc</a:t>
            </a:r>
            <a:r>
              <a:rPr lang="en-US" altLang="zh-TW" sz="1800" i="1" baseline="-25000" dirty="0" err="1">
                <a:latin typeface="Times New Roman" panose="02020603050405020304" pitchFamily="18" charset="0"/>
                <a:cs typeface="Times New Roman" panose="02020603050405020304" pitchFamily="18" charset="0"/>
              </a:rPr>
              <a:t>p</a:t>
            </a:r>
            <a:r>
              <a:rPr lang="en-US" altLang="zh-TW" sz="180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61437A76-27BA-E1A6-55EF-351CD709061B}"/>
              </a:ext>
            </a:extLst>
          </p:cNvPr>
          <p:cNvSpPr txBox="1"/>
          <p:nvPr/>
        </p:nvSpPr>
        <p:spPr>
          <a:xfrm>
            <a:off x="7958840" y="599997"/>
            <a:ext cx="3002718" cy="646331"/>
          </a:xfrm>
          <a:prstGeom prst="rect">
            <a:avLst/>
          </a:prstGeom>
          <a:noFill/>
        </p:spPr>
        <p:txBody>
          <a:bodyPr wrap="square">
            <a:spAutoFit/>
          </a:bodyPr>
          <a:lstStyle/>
          <a:p>
            <a:r>
              <a:rPr lang="en-US" altLang="zh-TW" dirty="0">
                <a:latin typeface="Times New Roman" panose="02020603050405020304" pitchFamily="18" charset="0"/>
                <a:cs typeface="Times New Roman" panose="02020603050405020304" pitchFamily="18" charset="0"/>
              </a:rPr>
              <a:t>W</a:t>
            </a:r>
            <a:r>
              <a:rPr lang="en-US" altLang="zh-TW" dirty="0">
                <a:effectLst/>
                <a:latin typeface="Times New Roman" panose="02020603050405020304" pitchFamily="18" charset="0"/>
                <a:cs typeface="Times New Roman" panose="02020603050405020304" pitchFamily="18" charset="0"/>
              </a:rPr>
              <a:t>e will </a:t>
            </a:r>
            <a:r>
              <a:rPr lang="en-US" altLang="zh-TW" i="1" dirty="0">
                <a:effectLst/>
                <a:latin typeface="Times New Roman" panose="02020603050405020304" pitchFamily="18" charset="0"/>
                <a:cs typeface="Times New Roman" panose="02020603050405020304" pitchFamily="18" charset="0"/>
              </a:rPr>
              <a:t>defer </a:t>
            </a:r>
            <a:r>
              <a:rPr lang="en-US" altLang="zh-TW" dirty="0">
                <a:effectLst/>
                <a:latin typeface="Times New Roman" panose="02020603050405020304" pitchFamily="18" charset="0"/>
                <a:cs typeface="Times New Roman" panose="02020603050405020304" pitchFamily="18" charset="0"/>
              </a:rPr>
              <a:t>the computation of </a:t>
            </a:r>
            <a:r>
              <a:rPr lang="el-GR" altLang="zh-TW" i="1" dirty="0">
                <a:effectLst/>
                <a:latin typeface="Times New Roman" panose="02020603050405020304" pitchFamily="18" charset="0"/>
                <a:cs typeface="Times New Roman" panose="02020603050405020304" pitchFamily="18" charset="0"/>
              </a:rPr>
              <a:t>θ</a:t>
            </a:r>
            <a:r>
              <a:rPr lang="en-US" altLang="zh-TW" i="1" baseline="-25000" dirty="0">
                <a:effectLst/>
                <a:latin typeface="Times New Roman" panose="02020603050405020304" pitchFamily="18" charset="0"/>
                <a:cs typeface="Times New Roman" panose="02020603050405020304" pitchFamily="18" charset="0"/>
              </a:rPr>
              <a:t>c</a:t>
            </a:r>
            <a:r>
              <a:rPr lang="en-US" altLang="zh-TW" i="1" dirty="0">
                <a:effectLst/>
                <a:latin typeface="Times New Roman" panose="02020603050405020304" pitchFamily="18" charset="0"/>
                <a:cs typeface="Times New Roman" panose="02020603050405020304" pitchFamily="18" charset="0"/>
              </a:rPr>
              <a:t> </a:t>
            </a:r>
            <a:r>
              <a:rPr lang="en-US" altLang="zh-TW" dirty="0">
                <a:effectLst/>
                <a:latin typeface="Times New Roman" panose="02020603050405020304" pitchFamily="18" charset="0"/>
                <a:cs typeface="Times New Roman" panose="02020603050405020304" pitchFamily="18" charset="0"/>
              </a:rPr>
              <a:t>until we get </a:t>
            </a:r>
            <a:r>
              <a:rPr lang="en-US" altLang="zh-TW" i="1" dirty="0">
                <a:effectLst/>
                <a:latin typeface="Times New Roman" panose="02020603050405020304" pitchFamily="18" charset="0"/>
                <a:cs typeface="Times New Roman" panose="02020603050405020304" pitchFamily="18" charset="0"/>
              </a:rPr>
              <a:t>x</a:t>
            </a:r>
            <a:r>
              <a:rPr lang="en-US" altLang="zh-TW" i="1" baseline="-25000" dirty="0">
                <a:effectLst/>
                <a:latin typeface="Times New Roman" panose="02020603050405020304" pitchFamily="18" charset="0"/>
                <a:cs typeface="Times New Roman" panose="02020603050405020304" pitchFamily="18" charset="0"/>
              </a:rPr>
              <a:t>i</a:t>
            </a:r>
            <a:r>
              <a:rPr lang="en-US" altLang="zh-TW" i="1" dirty="0">
                <a:effectLst/>
                <a:latin typeface="Times New Roman" panose="02020603050405020304" pitchFamily="18" charset="0"/>
                <a:cs typeface="Times New Roman" panose="02020603050405020304" pitchFamily="18" charset="0"/>
              </a:rPr>
              <a:t> </a:t>
            </a:r>
            <a:r>
              <a:rPr lang="en-US" altLang="zh-TW" dirty="0">
                <a:effectLst/>
                <a:latin typeface="Times New Roman" panose="02020603050405020304" pitchFamily="18" charset="0"/>
                <a:cs typeface="Times New Roman" panose="02020603050405020304" pitchFamily="18" charset="0"/>
              </a:rPr>
              <a:t>= </a:t>
            </a:r>
            <a:r>
              <a:rPr lang="en-US" altLang="zh-TW" i="1" dirty="0" err="1">
                <a:effectLst/>
                <a:latin typeface="Times New Roman" panose="02020603050405020304" pitchFamily="18" charset="0"/>
                <a:cs typeface="Times New Roman" panose="02020603050405020304" pitchFamily="18" charset="0"/>
              </a:rPr>
              <a:t>y</a:t>
            </a:r>
            <a:r>
              <a:rPr lang="en-US" altLang="zh-TW" i="1" baseline="-25000" dirty="0" err="1">
                <a:effectLst/>
                <a:latin typeface="Times New Roman" panose="02020603050405020304" pitchFamily="18" charset="0"/>
                <a:cs typeface="Times New Roman" panose="02020603050405020304" pitchFamily="18" charset="0"/>
              </a:rPr>
              <a:t>j</a:t>
            </a:r>
            <a:r>
              <a:rPr lang="en-US" altLang="zh-TW" i="1" dirty="0">
                <a:effectLst/>
                <a:latin typeface="Times New Roman" panose="02020603050405020304" pitchFamily="18" charset="0"/>
                <a:cs typeface="Times New Roman" panose="02020603050405020304" pitchFamily="18" charset="0"/>
              </a:rPr>
              <a:t>.</a:t>
            </a:r>
            <a:endParaRPr lang="en-US" altLang="zh-TW" dirty="0">
              <a:latin typeface="Times New Roman" panose="02020603050405020304" pitchFamily="18" charset="0"/>
              <a:cs typeface="Times New Roman" panose="02020603050405020304" pitchFamily="18" charset="0"/>
            </a:endParaRPr>
          </a:p>
        </p:txBody>
      </p:sp>
      <p:cxnSp>
        <p:nvCxnSpPr>
          <p:cNvPr id="28" name="直線箭頭接點 27">
            <a:extLst>
              <a:ext uri="{FF2B5EF4-FFF2-40B4-BE49-F238E27FC236}">
                <a16:creationId xmlns:a16="http://schemas.microsoft.com/office/drawing/2014/main" id="{585675E0-63ED-B8D6-A024-B112BBC11566}"/>
              </a:ext>
            </a:extLst>
          </p:cNvPr>
          <p:cNvCxnSpPr>
            <a:cxnSpLocks/>
          </p:cNvCxnSpPr>
          <p:nvPr/>
        </p:nvCxnSpPr>
        <p:spPr>
          <a:xfrm>
            <a:off x="3759721" y="3620118"/>
            <a:ext cx="0" cy="989796"/>
          </a:xfrm>
          <a:prstGeom prst="straightConnector1">
            <a:avLst/>
          </a:prstGeom>
          <a:ln w="76200">
            <a:solidFill>
              <a:srgbClr val="4472C4">
                <a:alpha val="50196"/>
              </a:srgbClr>
            </a:solidFill>
            <a:tailEnd type="triangle"/>
          </a:ln>
        </p:spPr>
        <p:style>
          <a:lnRef idx="1">
            <a:schemeClr val="accent1"/>
          </a:lnRef>
          <a:fillRef idx="0">
            <a:schemeClr val="accent1"/>
          </a:fillRef>
          <a:effectRef idx="0">
            <a:schemeClr val="accent1"/>
          </a:effectRef>
          <a:fontRef idx="minor">
            <a:schemeClr val="tx1"/>
          </a:fontRef>
        </p:style>
      </p:cxnSp>
      <p:pic>
        <p:nvPicPr>
          <p:cNvPr id="30" name="圖片 29">
            <a:extLst>
              <a:ext uri="{FF2B5EF4-FFF2-40B4-BE49-F238E27FC236}">
                <a16:creationId xmlns:a16="http://schemas.microsoft.com/office/drawing/2014/main" id="{A643D69C-3BB3-8509-B84C-ABC7D314CD3A}"/>
              </a:ext>
            </a:extLst>
          </p:cNvPr>
          <p:cNvPicPr>
            <a:picLocks noChangeAspect="1"/>
          </p:cNvPicPr>
          <p:nvPr/>
        </p:nvPicPr>
        <p:blipFill>
          <a:blip r:embed="rId4"/>
          <a:stretch>
            <a:fillRect/>
          </a:stretch>
        </p:blipFill>
        <p:spPr>
          <a:xfrm>
            <a:off x="3442802" y="150180"/>
            <a:ext cx="3835400" cy="647700"/>
          </a:xfrm>
          <a:prstGeom prst="rect">
            <a:avLst/>
          </a:prstGeom>
        </p:spPr>
      </p:pic>
      <p:sp>
        <p:nvSpPr>
          <p:cNvPr id="31" name="文字方塊 30">
            <a:extLst>
              <a:ext uri="{FF2B5EF4-FFF2-40B4-BE49-F238E27FC236}">
                <a16:creationId xmlns:a16="http://schemas.microsoft.com/office/drawing/2014/main" id="{21813157-781A-8A24-A715-04F42ABB54A1}"/>
              </a:ext>
            </a:extLst>
          </p:cNvPr>
          <p:cNvSpPr txBox="1"/>
          <p:nvPr/>
        </p:nvSpPr>
        <p:spPr>
          <a:xfrm>
            <a:off x="11044797" y="4639602"/>
            <a:ext cx="748923" cy="369332"/>
          </a:xfrm>
          <a:prstGeom prst="rect">
            <a:avLst/>
          </a:prstGeom>
          <a:noFill/>
        </p:spPr>
        <p:txBody>
          <a:bodyPr wrap="none" rtlCol="0">
            <a:spAutoFit/>
          </a:bodyPr>
          <a:lstStyle/>
          <a:p>
            <a:r>
              <a:rPr kumimoji="1" lang="en-US" altLang="zh-TW" dirty="0">
                <a:solidFill>
                  <a:schemeClr val="accent6"/>
                </a:solidFill>
                <a:latin typeface="Times New Roman" panose="02020603050405020304" pitchFamily="18" charset="0"/>
                <a:cs typeface="Times New Roman" panose="02020603050405020304" pitchFamily="18" charset="0"/>
              </a:rPr>
              <a:t>Green</a:t>
            </a:r>
            <a:endParaRPr kumimoji="1" lang="zh-TW" altLang="en-US" dirty="0">
              <a:solidFill>
                <a:schemeClr val="accent6"/>
              </a:solidFill>
              <a:latin typeface="Times New Roman" panose="02020603050405020304" pitchFamily="18" charset="0"/>
              <a:cs typeface="Times New Roman" panose="02020603050405020304" pitchFamily="18" charset="0"/>
            </a:endParaRPr>
          </a:p>
        </p:txBody>
      </p:sp>
      <p:sp>
        <p:nvSpPr>
          <p:cNvPr id="33" name="文字方塊 32">
            <a:extLst>
              <a:ext uri="{FF2B5EF4-FFF2-40B4-BE49-F238E27FC236}">
                <a16:creationId xmlns:a16="http://schemas.microsoft.com/office/drawing/2014/main" id="{516C4CAE-D08C-7B6F-6FFE-1970CF23D889}"/>
              </a:ext>
            </a:extLst>
          </p:cNvPr>
          <p:cNvSpPr txBox="1"/>
          <p:nvPr/>
        </p:nvSpPr>
        <p:spPr>
          <a:xfrm>
            <a:off x="10252620" y="4084166"/>
            <a:ext cx="1223412" cy="369332"/>
          </a:xfrm>
          <a:prstGeom prst="rect">
            <a:avLst/>
          </a:prstGeom>
          <a:noFill/>
        </p:spPr>
        <p:txBody>
          <a:bodyPr wrap="none" rtlCol="0">
            <a:spAutoFit/>
          </a:bodyPr>
          <a:lstStyle/>
          <a:p>
            <a:r>
              <a:rPr kumimoji="1" lang="en-US" altLang="zh-TW" dirty="0">
                <a:solidFill>
                  <a:srgbClr val="FF0000"/>
                </a:solidFill>
                <a:latin typeface="Times New Roman" panose="02020603050405020304" pitchFamily="18" charset="0"/>
                <a:cs typeface="Times New Roman" panose="02020603050405020304" pitchFamily="18" charset="0"/>
              </a:rPr>
              <a:t>Red    </a:t>
            </a:r>
            <a:r>
              <a:rPr kumimoji="1" lang="en-US" altLang="zh-TW" dirty="0">
                <a:solidFill>
                  <a:schemeClr val="accent1"/>
                </a:solidFill>
                <a:latin typeface="Times New Roman" panose="02020603050405020304" pitchFamily="18" charset="0"/>
                <a:cs typeface="Times New Roman" panose="02020603050405020304" pitchFamily="18" charset="0"/>
              </a:rPr>
              <a:t>Blue</a:t>
            </a:r>
            <a:endParaRPr kumimoji="1" lang="zh-TW" altLang="en-US" dirty="0">
              <a:solidFill>
                <a:schemeClr val="accent1"/>
              </a:solidFill>
              <a:latin typeface="Times New Roman" panose="02020603050405020304" pitchFamily="18" charset="0"/>
              <a:cs typeface="Times New Roman" panose="02020603050405020304" pitchFamily="18" charset="0"/>
            </a:endParaRPr>
          </a:p>
        </p:txBody>
      </p:sp>
      <p:sp>
        <p:nvSpPr>
          <p:cNvPr id="34" name="矩形 33">
            <a:extLst>
              <a:ext uri="{FF2B5EF4-FFF2-40B4-BE49-F238E27FC236}">
                <a16:creationId xmlns:a16="http://schemas.microsoft.com/office/drawing/2014/main" id="{0D6416EB-B489-B18F-A51F-D83DB2D5824C}"/>
              </a:ext>
            </a:extLst>
          </p:cNvPr>
          <p:cNvSpPr/>
          <p:nvPr/>
        </p:nvSpPr>
        <p:spPr>
          <a:xfrm>
            <a:off x="3524724" y="5574840"/>
            <a:ext cx="460534" cy="212044"/>
          </a:xfrm>
          <a:prstGeom prst="rect">
            <a:avLst/>
          </a:prstGeom>
          <a:noFill/>
          <a:ln w="381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5" name="矩形 34">
            <a:extLst>
              <a:ext uri="{FF2B5EF4-FFF2-40B4-BE49-F238E27FC236}">
                <a16:creationId xmlns:a16="http://schemas.microsoft.com/office/drawing/2014/main" id="{1996A187-4E2E-4C4C-E9BD-B54315ABFC0D}"/>
              </a:ext>
            </a:extLst>
          </p:cNvPr>
          <p:cNvSpPr/>
          <p:nvPr/>
        </p:nvSpPr>
        <p:spPr>
          <a:xfrm>
            <a:off x="3523902" y="5362103"/>
            <a:ext cx="460534" cy="212044"/>
          </a:xfrm>
          <a:prstGeom prst="rect">
            <a:avLst/>
          </a:prstGeom>
          <a:noFill/>
          <a:ln w="381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6" name="矩形 35">
            <a:extLst>
              <a:ext uri="{FF2B5EF4-FFF2-40B4-BE49-F238E27FC236}">
                <a16:creationId xmlns:a16="http://schemas.microsoft.com/office/drawing/2014/main" id="{2C368451-DC5E-AAFE-AC09-3EA64BE25BC4}"/>
              </a:ext>
            </a:extLst>
          </p:cNvPr>
          <p:cNvSpPr/>
          <p:nvPr/>
        </p:nvSpPr>
        <p:spPr>
          <a:xfrm>
            <a:off x="4005140" y="5967583"/>
            <a:ext cx="460534" cy="212044"/>
          </a:xfrm>
          <a:prstGeom prst="rect">
            <a:avLst/>
          </a:prstGeom>
          <a:noFill/>
          <a:ln w="38100">
            <a:solidFill>
              <a:srgbClr val="4472C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7" name="矩形 36">
            <a:extLst>
              <a:ext uri="{FF2B5EF4-FFF2-40B4-BE49-F238E27FC236}">
                <a16:creationId xmlns:a16="http://schemas.microsoft.com/office/drawing/2014/main" id="{65F82496-5467-A796-566D-B0D2EBB6B5D3}"/>
              </a:ext>
            </a:extLst>
          </p:cNvPr>
          <p:cNvSpPr/>
          <p:nvPr/>
        </p:nvSpPr>
        <p:spPr>
          <a:xfrm>
            <a:off x="4004318" y="5754846"/>
            <a:ext cx="460534" cy="212044"/>
          </a:xfrm>
          <a:prstGeom prst="rect">
            <a:avLst/>
          </a:prstGeom>
          <a:noFill/>
          <a:ln w="38100">
            <a:solidFill>
              <a:srgbClr val="4472C4"/>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 name="矩形 2">
            <a:extLst>
              <a:ext uri="{FF2B5EF4-FFF2-40B4-BE49-F238E27FC236}">
                <a16:creationId xmlns:a16="http://schemas.microsoft.com/office/drawing/2014/main" id="{09440C28-0BD9-B791-B319-97D4E685BCBD}"/>
              </a:ext>
            </a:extLst>
          </p:cNvPr>
          <p:cNvSpPr/>
          <p:nvPr/>
        </p:nvSpPr>
        <p:spPr>
          <a:xfrm>
            <a:off x="3533274" y="5125426"/>
            <a:ext cx="460534" cy="212044"/>
          </a:xfrm>
          <a:prstGeom prst="rect">
            <a:avLst/>
          </a:prstGeom>
          <a:noFill/>
          <a:ln w="38100">
            <a:solidFill>
              <a:schemeClr val="accent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矩形 7">
            <a:extLst>
              <a:ext uri="{FF2B5EF4-FFF2-40B4-BE49-F238E27FC236}">
                <a16:creationId xmlns:a16="http://schemas.microsoft.com/office/drawing/2014/main" id="{5F207F27-48DE-0E61-5AC2-FC9D5C8964EF}"/>
              </a:ext>
            </a:extLst>
          </p:cNvPr>
          <p:cNvSpPr/>
          <p:nvPr/>
        </p:nvSpPr>
        <p:spPr>
          <a:xfrm>
            <a:off x="3532452" y="4912689"/>
            <a:ext cx="460534" cy="212044"/>
          </a:xfrm>
          <a:prstGeom prst="rect">
            <a:avLst/>
          </a:prstGeom>
          <a:noFill/>
          <a:ln w="38100">
            <a:solidFill>
              <a:schemeClr val="accent6"/>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 name="矩形 11">
            <a:extLst>
              <a:ext uri="{FF2B5EF4-FFF2-40B4-BE49-F238E27FC236}">
                <a16:creationId xmlns:a16="http://schemas.microsoft.com/office/drawing/2014/main" id="{3C055F39-18E7-D9C1-15F6-C4D686F7C20C}"/>
              </a:ext>
            </a:extLst>
          </p:cNvPr>
          <p:cNvSpPr/>
          <p:nvPr/>
        </p:nvSpPr>
        <p:spPr>
          <a:xfrm>
            <a:off x="3767850" y="2690808"/>
            <a:ext cx="246974" cy="212044"/>
          </a:xfrm>
          <a:prstGeom prst="rect">
            <a:avLst/>
          </a:prstGeom>
          <a:noFill/>
          <a:ln w="38100">
            <a:solidFill>
              <a:schemeClr val="accent6"/>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38" name="圖片 37">
            <a:extLst>
              <a:ext uri="{FF2B5EF4-FFF2-40B4-BE49-F238E27FC236}">
                <a16:creationId xmlns:a16="http://schemas.microsoft.com/office/drawing/2014/main" id="{4B045F7A-8D63-F017-FEA2-96561057EBB9}"/>
              </a:ext>
            </a:extLst>
          </p:cNvPr>
          <p:cNvPicPr>
            <a:picLocks noChangeAspect="1"/>
          </p:cNvPicPr>
          <p:nvPr/>
        </p:nvPicPr>
        <p:blipFill>
          <a:blip r:embed="rId5">
            <a:alphaModFix amt="35000"/>
          </a:blip>
          <a:stretch>
            <a:fillRect/>
          </a:stretch>
        </p:blipFill>
        <p:spPr>
          <a:xfrm>
            <a:off x="4910248" y="4869736"/>
            <a:ext cx="6451355" cy="1447534"/>
          </a:xfrm>
          <a:prstGeom prst="rect">
            <a:avLst/>
          </a:prstGeom>
        </p:spPr>
      </p:pic>
      <p:pic>
        <p:nvPicPr>
          <p:cNvPr id="10" name="圖片 9">
            <a:extLst>
              <a:ext uri="{FF2B5EF4-FFF2-40B4-BE49-F238E27FC236}">
                <a16:creationId xmlns:a16="http://schemas.microsoft.com/office/drawing/2014/main" id="{B9853E38-9FD1-A29B-F7A6-2C7A57A80376}"/>
              </a:ext>
            </a:extLst>
          </p:cNvPr>
          <p:cNvPicPr>
            <a:picLocks noChangeAspect="1"/>
          </p:cNvPicPr>
          <p:nvPr/>
        </p:nvPicPr>
        <p:blipFill>
          <a:blip r:embed="rId6"/>
          <a:stretch>
            <a:fillRect/>
          </a:stretch>
        </p:blipFill>
        <p:spPr>
          <a:xfrm>
            <a:off x="4910248" y="4054386"/>
            <a:ext cx="6789919" cy="927489"/>
          </a:xfrm>
          <a:prstGeom prst="rect">
            <a:avLst/>
          </a:prstGeom>
        </p:spPr>
      </p:pic>
      <p:sp>
        <p:nvSpPr>
          <p:cNvPr id="39" name="文字方塊 38">
            <a:extLst>
              <a:ext uri="{FF2B5EF4-FFF2-40B4-BE49-F238E27FC236}">
                <a16:creationId xmlns:a16="http://schemas.microsoft.com/office/drawing/2014/main" id="{FCA076CB-ADCB-1C96-987B-C238993EDCA5}"/>
              </a:ext>
            </a:extLst>
          </p:cNvPr>
          <p:cNvSpPr txBox="1"/>
          <p:nvPr/>
        </p:nvSpPr>
        <p:spPr>
          <a:xfrm>
            <a:off x="11058367" y="4675668"/>
            <a:ext cx="748923" cy="369332"/>
          </a:xfrm>
          <a:prstGeom prst="rect">
            <a:avLst/>
          </a:prstGeom>
          <a:noFill/>
        </p:spPr>
        <p:txBody>
          <a:bodyPr wrap="none" rtlCol="0">
            <a:spAutoFit/>
          </a:bodyPr>
          <a:lstStyle/>
          <a:p>
            <a:r>
              <a:rPr kumimoji="1" lang="en-US" altLang="zh-TW" dirty="0">
                <a:solidFill>
                  <a:schemeClr val="accent6"/>
                </a:solidFill>
                <a:latin typeface="Times New Roman" panose="02020603050405020304" pitchFamily="18" charset="0"/>
                <a:cs typeface="Times New Roman" panose="02020603050405020304" pitchFamily="18" charset="0"/>
              </a:rPr>
              <a:t>Green</a:t>
            </a:r>
            <a:endParaRPr kumimoji="1" lang="zh-TW" altLang="en-US" dirty="0">
              <a:solidFill>
                <a:schemeClr val="accent6"/>
              </a:solidFill>
              <a:latin typeface="Times New Roman" panose="02020603050405020304" pitchFamily="18" charset="0"/>
              <a:cs typeface="Times New Roman" panose="02020603050405020304" pitchFamily="18" charset="0"/>
            </a:endParaRPr>
          </a:p>
        </p:txBody>
      </p:sp>
      <p:sp>
        <p:nvSpPr>
          <p:cNvPr id="41" name="文字方塊 40">
            <a:extLst>
              <a:ext uri="{FF2B5EF4-FFF2-40B4-BE49-F238E27FC236}">
                <a16:creationId xmlns:a16="http://schemas.microsoft.com/office/drawing/2014/main" id="{DBBB00AB-CDB4-9667-2920-BFD9C29A2104}"/>
              </a:ext>
            </a:extLst>
          </p:cNvPr>
          <p:cNvSpPr txBox="1"/>
          <p:nvPr/>
        </p:nvSpPr>
        <p:spPr>
          <a:xfrm>
            <a:off x="10192560" y="4163982"/>
            <a:ext cx="1606933" cy="369332"/>
          </a:xfrm>
          <a:prstGeom prst="rect">
            <a:avLst/>
          </a:prstGeom>
          <a:noFill/>
        </p:spPr>
        <p:txBody>
          <a:bodyPr wrap="square" rtlCol="0">
            <a:spAutoFit/>
          </a:bodyPr>
          <a:lstStyle/>
          <a:p>
            <a:r>
              <a:rPr kumimoji="1" lang="en-US" altLang="zh-TW" dirty="0">
                <a:solidFill>
                  <a:srgbClr val="FF0000"/>
                </a:solidFill>
                <a:latin typeface="Times New Roman" panose="02020603050405020304" pitchFamily="18" charset="0"/>
                <a:cs typeface="Times New Roman" panose="02020603050405020304" pitchFamily="18" charset="0"/>
              </a:rPr>
              <a:t>Red      </a:t>
            </a:r>
            <a:r>
              <a:rPr kumimoji="1" lang="en-US" altLang="zh-TW" dirty="0">
                <a:solidFill>
                  <a:schemeClr val="accent1"/>
                </a:solidFill>
                <a:latin typeface="Times New Roman" panose="02020603050405020304" pitchFamily="18" charset="0"/>
                <a:cs typeface="Times New Roman" panose="02020603050405020304" pitchFamily="18" charset="0"/>
              </a:rPr>
              <a:t>Blue</a:t>
            </a:r>
            <a:endParaRPr kumimoji="1" lang="zh-TW" altLang="en-US"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597722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5980BB2A-CFDD-3AC5-1493-D9D5DB7B088B}"/>
              </a:ext>
            </a:extLst>
          </p:cNvPr>
          <p:cNvPicPr>
            <a:picLocks noChangeAspect="1"/>
          </p:cNvPicPr>
          <p:nvPr/>
        </p:nvPicPr>
        <p:blipFill>
          <a:blip r:embed="rId2"/>
          <a:stretch>
            <a:fillRect/>
          </a:stretch>
        </p:blipFill>
        <p:spPr>
          <a:xfrm>
            <a:off x="108225" y="1351071"/>
            <a:ext cx="6713005" cy="5370404"/>
          </a:xfrm>
          <a:prstGeom prst="rect">
            <a:avLst/>
          </a:prstGeom>
        </p:spPr>
      </p:pic>
      <p:pic>
        <p:nvPicPr>
          <p:cNvPr id="9" name="圖片 8">
            <a:extLst>
              <a:ext uri="{FF2B5EF4-FFF2-40B4-BE49-F238E27FC236}">
                <a16:creationId xmlns:a16="http://schemas.microsoft.com/office/drawing/2014/main" id="{79500C11-5F3B-AA12-3CD7-D80422E07AD0}"/>
              </a:ext>
            </a:extLst>
          </p:cNvPr>
          <p:cNvPicPr>
            <a:picLocks noChangeAspect="1"/>
          </p:cNvPicPr>
          <p:nvPr/>
        </p:nvPicPr>
        <p:blipFill>
          <a:blip r:embed="rId3"/>
          <a:stretch>
            <a:fillRect/>
          </a:stretch>
        </p:blipFill>
        <p:spPr>
          <a:xfrm>
            <a:off x="6096000" y="1214429"/>
            <a:ext cx="5121350" cy="2900587"/>
          </a:xfrm>
          <a:prstGeom prst="rect">
            <a:avLst/>
          </a:prstGeom>
        </p:spPr>
      </p:pic>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Algo.4: Deferred Computation</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10</a:t>
            </a:fld>
            <a:endParaRPr kumimoji="1" lang="zh-TW" altLang="en-US"/>
          </a:p>
        </p:txBody>
      </p:sp>
      <p:sp>
        <p:nvSpPr>
          <p:cNvPr id="4" name="文字方塊 3">
            <a:extLst>
              <a:ext uri="{FF2B5EF4-FFF2-40B4-BE49-F238E27FC236}">
                <a16:creationId xmlns:a16="http://schemas.microsoft.com/office/drawing/2014/main" id="{A0160EA1-42AD-D6BE-79E0-194D142ECD6D}"/>
              </a:ext>
            </a:extLst>
          </p:cNvPr>
          <p:cNvSpPr txBox="1"/>
          <p:nvPr/>
        </p:nvSpPr>
        <p:spPr>
          <a:xfrm>
            <a:off x="0" y="0"/>
            <a:ext cx="2161874"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TW" dirty="0">
                <a:latin typeface="Times New Roman" panose="02020603050405020304" pitchFamily="18" charset="0"/>
                <a:cs typeface="Times New Roman" panose="02020603050405020304" pitchFamily="18" charset="0"/>
              </a:rPr>
              <a:t>Time: </a:t>
            </a:r>
            <a:r>
              <a:rPr lang="en-US" altLang="zh-TW" sz="1800" i="1" dirty="0">
                <a:latin typeface="Times New Roman" panose="02020603050405020304" pitchFamily="18" charset="0"/>
                <a:cs typeface="Times New Roman" panose="02020603050405020304" pitchFamily="18" charset="0"/>
              </a:rPr>
              <a:t>O</a:t>
            </a:r>
            <a:r>
              <a:rPr lang="en-US" altLang="zh-TW" sz="1800" dirty="0">
                <a:latin typeface="Times New Roman" panose="02020603050405020304" pitchFamily="18" charset="0"/>
                <a:cs typeface="Times New Roman" panose="02020603050405020304" pitchFamily="18" charset="0"/>
              </a:rPr>
              <a:t>(</a:t>
            </a:r>
            <a:r>
              <a:rPr lang="en-US" altLang="zh-TW" sz="1800" i="1" dirty="0">
                <a:latin typeface="Times New Roman" panose="02020603050405020304" pitchFamily="18" charset="0"/>
                <a:cs typeface="Times New Roman" panose="02020603050405020304" pitchFamily="18" charset="0"/>
              </a:rPr>
              <a:t>m</a:t>
            </a:r>
            <a:r>
              <a:rPr lang="en-US" altLang="zh-TW" sz="1800" dirty="0">
                <a:latin typeface="Times New Roman" panose="02020603050405020304" pitchFamily="18" charset="0"/>
                <a:cs typeface="Times New Roman" panose="02020603050405020304" pitchFamily="18" charset="0"/>
              </a:rPr>
              <a:t>(</a:t>
            </a:r>
            <a:r>
              <a:rPr lang="en-US" altLang="zh-TW" sz="1800" i="1" dirty="0">
                <a:latin typeface="Times New Roman" panose="02020603050405020304" pitchFamily="18" charset="0"/>
                <a:cs typeface="Times New Roman" panose="02020603050405020304" pitchFamily="18" charset="0"/>
              </a:rPr>
              <a:t>n </a:t>
            </a:r>
            <a:r>
              <a:rPr lang="en-US" altLang="zh-TW" sz="1800" dirty="0">
                <a:latin typeface="Times New Roman" panose="02020603050405020304" pitchFamily="18" charset="0"/>
                <a:cs typeface="Times New Roman" panose="02020603050405020304" pitchFamily="18" charset="0"/>
              </a:rPr>
              <a:t>+ </a:t>
            </a:r>
            <a:r>
              <a:rPr lang="en-US" altLang="zh-TW" sz="1800" i="1" dirty="0" err="1">
                <a:latin typeface="Times New Roman" panose="02020603050405020304" pitchFamily="18" charset="0"/>
                <a:cs typeface="Times New Roman" panose="02020603050405020304" pitchFamily="18" charset="0"/>
              </a:rPr>
              <a:t>c</a:t>
            </a:r>
            <a:r>
              <a:rPr lang="en-US" altLang="zh-TW" sz="1800" i="1" baseline="-25000" dirty="0" err="1">
                <a:latin typeface="Times New Roman" panose="02020603050405020304" pitchFamily="18" charset="0"/>
                <a:cs typeface="Times New Roman" panose="02020603050405020304" pitchFamily="18" charset="0"/>
              </a:rPr>
              <a:t>n</a:t>
            </a:r>
            <a:r>
              <a:rPr lang="en-US" altLang="zh-TW" sz="1800" i="1" dirty="0" err="1">
                <a:latin typeface="Times New Roman" panose="02020603050405020304" pitchFamily="18" charset="0"/>
                <a:cs typeface="Times New Roman" panose="02020603050405020304" pitchFamily="18" charset="0"/>
              </a:rPr>
              <a:t>c</a:t>
            </a:r>
            <a:r>
              <a:rPr lang="en-US" altLang="zh-TW" sz="1800" i="1" baseline="-25000" dirty="0" err="1">
                <a:latin typeface="Times New Roman" panose="02020603050405020304" pitchFamily="18" charset="0"/>
                <a:cs typeface="Times New Roman" panose="02020603050405020304" pitchFamily="18" charset="0"/>
              </a:rPr>
              <a:t>p</a:t>
            </a:r>
            <a:r>
              <a:rPr lang="en-US" altLang="zh-TW" sz="180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Space: </a:t>
            </a:r>
            <a:r>
              <a:rPr lang="en-US" altLang="zh-TW" sz="1800" i="1" dirty="0">
                <a:latin typeface="Times New Roman" panose="02020603050405020304" pitchFamily="18" charset="0"/>
                <a:cs typeface="Times New Roman" panose="02020603050405020304" pitchFamily="18" charset="0"/>
              </a:rPr>
              <a:t>O</a:t>
            </a:r>
            <a:r>
              <a:rPr lang="en-US" altLang="zh-TW" sz="1800" dirty="0">
                <a:latin typeface="Times New Roman" panose="02020603050405020304" pitchFamily="18" charset="0"/>
                <a:cs typeface="Times New Roman" panose="02020603050405020304" pitchFamily="18" charset="0"/>
              </a:rPr>
              <a:t>(</a:t>
            </a:r>
            <a:r>
              <a:rPr lang="en-US" altLang="zh-TW" sz="1800" i="1" dirty="0" err="1">
                <a:latin typeface="Times New Roman" panose="02020603050405020304" pitchFamily="18" charset="0"/>
                <a:cs typeface="Times New Roman" panose="02020603050405020304" pitchFamily="18" charset="0"/>
              </a:rPr>
              <a:t>nc</a:t>
            </a:r>
            <a:r>
              <a:rPr lang="en-US" altLang="zh-TW" sz="1800" i="1" baseline="-25000" dirty="0" err="1">
                <a:latin typeface="Times New Roman" panose="02020603050405020304" pitchFamily="18" charset="0"/>
                <a:cs typeface="Times New Roman" panose="02020603050405020304" pitchFamily="18" charset="0"/>
              </a:rPr>
              <a:t>p</a:t>
            </a:r>
            <a:r>
              <a:rPr lang="en-US" altLang="zh-TW" sz="180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61437A76-27BA-E1A6-55EF-351CD709061B}"/>
              </a:ext>
            </a:extLst>
          </p:cNvPr>
          <p:cNvSpPr txBox="1"/>
          <p:nvPr/>
        </p:nvSpPr>
        <p:spPr>
          <a:xfrm>
            <a:off x="7958840" y="599997"/>
            <a:ext cx="3002718" cy="646331"/>
          </a:xfrm>
          <a:prstGeom prst="rect">
            <a:avLst/>
          </a:prstGeom>
          <a:noFill/>
        </p:spPr>
        <p:txBody>
          <a:bodyPr wrap="square">
            <a:spAutoFit/>
          </a:bodyPr>
          <a:lstStyle/>
          <a:p>
            <a:r>
              <a:rPr lang="en-US" altLang="zh-TW" dirty="0">
                <a:latin typeface="Times New Roman" panose="02020603050405020304" pitchFamily="18" charset="0"/>
                <a:cs typeface="Times New Roman" panose="02020603050405020304" pitchFamily="18" charset="0"/>
              </a:rPr>
              <a:t>W</a:t>
            </a:r>
            <a:r>
              <a:rPr lang="en-US" altLang="zh-TW" dirty="0">
                <a:effectLst/>
                <a:latin typeface="Times New Roman" panose="02020603050405020304" pitchFamily="18" charset="0"/>
                <a:cs typeface="Times New Roman" panose="02020603050405020304" pitchFamily="18" charset="0"/>
              </a:rPr>
              <a:t>e will </a:t>
            </a:r>
            <a:r>
              <a:rPr lang="en-US" altLang="zh-TW" i="1" dirty="0">
                <a:effectLst/>
                <a:latin typeface="Times New Roman" panose="02020603050405020304" pitchFamily="18" charset="0"/>
                <a:cs typeface="Times New Roman" panose="02020603050405020304" pitchFamily="18" charset="0"/>
              </a:rPr>
              <a:t>defer </a:t>
            </a:r>
            <a:r>
              <a:rPr lang="en-US" altLang="zh-TW" dirty="0">
                <a:effectLst/>
                <a:latin typeface="Times New Roman" panose="02020603050405020304" pitchFamily="18" charset="0"/>
                <a:cs typeface="Times New Roman" panose="02020603050405020304" pitchFamily="18" charset="0"/>
              </a:rPr>
              <a:t>the computation of </a:t>
            </a:r>
            <a:r>
              <a:rPr lang="el-GR" altLang="zh-TW" i="1" dirty="0">
                <a:effectLst/>
                <a:latin typeface="Times New Roman" panose="02020603050405020304" pitchFamily="18" charset="0"/>
                <a:cs typeface="Times New Roman" panose="02020603050405020304" pitchFamily="18" charset="0"/>
              </a:rPr>
              <a:t>θ</a:t>
            </a:r>
            <a:r>
              <a:rPr lang="en-US" altLang="zh-TW" i="1" baseline="-25000" dirty="0">
                <a:effectLst/>
                <a:latin typeface="Times New Roman" panose="02020603050405020304" pitchFamily="18" charset="0"/>
                <a:cs typeface="Times New Roman" panose="02020603050405020304" pitchFamily="18" charset="0"/>
              </a:rPr>
              <a:t>c</a:t>
            </a:r>
            <a:r>
              <a:rPr lang="en-US" altLang="zh-TW" i="1" dirty="0">
                <a:effectLst/>
                <a:latin typeface="Times New Roman" panose="02020603050405020304" pitchFamily="18" charset="0"/>
                <a:cs typeface="Times New Roman" panose="02020603050405020304" pitchFamily="18" charset="0"/>
              </a:rPr>
              <a:t> </a:t>
            </a:r>
            <a:r>
              <a:rPr lang="en-US" altLang="zh-TW" dirty="0">
                <a:effectLst/>
                <a:latin typeface="Times New Roman" panose="02020603050405020304" pitchFamily="18" charset="0"/>
                <a:cs typeface="Times New Roman" panose="02020603050405020304" pitchFamily="18" charset="0"/>
              </a:rPr>
              <a:t>until we get </a:t>
            </a:r>
            <a:r>
              <a:rPr lang="en-US" altLang="zh-TW" i="1" dirty="0">
                <a:effectLst/>
                <a:latin typeface="Times New Roman" panose="02020603050405020304" pitchFamily="18" charset="0"/>
                <a:cs typeface="Times New Roman" panose="02020603050405020304" pitchFamily="18" charset="0"/>
              </a:rPr>
              <a:t>x</a:t>
            </a:r>
            <a:r>
              <a:rPr lang="en-US" altLang="zh-TW" i="1" baseline="-25000" dirty="0">
                <a:effectLst/>
                <a:latin typeface="Times New Roman" panose="02020603050405020304" pitchFamily="18" charset="0"/>
                <a:cs typeface="Times New Roman" panose="02020603050405020304" pitchFamily="18" charset="0"/>
              </a:rPr>
              <a:t>i</a:t>
            </a:r>
            <a:r>
              <a:rPr lang="en-US" altLang="zh-TW" i="1" dirty="0">
                <a:effectLst/>
                <a:latin typeface="Times New Roman" panose="02020603050405020304" pitchFamily="18" charset="0"/>
                <a:cs typeface="Times New Roman" panose="02020603050405020304" pitchFamily="18" charset="0"/>
              </a:rPr>
              <a:t> </a:t>
            </a:r>
            <a:r>
              <a:rPr lang="en-US" altLang="zh-TW" dirty="0">
                <a:effectLst/>
                <a:latin typeface="Times New Roman" panose="02020603050405020304" pitchFamily="18" charset="0"/>
                <a:cs typeface="Times New Roman" panose="02020603050405020304" pitchFamily="18" charset="0"/>
              </a:rPr>
              <a:t>= </a:t>
            </a:r>
            <a:r>
              <a:rPr lang="en-US" altLang="zh-TW" i="1" dirty="0" err="1">
                <a:effectLst/>
                <a:latin typeface="Times New Roman" panose="02020603050405020304" pitchFamily="18" charset="0"/>
                <a:cs typeface="Times New Roman" panose="02020603050405020304" pitchFamily="18" charset="0"/>
              </a:rPr>
              <a:t>y</a:t>
            </a:r>
            <a:r>
              <a:rPr lang="en-US" altLang="zh-TW" i="1" baseline="-25000" dirty="0" err="1">
                <a:effectLst/>
                <a:latin typeface="Times New Roman" panose="02020603050405020304" pitchFamily="18" charset="0"/>
                <a:cs typeface="Times New Roman" panose="02020603050405020304" pitchFamily="18" charset="0"/>
              </a:rPr>
              <a:t>j</a:t>
            </a:r>
            <a:r>
              <a:rPr lang="en-US" altLang="zh-TW" i="1" dirty="0">
                <a:effectLst/>
                <a:latin typeface="Times New Roman" panose="02020603050405020304" pitchFamily="18" charset="0"/>
                <a:cs typeface="Times New Roman" panose="02020603050405020304" pitchFamily="18" charset="0"/>
              </a:rPr>
              <a:t>.</a:t>
            </a:r>
            <a:endParaRPr lang="en-US" altLang="zh-TW" dirty="0">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FA3EB47D-8092-E4DF-0181-BE273BB71141}"/>
              </a:ext>
            </a:extLst>
          </p:cNvPr>
          <p:cNvSpPr/>
          <p:nvPr/>
        </p:nvSpPr>
        <p:spPr>
          <a:xfrm>
            <a:off x="9284324" y="2208078"/>
            <a:ext cx="266685" cy="236616"/>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 name="矩形 18">
            <a:extLst>
              <a:ext uri="{FF2B5EF4-FFF2-40B4-BE49-F238E27FC236}">
                <a16:creationId xmlns:a16="http://schemas.microsoft.com/office/drawing/2014/main" id="{66346F02-C107-D278-0FE0-A3DF03BC4094}"/>
              </a:ext>
            </a:extLst>
          </p:cNvPr>
          <p:cNvSpPr/>
          <p:nvPr/>
        </p:nvSpPr>
        <p:spPr>
          <a:xfrm>
            <a:off x="3759721" y="2277120"/>
            <a:ext cx="266685" cy="236616"/>
          </a:xfrm>
          <a:prstGeom prst="rect">
            <a:avLst/>
          </a:prstGeom>
          <a:noFill/>
          <a:ln w="38100">
            <a:solidFill>
              <a:schemeClr val="accent6"/>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 name="矩形 19">
            <a:extLst>
              <a:ext uri="{FF2B5EF4-FFF2-40B4-BE49-F238E27FC236}">
                <a16:creationId xmlns:a16="http://schemas.microsoft.com/office/drawing/2014/main" id="{43DE4864-D6D4-E721-B024-7E8063123106}"/>
              </a:ext>
            </a:extLst>
          </p:cNvPr>
          <p:cNvSpPr/>
          <p:nvPr/>
        </p:nvSpPr>
        <p:spPr>
          <a:xfrm>
            <a:off x="4005140" y="4694255"/>
            <a:ext cx="460534" cy="236616"/>
          </a:xfrm>
          <a:prstGeom prst="rect">
            <a:avLst/>
          </a:prstGeom>
          <a:noFill/>
          <a:ln w="38100">
            <a:solidFill>
              <a:schemeClr val="accent6"/>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21" name="直線箭頭接點 20">
            <a:extLst>
              <a:ext uri="{FF2B5EF4-FFF2-40B4-BE49-F238E27FC236}">
                <a16:creationId xmlns:a16="http://schemas.microsoft.com/office/drawing/2014/main" id="{5B5C848E-F447-4A08-D759-E69F215EB22B}"/>
              </a:ext>
            </a:extLst>
          </p:cNvPr>
          <p:cNvCxnSpPr/>
          <p:nvPr/>
        </p:nvCxnSpPr>
        <p:spPr>
          <a:xfrm>
            <a:off x="5654573" y="2679700"/>
            <a:ext cx="1028700" cy="0"/>
          </a:xfrm>
          <a:prstGeom prst="straightConnector1">
            <a:avLst/>
          </a:prstGeom>
          <a:ln w="76200">
            <a:solidFill>
              <a:srgbClr val="4472C4">
                <a:alpha val="50196"/>
              </a:srgb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箭頭接點 25">
            <a:extLst>
              <a:ext uri="{FF2B5EF4-FFF2-40B4-BE49-F238E27FC236}">
                <a16:creationId xmlns:a16="http://schemas.microsoft.com/office/drawing/2014/main" id="{716D81A7-31F4-9CF0-D7AF-935AD8D2B0AC}"/>
              </a:ext>
            </a:extLst>
          </p:cNvPr>
          <p:cNvCxnSpPr/>
          <p:nvPr/>
        </p:nvCxnSpPr>
        <p:spPr>
          <a:xfrm>
            <a:off x="7150100" y="2316808"/>
            <a:ext cx="342900" cy="0"/>
          </a:xfrm>
          <a:prstGeom prst="straightConnector1">
            <a:avLst/>
          </a:prstGeom>
          <a:ln w="952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7" name="直線箭頭接點 26">
            <a:extLst>
              <a:ext uri="{FF2B5EF4-FFF2-40B4-BE49-F238E27FC236}">
                <a16:creationId xmlns:a16="http://schemas.microsoft.com/office/drawing/2014/main" id="{39FA2C31-FA67-4E07-F932-F97D560657CE}"/>
              </a:ext>
            </a:extLst>
          </p:cNvPr>
          <p:cNvCxnSpPr/>
          <p:nvPr/>
        </p:nvCxnSpPr>
        <p:spPr>
          <a:xfrm>
            <a:off x="7150100" y="2964563"/>
            <a:ext cx="342900" cy="0"/>
          </a:xfrm>
          <a:prstGeom prst="straightConnector1">
            <a:avLst/>
          </a:prstGeom>
          <a:ln w="952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30" name="圖片 29">
            <a:extLst>
              <a:ext uri="{FF2B5EF4-FFF2-40B4-BE49-F238E27FC236}">
                <a16:creationId xmlns:a16="http://schemas.microsoft.com/office/drawing/2014/main" id="{A643D69C-3BB3-8509-B84C-ABC7D314CD3A}"/>
              </a:ext>
            </a:extLst>
          </p:cNvPr>
          <p:cNvPicPr>
            <a:picLocks noChangeAspect="1"/>
          </p:cNvPicPr>
          <p:nvPr/>
        </p:nvPicPr>
        <p:blipFill>
          <a:blip r:embed="rId4"/>
          <a:stretch>
            <a:fillRect/>
          </a:stretch>
        </p:blipFill>
        <p:spPr>
          <a:xfrm>
            <a:off x="3442802" y="150180"/>
            <a:ext cx="3835400" cy="647700"/>
          </a:xfrm>
          <a:prstGeom prst="rect">
            <a:avLst/>
          </a:prstGeom>
        </p:spPr>
      </p:pic>
      <p:cxnSp>
        <p:nvCxnSpPr>
          <p:cNvPr id="38" name="直線箭頭接點 37">
            <a:extLst>
              <a:ext uri="{FF2B5EF4-FFF2-40B4-BE49-F238E27FC236}">
                <a16:creationId xmlns:a16="http://schemas.microsoft.com/office/drawing/2014/main" id="{B9DAEFCF-24D0-81B4-662B-6A699ED96C70}"/>
              </a:ext>
            </a:extLst>
          </p:cNvPr>
          <p:cNvCxnSpPr/>
          <p:nvPr/>
        </p:nvCxnSpPr>
        <p:spPr>
          <a:xfrm>
            <a:off x="1990424" y="4813015"/>
            <a:ext cx="342900" cy="0"/>
          </a:xfrm>
          <a:prstGeom prst="straightConnector1">
            <a:avLst/>
          </a:prstGeom>
          <a:ln w="952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9" name="直線箭頭接點 38">
            <a:extLst>
              <a:ext uri="{FF2B5EF4-FFF2-40B4-BE49-F238E27FC236}">
                <a16:creationId xmlns:a16="http://schemas.microsoft.com/office/drawing/2014/main" id="{49AFBEE4-7D05-2EEF-FAB9-1B5A2C4D3D12}"/>
              </a:ext>
            </a:extLst>
          </p:cNvPr>
          <p:cNvCxnSpPr/>
          <p:nvPr/>
        </p:nvCxnSpPr>
        <p:spPr>
          <a:xfrm>
            <a:off x="1990424" y="5460770"/>
            <a:ext cx="342900" cy="0"/>
          </a:xfrm>
          <a:prstGeom prst="straightConnector1">
            <a:avLst/>
          </a:prstGeom>
          <a:ln w="952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2" name="矩形 41">
            <a:extLst>
              <a:ext uri="{FF2B5EF4-FFF2-40B4-BE49-F238E27FC236}">
                <a16:creationId xmlns:a16="http://schemas.microsoft.com/office/drawing/2014/main" id="{73302A57-8E76-B926-B5EE-8601D1F35D6E}"/>
              </a:ext>
            </a:extLst>
          </p:cNvPr>
          <p:cNvSpPr/>
          <p:nvPr/>
        </p:nvSpPr>
        <p:spPr>
          <a:xfrm>
            <a:off x="8717865" y="2865835"/>
            <a:ext cx="266685" cy="236616"/>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3" name="矩形 42">
            <a:extLst>
              <a:ext uri="{FF2B5EF4-FFF2-40B4-BE49-F238E27FC236}">
                <a16:creationId xmlns:a16="http://schemas.microsoft.com/office/drawing/2014/main" id="{AA1B1ACF-0FF3-8C49-DBE1-929B0D759199}"/>
              </a:ext>
            </a:extLst>
          </p:cNvPr>
          <p:cNvSpPr/>
          <p:nvPr/>
        </p:nvSpPr>
        <p:spPr>
          <a:xfrm>
            <a:off x="2985865" y="5342462"/>
            <a:ext cx="342900" cy="236615"/>
          </a:xfrm>
          <a:prstGeom prst="rect">
            <a:avLst/>
          </a:prstGeom>
          <a:noFill/>
          <a:ln w="38100">
            <a:solidFill>
              <a:schemeClr val="accent6"/>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6" name="矩形 45">
            <a:extLst>
              <a:ext uri="{FF2B5EF4-FFF2-40B4-BE49-F238E27FC236}">
                <a16:creationId xmlns:a16="http://schemas.microsoft.com/office/drawing/2014/main" id="{471925FC-F2C2-CDC3-2D3C-9F8F4D47E9EC}"/>
              </a:ext>
            </a:extLst>
          </p:cNvPr>
          <p:cNvSpPr/>
          <p:nvPr/>
        </p:nvSpPr>
        <p:spPr>
          <a:xfrm>
            <a:off x="3226114" y="2896927"/>
            <a:ext cx="266685" cy="236616"/>
          </a:xfrm>
          <a:prstGeom prst="rect">
            <a:avLst/>
          </a:prstGeom>
          <a:noFill/>
          <a:ln w="38100">
            <a:solidFill>
              <a:schemeClr val="accent6"/>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47" name="圖片 46">
            <a:extLst>
              <a:ext uri="{FF2B5EF4-FFF2-40B4-BE49-F238E27FC236}">
                <a16:creationId xmlns:a16="http://schemas.microsoft.com/office/drawing/2014/main" id="{F6557AFF-2CD8-5C49-71F3-01770EAD85BF}"/>
              </a:ext>
            </a:extLst>
          </p:cNvPr>
          <p:cNvPicPr>
            <a:picLocks noChangeAspect="1"/>
          </p:cNvPicPr>
          <p:nvPr/>
        </p:nvPicPr>
        <p:blipFill>
          <a:blip r:embed="rId5"/>
          <a:stretch>
            <a:fillRect/>
          </a:stretch>
        </p:blipFill>
        <p:spPr>
          <a:xfrm>
            <a:off x="4967919" y="4115016"/>
            <a:ext cx="6509011" cy="963505"/>
          </a:xfrm>
          <a:prstGeom prst="rect">
            <a:avLst/>
          </a:prstGeom>
        </p:spPr>
      </p:pic>
      <p:cxnSp>
        <p:nvCxnSpPr>
          <p:cNvPr id="22" name="直線箭頭接點 21">
            <a:extLst>
              <a:ext uri="{FF2B5EF4-FFF2-40B4-BE49-F238E27FC236}">
                <a16:creationId xmlns:a16="http://schemas.microsoft.com/office/drawing/2014/main" id="{3BBB5A8D-D871-6EAD-1980-2750D6FE5B6B}"/>
              </a:ext>
            </a:extLst>
          </p:cNvPr>
          <p:cNvCxnSpPr>
            <a:cxnSpLocks/>
          </p:cNvCxnSpPr>
          <p:nvPr/>
        </p:nvCxnSpPr>
        <p:spPr>
          <a:xfrm flipV="1">
            <a:off x="5624292" y="2964563"/>
            <a:ext cx="941608" cy="2332830"/>
          </a:xfrm>
          <a:prstGeom prst="straightConnector1">
            <a:avLst/>
          </a:prstGeom>
          <a:ln w="76200">
            <a:solidFill>
              <a:srgbClr val="4472C4">
                <a:alpha val="50196"/>
              </a:srgb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126914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11</a:t>
            </a:fld>
            <a:endParaRPr kumimoji="1" lang="zh-TW" altLang="en-US"/>
          </a:p>
        </p:txBody>
      </p:sp>
      <p:sp>
        <p:nvSpPr>
          <p:cNvPr id="4" name="文字方塊 3">
            <a:extLst>
              <a:ext uri="{FF2B5EF4-FFF2-40B4-BE49-F238E27FC236}">
                <a16:creationId xmlns:a16="http://schemas.microsoft.com/office/drawing/2014/main" id="{9F1A9896-753E-75CC-03C4-E2E453F6EF37}"/>
              </a:ext>
            </a:extLst>
          </p:cNvPr>
          <p:cNvSpPr txBox="1"/>
          <p:nvPr/>
        </p:nvSpPr>
        <p:spPr>
          <a:xfrm>
            <a:off x="0" y="0"/>
            <a:ext cx="2161874"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TW" dirty="0">
                <a:latin typeface="Times New Roman" panose="02020603050405020304" pitchFamily="18" charset="0"/>
                <a:cs typeface="Times New Roman" panose="02020603050405020304" pitchFamily="18" charset="0"/>
              </a:rPr>
              <a:t>Time: </a:t>
            </a:r>
            <a:r>
              <a:rPr lang="en-US" altLang="zh-TW" sz="1800" i="1" dirty="0">
                <a:latin typeface="Times New Roman" panose="02020603050405020304" pitchFamily="18" charset="0"/>
                <a:cs typeface="Times New Roman" panose="02020603050405020304" pitchFamily="18" charset="0"/>
              </a:rPr>
              <a:t>O</a:t>
            </a:r>
            <a:r>
              <a:rPr lang="en-US" altLang="zh-TW" sz="1800" dirty="0">
                <a:latin typeface="Times New Roman" panose="02020603050405020304" pitchFamily="18" charset="0"/>
                <a:cs typeface="Times New Roman" panose="02020603050405020304" pitchFamily="18" charset="0"/>
              </a:rPr>
              <a:t>(</a:t>
            </a:r>
            <a:r>
              <a:rPr lang="en-US" altLang="zh-TW" sz="1800" i="1" dirty="0">
                <a:latin typeface="Times New Roman" panose="02020603050405020304" pitchFamily="18" charset="0"/>
                <a:cs typeface="Times New Roman" panose="02020603050405020304" pitchFamily="18" charset="0"/>
              </a:rPr>
              <a:t>m</a:t>
            </a:r>
            <a:r>
              <a:rPr lang="en-US" altLang="zh-TW" sz="1800" dirty="0">
                <a:latin typeface="Times New Roman" panose="02020603050405020304" pitchFamily="18" charset="0"/>
                <a:cs typeface="Times New Roman" panose="02020603050405020304" pitchFamily="18" charset="0"/>
              </a:rPr>
              <a:t>(</a:t>
            </a:r>
            <a:r>
              <a:rPr lang="en-US" altLang="zh-TW" sz="1800" i="1" dirty="0">
                <a:latin typeface="Times New Roman" panose="02020603050405020304" pitchFamily="18" charset="0"/>
                <a:cs typeface="Times New Roman" panose="02020603050405020304" pitchFamily="18" charset="0"/>
              </a:rPr>
              <a:t>n </a:t>
            </a:r>
            <a:r>
              <a:rPr lang="en-US" altLang="zh-TW" sz="1800" dirty="0">
                <a:latin typeface="Times New Roman" panose="02020603050405020304" pitchFamily="18" charset="0"/>
                <a:cs typeface="Times New Roman" panose="02020603050405020304" pitchFamily="18" charset="0"/>
              </a:rPr>
              <a:t>+ </a:t>
            </a:r>
            <a:r>
              <a:rPr lang="en-US" altLang="zh-TW" sz="1800" i="1" dirty="0" err="1">
                <a:latin typeface="Times New Roman" panose="02020603050405020304" pitchFamily="18" charset="0"/>
                <a:cs typeface="Times New Roman" panose="02020603050405020304" pitchFamily="18" charset="0"/>
              </a:rPr>
              <a:t>c</a:t>
            </a:r>
            <a:r>
              <a:rPr lang="en-US" altLang="zh-TW" sz="1800" i="1" baseline="-25000" dirty="0" err="1">
                <a:latin typeface="Times New Roman" panose="02020603050405020304" pitchFamily="18" charset="0"/>
                <a:cs typeface="Times New Roman" panose="02020603050405020304" pitchFamily="18" charset="0"/>
              </a:rPr>
              <a:t>n</a:t>
            </a:r>
            <a:r>
              <a:rPr lang="en-US" altLang="zh-TW" sz="1800" i="1" dirty="0" err="1">
                <a:latin typeface="Times New Roman" panose="02020603050405020304" pitchFamily="18" charset="0"/>
                <a:cs typeface="Times New Roman" panose="02020603050405020304" pitchFamily="18" charset="0"/>
              </a:rPr>
              <a:t>c</a:t>
            </a:r>
            <a:r>
              <a:rPr lang="en-US" altLang="zh-TW" sz="1800" i="1" baseline="-25000" dirty="0" err="1">
                <a:latin typeface="Times New Roman" panose="02020603050405020304" pitchFamily="18" charset="0"/>
                <a:cs typeface="Times New Roman" panose="02020603050405020304" pitchFamily="18" charset="0"/>
              </a:rPr>
              <a:t>p</a:t>
            </a:r>
            <a:r>
              <a:rPr lang="en-US" altLang="zh-TW" sz="180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Space: </a:t>
            </a:r>
            <a:r>
              <a:rPr lang="en-US" altLang="zh-TW" sz="1800" i="1" dirty="0">
                <a:latin typeface="Times New Roman" panose="02020603050405020304" pitchFamily="18" charset="0"/>
                <a:cs typeface="Times New Roman" panose="02020603050405020304" pitchFamily="18" charset="0"/>
              </a:rPr>
              <a:t>O</a:t>
            </a:r>
            <a:r>
              <a:rPr lang="en-US" altLang="zh-TW" sz="1800" dirty="0">
                <a:latin typeface="Times New Roman" panose="02020603050405020304" pitchFamily="18" charset="0"/>
                <a:cs typeface="Times New Roman" panose="02020603050405020304" pitchFamily="18" charset="0"/>
              </a:rPr>
              <a:t>(</a:t>
            </a:r>
            <a:r>
              <a:rPr lang="en-US" altLang="zh-TW" sz="1800" i="1" dirty="0" err="1">
                <a:latin typeface="Times New Roman" panose="02020603050405020304" pitchFamily="18" charset="0"/>
                <a:cs typeface="Times New Roman" panose="02020603050405020304" pitchFamily="18" charset="0"/>
              </a:rPr>
              <a:t>nc</a:t>
            </a:r>
            <a:r>
              <a:rPr lang="en-US" altLang="zh-TW" sz="1800" i="1" baseline="-25000" dirty="0" err="1">
                <a:latin typeface="Times New Roman" panose="02020603050405020304" pitchFamily="18" charset="0"/>
                <a:cs typeface="Times New Roman" panose="02020603050405020304" pitchFamily="18" charset="0"/>
              </a:rPr>
              <a:t>p</a:t>
            </a:r>
            <a:r>
              <a:rPr lang="en-US" altLang="zh-TW" sz="180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p:txBody>
      </p:sp>
      <p:pic>
        <p:nvPicPr>
          <p:cNvPr id="10" name="圖片 9">
            <a:extLst>
              <a:ext uri="{FF2B5EF4-FFF2-40B4-BE49-F238E27FC236}">
                <a16:creationId xmlns:a16="http://schemas.microsoft.com/office/drawing/2014/main" id="{769F3FFD-27CD-0411-0AC9-B3D443F9E606}"/>
              </a:ext>
            </a:extLst>
          </p:cNvPr>
          <p:cNvPicPr>
            <a:picLocks noChangeAspect="1"/>
          </p:cNvPicPr>
          <p:nvPr/>
        </p:nvPicPr>
        <p:blipFill>
          <a:blip r:embed="rId2"/>
          <a:stretch>
            <a:fillRect/>
          </a:stretch>
        </p:blipFill>
        <p:spPr>
          <a:xfrm>
            <a:off x="2467492" y="4461"/>
            <a:ext cx="7257017" cy="6849079"/>
          </a:xfrm>
          <a:prstGeom prst="rect">
            <a:avLst/>
          </a:prstGeom>
        </p:spPr>
      </p:pic>
      <p:sp>
        <p:nvSpPr>
          <p:cNvPr id="7" name="矩形 6">
            <a:extLst>
              <a:ext uri="{FF2B5EF4-FFF2-40B4-BE49-F238E27FC236}">
                <a16:creationId xmlns:a16="http://schemas.microsoft.com/office/drawing/2014/main" id="{FD14658C-9A79-E551-3619-36B4331E315D}"/>
              </a:ext>
            </a:extLst>
          </p:cNvPr>
          <p:cNvSpPr/>
          <p:nvPr/>
        </p:nvSpPr>
        <p:spPr>
          <a:xfrm>
            <a:off x="2467492" y="3983421"/>
            <a:ext cx="3628508" cy="956441"/>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矩形 7">
            <a:extLst>
              <a:ext uri="{FF2B5EF4-FFF2-40B4-BE49-F238E27FC236}">
                <a16:creationId xmlns:a16="http://schemas.microsoft.com/office/drawing/2014/main" id="{84D3E412-5A9F-3B63-46CD-614D94109B87}"/>
              </a:ext>
            </a:extLst>
          </p:cNvPr>
          <p:cNvSpPr/>
          <p:nvPr/>
        </p:nvSpPr>
        <p:spPr>
          <a:xfrm>
            <a:off x="2467491" y="4939862"/>
            <a:ext cx="3849225" cy="515007"/>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 name="矩形 8">
            <a:extLst>
              <a:ext uri="{FF2B5EF4-FFF2-40B4-BE49-F238E27FC236}">
                <a16:creationId xmlns:a16="http://schemas.microsoft.com/office/drawing/2014/main" id="{724EBD2F-E77E-3B48-3F7D-7ED6A92FD208}"/>
              </a:ext>
            </a:extLst>
          </p:cNvPr>
          <p:cNvSpPr/>
          <p:nvPr/>
        </p:nvSpPr>
        <p:spPr>
          <a:xfrm>
            <a:off x="2467492" y="5454869"/>
            <a:ext cx="4732094" cy="956441"/>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 name="文字方塊 10">
            <a:extLst>
              <a:ext uri="{FF2B5EF4-FFF2-40B4-BE49-F238E27FC236}">
                <a16:creationId xmlns:a16="http://schemas.microsoft.com/office/drawing/2014/main" id="{BD21534D-C22C-CFD3-FDE1-770C9BC40E7C}"/>
              </a:ext>
            </a:extLst>
          </p:cNvPr>
          <p:cNvSpPr txBox="1"/>
          <p:nvPr/>
        </p:nvSpPr>
        <p:spPr>
          <a:xfrm>
            <a:off x="6401618" y="4939862"/>
            <a:ext cx="1455848"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b="1" i="1" dirty="0">
                <a:solidFill>
                  <a:srgbClr val="FF0000"/>
                </a:solidFill>
                <a:latin typeface="Times New Roman" panose="02020603050405020304" pitchFamily="18" charset="0"/>
                <a:cs typeface="Times New Roman" panose="02020603050405020304" pitchFamily="18" charset="0"/>
              </a:rPr>
              <a:t>O</a:t>
            </a:r>
            <a:r>
              <a:rPr lang="en-US" altLang="zh-TW" sz="1800" b="1" dirty="0">
                <a:solidFill>
                  <a:srgbClr val="FF0000"/>
                </a:solidFill>
                <a:latin typeface="Times New Roman" panose="02020603050405020304" pitchFamily="18" charset="0"/>
                <a:cs typeface="Times New Roman" panose="02020603050405020304" pitchFamily="18" charset="0"/>
              </a:rPr>
              <a:t>(</a:t>
            </a:r>
            <a:r>
              <a:rPr lang="en-US" altLang="zh-TW" sz="1800" b="1" i="1" dirty="0" err="1">
                <a:solidFill>
                  <a:srgbClr val="FF0000"/>
                </a:solidFill>
                <a:latin typeface="Times New Roman" panose="02020603050405020304" pitchFamily="18" charset="0"/>
                <a:cs typeface="Times New Roman" panose="02020603050405020304" pitchFamily="18" charset="0"/>
              </a:rPr>
              <a:t>mc</a:t>
            </a:r>
            <a:r>
              <a:rPr lang="en-US" altLang="zh-TW" sz="1800" b="1" i="1" baseline="-25000" dirty="0" err="1">
                <a:solidFill>
                  <a:srgbClr val="FF0000"/>
                </a:solidFill>
                <a:latin typeface="Times New Roman" panose="02020603050405020304" pitchFamily="18" charset="0"/>
                <a:cs typeface="Times New Roman" panose="02020603050405020304" pitchFamily="18" charset="0"/>
              </a:rPr>
              <a:t>n</a:t>
            </a:r>
            <a:r>
              <a:rPr lang="en-US" altLang="zh-TW" sz="1800" b="1" i="1" dirty="0" err="1">
                <a:solidFill>
                  <a:srgbClr val="FF0000"/>
                </a:solidFill>
                <a:latin typeface="Times New Roman" panose="02020603050405020304" pitchFamily="18" charset="0"/>
                <a:cs typeface="Times New Roman" panose="02020603050405020304" pitchFamily="18" charset="0"/>
              </a:rPr>
              <a:t>c</a:t>
            </a:r>
            <a:r>
              <a:rPr lang="en-US" altLang="zh-TW" sz="1800" b="1" i="1" baseline="-25000" dirty="0" err="1">
                <a:solidFill>
                  <a:srgbClr val="FF0000"/>
                </a:solidFill>
                <a:latin typeface="Times New Roman" panose="02020603050405020304" pitchFamily="18" charset="0"/>
                <a:cs typeface="Times New Roman" panose="02020603050405020304" pitchFamily="18" charset="0"/>
              </a:rPr>
              <a:t>p</a:t>
            </a:r>
            <a:r>
              <a:rPr lang="en-US" altLang="zh-TW" sz="1800" b="1" dirty="0">
                <a:solidFill>
                  <a:srgbClr val="FF0000"/>
                </a:solidFill>
                <a:latin typeface="Times New Roman" panose="02020603050405020304" pitchFamily="18" charset="0"/>
                <a:cs typeface="Times New Roman" panose="02020603050405020304" pitchFamily="18" charset="0"/>
              </a:rPr>
              <a:t>) ???</a:t>
            </a:r>
            <a:endParaRPr lang="zh-TW" altLang="en-US" sz="1800" b="1" dirty="0">
              <a:solidFill>
                <a:srgbClr val="FF0000"/>
              </a:solidFill>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32080683-D959-DE91-B81D-C63B7A8E6C38}"/>
              </a:ext>
            </a:extLst>
          </p:cNvPr>
          <p:cNvSpPr txBox="1"/>
          <p:nvPr/>
        </p:nvSpPr>
        <p:spPr>
          <a:xfrm>
            <a:off x="6196549" y="3932737"/>
            <a:ext cx="787395"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i="1" dirty="0">
                <a:latin typeface="Times New Roman" panose="02020603050405020304" pitchFamily="18" charset="0"/>
                <a:cs typeface="Times New Roman" panose="02020603050405020304" pitchFamily="18" charset="0"/>
              </a:rPr>
              <a:t>O</a:t>
            </a:r>
            <a:r>
              <a:rPr lang="en-US" altLang="zh-TW" sz="1800" dirty="0">
                <a:latin typeface="Times New Roman" panose="02020603050405020304" pitchFamily="18" charset="0"/>
                <a:cs typeface="Times New Roman" panose="02020603050405020304" pitchFamily="18" charset="0"/>
              </a:rPr>
              <a:t>(</a:t>
            </a:r>
            <a:r>
              <a:rPr lang="en-US" altLang="zh-TW" sz="1800" i="1" dirty="0" err="1">
                <a:latin typeface="Times New Roman" panose="02020603050405020304" pitchFamily="18" charset="0"/>
                <a:cs typeface="Times New Roman" panose="02020603050405020304" pitchFamily="18" charset="0"/>
              </a:rPr>
              <a:t>mn</a:t>
            </a:r>
            <a:r>
              <a:rPr lang="en-US" altLang="zh-TW" sz="180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3E267BBF-4BA2-D2D3-85AD-8EB276DFCE0B}"/>
              </a:ext>
            </a:extLst>
          </p:cNvPr>
          <p:cNvSpPr txBox="1"/>
          <p:nvPr/>
        </p:nvSpPr>
        <p:spPr>
          <a:xfrm>
            <a:off x="7247804" y="5454869"/>
            <a:ext cx="877163"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i="1" dirty="0">
                <a:latin typeface="Times New Roman" panose="02020603050405020304" pitchFamily="18" charset="0"/>
                <a:cs typeface="Times New Roman" panose="02020603050405020304" pitchFamily="18" charset="0"/>
              </a:rPr>
              <a:t>O</a:t>
            </a:r>
            <a:r>
              <a:rPr lang="en-US" altLang="zh-TW" sz="1800" dirty="0">
                <a:latin typeface="Times New Roman" panose="02020603050405020304" pitchFamily="18" charset="0"/>
                <a:cs typeface="Times New Roman" panose="02020603050405020304" pitchFamily="18" charset="0"/>
              </a:rPr>
              <a:t>(</a:t>
            </a:r>
            <a:r>
              <a:rPr lang="en-US" altLang="zh-TW" sz="1800" i="1" dirty="0" err="1">
                <a:latin typeface="Times New Roman" panose="02020603050405020304" pitchFamily="18" charset="0"/>
                <a:cs typeface="Times New Roman" panose="02020603050405020304" pitchFamily="18" charset="0"/>
              </a:rPr>
              <a:t>Mc</a:t>
            </a:r>
            <a:r>
              <a:rPr lang="en-US" altLang="zh-TW" sz="1800" i="1" baseline="-25000" dirty="0" err="1">
                <a:latin typeface="Times New Roman" panose="02020603050405020304" pitchFamily="18" charset="0"/>
                <a:cs typeface="Times New Roman" panose="02020603050405020304" pitchFamily="18" charset="0"/>
              </a:rPr>
              <a:t>p</a:t>
            </a:r>
            <a:r>
              <a:rPr lang="en-US" altLang="zh-TW" sz="180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79A1D707-88E0-AE29-FA00-52BCB4C72342}"/>
              </a:ext>
            </a:extLst>
          </p:cNvPr>
          <p:cNvSpPr txBox="1"/>
          <p:nvPr/>
        </p:nvSpPr>
        <p:spPr>
          <a:xfrm>
            <a:off x="8693616" y="4939862"/>
            <a:ext cx="2061783"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b="1" i="1" dirty="0">
                <a:solidFill>
                  <a:srgbClr val="FF0000"/>
                </a:solidFill>
                <a:latin typeface="Times New Roman" panose="02020603050405020304" pitchFamily="18" charset="0"/>
                <a:cs typeface="Times New Roman" panose="02020603050405020304" pitchFamily="18" charset="0"/>
              </a:rPr>
              <a:t>O</a:t>
            </a:r>
            <a:r>
              <a:rPr lang="en-US" altLang="zh-TW" sz="1800" b="1" dirty="0">
                <a:solidFill>
                  <a:srgbClr val="FF0000"/>
                </a:solidFill>
                <a:latin typeface="Times New Roman" panose="02020603050405020304" pitchFamily="18" charset="0"/>
                <a:cs typeface="Times New Roman" panose="02020603050405020304" pitchFamily="18" charset="0"/>
              </a:rPr>
              <a:t>(</a:t>
            </a:r>
            <a:r>
              <a:rPr lang="en-US" altLang="zh-TW" sz="1800" b="1" i="1" dirty="0" err="1">
                <a:solidFill>
                  <a:srgbClr val="FF0000"/>
                </a:solidFill>
                <a:latin typeface="Times New Roman" panose="02020603050405020304" pitchFamily="18" charset="0"/>
                <a:cs typeface="Times New Roman" panose="02020603050405020304" pitchFamily="18" charset="0"/>
              </a:rPr>
              <a:t>mc</a:t>
            </a:r>
            <a:r>
              <a:rPr lang="en-US" altLang="zh-TW" sz="1800" b="1" i="1" baseline="-25000" dirty="0" err="1">
                <a:solidFill>
                  <a:srgbClr val="FF0000"/>
                </a:solidFill>
                <a:latin typeface="Times New Roman" panose="02020603050405020304" pitchFamily="18" charset="0"/>
                <a:cs typeface="Times New Roman" panose="02020603050405020304" pitchFamily="18" charset="0"/>
              </a:rPr>
              <a:t>n</a:t>
            </a:r>
            <a:r>
              <a:rPr lang="en-US" altLang="zh-TW" sz="1800" b="1" dirty="0">
                <a:solidFill>
                  <a:srgbClr val="FF0000"/>
                </a:solidFill>
                <a:latin typeface="Times New Roman" panose="02020603050405020304" pitchFamily="18" charset="0"/>
                <a:cs typeface="Times New Roman" panose="02020603050405020304" pitchFamily="18" charset="0"/>
              </a:rPr>
              <a:t>) &gt; O(</a:t>
            </a:r>
            <a:r>
              <a:rPr lang="en-US" altLang="zh-TW" sz="1800" b="1" i="1" dirty="0">
                <a:solidFill>
                  <a:srgbClr val="FF0000"/>
                </a:solidFill>
                <a:latin typeface="Times New Roman" panose="02020603050405020304" pitchFamily="18" charset="0"/>
                <a:cs typeface="Times New Roman" panose="02020603050405020304" pitchFamily="18" charset="0"/>
              </a:rPr>
              <a:t>M</a:t>
            </a:r>
            <a:r>
              <a:rPr lang="en-US" altLang="zh-TW" sz="1800" b="1" dirty="0">
                <a:solidFill>
                  <a:srgbClr val="FF0000"/>
                </a:solidFill>
                <a:latin typeface="Times New Roman" panose="02020603050405020304" pitchFamily="18" charset="0"/>
                <a:cs typeface="Times New Roman" panose="02020603050405020304" pitchFamily="18" charset="0"/>
              </a:rPr>
              <a:t>) ???</a:t>
            </a:r>
            <a:endParaRPr lang="zh-TW" altLang="en-US" sz="1800" b="1" dirty="0">
              <a:solidFill>
                <a:srgbClr val="FF0000"/>
              </a:solidFill>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B07096B9-34EC-8E56-A7EB-A7A75F8B6620}"/>
              </a:ext>
            </a:extLst>
          </p:cNvPr>
          <p:cNvSpPr txBox="1"/>
          <p:nvPr/>
        </p:nvSpPr>
        <p:spPr>
          <a:xfrm>
            <a:off x="8693616" y="6107201"/>
            <a:ext cx="22284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TW" dirty="0">
                <a:latin typeface="Times New Roman" panose="02020603050405020304" pitchFamily="18" charset="0"/>
                <a:cs typeface="Times New Roman" panose="02020603050405020304" pitchFamily="18" charset="0"/>
              </a:rPr>
              <a:t>Total: </a:t>
            </a:r>
            <a:r>
              <a:rPr lang="en-US" altLang="zh-TW" sz="1800" i="1" dirty="0">
                <a:latin typeface="Times New Roman" panose="02020603050405020304" pitchFamily="18" charset="0"/>
                <a:cs typeface="Times New Roman" panose="02020603050405020304" pitchFamily="18" charset="0"/>
              </a:rPr>
              <a:t>O</a:t>
            </a:r>
            <a:r>
              <a:rPr lang="en-US" altLang="zh-TW" sz="1800" dirty="0">
                <a:latin typeface="Times New Roman" panose="02020603050405020304" pitchFamily="18" charset="0"/>
                <a:cs typeface="Times New Roman" panose="02020603050405020304" pitchFamily="18" charset="0"/>
              </a:rPr>
              <a:t>(</a:t>
            </a:r>
            <a:r>
              <a:rPr lang="en-US" altLang="zh-TW" sz="1800" i="1" dirty="0" err="1">
                <a:latin typeface="Times New Roman" panose="02020603050405020304" pitchFamily="18" charset="0"/>
                <a:cs typeface="Times New Roman" panose="02020603050405020304" pitchFamily="18" charset="0"/>
              </a:rPr>
              <a:t>mn</a:t>
            </a:r>
            <a:r>
              <a:rPr lang="en-US" altLang="zh-TW" sz="1800" i="1" dirty="0">
                <a:latin typeface="Times New Roman" panose="02020603050405020304" pitchFamily="18" charset="0"/>
                <a:cs typeface="Times New Roman" panose="02020603050405020304" pitchFamily="18" charset="0"/>
              </a:rPr>
              <a:t> </a:t>
            </a:r>
            <a:r>
              <a:rPr lang="en-US" altLang="zh-TW" sz="1800" dirty="0">
                <a:latin typeface="Times New Roman" panose="02020603050405020304" pitchFamily="18" charset="0"/>
                <a:cs typeface="Times New Roman" panose="02020603050405020304" pitchFamily="18" charset="0"/>
              </a:rPr>
              <a:t>+ </a:t>
            </a:r>
            <a:r>
              <a:rPr lang="en-US" altLang="zh-TW" sz="1800" i="1" dirty="0" err="1">
                <a:latin typeface="Times New Roman" panose="02020603050405020304" pitchFamily="18" charset="0"/>
                <a:cs typeface="Times New Roman" panose="02020603050405020304" pitchFamily="18" charset="0"/>
              </a:rPr>
              <a:t>mc</a:t>
            </a:r>
            <a:r>
              <a:rPr lang="en-US" altLang="zh-TW" sz="1800" i="1" baseline="-25000" dirty="0" err="1">
                <a:latin typeface="Times New Roman" panose="02020603050405020304" pitchFamily="18" charset="0"/>
                <a:cs typeface="Times New Roman" panose="02020603050405020304" pitchFamily="18" charset="0"/>
              </a:rPr>
              <a:t>n</a:t>
            </a:r>
            <a:r>
              <a:rPr lang="en-US" altLang="zh-TW" sz="1800" i="1" dirty="0" err="1">
                <a:latin typeface="Times New Roman" panose="02020603050405020304" pitchFamily="18" charset="0"/>
                <a:cs typeface="Times New Roman" panose="02020603050405020304" pitchFamily="18" charset="0"/>
              </a:rPr>
              <a:t>c</a:t>
            </a:r>
            <a:r>
              <a:rPr lang="en-US" altLang="zh-TW" sz="1800" i="1" baseline="-25000" dirty="0" err="1">
                <a:latin typeface="Times New Roman" panose="02020603050405020304" pitchFamily="18" charset="0"/>
                <a:cs typeface="Times New Roman" panose="02020603050405020304" pitchFamily="18" charset="0"/>
              </a:rPr>
              <a:t>p</a:t>
            </a:r>
            <a:r>
              <a:rPr lang="en-US" altLang="zh-TW" sz="180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p:txBody>
      </p:sp>
      <p:sp>
        <p:nvSpPr>
          <p:cNvPr id="16" name="文字方塊 15">
            <a:extLst>
              <a:ext uri="{FF2B5EF4-FFF2-40B4-BE49-F238E27FC236}">
                <a16:creationId xmlns:a16="http://schemas.microsoft.com/office/drawing/2014/main" id="{AC594D27-3025-F254-711F-FA6C35B70D82}"/>
              </a:ext>
            </a:extLst>
          </p:cNvPr>
          <p:cNvSpPr txBox="1"/>
          <p:nvPr/>
        </p:nvSpPr>
        <p:spPr>
          <a:xfrm>
            <a:off x="5396713" y="3468414"/>
            <a:ext cx="2612639"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rgbClr val="FF0000"/>
                </a:solidFill>
                <a:latin typeface="Times New Roman" panose="02020603050405020304" pitchFamily="18" charset="0"/>
                <a:cs typeface="Times New Roman" panose="02020603050405020304" pitchFamily="18" charset="0"/>
              </a:rPr>
              <a:t>Skip dummy element in </a:t>
            </a:r>
            <a:r>
              <a:rPr lang="en-US" altLang="zh-TW" i="1" dirty="0">
                <a:solidFill>
                  <a:srgbClr val="FF0000"/>
                </a:solidFill>
                <a:latin typeface="Times New Roman" panose="02020603050405020304" pitchFamily="18" charset="0"/>
                <a:cs typeface="Times New Roman" panose="02020603050405020304" pitchFamily="18" charset="0"/>
              </a:rPr>
              <a:t>Y</a:t>
            </a:r>
            <a:endParaRPr lang="zh-TW" altLang="en-US" sz="1800" i="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543032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Algo.6</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12</a:t>
            </a:fld>
            <a:endParaRPr kumimoji="1" lang="zh-TW" altLang="en-US"/>
          </a:p>
        </p:txBody>
      </p:sp>
      <p:sp>
        <p:nvSpPr>
          <p:cNvPr id="4" name="文字方塊 3">
            <a:extLst>
              <a:ext uri="{FF2B5EF4-FFF2-40B4-BE49-F238E27FC236}">
                <a16:creationId xmlns:a16="http://schemas.microsoft.com/office/drawing/2014/main" id="{0EAD8768-ACE9-D36C-4EBF-52555ED85B32}"/>
              </a:ext>
            </a:extLst>
          </p:cNvPr>
          <p:cNvSpPr txBox="1"/>
          <p:nvPr/>
        </p:nvSpPr>
        <p:spPr>
          <a:xfrm>
            <a:off x="0" y="0"/>
            <a:ext cx="2404697" cy="646331"/>
          </a:xfrm>
          <a:prstGeom prst="rect">
            <a:avLst/>
          </a:prstGeom>
          <a:noFill/>
        </p:spPr>
        <p:txBody>
          <a:bodyPr wrap="none" rtlCol="0">
            <a:spAutoFit/>
          </a:bodyPr>
          <a:lstStyle/>
          <a:p>
            <a:pPr algn="ctr"/>
            <a:r>
              <a:rPr kumimoji="1" lang="en-US" altLang="zh-TW" dirty="0">
                <a:latin typeface="Times New Roman" panose="02020603050405020304" pitchFamily="18" charset="0"/>
                <a:cs typeface="Times New Roman" panose="02020603050405020304" pitchFamily="18" charset="0"/>
              </a:rPr>
              <a:t>Time: </a:t>
            </a:r>
            <a:r>
              <a:rPr lang="en-US" altLang="zh-TW" sz="1800" i="1" dirty="0">
                <a:latin typeface="Times New Roman" panose="02020603050405020304" pitchFamily="18" charset="0"/>
                <a:cs typeface="Times New Roman" panose="02020603050405020304" pitchFamily="18" charset="0"/>
              </a:rPr>
              <a:t>O</a:t>
            </a:r>
            <a:r>
              <a:rPr lang="en-US" altLang="zh-TW" sz="1800" dirty="0">
                <a:latin typeface="Times New Roman" panose="02020603050405020304" pitchFamily="18" charset="0"/>
                <a:cs typeface="Times New Roman" panose="02020603050405020304" pitchFamily="18" charset="0"/>
              </a:rPr>
              <a:t>(</a:t>
            </a:r>
            <a:r>
              <a:rPr lang="en-US" altLang="zh-TW" sz="1800" i="1" dirty="0" err="1">
                <a:latin typeface="Times New Roman" panose="02020603050405020304" pitchFamily="18" charset="0"/>
                <a:cs typeface="Times New Roman" panose="02020603050405020304" pitchFamily="18" charset="0"/>
              </a:rPr>
              <a:t>mn</a:t>
            </a:r>
            <a:r>
              <a:rPr lang="en-US" altLang="zh-TW" sz="1800" dirty="0">
                <a:latin typeface="Times New Roman" panose="02020603050405020304" pitchFamily="18" charset="0"/>
                <a:cs typeface="Times New Roman" panose="02020603050405020304" pitchFamily="18" charset="0"/>
              </a:rPr>
              <a:t> + </a:t>
            </a:r>
            <a:r>
              <a:rPr lang="en-US" altLang="zh-TW" sz="1800" i="1" dirty="0">
                <a:latin typeface="Times New Roman" panose="02020603050405020304" pitchFamily="18" charset="0"/>
                <a:cs typeface="Times New Roman" panose="02020603050405020304" pitchFamily="18" charset="0"/>
              </a:rPr>
              <a:t>M</a:t>
            </a:r>
            <a:r>
              <a:rPr lang="en-US" altLang="zh-TW" sz="1800" dirty="0">
                <a:latin typeface="Times New Roman" panose="02020603050405020304" pitchFamily="18" charset="0"/>
                <a:cs typeface="Times New Roman" panose="02020603050405020304" pitchFamily="18" charset="0"/>
              </a:rPr>
              <a:t>(</a:t>
            </a:r>
            <a:r>
              <a:rPr lang="en-US" altLang="zh-TW" sz="1800" i="1" dirty="0">
                <a:latin typeface="Times New Roman" panose="02020603050405020304" pitchFamily="18" charset="0"/>
                <a:cs typeface="Times New Roman" panose="02020603050405020304" pitchFamily="18" charset="0"/>
              </a:rPr>
              <a:t>p</a:t>
            </a:r>
            <a:r>
              <a:rPr lang="en-US" altLang="zh-TW" sz="1800" dirty="0">
                <a:latin typeface="Times New Roman" panose="02020603050405020304" pitchFamily="18" charset="0"/>
                <a:cs typeface="Times New Roman" panose="02020603050405020304" pitchFamily="18" charset="0"/>
              </a:rPr>
              <a:t> + </a:t>
            </a:r>
            <a:r>
              <a:rPr lang="en-US" altLang="zh-TW" sz="1800" i="1" dirty="0">
                <a:latin typeface="Times New Roman" panose="02020603050405020304" pitchFamily="18" charset="0"/>
                <a:cs typeface="Times New Roman" panose="02020603050405020304" pitchFamily="18" charset="0"/>
              </a:rPr>
              <a:t>l</a:t>
            </a:r>
            <a:r>
              <a:rPr lang="en-US" altLang="zh-TW" sz="180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Space: </a:t>
            </a:r>
            <a:r>
              <a:rPr lang="en-US" altLang="zh-TW" sz="1800" i="1" dirty="0">
                <a:latin typeface="Times New Roman" panose="02020603050405020304" pitchFamily="18" charset="0"/>
                <a:cs typeface="Times New Roman" panose="02020603050405020304" pitchFamily="18" charset="0"/>
              </a:rPr>
              <a:t>O</a:t>
            </a:r>
            <a:r>
              <a:rPr lang="en-US" altLang="zh-TW" sz="1800" dirty="0">
                <a:latin typeface="Times New Roman" panose="02020603050405020304" pitchFamily="18" charset="0"/>
                <a:cs typeface="Times New Roman" panose="02020603050405020304" pitchFamily="18" charset="0"/>
              </a:rPr>
              <a:t>(</a:t>
            </a:r>
            <a:r>
              <a:rPr lang="en-US" altLang="zh-TW" sz="1800" i="1" dirty="0">
                <a:latin typeface="Times New Roman" panose="02020603050405020304" pitchFamily="18" charset="0"/>
                <a:cs typeface="Times New Roman" panose="02020603050405020304" pitchFamily="18" charset="0"/>
              </a:rPr>
              <a:t>pl</a:t>
            </a:r>
            <a:r>
              <a:rPr lang="en-US" altLang="zh-TW" sz="180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p:txBody>
      </p:sp>
      <p:pic>
        <p:nvPicPr>
          <p:cNvPr id="9" name="圖片 8">
            <a:extLst>
              <a:ext uri="{FF2B5EF4-FFF2-40B4-BE49-F238E27FC236}">
                <a16:creationId xmlns:a16="http://schemas.microsoft.com/office/drawing/2014/main" id="{F204BF76-5DCE-FCDD-2375-094FE2A80905}"/>
              </a:ext>
            </a:extLst>
          </p:cNvPr>
          <p:cNvPicPr>
            <a:picLocks noChangeAspect="1"/>
          </p:cNvPicPr>
          <p:nvPr/>
        </p:nvPicPr>
        <p:blipFill>
          <a:blip r:embed="rId2"/>
          <a:stretch>
            <a:fillRect/>
          </a:stretch>
        </p:blipFill>
        <p:spPr>
          <a:xfrm>
            <a:off x="5381939" y="1236348"/>
            <a:ext cx="3581308" cy="2680620"/>
          </a:xfrm>
          <a:prstGeom prst="rect">
            <a:avLst/>
          </a:prstGeom>
        </p:spPr>
      </p:pic>
      <p:pic>
        <p:nvPicPr>
          <p:cNvPr id="10" name="圖片 9">
            <a:extLst>
              <a:ext uri="{FF2B5EF4-FFF2-40B4-BE49-F238E27FC236}">
                <a16:creationId xmlns:a16="http://schemas.microsoft.com/office/drawing/2014/main" id="{1E84555F-15C3-58FE-9A84-FE54AA54A3AF}"/>
              </a:ext>
            </a:extLst>
          </p:cNvPr>
          <p:cNvPicPr>
            <a:picLocks noChangeAspect="1"/>
          </p:cNvPicPr>
          <p:nvPr/>
        </p:nvPicPr>
        <p:blipFill rotWithShape="1">
          <a:blip r:embed="rId3"/>
          <a:srcRect l="55959" r="14738" b="19584"/>
          <a:stretch/>
        </p:blipFill>
        <p:spPr>
          <a:xfrm>
            <a:off x="986021" y="1690688"/>
            <a:ext cx="3923415" cy="4287676"/>
          </a:xfrm>
          <a:prstGeom prst="rect">
            <a:avLst/>
          </a:prstGeom>
        </p:spPr>
      </p:pic>
      <p:sp>
        <p:nvSpPr>
          <p:cNvPr id="3" name="矩形 2">
            <a:extLst>
              <a:ext uri="{FF2B5EF4-FFF2-40B4-BE49-F238E27FC236}">
                <a16:creationId xmlns:a16="http://schemas.microsoft.com/office/drawing/2014/main" id="{F23967D9-83CB-2F9F-23D7-D716230FEBB6}"/>
              </a:ext>
            </a:extLst>
          </p:cNvPr>
          <p:cNvSpPr/>
          <p:nvPr/>
        </p:nvSpPr>
        <p:spPr>
          <a:xfrm>
            <a:off x="2617551" y="3821962"/>
            <a:ext cx="399394" cy="32582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 name="矩形 4">
            <a:extLst>
              <a:ext uri="{FF2B5EF4-FFF2-40B4-BE49-F238E27FC236}">
                <a16:creationId xmlns:a16="http://schemas.microsoft.com/office/drawing/2014/main" id="{2D63BAAB-F226-E4C0-B8DA-68A0CBEFA506}"/>
              </a:ext>
            </a:extLst>
          </p:cNvPr>
          <p:cNvSpPr/>
          <p:nvPr/>
        </p:nvSpPr>
        <p:spPr>
          <a:xfrm>
            <a:off x="3016945" y="3183950"/>
            <a:ext cx="399394" cy="32582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 name="矩形 6">
            <a:extLst>
              <a:ext uri="{FF2B5EF4-FFF2-40B4-BE49-F238E27FC236}">
                <a16:creationId xmlns:a16="http://schemas.microsoft.com/office/drawing/2014/main" id="{73A15B94-44BC-96B0-EB5B-C8A412A27D00}"/>
              </a:ext>
            </a:extLst>
          </p:cNvPr>
          <p:cNvSpPr/>
          <p:nvPr/>
        </p:nvSpPr>
        <p:spPr>
          <a:xfrm>
            <a:off x="3040588" y="4147783"/>
            <a:ext cx="399394" cy="32582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矩形 7">
            <a:extLst>
              <a:ext uri="{FF2B5EF4-FFF2-40B4-BE49-F238E27FC236}">
                <a16:creationId xmlns:a16="http://schemas.microsoft.com/office/drawing/2014/main" id="{C599F79B-C4E9-D1AB-C143-051F3F1C16D9}"/>
              </a:ext>
            </a:extLst>
          </p:cNvPr>
          <p:cNvSpPr/>
          <p:nvPr/>
        </p:nvSpPr>
        <p:spPr>
          <a:xfrm>
            <a:off x="3429693" y="3183949"/>
            <a:ext cx="399394" cy="32582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 name="矩形 11">
            <a:extLst>
              <a:ext uri="{FF2B5EF4-FFF2-40B4-BE49-F238E27FC236}">
                <a16:creationId xmlns:a16="http://schemas.microsoft.com/office/drawing/2014/main" id="{FB9C2007-958A-C1E9-F217-6824C553140C}"/>
              </a:ext>
            </a:extLst>
          </p:cNvPr>
          <p:cNvSpPr/>
          <p:nvPr/>
        </p:nvSpPr>
        <p:spPr>
          <a:xfrm>
            <a:off x="3429693" y="3821961"/>
            <a:ext cx="399394" cy="32582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 name="矩形 12">
            <a:extLst>
              <a:ext uri="{FF2B5EF4-FFF2-40B4-BE49-F238E27FC236}">
                <a16:creationId xmlns:a16="http://schemas.microsoft.com/office/drawing/2014/main" id="{705D3C1C-2EF0-532D-80C6-2FBD7D05E70B}"/>
              </a:ext>
            </a:extLst>
          </p:cNvPr>
          <p:cNvSpPr/>
          <p:nvPr/>
        </p:nvSpPr>
        <p:spPr>
          <a:xfrm>
            <a:off x="3429693" y="4134152"/>
            <a:ext cx="399394" cy="32582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 name="矩形 14">
            <a:extLst>
              <a:ext uri="{FF2B5EF4-FFF2-40B4-BE49-F238E27FC236}">
                <a16:creationId xmlns:a16="http://schemas.microsoft.com/office/drawing/2014/main" id="{65A83329-28F7-5876-2D2C-F188E2180412}"/>
              </a:ext>
            </a:extLst>
          </p:cNvPr>
          <p:cNvSpPr/>
          <p:nvPr/>
        </p:nvSpPr>
        <p:spPr>
          <a:xfrm>
            <a:off x="3842885" y="4134152"/>
            <a:ext cx="399394" cy="32582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 name="矩形 15">
            <a:extLst>
              <a:ext uri="{FF2B5EF4-FFF2-40B4-BE49-F238E27FC236}">
                <a16:creationId xmlns:a16="http://schemas.microsoft.com/office/drawing/2014/main" id="{05F2FE6A-1380-66A6-CE11-481F45D4BD45}"/>
              </a:ext>
            </a:extLst>
          </p:cNvPr>
          <p:cNvSpPr/>
          <p:nvPr/>
        </p:nvSpPr>
        <p:spPr>
          <a:xfrm>
            <a:off x="3842885" y="2853340"/>
            <a:ext cx="399394" cy="32582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 name="矩形 16">
            <a:extLst>
              <a:ext uri="{FF2B5EF4-FFF2-40B4-BE49-F238E27FC236}">
                <a16:creationId xmlns:a16="http://schemas.microsoft.com/office/drawing/2014/main" id="{79E23695-C40C-B151-5A84-467D79E41607}"/>
              </a:ext>
            </a:extLst>
          </p:cNvPr>
          <p:cNvSpPr/>
          <p:nvPr/>
        </p:nvSpPr>
        <p:spPr>
          <a:xfrm>
            <a:off x="3842885" y="3179161"/>
            <a:ext cx="399394" cy="32582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 name="矩形 17">
            <a:extLst>
              <a:ext uri="{FF2B5EF4-FFF2-40B4-BE49-F238E27FC236}">
                <a16:creationId xmlns:a16="http://schemas.microsoft.com/office/drawing/2014/main" id="{721E2B0F-56AA-2EE9-6A10-CA7988AC624B}"/>
              </a:ext>
            </a:extLst>
          </p:cNvPr>
          <p:cNvSpPr/>
          <p:nvPr/>
        </p:nvSpPr>
        <p:spPr>
          <a:xfrm>
            <a:off x="4258492" y="2853340"/>
            <a:ext cx="399394" cy="32582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 name="矩形 18">
            <a:extLst>
              <a:ext uri="{FF2B5EF4-FFF2-40B4-BE49-F238E27FC236}">
                <a16:creationId xmlns:a16="http://schemas.microsoft.com/office/drawing/2014/main" id="{65E50E86-F53D-379A-D5D9-FF8BDA5E1E81}"/>
              </a:ext>
            </a:extLst>
          </p:cNvPr>
          <p:cNvSpPr/>
          <p:nvPr/>
        </p:nvSpPr>
        <p:spPr>
          <a:xfrm>
            <a:off x="4258492" y="3179161"/>
            <a:ext cx="399394" cy="32582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 name="矩形 19">
            <a:extLst>
              <a:ext uri="{FF2B5EF4-FFF2-40B4-BE49-F238E27FC236}">
                <a16:creationId xmlns:a16="http://schemas.microsoft.com/office/drawing/2014/main" id="{92CE92B0-77B4-C499-0B9A-C3238F3CA18B}"/>
              </a:ext>
            </a:extLst>
          </p:cNvPr>
          <p:cNvSpPr/>
          <p:nvPr/>
        </p:nvSpPr>
        <p:spPr>
          <a:xfrm>
            <a:off x="4249081" y="4137273"/>
            <a:ext cx="399394" cy="32582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300683391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圖片 20">
            <a:extLst>
              <a:ext uri="{FF2B5EF4-FFF2-40B4-BE49-F238E27FC236}">
                <a16:creationId xmlns:a16="http://schemas.microsoft.com/office/drawing/2014/main" id="{28004DD4-0A23-E8B3-7EF5-530A8E5FBAD1}"/>
              </a:ext>
            </a:extLst>
          </p:cNvPr>
          <p:cNvPicPr>
            <a:picLocks noChangeAspect="1"/>
          </p:cNvPicPr>
          <p:nvPr/>
        </p:nvPicPr>
        <p:blipFill>
          <a:blip r:embed="rId2"/>
          <a:stretch>
            <a:fillRect/>
          </a:stretch>
        </p:blipFill>
        <p:spPr>
          <a:xfrm>
            <a:off x="680545" y="4057514"/>
            <a:ext cx="10580923" cy="2583136"/>
          </a:xfrm>
          <a:prstGeom prst="rect">
            <a:avLst/>
          </a:prstGeom>
        </p:spPr>
      </p:pic>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Algo.6</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13</a:t>
            </a:fld>
            <a:endParaRPr kumimoji="1" lang="zh-TW" altLang="en-US"/>
          </a:p>
        </p:txBody>
      </p:sp>
      <p:sp>
        <p:nvSpPr>
          <p:cNvPr id="4" name="文字方塊 3">
            <a:extLst>
              <a:ext uri="{FF2B5EF4-FFF2-40B4-BE49-F238E27FC236}">
                <a16:creationId xmlns:a16="http://schemas.microsoft.com/office/drawing/2014/main" id="{0EAD8768-ACE9-D36C-4EBF-52555ED85B32}"/>
              </a:ext>
            </a:extLst>
          </p:cNvPr>
          <p:cNvSpPr txBox="1"/>
          <p:nvPr/>
        </p:nvSpPr>
        <p:spPr>
          <a:xfrm>
            <a:off x="0" y="0"/>
            <a:ext cx="2404697" cy="646331"/>
          </a:xfrm>
          <a:prstGeom prst="rect">
            <a:avLst/>
          </a:prstGeom>
          <a:noFill/>
        </p:spPr>
        <p:txBody>
          <a:bodyPr wrap="none" rtlCol="0">
            <a:spAutoFit/>
          </a:bodyPr>
          <a:lstStyle/>
          <a:p>
            <a:pPr algn="ctr"/>
            <a:r>
              <a:rPr kumimoji="1" lang="en-US" altLang="zh-TW" dirty="0">
                <a:latin typeface="Times New Roman" panose="02020603050405020304" pitchFamily="18" charset="0"/>
                <a:cs typeface="Times New Roman" panose="02020603050405020304" pitchFamily="18" charset="0"/>
              </a:rPr>
              <a:t>Time: </a:t>
            </a:r>
            <a:r>
              <a:rPr lang="en-US" altLang="zh-TW" sz="1800" i="1" dirty="0">
                <a:latin typeface="Times New Roman" panose="02020603050405020304" pitchFamily="18" charset="0"/>
                <a:cs typeface="Times New Roman" panose="02020603050405020304" pitchFamily="18" charset="0"/>
              </a:rPr>
              <a:t>O</a:t>
            </a:r>
            <a:r>
              <a:rPr lang="en-US" altLang="zh-TW" sz="1800" dirty="0">
                <a:latin typeface="Times New Roman" panose="02020603050405020304" pitchFamily="18" charset="0"/>
                <a:cs typeface="Times New Roman" panose="02020603050405020304" pitchFamily="18" charset="0"/>
              </a:rPr>
              <a:t>(</a:t>
            </a:r>
            <a:r>
              <a:rPr lang="en-US" altLang="zh-TW" sz="1800" i="1" dirty="0" err="1">
                <a:latin typeface="Times New Roman" panose="02020603050405020304" pitchFamily="18" charset="0"/>
                <a:cs typeface="Times New Roman" panose="02020603050405020304" pitchFamily="18" charset="0"/>
              </a:rPr>
              <a:t>mn</a:t>
            </a:r>
            <a:r>
              <a:rPr lang="en-US" altLang="zh-TW" sz="1800" dirty="0">
                <a:latin typeface="Times New Roman" panose="02020603050405020304" pitchFamily="18" charset="0"/>
                <a:cs typeface="Times New Roman" panose="02020603050405020304" pitchFamily="18" charset="0"/>
              </a:rPr>
              <a:t> + </a:t>
            </a:r>
            <a:r>
              <a:rPr lang="en-US" altLang="zh-TW" sz="1800" i="1" dirty="0">
                <a:latin typeface="Times New Roman" panose="02020603050405020304" pitchFamily="18" charset="0"/>
                <a:cs typeface="Times New Roman" panose="02020603050405020304" pitchFamily="18" charset="0"/>
              </a:rPr>
              <a:t>M</a:t>
            </a:r>
            <a:r>
              <a:rPr lang="en-US" altLang="zh-TW" sz="1800" dirty="0">
                <a:latin typeface="Times New Roman" panose="02020603050405020304" pitchFamily="18" charset="0"/>
                <a:cs typeface="Times New Roman" panose="02020603050405020304" pitchFamily="18" charset="0"/>
              </a:rPr>
              <a:t>(</a:t>
            </a:r>
            <a:r>
              <a:rPr lang="en-US" altLang="zh-TW" sz="1800" i="1" dirty="0">
                <a:latin typeface="Times New Roman" panose="02020603050405020304" pitchFamily="18" charset="0"/>
                <a:cs typeface="Times New Roman" panose="02020603050405020304" pitchFamily="18" charset="0"/>
              </a:rPr>
              <a:t>p</a:t>
            </a:r>
            <a:r>
              <a:rPr lang="en-US" altLang="zh-TW" sz="1800" dirty="0">
                <a:latin typeface="Times New Roman" panose="02020603050405020304" pitchFamily="18" charset="0"/>
                <a:cs typeface="Times New Roman" panose="02020603050405020304" pitchFamily="18" charset="0"/>
              </a:rPr>
              <a:t> + </a:t>
            </a:r>
            <a:r>
              <a:rPr lang="en-US" altLang="zh-TW" sz="1800" i="1" dirty="0">
                <a:latin typeface="Times New Roman" panose="02020603050405020304" pitchFamily="18" charset="0"/>
                <a:cs typeface="Times New Roman" panose="02020603050405020304" pitchFamily="18" charset="0"/>
              </a:rPr>
              <a:t>l</a:t>
            </a:r>
            <a:r>
              <a:rPr lang="en-US" altLang="zh-TW" sz="180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Space: </a:t>
            </a:r>
            <a:r>
              <a:rPr lang="en-US" altLang="zh-TW" sz="1800" i="1" dirty="0">
                <a:latin typeface="Times New Roman" panose="02020603050405020304" pitchFamily="18" charset="0"/>
                <a:cs typeface="Times New Roman" panose="02020603050405020304" pitchFamily="18" charset="0"/>
              </a:rPr>
              <a:t>O</a:t>
            </a:r>
            <a:r>
              <a:rPr lang="en-US" altLang="zh-TW" sz="1800" dirty="0">
                <a:latin typeface="Times New Roman" panose="02020603050405020304" pitchFamily="18" charset="0"/>
                <a:cs typeface="Times New Roman" panose="02020603050405020304" pitchFamily="18" charset="0"/>
              </a:rPr>
              <a:t>(</a:t>
            </a:r>
            <a:r>
              <a:rPr lang="en-US" altLang="zh-TW" sz="1800" i="1" dirty="0">
                <a:latin typeface="Times New Roman" panose="02020603050405020304" pitchFamily="18" charset="0"/>
                <a:cs typeface="Times New Roman" panose="02020603050405020304" pitchFamily="18" charset="0"/>
              </a:rPr>
              <a:t>pl</a:t>
            </a:r>
            <a:r>
              <a:rPr lang="en-US" altLang="zh-TW" sz="180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p:txBody>
      </p:sp>
      <p:pic>
        <p:nvPicPr>
          <p:cNvPr id="9" name="圖片 8">
            <a:extLst>
              <a:ext uri="{FF2B5EF4-FFF2-40B4-BE49-F238E27FC236}">
                <a16:creationId xmlns:a16="http://schemas.microsoft.com/office/drawing/2014/main" id="{F204BF76-5DCE-FCDD-2375-094FE2A80905}"/>
              </a:ext>
            </a:extLst>
          </p:cNvPr>
          <p:cNvPicPr>
            <a:picLocks noChangeAspect="1"/>
          </p:cNvPicPr>
          <p:nvPr/>
        </p:nvPicPr>
        <p:blipFill>
          <a:blip r:embed="rId3"/>
          <a:stretch>
            <a:fillRect/>
          </a:stretch>
        </p:blipFill>
        <p:spPr>
          <a:xfrm>
            <a:off x="587963" y="1342899"/>
            <a:ext cx="3581308" cy="2680620"/>
          </a:xfrm>
          <a:prstGeom prst="rect">
            <a:avLst/>
          </a:prstGeom>
        </p:spPr>
      </p:pic>
      <p:pic>
        <p:nvPicPr>
          <p:cNvPr id="11" name="圖片 10">
            <a:extLst>
              <a:ext uri="{FF2B5EF4-FFF2-40B4-BE49-F238E27FC236}">
                <a16:creationId xmlns:a16="http://schemas.microsoft.com/office/drawing/2014/main" id="{3859A364-81C1-FC48-F9E7-D78BA6CEE4C3}"/>
              </a:ext>
            </a:extLst>
          </p:cNvPr>
          <p:cNvPicPr>
            <a:picLocks noChangeAspect="1"/>
          </p:cNvPicPr>
          <p:nvPr/>
        </p:nvPicPr>
        <p:blipFill>
          <a:blip r:embed="rId4"/>
          <a:stretch>
            <a:fillRect/>
          </a:stretch>
        </p:blipFill>
        <p:spPr>
          <a:xfrm>
            <a:off x="4419508" y="1295515"/>
            <a:ext cx="7413432" cy="2556356"/>
          </a:xfrm>
          <a:prstGeom prst="rect">
            <a:avLst/>
          </a:prstGeom>
        </p:spPr>
      </p:pic>
      <p:sp>
        <p:nvSpPr>
          <p:cNvPr id="14" name="文字方塊 13">
            <a:extLst>
              <a:ext uri="{FF2B5EF4-FFF2-40B4-BE49-F238E27FC236}">
                <a16:creationId xmlns:a16="http://schemas.microsoft.com/office/drawing/2014/main" id="{73CBBECA-CE98-FCE6-468E-5FC75F162DC7}"/>
              </a:ext>
            </a:extLst>
          </p:cNvPr>
          <p:cNvSpPr txBox="1"/>
          <p:nvPr/>
        </p:nvSpPr>
        <p:spPr>
          <a:xfrm>
            <a:off x="10739899" y="2816936"/>
            <a:ext cx="748923" cy="369332"/>
          </a:xfrm>
          <a:prstGeom prst="rect">
            <a:avLst/>
          </a:prstGeom>
          <a:noFill/>
        </p:spPr>
        <p:txBody>
          <a:bodyPr wrap="none" rtlCol="0">
            <a:spAutoFit/>
          </a:bodyPr>
          <a:lstStyle/>
          <a:p>
            <a:r>
              <a:rPr kumimoji="1" lang="en-US" altLang="zh-TW" dirty="0">
                <a:solidFill>
                  <a:schemeClr val="accent6"/>
                </a:solidFill>
                <a:latin typeface="Times New Roman" panose="02020603050405020304" pitchFamily="18" charset="0"/>
                <a:cs typeface="Times New Roman" panose="02020603050405020304" pitchFamily="18" charset="0"/>
              </a:rPr>
              <a:t>Green</a:t>
            </a:r>
            <a:endParaRPr kumimoji="1" lang="zh-TW" altLang="en-US" dirty="0">
              <a:solidFill>
                <a:schemeClr val="accent6"/>
              </a:solidFill>
              <a:latin typeface="Times New Roman" panose="02020603050405020304" pitchFamily="18" charset="0"/>
              <a:cs typeface="Times New Roman" panose="02020603050405020304" pitchFamily="18" charset="0"/>
            </a:endParaRPr>
          </a:p>
        </p:txBody>
      </p:sp>
      <p:sp>
        <p:nvSpPr>
          <p:cNvPr id="22" name="文字方塊 21">
            <a:extLst>
              <a:ext uri="{FF2B5EF4-FFF2-40B4-BE49-F238E27FC236}">
                <a16:creationId xmlns:a16="http://schemas.microsoft.com/office/drawing/2014/main" id="{1122D9DB-18E6-6386-F4B8-B09E2E70F3D8}"/>
              </a:ext>
            </a:extLst>
          </p:cNvPr>
          <p:cNvSpPr txBox="1"/>
          <p:nvPr/>
        </p:nvSpPr>
        <p:spPr>
          <a:xfrm>
            <a:off x="11281313" y="2264914"/>
            <a:ext cx="620683" cy="369332"/>
          </a:xfrm>
          <a:prstGeom prst="rect">
            <a:avLst/>
          </a:prstGeom>
          <a:noFill/>
        </p:spPr>
        <p:txBody>
          <a:bodyPr wrap="none" rtlCol="0">
            <a:spAutoFit/>
          </a:bodyPr>
          <a:lstStyle/>
          <a:p>
            <a:r>
              <a:rPr kumimoji="1" lang="en-US" altLang="zh-TW" dirty="0">
                <a:solidFill>
                  <a:schemeClr val="accent1"/>
                </a:solidFill>
                <a:latin typeface="Times New Roman" panose="02020603050405020304" pitchFamily="18" charset="0"/>
                <a:cs typeface="Times New Roman" panose="02020603050405020304" pitchFamily="18" charset="0"/>
              </a:rPr>
              <a:t>Blue</a:t>
            </a:r>
            <a:endParaRPr kumimoji="1" lang="zh-TW" altLang="en-US" dirty="0">
              <a:solidFill>
                <a:schemeClr val="accent1"/>
              </a:solidFill>
              <a:latin typeface="Times New Roman" panose="02020603050405020304" pitchFamily="18" charset="0"/>
              <a:cs typeface="Times New Roman" panose="02020603050405020304" pitchFamily="18" charset="0"/>
            </a:endParaRPr>
          </a:p>
        </p:txBody>
      </p:sp>
      <p:sp>
        <p:nvSpPr>
          <p:cNvPr id="23" name="文字方塊 22">
            <a:extLst>
              <a:ext uri="{FF2B5EF4-FFF2-40B4-BE49-F238E27FC236}">
                <a16:creationId xmlns:a16="http://schemas.microsoft.com/office/drawing/2014/main" id="{1FEDAE63-9059-0DD3-1F85-BB9D7D5BDDE6}"/>
              </a:ext>
            </a:extLst>
          </p:cNvPr>
          <p:cNvSpPr txBox="1"/>
          <p:nvPr/>
        </p:nvSpPr>
        <p:spPr>
          <a:xfrm>
            <a:off x="11281313" y="1998594"/>
            <a:ext cx="556563" cy="369332"/>
          </a:xfrm>
          <a:prstGeom prst="rect">
            <a:avLst/>
          </a:prstGeom>
          <a:noFill/>
        </p:spPr>
        <p:txBody>
          <a:bodyPr wrap="none" rtlCol="0">
            <a:spAutoFit/>
          </a:bodyPr>
          <a:lstStyle/>
          <a:p>
            <a:r>
              <a:rPr kumimoji="1" lang="en-US" altLang="zh-TW" dirty="0">
                <a:solidFill>
                  <a:srgbClr val="FF0000"/>
                </a:solidFill>
                <a:latin typeface="Times New Roman" panose="02020603050405020304" pitchFamily="18" charset="0"/>
                <a:cs typeface="Times New Roman" panose="02020603050405020304" pitchFamily="18" charset="0"/>
              </a:rPr>
              <a:t>Red</a:t>
            </a:r>
            <a:endParaRPr kumimoji="1" lang="zh-TW" altLang="en-US" dirty="0">
              <a:solidFill>
                <a:srgbClr val="FF0000"/>
              </a:solidFill>
              <a:latin typeface="Times New Roman" panose="02020603050405020304" pitchFamily="18" charset="0"/>
              <a:cs typeface="Times New Roman" panose="02020603050405020304" pitchFamily="18" charset="0"/>
            </a:endParaRPr>
          </a:p>
        </p:txBody>
      </p:sp>
      <p:sp>
        <p:nvSpPr>
          <p:cNvPr id="25" name="矩形 24">
            <a:extLst>
              <a:ext uri="{FF2B5EF4-FFF2-40B4-BE49-F238E27FC236}">
                <a16:creationId xmlns:a16="http://schemas.microsoft.com/office/drawing/2014/main" id="{D9020C73-3BC1-8A8E-8F9E-F91920BC7C53}"/>
              </a:ext>
            </a:extLst>
          </p:cNvPr>
          <p:cNvSpPr/>
          <p:nvPr/>
        </p:nvSpPr>
        <p:spPr>
          <a:xfrm>
            <a:off x="5907960" y="5258469"/>
            <a:ext cx="434446" cy="248554"/>
          </a:xfrm>
          <a:prstGeom prst="rect">
            <a:avLst/>
          </a:prstGeom>
          <a:noFill/>
          <a:ln w="38100">
            <a:solidFill>
              <a:schemeClr val="accent6"/>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27" name="圖片 26">
            <a:extLst>
              <a:ext uri="{FF2B5EF4-FFF2-40B4-BE49-F238E27FC236}">
                <a16:creationId xmlns:a16="http://schemas.microsoft.com/office/drawing/2014/main" id="{4B46B4D9-53A4-EBCE-5796-7092ECBE0595}"/>
              </a:ext>
            </a:extLst>
          </p:cNvPr>
          <p:cNvPicPr>
            <a:picLocks noChangeAspect="1"/>
          </p:cNvPicPr>
          <p:nvPr/>
        </p:nvPicPr>
        <p:blipFill rotWithShape="1">
          <a:blip r:embed="rId5"/>
          <a:srcRect l="58342" t="3302" r="36519" b="26442"/>
          <a:stretch/>
        </p:blipFill>
        <p:spPr>
          <a:xfrm>
            <a:off x="15116" y="1998594"/>
            <a:ext cx="688062" cy="3745897"/>
          </a:xfrm>
          <a:prstGeom prst="rect">
            <a:avLst/>
          </a:prstGeom>
        </p:spPr>
      </p:pic>
      <p:sp>
        <p:nvSpPr>
          <p:cNvPr id="28" name="矩形 27">
            <a:extLst>
              <a:ext uri="{FF2B5EF4-FFF2-40B4-BE49-F238E27FC236}">
                <a16:creationId xmlns:a16="http://schemas.microsoft.com/office/drawing/2014/main" id="{C4E0175E-9EE6-4811-DAC0-3B4882094980}"/>
              </a:ext>
            </a:extLst>
          </p:cNvPr>
          <p:cNvSpPr/>
          <p:nvPr/>
        </p:nvSpPr>
        <p:spPr>
          <a:xfrm>
            <a:off x="5450174" y="5258469"/>
            <a:ext cx="434446" cy="248554"/>
          </a:xfrm>
          <a:prstGeom prst="rect">
            <a:avLst/>
          </a:prstGeom>
          <a:noFill/>
          <a:ln w="38100">
            <a:solidFill>
              <a:schemeClr val="accent6"/>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 name="矩形 28">
            <a:extLst>
              <a:ext uri="{FF2B5EF4-FFF2-40B4-BE49-F238E27FC236}">
                <a16:creationId xmlns:a16="http://schemas.microsoft.com/office/drawing/2014/main" id="{3C463DC2-3F12-C05E-F370-8236C141C151}"/>
              </a:ext>
            </a:extLst>
          </p:cNvPr>
          <p:cNvSpPr/>
          <p:nvPr/>
        </p:nvSpPr>
        <p:spPr>
          <a:xfrm>
            <a:off x="10370410" y="5856722"/>
            <a:ext cx="348644" cy="248554"/>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0" name="矩形 29">
            <a:extLst>
              <a:ext uri="{FF2B5EF4-FFF2-40B4-BE49-F238E27FC236}">
                <a16:creationId xmlns:a16="http://schemas.microsoft.com/office/drawing/2014/main" id="{8557F193-3FA7-54F3-FE6F-E4BF1417E184}"/>
              </a:ext>
            </a:extLst>
          </p:cNvPr>
          <p:cNvSpPr/>
          <p:nvPr/>
        </p:nvSpPr>
        <p:spPr>
          <a:xfrm>
            <a:off x="9528452" y="5281193"/>
            <a:ext cx="482804" cy="248554"/>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2" name="矩形 31">
            <a:extLst>
              <a:ext uri="{FF2B5EF4-FFF2-40B4-BE49-F238E27FC236}">
                <a16:creationId xmlns:a16="http://schemas.microsoft.com/office/drawing/2014/main" id="{5430A43E-48FA-1983-6D64-919035886912}"/>
              </a:ext>
            </a:extLst>
          </p:cNvPr>
          <p:cNvSpPr/>
          <p:nvPr/>
        </p:nvSpPr>
        <p:spPr>
          <a:xfrm>
            <a:off x="10011256" y="5846212"/>
            <a:ext cx="348644" cy="248554"/>
          </a:xfrm>
          <a:prstGeom prst="rect">
            <a:avLst/>
          </a:prstGeom>
          <a:noFill/>
          <a:ln w="38100">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3" name="矩形 32">
            <a:extLst>
              <a:ext uri="{FF2B5EF4-FFF2-40B4-BE49-F238E27FC236}">
                <a16:creationId xmlns:a16="http://schemas.microsoft.com/office/drawing/2014/main" id="{D62B1BE6-67B6-FB08-BBE4-2041A11CB4B9}"/>
              </a:ext>
            </a:extLst>
          </p:cNvPr>
          <p:cNvSpPr/>
          <p:nvPr/>
        </p:nvSpPr>
        <p:spPr>
          <a:xfrm>
            <a:off x="6800193" y="5779483"/>
            <a:ext cx="434446" cy="248554"/>
          </a:xfrm>
          <a:prstGeom prst="rect">
            <a:avLst/>
          </a:prstGeom>
          <a:noFill/>
          <a:ln w="38100">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4" name="矩形 33">
            <a:extLst>
              <a:ext uri="{FF2B5EF4-FFF2-40B4-BE49-F238E27FC236}">
                <a16:creationId xmlns:a16="http://schemas.microsoft.com/office/drawing/2014/main" id="{A54E1524-D984-463B-D44B-0792A4C0471F}"/>
              </a:ext>
            </a:extLst>
          </p:cNvPr>
          <p:cNvSpPr/>
          <p:nvPr/>
        </p:nvSpPr>
        <p:spPr>
          <a:xfrm>
            <a:off x="27515" y="3943746"/>
            <a:ext cx="642519" cy="295925"/>
          </a:xfrm>
          <a:prstGeom prst="rect">
            <a:avLst/>
          </a:prstGeom>
          <a:noFill/>
          <a:ln w="38100">
            <a:solidFill>
              <a:schemeClr val="accent6"/>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98981860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Thank you for listening"/>
          <p:cNvSpPr txBox="1">
            <a:spLocks noGrp="1"/>
          </p:cNvSpPr>
          <p:nvPr>
            <p:ph type="title"/>
          </p:nvPr>
        </p:nvSpPr>
        <p:spPr>
          <a:xfrm>
            <a:off x="844550" y="2857500"/>
            <a:ext cx="10502900" cy="1143000"/>
          </a:xfrm>
          <a:prstGeom prst="rect">
            <a:avLst/>
          </a:prstGeom>
        </p:spPr>
        <p:txBody>
          <a:bodyPr/>
          <a:lstStyle/>
          <a:p>
            <a:pPr algn="ctr"/>
            <a:r>
              <a:rPr dirty="0"/>
              <a:t>Thank you for listening</a:t>
            </a:r>
          </a:p>
        </p:txBody>
      </p:sp>
      <p:sp>
        <p:nvSpPr>
          <p:cNvPr id="305" name="幻燈片編號"/>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14</a:t>
            </a:fld>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w Cen MT-Rockwell">
      <a:maj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2696</TotalTime>
  <Words>809</Words>
  <Application>Microsoft Office PowerPoint</Application>
  <PresentationFormat>寬螢幕</PresentationFormat>
  <Paragraphs>152</Paragraphs>
  <Slides>15</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15</vt:i4>
      </vt:variant>
    </vt:vector>
  </HeadingPairs>
  <TitlesOfParts>
    <vt:vector size="21" baseType="lpstr">
      <vt:lpstr>Arial</vt:lpstr>
      <vt:lpstr>Calibri</vt:lpstr>
      <vt:lpstr>Menlo</vt:lpstr>
      <vt:lpstr>Rockwell</vt:lpstr>
      <vt:lpstr>Times New Roman</vt:lpstr>
      <vt:lpstr>Office 佈景主題</vt:lpstr>
      <vt:lpstr>Computing the Longest Common Almost-Increasing Subsequence</vt:lpstr>
      <vt:lpstr>Abstract</vt:lpstr>
      <vt:lpstr>Outline</vt:lpstr>
      <vt:lpstr>LCaIS</vt:lpstr>
      <vt:lpstr>Complexity</vt:lpstr>
      <vt:lpstr>Algo.1</vt:lpstr>
      <vt:lpstr>Algo.2</vt:lpstr>
      <vt:lpstr>Algo.2</vt:lpstr>
      <vt:lpstr>Algo.3: Reducing The Search Space</vt:lpstr>
      <vt:lpstr>Algo.4: Deferred Computation</vt:lpstr>
      <vt:lpstr>Algo.4: Deferred Computation</vt:lpstr>
      <vt:lpstr>PowerPoint 簡報</vt:lpstr>
      <vt:lpstr>Algo.6</vt:lpstr>
      <vt:lpstr>Algo.6</vt:lpstr>
      <vt:lpstr>Thank you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Improved Algorithm for The Longest Common Subsequence Problem</dc:title>
  <dc:creator>宗霖 呂</dc:creator>
  <cp:lastModifiedBy>pplab</cp:lastModifiedBy>
  <cp:revision>19</cp:revision>
  <dcterms:created xsi:type="dcterms:W3CDTF">2021-03-28T03:57:23Z</dcterms:created>
  <dcterms:modified xsi:type="dcterms:W3CDTF">2022-11-15T11:42:43Z</dcterms:modified>
</cp:coreProperties>
</file>