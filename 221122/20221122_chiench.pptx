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7" r:id="rId4"/>
    <p:sldId id="259" r:id="rId5"/>
    <p:sldId id="264" r:id="rId6"/>
    <p:sldId id="261" r:id="rId7"/>
    <p:sldId id="262" r:id="rId8"/>
    <p:sldId id="260" r:id="rId9"/>
    <p:sldId id="265" r:id="rId10"/>
    <p:sldId id="263"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D4325F-42B9-40E0-8F23-64C1E4B68A45}" v="5" dt="2022-10-29T11:24:40.80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57" autoAdjust="0"/>
    <p:restoredTop sz="77647" autoAdjust="0"/>
  </p:normalViewPr>
  <p:slideViewPr>
    <p:cSldViewPr snapToGrid="0">
      <p:cViewPr varScale="1">
        <p:scale>
          <a:sx n="54" d="100"/>
          <a:sy n="54" d="100"/>
        </p:scale>
        <p:origin x="1602"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志軒 簡" userId="5f287045bdc9c0f2" providerId="LiveId" clId="{1ED4325F-42B9-40E0-8F23-64C1E4B68A45}"/>
    <pc:docChg chg="undo custSel addSld delSld modSld sldOrd">
      <pc:chgData name="志軒 簡" userId="5f287045bdc9c0f2" providerId="LiveId" clId="{1ED4325F-42B9-40E0-8F23-64C1E4B68A45}" dt="2022-10-29T11:26:56.023" v="482" actId="14100"/>
      <pc:docMkLst>
        <pc:docMk/>
      </pc:docMkLst>
      <pc:sldChg chg="modSp mod">
        <pc:chgData name="志軒 簡" userId="5f287045bdc9c0f2" providerId="LiveId" clId="{1ED4325F-42B9-40E0-8F23-64C1E4B68A45}" dt="2022-10-28T09:44:17.812" v="39" actId="20577"/>
        <pc:sldMkLst>
          <pc:docMk/>
          <pc:sldMk cId="1385021277" sldId="256"/>
        </pc:sldMkLst>
        <pc:spChg chg="mod">
          <ac:chgData name="志軒 簡" userId="5f287045bdc9c0f2" providerId="LiveId" clId="{1ED4325F-42B9-40E0-8F23-64C1E4B68A45}" dt="2022-10-28T09:41:21.459" v="2"/>
          <ac:spMkLst>
            <pc:docMk/>
            <pc:sldMk cId="1385021277" sldId="256"/>
            <ac:spMk id="2" creationId="{D07390EC-3505-4614-AC8B-E5220F3B9165}"/>
          </ac:spMkLst>
        </pc:spChg>
        <pc:spChg chg="mod">
          <ac:chgData name="志軒 簡" userId="5f287045bdc9c0f2" providerId="LiveId" clId="{1ED4325F-42B9-40E0-8F23-64C1E4B68A45}" dt="2022-10-28T09:44:00.214" v="30"/>
          <ac:spMkLst>
            <pc:docMk/>
            <pc:sldMk cId="1385021277" sldId="256"/>
            <ac:spMk id="3" creationId="{6C88D9F7-F986-E365-FDC2-C6659A6332D8}"/>
          </ac:spMkLst>
        </pc:spChg>
        <pc:spChg chg="mod">
          <ac:chgData name="志軒 簡" userId="5f287045bdc9c0f2" providerId="LiveId" clId="{1ED4325F-42B9-40E0-8F23-64C1E4B68A45}" dt="2022-10-28T09:44:17.812" v="39" actId="20577"/>
          <ac:spMkLst>
            <pc:docMk/>
            <pc:sldMk cId="1385021277" sldId="256"/>
            <ac:spMk id="4" creationId="{B0B04478-59CB-DCC3-9EC8-DF5AE437110D}"/>
          </ac:spMkLst>
        </pc:spChg>
      </pc:sldChg>
      <pc:sldChg chg="modSp mod">
        <pc:chgData name="志軒 簡" userId="5f287045bdc9c0f2" providerId="LiveId" clId="{1ED4325F-42B9-40E0-8F23-64C1E4B68A45}" dt="2022-10-28T09:45:59.828" v="43"/>
        <pc:sldMkLst>
          <pc:docMk/>
          <pc:sldMk cId="1870997777" sldId="257"/>
        </pc:sldMkLst>
        <pc:spChg chg="mod">
          <ac:chgData name="志軒 簡" userId="5f287045bdc9c0f2" providerId="LiveId" clId="{1ED4325F-42B9-40E0-8F23-64C1E4B68A45}" dt="2022-10-28T09:45:59.828" v="43"/>
          <ac:spMkLst>
            <pc:docMk/>
            <pc:sldMk cId="1870997777" sldId="257"/>
            <ac:spMk id="3" creationId="{15458660-DDC9-CFEA-36B1-2389DF33C0E3}"/>
          </ac:spMkLst>
        </pc:spChg>
      </pc:sldChg>
      <pc:sldChg chg="modSp mod">
        <pc:chgData name="志軒 簡" userId="5f287045bdc9c0f2" providerId="LiveId" clId="{1ED4325F-42B9-40E0-8F23-64C1E4B68A45}" dt="2022-10-28T09:46:25.837" v="45" actId="255"/>
        <pc:sldMkLst>
          <pc:docMk/>
          <pc:sldMk cId="3121739123" sldId="258"/>
        </pc:sldMkLst>
        <pc:spChg chg="mod">
          <ac:chgData name="志軒 簡" userId="5f287045bdc9c0f2" providerId="LiveId" clId="{1ED4325F-42B9-40E0-8F23-64C1E4B68A45}" dt="2022-10-28T09:46:25.837" v="45" actId="255"/>
          <ac:spMkLst>
            <pc:docMk/>
            <pc:sldMk cId="3121739123" sldId="258"/>
            <ac:spMk id="3" creationId="{AD20B566-6CC0-DA0E-6E4E-CF625178FFC2}"/>
          </ac:spMkLst>
        </pc:spChg>
      </pc:sldChg>
      <pc:sldChg chg="addSp delSp modSp new mod">
        <pc:chgData name="志軒 簡" userId="5f287045bdc9c0f2" providerId="LiveId" clId="{1ED4325F-42B9-40E0-8F23-64C1E4B68A45}" dt="2022-10-29T11:23:11.702" v="455" actId="1076"/>
        <pc:sldMkLst>
          <pc:docMk/>
          <pc:sldMk cId="1162311497" sldId="259"/>
        </pc:sldMkLst>
        <pc:spChg chg="del">
          <ac:chgData name="志軒 簡" userId="5f287045bdc9c0f2" providerId="LiveId" clId="{1ED4325F-42B9-40E0-8F23-64C1E4B68A45}" dt="2022-10-29T08:51:50.044" v="205" actId="22"/>
          <ac:spMkLst>
            <pc:docMk/>
            <pc:sldMk cId="1162311497" sldId="259"/>
            <ac:spMk id="3" creationId="{DAC13FC5-A313-6B6B-0372-02DF9C5F740A}"/>
          </ac:spMkLst>
        </pc:spChg>
        <pc:picChg chg="add mod">
          <ac:chgData name="志軒 簡" userId="5f287045bdc9c0f2" providerId="LiveId" clId="{1ED4325F-42B9-40E0-8F23-64C1E4B68A45}" dt="2022-10-29T11:23:11.702" v="455" actId="1076"/>
          <ac:picMkLst>
            <pc:docMk/>
            <pc:sldMk cId="1162311497" sldId="259"/>
            <ac:picMk id="5" creationId="{2ACBF427-6C65-24B1-B085-2343251727AF}"/>
          </ac:picMkLst>
        </pc:picChg>
        <pc:picChg chg="add mod ord">
          <ac:chgData name="志軒 簡" userId="5f287045bdc9c0f2" providerId="LiveId" clId="{1ED4325F-42B9-40E0-8F23-64C1E4B68A45}" dt="2022-10-29T08:52:02.282" v="208" actId="1076"/>
          <ac:picMkLst>
            <pc:docMk/>
            <pc:sldMk cId="1162311497" sldId="259"/>
            <ac:picMk id="6" creationId="{3AF91A72-4079-6E87-EF3C-9D0C134B962C}"/>
          </ac:picMkLst>
        </pc:picChg>
      </pc:sldChg>
      <pc:sldChg chg="del">
        <pc:chgData name="志軒 簡" userId="5f287045bdc9c0f2" providerId="LiveId" clId="{1ED4325F-42B9-40E0-8F23-64C1E4B68A45}" dt="2022-10-28T09:46:37.915" v="46" actId="2696"/>
        <pc:sldMkLst>
          <pc:docMk/>
          <pc:sldMk cId="3633912298" sldId="259"/>
        </pc:sldMkLst>
      </pc:sldChg>
      <pc:sldChg chg="del">
        <pc:chgData name="志軒 簡" userId="5f287045bdc9c0f2" providerId="LiveId" clId="{1ED4325F-42B9-40E0-8F23-64C1E4B68A45}" dt="2022-10-28T09:46:43.677" v="47" actId="2696"/>
        <pc:sldMkLst>
          <pc:docMk/>
          <pc:sldMk cId="1279740824" sldId="260"/>
        </pc:sldMkLst>
      </pc:sldChg>
      <pc:sldChg chg="addSp modSp new mod">
        <pc:chgData name="志軒 簡" userId="5f287045bdc9c0f2" providerId="LiveId" clId="{1ED4325F-42B9-40E0-8F23-64C1E4B68A45}" dt="2022-10-28T11:07:06.392" v="122" actId="1076"/>
        <pc:sldMkLst>
          <pc:docMk/>
          <pc:sldMk cId="1617207717" sldId="260"/>
        </pc:sldMkLst>
        <pc:spChg chg="mod">
          <ac:chgData name="志軒 簡" userId="5f287045bdc9c0f2" providerId="LiveId" clId="{1ED4325F-42B9-40E0-8F23-64C1E4B68A45}" dt="2022-10-28T11:04:21.068" v="72" actId="20577"/>
          <ac:spMkLst>
            <pc:docMk/>
            <pc:sldMk cId="1617207717" sldId="260"/>
            <ac:spMk id="2" creationId="{05C2FCD7-AE34-4C4C-E486-9AD23AA1AA93}"/>
          </ac:spMkLst>
        </pc:spChg>
        <pc:spChg chg="mod">
          <ac:chgData name="志軒 簡" userId="5f287045bdc9c0f2" providerId="LiveId" clId="{1ED4325F-42B9-40E0-8F23-64C1E4B68A45}" dt="2022-10-28T11:06:33.369" v="120"/>
          <ac:spMkLst>
            <pc:docMk/>
            <pc:sldMk cId="1617207717" sldId="260"/>
            <ac:spMk id="3" creationId="{A4761569-4ED3-0FE4-917D-4A891081CB5A}"/>
          </ac:spMkLst>
        </pc:spChg>
        <pc:picChg chg="add mod">
          <ac:chgData name="志軒 簡" userId="5f287045bdc9c0f2" providerId="LiveId" clId="{1ED4325F-42B9-40E0-8F23-64C1E4B68A45}" dt="2022-10-28T11:07:06.392" v="122" actId="1076"/>
          <ac:picMkLst>
            <pc:docMk/>
            <pc:sldMk cId="1617207717" sldId="260"/>
            <ac:picMk id="5" creationId="{BFEC867F-F2B1-F0F1-52D4-AFFC3C152258}"/>
          </ac:picMkLst>
        </pc:picChg>
      </pc:sldChg>
      <pc:sldChg chg="del">
        <pc:chgData name="志軒 簡" userId="5f287045bdc9c0f2" providerId="LiveId" clId="{1ED4325F-42B9-40E0-8F23-64C1E4B68A45}" dt="2022-10-28T09:46:49.300" v="49" actId="2696"/>
        <pc:sldMkLst>
          <pc:docMk/>
          <pc:sldMk cId="1525718352" sldId="261"/>
        </pc:sldMkLst>
      </pc:sldChg>
      <pc:sldChg chg="modSp new mod">
        <pc:chgData name="志軒 簡" userId="5f287045bdc9c0f2" providerId="LiveId" clId="{1ED4325F-42B9-40E0-8F23-64C1E4B68A45}" dt="2022-10-28T11:07:55.067" v="151" actId="20577"/>
        <pc:sldMkLst>
          <pc:docMk/>
          <pc:sldMk cId="3920192505" sldId="261"/>
        </pc:sldMkLst>
        <pc:spChg chg="mod">
          <ac:chgData name="志軒 簡" userId="5f287045bdc9c0f2" providerId="LiveId" clId="{1ED4325F-42B9-40E0-8F23-64C1E4B68A45}" dt="2022-10-28T11:07:38.915" v="139" actId="20577"/>
          <ac:spMkLst>
            <pc:docMk/>
            <pc:sldMk cId="3920192505" sldId="261"/>
            <ac:spMk id="2" creationId="{89939F2A-DBA6-15F6-8333-969353952F0B}"/>
          </ac:spMkLst>
        </pc:spChg>
        <pc:spChg chg="mod">
          <ac:chgData name="志軒 簡" userId="5f287045bdc9c0f2" providerId="LiveId" clId="{1ED4325F-42B9-40E0-8F23-64C1E4B68A45}" dt="2022-10-28T11:07:55.067" v="151" actId="20577"/>
          <ac:spMkLst>
            <pc:docMk/>
            <pc:sldMk cId="3920192505" sldId="261"/>
            <ac:spMk id="3" creationId="{EE072351-B334-333D-9AB7-C8E5A3A2988D}"/>
          </ac:spMkLst>
        </pc:spChg>
      </pc:sldChg>
      <pc:sldChg chg="addSp delSp modSp new mod">
        <pc:chgData name="志軒 簡" userId="5f287045bdc9c0f2" providerId="LiveId" clId="{1ED4325F-42B9-40E0-8F23-64C1E4B68A45}" dt="2022-10-29T11:24:31.321" v="462" actId="1076"/>
        <pc:sldMkLst>
          <pc:docMk/>
          <pc:sldMk cId="695519647" sldId="262"/>
        </pc:sldMkLst>
        <pc:spChg chg="mod">
          <ac:chgData name="志軒 簡" userId="5f287045bdc9c0f2" providerId="LiveId" clId="{1ED4325F-42B9-40E0-8F23-64C1E4B68A45}" dt="2022-10-28T11:10:56.517" v="158"/>
          <ac:spMkLst>
            <pc:docMk/>
            <pc:sldMk cId="695519647" sldId="262"/>
            <ac:spMk id="2" creationId="{F5F28218-D855-C700-F020-6AEB55E684E1}"/>
          </ac:spMkLst>
        </pc:spChg>
        <pc:spChg chg="del">
          <ac:chgData name="志軒 簡" userId="5f287045bdc9c0f2" providerId="LiveId" clId="{1ED4325F-42B9-40E0-8F23-64C1E4B68A45}" dt="2022-10-28T11:09:24.024" v="153" actId="22"/>
          <ac:spMkLst>
            <pc:docMk/>
            <pc:sldMk cId="695519647" sldId="262"/>
            <ac:spMk id="3" creationId="{57E5C3D7-96A3-5A54-9C10-A95BEF53171B}"/>
          </ac:spMkLst>
        </pc:spChg>
        <pc:picChg chg="add mod">
          <ac:chgData name="志軒 簡" userId="5f287045bdc9c0f2" providerId="LiveId" clId="{1ED4325F-42B9-40E0-8F23-64C1E4B68A45}" dt="2022-10-29T11:24:31.321" v="462" actId="1076"/>
          <ac:picMkLst>
            <pc:docMk/>
            <pc:sldMk cId="695519647" sldId="262"/>
            <ac:picMk id="3" creationId="{58CD658C-FA1D-32F3-716E-F0329449A91B}"/>
          </ac:picMkLst>
        </pc:picChg>
        <pc:picChg chg="add mod ord">
          <ac:chgData name="志軒 簡" userId="5f287045bdc9c0f2" providerId="LiveId" clId="{1ED4325F-42B9-40E0-8F23-64C1E4B68A45}" dt="2022-10-29T11:23:28.962" v="459" actId="1076"/>
          <ac:picMkLst>
            <pc:docMk/>
            <pc:sldMk cId="695519647" sldId="262"/>
            <ac:picMk id="5" creationId="{09285C73-35CA-9360-FE19-3E2EAC367D33}"/>
          </ac:picMkLst>
        </pc:picChg>
      </pc:sldChg>
      <pc:sldChg chg="del">
        <pc:chgData name="志軒 簡" userId="5f287045bdc9c0f2" providerId="LiveId" clId="{1ED4325F-42B9-40E0-8F23-64C1E4B68A45}" dt="2022-10-28T09:46:52.063" v="50" actId="2696"/>
        <pc:sldMkLst>
          <pc:docMk/>
          <pc:sldMk cId="2751356478" sldId="262"/>
        </pc:sldMkLst>
      </pc:sldChg>
      <pc:sldChg chg="del">
        <pc:chgData name="志軒 簡" userId="5f287045bdc9c0f2" providerId="LiveId" clId="{1ED4325F-42B9-40E0-8F23-64C1E4B68A45}" dt="2022-10-28T09:46:55.078" v="51" actId="2696"/>
        <pc:sldMkLst>
          <pc:docMk/>
          <pc:sldMk cId="2154269897" sldId="263"/>
        </pc:sldMkLst>
      </pc:sldChg>
      <pc:sldChg chg="addSp delSp modSp new mod ord">
        <pc:chgData name="志軒 簡" userId="5f287045bdc9c0f2" providerId="LiveId" clId="{1ED4325F-42B9-40E0-8F23-64C1E4B68A45}" dt="2022-10-29T09:47:54.293" v="429"/>
        <pc:sldMkLst>
          <pc:docMk/>
          <pc:sldMk cId="4005685323" sldId="263"/>
        </pc:sldMkLst>
        <pc:spChg chg="mod">
          <ac:chgData name="志軒 簡" userId="5f287045bdc9c0f2" providerId="LiveId" clId="{1ED4325F-42B9-40E0-8F23-64C1E4B68A45}" dt="2022-10-29T09:35:45.532" v="363" actId="20577"/>
          <ac:spMkLst>
            <pc:docMk/>
            <pc:sldMk cId="4005685323" sldId="263"/>
            <ac:spMk id="2" creationId="{C634AC87-84F3-070D-CBB4-80E13E2C7B3B}"/>
          </ac:spMkLst>
        </pc:spChg>
        <pc:spChg chg="del">
          <ac:chgData name="志軒 簡" userId="5f287045bdc9c0f2" providerId="LiveId" clId="{1ED4325F-42B9-40E0-8F23-64C1E4B68A45}" dt="2022-10-29T08:48:35.132" v="164" actId="3680"/>
          <ac:spMkLst>
            <pc:docMk/>
            <pc:sldMk cId="4005685323" sldId="263"/>
            <ac:spMk id="3" creationId="{2D667799-ABAB-E919-441B-5BC9ED76D544}"/>
          </ac:spMkLst>
        </pc:spChg>
        <pc:spChg chg="add del mod">
          <ac:chgData name="志軒 簡" userId="5f287045bdc9c0f2" providerId="LiveId" clId="{1ED4325F-42B9-40E0-8F23-64C1E4B68A45}" dt="2022-10-29T09:34:07.822" v="343" actId="478"/>
          <ac:spMkLst>
            <pc:docMk/>
            <pc:sldMk cId="4005685323" sldId="263"/>
            <ac:spMk id="6" creationId="{93EE8D30-A66A-4140-6B3E-55CEBF838508}"/>
          </ac:spMkLst>
        </pc:spChg>
        <pc:graphicFrameChg chg="add del mod ord modGraphic">
          <ac:chgData name="志軒 簡" userId="5f287045bdc9c0f2" providerId="LiveId" clId="{1ED4325F-42B9-40E0-8F23-64C1E4B68A45}" dt="2022-10-29T09:45:39.849" v="416" actId="1076"/>
          <ac:graphicFrameMkLst>
            <pc:docMk/>
            <pc:sldMk cId="4005685323" sldId="263"/>
            <ac:graphicFrameMk id="4" creationId="{336E2306-AAC4-EC06-F2F7-233742F21115}"/>
          </ac:graphicFrameMkLst>
        </pc:graphicFrameChg>
        <pc:picChg chg="add mod">
          <ac:chgData name="志軒 簡" userId="5f287045bdc9c0f2" providerId="LiveId" clId="{1ED4325F-42B9-40E0-8F23-64C1E4B68A45}" dt="2022-10-29T09:47:33.878" v="427" actId="1076"/>
          <ac:picMkLst>
            <pc:docMk/>
            <pc:sldMk cId="4005685323" sldId="263"/>
            <ac:picMk id="7" creationId="{172D7A7E-A992-D0FA-C1AF-4556C7AD3B55}"/>
          </ac:picMkLst>
        </pc:picChg>
        <pc:picChg chg="add mod">
          <ac:chgData name="志軒 簡" userId="5f287045bdc9c0f2" providerId="LiveId" clId="{1ED4325F-42B9-40E0-8F23-64C1E4B68A45}" dt="2022-10-29T09:47:30.699" v="426" actId="1076"/>
          <ac:picMkLst>
            <pc:docMk/>
            <pc:sldMk cId="4005685323" sldId="263"/>
            <ac:picMk id="8" creationId="{3E103692-73B9-5530-665F-DB2709C74078}"/>
          </ac:picMkLst>
        </pc:picChg>
      </pc:sldChg>
      <pc:sldChg chg="del">
        <pc:chgData name="志軒 簡" userId="5f287045bdc9c0f2" providerId="LiveId" clId="{1ED4325F-42B9-40E0-8F23-64C1E4B68A45}" dt="2022-10-28T09:47:00.423" v="53" actId="2696"/>
        <pc:sldMkLst>
          <pc:docMk/>
          <pc:sldMk cId="283760916" sldId="264"/>
        </pc:sldMkLst>
      </pc:sldChg>
      <pc:sldChg chg="addSp delSp modSp new mod">
        <pc:chgData name="志軒 簡" userId="5f287045bdc9c0f2" providerId="LiveId" clId="{1ED4325F-42B9-40E0-8F23-64C1E4B68A45}" dt="2022-10-29T09:31:24.879" v="340" actId="1076"/>
        <pc:sldMkLst>
          <pc:docMk/>
          <pc:sldMk cId="2775756452" sldId="264"/>
        </pc:sldMkLst>
        <pc:spChg chg="mod">
          <ac:chgData name="志軒 簡" userId="5f287045bdc9c0f2" providerId="LiveId" clId="{1ED4325F-42B9-40E0-8F23-64C1E4B68A45}" dt="2022-10-29T09:30:38.159" v="337" actId="20577"/>
          <ac:spMkLst>
            <pc:docMk/>
            <pc:sldMk cId="2775756452" sldId="264"/>
            <ac:spMk id="2" creationId="{DA363FBD-FB35-2A17-C854-9F21C9BA1E39}"/>
          </ac:spMkLst>
        </pc:spChg>
        <pc:spChg chg="del">
          <ac:chgData name="志軒 簡" userId="5f287045bdc9c0f2" providerId="LiveId" clId="{1ED4325F-42B9-40E0-8F23-64C1E4B68A45}" dt="2022-10-29T09:30:20.189" v="319" actId="22"/>
          <ac:spMkLst>
            <pc:docMk/>
            <pc:sldMk cId="2775756452" sldId="264"/>
            <ac:spMk id="3" creationId="{0FF9E7CD-4BE6-AF3C-98D9-57CB385B070A}"/>
          </ac:spMkLst>
        </pc:spChg>
        <pc:spChg chg="add del mod">
          <ac:chgData name="志軒 簡" userId="5f287045bdc9c0f2" providerId="LiveId" clId="{1ED4325F-42B9-40E0-8F23-64C1E4B68A45}" dt="2022-10-29T09:31:21.952" v="339" actId="22"/>
          <ac:spMkLst>
            <pc:docMk/>
            <pc:sldMk cId="2775756452" sldId="264"/>
            <ac:spMk id="7" creationId="{8C213315-3F18-7B99-5783-53B3D3032AE9}"/>
          </ac:spMkLst>
        </pc:spChg>
        <pc:picChg chg="add del mod ord">
          <ac:chgData name="志軒 簡" userId="5f287045bdc9c0f2" providerId="LiveId" clId="{1ED4325F-42B9-40E0-8F23-64C1E4B68A45}" dt="2022-10-29T09:30:51.386" v="338" actId="21"/>
          <ac:picMkLst>
            <pc:docMk/>
            <pc:sldMk cId="2775756452" sldId="264"/>
            <ac:picMk id="5" creationId="{4703D4A6-71B1-D5E0-CBCF-AD73C0B5B4D7}"/>
          </ac:picMkLst>
        </pc:picChg>
        <pc:picChg chg="add mod ord">
          <ac:chgData name="志軒 簡" userId="5f287045bdc9c0f2" providerId="LiveId" clId="{1ED4325F-42B9-40E0-8F23-64C1E4B68A45}" dt="2022-10-29T09:31:24.879" v="340" actId="1076"/>
          <ac:picMkLst>
            <pc:docMk/>
            <pc:sldMk cId="2775756452" sldId="264"/>
            <ac:picMk id="9" creationId="{481E7A70-C1AE-45F4-E02D-B9327D051B68}"/>
          </ac:picMkLst>
        </pc:picChg>
      </pc:sldChg>
      <pc:sldChg chg="addSp delSp modSp new mod">
        <pc:chgData name="志軒 簡" userId="5f287045bdc9c0f2" providerId="LiveId" clId="{1ED4325F-42B9-40E0-8F23-64C1E4B68A45}" dt="2022-10-29T09:39:56.648" v="403" actId="1076"/>
        <pc:sldMkLst>
          <pc:docMk/>
          <pc:sldMk cId="2521566274" sldId="265"/>
        </pc:sldMkLst>
        <pc:spChg chg="mod">
          <ac:chgData name="志軒 簡" userId="5f287045bdc9c0f2" providerId="LiveId" clId="{1ED4325F-42B9-40E0-8F23-64C1E4B68A45}" dt="2022-10-29T09:38:58.503" v="400" actId="20577"/>
          <ac:spMkLst>
            <pc:docMk/>
            <pc:sldMk cId="2521566274" sldId="265"/>
            <ac:spMk id="2" creationId="{4E29EF20-662E-CF77-48A8-AB56E7B1BFE9}"/>
          </ac:spMkLst>
        </pc:spChg>
        <pc:spChg chg="del">
          <ac:chgData name="志軒 簡" userId="5f287045bdc9c0f2" providerId="LiveId" clId="{1ED4325F-42B9-40E0-8F23-64C1E4B68A45}" dt="2022-10-29T09:39:50.394" v="401" actId="22"/>
          <ac:spMkLst>
            <pc:docMk/>
            <pc:sldMk cId="2521566274" sldId="265"/>
            <ac:spMk id="3" creationId="{6D60FA18-CE99-47B4-8277-25E978F9E32B}"/>
          </ac:spMkLst>
        </pc:spChg>
        <pc:picChg chg="add mod ord">
          <ac:chgData name="志軒 簡" userId="5f287045bdc9c0f2" providerId="LiveId" clId="{1ED4325F-42B9-40E0-8F23-64C1E4B68A45}" dt="2022-10-29T09:39:56.648" v="403" actId="1076"/>
          <ac:picMkLst>
            <pc:docMk/>
            <pc:sldMk cId="2521566274" sldId="265"/>
            <ac:picMk id="5" creationId="{4ACFA68A-8F57-0E7C-0379-6AEF6A03F82D}"/>
          </ac:picMkLst>
        </pc:picChg>
      </pc:sldChg>
      <pc:sldChg chg="del">
        <pc:chgData name="志軒 簡" userId="5f287045bdc9c0f2" providerId="LiveId" clId="{1ED4325F-42B9-40E0-8F23-64C1E4B68A45}" dt="2022-10-28T09:47:05.182" v="54" actId="2696"/>
        <pc:sldMkLst>
          <pc:docMk/>
          <pc:sldMk cId="2604097150" sldId="265"/>
        </pc:sldMkLst>
      </pc:sldChg>
      <pc:sldChg chg="addSp modSp new mod">
        <pc:chgData name="志軒 簡" userId="5f287045bdc9c0f2" providerId="LiveId" clId="{1ED4325F-42B9-40E0-8F23-64C1E4B68A45}" dt="2022-10-29T11:26:56.023" v="482" actId="14100"/>
        <pc:sldMkLst>
          <pc:docMk/>
          <pc:sldMk cId="1542424633" sldId="266"/>
        </pc:sldMkLst>
        <pc:picChg chg="add mod">
          <ac:chgData name="志軒 簡" userId="5f287045bdc9c0f2" providerId="LiveId" clId="{1ED4325F-42B9-40E0-8F23-64C1E4B68A45}" dt="2022-10-29T11:26:56.023" v="482" actId="14100"/>
          <ac:picMkLst>
            <pc:docMk/>
            <pc:sldMk cId="1542424633" sldId="266"/>
            <ac:picMk id="5" creationId="{BC61D451-DD41-D437-9CA3-FB2F3035D8E7}"/>
          </ac:picMkLst>
        </pc:picChg>
        <pc:picChg chg="add mod">
          <ac:chgData name="志軒 簡" userId="5f287045bdc9c0f2" providerId="LiveId" clId="{1ED4325F-42B9-40E0-8F23-64C1E4B68A45}" dt="2022-10-29T11:26:51.957" v="480" actId="14100"/>
          <ac:picMkLst>
            <pc:docMk/>
            <pc:sldMk cId="1542424633" sldId="266"/>
            <ac:picMk id="7" creationId="{A08D0C05-542A-4C14-FC36-75FC688E3572}"/>
          </ac:picMkLst>
        </pc:picChg>
      </pc:sldChg>
      <pc:sldChg chg="del">
        <pc:chgData name="志軒 簡" userId="5f287045bdc9c0f2" providerId="LiveId" clId="{1ED4325F-42B9-40E0-8F23-64C1E4B68A45}" dt="2022-10-28T09:47:56.604" v="57" actId="2696"/>
        <pc:sldMkLst>
          <pc:docMk/>
          <pc:sldMk cId="2702878889" sldId="266"/>
        </pc:sldMkLst>
      </pc:sldChg>
      <pc:sldChg chg="addSp modSp new mod">
        <pc:chgData name="志軒 簡" userId="5f287045bdc9c0f2" providerId="LiveId" clId="{1ED4325F-42B9-40E0-8F23-64C1E4B68A45}" dt="2022-10-29T11:24:55.614" v="466" actId="1076"/>
        <pc:sldMkLst>
          <pc:docMk/>
          <pc:sldMk cId="2098958104" sldId="267"/>
        </pc:sldMkLst>
        <pc:spChg chg="mod">
          <ac:chgData name="志軒 簡" userId="5f287045bdc9c0f2" providerId="LiveId" clId="{1ED4325F-42B9-40E0-8F23-64C1E4B68A45}" dt="2022-10-29T09:48:20.810" v="442" actId="20577"/>
          <ac:spMkLst>
            <pc:docMk/>
            <pc:sldMk cId="2098958104" sldId="267"/>
            <ac:spMk id="2" creationId="{31009CD8-DFFE-A486-DC9F-E9A66298276B}"/>
          </ac:spMkLst>
        </pc:spChg>
        <pc:spChg chg="mod">
          <ac:chgData name="志軒 簡" userId="5f287045bdc9c0f2" providerId="LiveId" clId="{1ED4325F-42B9-40E0-8F23-64C1E4B68A45}" dt="2022-10-29T11:21:37.563" v="454" actId="20577"/>
          <ac:spMkLst>
            <pc:docMk/>
            <pc:sldMk cId="2098958104" sldId="267"/>
            <ac:spMk id="3" creationId="{BD8CAEAD-36EC-B588-4D40-4058763D6ACD}"/>
          </ac:spMkLst>
        </pc:spChg>
        <pc:picChg chg="add mod">
          <ac:chgData name="志軒 簡" userId="5f287045bdc9c0f2" providerId="LiveId" clId="{1ED4325F-42B9-40E0-8F23-64C1E4B68A45}" dt="2022-10-29T11:24:55.614" v="466" actId="1076"/>
          <ac:picMkLst>
            <pc:docMk/>
            <pc:sldMk cId="2098958104" sldId="267"/>
            <ac:picMk id="4" creationId="{304E357D-48C9-E476-7A59-0017A4199BE4}"/>
          </ac:picMkLst>
        </pc:picChg>
      </pc:sldChg>
      <pc:sldChg chg="del">
        <pc:chgData name="志軒 簡" userId="5f287045bdc9c0f2" providerId="LiveId" clId="{1ED4325F-42B9-40E0-8F23-64C1E4B68A45}" dt="2022-10-28T09:47:51.037" v="55" actId="2696"/>
        <pc:sldMkLst>
          <pc:docMk/>
          <pc:sldMk cId="3407113886" sldId="267"/>
        </pc:sldMkLst>
      </pc:sldChg>
      <pc:sldChg chg="del">
        <pc:chgData name="志軒 簡" userId="5f287045bdc9c0f2" providerId="LiveId" clId="{1ED4325F-42B9-40E0-8F23-64C1E4B68A45}" dt="2022-10-28T09:46:46.592" v="48" actId="2696"/>
        <pc:sldMkLst>
          <pc:docMk/>
          <pc:sldMk cId="94658372" sldId="268"/>
        </pc:sldMkLst>
      </pc:sldChg>
      <pc:sldChg chg="del">
        <pc:chgData name="志軒 簡" userId="5f287045bdc9c0f2" providerId="LiveId" clId="{1ED4325F-42B9-40E0-8F23-64C1E4B68A45}" dt="2022-10-28T09:46:57.787" v="52" actId="2696"/>
        <pc:sldMkLst>
          <pc:docMk/>
          <pc:sldMk cId="2865745047" sldId="269"/>
        </pc:sldMkLst>
      </pc:sldChg>
      <pc:sldChg chg="del">
        <pc:chgData name="志軒 簡" userId="5f287045bdc9c0f2" providerId="LiveId" clId="{1ED4325F-42B9-40E0-8F23-64C1E4B68A45}" dt="2022-10-28T09:47:53.715" v="56" actId="2696"/>
        <pc:sldMkLst>
          <pc:docMk/>
          <pc:sldMk cId="2478206908" sldId="270"/>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8:52.077"/>
    </inkml:context>
    <inkml:brush xml:id="br0">
      <inkml:brushProperty name="width" value="0.05" units="cm"/>
      <inkml:brushProperty name="height" value="0.0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06.063"/>
    </inkml:context>
    <inkml:brush xml:id="br0">
      <inkml:brushProperty name="width" value="0.05" units="cm"/>
      <inkml:brushProperty name="height" value="0.05"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40.176"/>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40.695"/>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41.042"/>
    </inkml:context>
    <inkml:brush xml:id="br0">
      <inkml:brushProperty name="width" value="0.05" units="cm"/>
      <inkml:brushProperty name="height" value="0.05"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42.489"/>
    </inkml:context>
    <inkml:brush xml:id="br0">
      <inkml:brushProperty name="width" value="0.05" units="cm"/>
      <inkml:brushProperty name="height" value="0.05" units="cm"/>
    </inkml:brush>
  </inkml:definitions>
  <inkml:trace contextRef="#ctx0" brushRef="#br0">0 0 24575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42.912"/>
    </inkml:context>
    <inkml:brush xml:id="br0">
      <inkml:brushProperty name="width" value="0.05" units="cm"/>
      <inkml:brushProperty name="height" value="0.05" units="cm"/>
    </inkml:brush>
  </inkml:definitions>
  <inkml:trace contextRef="#ctx0" brushRef="#br0">0 0 24575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1T10:09:43.308"/>
    </inkml:context>
    <inkml:brush xml:id="br0">
      <inkml:brushProperty name="width" value="0.05" units="cm"/>
      <inkml:brushProperty name="height" value="0.0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6D34A-238D-4485-A40B-F87E86E9258E}" type="datetimeFigureOut">
              <a:rPr lang="zh-TW" altLang="en-US" smtClean="0"/>
              <a:t>2022/11/22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64390-0ED7-4C75-BFE1-36BE5D3D4367}" type="slidenum">
              <a:rPr lang="zh-TW" altLang="en-US" smtClean="0"/>
              <a:t>‹#›</a:t>
            </a:fld>
            <a:endParaRPr lang="zh-TW" altLang="en-US"/>
          </a:p>
        </p:txBody>
      </p:sp>
    </p:spTree>
    <p:extLst>
      <p:ext uri="{BB962C8B-B14F-4D97-AF65-F5344CB8AC3E}">
        <p14:creationId xmlns:p14="http://schemas.microsoft.com/office/powerpoint/2010/main" val="299655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2</a:t>
            </a:fld>
            <a:endParaRPr lang="zh-TW" altLang="en-US"/>
          </a:p>
        </p:txBody>
      </p:sp>
    </p:spTree>
    <p:extLst>
      <p:ext uri="{BB962C8B-B14F-4D97-AF65-F5344CB8AC3E}">
        <p14:creationId xmlns:p14="http://schemas.microsoft.com/office/powerpoint/2010/main" val="17722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Convergence rate</a:t>
            </a:r>
          </a:p>
          <a:p>
            <a:r>
              <a:rPr lang="en-US" altLang="zh-TW" dirty="0" err="1"/>
              <a:t>Differnece</a:t>
            </a:r>
            <a:r>
              <a:rPr lang="en-US" altLang="zh-TW" dirty="0"/>
              <a:t> when population</a:t>
            </a:r>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9</a:t>
            </a:fld>
            <a:endParaRPr lang="zh-TW" altLang="en-US"/>
          </a:p>
        </p:txBody>
      </p:sp>
    </p:spTree>
    <p:extLst>
      <p:ext uri="{BB962C8B-B14F-4D97-AF65-F5344CB8AC3E}">
        <p14:creationId xmlns:p14="http://schemas.microsoft.com/office/powerpoint/2010/main" val="3470893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4ABE8-C94B-E18D-858B-D5BD0B4579D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CA81801-27CB-33FE-9BBB-35B4A8F852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8ADB085-0E96-5673-674A-BC4F57676851}"/>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5" name="頁尾版面配置區 4">
            <a:extLst>
              <a:ext uri="{FF2B5EF4-FFF2-40B4-BE49-F238E27FC236}">
                <a16:creationId xmlns:a16="http://schemas.microsoft.com/office/drawing/2014/main" id="{1831A456-1F52-86D4-BFE3-76ABE85BB6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DF849C-9AC1-D660-80F3-CABBA22CD5CE}"/>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4348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899BAC-4486-BEF7-ED50-76C27F54AF1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F2E3A36-69DA-7675-1A1B-4D2E591884A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821D62-ACEA-785E-4FFC-8E12E75126CD}"/>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5" name="頁尾版面配置區 4">
            <a:extLst>
              <a:ext uri="{FF2B5EF4-FFF2-40B4-BE49-F238E27FC236}">
                <a16:creationId xmlns:a16="http://schemas.microsoft.com/office/drawing/2014/main" id="{4841D5E2-D6EE-E68D-93EB-CCA47810EF9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11382C-634C-3346-3E34-C9DBDEC86A59}"/>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1487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DA36C7-53F1-0E07-AE4C-737515EF722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A0F2F28-0C20-E02F-D9F5-F925DC3A0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33F3457-6D4B-1B0D-B443-1D535B4D6AA4}"/>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5" name="頁尾版面配置區 4">
            <a:extLst>
              <a:ext uri="{FF2B5EF4-FFF2-40B4-BE49-F238E27FC236}">
                <a16:creationId xmlns:a16="http://schemas.microsoft.com/office/drawing/2014/main" id="{299A57AC-C319-CF75-1669-B27D371A82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D198BE-D8B1-8E13-013A-C67E3615DDB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913099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91C669-6150-BD36-BB37-4BEF5D5EBF5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063AE35-8B3A-D343-2183-BAB81EFC27C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0271FDD-84FF-945B-DE66-2BCCF0B2DCF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42860B6-9AB1-02DB-31C2-8D48D592E298}"/>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6" name="頁尾版面配置區 5">
            <a:extLst>
              <a:ext uri="{FF2B5EF4-FFF2-40B4-BE49-F238E27FC236}">
                <a16:creationId xmlns:a16="http://schemas.microsoft.com/office/drawing/2014/main" id="{FE995E2A-3CD8-8A87-DC71-C38BF7D4A07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32CE0F6-D5BF-132D-C7DF-40A33A4BBF2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77462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4C8182-EBB8-EE7D-8C08-A13FEBAE9C5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CEE536-50FA-581D-B2BE-81FD97BA9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2F668FA-86CB-DA15-AB1A-E311480B806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5881DE1-F36F-92A4-FC1C-8AEA2099A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32B3EA3-970C-61D2-A1B8-E1EDEE49C77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96277DE-52AE-290B-5D6D-2B1FBCEC6DA4}"/>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8" name="頁尾版面配置區 7">
            <a:extLst>
              <a:ext uri="{FF2B5EF4-FFF2-40B4-BE49-F238E27FC236}">
                <a16:creationId xmlns:a16="http://schemas.microsoft.com/office/drawing/2014/main" id="{59E9EE01-71CA-9575-4F3B-5E4014D35FE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A9CFD94-812A-F5B7-A452-671C0AE9E59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777047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4B7F7-64B8-FFE6-EA23-1CA37B4DAA5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F139E3A-2C6B-C838-82DD-2046F3CB9E37}"/>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4" name="頁尾版面配置區 3">
            <a:extLst>
              <a:ext uri="{FF2B5EF4-FFF2-40B4-BE49-F238E27FC236}">
                <a16:creationId xmlns:a16="http://schemas.microsoft.com/office/drawing/2014/main" id="{98A57213-0BE3-60B7-E7B6-8C1ECA997C5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B1CA4A1-5503-DFDB-78CE-BB6301F635B5}"/>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141699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90E34BB-6EB1-BAD1-FC6D-EE971E88AAF6}"/>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3" name="頁尾版面配置區 2">
            <a:extLst>
              <a:ext uri="{FF2B5EF4-FFF2-40B4-BE49-F238E27FC236}">
                <a16:creationId xmlns:a16="http://schemas.microsoft.com/office/drawing/2014/main" id="{4E6D17BE-E03F-39BD-6867-426E8BA1700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6860872-9876-819D-901A-979413381FF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93526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F21EDC-93FA-CEEC-2DC0-296C8A5DF63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E4966D3-0321-9530-3BBE-6A172CD7E2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853AC8E-357E-B12C-959A-68FC689CBF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921B7E-E740-F038-426B-5A80531C4364}"/>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6" name="頁尾版面配置區 5">
            <a:extLst>
              <a:ext uri="{FF2B5EF4-FFF2-40B4-BE49-F238E27FC236}">
                <a16:creationId xmlns:a16="http://schemas.microsoft.com/office/drawing/2014/main" id="{2499217B-E73E-A066-AFAB-3DB571E2F13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773783-7C44-3528-705C-820CBFB9237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77087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05790-6942-CB7A-4284-94709472C62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42F9CDC-8A00-5D70-4208-2928A6442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9506B2-7081-438F-73C0-5F1938250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4FB9D4E-3F43-D3BC-24A8-B5EA2B4379ED}"/>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6" name="頁尾版面配置區 5">
            <a:extLst>
              <a:ext uri="{FF2B5EF4-FFF2-40B4-BE49-F238E27FC236}">
                <a16:creationId xmlns:a16="http://schemas.microsoft.com/office/drawing/2014/main" id="{B72AE023-8F09-3BE0-F98C-7478FB82901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A4E2CE-60C0-A2D3-7563-D84C7AD366F7}"/>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91916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0DE12D-8D14-DE93-59D0-3BFA90F41D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0B086A79-EF8D-9ED3-294A-0EDB04DF910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0D790C4-7B71-165D-CED5-B5A3CC60F375}"/>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5" name="頁尾版面配置區 4">
            <a:extLst>
              <a:ext uri="{FF2B5EF4-FFF2-40B4-BE49-F238E27FC236}">
                <a16:creationId xmlns:a16="http://schemas.microsoft.com/office/drawing/2014/main" id="{01022FF6-BD27-B989-BD6E-04A8E6F7E5E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6AB840-CA5F-FE7D-F5B2-A2A94306FCD6}"/>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3001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EB9134E-AF1E-B42A-2102-7665CE0D638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90DAC8B-1A34-5904-7632-9E9B2121BA8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1E19192-D5C1-DC8D-BAE0-86BDD62952DF}"/>
              </a:ext>
            </a:extLst>
          </p:cNvPr>
          <p:cNvSpPr>
            <a:spLocks noGrp="1"/>
          </p:cNvSpPr>
          <p:nvPr>
            <p:ph type="dt" sz="half" idx="10"/>
          </p:nvPr>
        </p:nvSpPr>
        <p:spPr/>
        <p:txBody>
          <a:bodyPr/>
          <a:lstStyle/>
          <a:p>
            <a:fld id="{CC033F32-0F6C-4691-9822-F43EC9D63E1A}" type="datetimeFigureOut">
              <a:rPr lang="zh-TW" altLang="en-US" smtClean="0"/>
              <a:t>2022/11/22</a:t>
            </a:fld>
            <a:endParaRPr lang="zh-TW" altLang="en-US"/>
          </a:p>
        </p:txBody>
      </p:sp>
      <p:sp>
        <p:nvSpPr>
          <p:cNvPr id="5" name="頁尾版面配置區 4">
            <a:extLst>
              <a:ext uri="{FF2B5EF4-FFF2-40B4-BE49-F238E27FC236}">
                <a16:creationId xmlns:a16="http://schemas.microsoft.com/office/drawing/2014/main" id="{F9947EDF-FE6F-BF6C-D0EB-476DA14D7A2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75C11C2-33BA-4948-8EB8-C09F19D6E30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886665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1C5B211-6D25-144F-AF56-36672E6CFB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2C0595F-6EF9-4A8A-CE24-F423A3258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073B7A-3877-B4D7-EC9E-AD672F206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33F32-0F6C-4691-9822-F43EC9D63E1A}" type="datetimeFigureOut">
              <a:rPr lang="zh-TW" altLang="en-US" smtClean="0"/>
              <a:t>2022/11/22</a:t>
            </a:fld>
            <a:endParaRPr lang="zh-TW" altLang="en-US"/>
          </a:p>
        </p:txBody>
      </p:sp>
      <p:sp>
        <p:nvSpPr>
          <p:cNvPr id="5" name="頁尾版面配置區 4">
            <a:extLst>
              <a:ext uri="{FF2B5EF4-FFF2-40B4-BE49-F238E27FC236}">
                <a16:creationId xmlns:a16="http://schemas.microsoft.com/office/drawing/2014/main" id="{1A50C37F-EF86-75C0-3D9C-8A5C9D823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3F84A5E-DB06-195D-E20D-1A9F0FEE1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528470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1.png"/><Relationship Id="rId7" Type="http://schemas.openxmlformats.org/officeDocument/2006/relationships/customXml" Target="../ink/ink5.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customXml" Target="../ink/ink3.xml"/><Relationship Id="rId10" Type="http://schemas.openxmlformats.org/officeDocument/2006/relationships/customXml" Target="../ink/ink8.xml"/><Relationship Id="rId4" Type="http://schemas.openxmlformats.org/officeDocument/2006/relationships/customXml" Target="../ink/ink2.xml"/><Relationship Id="rId9" Type="http://schemas.openxmlformats.org/officeDocument/2006/relationships/customXml" Target="../ink/ink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390EC-3505-4614-AC8B-E5220F3B9165}"/>
              </a:ext>
            </a:extLst>
          </p:cNvPr>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Distributed Grey Wolf Optimizer </a:t>
            </a:r>
            <a:r>
              <a:rPr lang="en-US" altLang="zh-TW" sz="4400">
                <a:latin typeface="Times New Roman" panose="02020603050405020304" pitchFamily="18" charset="0"/>
                <a:cs typeface="Times New Roman" panose="02020603050405020304" pitchFamily="18" charset="0"/>
              </a:rPr>
              <a:t>for </a:t>
            </a:r>
            <a:r>
              <a:rPr lang="en-US" altLang="zh-TW" sz="4400" dirty="0">
                <a:latin typeface="Times New Roman" panose="02020603050405020304" pitchFamily="18" charset="0"/>
                <a:cs typeface="Times New Roman" panose="02020603050405020304" pitchFamily="18" charset="0"/>
              </a:rPr>
              <a:t>S</a:t>
            </a:r>
            <a:r>
              <a:rPr lang="en-US" altLang="zh-TW" sz="4400">
                <a:latin typeface="Times New Roman" panose="02020603050405020304" pitchFamily="18" charset="0"/>
                <a:cs typeface="Times New Roman" panose="02020603050405020304" pitchFamily="18" charset="0"/>
              </a:rPr>
              <a:t>cheduling </a:t>
            </a:r>
            <a:r>
              <a:rPr lang="en-US" altLang="zh-TW" sz="4400" dirty="0">
                <a:latin typeface="Times New Roman" panose="02020603050405020304" pitchFamily="18" charset="0"/>
                <a:cs typeface="Times New Roman" panose="02020603050405020304" pitchFamily="18" charset="0"/>
              </a:rPr>
              <a:t>of </a:t>
            </a:r>
            <a:r>
              <a:rPr lang="en-US" altLang="zh-TW" sz="4400">
                <a:latin typeface="Times New Roman" panose="02020603050405020304" pitchFamily="18" charset="0"/>
                <a:cs typeface="Times New Roman" panose="02020603050405020304" pitchFamily="18" charset="0"/>
              </a:rPr>
              <a:t>Workflow </a:t>
            </a:r>
            <a:r>
              <a:rPr lang="en-US" altLang="zh-TW" sz="4400" dirty="0">
                <a:latin typeface="Times New Roman" panose="02020603050405020304" pitchFamily="18" charset="0"/>
                <a:cs typeface="Times New Roman" panose="02020603050405020304" pitchFamily="18" charset="0"/>
              </a:rPr>
              <a:t>A</a:t>
            </a:r>
            <a:r>
              <a:rPr lang="en-US" altLang="zh-TW" sz="4400">
                <a:latin typeface="Times New Roman" panose="02020603050405020304" pitchFamily="18" charset="0"/>
                <a:cs typeface="Times New Roman" panose="02020603050405020304" pitchFamily="18" charset="0"/>
              </a:rPr>
              <a:t>pplications in Cloud </a:t>
            </a:r>
            <a:r>
              <a:rPr lang="en-US" altLang="zh-TW" sz="4400" dirty="0">
                <a:latin typeface="Times New Roman" panose="02020603050405020304" pitchFamily="18" charset="0"/>
                <a:cs typeface="Times New Roman" panose="02020603050405020304" pitchFamily="18" charset="0"/>
              </a:rPr>
              <a:t>E</a:t>
            </a:r>
            <a:r>
              <a:rPr lang="en-US" altLang="zh-TW" sz="4400">
                <a:latin typeface="Times New Roman" panose="02020603050405020304" pitchFamily="18" charset="0"/>
                <a:cs typeface="Times New Roman" panose="02020603050405020304" pitchFamily="18" charset="0"/>
              </a:rPr>
              <a:t>nvironments</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C88D9F7-F986-E365-FDC2-C6659A6332D8}"/>
              </a:ext>
            </a:extLst>
          </p:cNvPr>
          <p:cNvSpPr>
            <a:spLocks noGrp="1"/>
          </p:cNvSpPr>
          <p:nvPr>
            <p:ph type="subTitle" idx="1"/>
          </p:nvPr>
        </p:nvSpPr>
        <p:spPr/>
        <p:txBody>
          <a:bodyPr/>
          <a:lstStyle/>
          <a:p>
            <a:r>
              <a:rPr lang="en-US" altLang="zh-TW" sz="2400" dirty="0">
                <a:latin typeface="Times New Roman" panose="02020603050405020304" pitchFamily="18" charset="0"/>
                <a:cs typeface="Times New Roman" panose="02020603050405020304" pitchFamily="18" charset="0"/>
              </a:rPr>
              <a:t>Bilal </a:t>
            </a:r>
            <a:r>
              <a:rPr lang="en-US" altLang="zh-TW" sz="2400" dirty="0" err="1">
                <a:latin typeface="Times New Roman" panose="02020603050405020304" pitchFamily="18" charset="0"/>
                <a:cs typeface="Times New Roman" panose="02020603050405020304" pitchFamily="18" charset="0"/>
              </a:rPr>
              <a:t>H.Abed</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alguni</a:t>
            </a:r>
            <a:r>
              <a:rPr lang="en-US" altLang="zh-TW" sz="2400" dirty="0">
                <a:latin typeface="Times New Roman" panose="02020603050405020304" pitchFamily="18" charset="0"/>
                <a:cs typeface="Times New Roman" panose="02020603050405020304" pitchFamily="18" charset="0"/>
              </a:rPr>
              <a:t> and Noor </a:t>
            </a:r>
            <a:r>
              <a:rPr lang="en-US" altLang="zh-TW" sz="2400" dirty="0" err="1">
                <a:latin typeface="Times New Roman" panose="02020603050405020304" pitchFamily="18" charset="0"/>
                <a:cs typeface="Times New Roman" panose="02020603050405020304" pitchFamily="18" charset="0"/>
              </a:rPr>
              <a:t>Aldeen</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Alawad</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Applied Soft Computing Volume 102, April 2021</a:t>
            </a:r>
          </a:p>
        </p:txBody>
      </p:sp>
      <p:sp>
        <p:nvSpPr>
          <p:cNvPr id="4" name="文字方塊 3">
            <a:extLst>
              <a:ext uri="{FF2B5EF4-FFF2-40B4-BE49-F238E27FC236}">
                <a16:creationId xmlns:a16="http://schemas.microsoft.com/office/drawing/2014/main" id="{B0B04478-59CB-DCC3-9EC8-DF5AE437110D}"/>
              </a:ext>
            </a:extLst>
          </p:cNvPr>
          <p:cNvSpPr txBox="1"/>
          <p:nvPr/>
        </p:nvSpPr>
        <p:spPr>
          <a:xfrm>
            <a:off x="8489576" y="5531224"/>
            <a:ext cx="3397624"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a:t>
            </a:r>
            <a:r>
              <a:rPr lang="en-US" altLang="zh-TW" dirty="0">
                <a:solidFill>
                  <a:srgbClr val="000000"/>
                </a:solidFill>
                <a:latin typeface="Times New Roman" panose="02020603050405020304" pitchFamily="18" charset="0"/>
                <a:cs typeface="Times New Roman" panose="02020603050405020304" pitchFamily="18" charset="0"/>
              </a:rPr>
              <a:t>Nov</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2</a:t>
            </a:r>
            <a:r>
              <a:rPr lang="en-US" altLang="zh-TW" dirty="0">
                <a:solidFill>
                  <a:srgbClr val="000000"/>
                </a:solidFill>
                <a:latin typeface="Times New Roman" panose="02020603050405020304" pitchFamily="18" charset="0"/>
                <a:cs typeface="Times New Roman" panose="02020603050405020304" pitchFamily="18" charset="0"/>
              </a:rPr>
              <a:t>2</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2022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0212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 Optimal scheduling of workflows in cloud computing environments is an essential element to maximize the utilization of Virtual Machines (VMs). In practice, scheduling of dependent tasks in a workflow requires distributing the tasks to the available VMs on the cloud. This paper introduces a discrete variation of the Distributed Grey Wolf Optimizer (DGWO) for scheduling dependent tasks to VMs. The scheduling process in DGWO is modeled as a minimization problem for two objectives: computation and data transmission costs.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7391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36979C-CA4D-7A66-7CD0-EADF8C546F7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15458660-DDC9-CFEA-36B1-2389DF33C0E3}"/>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DGWO uses the largest order value (LOV) method to convert the continuous candidate solutions produced by DGWO to discrete candidate solutions. DGWO was experimentally tested and compared to well-known optimization-based scheduling algorithms (Particle Swarm Optimization (PSO), Grey Wolf Optimizer). The experimental results suggest that DGWO distributes tasks to VMs faster than the other tested algorithms. Besides, DGWO was compared to PSO and Binary PSO (BPSO) using </a:t>
            </a:r>
            <a:r>
              <a:rPr lang="en-US" altLang="zh-TW" dirty="0" err="1">
                <a:latin typeface="Times New Roman" panose="02020603050405020304" pitchFamily="18" charset="0"/>
                <a:cs typeface="Times New Roman" panose="02020603050405020304" pitchFamily="18" charset="0"/>
              </a:rPr>
              <a:t>WorkflowSim</a:t>
            </a:r>
            <a:r>
              <a:rPr lang="en-US" altLang="zh-TW" dirty="0">
                <a:latin typeface="Times New Roman" panose="02020603050405020304" pitchFamily="18" charset="0"/>
                <a:cs typeface="Times New Roman" panose="02020603050405020304" pitchFamily="18" charset="0"/>
              </a:rPr>
              <a:t> and scientific workflows of different sizes. The obtained simulation results suggest that DGWO provides the best </a:t>
            </a:r>
            <a:r>
              <a:rPr lang="en-US" altLang="zh-TW" dirty="0" err="1">
                <a:latin typeface="Times New Roman" panose="02020603050405020304" pitchFamily="18" charset="0"/>
                <a:cs typeface="Times New Roman" panose="02020603050405020304" pitchFamily="18" charset="0"/>
              </a:rPr>
              <a:t>makespan</a:t>
            </a:r>
            <a:r>
              <a:rPr lang="en-US" altLang="zh-TW" dirty="0">
                <a:latin typeface="Times New Roman" panose="02020603050405020304" pitchFamily="18" charset="0"/>
                <a:cs typeface="Times New Roman" panose="02020603050405020304" pitchFamily="18" charset="0"/>
              </a:rPr>
              <a:t> compared to the other algorithms.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4" name="筆跡 3">
                <a:extLst>
                  <a:ext uri="{FF2B5EF4-FFF2-40B4-BE49-F238E27FC236}">
                    <a16:creationId xmlns:a16="http://schemas.microsoft.com/office/drawing/2014/main" id="{214C6884-43A1-9C7D-8226-F364F37CC689}"/>
                  </a:ext>
                </a:extLst>
              </p14:cNvPr>
              <p14:cNvContentPartPr/>
              <p14:nvPr/>
            </p14:nvContentPartPr>
            <p14:xfrm>
              <a:off x="4038000" y="2056834"/>
              <a:ext cx="360" cy="360"/>
            </p14:xfrm>
          </p:contentPart>
        </mc:Choice>
        <mc:Fallback xmlns="">
          <p:pic>
            <p:nvPicPr>
              <p:cNvPr id="4" name="筆跡 3">
                <a:extLst>
                  <a:ext uri="{FF2B5EF4-FFF2-40B4-BE49-F238E27FC236}">
                    <a16:creationId xmlns:a16="http://schemas.microsoft.com/office/drawing/2014/main" id="{214C6884-43A1-9C7D-8226-F364F37CC689}"/>
                  </a:ext>
                </a:extLst>
              </p:cNvPr>
              <p:cNvPicPr/>
              <p:nvPr/>
            </p:nvPicPr>
            <p:blipFill>
              <a:blip r:embed="rId3"/>
              <a:stretch>
                <a:fillRect/>
              </a:stretch>
            </p:blipFill>
            <p:spPr>
              <a:xfrm>
                <a:off x="4029360" y="204819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筆跡 4">
                <a:extLst>
                  <a:ext uri="{FF2B5EF4-FFF2-40B4-BE49-F238E27FC236}">
                    <a16:creationId xmlns:a16="http://schemas.microsoft.com/office/drawing/2014/main" id="{F193D49E-E30D-4396-1462-6B26E4C91EA4}"/>
                  </a:ext>
                </a:extLst>
              </p14:cNvPr>
              <p14:cNvContentPartPr/>
              <p14:nvPr/>
            </p14:nvContentPartPr>
            <p14:xfrm>
              <a:off x="1317120" y="2840554"/>
              <a:ext cx="360" cy="360"/>
            </p14:xfrm>
          </p:contentPart>
        </mc:Choice>
        <mc:Fallback xmlns="">
          <p:pic>
            <p:nvPicPr>
              <p:cNvPr id="5" name="筆跡 4">
                <a:extLst>
                  <a:ext uri="{FF2B5EF4-FFF2-40B4-BE49-F238E27FC236}">
                    <a16:creationId xmlns:a16="http://schemas.microsoft.com/office/drawing/2014/main" id="{F193D49E-E30D-4396-1462-6B26E4C91EA4}"/>
                  </a:ext>
                </a:extLst>
              </p:cNvPr>
              <p:cNvPicPr/>
              <p:nvPr/>
            </p:nvPicPr>
            <p:blipFill>
              <a:blip r:embed="rId3"/>
              <a:stretch>
                <a:fillRect/>
              </a:stretch>
            </p:blipFill>
            <p:spPr>
              <a:xfrm>
                <a:off x="1308120" y="283191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筆跡 5">
                <a:extLst>
                  <a:ext uri="{FF2B5EF4-FFF2-40B4-BE49-F238E27FC236}">
                    <a16:creationId xmlns:a16="http://schemas.microsoft.com/office/drawing/2014/main" id="{7427822A-2CB3-383F-6BBE-8634DBD84AFE}"/>
                  </a:ext>
                </a:extLst>
              </p14:cNvPr>
              <p14:cNvContentPartPr/>
              <p14:nvPr/>
            </p14:nvContentPartPr>
            <p14:xfrm>
              <a:off x="6106560" y="3766114"/>
              <a:ext cx="360" cy="360"/>
            </p14:xfrm>
          </p:contentPart>
        </mc:Choice>
        <mc:Fallback xmlns="">
          <p:pic>
            <p:nvPicPr>
              <p:cNvPr id="6" name="筆跡 5">
                <a:extLst>
                  <a:ext uri="{FF2B5EF4-FFF2-40B4-BE49-F238E27FC236}">
                    <a16:creationId xmlns:a16="http://schemas.microsoft.com/office/drawing/2014/main" id="{7427822A-2CB3-383F-6BBE-8634DBD84AFE}"/>
                  </a:ext>
                </a:extLst>
              </p:cNvPr>
              <p:cNvPicPr/>
              <p:nvPr/>
            </p:nvPicPr>
            <p:blipFill>
              <a:blip r:embed="rId3"/>
              <a:stretch>
                <a:fillRect/>
              </a:stretch>
            </p:blipFill>
            <p:spPr>
              <a:xfrm>
                <a:off x="6097560" y="3757114"/>
                <a:ext cx="18000" cy="18000"/>
              </a:xfrm>
              <a:prstGeom prst="rect">
                <a:avLst/>
              </a:prstGeom>
            </p:spPr>
          </p:pic>
        </mc:Fallback>
      </mc:AlternateContent>
      <p:grpSp>
        <p:nvGrpSpPr>
          <p:cNvPr id="13" name="群組 12">
            <a:extLst>
              <a:ext uri="{FF2B5EF4-FFF2-40B4-BE49-F238E27FC236}">
                <a16:creationId xmlns:a16="http://schemas.microsoft.com/office/drawing/2014/main" id="{A5D3166B-5B8B-EFB3-E4B6-2898F7540893}"/>
              </a:ext>
            </a:extLst>
          </p:cNvPr>
          <p:cNvGrpSpPr/>
          <p:nvPr/>
        </p:nvGrpSpPr>
        <p:grpSpPr>
          <a:xfrm>
            <a:off x="5300880" y="3613834"/>
            <a:ext cx="360" cy="360"/>
            <a:chOff x="5300880" y="3613834"/>
            <a:chExt cx="360" cy="360"/>
          </a:xfrm>
        </p:grpSpPr>
        <mc:AlternateContent xmlns:mc="http://schemas.openxmlformats.org/markup-compatibility/2006" xmlns:p14="http://schemas.microsoft.com/office/powerpoint/2010/main">
          <mc:Choice Requires="p14">
            <p:contentPart p14:bwMode="auto" r:id="rId6">
              <p14:nvContentPartPr>
                <p14:cNvPr id="7" name="筆跡 6">
                  <a:extLst>
                    <a:ext uri="{FF2B5EF4-FFF2-40B4-BE49-F238E27FC236}">
                      <a16:creationId xmlns:a16="http://schemas.microsoft.com/office/drawing/2014/main" id="{C5D7B40F-002B-A7ED-478F-04D872073E29}"/>
                    </a:ext>
                  </a:extLst>
                </p14:cNvPr>
                <p14:cNvContentPartPr/>
                <p14:nvPr/>
              </p14:nvContentPartPr>
              <p14:xfrm>
                <a:off x="5300880" y="3613834"/>
                <a:ext cx="360" cy="360"/>
              </p14:xfrm>
            </p:contentPart>
          </mc:Choice>
          <mc:Fallback xmlns="">
            <p:pic>
              <p:nvPicPr>
                <p:cNvPr id="7" name="筆跡 6">
                  <a:extLst>
                    <a:ext uri="{FF2B5EF4-FFF2-40B4-BE49-F238E27FC236}">
                      <a16:creationId xmlns:a16="http://schemas.microsoft.com/office/drawing/2014/main" id="{C5D7B40F-002B-A7ED-478F-04D872073E29}"/>
                    </a:ext>
                  </a:extLst>
                </p:cNvPr>
                <p:cNvPicPr/>
                <p:nvPr/>
              </p:nvPicPr>
              <p:blipFill>
                <a:blip r:embed="rId3"/>
                <a:stretch>
                  <a:fillRect/>
                </a:stretch>
              </p:blipFill>
              <p:spPr>
                <a:xfrm>
                  <a:off x="5291880" y="360483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筆跡 7">
                  <a:extLst>
                    <a:ext uri="{FF2B5EF4-FFF2-40B4-BE49-F238E27FC236}">
                      <a16:creationId xmlns:a16="http://schemas.microsoft.com/office/drawing/2014/main" id="{866F8720-C858-FC4D-6FF0-E195551DB4EC}"/>
                    </a:ext>
                  </a:extLst>
                </p14:cNvPr>
                <p14:cNvContentPartPr/>
                <p14:nvPr/>
              </p14:nvContentPartPr>
              <p14:xfrm>
                <a:off x="5300880" y="3613834"/>
                <a:ext cx="360" cy="360"/>
              </p14:xfrm>
            </p:contentPart>
          </mc:Choice>
          <mc:Fallback xmlns="">
            <p:pic>
              <p:nvPicPr>
                <p:cNvPr id="8" name="筆跡 7">
                  <a:extLst>
                    <a:ext uri="{FF2B5EF4-FFF2-40B4-BE49-F238E27FC236}">
                      <a16:creationId xmlns:a16="http://schemas.microsoft.com/office/drawing/2014/main" id="{866F8720-C858-FC4D-6FF0-E195551DB4EC}"/>
                    </a:ext>
                  </a:extLst>
                </p:cNvPr>
                <p:cNvPicPr/>
                <p:nvPr/>
              </p:nvPicPr>
              <p:blipFill>
                <a:blip r:embed="rId3"/>
                <a:stretch>
                  <a:fillRect/>
                </a:stretch>
              </p:blipFill>
              <p:spPr>
                <a:xfrm>
                  <a:off x="5291880" y="3604834"/>
                  <a:ext cx="18000" cy="18000"/>
                </a:xfrm>
                <a:prstGeom prst="rect">
                  <a:avLst/>
                </a:prstGeom>
              </p:spPr>
            </p:pic>
          </mc:Fallback>
        </mc:AlternateContent>
      </p:grpSp>
      <p:grpSp>
        <p:nvGrpSpPr>
          <p:cNvPr id="12" name="群組 11">
            <a:extLst>
              <a:ext uri="{FF2B5EF4-FFF2-40B4-BE49-F238E27FC236}">
                <a16:creationId xmlns:a16="http://schemas.microsoft.com/office/drawing/2014/main" id="{65784526-A890-DFB5-87FE-854648E31828}"/>
              </a:ext>
            </a:extLst>
          </p:cNvPr>
          <p:cNvGrpSpPr/>
          <p:nvPr/>
        </p:nvGrpSpPr>
        <p:grpSpPr>
          <a:xfrm>
            <a:off x="2829840" y="3276514"/>
            <a:ext cx="360" cy="360"/>
            <a:chOff x="2829840" y="3276514"/>
            <a:chExt cx="360" cy="360"/>
          </a:xfrm>
        </p:grpSpPr>
        <mc:AlternateContent xmlns:mc="http://schemas.openxmlformats.org/markup-compatibility/2006" xmlns:p14="http://schemas.microsoft.com/office/powerpoint/2010/main">
          <mc:Choice Requires="p14">
            <p:contentPart p14:bwMode="auto" r:id="rId8">
              <p14:nvContentPartPr>
                <p14:cNvPr id="9" name="筆跡 8">
                  <a:extLst>
                    <a:ext uri="{FF2B5EF4-FFF2-40B4-BE49-F238E27FC236}">
                      <a16:creationId xmlns:a16="http://schemas.microsoft.com/office/drawing/2014/main" id="{BF945F91-78E7-9276-0076-3F12380C2EEC}"/>
                    </a:ext>
                  </a:extLst>
                </p14:cNvPr>
                <p14:cNvContentPartPr/>
                <p14:nvPr/>
              </p14:nvContentPartPr>
              <p14:xfrm>
                <a:off x="2829840" y="3276514"/>
                <a:ext cx="360" cy="360"/>
              </p14:xfrm>
            </p:contentPart>
          </mc:Choice>
          <mc:Fallback xmlns="">
            <p:pic>
              <p:nvPicPr>
                <p:cNvPr id="9" name="筆跡 8">
                  <a:extLst>
                    <a:ext uri="{FF2B5EF4-FFF2-40B4-BE49-F238E27FC236}">
                      <a16:creationId xmlns:a16="http://schemas.microsoft.com/office/drawing/2014/main" id="{BF945F91-78E7-9276-0076-3F12380C2EEC}"/>
                    </a:ext>
                  </a:extLst>
                </p:cNvPr>
                <p:cNvPicPr/>
                <p:nvPr/>
              </p:nvPicPr>
              <p:blipFill>
                <a:blip r:embed="rId3"/>
                <a:stretch>
                  <a:fillRect/>
                </a:stretch>
              </p:blipFill>
              <p:spPr>
                <a:xfrm>
                  <a:off x="2820840" y="326751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筆跡 9">
                  <a:extLst>
                    <a:ext uri="{FF2B5EF4-FFF2-40B4-BE49-F238E27FC236}">
                      <a16:creationId xmlns:a16="http://schemas.microsoft.com/office/drawing/2014/main" id="{8B4FBD65-6C62-BAF1-4786-08E31510E505}"/>
                    </a:ext>
                  </a:extLst>
                </p14:cNvPr>
                <p14:cNvContentPartPr/>
                <p14:nvPr/>
              </p14:nvContentPartPr>
              <p14:xfrm>
                <a:off x="2829840" y="3276514"/>
                <a:ext cx="360" cy="360"/>
              </p14:xfrm>
            </p:contentPart>
          </mc:Choice>
          <mc:Fallback xmlns="">
            <p:pic>
              <p:nvPicPr>
                <p:cNvPr id="10" name="筆跡 9">
                  <a:extLst>
                    <a:ext uri="{FF2B5EF4-FFF2-40B4-BE49-F238E27FC236}">
                      <a16:creationId xmlns:a16="http://schemas.microsoft.com/office/drawing/2014/main" id="{8B4FBD65-6C62-BAF1-4786-08E31510E505}"/>
                    </a:ext>
                  </a:extLst>
                </p:cNvPr>
                <p:cNvPicPr/>
                <p:nvPr/>
              </p:nvPicPr>
              <p:blipFill>
                <a:blip r:embed="rId3"/>
                <a:stretch>
                  <a:fillRect/>
                </a:stretch>
              </p:blipFill>
              <p:spPr>
                <a:xfrm>
                  <a:off x="2820840" y="326751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筆跡 10">
                <a:extLst>
                  <a:ext uri="{FF2B5EF4-FFF2-40B4-BE49-F238E27FC236}">
                    <a16:creationId xmlns:a16="http://schemas.microsoft.com/office/drawing/2014/main" id="{5CBB7311-2A8F-2E11-ED1E-FB59D44057AA}"/>
                  </a:ext>
                </a:extLst>
              </p14:cNvPr>
              <p14:cNvContentPartPr/>
              <p14:nvPr/>
            </p14:nvContentPartPr>
            <p14:xfrm>
              <a:off x="2807880" y="2546794"/>
              <a:ext cx="360" cy="360"/>
            </p14:xfrm>
          </p:contentPart>
        </mc:Choice>
        <mc:Fallback xmlns="">
          <p:pic>
            <p:nvPicPr>
              <p:cNvPr id="11" name="筆跡 10">
                <a:extLst>
                  <a:ext uri="{FF2B5EF4-FFF2-40B4-BE49-F238E27FC236}">
                    <a16:creationId xmlns:a16="http://schemas.microsoft.com/office/drawing/2014/main" id="{5CBB7311-2A8F-2E11-ED1E-FB59D44057AA}"/>
                  </a:ext>
                </a:extLst>
              </p:cNvPr>
              <p:cNvPicPr/>
              <p:nvPr/>
            </p:nvPicPr>
            <p:blipFill>
              <a:blip r:embed="rId3"/>
              <a:stretch>
                <a:fillRect/>
              </a:stretch>
            </p:blipFill>
            <p:spPr>
              <a:xfrm>
                <a:off x="2799240" y="2538154"/>
                <a:ext cx="18000" cy="18000"/>
              </a:xfrm>
              <a:prstGeom prst="rect">
                <a:avLst/>
              </a:prstGeom>
            </p:spPr>
          </p:pic>
        </mc:Fallback>
      </mc:AlternateContent>
    </p:spTree>
    <p:extLst>
      <p:ext uri="{BB962C8B-B14F-4D97-AF65-F5344CB8AC3E}">
        <p14:creationId xmlns:p14="http://schemas.microsoft.com/office/powerpoint/2010/main" val="18709977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0855FE-4AD3-145E-E9B8-0E787AFAFED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Workflow</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1D660148-EC6E-0153-3E6D-59B30919B4C0}"/>
              </a:ext>
            </a:extLst>
          </p:cNvPr>
          <p:cNvPicPr>
            <a:picLocks noGrp="1" noChangeAspect="1"/>
          </p:cNvPicPr>
          <p:nvPr>
            <p:ph idx="1"/>
          </p:nvPr>
        </p:nvPicPr>
        <p:blipFill>
          <a:blip r:embed="rId2"/>
          <a:stretch>
            <a:fillRect/>
          </a:stretch>
        </p:blipFill>
        <p:spPr>
          <a:xfrm>
            <a:off x="1636057" y="2068207"/>
            <a:ext cx="3371371" cy="3214564"/>
          </a:xfrm>
        </p:spPr>
      </p:pic>
    </p:spTree>
    <p:extLst>
      <p:ext uri="{BB962C8B-B14F-4D97-AF65-F5344CB8AC3E}">
        <p14:creationId xmlns:p14="http://schemas.microsoft.com/office/powerpoint/2010/main" val="381764897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C52772-AD8F-7D57-771D-112D77BA83B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Encode</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9B170C62-53F6-0E58-425C-8035D2A5D1B5}"/>
              </a:ext>
            </a:extLst>
          </p:cNvPr>
          <p:cNvPicPr>
            <a:picLocks noGrp="1" noChangeAspect="1"/>
          </p:cNvPicPr>
          <p:nvPr>
            <p:ph idx="1"/>
          </p:nvPr>
        </p:nvPicPr>
        <p:blipFill>
          <a:blip r:embed="rId2"/>
          <a:stretch>
            <a:fillRect/>
          </a:stretch>
        </p:blipFill>
        <p:spPr>
          <a:xfrm>
            <a:off x="1177244" y="2695473"/>
            <a:ext cx="6506483" cy="733527"/>
          </a:xfrm>
        </p:spPr>
      </p:pic>
    </p:spTree>
    <p:extLst>
      <p:ext uri="{BB962C8B-B14F-4D97-AF65-F5344CB8AC3E}">
        <p14:creationId xmlns:p14="http://schemas.microsoft.com/office/powerpoint/2010/main" val="25049079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EDB1B4-8FA0-EBA7-7089-89EC0C2A302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Island model</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C425F91F-6C23-55E1-8DA3-690CCA637C9D}"/>
              </a:ext>
            </a:extLst>
          </p:cNvPr>
          <p:cNvPicPr>
            <a:picLocks noGrp="1" noChangeAspect="1"/>
          </p:cNvPicPr>
          <p:nvPr>
            <p:ph idx="1"/>
          </p:nvPr>
        </p:nvPicPr>
        <p:blipFill>
          <a:blip r:embed="rId2"/>
          <a:stretch>
            <a:fillRect/>
          </a:stretch>
        </p:blipFill>
        <p:spPr>
          <a:xfrm>
            <a:off x="1135788" y="2021873"/>
            <a:ext cx="5167041" cy="3324074"/>
          </a:xfrm>
        </p:spPr>
      </p:pic>
    </p:spTree>
    <p:extLst>
      <p:ext uri="{BB962C8B-B14F-4D97-AF65-F5344CB8AC3E}">
        <p14:creationId xmlns:p14="http://schemas.microsoft.com/office/powerpoint/2010/main" val="9082374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DCCEFD-0C1C-9D2A-E013-FB5067EF345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Best– worst migration policy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5D4354-0E88-FBFD-2029-7E9B0DFC5A8D}"/>
              </a:ext>
            </a:extLst>
          </p:cNvPr>
          <p:cNvSpPr>
            <a:spLocks noGrp="1"/>
          </p:cNvSpPr>
          <p:nvPr>
            <p:ph idx="1"/>
          </p:nvPr>
        </p:nvSpPr>
        <p:spPr/>
        <p:txBody>
          <a:bodyPr/>
          <a:lstStyle/>
          <a:p>
            <a:r>
              <a:rPr lang="en-US" altLang="zh-TW" dirty="0"/>
              <a:t>M=35% </a:t>
            </a:r>
          </a:p>
          <a:p>
            <a:r>
              <a:rPr lang="en-US" altLang="zh-TW" dirty="0"/>
              <a:t>n=200</a:t>
            </a:r>
          </a:p>
          <a:p>
            <a:r>
              <a:rPr lang="en-US" altLang="zh-TW" dirty="0"/>
              <a:t>s=10</a:t>
            </a:r>
          </a:p>
          <a:p>
            <a:endParaRPr lang="en-US" altLang="zh-TW" dirty="0"/>
          </a:p>
          <a:p>
            <a:r>
              <a:rPr lang="en-US" altLang="zh-TW" dirty="0"/>
              <a:t>35%*(200/10)=7</a:t>
            </a:r>
            <a:endParaRPr lang="zh-TW" altLang="en-US" dirty="0"/>
          </a:p>
        </p:txBody>
      </p:sp>
      <p:pic>
        <p:nvPicPr>
          <p:cNvPr id="5" name="圖片 4">
            <a:extLst>
              <a:ext uri="{FF2B5EF4-FFF2-40B4-BE49-F238E27FC236}">
                <a16:creationId xmlns:a16="http://schemas.microsoft.com/office/drawing/2014/main" id="{49DEB73F-01E5-6F17-6B7A-739CCCB5D12C}"/>
              </a:ext>
            </a:extLst>
          </p:cNvPr>
          <p:cNvPicPr>
            <a:picLocks noChangeAspect="1"/>
          </p:cNvPicPr>
          <p:nvPr/>
        </p:nvPicPr>
        <p:blipFill>
          <a:blip r:embed="rId2"/>
          <a:stretch>
            <a:fillRect/>
          </a:stretch>
        </p:blipFill>
        <p:spPr>
          <a:xfrm>
            <a:off x="4917242" y="2215710"/>
            <a:ext cx="5449060" cy="3057952"/>
          </a:xfrm>
          <a:prstGeom prst="rect">
            <a:avLst/>
          </a:prstGeom>
        </p:spPr>
      </p:pic>
    </p:spTree>
    <p:extLst>
      <p:ext uri="{BB962C8B-B14F-4D97-AF65-F5344CB8AC3E}">
        <p14:creationId xmlns:p14="http://schemas.microsoft.com/office/powerpoint/2010/main" val="5556100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A99155-F87F-4EC6-349B-77B1FA48FD3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Largest order value (LOV) method</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164E1F42-8EAB-9AAE-5DE0-A1F8E022B251}"/>
              </a:ext>
            </a:extLst>
          </p:cNvPr>
          <p:cNvPicPr>
            <a:picLocks noGrp="1" noChangeAspect="1"/>
          </p:cNvPicPr>
          <p:nvPr>
            <p:ph idx="1"/>
          </p:nvPr>
        </p:nvPicPr>
        <p:blipFill>
          <a:blip r:embed="rId2"/>
          <a:stretch>
            <a:fillRect/>
          </a:stretch>
        </p:blipFill>
        <p:spPr>
          <a:xfrm>
            <a:off x="1063912" y="3795804"/>
            <a:ext cx="3551632" cy="479188"/>
          </a:xfrm>
        </p:spPr>
      </p:pic>
      <p:pic>
        <p:nvPicPr>
          <p:cNvPr id="5" name="圖片 4">
            <a:extLst>
              <a:ext uri="{FF2B5EF4-FFF2-40B4-BE49-F238E27FC236}">
                <a16:creationId xmlns:a16="http://schemas.microsoft.com/office/drawing/2014/main" id="{1C1A6727-60A2-DFA5-9179-22522A87CEEA}"/>
              </a:ext>
            </a:extLst>
          </p:cNvPr>
          <p:cNvPicPr>
            <a:picLocks noChangeAspect="1"/>
          </p:cNvPicPr>
          <p:nvPr/>
        </p:nvPicPr>
        <p:blipFill>
          <a:blip r:embed="rId3"/>
          <a:stretch>
            <a:fillRect/>
          </a:stretch>
        </p:blipFill>
        <p:spPr>
          <a:xfrm>
            <a:off x="924828" y="1825625"/>
            <a:ext cx="6554115" cy="1476581"/>
          </a:xfrm>
          <a:prstGeom prst="rect">
            <a:avLst/>
          </a:prstGeom>
        </p:spPr>
      </p:pic>
    </p:spTree>
    <p:extLst>
      <p:ext uri="{BB962C8B-B14F-4D97-AF65-F5344CB8AC3E}">
        <p14:creationId xmlns:p14="http://schemas.microsoft.com/office/powerpoint/2010/main" val="7692265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2066EE-DA10-6F5F-FDB3-C8DCB5F5A40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a:t>
            </a:r>
            <a:endParaRPr lang="zh-TW" altLang="en-US"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18C14491-931C-00F7-0820-EF2696DD2A5C}"/>
              </a:ext>
            </a:extLst>
          </p:cNvPr>
          <p:cNvPicPr>
            <a:picLocks noChangeAspect="1"/>
          </p:cNvPicPr>
          <p:nvPr/>
        </p:nvPicPr>
        <p:blipFill>
          <a:blip r:embed="rId3"/>
          <a:stretch>
            <a:fillRect/>
          </a:stretch>
        </p:blipFill>
        <p:spPr>
          <a:xfrm>
            <a:off x="4017557" y="983428"/>
            <a:ext cx="8011157" cy="2833403"/>
          </a:xfrm>
          <a:prstGeom prst="rect">
            <a:avLst/>
          </a:prstGeom>
        </p:spPr>
      </p:pic>
      <p:pic>
        <p:nvPicPr>
          <p:cNvPr id="16" name="內容版面配置區 15">
            <a:extLst>
              <a:ext uri="{FF2B5EF4-FFF2-40B4-BE49-F238E27FC236}">
                <a16:creationId xmlns:a16="http://schemas.microsoft.com/office/drawing/2014/main" id="{922BE518-74B4-0B8F-73AD-E3D6EC42D288}"/>
              </a:ext>
            </a:extLst>
          </p:cNvPr>
          <p:cNvPicPr>
            <a:picLocks noGrp="1" noChangeAspect="1"/>
          </p:cNvPicPr>
          <p:nvPr>
            <p:ph idx="1"/>
          </p:nvPr>
        </p:nvPicPr>
        <p:blipFill>
          <a:blip r:embed="rId4"/>
          <a:stretch>
            <a:fillRect/>
          </a:stretch>
        </p:blipFill>
        <p:spPr>
          <a:xfrm>
            <a:off x="4122979" y="3856480"/>
            <a:ext cx="8011157" cy="2871186"/>
          </a:xfrm>
        </p:spPr>
      </p:pic>
    </p:spTree>
    <p:extLst>
      <p:ext uri="{BB962C8B-B14F-4D97-AF65-F5344CB8AC3E}">
        <p14:creationId xmlns:p14="http://schemas.microsoft.com/office/powerpoint/2010/main" val="343010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3F8ACA-B474-0FDE-C925-D8F8A5F2514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1C79351C-E93E-A974-5A42-BEF318F84ACE}"/>
              </a:ext>
            </a:extLst>
          </p:cNvPr>
          <p:cNvPicPr>
            <a:picLocks noGrp="1" noChangeAspect="1"/>
          </p:cNvPicPr>
          <p:nvPr>
            <p:ph idx="1"/>
          </p:nvPr>
        </p:nvPicPr>
        <p:blipFill>
          <a:blip r:embed="rId2"/>
          <a:stretch>
            <a:fillRect/>
          </a:stretch>
        </p:blipFill>
        <p:spPr>
          <a:xfrm>
            <a:off x="-26516" y="1945368"/>
            <a:ext cx="6122516" cy="4351338"/>
          </a:xfrm>
        </p:spPr>
      </p:pic>
      <p:pic>
        <p:nvPicPr>
          <p:cNvPr id="4" name="圖片 3">
            <a:extLst>
              <a:ext uri="{FF2B5EF4-FFF2-40B4-BE49-F238E27FC236}">
                <a16:creationId xmlns:a16="http://schemas.microsoft.com/office/drawing/2014/main" id="{9C9EDE83-177D-EAAA-4400-78E2350044B6}"/>
              </a:ext>
            </a:extLst>
          </p:cNvPr>
          <p:cNvPicPr>
            <a:picLocks noChangeAspect="1"/>
          </p:cNvPicPr>
          <p:nvPr/>
        </p:nvPicPr>
        <p:blipFill>
          <a:blip r:embed="rId3"/>
          <a:stretch>
            <a:fillRect/>
          </a:stretch>
        </p:blipFill>
        <p:spPr>
          <a:xfrm>
            <a:off x="5806369" y="2063132"/>
            <a:ext cx="6387255" cy="4130839"/>
          </a:xfrm>
          <a:prstGeom prst="rect">
            <a:avLst/>
          </a:prstGeom>
        </p:spPr>
      </p:pic>
    </p:spTree>
    <p:extLst>
      <p:ext uri="{BB962C8B-B14F-4D97-AF65-F5344CB8AC3E}">
        <p14:creationId xmlns:p14="http://schemas.microsoft.com/office/powerpoint/2010/main" val="5805621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6179</TotalTime>
  <Words>279</Words>
  <Application>Microsoft Office PowerPoint</Application>
  <PresentationFormat>寬螢幕</PresentationFormat>
  <Paragraphs>25</Paragraphs>
  <Slides>10</Slides>
  <Notes>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Arial</vt:lpstr>
      <vt:lpstr>Calibri</vt:lpstr>
      <vt:lpstr>Calibri Light</vt:lpstr>
      <vt:lpstr>Times New Roman</vt:lpstr>
      <vt:lpstr>Office 佈景主題</vt:lpstr>
      <vt:lpstr>Distributed Grey Wolf Optimizer for Scheduling of Workflow Applications in Cloud Environments</vt:lpstr>
      <vt:lpstr>Abstract (1/2)</vt:lpstr>
      <vt:lpstr>Abstract (2/2)</vt:lpstr>
      <vt:lpstr>Workflow</vt:lpstr>
      <vt:lpstr>Encode</vt:lpstr>
      <vt:lpstr>Island model</vt:lpstr>
      <vt:lpstr>Best– worst migration policy</vt:lpstr>
      <vt:lpstr>Largest order value (LOV) method</vt:lpstr>
      <vt:lpstr>Experimental</vt:lpstr>
      <vt:lpstr>Experimental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Cost-Effective Deadline-Constrained Dynamic Scheduling Algorithm for Scientific Workflows in a Cloud Environment</dc:title>
  <dc:creator>志軒 簡</dc:creator>
  <cp:lastModifiedBy>pplab</cp:lastModifiedBy>
  <cp:revision>32</cp:revision>
  <dcterms:created xsi:type="dcterms:W3CDTF">2022-06-30T13:07:17Z</dcterms:created>
  <dcterms:modified xsi:type="dcterms:W3CDTF">2022-11-22T11:01:37Z</dcterms:modified>
</cp:coreProperties>
</file>