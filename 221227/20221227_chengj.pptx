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c119a8cc9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c119a8cc9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c11de7ae01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c11de7ae0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c119a8cc9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c119a8cc9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c119a8cc9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c119a8cc9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c119a8cc9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c119a8cc9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c13d575c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c13d575c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c11de7ae01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c11de7ae01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c119b0473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c119b0473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對Q做permutation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c14f736ed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c14f736ed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check 1 to (i - 1)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c13d575c5a_6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c13d575c5a_6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c13d575c5a_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c13d575c5a_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rotations and flips通常產生更多conflicts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conflicts are almost reduced to a constant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c119b0473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c119b0473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c1628b530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c1628b530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c119b0473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c119b0473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c119b04734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c119b0473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 case1 的保護機制，在 n &lt; 1500 的情況下，empty diagonals 會不夠多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exchange 次數由 variable “tries” 決定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c1628b53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c1628b53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圖為 case2 的exchange</a:t>
            </a:r>
            <a:r>
              <a:rPr lang="zh-TW"/>
              <a:t>次數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c1628b530f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c1628b530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局部死局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最差就回到原本，不會更差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c1628b530f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c1628b530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c1628b530f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c1628b530f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c14f736ed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c14f736ed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c14f736ed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c14f736ed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c189079ff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c189079ff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ieeexplore.ieee.org/author/37071878600" TargetMode="External"/><Relationship Id="rId4" Type="http://schemas.openxmlformats.org/officeDocument/2006/relationships/hyperlink" Target="https://ieeexplore.ieee.org/xpl/conhome/6863138/proceed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N-queens Problem by Efficient Non-backtracking Algorithm Using Local Search, Heuristics and Tabu Search Elements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15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Marian Kovac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10th International Conference on Digital Technologies 2014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Dec. 27, 2022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paper presents an efficient algorithm using Local search, various heuristics and Tabu search elements, which is capable to find solution for huge instances of the n-queens (hundreds of millions n). The algorithm returns random solutions in short time even on an ordinary personal computer. There is no other faster algorithm in n-Queens bibliography as our presented algorithm so far.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N-queens Problem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．1: no two queens can share a same row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．2: no two queens can share a same column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．3: no two queens can share a same diagonal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6874" y="1402139"/>
            <a:ext cx="2339200" cy="23392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Constraints (1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．Elements of Q are always a permutation of the set {1, 2, . . . , n}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．V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alue on k-th position of Q represents column number in which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queen is placed in k-th row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Constraints (2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089" y="1573262"/>
            <a:ext cx="2609825" cy="2574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1678788" y="4286500"/>
            <a:ext cx="578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= (2, 4, 1,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Constraints (3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．The representation guarantees that no more than one queen will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in every row and every column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Conflicts on diagonal d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7825" y="2046725"/>
            <a:ext cx="2835925" cy="10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1678788" y="3907825"/>
            <a:ext cx="578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is amount of queens on diagonal 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．Pre-shaking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．Shaking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Pre-shaking (1 / 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Step1.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9275" y="1931675"/>
            <a:ext cx="6905450" cy="128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30150" y="3751000"/>
            <a:ext cx="90837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average number of conflicts among the queens is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⅔ n approximately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Pre-shaking (2 / 4)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</a:t>
            </a:r>
            <a:endParaRPr/>
          </a:p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066" y="1882528"/>
            <a:ext cx="5773876" cy="26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Pre-shaking (3 / 4)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</a:t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450" y="1273326"/>
            <a:ext cx="5417100" cy="37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Pre-shaking (4 / 4)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8651" y="1356525"/>
            <a:ext cx="5566701" cy="330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Shaking (1 / 7)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Step1.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the value equal to number of conflicts which causes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queen in the given row</a:t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675" y="2506875"/>
            <a:ext cx="2545400" cy="239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Shaking (2 / 7)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case1: Gradually walk through row max and search for such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row for which the exchange with row max ensures migration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queens to the diagonals with no other queens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Shaking (3 / 7)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case1: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6888" y="2339800"/>
            <a:ext cx="5970225" cy="28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Shaking (4 / 7)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case2: If diagonals with no other queens were not found, try to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exchange the actual row (max) with several other rows.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overall number of conflicts after the exchange decreases,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the exchange, otherwise continue without changes.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Shaking (5 / 7)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case2: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813" y="1580263"/>
            <a:ext cx="5139324" cy="298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Shaking (6 / 7)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Step2.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case3: If case1 and case2 don’t work, we stuck in local extrema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We accept such exchange of already performed exchanges,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ensures the lowest increase of total conflicts.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Shaking (7 / 7)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Step3.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Continue with step1, until total conflicts = 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Tabu List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9325" y="1738513"/>
            <a:ext cx="5545350" cy="22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3316200" y="4168775"/>
            <a:ext cx="251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used to avoid loop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325" y="1405463"/>
            <a:ext cx="6081350" cy="29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525" y="1126315"/>
            <a:ext cx="6016947" cy="34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35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