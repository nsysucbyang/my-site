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301" r:id="rId4"/>
    <p:sldId id="333" r:id="rId5"/>
    <p:sldId id="335" r:id="rId6"/>
    <p:sldId id="334" r:id="rId7"/>
    <p:sldId id="339" r:id="rId8"/>
    <p:sldId id="342" r:id="rId9"/>
    <p:sldId id="338" r:id="rId10"/>
    <p:sldId id="340" r:id="rId11"/>
    <p:sldId id="341" r:id="rId12"/>
    <p:sldId id="343" r:id="rId13"/>
    <p:sldId id="346" r:id="rId14"/>
    <p:sldId id="345" r:id="rId15"/>
    <p:sldId id="347" r:id="rId16"/>
    <p:sldId id="348" r:id="rId17"/>
    <p:sldId id="344" r:id="rId18"/>
    <p:sldId id="337" r:id="rId19"/>
    <p:sldId id="350" r:id="rId20"/>
    <p:sldId id="351" r:id="rId2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6186186C-64BA-44FD-9B78-555D693B99E1}">
          <p14:sldIdLst>
            <p14:sldId id="256"/>
            <p14:sldId id="257"/>
            <p14:sldId id="301"/>
            <p14:sldId id="333"/>
            <p14:sldId id="335"/>
            <p14:sldId id="334"/>
            <p14:sldId id="339"/>
            <p14:sldId id="342"/>
            <p14:sldId id="338"/>
            <p14:sldId id="340"/>
            <p14:sldId id="341"/>
            <p14:sldId id="343"/>
            <p14:sldId id="346"/>
            <p14:sldId id="345"/>
            <p14:sldId id="347"/>
            <p14:sldId id="348"/>
            <p14:sldId id="344"/>
            <p14:sldId id="337"/>
            <p14:sldId id="350"/>
            <p14:sldId id="35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065" userDrawn="1">
          <p15:clr>
            <a:srgbClr val="A4A3A4"/>
          </p15:clr>
        </p15:guide>
        <p15:guide id="2" pos="43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EBE0"/>
    <a:srgbClr val="323EFE"/>
    <a:srgbClr val="44FD19"/>
    <a:srgbClr val="00FFFF"/>
    <a:srgbClr val="934BC9"/>
    <a:srgbClr val="E25DE5"/>
    <a:srgbClr val="FFFFFF"/>
    <a:srgbClr val="B381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868" autoAdjust="0"/>
    <p:restoredTop sz="79882" autoAdjust="0"/>
  </p:normalViewPr>
  <p:slideViewPr>
    <p:cSldViewPr snapToGrid="0">
      <p:cViewPr varScale="1">
        <p:scale>
          <a:sx n="114" d="100"/>
          <a:sy n="114" d="100"/>
        </p:scale>
        <p:origin x="306" y="96"/>
      </p:cViewPr>
      <p:guideLst>
        <p:guide orient="horz" pos="4065"/>
        <p:guide pos="43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4033D0-5A25-41C7-969A-EF5F7C649CD4}" type="datetimeFigureOut">
              <a:rPr lang="zh-TW" altLang="en-US" smtClean="0"/>
              <a:t>2021/3/2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C9F1D4-CE95-410B-B0BC-C775142743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3862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2000" b="0" i="0" u="sng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https://zh.wikipedia.org/wiki/%E6%9D%8E%E5%BE%B7%E8%B2%A1</a:t>
            </a:r>
          </a:p>
          <a:p>
            <a:endParaRPr lang="en-US" altLang="zh-TW" sz="2000" b="0" i="0" u="sng" dirty="0">
              <a:solidFill>
                <a:srgbClr val="4D5156"/>
              </a:solidFill>
              <a:effectLst/>
              <a:latin typeface="arial" panose="020B0604020202020204" pitchFamily="34" charset="0"/>
            </a:endParaRPr>
          </a:p>
          <a:p>
            <a:r>
              <a:rPr lang="zh-TW" altLang="en-US" sz="2000" b="0" i="0" u="none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李德財，中興大學教授</a:t>
            </a:r>
            <a:r>
              <a:rPr lang="en-US" altLang="zh-TW" sz="2000" b="0" i="0" u="none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zh-TW" altLang="en-US" sz="2000" b="0" i="0" u="none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校長</a:t>
            </a:r>
            <a:r>
              <a:rPr lang="en-US" altLang="zh-TW" sz="2000" b="0" i="0" u="none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)</a:t>
            </a:r>
            <a:r>
              <a:rPr lang="zh-TW" altLang="en-US" sz="2000" b="0" i="0" u="none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，中央研究院院士</a:t>
            </a:r>
            <a:endParaRPr lang="en-US" altLang="zh-TW" sz="2000" b="0" i="0" u="none" dirty="0">
              <a:solidFill>
                <a:srgbClr val="4D5156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24744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39721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44354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28440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64075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4736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46472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80506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07502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08900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3685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04458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71616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2011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85023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85979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18723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67372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87714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6327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5D6350-B6ED-41FC-9D7E-7F401D1D3B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10C62AA-5FAB-4981-A45A-1A8517CA60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450ED99-A302-4A55-B3DF-544152722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2021/3/2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E377494-B569-42CD-88D2-0988ED58F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7DF940-0364-4C9B-9D2E-F53DCBCFE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4640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292AC1-9699-4F08-B315-69E76AA04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 baseline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A8B8D7B-403B-4E87-82BF-F03CE7156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F124561-057D-4469-9AB5-4C6597D38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fld id="{B409E770-9C80-4ED4-983E-8A15F27ADAA7}" type="datetimeFigureOut">
              <a:rPr lang="zh-TW" altLang="en-US" smtClean="0"/>
              <a:pPr/>
              <a:t>2021/3/2</a:t>
            </a:fld>
            <a:endParaRPr lang="zh-TW" altLang="en-US">
              <a:ea typeface="標楷體" panose="03000509000000000000" pitchFamily="65" charset="-120"/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1CA6533-3974-4E64-AB88-349851F80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endParaRPr lang="zh-TW" altLang="en-US">
              <a:ea typeface="標楷體" panose="03000509000000000000" pitchFamily="65" charset="-12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11307E2-178E-4165-A305-28B315270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fld id="{1695738F-21BE-4DF4-85F7-2BB3376BAEFC}" type="slidenum">
              <a:rPr lang="zh-TW" altLang="en-US" smtClean="0"/>
              <a:pPr/>
              <a:t>‹#›</a:t>
            </a:fld>
            <a:endParaRPr lang="zh-TW" altLang="en-US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42834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54F4D4-9F65-4A3C-90CA-5E6012D4A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05989C-B6AE-485E-B909-2AACC4420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7F143C1-A721-46A9-8DA4-CBAF6D76D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2021/3/2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8B4BB70-EBF3-4E15-B0D9-362EC6358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82C94A2-8B8A-4F73-8AB7-9086E2978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6695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CF601E-8FD2-4C96-84ED-A1535992A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5658968-2AA4-47D9-8EE7-25EB5B574F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CB8EEDE-671F-4288-8102-60AF3949E2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7C4633D-0EA1-483A-BCAE-A2C11947C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2021/3/2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89957CD-A76F-4E8A-A600-37A8E89B3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0CD5A3C-70C9-4468-805A-3216FAD54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9286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98B42B-89C1-47C8-B9DF-997A8833F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3EC08FF-5F84-4CC0-B4E9-D623E4AC3E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A51DA6E-7A90-4DB0-9126-5CC8C4B060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A7D7BB7-2FC8-4BE2-A1A4-57D098F584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64E82F7-2C0E-4490-AD80-0749C7C5B1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137E754-7BA1-463B-94AE-949313510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2021/3/2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380C5EB-E691-4156-928C-26330C64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1A806DF-D52B-4FB1-971E-F10E0C2DF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4638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C3BD06-DAE3-4E3E-B6B3-648191629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7A04491-282C-4221-A3EF-28A94F786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2021/3/2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71379CA-0E38-42B7-BE99-6B584783A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4B7507D-DFF5-48B7-9C10-7C05EE382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3725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2B1D52D3-FF08-4F05-AE9A-D07E40E7A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2021/3/2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2090C79-D9CF-4D2A-85D5-EBCD12C0C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2EFD9B8-B153-43FE-B1B0-FDFA1939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6377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17D1F5-4F45-434A-9699-03158D529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64CFA46-9726-4680-8164-F1258B007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88E2037-0EFD-4F48-A629-1F43D084A2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9FA2B0E-7569-4EE9-B847-3B3B3E00C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2021/3/2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2A74A09-DF0D-4516-9B6E-A1BA4FA50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AE58F68-574D-4991-AB67-979AE7EC2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6713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4A608B-EB2D-43E3-806D-315F7F6C6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17BB9D9-6CF8-47E2-9613-CFC9E5CFB4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DAE305B-85A6-42D3-BDFE-E012EAD5A9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333906F-B54E-487C-A495-4EE49A687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2021/3/2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AFDA8D6-DFC2-44AD-AB91-CCEF45799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F7815D7-84B9-4D45-8E5A-58AFEF382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0817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763308-F782-4AC8-A223-E354635B3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73B59CF-1B41-495A-93CF-6101A5CE7C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9B80BB1-A83C-4652-BAC8-2B3F681B2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2021/3/2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707E1EE-E900-4925-B1A8-EE7DD6AF4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91F960C-8C3A-496F-B3A0-26297D927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0139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0B6D235-6449-4393-9C71-2079D2809C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D2B0F98-2672-4DE5-827E-1F7351B7F9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43C27C8-C683-4B57-A443-2B79354B9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2021/3/2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424A34C-43DD-4DF5-84E9-8562F9B9B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F67B5B2-0E14-4C16-8BB2-353A2AA0B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0112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747F35C-0173-40E0-88F5-5C85ABA0C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518B1AB-6AFD-4952-BDFB-11797FAB99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8BCFE33-872D-4C90-867C-8B41F7A908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9E770-9C80-4ED4-983E-8A15F27ADAA7}" type="datetimeFigureOut">
              <a:rPr lang="zh-TW" altLang="en-US" smtClean="0"/>
              <a:t>2021/3/2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10F5102-CD48-4F14-B5B2-F49CC9C34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021C4BF-8ADC-4392-A585-48B57FAFAD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0820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6684BF-5890-4FC5-B196-08274D50E2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1493" y="1604685"/>
            <a:ext cx="9829014" cy="1348065"/>
          </a:xfrm>
        </p:spPr>
        <p:txBody>
          <a:bodyPr anchor="ctr">
            <a:normAutofit/>
          </a:bodyPr>
          <a:lstStyle/>
          <a:p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Independent Set of </a:t>
            </a:r>
            <a:b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Permutation Graph in </a:t>
            </a:r>
            <a:r>
              <a:rPr lang="en-US" altLang="zh-TW" sz="4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Tracks</a:t>
            </a:r>
            <a:endParaRPr lang="zh-TW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5B088C0-E697-4363-A21A-D66DFFC167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3656415"/>
            <a:ext cx="11163299" cy="1655762"/>
          </a:xfrm>
        </p:spPr>
        <p:txBody>
          <a:bodyPr>
            <a:noAutofit/>
          </a:bodyPr>
          <a:lstStyle/>
          <a:p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T. Lee and Majid Sarrafzadeh</a:t>
            </a:r>
          </a:p>
          <a:p>
            <a:endParaRPr lang="pt-BR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Computational Geometry &amp; Applications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Vol. 3. No. 3 (1993) Page 291-304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AEC4D25-9ABF-4EA3-BD8D-ACD84E94CF46}"/>
              </a:ext>
            </a:extLst>
          </p:cNvPr>
          <p:cNvSpPr txBox="1"/>
          <p:nvPr/>
        </p:nvSpPr>
        <p:spPr>
          <a:xfrm>
            <a:off x="8942664" y="5933983"/>
            <a:ext cx="3249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Yu-Cheng Chang</a:t>
            </a:r>
          </a:p>
          <a:p>
            <a:pPr algn="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March 2, 2021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905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486405-10E9-4237-AE0C-C31198684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175771A-477F-4B4A-9278-972CA4C51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5099"/>
            <a:ext cx="10515600" cy="5337175"/>
          </a:xfrm>
        </p:spPr>
        <p:txBody>
          <a:bodyPr>
            <a:noAutofit/>
          </a:bodyPr>
          <a:lstStyle/>
          <a:p>
            <a:pPr marL="0" indent="0" algn="just">
              <a:lnSpc>
                <a:spcPts val="3500"/>
              </a:lnSpc>
              <a:spcBef>
                <a:spcPts val="1800"/>
              </a:spcBef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weighted independent set of a permutation graph is a maximum subset of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noncrossing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chords in a matching diagram (i.e., a set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 of chords with end-points on two horizontal lines). The problem of finding, among all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noncrossing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subsets of  with density at most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one with maximum size is considered, where the density of a subset is the maximum number of chords crossing a vertical line and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is a given parameter. A (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log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time and (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space algorithm, for solving the proble</a:t>
            </a:r>
            <a:r>
              <a:rPr lang="en-US" altLang="zh-TW" sz="2400" dirty="0">
                <a:sym typeface="Symbol" panose="05050102010706020507" pitchFamily="18" charset="2"/>
              </a:rPr>
              <a:t>m with </a:t>
            </a:r>
            <a:r>
              <a:rPr lang="en-US" altLang="zh-TW" sz="2400" i="1" dirty="0">
                <a:sym typeface="Symbol" panose="05050102010706020507" pitchFamily="18" charset="2"/>
              </a:rPr>
              <a:t>n</a:t>
            </a:r>
            <a:r>
              <a:rPr lang="en-US" altLang="zh-TW" sz="2400" dirty="0">
                <a:sym typeface="Symbol" panose="05050102010706020507" pitchFamily="18" charset="2"/>
              </a:rPr>
              <a:t> chords, is proposed. As an application, we solve the problem of finding, among all proper subsets with density at most </a:t>
            </a:r>
            <a:r>
              <a:rPr lang="en-US" altLang="zh-TW" sz="2400" i="1" dirty="0">
                <a:sym typeface="Symbol" panose="05050102010706020507" pitchFamily="18" charset="2"/>
              </a:rPr>
              <a:t>k</a:t>
            </a:r>
            <a:r>
              <a:rPr lang="en-US" altLang="zh-TW" sz="2400" dirty="0">
                <a:sym typeface="Symbol" panose="05050102010706020507" pitchFamily="18" charset="2"/>
              </a:rPr>
              <a:t> of an interval graph, one with maximum number of intervals.</a:t>
            </a:r>
            <a:endParaRPr lang="zh-TW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7580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486405-10E9-4237-AE0C-C31198684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Independent Sets (MIS </a:t>
            </a:r>
            <a:r>
              <a:rPr lang="zh-TW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MIS-</a:t>
            </a:r>
            <a:r>
              <a:rPr lang="en-US" altLang="zh-TW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103C2C7B-AF75-48A1-91D9-8ECDA0C93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966" y="1690688"/>
            <a:ext cx="9974067" cy="4658375"/>
          </a:xfrm>
          <a:prstGeom prst="rect">
            <a:avLst/>
          </a:prstGeom>
        </p:spPr>
      </p:pic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9B5A4793-4B82-4CC7-BBDC-706311CF2D08}"/>
              </a:ext>
            </a:extLst>
          </p:cNvPr>
          <p:cNvCxnSpPr>
            <a:cxnSpLocks/>
          </p:cNvCxnSpPr>
          <p:nvPr/>
        </p:nvCxnSpPr>
        <p:spPr>
          <a:xfrm>
            <a:off x="9069355" y="1595535"/>
            <a:ext cx="0" cy="351764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3443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486405-10E9-4237-AE0C-C31198684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MIS-</a:t>
            </a:r>
            <a:r>
              <a:rPr lang="en-US" altLang="zh-TW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zh-TW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xy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-plane</a:t>
            </a:r>
            <a:endParaRPr lang="zh-TW" altLang="en-US" sz="4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062A2B0D-8DB6-4149-87ED-29C7DE1700F9}"/>
              </a:ext>
            </a:extLst>
          </p:cNvPr>
          <p:cNvCxnSpPr>
            <a:cxnSpLocks/>
          </p:cNvCxnSpPr>
          <p:nvPr/>
        </p:nvCxnSpPr>
        <p:spPr>
          <a:xfrm>
            <a:off x="4724047" y="3790425"/>
            <a:ext cx="13719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2" name="群組 141">
            <a:extLst>
              <a:ext uri="{FF2B5EF4-FFF2-40B4-BE49-F238E27FC236}">
                <a16:creationId xmlns:a16="http://schemas.microsoft.com/office/drawing/2014/main" id="{A808B861-761C-4875-988F-4F3F996138F2}"/>
              </a:ext>
            </a:extLst>
          </p:cNvPr>
          <p:cNvGrpSpPr/>
          <p:nvPr/>
        </p:nvGrpSpPr>
        <p:grpSpPr>
          <a:xfrm>
            <a:off x="748559" y="2237146"/>
            <a:ext cx="3592934" cy="3153215"/>
            <a:chOff x="748559" y="2237146"/>
            <a:chExt cx="3592934" cy="3153215"/>
          </a:xfrm>
        </p:grpSpPr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D8CDC4F2-7730-495F-924C-604C458CD1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8559" y="2237146"/>
              <a:ext cx="3296110" cy="3153215"/>
            </a:xfrm>
            <a:prstGeom prst="rect">
              <a:avLst/>
            </a:prstGeom>
          </p:spPr>
        </p:pic>
        <p:sp>
          <p:nvSpPr>
            <p:cNvPr id="53" name="文字方塊 52">
              <a:extLst>
                <a:ext uri="{FF2B5EF4-FFF2-40B4-BE49-F238E27FC236}">
                  <a16:creationId xmlns:a16="http://schemas.microsoft.com/office/drawing/2014/main" id="{A5865378-E0F2-4178-BC4C-430F0B202D97}"/>
                </a:ext>
              </a:extLst>
            </p:cNvPr>
            <p:cNvSpPr txBox="1"/>
            <p:nvPr/>
          </p:nvSpPr>
          <p:spPr>
            <a:xfrm>
              <a:off x="3900196" y="4499796"/>
              <a:ext cx="4412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TW" sz="24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TW" altLang="en-US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文字方塊 54">
              <a:extLst>
                <a:ext uri="{FF2B5EF4-FFF2-40B4-BE49-F238E27FC236}">
                  <a16:creationId xmlns:a16="http://schemas.microsoft.com/office/drawing/2014/main" id="{D5F0B707-AA0E-4FB2-B2B3-79C8C6B90121}"/>
                </a:ext>
              </a:extLst>
            </p:cNvPr>
            <p:cNvSpPr txBox="1"/>
            <p:nvPr/>
          </p:nvSpPr>
          <p:spPr>
            <a:xfrm>
              <a:off x="3900196" y="2435720"/>
              <a:ext cx="4412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TW" sz="2400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TW" altLang="en-US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橢圓 56">
              <a:extLst>
                <a:ext uri="{FF2B5EF4-FFF2-40B4-BE49-F238E27FC236}">
                  <a16:creationId xmlns:a16="http://schemas.microsoft.com/office/drawing/2014/main" id="{EF118B4C-3A1E-4E34-847E-B8EB5CC2575A}"/>
                </a:ext>
              </a:extLst>
            </p:cNvPr>
            <p:cNvSpPr/>
            <p:nvPr/>
          </p:nvSpPr>
          <p:spPr>
            <a:xfrm>
              <a:off x="1264212" y="2266364"/>
              <a:ext cx="108000" cy="108000"/>
            </a:xfrm>
            <a:prstGeom prst="ellipse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9" name="橢圓 58">
              <a:extLst>
                <a:ext uri="{FF2B5EF4-FFF2-40B4-BE49-F238E27FC236}">
                  <a16:creationId xmlns:a16="http://schemas.microsoft.com/office/drawing/2014/main" id="{2056FB57-F31C-45B5-990C-DAA486343339}"/>
                </a:ext>
              </a:extLst>
            </p:cNvPr>
            <p:cNvSpPr/>
            <p:nvPr/>
          </p:nvSpPr>
          <p:spPr>
            <a:xfrm>
              <a:off x="1901454" y="2266364"/>
              <a:ext cx="108000" cy="108000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1" name="橢圓 60">
              <a:extLst>
                <a:ext uri="{FF2B5EF4-FFF2-40B4-BE49-F238E27FC236}">
                  <a16:creationId xmlns:a16="http://schemas.microsoft.com/office/drawing/2014/main" id="{B01365CC-5948-4001-A663-6A2E51CB8C8A}"/>
                </a:ext>
              </a:extLst>
            </p:cNvPr>
            <p:cNvSpPr/>
            <p:nvPr/>
          </p:nvSpPr>
          <p:spPr>
            <a:xfrm>
              <a:off x="2157751" y="2266364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3" name="橢圓 62">
              <a:extLst>
                <a:ext uri="{FF2B5EF4-FFF2-40B4-BE49-F238E27FC236}">
                  <a16:creationId xmlns:a16="http://schemas.microsoft.com/office/drawing/2014/main" id="{C97AD891-E1C1-42B8-B2E9-960E2ED679CC}"/>
                </a:ext>
              </a:extLst>
            </p:cNvPr>
            <p:cNvSpPr/>
            <p:nvPr/>
          </p:nvSpPr>
          <p:spPr>
            <a:xfrm>
              <a:off x="2848993" y="2266364"/>
              <a:ext cx="108000" cy="108000"/>
            </a:xfrm>
            <a:prstGeom prst="ellipse">
              <a:avLst/>
            </a:prstGeom>
            <a:solidFill>
              <a:srgbClr val="44FD19"/>
            </a:solidFill>
            <a:ln>
              <a:solidFill>
                <a:srgbClr val="44FD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橢圓 64">
              <a:extLst>
                <a:ext uri="{FF2B5EF4-FFF2-40B4-BE49-F238E27FC236}">
                  <a16:creationId xmlns:a16="http://schemas.microsoft.com/office/drawing/2014/main" id="{B1EC2848-8C70-42D6-905D-18296F3F8E75}"/>
                </a:ext>
              </a:extLst>
            </p:cNvPr>
            <p:cNvSpPr/>
            <p:nvPr/>
          </p:nvSpPr>
          <p:spPr>
            <a:xfrm>
              <a:off x="3105290" y="2266364"/>
              <a:ext cx="108000" cy="108000"/>
            </a:xfrm>
            <a:prstGeom prst="ellipse">
              <a:avLst/>
            </a:prstGeom>
            <a:solidFill>
              <a:srgbClr val="934BC9"/>
            </a:solidFill>
            <a:ln>
              <a:solidFill>
                <a:srgbClr val="934BC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" name="橢圓 66">
              <a:extLst>
                <a:ext uri="{FF2B5EF4-FFF2-40B4-BE49-F238E27FC236}">
                  <a16:creationId xmlns:a16="http://schemas.microsoft.com/office/drawing/2014/main" id="{A746416C-4482-424A-BB30-C367AC581348}"/>
                </a:ext>
              </a:extLst>
            </p:cNvPr>
            <p:cNvSpPr/>
            <p:nvPr/>
          </p:nvSpPr>
          <p:spPr>
            <a:xfrm>
              <a:off x="3350453" y="2266364"/>
              <a:ext cx="108000" cy="10800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9" name="橢圓 68">
              <a:extLst>
                <a:ext uri="{FF2B5EF4-FFF2-40B4-BE49-F238E27FC236}">
                  <a16:creationId xmlns:a16="http://schemas.microsoft.com/office/drawing/2014/main" id="{768321FA-29B9-4680-B2DA-7F9AFD8D2481}"/>
                </a:ext>
              </a:extLst>
            </p:cNvPr>
            <p:cNvSpPr/>
            <p:nvPr/>
          </p:nvSpPr>
          <p:spPr>
            <a:xfrm>
              <a:off x="1666971" y="5217796"/>
              <a:ext cx="108000" cy="10800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0" name="橢圓 69">
              <a:extLst>
                <a:ext uri="{FF2B5EF4-FFF2-40B4-BE49-F238E27FC236}">
                  <a16:creationId xmlns:a16="http://schemas.microsoft.com/office/drawing/2014/main" id="{B32D2AB6-5D7C-45CA-A374-A25743958570}"/>
                </a:ext>
              </a:extLst>
            </p:cNvPr>
            <p:cNvSpPr/>
            <p:nvPr/>
          </p:nvSpPr>
          <p:spPr>
            <a:xfrm>
              <a:off x="1449007" y="5217796"/>
              <a:ext cx="108000" cy="108000"/>
            </a:xfrm>
            <a:prstGeom prst="ellipse">
              <a:avLst/>
            </a:prstGeom>
            <a:solidFill>
              <a:srgbClr val="934BC9"/>
            </a:solidFill>
            <a:ln>
              <a:solidFill>
                <a:srgbClr val="934BC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橢圓 70">
              <a:extLst>
                <a:ext uri="{FF2B5EF4-FFF2-40B4-BE49-F238E27FC236}">
                  <a16:creationId xmlns:a16="http://schemas.microsoft.com/office/drawing/2014/main" id="{584D5CFC-1840-4B55-9104-ADC2F9E1A157}"/>
                </a:ext>
              </a:extLst>
            </p:cNvPr>
            <p:cNvSpPr/>
            <p:nvPr/>
          </p:nvSpPr>
          <p:spPr>
            <a:xfrm>
              <a:off x="3340013" y="5217796"/>
              <a:ext cx="108000" cy="108000"/>
            </a:xfrm>
            <a:prstGeom prst="ellipse">
              <a:avLst/>
            </a:prstGeom>
            <a:solidFill>
              <a:srgbClr val="44FD19"/>
            </a:solidFill>
            <a:ln>
              <a:solidFill>
                <a:srgbClr val="44FD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橢圓 71">
              <a:extLst>
                <a:ext uri="{FF2B5EF4-FFF2-40B4-BE49-F238E27FC236}">
                  <a16:creationId xmlns:a16="http://schemas.microsoft.com/office/drawing/2014/main" id="{2542B503-322A-40C5-AB85-4269F75A0DE6}"/>
                </a:ext>
              </a:extLst>
            </p:cNvPr>
            <p:cNvSpPr/>
            <p:nvPr/>
          </p:nvSpPr>
          <p:spPr>
            <a:xfrm>
              <a:off x="2663682" y="5217796"/>
              <a:ext cx="108000" cy="108000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" name="橢圓 72">
              <a:extLst>
                <a:ext uri="{FF2B5EF4-FFF2-40B4-BE49-F238E27FC236}">
                  <a16:creationId xmlns:a16="http://schemas.microsoft.com/office/drawing/2014/main" id="{6647A109-4C46-4C24-8B65-93DE6F581CF4}"/>
                </a:ext>
              </a:extLst>
            </p:cNvPr>
            <p:cNvSpPr/>
            <p:nvPr/>
          </p:nvSpPr>
          <p:spPr>
            <a:xfrm>
              <a:off x="2283798" y="5217796"/>
              <a:ext cx="108000" cy="108000"/>
            </a:xfrm>
            <a:prstGeom prst="ellipse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橢圓 73">
              <a:extLst>
                <a:ext uri="{FF2B5EF4-FFF2-40B4-BE49-F238E27FC236}">
                  <a16:creationId xmlns:a16="http://schemas.microsoft.com/office/drawing/2014/main" id="{ABAE5846-D78D-4385-A86D-D7D59B6ECEB8}"/>
                </a:ext>
              </a:extLst>
            </p:cNvPr>
            <p:cNvSpPr/>
            <p:nvPr/>
          </p:nvSpPr>
          <p:spPr>
            <a:xfrm>
              <a:off x="1172329" y="5217796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41" name="群組 140">
            <a:extLst>
              <a:ext uri="{FF2B5EF4-FFF2-40B4-BE49-F238E27FC236}">
                <a16:creationId xmlns:a16="http://schemas.microsoft.com/office/drawing/2014/main" id="{CC4E2722-E082-47D8-80F0-444234684B55}"/>
              </a:ext>
            </a:extLst>
          </p:cNvPr>
          <p:cNvGrpSpPr/>
          <p:nvPr/>
        </p:nvGrpSpPr>
        <p:grpSpPr>
          <a:xfrm>
            <a:off x="6010892" y="1539551"/>
            <a:ext cx="5544000" cy="4114801"/>
            <a:chOff x="6010892" y="1539551"/>
            <a:chExt cx="5544000" cy="4114801"/>
          </a:xfrm>
        </p:grpSpPr>
        <p:cxnSp>
          <p:nvCxnSpPr>
            <p:cNvPr id="10" name="直線單箭頭接點 9">
              <a:extLst>
                <a:ext uri="{FF2B5EF4-FFF2-40B4-BE49-F238E27FC236}">
                  <a16:creationId xmlns:a16="http://schemas.microsoft.com/office/drawing/2014/main" id="{C99555DA-F6C8-4835-915A-6EA1BE9827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06463" y="1539551"/>
              <a:ext cx="0" cy="411480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單箭頭接點 14">
              <a:extLst>
                <a:ext uri="{FF2B5EF4-FFF2-40B4-BE49-F238E27FC236}">
                  <a16:creationId xmlns:a16="http://schemas.microsoft.com/office/drawing/2014/main" id="{59002B21-9EE0-4E92-B43A-0315D4939C5F}"/>
                </a:ext>
              </a:extLst>
            </p:cNvPr>
            <p:cNvCxnSpPr>
              <a:cxnSpLocks/>
            </p:cNvCxnSpPr>
            <p:nvPr/>
          </p:nvCxnSpPr>
          <p:spPr>
            <a:xfrm>
              <a:off x="6822790" y="5390359"/>
              <a:ext cx="406603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>
              <a:extLst>
                <a:ext uri="{FF2B5EF4-FFF2-40B4-BE49-F238E27FC236}">
                  <a16:creationId xmlns:a16="http://schemas.microsoft.com/office/drawing/2014/main" id="{EEA34CF4-C79D-4AFE-81BA-64AA17DB32F7}"/>
                </a:ext>
              </a:extLst>
            </p:cNvPr>
            <p:cNvCxnSpPr/>
            <p:nvPr/>
          </p:nvCxnSpPr>
          <p:spPr>
            <a:xfrm>
              <a:off x="7106463" y="5271796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>
              <a:extLst>
                <a:ext uri="{FF2B5EF4-FFF2-40B4-BE49-F238E27FC236}">
                  <a16:creationId xmlns:a16="http://schemas.microsoft.com/office/drawing/2014/main" id="{840EE5D7-2175-4461-BF7E-04B854A1340A}"/>
                </a:ext>
              </a:extLst>
            </p:cNvPr>
            <p:cNvCxnSpPr/>
            <p:nvPr/>
          </p:nvCxnSpPr>
          <p:spPr>
            <a:xfrm>
              <a:off x="9754023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接點 28">
              <a:extLst>
                <a:ext uri="{FF2B5EF4-FFF2-40B4-BE49-F238E27FC236}">
                  <a16:creationId xmlns:a16="http://schemas.microsoft.com/office/drawing/2014/main" id="{E7341A97-4151-437F-B337-8CB2CB3BF88E}"/>
                </a:ext>
              </a:extLst>
            </p:cNvPr>
            <p:cNvCxnSpPr/>
            <p:nvPr/>
          </p:nvCxnSpPr>
          <p:spPr>
            <a:xfrm>
              <a:off x="9312763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接點 29">
              <a:extLst>
                <a:ext uri="{FF2B5EF4-FFF2-40B4-BE49-F238E27FC236}">
                  <a16:creationId xmlns:a16="http://schemas.microsoft.com/office/drawing/2014/main" id="{88F43A19-D495-48B2-B383-F897B8A7BD0A}"/>
                </a:ext>
              </a:extLst>
            </p:cNvPr>
            <p:cNvCxnSpPr/>
            <p:nvPr/>
          </p:nvCxnSpPr>
          <p:spPr>
            <a:xfrm>
              <a:off x="8871503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接點 30">
              <a:extLst>
                <a:ext uri="{FF2B5EF4-FFF2-40B4-BE49-F238E27FC236}">
                  <a16:creationId xmlns:a16="http://schemas.microsoft.com/office/drawing/2014/main" id="{6B3E89D0-0260-4AB1-9171-1CA042F161FB}"/>
                </a:ext>
              </a:extLst>
            </p:cNvPr>
            <p:cNvCxnSpPr>
              <a:cxnSpLocks/>
            </p:cNvCxnSpPr>
            <p:nvPr/>
          </p:nvCxnSpPr>
          <p:spPr>
            <a:xfrm>
              <a:off x="8430243" y="527179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>
              <a:extLst>
                <a:ext uri="{FF2B5EF4-FFF2-40B4-BE49-F238E27FC236}">
                  <a16:creationId xmlns:a16="http://schemas.microsoft.com/office/drawing/2014/main" id="{DB155AEA-5A08-4D5F-8B29-C2B0D0F8941F}"/>
                </a:ext>
              </a:extLst>
            </p:cNvPr>
            <p:cNvCxnSpPr>
              <a:cxnSpLocks/>
            </p:cNvCxnSpPr>
            <p:nvPr/>
          </p:nvCxnSpPr>
          <p:spPr>
            <a:xfrm>
              <a:off x="7988983" y="527179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>
              <a:extLst>
                <a:ext uri="{FF2B5EF4-FFF2-40B4-BE49-F238E27FC236}">
                  <a16:creationId xmlns:a16="http://schemas.microsoft.com/office/drawing/2014/main" id="{003EDBAB-6DBE-499D-B9E1-7BE4C2E1842A}"/>
                </a:ext>
              </a:extLst>
            </p:cNvPr>
            <p:cNvCxnSpPr>
              <a:cxnSpLocks/>
            </p:cNvCxnSpPr>
            <p:nvPr/>
          </p:nvCxnSpPr>
          <p:spPr>
            <a:xfrm>
              <a:off x="7547723" y="527179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接點 41">
              <a:extLst>
                <a:ext uri="{FF2B5EF4-FFF2-40B4-BE49-F238E27FC236}">
                  <a16:creationId xmlns:a16="http://schemas.microsoft.com/office/drawing/2014/main" id="{082B469B-4687-4959-94C9-798DD88AECF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5271607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接點 42">
              <a:extLst>
                <a:ext uri="{FF2B5EF4-FFF2-40B4-BE49-F238E27FC236}">
                  <a16:creationId xmlns:a16="http://schemas.microsoft.com/office/drawing/2014/main" id="{E43C336B-3B0C-44AE-8409-150636E1EE8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4827911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接點 43">
              <a:extLst>
                <a:ext uri="{FF2B5EF4-FFF2-40B4-BE49-F238E27FC236}">
                  <a16:creationId xmlns:a16="http://schemas.microsoft.com/office/drawing/2014/main" id="{96889798-ACB1-4A2A-8C90-C0A87256072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438421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接點 44">
              <a:extLst>
                <a:ext uri="{FF2B5EF4-FFF2-40B4-BE49-F238E27FC236}">
                  <a16:creationId xmlns:a16="http://schemas.microsoft.com/office/drawing/2014/main" id="{DF8C0888-C534-4017-9B1E-8304FBF7868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3940521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接點 45">
              <a:extLst>
                <a:ext uri="{FF2B5EF4-FFF2-40B4-BE49-F238E27FC236}">
                  <a16:creationId xmlns:a16="http://schemas.microsoft.com/office/drawing/2014/main" id="{24D08290-A2D1-4F2D-8F67-35FA440AD23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349682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線接點 46">
              <a:extLst>
                <a:ext uri="{FF2B5EF4-FFF2-40B4-BE49-F238E27FC236}">
                  <a16:creationId xmlns:a16="http://schemas.microsoft.com/office/drawing/2014/main" id="{071F6075-E1AB-44B5-A88C-E5EDD8B36E6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3053131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線接點 47">
              <a:extLst>
                <a:ext uri="{FF2B5EF4-FFF2-40B4-BE49-F238E27FC236}">
                  <a16:creationId xmlns:a16="http://schemas.microsoft.com/office/drawing/2014/main" id="{8E67856E-F3B6-4082-8127-3531C373B8F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260943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8" name="群組 97">
              <a:extLst>
                <a:ext uri="{FF2B5EF4-FFF2-40B4-BE49-F238E27FC236}">
                  <a16:creationId xmlns:a16="http://schemas.microsoft.com/office/drawing/2014/main" id="{BF961E2F-CE2B-43D9-B75A-4D99765FDE95}"/>
                </a:ext>
              </a:extLst>
            </p:cNvPr>
            <p:cNvGrpSpPr/>
            <p:nvPr/>
          </p:nvGrpSpPr>
          <p:grpSpPr>
            <a:xfrm>
              <a:off x="7513605" y="3980778"/>
              <a:ext cx="917159" cy="108000"/>
              <a:chOff x="7513605" y="3980778"/>
              <a:chExt cx="917159" cy="108000"/>
            </a:xfrm>
          </p:grpSpPr>
          <p:sp>
            <p:nvSpPr>
              <p:cNvPr id="62" name="橢圓 61">
                <a:extLst>
                  <a:ext uri="{FF2B5EF4-FFF2-40B4-BE49-F238E27FC236}">
                    <a16:creationId xmlns:a16="http://schemas.microsoft.com/office/drawing/2014/main" id="{4A87D08C-6760-4EBB-A55C-72F8EFA91542}"/>
                  </a:ext>
                </a:extLst>
              </p:cNvPr>
              <p:cNvSpPr/>
              <p:nvPr/>
            </p:nvSpPr>
            <p:spPr>
              <a:xfrm>
                <a:off x="7513605" y="3980778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76" name="直線接點 75">
                <a:extLst>
                  <a:ext uri="{FF2B5EF4-FFF2-40B4-BE49-F238E27FC236}">
                    <a16:creationId xmlns:a16="http://schemas.microsoft.com/office/drawing/2014/main" id="{567CC525-F158-4558-BD7A-6541685335AD}"/>
                  </a:ext>
                </a:extLst>
              </p:cNvPr>
              <p:cNvCxnSpPr>
                <a:stCxn id="62" idx="6"/>
              </p:cNvCxnSpPr>
              <p:nvPr/>
            </p:nvCxnSpPr>
            <p:spPr>
              <a:xfrm flipV="1">
                <a:off x="7621605" y="4034487"/>
                <a:ext cx="809159" cy="291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9" name="群組 98">
              <a:extLst>
                <a:ext uri="{FF2B5EF4-FFF2-40B4-BE49-F238E27FC236}">
                  <a16:creationId xmlns:a16="http://schemas.microsoft.com/office/drawing/2014/main" id="{8B722401-4250-4122-825D-6376F56B2E05}"/>
                </a:ext>
              </a:extLst>
            </p:cNvPr>
            <p:cNvGrpSpPr/>
            <p:nvPr/>
          </p:nvGrpSpPr>
          <p:grpSpPr>
            <a:xfrm>
              <a:off x="7771669" y="3113282"/>
              <a:ext cx="1537411" cy="108000"/>
              <a:chOff x="7977471" y="3068531"/>
              <a:chExt cx="1537411" cy="108000"/>
            </a:xfrm>
          </p:grpSpPr>
          <p:sp>
            <p:nvSpPr>
              <p:cNvPr id="66" name="橢圓 65">
                <a:extLst>
                  <a:ext uri="{FF2B5EF4-FFF2-40B4-BE49-F238E27FC236}">
                    <a16:creationId xmlns:a16="http://schemas.microsoft.com/office/drawing/2014/main" id="{1892BE0E-1278-4F19-B38E-F01A61B35A94}"/>
                  </a:ext>
                </a:extLst>
              </p:cNvPr>
              <p:cNvSpPr/>
              <p:nvPr/>
            </p:nvSpPr>
            <p:spPr>
              <a:xfrm>
                <a:off x="7977471" y="3068531"/>
                <a:ext cx="108000" cy="108000"/>
              </a:xfrm>
              <a:prstGeom prst="ellipse">
                <a:avLst/>
              </a:prstGeom>
              <a:solidFill>
                <a:srgbClr val="934BC9"/>
              </a:solidFill>
              <a:ln>
                <a:solidFill>
                  <a:srgbClr val="934BC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77" name="直線接點 76">
                <a:extLst>
                  <a:ext uri="{FF2B5EF4-FFF2-40B4-BE49-F238E27FC236}">
                    <a16:creationId xmlns:a16="http://schemas.microsoft.com/office/drawing/2014/main" id="{9D0FABD5-C9DC-41E5-89D7-1A5463C8CF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86064" y="3114698"/>
                <a:ext cx="1428818" cy="7833"/>
              </a:xfrm>
              <a:prstGeom prst="line">
                <a:avLst/>
              </a:prstGeom>
              <a:ln w="38100">
                <a:solidFill>
                  <a:srgbClr val="934BC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0" name="群組 99">
              <a:extLst>
                <a:ext uri="{FF2B5EF4-FFF2-40B4-BE49-F238E27FC236}">
                  <a16:creationId xmlns:a16="http://schemas.microsoft.com/office/drawing/2014/main" id="{08823DD2-FA5E-4B67-833C-B2A86ADF0386}"/>
                </a:ext>
              </a:extLst>
            </p:cNvPr>
            <p:cNvGrpSpPr/>
            <p:nvPr/>
          </p:nvGrpSpPr>
          <p:grpSpPr>
            <a:xfrm>
              <a:off x="8050726" y="2832946"/>
              <a:ext cx="1537036" cy="108000"/>
              <a:chOff x="8430764" y="2612552"/>
              <a:chExt cx="1537036" cy="108000"/>
            </a:xfrm>
          </p:grpSpPr>
          <p:sp>
            <p:nvSpPr>
              <p:cNvPr id="68" name="橢圓 67">
                <a:extLst>
                  <a:ext uri="{FF2B5EF4-FFF2-40B4-BE49-F238E27FC236}">
                    <a16:creationId xmlns:a16="http://schemas.microsoft.com/office/drawing/2014/main" id="{970E9EAE-F200-4C44-AF19-80EECA573BAB}"/>
                  </a:ext>
                </a:extLst>
              </p:cNvPr>
              <p:cNvSpPr/>
              <p:nvPr/>
            </p:nvSpPr>
            <p:spPr>
              <a:xfrm>
                <a:off x="8430764" y="2612552"/>
                <a:ext cx="108000" cy="1080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79" name="直線接點 78">
                <a:extLst>
                  <a:ext uri="{FF2B5EF4-FFF2-40B4-BE49-F238E27FC236}">
                    <a16:creationId xmlns:a16="http://schemas.microsoft.com/office/drawing/2014/main" id="{84152FB5-7848-4465-A263-5E13D7956A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38764" y="2673817"/>
                <a:ext cx="1429036" cy="3174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3" name="群組 102">
              <a:extLst>
                <a:ext uri="{FF2B5EF4-FFF2-40B4-BE49-F238E27FC236}">
                  <a16:creationId xmlns:a16="http://schemas.microsoft.com/office/drawing/2014/main" id="{7D23F7F5-14B6-4247-BCDB-9B8E44A9B596}"/>
                </a:ext>
              </a:extLst>
            </p:cNvPr>
            <p:cNvGrpSpPr/>
            <p:nvPr/>
          </p:nvGrpSpPr>
          <p:grpSpPr>
            <a:xfrm>
              <a:off x="8619688" y="3813753"/>
              <a:ext cx="108000" cy="1182461"/>
              <a:chOff x="8893543" y="3813753"/>
              <a:chExt cx="108000" cy="1182461"/>
            </a:xfrm>
          </p:grpSpPr>
          <p:sp>
            <p:nvSpPr>
              <p:cNvPr id="56" name="橢圓 55">
                <a:extLst>
                  <a:ext uri="{FF2B5EF4-FFF2-40B4-BE49-F238E27FC236}">
                    <a16:creationId xmlns:a16="http://schemas.microsoft.com/office/drawing/2014/main" id="{6DA7CE1E-83EE-473C-9567-81D4D56C2018}"/>
                  </a:ext>
                </a:extLst>
              </p:cNvPr>
              <p:cNvSpPr/>
              <p:nvPr/>
            </p:nvSpPr>
            <p:spPr>
              <a:xfrm>
                <a:off x="8893543" y="4888214"/>
                <a:ext cx="108000" cy="10800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81" name="直線接點 80">
                <a:extLst>
                  <a:ext uri="{FF2B5EF4-FFF2-40B4-BE49-F238E27FC236}">
                    <a16:creationId xmlns:a16="http://schemas.microsoft.com/office/drawing/2014/main" id="{970653CD-46B3-4478-AC03-2410D100A274}"/>
                  </a:ext>
                </a:extLst>
              </p:cNvPr>
              <p:cNvCxnSpPr>
                <a:cxnSpLocks/>
                <a:stCxn id="56" idx="0"/>
              </p:cNvCxnSpPr>
              <p:nvPr/>
            </p:nvCxnSpPr>
            <p:spPr>
              <a:xfrm flipV="1">
                <a:off x="8947543" y="3813753"/>
                <a:ext cx="0" cy="1074461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2" name="群組 101">
              <a:extLst>
                <a:ext uri="{FF2B5EF4-FFF2-40B4-BE49-F238E27FC236}">
                  <a16:creationId xmlns:a16="http://schemas.microsoft.com/office/drawing/2014/main" id="{FBAF5BC0-188E-48EE-9FD0-DD7E27F66B93}"/>
                </a:ext>
              </a:extLst>
            </p:cNvPr>
            <p:cNvGrpSpPr/>
            <p:nvPr/>
          </p:nvGrpSpPr>
          <p:grpSpPr>
            <a:xfrm>
              <a:off x="8992674" y="3429000"/>
              <a:ext cx="108000" cy="966264"/>
              <a:chOff x="9356605" y="3587532"/>
              <a:chExt cx="108000" cy="966264"/>
            </a:xfrm>
          </p:grpSpPr>
          <p:sp>
            <p:nvSpPr>
              <p:cNvPr id="60" name="橢圓 59">
                <a:extLst>
                  <a:ext uri="{FF2B5EF4-FFF2-40B4-BE49-F238E27FC236}">
                    <a16:creationId xmlns:a16="http://schemas.microsoft.com/office/drawing/2014/main" id="{C1137C0F-D99E-4315-916E-CD677F95ED81}"/>
                  </a:ext>
                </a:extLst>
              </p:cNvPr>
              <p:cNvSpPr/>
              <p:nvPr/>
            </p:nvSpPr>
            <p:spPr>
              <a:xfrm>
                <a:off x="9356605" y="4445796"/>
                <a:ext cx="108000" cy="108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85" name="直線接點 84">
                <a:extLst>
                  <a:ext uri="{FF2B5EF4-FFF2-40B4-BE49-F238E27FC236}">
                    <a16:creationId xmlns:a16="http://schemas.microsoft.com/office/drawing/2014/main" id="{8B09B6A1-21DD-4C66-9A3D-432DC0495C6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410605" y="3587532"/>
                <a:ext cx="0" cy="881541"/>
              </a:xfrm>
              <a:prstGeom prst="line">
                <a:avLst/>
              </a:prstGeom>
              <a:ln w="381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1" name="群組 100">
              <a:extLst>
                <a:ext uri="{FF2B5EF4-FFF2-40B4-BE49-F238E27FC236}">
                  <a16:creationId xmlns:a16="http://schemas.microsoft.com/office/drawing/2014/main" id="{19B40132-5302-4FFA-A06C-78FF84B23987}"/>
                </a:ext>
              </a:extLst>
            </p:cNvPr>
            <p:cNvGrpSpPr/>
            <p:nvPr/>
          </p:nvGrpSpPr>
          <p:grpSpPr>
            <a:xfrm>
              <a:off x="9689064" y="2740251"/>
              <a:ext cx="108000" cy="761996"/>
              <a:chOff x="9817434" y="2870513"/>
              <a:chExt cx="108000" cy="761996"/>
            </a:xfrm>
          </p:grpSpPr>
          <p:sp>
            <p:nvSpPr>
              <p:cNvPr id="64" name="橢圓 63">
                <a:extLst>
                  <a:ext uri="{FF2B5EF4-FFF2-40B4-BE49-F238E27FC236}">
                    <a16:creationId xmlns:a16="http://schemas.microsoft.com/office/drawing/2014/main" id="{8B131B35-47E9-4CE0-A304-278E327C9E66}"/>
                  </a:ext>
                </a:extLst>
              </p:cNvPr>
              <p:cNvSpPr/>
              <p:nvPr/>
            </p:nvSpPr>
            <p:spPr>
              <a:xfrm>
                <a:off x="9817434" y="3524509"/>
                <a:ext cx="108000" cy="108000"/>
              </a:xfrm>
              <a:prstGeom prst="ellipse">
                <a:avLst/>
              </a:prstGeom>
              <a:solidFill>
                <a:srgbClr val="44FD19"/>
              </a:solidFill>
              <a:ln>
                <a:solidFill>
                  <a:srgbClr val="44FD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86" name="直線接點 85">
                <a:extLst>
                  <a:ext uri="{FF2B5EF4-FFF2-40B4-BE49-F238E27FC236}">
                    <a16:creationId xmlns:a16="http://schemas.microsoft.com/office/drawing/2014/main" id="{49756E2D-E56A-4BFB-A4B0-62C0B92E341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71434" y="2870513"/>
                <a:ext cx="0" cy="672659"/>
              </a:xfrm>
              <a:prstGeom prst="line">
                <a:avLst/>
              </a:prstGeom>
              <a:ln w="38100">
                <a:solidFill>
                  <a:srgbClr val="44FD1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1" name="直線接點 90">
              <a:extLst>
                <a:ext uri="{FF2B5EF4-FFF2-40B4-BE49-F238E27FC236}">
                  <a16:creationId xmlns:a16="http://schemas.microsoft.com/office/drawing/2014/main" id="{60FFE80F-F5C1-4D84-A81C-8CA77F63A954}"/>
                </a:ext>
              </a:extLst>
            </p:cNvPr>
            <p:cNvCxnSpPr/>
            <p:nvPr/>
          </p:nvCxnSpPr>
          <p:spPr>
            <a:xfrm>
              <a:off x="10195283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線接點 91">
              <a:extLst>
                <a:ext uri="{FF2B5EF4-FFF2-40B4-BE49-F238E27FC236}">
                  <a16:creationId xmlns:a16="http://schemas.microsoft.com/office/drawing/2014/main" id="{BD10E0FA-73E0-40F9-A6DE-425494C5D536}"/>
                </a:ext>
              </a:extLst>
            </p:cNvPr>
            <p:cNvCxnSpPr/>
            <p:nvPr/>
          </p:nvCxnSpPr>
          <p:spPr>
            <a:xfrm>
              <a:off x="10636544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線接點 92">
              <a:extLst>
                <a:ext uri="{FF2B5EF4-FFF2-40B4-BE49-F238E27FC236}">
                  <a16:creationId xmlns:a16="http://schemas.microsoft.com/office/drawing/2014/main" id="{E7C837A5-AD20-408A-858F-3E8D88FAE73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2165741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線接點 93">
              <a:extLst>
                <a:ext uri="{FF2B5EF4-FFF2-40B4-BE49-F238E27FC236}">
                  <a16:creationId xmlns:a16="http://schemas.microsoft.com/office/drawing/2014/main" id="{C0B171D7-1006-45CF-A1D5-99968357E41B}"/>
                </a:ext>
              </a:extLst>
            </p:cNvPr>
            <p:cNvCxnSpPr>
              <a:cxnSpLocks/>
            </p:cNvCxnSpPr>
            <p:nvPr/>
          </p:nvCxnSpPr>
          <p:spPr>
            <a:xfrm>
              <a:off x="6975647" y="1852862"/>
              <a:ext cx="26163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單箭頭接點 18">
              <a:extLst>
                <a:ext uri="{FF2B5EF4-FFF2-40B4-BE49-F238E27FC236}">
                  <a16:creationId xmlns:a16="http://schemas.microsoft.com/office/drawing/2014/main" id="{53F4C3DA-91BE-4BD7-A706-85D0CEB4B93C}"/>
                </a:ext>
              </a:extLst>
            </p:cNvPr>
            <p:cNvCxnSpPr>
              <a:cxnSpLocks/>
            </p:cNvCxnSpPr>
            <p:nvPr/>
          </p:nvCxnSpPr>
          <p:spPr>
            <a:xfrm rot="-2700000">
              <a:off x="6010892" y="3694248"/>
              <a:ext cx="5544000" cy="2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9" name="直線接點 128">
            <a:extLst>
              <a:ext uri="{FF2B5EF4-FFF2-40B4-BE49-F238E27FC236}">
                <a16:creationId xmlns:a16="http://schemas.microsoft.com/office/drawing/2014/main" id="{A6B62D96-D035-4AF8-A195-B0B0C01349ED}"/>
              </a:ext>
            </a:extLst>
          </p:cNvPr>
          <p:cNvCxnSpPr/>
          <p:nvPr/>
        </p:nvCxnSpPr>
        <p:spPr>
          <a:xfrm>
            <a:off x="8309829" y="764189"/>
            <a:ext cx="0" cy="5425439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接點 129">
            <a:extLst>
              <a:ext uri="{FF2B5EF4-FFF2-40B4-BE49-F238E27FC236}">
                <a16:creationId xmlns:a16="http://schemas.microsoft.com/office/drawing/2014/main" id="{F2DEF741-FA1D-4587-9AB9-181ADCA0B7B2}"/>
              </a:ext>
            </a:extLst>
          </p:cNvPr>
          <p:cNvCxnSpPr>
            <a:cxnSpLocks/>
          </p:cNvCxnSpPr>
          <p:nvPr/>
        </p:nvCxnSpPr>
        <p:spPr>
          <a:xfrm>
            <a:off x="1964183" y="1728188"/>
            <a:ext cx="0" cy="3798905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單箭頭接點 132">
            <a:extLst>
              <a:ext uri="{FF2B5EF4-FFF2-40B4-BE49-F238E27FC236}">
                <a16:creationId xmlns:a16="http://schemas.microsoft.com/office/drawing/2014/main" id="{DDAF03BF-B1AE-4AA1-8124-E1B233CF1AF0}"/>
              </a:ext>
            </a:extLst>
          </p:cNvPr>
          <p:cNvCxnSpPr>
            <a:cxnSpLocks/>
          </p:cNvCxnSpPr>
          <p:nvPr/>
        </p:nvCxnSpPr>
        <p:spPr>
          <a:xfrm>
            <a:off x="1231550" y="5654350"/>
            <a:ext cx="732633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線單箭頭接點 139">
            <a:extLst>
              <a:ext uri="{FF2B5EF4-FFF2-40B4-BE49-F238E27FC236}">
                <a16:creationId xmlns:a16="http://schemas.microsoft.com/office/drawing/2014/main" id="{25CEF620-9E97-493F-9FA5-2EB75D257E70}"/>
              </a:ext>
            </a:extLst>
          </p:cNvPr>
          <p:cNvCxnSpPr>
            <a:cxnSpLocks/>
          </p:cNvCxnSpPr>
          <p:nvPr/>
        </p:nvCxnSpPr>
        <p:spPr>
          <a:xfrm>
            <a:off x="7559223" y="5733509"/>
            <a:ext cx="732633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9772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486405-10E9-4237-AE0C-C31198684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MIS-2 — </a:t>
            </a:r>
            <a:r>
              <a:rPr lang="en-US" altLang="zh-TW" dirty="0">
                <a:sym typeface="Symbol" panose="05050102010706020507" pitchFamily="18" charset="2"/>
              </a:rPr>
              <a:t></a:t>
            </a:r>
            <a:r>
              <a:rPr lang="zh-TW" altLang="en-US" dirty="0">
                <a:sym typeface="Symbol" panose="05050102010706020507" pitchFamily="18" charset="2"/>
              </a:rPr>
              <a:t>、</a:t>
            </a:r>
            <a:r>
              <a:rPr lang="en-US" altLang="zh-TW" i="1" dirty="0">
                <a:sym typeface="Symbol" panose="05050102010706020507" pitchFamily="18" charset="2"/>
              </a:rPr>
              <a:t>H</a:t>
            </a:r>
            <a:r>
              <a:rPr lang="en-US" altLang="zh-TW" dirty="0">
                <a:sym typeface="Symbol" panose="05050102010706020507" pitchFamily="18" charset="2"/>
              </a:rPr>
              <a:t>()</a:t>
            </a:r>
            <a:r>
              <a:rPr lang="zh-TW" altLang="en-US" dirty="0">
                <a:sym typeface="Symbol" panose="05050102010706020507" pitchFamily="18" charset="2"/>
              </a:rPr>
              <a:t>                                   </a:t>
            </a:r>
            <a:r>
              <a:rPr lang="en-US" altLang="zh-TW" sz="2800" dirty="0">
                <a:sym typeface="Symbol" panose="05050102010706020507" pitchFamily="18" charset="2"/>
              </a:rPr>
              <a:t> </a:t>
            </a:r>
            <a:r>
              <a:rPr lang="zh-TW" altLang="en-US" sz="2800" dirty="0">
                <a:sym typeface="Symbol" panose="05050102010706020507" pitchFamily="18" charset="2"/>
              </a:rPr>
              <a:t>： </a:t>
            </a:r>
            <a:r>
              <a:rPr lang="en-US" altLang="zh-TW" sz="2800" dirty="0">
                <a:sym typeface="Symbol" panose="05050102010706020507" pitchFamily="18" charset="2"/>
              </a:rPr>
              <a:t>psi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1" name="群組 140">
            <a:extLst>
              <a:ext uri="{FF2B5EF4-FFF2-40B4-BE49-F238E27FC236}">
                <a16:creationId xmlns:a16="http://schemas.microsoft.com/office/drawing/2014/main" id="{CC4E2722-E082-47D8-80F0-444234684B55}"/>
              </a:ext>
            </a:extLst>
          </p:cNvPr>
          <p:cNvGrpSpPr/>
          <p:nvPr/>
        </p:nvGrpSpPr>
        <p:grpSpPr>
          <a:xfrm>
            <a:off x="6010892" y="2743199"/>
            <a:ext cx="5544000" cy="4029075"/>
            <a:chOff x="6010892" y="1539551"/>
            <a:chExt cx="5544000" cy="4114801"/>
          </a:xfrm>
        </p:grpSpPr>
        <p:cxnSp>
          <p:nvCxnSpPr>
            <p:cNvPr id="10" name="直線單箭頭接點 9">
              <a:extLst>
                <a:ext uri="{FF2B5EF4-FFF2-40B4-BE49-F238E27FC236}">
                  <a16:creationId xmlns:a16="http://schemas.microsoft.com/office/drawing/2014/main" id="{C99555DA-F6C8-4835-915A-6EA1BE9827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06463" y="1539551"/>
              <a:ext cx="0" cy="411480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單箭頭接點 14">
              <a:extLst>
                <a:ext uri="{FF2B5EF4-FFF2-40B4-BE49-F238E27FC236}">
                  <a16:creationId xmlns:a16="http://schemas.microsoft.com/office/drawing/2014/main" id="{59002B21-9EE0-4E92-B43A-0315D4939C5F}"/>
                </a:ext>
              </a:extLst>
            </p:cNvPr>
            <p:cNvCxnSpPr>
              <a:cxnSpLocks/>
            </p:cNvCxnSpPr>
            <p:nvPr/>
          </p:nvCxnSpPr>
          <p:spPr>
            <a:xfrm>
              <a:off x="6822790" y="5390359"/>
              <a:ext cx="406603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>
              <a:extLst>
                <a:ext uri="{FF2B5EF4-FFF2-40B4-BE49-F238E27FC236}">
                  <a16:creationId xmlns:a16="http://schemas.microsoft.com/office/drawing/2014/main" id="{EEA34CF4-C79D-4AFE-81BA-64AA17DB32F7}"/>
                </a:ext>
              </a:extLst>
            </p:cNvPr>
            <p:cNvCxnSpPr/>
            <p:nvPr/>
          </p:nvCxnSpPr>
          <p:spPr>
            <a:xfrm>
              <a:off x="7106463" y="5271796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>
              <a:extLst>
                <a:ext uri="{FF2B5EF4-FFF2-40B4-BE49-F238E27FC236}">
                  <a16:creationId xmlns:a16="http://schemas.microsoft.com/office/drawing/2014/main" id="{840EE5D7-2175-4461-BF7E-04B854A1340A}"/>
                </a:ext>
              </a:extLst>
            </p:cNvPr>
            <p:cNvCxnSpPr/>
            <p:nvPr/>
          </p:nvCxnSpPr>
          <p:spPr>
            <a:xfrm>
              <a:off x="9754023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接點 28">
              <a:extLst>
                <a:ext uri="{FF2B5EF4-FFF2-40B4-BE49-F238E27FC236}">
                  <a16:creationId xmlns:a16="http://schemas.microsoft.com/office/drawing/2014/main" id="{E7341A97-4151-437F-B337-8CB2CB3BF88E}"/>
                </a:ext>
              </a:extLst>
            </p:cNvPr>
            <p:cNvCxnSpPr/>
            <p:nvPr/>
          </p:nvCxnSpPr>
          <p:spPr>
            <a:xfrm>
              <a:off x="9312763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接點 29">
              <a:extLst>
                <a:ext uri="{FF2B5EF4-FFF2-40B4-BE49-F238E27FC236}">
                  <a16:creationId xmlns:a16="http://schemas.microsoft.com/office/drawing/2014/main" id="{88F43A19-D495-48B2-B383-F897B8A7BD0A}"/>
                </a:ext>
              </a:extLst>
            </p:cNvPr>
            <p:cNvCxnSpPr/>
            <p:nvPr/>
          </p:nvCxnSpPr>
          <p:spPr>
            <a:xfrm>
              <a:off x="8871503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接點 30">
              <a:extLst>
                <a:ext uri="{FF2B5EF4-FFF2-40B4-BE49-F238E27FC236}">
                  <a16:creationId xmlns:a16="http://schemas.microsoft.com/office/drawing/2014/main" id="{6B3E89D0-0260-4AB1-9171-1CA042F161FB}"/>
                </a:ext>
              </a:extLst>
            </p:cNvPr>
            <p:cNvCxnSpPr>
              <a:cxnSpLocks/>
            </p:cNvCxnSpPr>
            <p:nvPr/>
          </p:nvCxnSpPr>
          <p:spPr>
            <a:xfrm>
              <a:off x="8430243" y="527179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>
              <a:extLst>
                <a:ext uri="{FF2B5EF4-FFF2-40B4-BE49-F238E27FC236}">
                  <a16:creationId xmlns:a16="http://schemas.microsoft.com/office/drawing/2014/main" id="{DB155AEA-5A08-4D5F-8B29-C2B0D0F8941F}"/>
                </a:ext>
              </a:extLst>
            </p:cNvPr>
            <p:cNvCxnSpPr>
              <a:cxnSpLocks/>
            </p:cNvCxnSpPr>
            <p:nvPr/>
          </p:nvCxnSpPr>
          <p:spPr>
            <a:xfrm>
              <a:off x="7988983" y="527179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>
              <a:extLst>
                <a:ext uri="{FF2B5EF4-FFF2-40B4-BE49-F238E27FC236}">
                  <a16:creationId xmlns:a16="http://schemas.microsoft.com/office/drawing/2014/main" id="{003EDBAB-6DBE-499D-B9E1-7BE4C2E1842A}"/>
                </a:ext>
              </a:extLst>
            </p:cNvPr>
            <p:cNvCxnSpPr>
              <a:cxnSpLocks/>
            </p:cNvCxnSpPr>
            <p:nvPr/>
          </p:nvCxnSpPr>
          <p:spPr>
            <a:xfrm>
              <a:off x="7547723" y="527179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接點 41">
              <a:extLst>
                <a:ext uri="{FF2B5EF4-FFF2-40B4-BE49-F238E27FC236}">
                  <a16:creationId xmlns:a16="http://schemas.microsoft.com/office/drawing/2014/main" id="{082B469B-4687-4959-94C9-798DD88AECF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5271607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接點 42">
              <a:extLst>
                <a:ext uri="{FF2B5EF4-FFF2-40B4-BE49-F238E27FC236}">
                  <a16:creationId xmlns:a16="http://schemas.microsoft.com/office/drawing/2014/main" id="{E43C336B-3B0C-44AE-8409-150636E1EE8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4827911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接點 43">
              <a:extLst>
                <a:ext uri="{FF2B5EF4-FFF2-40B4-BE49-F238E27FC236}">
                  <a16:creationId xmlns:a16="http://schemas.microsoft.com/office/drawing/2014/main" id="{96889798-ACB1-4A2A-8C90-C0A87256072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438421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接點 44">
              <a:extLst>
                <a:ext uri="{FF2B5EF4-FFF2-40B4-BE49-F238E27FC236}">
                  <a16:creationId xmlns:a16="http://schemas.microsoft.com/office/drawing/2014/main" id="{DF8C0888-C534-4017-9B1E-8304FBF7868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3940521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接點 45">
              <a:extLst>
                <a:ext uri="{FF2B5EF4-FFF2-40B4-BE49-F238E27FC236}">
                  <a16:creationId xmlns:a16="http://schemas.microsoft.com/office/drawing/2014/main" id="{24D08290-A2D1-4F2D-8F67-35FA440AD23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349682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線接點 46">
              <a:extLst>
                <a:ext uri="{FF2B5EF4-FFF2-40B4-BE49-F238E27FC236}">
                  <a16:creationId xmlns:a16="http://schemas.microsoft.com/office/drawing/2014/main" id="{071F6075-E1AB-44B5-A88C-E5EDD8B36E6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3053131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線接點 47">
              <a:extLst>
                <a:ext uri="{FF2B5EF4-FFF2-40B4-BE49-F238E27FC236}">
                  <a16:creationId xmlns:a16="http://schemas.microsoft.com/office/drawing/2014/main" id="{8E67856E-F3B6-4082-8127-3531C373B8F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260943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8" name="群組 97">
              <a:extLst>
                <a:ext uri="{FF2B5EF4-FFF2-40B4-BE49-F238E27FC236}">
                  <a16:creationId xmlns:a16="http://schemas.microsoft.com/office/drawing/2014/main" id="{BF961E2F-CE2B-43D9-B75A-4D99765FDE95}"/>
                </a:ext>
              </a:extLst>
            </p:cNvPr>
            <p:cNvGrpSpPr/>
            <p:nvPr/>
          </p:nvGrpSpPr>
          <p:grpSpPr>
            <a:xfrm>
              <a:off x="7513605" y="3980778"/>
              <a:ext cx="917159" cy="108000"/>
              <a:chOff x="7513605" y="3980778"/>
              <a:chExt cx="917159" cy="108000"/>
            </a:xfrm>
          </p:grpSpPr>
          <p:sp>
            <p:nvSpPr>
              <p:cNvPr id="62" name="橢圓 61">
                <a:extLst>
                  <a:ext uri="{FF2B5EF4-FFF2-40B4-BE49-F238E27FC236}">
                    <a16:creationId xmlns:a16="http://schemas.microsoft.com/office/drawing/2014/main" id="{4A87D08C-6760-4EBB-A55C-72F8EFA91542}"/>
                  </a:ext>
                </a:extLst>
              </p:cNvPr>
              <p:cNvSpPr/>
              <p:nvPr/>
            </p:nvSpPr>
            <p:spPr>
              <a:xfrm>
                <a:off x="7513605" y="3980778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cxnSp>
            <p:nvCxnSpPr>
              <p:cNvPr id="76" name="直線接點 75">
                <a:extLst>
                  <a:ext uri="{FF2B5EF4-FFF2-40B4-BE49-F238E27FC236}">
                    <a16:creationId xmlns:a16="http://schemas.microsoft.com/office/drawing/2014/main" id="{567CC525-F158-4558-BD7A-6541685335AD}"/>
                  </a:ext>
                </a:extLst>
              </p:cNvPr>
              <p:cNvCxnSpPr>
                <a:cxnSpLocks/>
                <a:stCxn id="62" idx="6"/>
              </p:cNvCxnSpPr>
              <p:nvPr/>
            </p:nvCxnSpPr>
            <p:spPr>
              <a:xfrm flipV="1">
                <a:off x="7621605" y="4034487"/>
                <a:ext cx="809159" cy="291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9" name="群組 98">
              <a:extLst>
                <a:ext uri="{FF2B5EF4-FFF2-40B4-BE49-F238E27FC236}">
                  <a16:creationId xmlns:a16="http://schemas.microsoft.com/office/drawing/2014/main" id="{8B722401-4250-4122-825D-6376F56B2E05}"/>
                </a:ext>
              </a:extLst>
            </p:cNvPr>
            <p:cNvGrpSpPr/>
            <p:nvPr/>
          </p:nvGrpSpPr>
          <p:grpSpPr>
            <a:xfrm>
              <a:off x="7771669" y="3113282"/>
              <a:ext cx="1537411" cy="108000"/>
              <a:chOff x="7977471" y="3068531"/>
              <a:chExt cx="1537411" cy="108000"/>
            </a:xfrm>
          </p:grpSpPr>
          <p:sp>
            <p:nvSpPr>
              <p:cNvPr id="66" name="橢圓 65">
                <a:extLst>
                  <a:ext uri="{FF2B5EF4-FFF2-40B4-BE49-F238E27FC236}">
                    <a16:creationId xmlns:a16="http://schemas.microsoft.com/office/drawing/2014/main" id="{1892BE0E-1278-4F19-B38E-F01A61B35A94}"/>
                  </a:ext>
                </a:extLst>
              </p:cNvPr>
              <p:cNvSpPr/>
              <p:nvPr/>
            </p:nvSpPr>
            <p:spPr>
              <a:xfrm>
                <a:off x="7977471" y="3068531"/>
                <a:ext cx="108000" cy="108000"/>
              </a:xfrm>
              <a:prstGeom prst="ellipse">
                <a:avLst/>
              </a:prstGeom>
              <a:solidFill>
                <a:srgbClr val="934BC9"/>
              </a:solidFill>
              <a:ln>
                <a:solidFill>
                  <a:srgbClr val="934BC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77" name="直線接點 76">
                <a:extLst>
                  <a:ext uri="{FF2B5EF4-FFF2-40B4-BE49-F238E27FC236}">
                    <a16:creationId xmlns:a16="http://schemas.microsoft.com/office/drawing/2014/main" id="{9D0FABD5-C9DC-41E5-89D7-1A5463C8CF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86064" y="3114698"/>
                <a:ext cx="1428818" cy="7833"/>
              </a:xfrm>
              <a:prstGeom prst="line">
                <a:avLst/>
              </a:prstGeom>
              <a:ln w="38100">
                <a:solidFill>
                  <a:srgbClr val="934BC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0" name="群組 99">
              <a:extLst>
                <a:ext uri="{FF2B5EF4-FFF2-40B4-BE49-F238E27FC236}">
                  <a16:creationId xmlns:a16="http://schemas.microsoft.com/office/drawing/2014/main" id="{08823DD2-FA5E-4B67-833C-B2A86ADF0386}"/>
                </a:ext>
              </a:extLst>
            </p:cNvPr>
            <p:cNvGrpSpPr/>
            <p:nvPr/>
          </p:nvGrpSpPr>
          <p:grpSpPr>
            <a:xfrm>
              <a:off x="8050726" y="2832946"/>
              <a:ext cx="1537036" cy="108000"/>
              <a:chOff x="8430764" y="2612552"/>
              <a:chExt cx="1537036" cy="108000"/>
            </a:xfrm>
          </p:grpSpPr>
          <p:sp>
            <p:nvSpPr>
              <p:cNvPr id="68" name="橢圓 67">
                <a:extLst>
                  <a:ext uri="{FF2B5EF4-FFF2-40B4-BE49-F238E27FC236}">
                    <a16:creationId xmlns:a16="http://schemas.microsoft.com/office/drawing/2014/main" id="{970E9EAE-F200-4C44-AF19-80EECA573BAB}"/>
                  </a:ext>
                </a:extLst>
              </p:cNvPr>
              <p:cNvSpPr/>
              <p:nvPr/>
            </p:nvSpPr>
            <p:spPr>
              <a:xfrm>
                <a:off x="8430764" y="2612552"/>
                <a:ext cx="108000" cy="1080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79" name="直線接點 78">
                <a:extLst>
                  <a:ext uri="{FF2B5EF4-FFF2-40B4-BE49-F238E27FC236}">
                    <a16:creationId xmlns:a16="http://schemas.microsoft.com/office/drawing/2014/main" id="{84152FB5-7848-4465-A263-5E13D7956A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38764" y="2673817"/>
                <a:ext cx="1429036" cy="3174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3" name="群組 102">
              <a:extLst>
                <a:ext uri="{FF2B5EF4-FFF2-40B4-BE49-F238E27FC236}">
                  <a16:creationId xmlns:a16="http://schemas.microsoft.com/office/drawing/2014/main" id="{7D23F7F5-14B6-4247-BCDB-9B8E44A9B596}"/>
                </a:ext>
              </a:extLst>
            </p:cNvPr>
            <p:cNvGrpSpPr/>
            <p:nvPr/>
          </p:nvGrpSpPr>
          <p:grpSpPr>
            <a:xfrm>
              <a:off x="8619688" y="3813753"/>
              <a:ext cx="108000" cy="1182461"/>
              <a:chOff x="8893543" y="3813753"/>
              <a:chExt cx="108000" cy="1182461"/>
            </a:xfrm>
          </p:grpSpPr>
          <p:sp>
            <p:nvSpPr>
              <p:cNvPr id="56" name="橢圓 55">
                <a:extLst>
                  <a:ext uri="{FF2B5EF4-FFF2-40B4-BE49-F238E27FC236}">
                    <a16:creationId xmlns:a16="http://schemas.microsoft.com/office/drawing/2014/main" id="{6DA7CE1E-83EE-473C-9567-81D4D56C2018}"/>
                  </a:ext>
                </a:extLst>
              </p:cNvPr>
              <p:cNvSpPr/>
              <p:nvPr/>
            </p:nvSpPr>
            <p:spPr>
              <a:xfrm>
                <a:off x="8893543" y="4888214"/>
                <a:ext cx="108000" cy="10800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81" name="直線接點 80">
                <a:extLst>
                  <a:ext uri="{FF2B5EF4-FFF2-40B4-BE49-F238E27FC236}">
                    <a16:creationId xmlns:a16="http://schemas.microsoft.com/office/drawing/2014/main" id="{970653CD-46B3-4478-AC03-2410D100A274}"/>
                  </a:ext>
                </a:extLst>
              </p:cNvPr>
              <p:cNvCxnSpPr>
                <a:cxnSpLocks/>
                <a:stCxn id="56" idx="0"/>
              </p:cNvCxnSpPr>
              <p:nvPr/>
            </p:nvCxnSpPr>
            <p:spPr>
              <a:xfrm flipV="1">
                <a:off x="8947543" y="3813753"/>
                <a:ext cx="0" cy="1074461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2" name="群組 101">
              <a:extLst>
                <a:ext uri="{FF2B5EF4-FFF2-40B4-BE49-F238E27FC236}">
                  <a16:creationId xmlns:a16="http://schemas.microsoft.com/office/drawing/2014/main" id="{FBAF5BC0-188E-48EE-9FD0-DD7E27F66B93}"/>
                </a:ext>
              </a:extLst>
            </p:cNvPr>
            <p:cNvGrpSpPr/>
            <p:nvPr/>
          </p:nvGrpSpPr>
          <p:grpSpPr>
            <a:xfrm>
              <a:off x="8992674" y="3429000"/>
              <a:ext cx="108000" cy="966264"/>
              <a:chOff x="9356605" y="3587532"/>
              <a:chExt cx="108000" cy="966264"/>
            </a:xfrm>
          </p:grpSpPr>
          <p:sp>
            <p:nvSpPr>
              <p:cNvPr id="60" name="橢圓 59">
                <a:extLst>
                  <a:ext uri="{FF2B5EF4-FFF2-40B4-BE49-F238E27FC236}">
                    <a16:creationId xmlns:a16="http://schemas.microsoft.com/office/drawing/2014/main" id="{C1137C0F-D99E-4315-916E-CD677F95ED81}"/>
                  </a:ext>
                </a:extLst>
              </p:cNvPr>
              <p:cNvSpPr/>
              <p:nvPr/>
            </p:nvSpPr>
            <p:spPr>
              <a:xfrm>
                <a:off x="9356605" y="4445796"/>
                <a:ext cx="108000" cy="108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85" name="直線接點 84">
                <a:extLst>
                  <a:ext uri="{FF2B5EF4-FFF2-40B4-BE49-F238E27FC236}">
                    <a16:creationId xmlns:a16="http://schemas.microsoft.com/office/drawing/2014/main" id="{8B09B6A1-21DD-4C66-9A3D-432DC0495C6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410605" y="3587532"/>
                <a:ext cx="0" cy="881541"/>
              </a:xfrm>
              <a:prstGeom prst="line">
                <a:avLst/>
              </a:prstGeom>
              <a:ln w="381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1" name="群組 100">
              <a:extLst>
                <a:ext uri="{FF2B5EF4-FFF2-40B4-BE49-F238E27FC236}">
                  <a16:creationId xmlns:a16="http://schemas.microsoft.com/office/drawing/2014/main" id="{19B40132-5302-4FFA-A06C-78FF84B23987}"/>
                </a:ext>
              </a:extLst>
            </p:cNvPr>
            <p:cNvGrpSpPr/>
            <p:nvPr/>
          </p:nvGrpSpPr>
          <p:grpSpPr>
            <a:xfrm>
              <a:off x="9689064" y="2740251"/>
              <a:ext cx="108000" cy="761996"/>
              <a:chOff x="9817434" y="2870513"/>
              <a:chExt cx="108000" cy="761996"/>
            </a:xfrm>
          </p:grpSpPr>
          <p:sp>
            <p:nvSpPr>
              <p:cNvPr id="64" name="橢圓 63">
                <a:extLst>
                  <a:ext uri="{FF2B5EF4-FFF2-40B4-BE49-F238E27FC236}">
                    <a16:creationId xmlns:a16="http://schemas.microsoft.com/office/drawing/2014/main" id="{8B131B35-47E9-4CE0-A304-278E327C9E66}"/>
                  </a:ext>
                </a:extLst>
              </p:cNvPr>
              <p:cNvSpPr/>
              <p:nvPr/>
            </p:nvSpPr>
            <p:spPr>
              <a:xfrm>
                <a:off x="9817434" y="3524509"/>
                <a:ext cx="108000" cy="108000"/>
              </a:xfrm>
              <a:prstGeom prst="ellipse">
                <a:avLst/>
              </a:prstGeom>
              <a:solidFill>
                <a:srgbClr val="44FD19"/>
              </a:solidFill>
              <a:ln>
                <a:solidFill>
                  <a:srgbClr val="44FD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86" name="直線接點 85">
                <a:extLst>
                  <a:ext uri="{FF2B5EF4-FFF2-40B4-BE49-F238E27FC236}">
                    <a16:creationId xmlns:a16="http://schemas.microsoft.com/office/drawing/2014/main" id="{49756E2D-E56A-4BFB-A4B0-62C0B92E341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71434" y="2870513"/>
                <a:ext cx="0" cy="672659"/>
              </a:xfrm>
              <a:prstGeom prst="line">
                <a:avLst/>
              </a:prstGeom>
              <a:ln w="38100">
                <a:solidFill>
                  <a:srgbClr val="44FD1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1" name="直線接點 90">
              <a:extLst>
                <a:ext uri="{FF2B5EF4-FFF2-40B4-BE49-F238E27FC236}">
                  <a16:creationId xmlns:a16="http://schemas.microsoft.com/office/drawing/2014/main" id="{60FFE80F-F5C1-4D84-A81C-8CA77F63A954}"/>
                </a:ext>
              </a:extLst>
            </p:cNvPr>
            <p:cNvCxnSpPr/>
            <p:nvPr/>
          </p:nvCxnSpPr>
          <p:spPr>
            <a:xfrm>
              <a:off x="10195283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線接點 91">
              <a:extLst>
                <a:ext uri="{FF2B5EF4-FFF2-40B4-BE49-F238E27FC236}">
                  <a16:creationId xmlns:a16="http://schemas.microsoft.com/office/drawing/2014/main" id="{BD10E0FA-73E0-40F9-A6DE-425494C5D536}"/>
                </a:ext>
              </a:extLst>
            </p:cNvPr>
            <p:cNvCxnSpPr/>
            <p:nvPr/>
          </p:nvCxnSpPr>
          <p:spPr>
            <a:xfrm>
              <a:off x="10636544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線接點 92">
              <a:extLst>
                <a:ext uri="{FF2B5EF4-FFF2-40B4-BE49-F238E27FC236}">
                  <a16:creationId xmlns:a16="http://schemas.microsoft.com/office/drawing/2014/main" id="{E7C837A5-AD20-408A-858F-3E8D88FAE73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2165741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線接點 93">
              <a:extLst>
                <a:ext uri="{FF2B5EF4-FFF2-40B4-BE49-F238E27FC236}">
                  <a16:creationId xmlns:a16="http://schemas.microsoft.com/office/drawing/2014/main" id="{C0B171D7-1006-45CF-A1D5-99968357E41B}"/>
                </a:ext>
              </a:extLst>
            </p:cNvPr>
            <p:cNvCxnSpPr>
              <a:cxnSpLocks/>
            </p:cNvCxnSpPr>
            <p:nvPr/>
          </p:nvCxnSpPr>
          <p:spPr>
            <a:xfrm>
              <a:off x="6975647" y="1852862"/>
              <a:ext cx="26163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單箭頭接點 18">
              <a:extLst>
                <a:ext uri="{FF2B5EF4-FFF2-40B4-BE49-F238E27FC236}">
                  <a16:creationId xmlns:a16="http://schemas.microsoft.com/office/drawing/2014/main" id="{53F4C3DA-91BE-4BD7-A706-85D0CEB4B93C}"/>
                </a:ext>
              </a:extLst>
            </p:cNvPr>
            <p:cNvCxnSpPr>
              <a:cxnSpLocks/>
            </p:cNvCxnSpPr>
            <p:nvPr/>
          </p:nvCxnSpPr>
          <p:spPr>
            <a:xfrm rot="-2700000">
              <a:off x="6010892" y="3694248"/>
              <a:ext cx="5544000" cy="2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5" name="內容版面配置區 2">
            <a:extLst>
              <a:ext uri="{FF2B5EF4-FFF2-40B4-BE49-F238E27FC236}">
                <a16:creationId xmlns:a16="http://schemas.microsoft.com/office/drawing/2014/main" id="{A2B2D914-2F56-413A-BC23-2F50F2344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5099"/>
            <a:ext cx="10515600" cy="5337175"/>
          </a:xfrm>
        </p:spPr>
        <p:txBody>
          <a:bodyPr>
            <a:noAutofit/>
          </a:bodyPr>
          <a:lstStyle/>
          <a:p>
            <a:pPr>
              <a:lnSpc>
                <a:spcPts val="3500"/>
              </a:lnSpc>
              <a:spcBef>
                <a:spcPts val="1800"/>
              </a:spcBef>
              <a:buFont typeface="Symbol" panose="05050102010706020507" pitchFamily="18" charset="2"/>
              <a:buChar char="Y"/>
            </a:pPr>
            <a:r>
              <a:rPr lang="en-US" altLang="zh-TW" sz="2400" dirty="0">
                <a:sym typeface="Symbol" panose="05050102010706020507" pitchFamily="18" charset="2"/>
              </a:rPr>
              <a:t> = {</a:t>
            </a:r>
            <a:r>
              <a:rPr lang="en-US" altLang="zh-TW" sz="2400" i="1" dirty="0">
                <a:sym typeface="Symbol" panose="05050102010706020507" pitchFamily="18" charset="2"/>
              </a:rPr>
              <a:t>P</a:t>
            </a:r>
            <a:r>
              <a:rPr lang="en-US" altLang="zh-TW" sz="2400" baseline="-25000" dirty="0">
                <a:sym typeface="Symbol" panose="05050102010706020507" pitchFamily="18" charset="2"/>
              </a:rPr>
              <a:t>1</a:t>
            </a:r>
            <a:r>
              <a:rPr lang="en-US" altLang="zh-TW" sz="2400" dirty="0">
                <a:sym typeface="Symbol" panose="05050102010706020507" pitchFamily="18" charset="2"/>
              </a:rPr>
              <a:t>, </a:t>
            </a:r>
            <a:r>
              <a:rPr lang="en-US" altLang="zh-TW" sz="2400" i="1" dirty="0">
                <a:sym typeface="Symbol" panose="05050102010706020507" pitchFamily="18" charset="2"/>
              </a:rPr>
              <a:t>P</a:t>
            </a:r>
            <a:r>
              <a:rPr lang="en-US" altLang="zh-TW" sz="2400" baseline="-25000" dirty="0">
                <a:sym typeface="Symbol" panose="05050102010706020507" pitchFamily="18" charset="2"/>
              </a:rPr>
              <a:t>2</a:t>
            </a:r>
            <a:r>
              <a:rPr lang="en-US" altLang="zh-TW" sz="2400" dirty="0">
                <a:sym typeface="Symbol" panose="05050102010706020507" pitchFamily="18" charset="2"/>
              </a:rPr>
              <a:t>, … </a:t>
            </a:r>
            <a:r>
              <a:rPr lang="en-US" altLang="zh-TW" sz="2400" i="1" dirty="0" err="1">
                <a:sym typeface="Symbol" panose="05050102010706020507" pitchFamily="18" charset="2"/>
              </a:rPr>
              <a:t>P</a:t>
            </a:r>
            <a:r>
              <a:rPr lang="en-US" altLang="zh-TW" sz="2400" i="1" baseline="-25000" dirty="0" err="1">
                <a:sym typeface="Symbol" panose="05050102010706020507" pitchFamily="18" charset="2"/>
              </a:rPr>
              <a:t>n</a:t>
            </a:r>
            <a:r>
              <a:rPr lang="en-US" altLang="zh-TW" sz="2400" dirty="0">
                <a:sym typeface="Symbol" panose="05050102010706020507" pitchFamily="18" charset="2"/>
              </a:rPr>
              <a:t>}</a:t>
            </a:r>
            <a:r>
              <a:rPr lang="zh-TW" altLang="en-US" sz="2400" dirty="0">
                <a:sym typeface="Symbol" panose="05050102010706020507" pitchFamily="18" charset="2"/>
              </a:rPr>
              <a:t>：</a:t>
            </a:r>
            <a:r>
              <a:rPr lang="en-US" altLang="zh-TW" sz="2400" dirty="0">
                <a:sym typeface="Symbol" panose="05050102010706020507" pitchFamily="18" charset="2"/>
              </a:rPr>
              <a:t>points set, such that </a:t>
            </a:r>
            <a:r>
              <a:rPr lang="en-US" altLang="zh-TW" sz="2400" i="1" dirty="0">
                <a:sym typeface="Symbol" panose="05050102010706020507" pitchFamily="18" charset="2"/>
              </a:rPr>
              <a:t>x</a:t>
            </a:r>
            <a:r>
              <a:rPr lang="en-US" altLang="zh-TW" sz="2400" baseline="-25000" dirty="0">
                <a:sym typeface="Symbol" panose="05050102010706020507" pitchFamily="18" charset="2"/>
              </a:rPr>
              <a:t>i</a:t>
            </a:r>
            <a:r>
              <a:rPr lang="en-US" altLang="zh-TW" sz="2400" dirty="0">
                <a:sym typeface="Symbol" panose="05050102010706020507" pitchFamily="18" charset="2"/>
              </a:rPr>
              <a:t> &lt; </a:t>
            </a:r>
            <a:r>
              <a:rPr lang="en-US" altLang="zh-TW" sz="2400" i="1" dirty="0" err="1">
                <a:sym typeface="Symbol" panose="05050102010706020507" pitchFamily="18" charset="2"/>
              </a:rPr>
              <a:t>x</a:t>
            </a:r>
            <a:r>
              <a:rPr lang="en-US" altLang="zh-TW" sz="2400" baseline="-25000" dirty="0" err="1">
                <a:sym typeface="Symbol" panose="05050102010706020507" pitchFamily="18" charset="2"/>
              </a:rPr>
              <a:t>j</a:t>
            </a:r>
            <a:r>
              <a:rPr lang="en-US" altLang="zh-TW" sz="2400" dirty="0">
                <a:sym typeface="Symbol" panose="05050102010706020507" pitchFamily="18" charset="2"/>
              </a:rPr>
              <a:t>, </a:t>
            </a:r>
            <a:r>
              <a:rPr lang="en-US" altLang="zh-TW" sz="2400" dirty="0" err="1">
                <a:sym typeface="Symbol" panose="05050102010706020507" pitchFamily="18" charset="2"/>
              </a:rPr>
              <a:t>i</a:t>
            </a:r>
            <a:r>
              <a:rPr lang="en-US" altLang="zh-TW" sz="2400" dirty="0">
                <a:sym typeface="Symbol" panose="05050102010706020507" pitchFamily="18" charset="2"/>
              </a:rPr>
              <a:t> &lt; j</a:t>
            </a:r>
          </a:p>
          <a:p>
            <a:pPr marL="0" indent="0">
              <a:lnSpc>
                <a:spcPts val="3500"/>
              </a:lnSpc>
              <a:spcBef>
                <a:spcPts val="1800"/>
              </a:spcBef>
              <a:buNone/>
            </a:pPr>
            <a:r>
              <a:rPr lang="en-US" altLang="zh-TW" sz="2400" dirty="0">
                <a:sym typeface="Symbol" panose="05050102010706020507" pitchFamily="18" charset="2"/>
              </a:rPr>
              <a:t>chain</a:t>
            </a:r>
            <a:r>
              <a:rPr lang="zh-TW" altLang="en-US" sz="2400" dirty="0">
                <a:sym typeface="Symbol" panose="05050102010706020507" pitchFamily="18" charset="2"/>
              </a:rPr>
              <a:t>：</a:t>
            </a:r>
            <a:r>
              <a:rPr lang="en-US" altLang="zh-TW" sz="2400" dirty="0">
                <a:sym typeface="Symbol" panose="05050102010706020507" pitchFamily="18" charset="2"/>
              </a:rPr>
              <a:t>subset of , if its points are pairwise </a:t>
            </a:r>
            <a:r>
              <a:rPr lang="en-US" altLang="zh-TW" sz="2400" dirty="0" err="1">
                <a:sym typeface="Symbol" panose="05050102010706020507" pitchFamily="18" charset="2"/>
              </a:rPr>
              <a:t>noncrossing</a:t>
            </a:r>
            <a:endParaRPr lang="en-US" altLang="zh-TW" sz="2400" dirty="0">
              <a:sym typeface="Symbol" panose="05050102010706020507" pitchFamily="18" charset="2"/>
            </a:endParaRPr>
          </a:p>
          <a:p>
            <a:pPr marL="0" indent="0">
              <a:lnSpc>
                <a:spcPts val="3500"/>
              </a:lnSpc>
              <a:spcBef>
                <a:spcPts val="1800"/>
              </a:spcBef>
              <a:buNone/>
            </a:pPr>
            <a:r>
              <a:rPr lang="en-US" altLang="zh-TW" sz="2400" i="1" dirty="0">
                <a:sym typeface="Symbol" panose="05050102010706020507" pitchFamily="18" charset="2"/>
              </a:rPr>
              <a:t>H</a:t>
            </a:r>
            <a:r>
              <a:rPr lang="en-US" altLang="zh-TW" sz="2400" dirty="0">
                <a:sym typeface="Symbol" panose="05050102010706020507" pitchFamily="18" charset="2"/>
              </a:rPr>
              <a:t>()</a:t>
            </a:r>
            <a:r>
              <a:rPr lang="zh-TW" altLang="en-US" sz="2400" dirty="0">
                <a:sym typeface="Symbol" panose="05050102010706020507" pitchFamily="18" charset="2"/>
              </a:rPr>
              <a:t>：</a:t>
            </a:r>
            <a:r>
              <a:rPr lang="en-US" altLang="zh-TW" sz="2400" dirty="0">
                <a:sym typeface="Symbol" panose="05050102010706020507" pitchFamily="18" charset="2"/>
              </a:rPr>
              <a:t>header </a:t>
            </a:r>
            <a:r>
              <a:rPr lang="en-US" altLang="zh-TW" sz="2400" i="1" dirty="0">
                <a:sym typeface="Symbol" panose="05050102010706020507" pitchFamily="18" charset="2"/>
              </a:rPr>
              <a:t>k</a:t>
            </a:r>
            <a:r>
              <a:rPr lang="en-US" altLang="zh-TW" sz="2400" dirty="0">
                <a:sym typeface="Symbol" panose="05050102010706020507" pitchFamily="18" charset="2"/>
              </a:rPr>
              <a:t>-</a:t>
            </a:r>
            <a:r>
              <a:rPr lang="en-US" altLang="zh-TW" sz="2400" dirty="0" err="1">
                <a:sym typeface="Symbol" panose="05050102010706020507" pitchFamily="18" charset="2"/>
              </a:rPr>
              <a:t>subchain</a:t>
            </a:r>
            <a:endParaRPr lang="en-US" altLang="zh-TW" sz="2400" dirty="0">
              <a:sym typeface="Symbol" panose="05050102010706020507" pitchFamily="18" charset="2"/>
            </a:endParaRPr>
          </a:p>
        </p:txBody>
      </p:sp>
      <p:sp>
        <p:nvSpPr>
          <p:cNvPr id="9" name="手繪多邊形: 圖案 8">
            <a:extLst>
              <a:ext uri="{FF2B5EF4-FFF2-40B4-BE49-F238E27FC236}">
                <a16:creationId xmlns:a16="http://schemas.microsoft.com/office/drawing/2014/main" id="{BA548376-3BF0-4746-8840-ED3E5F4AE5F1}"/>
              </a:ext>
            </a:extLst>
          </p:cNvPr>
          <p:cNvSpPr/>
          <p:nvPr/>
        </p:nvSpPr>
        <p:spPr>
          <a:xfrm>
            <a:off x="7424257" y="3657600"/>
            <a:ext cx="1140903" cy="1812022"/>
          </a:xfrm>
          <a:custGeom>
            <a:avLst/>
            <a:gdLst>
              <a:gd name="connsiteX0" fmla="*/ 0 w 1140903"/>
              <a:gd name="connsiteY0" fmla="*/ 1812022 h 1812022"/>
              <a:gd name="connsiteX1" fmla="*/ 25167 w 1140903"/>
              <a:gd name="connsiteY1" fmla="*/ 1711354 h 1812022"/>
              <a:gd name="connsiteX2" fmla="*/ 58723 w 1140903"/>
              <a:gd name="connsiteY2" fmla="*/ 1661020 h 1812022"/>
              <a:gd name="connsiteX3" fmla="*/ 75501 w 1140903"/>
              <a:gd name="connsiteY3" fmla="*/ 1635853 h 1812022"/>
              <a:gd name="connsiteX4" fmla="*/ 83890 w 1140903"/>
              <a:gd name="connsiteY4" fmla="*/ 1610686 h 1812022"/>
              <a:gd name="connsiteX5" fmla="*/ 134224 w 1140903"/>
              <a:gd name="connsiteY5" fmla="*/ 1535185 h 1812022"/>
              <a:gd name="connsiteX6" fmla="*/ 151002 w 1140903"/>
              <a:gd name="connsiteY6" fmla="*/ 1510018 h 1812022"/>
              <a:gd name="connsiteX7" fmla="*/ 159391 w 1140903"/>
              <a:gd name="connsiteY7" fmla="*/ 1484851 h 1812022"/>
              <a:gd name="connsiteX8" fmla="*/ 176169 w 1140903"/>
              <a:gd name="connsiteY8" fmla="*/ 1459684 h 1812022"/>
              <a:gd name="connsiteX9" fmla="*/ 184558 w 1140903"/>
              <a:gd name="connsiteY9" fmla="*/ 1434517 h 1812022"/>
              <a:gd name="connsiteX10" fmla="*/ 201336 w 1140903"/>
              <a:gd name="connsiteY10" fmla="*/ 1409350 h 1812022"/>
              <a:gd name="connsiteX11" fmla="*/ 218114 w 1140903"/>
              <a:gd name="connsiteY11" fmla="*/ 1359017 h 1812022"/>
              <a:gd name="connsiteX12" fmla="*/ 251670 w 1140903"/>
              <a:gd name="connsiteY12" fmla="*/ 1308683 h 1812022"/>
              <a:gd name="connsiteX13" fmla="*/ 268448 w 1140903"/>
              <a:gd name="connsiteY13" fmla="*/ 1241571 h 1812022"/>
              <a:gd name="connsiteX14" fmla="*/ 285226 w 1140903"/>
              <a:gd name="connsiteY14" fmla="*/ 1216404 h 1812022"/>
              <a:gd name="connsiteX15" fmla="*/ 302004 w 1140903"/>
              <a:gd name="connsiteY15" fmla="*/ 1166070 h 1812022"/>
              <a:gd name="connsiteX16" fmla="*/ 310393 w 1140903"/>
              <a:gd name="connsiteY16" fmla="*/ 1140903 h 1812022"/>
              <a:gd name="connsiteX17" fmla="*/ 318782 w 1140903"/>
              <a:gd name="connsiteY17" fmla="*/ 1115736 h 1812022"/>
              <a:gd name="connsiteX18" fmla="*/ 327171 w 1140903"/>
              <a:gd name="connsiteY18" fmla="*/ 1082180 h 1812022"/>
              <a:gd name="connsiteX19" fmla="*/ 335560 w 1140903"/>
              <a:gd name="connsiteY19" fmla="*/ 1057013 h 1812022"/>
              <a:gd name="connsiteX20" fmla="*/ 343949 w 1140903"/>
              <a:gd name="connsiteY20" fmla="*/ 1006679 h 1812022"/>
              <a:gd name="connsiteX21" fmla="*/ 360726 w 1140903"/>
              <a:gd name="connsiteY21" fmla="*/ 805343 h 1812022"/>
              <a:gd name="connsiteX22" fmla="*/ 377504 w 1140903"/>
              <a:gd name="connsiteY22" fmla="*/ 713064 h 1812022"/>
              <a:gd name="connsiteX23" fmla="*/ 385893 w 1140903"/>
              <a:gd name="connsiteY23" fmla="*/ 671119 h 1812022"/>
              <a:gd name="connsiteX24" fmla="*/ 411060 w 1140903"/>
              <a:gd name="connsiteY24" fmla="*/ 620785 h 1812022"/>
              <a:gd name="connsiteX25" fmla="*/ 436227 w 1140903"/>
              <a:gd name="connsiteY25" fmla="*/ 604007 h 1812022"/>
              <a:gd name="connsiteX26" fmla="*/ 478172 w 1140903"/>
              <a:gd name="connsiteY26" fmla="*/ 570451 h 1812022"/>
              <a:gd name="connsiteX27" fmla="*/ 494950 w 1140903"/>
              <a:gd name="connsiteY27" fmla="*/ 545284 h 1812022"/>
              <a:gd name="connsiteX28" fmla="*/ 520117 w 1140903"/>
              <a:gd name="connsiteY28" fmla="*/ 528506 h 1812022"/>
              <a:gd name="connsiteX29" fmla="*/ 570451 w 1140903"/>
              <a:gd name="connsiteY29" fmla="*/ 494950 h 1812022"/>
              <a:gd name="connsiteX30" fmla="*/ 578840 w 1140903"/>
              <a:gd name="connsiteY30" fmla="*/ 469783 h 1812022"/>
              <a:gd name="connsiteX31" fmla="*/ 612396 w 1140903"/>
              <a:gd name="connsiteY31" fmla="*/ 461394 h 1812022"/>
              <a:gd name="connsiteX32" fmla="*/ 637563 w 1140903"/>
              <a:gd name="connsiteY32" fmla="*/ 453006 h 1812022"/>
              <a:gd name="connsiteX33" fmla="*/ 662730 w 1140903"/>
              <a:gd name="connsiteY33" fmla="*/ 436228 h 1812022"/>
              <a:gd name="connsiteX34" fmla="*/ 713064 w 1140903"/>
              <a:gd name="connsiteY34" fmla="*/ 419450 h 1812022"/>
              <a:gd name="connsiteX35" fmla="*/ 763398 w 1140903"/>
              <a:gd name="connsiteY35" fmla="*/ 394283 h 1812022"/>
              <a:gd name="connsiteX36" fmla="*/ 847288 w 1140903"/>
              <a:gd name="connsiteY36" fmla="*/ 335560 h 1812022"/>
              <a:gd name="connsiteX37" fmla="*/ 872455 w 1140903"/>
              <a:gd name="connsiteY37" fmla="*/ 318782 h 1812022"/>
              <a:gd name="connsiteX38" fmla="*/ 889233 w 1140903"/>
              <a:gd name="connsiteY38" fmla="*/ 293615 h 1812022"/>
              <a:gd name="connsiteX39" fmla="*/ 922789 w 1140903"/>
              <a:gd name="connsiteY39" fmla="*/ 268448 h 1812022"/>
              <a:gd name="connsiteX40" fmla="*/ 947956 w 1140903"/>
              <a:gd name="connsiteY40" fmla="*/ 243281 h 1812022"/>
              <a:gd name="connsiteX41" fmla="*/ 973123 w 1140903"/>
              <a:gd name="connsiteY41" fmla="*/ 226503 h 1812022"/>
              <a:gd name="connsiteX42" fmla="*/ 998290 w 1140903"/>
              <a:gd name="connsiteY42" fmla="*/ 201336 h 1812022"/>
              <a:gd name="connsiteX43" fmla="*/ 1015068 w 1140903"/>
              <a:gd name="connsiteY43" fmla="*/ 176169 h 1812022"/>
              <a:gd name="connsiteX44" fmla="*/ 1040235 w 1140903"/>
              <a:gd name="connsiteY44" fmla="*/ 167780 h 1812022"/>
              <a:gd name="connsiteX45" fmla="*/ 1073791 w 1140903"/>
              <a:gd name="connsiteY45" fmla="*/ 117446 h 1812022"/>
              <a:gd name="connsiteX46" fmla="*/ 1107347 w 1140903"/>
              <a:gd name="connsiteY46" fmla="*/ 75501 h 1812022"/>
              <a:gd name="connsiteX47" fmla="*/ 1115736 w 1140903"/>
              <a:gd name="connsiteY47" fmla="*/ 41945 h 1812022"/>
              <a:gd name="connsiteX48" fmla="*/ 1132514 w 1140903"/>
              <a:gd name="connsiteY48" fmla="*/ 16778 h 1812022"/>
              <a:gd name="connsiteX49" fmla="*/ 1140903 w 1140903"/>
              <a:gd name="connsiteY49" fmla="*/ 0 h 1812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1140903" h="1812022">
                <a:moveTo>
                  <a:pt x="0" y="1812022"/>
                </a:moveTo>
                <a:cubicBezTo>
                  <a:pt x="4193" y="1786863"/>
                  <a:pt x="10396" y="1733511"/>
                  <a:pt x="25167" y="1711354"/>
                </a:cubicBezTo>
                <a:lnTo>
                  <a:pt x="58723" y="1661020"/>
                </a:lnTo>
                <a:cubicBezTo>
                  <a:pt x="64316" y="1652631"/>
                  <a:pt x="72313" y="1645418"/>
                  <a:pt x="75501" y="1635853"/>
                </a:cubicBezTo>
                <a:cubicBezTo>
                  <a:pt x="78297" y="1627464"/>
                  <a:pt x="79596" y="1618416"/>
                  <a:pt x="83890" y="1610686"/>
                </a:cubicBezTo>
                <a:lnTo>
                  <a:pt x="134224" y="1535185"/>
                </a:lnTo>
                <a:cubicBezTo>
                  <a:pt x="139817" y="1526796"/>
                  <a:pt x="147814" y="1519583"/>
                  <a:pt x="151002" y="1510018"/>
                </a:cubicBezTo>
                <a:cubicBezTo>
                  <a:pt x="153798" y="1501629"/>
                  <a:pt x="155436" y="1492760"/>
                  <a:pt x="159391" y="1484851"/>
                </a:cubicBezTo>
                <a:cubicBezTo>
                  <a:pt x="163900" y="1475833"/>
                  <a:pt x="171660" y="1468702"/>
                  <a:pt x="176169" y="1459684"/>
                </a:cubicBezTo>
                <a:cubicBezTo>
                  <a:pt x="180124" y="1451775"/>
                  <a:pt x="180603" y="1442426"/>
                  <a:pt x="184558" y="1434517"/>
                </a:cubicBezTo>
                <a:cubicBezTo>
                  <a:pt x="189067" y="1425499"/>
                  <a:pt x="197241" y="1418563"/>
                  <a:pt x="201336" y="1409350"/>
                </a:cubicBezTo>
                <a:cubicBezTo>
                  <a:pt x="208519" y="1393189"/>
                  <a:pt x="208304" y="1373732"/>
                  <a:pt x="218114" y="1359017"/>
                </a:cubicBezTo>
                <a:lnTo>
                  <a:pt x="251670" y="1308683"/>
                </a:lnTo>
                <a:cubicBezTo>
                  <a:pt x="254861" y="1292729"/>
                  <a:pt x="259849" y="1258768"/>
                  <a:pt x="268448" y="1241571"/>
                </a:cubicBezTo>
                <a:cubicBezTo>
                  <a:pt x="272957" y="1232553"/>
                  <a:pt x="281131" y="1225617"/>
                  <a:pt x="285226" y="1216404"/>
                </a:cubicBezTo>
                <a:cubicBezTo>
                  <a:pt x="292409" y="1200243"/>
                  <a:pt x="296411" y="1182848"/>
                  <a:pt x="302004" y="1166070"/>
                </a:cubicBezTo>
                <a:lnTo>
                  <a:pt x="310393" y="1140903"/>
                </a:lnTo>
                <a:cubicBezTo>
                  <a:pt x="313189" y="1132514"/>
                  <a:pt x="316637" y="1124315"/>
                  <a:pt x="318782" y="1115736"/>
                </a:cubicBezTo>
                <a:cubicBezTo>
                  <a:pt x="321578" y="1104551"/>
                  <a:pt x="324004" y="1093266"/>
                  <a:pt x="327171" y="1082180"/>
                </a:cubicBezTo>
                <a:cubicBezTo>
                  <a:pt x="329600" y="1073677"/>
                  <a:pt x="333642" y="1065645"/>
                  <a:pt x="335560" y="1057013"/>
                </a:cubicBezTo>
                <a:cubicBezTo>
                  <a:pt x="339250" y="1040409"/>
                  <a:pt x="341544" y="1023517"/>
                  <a:pt x="343949" y="1006679"/>
                </a:cubicBezTo>
                <a:cubicBezTo>
                  <a:pt x="359047" y="900989"/>
                  <a:pt x="348644" y="950327"/>
                  <a:pt x="360726" y="805343"/>
                </a:cubicBezTo>
                <a:cubicBezTo>
                  <a:pt x="370414" y="689082"/>
                  <a:pt x="361906" y="775455"/>
                  <a:pt x="377504" y="713064"/>
                </a:cubicBezTo>
                <a:cubicBezTo>
                  <a:pt x="380962" y="699231"/>
                  <a:pt x="382435" y="684952"/>
                  <a:pt x="385893" y="671119"/>
                </a:cubicBezTo>
                <a:cubicBezTo>
                  <a:pt x="390442" y="652924"/>
                  <a:pt x="397391" y="634454"/>
                  <a:pt x="411060" y="620785"/>
                </a:cubicBezTo>
                <a:cubicBezTo>
                  <a:pt x="418189" y="613656"/>
                  <a:pt x="427838" y="609600"/>
                  <a:pt x="436227" y="604007"/>
                </a:cubicBezTo>
                <a:cubicBezTo>
                  <a:pt x="484310" y="531882"/>
                  <a:pt x="420285" y="616760"/>
                  <a:pt x="478172" y="570451"/>
                </a:cubicBezTo>
                <a:cubicBezTo>
                  <a:pt x="486045" y="564153"/>
                  <a:pt x="487821" y="552413"/>
                  <a:pt x="494950" y="545284"/>
                </a:cubicBezTo>
                <a:cubicBezTo>
                  <a:pt x="502079" y="538155"/>
                  <a:pt x="512372" y="534961"/>
                  <a:pt x="520117" y="528506"/>
                </a:cubicBezTo>
                <a:cubicBezTo>
                  <a:pt x="562010" y="493595"/>
                  <a:pt x="526223" y="509693"/>
                  <a:pt x="570451" y="494950"/>
                </a:cubicBezTo>
                <a:cubicBezTo>
                  <a:pt x="573247" y="486561"/>
                  <a:pt x="571935" y="475307"/>
                  <a:pt x="578840" y="469783"/>
                </a:cubicBezTo>
                <a:cubicBezTo>
                  <a:pt x="587843" y="462581"/>
                  <a:pt x="601310" y="464561"/>
                  <a:pt x="612396" y="461394"/>
                </a:cubicBezTo>
                <a:cubicBezTo>
                  <a:pt x="620898" y="458965"/>
                  <a:pt x="629174" y="455802"/>
                  <a:pt x="637563" y="453006"/>
                </a:cubicBezTo>
                <a:cubicBezTo>
                  <a:pt x="645952" y="447413"/>
                  <a:pt x="653517" y="440323"/>
                  <a:pt x="662730" y="436228"/>
                </a:cubicBezTo>
                <a:cubicBezTo>
                  <a:pt x="678891" y="429045"/>
                  <a:pt x="698349" y="429260"/>
                  <a:pt x="713064" y="419450"/>
                </a:cubicBezTo>
                <a:cubicBezTo>
                  <a:pt x="745589" y="397767"/>
                  <a:pt x="728666" y="405860"/>
                  <a:pt x="763398" y="394283"/>
                </a:cubicBezTo>
                <a:cubicBezTo>
                  <a:pt x="813086" y="357017"/>
                  <a:pt x="785321" y="376872"/>
                  <a:pt x="847288" y="335560"/>
                </a:cubicBezTo>
                <a:lnTo>
                  <a:pt x="872455" y="318782"/>
                </a:lnTo>
                <a:cubicBezTo>
                  <a:pt x="878048" y="310393"/>
                  <a:pt x="882104" y="300744"/>
                  <a:pt x="889233" y="293615"/>
                </a:cubicBezTo>
                <a:cubicBezTo>
                  <a:pt x="899120" y="283728"/>
                  <a:pt x="912173" y="277547"/>
                  <a:pt x="922789" y="268448"/>
                </a:cubicBezTo>
                <a:cubicBezTo>
                  <a:pt x="931797" y="260727"/>
                  <a:pt x="938842" y="250876"/>
                  <a:pt x="947956" y="243281"/>
                </a:cubicBezTo>
                <a:cubicBezTo>
                  <a:pt x="955701" y="236826"/>
                  <a:pt x="965378" y="232958"/>
                  <a:pt x="973123" y="226503"/>
                </a:cubicBezTo>
                <a:cubicBezTo>
                  <a:pt x="982237" y="218908"/>
                  <a:pt x="990695" y="210450"/>
                  <a:pt x="998290" y="201336"/>
                </a:cubicBezTo>
                <a:cubicBezTo>
                  <a:pt x="1004745" y="193591"/>
                  <a:pt x="1007195" y="182467"/>
                  <a:pt x="1015068" y="176169"/>
                </a:cubicBezTo>
                <a:cubicBezTo>
                  <a:pt x="1021973" y="170645"/>
                  <a:pt x="1031846" y="170576"/>
                  <a:pt x="1040235" y="167780"/>
                </a:cubicBezTo>
                <a:cubicBezTo>
                  <a:pt x="1059501" y="90716"/>
                  <a:pt x="1031657" y="170113"/>
                  <a:pt x="1073791" y="117446"/>
                </a:cubicBezTo>
                <a:cubicBezTo>
                  <a:pt x="1120100" y="59559"/>
                  <a:pt x="1035222" y="123584"/>
                  <a:pt x="1107347" y="75501"/>
                </a:cubicBezTo>
                <a:cubicBezTo>
                  <a:pt x="1110143" y="64316"/>
                  <a:pt x="1111194" y="52542"/>
                  <a:pt x="1115736" y="41945"/>
                </a:cubicBezTo>
                <a:cubicBezTo>
                  <a:pt x="1119708" y="32678"/>
                  <a:pt x="1127327" y="25424"/>
                  <a:pt x="1132514" y="16778"/>
                </a:cubicBezTo>
                <a:cubicBezTo>
                  <a:pt x="1135731" y="11416"/>
                  <a:pt x="1138107" y="5593"/>
                  <a:pt x="1140903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手繪多邊形: 圖案 10">
            <a:extLst>
              <a:ext uri="{FF2B5EF4-FFF2-40B4-BE49-F238E27FC236}">
                <a16:creationId xmlns:a16="http://schemas.microsoft.com/office/drawing/2014/main" id="{53271678-098E-4619-A014-ADB165B256DE}"/>
              </a:ext>
            </a:extLst>
          </p:cNvPr>
          <p:cNvSpPr/>
          <p:nvPr/>
        </p:nvSpPr>
        <p:spPr>
          <a:xfrm>
            <a:off x="8321879" y="4135772"/>
            <a:ext cx="2122483" cy="2114026"/>
          </a:xfrm>
          <a:custGeom>
            <a:avLst/>
            <a:gdLst>
              <a:gd name="connsiteX0" fmla="*/ 0 w 2122483"/>
              <a:gd name="connsiteY0" fmla="*/ 2114026 h 2114026"/>
              <a:gd name="connsiteX1" fmla="*/ 176169 w 2122483"/>
              <a:gd name="connsiteY1" fmla="*/ 2105637 h 2114026"/>
              <a:gd name="connsiteX2" fmla="*/ 226503 w 2122483"/>
              <a:gd name="connsiteY2" fmla="*/ 2088859 h 2114026"/>
              <a:gd name="connsiteX3" fmla="*/ 260059 w 2122483"/>
              <a:gd name="connsiteY3" fmla="*/ 2080470 h 2114026"/>
              <a:gd name="connsiteX4" fmla="*/ 285226 w 2122483"/>
              <a:gd name="connsiteY4" fmla="*/ 2063692 h 2114026"/>
              <a:gd name="connsiteX5" fmla="*/ 360727 w 2122483"/>
              <a:gd name="connsiteY5" fmla="*/ 2021747 h 2114026"/>
              <a:gd name="connsiteX6" fmla="*/ 444616 w 2122483"/>
              <a:gd name="connsiteY6" fmla="*/ 1921079 h 2114026"/>
              <a:gd name="connsiteX7" fmla="*/ 461394 w 2122483"/>
              <a:gd name="connsiteY7" fmla="*/ 1895912 h 2114026"/>
              <a:gd name="connsiteX8" fmla="*/ 478172 w 2122483"/>
              <a:gd name="connsiteY8" fmla="*/ 1870745 h 2114026"/>
              <a:gd name="connsiteX9" fmla="*/ 486561 w 2122483"/>
              <a:gd name="connsiteY9" fmla="*/ 1845578 h 2114026"/>
              <a:gd name="connsiteX10" fmla="*/ 503339 w 2122483"/>
              <a:gd name="connsiteY10" fmla="*/ 1820411 h 2114026"/>
              <a:gd name="connsiteX11" fmla="*/ 528506 w 2122483"/>
              <a:gd name="connsiteY11" fmla="*/ 1744911 h 2114026"/>
              <a:gd name="connsiteX12" fmla="*/ 545284 w 2122483"/>
              <a:gd name="connsiteY12" fmla="*/ 1694577 h 2114026"/>
              <a:gd name="connsiteX13" fmla="*/ 553673 w 2122483"/>
              <a:gd name="connsiteY13" fmla="*/ 1669410 h 2114026"/>
              <a:gd name="connsiteX14" fmla="*/ 570451 w 2122483"/>
              <a:gd name="connsiteY14" fmla="*/ 1610687 h 2114026"/>
              <a:gd name="connsiteX15" fmla="*/ 587229 w 2122483"/>
              <a:gd name="connsiteY15" fmla="*/ 1585520 h 2114026"/>
              <a:gd name="connsiteX16" fmla="*/ 604007 w 2122483"/>
              <a:gd name="connsiteY16" fmla="*/ 1526797 h 2114026"/>
              <a:gd name="connsiteX17" fmla="*/ 620785 w 2122483"/>
              <a:gd name="connsiteY17" fmla="*/ 1501630 h 2114026"/>
              <a:gd name="connsiteX18" fmla="*/ 629174 w 2122483"/>
              <a:gd name="connsiteY18" fmla="*/ 1476463 h 2114026"/>
              <a:gd name="connsiteX19" fmla="*/ 662730 w 2122483"/>
              <a:gd name="connsiteY19" fmla="*/ 1426129 h 2114026"/>
              <a:gd name="connsiteX20" fmla="*/ 679508 w 2122483"/>
              <a:gd name="connsiteY20" fmla="*/ 1400962 h 2114026"/>
              <a:gd name="connsiteX21" fmla="*/ 696286 w 2122483"/>
              <a:gd name="connsiteY21" fmla="*/ 1375795 h 2114026"/>
              <a:gd name="connsiteX22" fmla="*/ 721453 w 2122483"/>
              <a:gd name="connsiteY22" fmla="*/ 1359017 h 2114026"/>
              <a:gd name="connsiteX23" fmla="*/ 755009 w 2122483"/>
              <a:gd name="connsiteY23" fmla="*/ 1317072 h 2114026"/>
              <a:gd name="connsiteX24" fmla="*/ 780176 w 2122483"/>
              <a:gd name="connsiteY24" fmla="*/ 1266738 h 2114026"/>
              <a:gd name="connsiteX25" fmla="*/ 805343 w 2122483"/>
              <a:gd name="connsiteY25" fmla="*/ 1249960 h 2114026"/>
              <a:gd name="connsiteX26" fmla="*/ 813732 w 2122483"/>
              <a:gd name="connsiteY26" fmla="*/ 1224793 h 2114026"/>
              <a:gd name="connsiteX27" fmla="*/ 864066 w 2122483"/>
              <a:gd name="connsiteY27" fmla="*/ 1149292 h 2114026"/>
              <a:gd name="connsiteX28" fmla="*/ 880844 w 2122483"/>
              <a:gd name="connsiteY28" fmla="*/ 1124125 h 2114026"/>
              <a:gd name="connsiteX29" fmla="*/ 889233 w 2122483"/>
              <a:gd name="connsiteY29" fmla="*/ 1098958 h 2114026"/>
              <a:gd name="connsiteX30" fmla="*/ 906011 w 2122483"/>
              <a:gd name="connsiteY30" fmla="*/ 1073791 h 2114026"/>
              <a:gd name="connsiteX31" fmla="*/ 947956 w 2122483"/>
              <a:gd name="connsiteY31" fmla="*/ 1006679 h 2114026"/>
              <a:gd name="connsiteX32" fmla="*/ 998290 w 2122483"/>
              <a:gd name="connsiteY32" fmla="*/ 922789 h 2114026"/>
              <a:gd name="connsiteX33" fmla="*/ 1015068 w 2122483"/>
              <a:gd name="connsiteY33" fmla="*/ 897622 h 2114026"/>
              <a:gd name="connsiteX34" fmla="*/ 1040235 w 2122483"/>
              <a:gd name="connsiteY34" fmla="*/ 872456 h 2114026"/>
              <a:gd name="connsiteX35" fmla="*/ 1048624 w 2122483"/>
              <a:gd name="connsiteY35" fmla="*/ 847289 h 2114026"/>
              <a:gd name="connsiteX36" fmla="*/ 1098958 w 2122483"/>
              <a:gd name="connsiteY36" fmla="*/ 771788 h 2114026"/>
              <a:gd name="connsiteX37" fmla="*/ 1115736 w 2122483"/>
              <a:gd name="connsiteY37" fmla="*/ 746621 h 2114026"/>
              <a:gd name="connsiteX38" fmla="*/ 1132514 w 2122483"/>
              <a:gd name="connsiteY38" fmla="*/ 721454 h 2114026"/>
              <a:gd name="connsiteX39" fmla="*/ 1157681 w 2122483"/>
              <a:gd name="connsiteY39" fmla="*/ 696287 h 2114026"/>
              <a:gd name="connsiteX40" fmla="*/ 1191237 w 2122483"/>
              <a:gd name="connsiteY40" fmla="*/ 645953 h 2114026"/>
              <a:gd name="connsiteX41" fmla="*/ 1208015 w 2122483"/>
              <a:gd name="connsiteY41" fmla="*/ 620786 h 2114026"/>
              <a:gd name="connsiteX42" fmla="*/ 1233182 w 2122483"/>
              <a:gd name="connsiteY42" fmla="*/ 604008 h 2114026"/>
              <a:gd name="connsiteX43" fmla="*/ 1266738 w 2122483"/>
              <a:gd name="connsiteY43" fmla="*/ 570452 h 2114026"/>
              <a:gd name="connsiteX44" fmla="*/ 1300293 w 2122483"/>
              <a:gd name="connsiteY44" fmla="*/ 536896 h 2114026"/>
              <a:gd name="connsiteX45" fmla="*/ 1342238 w 2122483"/>
              <a:gd name="connsiteY45" fmla="*/ 503340 h 2114026"/>
              <a:gd name="connsiteX46" fmla="*/ 1367405 w 2122483"/>
              <a:gd name="connsiteY46" fmla="*/ 478173 h 2114026"/>
              <a:gd name="connsiteX47" fmla="*/ 1392572 w 2122483"/>
              <a:gd name="connsiteY47" fmla="*/ 469784 h 2114026"/>
              <a:gd name="connsiteX48" fmla="*/ 1417739 w 2122483"/>
              <a:gd name="connsiteY48" fmla="*/ 453006 h 2114026"/>
              <a:gd name="connsiteX49" fmla="*/ 1442906 w 2122483"/>
              <a:gd name="connsiteY49" fmla="*/ 444617 h 2114026"/>
              <a:gd name="connsiteX50" fmla="*/ 1518407 w 2122483"/>
              <a:gd name="connsiteY50" fmla="*/ 394283 h 2114026"/>
              <a:gd name="connsiteX51" fmla="*/ 1543574 w 2122483"/>
              <a:gd name="connsiteY51" fmla="*/ 377505 h 2114026"/>
              <a:gd name="connsiteX52" fmla="*/ 1593908 w 2122483"/>
              <a:gd name="connsiteY52" fmla="*/ 352338 h 2114026"/>
              <a:gd name="connsiteX53" fmla="*/ 1619075 w 2122483"/>
              <a:gd name="connsiteY53" fmla="*/ 343949 h 2114026"/>
              <a:gd name="connsiteX54" fmla="*/ 1669409 w 2122483"/>
              <a:gd name="connsiteY54" fmla="*/ 318782 h 2114026"/>
              <a:gd name="connsiteX55" fmla="*/ 1719743 w 2122483"/>
              <a:gd name="connsiteY55" fmla="*/ 285226 h 2114026"/>
              <a:gd name="connsiteX56" fmla="*/ 1770077 w 2122483"/>
              <a:gd name="connsiteY56" fmla="*/ 251670 h 2114026"/>
              <a:gd name="connsiteX57" fmla="*/ 1895912 w 2122483"/>
              <a:gd name="connsiteY57" fmla="*/ 184558 h 2114026"/>
              <a:gd name="connsiteX58" fmla="*/ 1946246 w 2122483"/>
              <a:gd name="connsiteY58" fmla="*/ 151002 h 2114026"/>
              <a:gd name="connsiteX59" fmla="*/ 1996580 w 2122483"/>
              <a:gd name="connsiteY59" fmla="*/ 109057 h 2114026"/>
              <a:gd name="connsiteX60" fmla="*/ 2030136 w 2122483"/>
              <a:gd name="connsiteY60" fmla="*/ 83890 h 2114026"/>
              <a:gd name="connsiteX61" fmla="*/ 2055303 w 2122483"/>
              <a:gd name="connsiteY61" fmla="*/ 75501 h 2114026"/>
              <a:gd name="connsiteX62" fmla="*/ 2088859 w 2122483"/>
              <a:gd name="connsiteY62" fmla="*/ 41945 h 2114026"/>
              <a:gd name="connsiteX63" fmla="*/ 2097248 w 2122483"/>
              <a:gd name="connsiteY63" fmla="*/ 16778 h 2114026"/>
              <a:gd name="connsiteX64" fmla="*/ 2122415 w 2122483"/>
              <a:gd name="connsiteY64" fmla="*/ 0 h 2114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2122483" h="2114026">
                <a:moveTo>
                  <a:pt x="0" y="2114026"/>
                </a:moveTo>
                <a:cubicBezTo>
                  <a:pt x="58723" y="2111230"/>
                  <a:pt x="117739" y="2112129"/>
                  <a:pt x="176169" y="2105637"/>
                </a:cubicBezTo>
                <a:cubicBezTo>
                  <a:pt x="193746" y="2103684"/>
                  <a:pt x="209345" y="2093148"/>
                  <a:pt x="226503" y="2088859"/>
                </a:cubicBezTo>
                <a:lnTo>
                  <a:pt x="260059" y="2080470"/>
                </a:lnTo>
                <a:cubicBezTo>
                  <a:pt x="268448" y="2074877"/>
                  <a:pt x="276208" y="2068201"/>
                  <a:pt x="285226" y="2063692"/>
                </a:cubicBezTo>
                <a:cubicBezTo>
                  <a:pt x="327421" y="2042594"/>
                  <a:pt x="307828" y="2074647"/>
                  <a:pt x="360727" y="2021747"/>
                </a:cubicBezTo>
                <a:cubicBezTo>
                  <a:pt x="425318" y="1957154"/>
                  <a:pt x="397898" y="1991155"/>
                  <a:pt x="444616" y="1921079"/>
                </a:cubicBezTo>
                <a:lnTo>
                  <a:pt x="461394" y="1895912"/>
                </a:lnTo>
                <a:cubicBezTo>
                  <a:pt x="466987" y="1887523"/>
                  <a:pt x="474984" y="1880310"/>
                  <a:pt x="478172" y="1870745"/>
                </a:cubicBezTo>
                <a:cubicBezTo>
                  <a:pt x="480968" y="1862356"/>
                  <a:pt x="482606" y="1853487"/>
                  <a:pt x="486561" y="1845578"/>
                </a:cubicBezTo>
                <a:cubicBezTo>
                  <a:pt x="491070" y="1836560"/>
                  <a:pt x="499244" y="1829624"/>
                  <a:pt x="503339" y="1820411"/>
                </a:cubicBezTo>
                <a:cubicBezTo>
                  <a:pt x="503341" y="1820408"/>
                  <a:pt x="524311" y="1757496"/>
                  <a:pt x="528506" y="1744911"/>
                </a:cubicBezTo>
                <a:lnTo>
                  <a:pt x="545284" y="1694577"/>
                </a:lnTo>
                <a:cubicBezTo>
                  <a:pt x="548080" y="1686188"/>
                  <a:pt x="551528" y="1677989"/>
                  <a:pt x="553673" y="1669410"/>
                </a:cubicBezTo>
                <a:cubicBezTo>
                  <a:pt x="556361" y="1658659"/>
                  <a:pt x="564434" y="1622722"/>
                  <a:pt x="570451" y="1610687"/>
                </a:cubicBezTo>
                <a:cubicBezTo>
                  <a:pt x="574960" y="1601669"/>
                  <a:pt x="581636" y="1593909"/>
                  <a:pt x="587229" y="1585520"/>
                </a:cubicBezTo>
                <a:cubicBezTo>
                  <a:pt x="589917" y="1574769"/>
                  <a:pt x="597990" y="1538832"/>
                  <a:pt x="604007" y="1526797"/>
                </a:cubicBezTo>
                <a:cubicBezTo>
                  <a:pt x="608516" y="1517779"/>
                  <a:pt x="616276" y="1510648"/>
                  <a:pt x="620785" y="1501630"/>
                </a:cubicBezTo>
                <a:cubicBezTo>
                  <a:pt x="624740" y="1493721"/>
                  <a:pt x="624880" y="1484193"/>
                  <a:pt x="629174" y="1476463"/>
                </a:cubicBezTo>
                <a:cubicBezTo>
                  <a:pt x="638967" y="1458836"/>
                  <a:pt x="651545" y="1442907"/>
                  <a:pt x="662730" y="1426129"/>
                </a:cubicBezTo>
                <a:lnTo>
                  <a:pt x="679508" y="1400962"/>
                </a:lnTo>
                <a:cubicBezTo>
                  <a:pt x="685101" y="1392573"/>
                  <a:pt x="687897" y="1381388"/>
                  <a:pt x="696286" y="1375795"/>
                </a:cubicBezTo>
                <a:lnTo>
                  <a:pt x="721453" y="1359017"/>
                </a:lnTo>
                <a:cubicBezTo>
                  <a:pt x="737785" y="1310022"/>
                  <a:pt x="717064" y="1355017"/>
                  <a:pt x="755009" y="1317072"/>
                </a:cubicBezTo>
                <a:cubicBezTo>
                  <a:pt x="825727" y="1246354"/>
                  <a:pt x="725592" y="1334968"/>
                  <a:pt x="780176" y="1266738"/>
                </a:cubicBezTo>
                <a:cubicBezTo>
                  <a:pt x="786474" y="1258865"/>
                  <a:pt x="796954" y="1255553"/>
                  <a:pt x="805343" y="1249960"/>
                </a:cubicBezTo>
                <a:cubicBezTo>
                  <a:pt x="808139" y="1241571"/>
                  <a:pt x="809438" y="1232523"/>
                  <a:pt x="813732" y="1224793"/>
                </a:cubicBezTo>
                <a:lnTo>
                  <a:pt x="864066" y="1149292"/>
                </a:lnTo>
                <a:cubicBezTo>
                  <a:pt x="869659" y="1140903"/>
                  <a:pt x="877656" y="1133690"/>
                  <a:pt x="880844" y="1124125"/>
                </a:cubicBezTo>
                <a:cubicBezTo>
                  <a:pt x="883640" y="1115736"/>
                  <a:pt x="885278" y="1106867"/>
                  <a:pt x="889233" y="1098958"/>
                </a:cubicBezTo>
                <a:cubicBezTo>
                  <a:pt x="893742" y="1089940"/>
                  <a:pt x="901916" y="1083004"/>
                  <a:pt x="906011" y="1073791"/>
                </a:cubicBezTo>
                <a:cubicBezTo>
                  <a:pt x="935435" y="1007587"/>
                  <a:pt x="902682" y="1036862"/>
                  <a:pt x="947956" y="1006679"/>
                </a:cubicBezTo>
                <a:cubicBezTo>
                  <a:pt x="973752" y="955087"/>
                  <a:pt x="957797" y="983528"/>
                  <a:pt x="998290" y="922789"/>
                </a:cubicBezTo>
                <a:cubicBezTo>
                  <a:pt x="1003883" y="914400"/>
                  <a:pt x="1007939" y="904751"/>
                  <a:pt x="1015068" y="897622"/>
                </a:cubicBezTo>
                <a:lnTo>
                  <a:pt x="1040235" y="872456"/>
                </a:lnTo>
                <a:cubicBezTo>
                  <a:pt x="1043031" y="864067"/>
                  <a:pt x="1044330" y="855019"/>
                  <a:pt x="1048624" y="847289"/>
                </a:cubicBezTo>
                <a:lnTo>
                  <a:pt x="1098958" y="771788"/>
                </a:lnTo>
                <a:lnTo>
                  <a:pt x="1115736" y="746621"/>
                </a:lnTo>
                <a:cubicBezTo>
                  <a:pt x="1121329" y="738232"/>
                  <a:pt x="1125385" y="728583"/>
                  <a:pt x="1132514" y="721454"/>
                </a:cubicBezTo>
                <a:cubicBezTo>
                  <a:pt x="1140903" y="713065"/>
                  <a:pt x="1150397" y="705652"/>
                  <a:pt x="1157681" y="696287"/>
                </a:cubicBezTo>
                <a:cubicBezTo>
                  <a:pt x="1170061" y="680370"/>
                  <a:pt x="1180052" y="662731"/>
                  <a:pt x="1191237" y="645953"/>
                </a:cubicBezTo>
                <a:cubicBezTo>
                  <a:pt x="1196830" y="637564"/>
                  <a:pt x="1199626" y="626379"/>
                  <a:pt x="1208015" y="620786"/>
                </a:cubicBezTo>
                <a:lnTo>
                  <a:pt x="1233182" y="604008"/>
                </a:lnTo>
                <a:cubicBezTo>
                  <a:pt x="1255553" y="536896"/>
                  <a:pt x="1221997" y="615193"/>
                  <a:pt x="1266738" y="570452"/>
                </a:cubicBezTo>
                <a:cubicBezTo>
                  <a:pt x="1311480" y="525710"/>
                  <a:pt x="1233183" y="559267"/>
                  <a:pt x="1300293" y="536896"/>
                </a:cubicBezTo>
                <a:cubicBezTo>
                  <a:pt x="1337816" y="480611"/>
                  <a:pt x="1293613" y="535756"/>
                  <a:pt x="1342238" y="503340"/>
                </a:cubicBezTo>
                <a:cubicBezTo>
                  <a:pt x="1352109" y="496759"/>
                  <a:pt x="1357534" y="484754"/>
                  <a:pt x="1367405" y="478173"/>
                </a:cubicBezTo>
                <a:cubicBezTo>
                  <a:pt x="1374763" y="473268"/>
                  <a:pt x="1384663" y="473739"/>
                  <a:pt x="1392572" y="469784"/>
                </a:cubicBezTo>
                <a:cubicBezTo>
                  <a:pt x="1401590" y="465275"/>
                  <a:pt x="1408721" y="457515"/>
                  <a:pt x="1417739" y="453006"/>
                </a:cubicBezTo>
                <a:cubicBezTo>
                  <a:pt x="1425648" y="449051"/>
                  <a:pt x="1435176" y="448911"/>
                  <a:pt x="1442906" y="444617"/>
                </a:cubicBezTo>
                <a:lnTo>
                  <a:pt x="1518407" y="394283"/>
                </a:lnTo>
                <a:cubicBezTo>
                  <a:pt x="1526796" y="388690"/>
                  <a:pt x="1534009" y="380693"/>
                  <a:pt x="1543574" y="377505"/>
                </a:cubicBezTo>
                <a:cubicBezTo>
                  <a:pt x="1606832" y="356419"/>
                  <a:pt x="1528859" y="384863"/>
                  <a:pt x="1593908" y="352338"/>
                </a:cubicBezTo>
                <a:cubicBezTo>
                  <a:pt x="1601817" y="348383"/>
                  <a:pt x="1611166" y="347904"/>
                  <a:pt x="1619075" y="343949"/>
                </a:cubicBezTo>
                <a:cubicBezTo>
                  <a:pt x="1684124" y="311424"/>
                  <a:pt x="1606151" y="339868"/>
                  <a:pt x="1669409" y="318782"/>
                </a:cubicBezTo>
                <a:cubicBezTo>
                  <a:pt x="1725261" y="262930"/>
                  <a:pt x="1665110" y="315578"/>
                  <a:pt x="1719743" y="285226"/>
                </a:cubicBezTo>
                <a:cubicBezTo>
                  <a:pt x="1737370" y="275433"/>
                  <a:pt x="1752041" y="260688"/>
                  <a:pt x="1770077" y="251670"/>
                </a:cubicBezTo>
                <a:cubicBezTo>
                  <a:pt x="1833396" y="220010"/>
                  <a:pt x="1845493" y="216643"/>
                  <a:pt x="1895912" y="184558"/>
                </a:cubicBezTo>
                <a:cubicBezTo>
                  <a:pt x="1912924" y="173732"/>
                  <a:pt x="1931987" y="165261"/>
                  <a:pt x="1946246" y="151002"/>
                </a:cubicBezTo>
                <a:cubicBezTo>
                  <a:pt x="1985414" y="111834"/>
                  <a:pt x="1955702" y="138256"/>
                  <a:pt x="1996580" y="109057"/>
                </a:cubicBezTo>
                <a:cubicBezTo>
                  <a:pt x="2007957" y="100930"/>
                  <a:pt x="2017997" y="90827"/>
                  <a:pt x="2030136" y="83890"/>
                </a:cubicBezTo>
                <a:cubicBezTo>
                  <a:pt x="2037814" y="79503"/>
                  <a:pt x="2046914" y="78297"/>
                  <a:pt x="2055303" y="75501"/>
                </a:cubicBezTo>
                <a:cubicBezTo>
                  <a:pt x="2077674" y="8389"/>
                  <a:pt x="2044118" y="86686"/>
                  <a:pt x="2088859" y="41945"/>
                </a:cubicBezTo>
                <a:cubicBezTo>
                  <a:pt x="2095112" y="35692"/>
                  <a:pt x="2090995" y="23031"/>
                  <a:pt x="2097248" y="16778"/>
                </a:cubicBezTo>
                <a:cubicBezTo>
                  <a:pt x="2125068" y="-11042"/>
                  <a:pt x="2122415" y="23097"/>
                  <a:pt x="2122415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57" name="群組 156">
            <a:extLst>
              <a:ext uri="{FF2B5EF4-FFF2-40B4-BE49-F238E27FC236}">
                <a16:creationId xmlns:a16="http://schemas.microsoft.com/office/drawing/2014/main" id="{4EC354C2-BE54-4F8B-9AE3-E3F92E887375}"/>
              </a:ext>
            </a:extLst>
          </p:cNvPr>
          <p:cNvGrpSpPr/>
          <p:nvPr/>
        </p:nvGrpSpPr>
        <p:grpSpPr>
          <a:xfrm>
            <a:off x="917107" y="3448263"/>
            <a:ext cx="3592934" cy="3153215"/>
            <a:chOff x="748559" y="2237146"/>
            <a:chExt cx="3592934" cy="3153215"/>
          </a:xfrm>
        </p:grpSpPr>
        <p:pic>
          <p:nvPicPr>
            <p:cNvPr id="158" name="圖片 157">
              <a:extLst>
                <a:ext uri="{FF2B5EF4-FFF2-40B4-BE49-F238E27FC236}">
                  <a16:creationId xmlns:a16="http://schemas.microsoft.com/office/drawing/2014/main" id="{CD90353C-8621-4F23-BDC5-3183B4A0EE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8559" y="2237146"/>
              <a:ext cx="3296110" cy="3153215"/>
            </a:xfrm>
            <a:prstGeom prst="rect">
              <a:avLst/>
            </a:prstGeom>
          </p:spPr>
        </p:pic>
        <p:sp>
          <p:nvSpPr>
            <p:cNvPr id="159" name="文字方塊 158">
              <a:extLst>
                <a:ext uri="{FF2B5EF4-FFF2-40B4-BE49-F238E27FC236}">
                  <a16:creationId xmlns:a16="http://schemas.microsoft.com/office/drawing/2014/main" id="{FC656E24-D02E-4068-9E7D-C4F0CB01730D}"/>
                </a:ext>
              </a:extLst>
            </p:cNvPr>
            <p:cNvSpPr txBox="1"/>
            <p:nvPr/>
          </p:nvSpPr>
          <p:spPr>
            <a:xfrm>
              <a:off x="3900196" y="4499796"/>
              <a:ext cx="4412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TW" sz="24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TW" altLang="en-US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0" name="文字方塊 159">
              <a:extLst>
                <a:ext uri="{FF2B5EF4-FFF2-40B4-BE49-F238E27FC236}">
                  <a16:creationId xmlns:a16="http://schemas.microsoft.com/office/drawing/2014/main" id="{4F71BFC5-55C3-4E31-8BC3-37940EEFBFD5}"/>
                </a:ext>
              </a:extLst>
            </p:cNvPr>
            <p:cNvSpPr txBox="1"/>
            <p:nvPr/>
          </p:nvSpPr>
          <p:spPr>
            <a:xfrm>
              <a:off x="3900196" y="2435720"/>
              <a:ext cx="4412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TW" sz="2400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TW" altLang="en-US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1" name="橢圓 160">
              <a:extLst>
                <a:ext uri="{FF2B5EF4-FFF2-40B4-BE49-F238E27FC236}">
                  <a16:creationId xmlns:a16="http://schemas.microsoft.com/office/drawing/2014/main" id="{525BDB2D-0FA1-4AD0-A225-2C730C0AFB65}"/>
                </a:ext>
              </a:extLst>
            </p:cNvPr>
            <p:cNvSpPr/>
            <p:nvPr/>
          </p:nvSpPr>
          <p:spPr>
            <a:xfrm>
              <a:off x="1264212" y="2266364"/>
              <a:ext cx="108000" cy="108000"/>
            </a:xfrm>
            <a:prstGeom prst="ellipse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2" name="橢圓 161">
              <a:extLst>
                <a:ext uri="{FF2B5EF4-FFF2-40B4-BE49-F238E27FC236}">
                  <a16:creationId xmlns:a16="http://schemas.microsoft.com/office/drawing/2014/main" id="{8AEE4C93-B0A2-43DB-B026-EE1A9608DAD2}"/>
                </a:ext>
              </a:extLst>
            </p:cNvPr>
            <p:cNvSpPr/>
            <p:nvPr/>
          </p:nvSpPr>
          <p:spPr>
            <a:xfrm>
              <a:off x="1901454" y="2266364"/>
              <a:ext cx="108000" cy="108000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3" name="橢圓 162">
              <a:extLst>
                <a:ext uri="{FF2B5EF4-FFF2-40B4-BE49-F238E27FC236}">
                  <a16:creationId xmlns:a16="http://schemas.microsoft.com/office/drawing/2014/main" id="{FFE2139D-6CCF-4244-B7DE-14489625AF26}"/>
                </a:ext>
              </a:extLst>
            </p:cNvPr>
            <p:cNvSpPr/>
            <p:nvPr/>
          </p:nvSpPr>
          <p:spPr>
            <a:xfrm>
              <a:off x="2157751" y="2266364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4" name="橢圓 163">
              <a:extLst>
                <a:ext uri="{FF2B5EF4-FFF2-40B4-BE49-F238E27FC236}">
                  <a16:creationId xmlns:a16="http://schemas.microsoft.com/office/drawing/2014/main" id="{0A6955AE-B416-4B33-85E7-750D38653423}"/>
                </a:ext>
              </a:extLst>
            </p:cNvPr>
            <p:cNvSpPr/>
            <p:nvPr/>
          </p:nvSpPr>
          <p:spPr>
            <a:xfrm>
              <a:off x="2848993" y="2266364"/>
              <a:ext cx="108000" cy="108000"/>
            </a:xfrm>
            <a:prstGeom prst="ellipse">
              <a:avLst/>
            </a:prstGeom>
            <a:solidFill>
              <a:srgbClr val="44FD19"/>
            </a:solidFill>
            <a:ln>
              <a:solidFill>
                <a:srgbClr val="44FD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5" name="橢圓 164">
              <a:extLst>
                <a:ext uri="{FF2B5EF4-FFF2-40B4-BE49-F238E27FC236}">
                  <a16:creationId xmlns:a16="http://schemas.microsoft.com/office/drawing/2014/main" id="{06BCE76B-79FF-4740-AD2E-811A95F11138}"/>
                </a:ext>
              </a:extLst>
            </p:cNvPr>
            <p:cNvSpPr/>
            <p:nvPr/>
          </p:nvSpPr>
          <p:spPr>
            <a:xfrm>
              <a:off x="3105290" y="2266364"/>
              <a:ext cx="108000" cy="108000"/>
            </a:xfrm>
            <a:prstGeom prst="ellipse">
              <a:avLst/>
            </a:prstGeom>
            <a:solidFill>
              <a:srgbClr val="934BC9"/>
            </a:solidFill>
            <a:ln>
              <a:solidFill>
                <a:srgbClr val="934BC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6" name="橢圓 165">
              <a:extLst>
                <a:ext uri="{FF2B5EF4-FFF2-40B4-BE49-F238E27FC236}">
                  <a16:creationId xmlns:a16="http://schemas.microsoft.com/office/drawing/2014/main" id="{794C087E-A64C-4F00-9979-90A7363858CF}"/>
                </a:ext>
              </a:extLst>
            </p:cNvPr>
            <p:cNvSpPr/>
            <p:nvPr/>
          </p:nvSpPr>
          <p:spPr>
            <a:xfrm>
              <a:off x="3350453" y="2266364"/>
              <a:ext cx="108000" cy="10800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7" name="橢圓 166">
              <a:extLst>
                <a:ext uri="{FF2B5EF4-FFF2-40B4-BE49-F238E27FC236}">
                  <a16:creationId xmlns:a16="http://schemas.microsoft.com/office/drawing/2014/main" id="{E24EAEDC-DD2D-4F83-A652-93D589F8DA42}"/>
                </a:ext>
              </a:extLst>
            </p:cNvPr>
            <p:cNvSpPr/>
            <p:nvPr/>
          </p:nvSpPr>
          <p:spPr>
            <a:xfrm>
              <a:off x="1666971" y="5217796"/>
              <a:ext cx="108000" cy="10800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8" name="橢圓 167">
              <a:extLst>
                <a:ext uri="{FF2B5EF4-FFF2-40B4-BE49-F238E27FC236}">
                  <a16:creationId xmlns:a16="http://schemas.microsoft.com/office/drawing/2014/main" id="{553DE595-1630-48A1-9ACD-DA201EEA3B6A}"/>
                </a:ext>
              </a:extLst>
            </p:cNvPr>
            <p:cNvSpPr/>
            <p:nvPr/>
          </p:nvSpPr>
          <p:spPr>
            <a:xfrm>
              <a:off x="1449007" y="5217796"/>
              <a:ext cx="108000" cy="108000"/>
            </a:xfrm>
            <a:prstGeom prst="ellipse">
              <a:avLst/>
            </a:prstGeom>
            <a:solidFill>
              <a:srgbClr val="934BC9"/>
            </a:solidFill>
            <a:ln>
              <a:solidFill>
                <a:srgbClr val="934BC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9" name="橢圓 168">
              <a:extLst>
                <a:ext uri="{FF2B5EF4-FFF2-40B4-BE49-F238E27FC236}">
                  <a16:creationId xmlns:a16="http://schemas.microsoft.com/office/drawing/2014/main" id="{F81CB0BE-83EE-487A-85EB-4ACE0700F99D}"/>
                </a:ext>
              </a:extLst>
            </p:cNvPr>
            <p:cNvSpPr/>
            <p:nvPr/>
          </p:nvSpPr>
          <p:spPr>
            <a:xfrm>
              <a:off x="3340013" y="5217796"/>
              <a:ext cx="108000" cy="108000"/>
            </a:xfrm>
            <a:prstGeom prst="ellipse">
              <a:avLst/>
            </a:prstGeom>
            <a:solidFill>
              <a:srgbClr val="44FD19"/>
            </a:solidFill>
            <a:ln>
              <a:solidFill>
                <a:srgbClr val="44FD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0" name="橢圓 169">
              <a:extLst>
                <a:ext uri="{FF2B5EF4-FFF2-40B4-BE49-F238E27FC236}">
                  <a16:creationId xmlns:a16="http://schemas.microsoft.com/office/drawing/2014/main" id="{B2AF07BF-CBF9-4513-8E1E-3F31CA7FF7C1}"/>
                </a:ext>
              </a:extLst>
            </p:cNvPr>
            <p:cNvSpPr/>
            <p:nvPr/>
          </p:nvSpPr>
          <p:spPr>
            <a:xfrm>
              <a:off x="2663682" y="5217796"/>
              <a:ext cx="108000" cy="108000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1" name="橢圓 170">
              <a:extLst>
                <a:ext uri="{FF2B5EF4-FFF2-40B4-BE49-F238E27FC236}">
                  <a16:creationId xmlns:a16="http://schemas.microsoft.com/office/drawing/2014/main" id="{6F1CEBD1-1947-4195-A88F-FB87B6AD7305}"/>
                </a:ext>
              </a:extLst>
            </p:cNvPr>
            <p:cNvSpPr/>
            <p:nvPr/>
          </p:nvSpPr>
          <p:spPr>
            <a:xfrm>
              <a:off x="2283798" y="5217796"/>
              <a:ext cx="108000" cy="108000"/>
            </a:xfrm>
            <a:prstGeom prst="ellipse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2" name="橢圓 171">
              <a:extLst>
                <a:ext uri="{FF2B5EF4-FFF2-40B4-BE49-F238E27FC236}">
                  <a16:creationId xmlns:a16="http://schemas.microsoft.com/office/drawing/2014/main" id="{9648760F-E606-4A3A-B4CC-A447E227F23E}"/>
                </a:ext>
              </a:extLst>
            </p:cNvPr>
            <p:cNvSpPr/>
            <p:nvPr/>
          </p:nvSpPr>
          <p:spPr>
            <a:xfrm>
              <a:off x="1172329" y="5217796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07486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486405-10E9-4237-AE0C-C31198684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MIS-2 — Critical Point,</a:t>
            </a:r>
            <a:r>
              <a:rPr lang="zh-TW" altLang="en-US" dirty="0"/>
              <a:t> </a:t>
            </a:r>
            <a:r>
              <a:rPr lang="en-US" altLang="zh-TW" dirty="0"/>
              <a:t>K(</a:t>
            </a:r>
            <a:r>
              <a:rPr lang="en-US" altLang="zh-TW" i="1" dirty="0"/>
              <a:t>P</a:t>
            </a:r>
            <a:r>
              <a:rPr lang="en-US" altLang="zh-TW" baseline="-25000" dirty="0"/>
              <a:t>i</a:t>
            </a:r>
            <a:r>
              <a:rPr lang="en-US" altLang="zh-TW" dirty="0"/>
              <a:t>)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8CDC4F2-7730-495F-924C-604C458CD1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559" y="2237146"/>
            <a:ext cx="3296110" cy="3153215"/>
          </a:xfrm>
          <a:prstGeom prst="rect">
            <a:avLst/>
          </a:prstGeom>
        </p:spPr>
      </p:pic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062A2B0D-8DB6-4149-87ED-29C7DE1700F9}"/>
              </a:ext>
            </a:extLst>
          </p:cNvPr>
          <p:cNvCxnSpPr>
            <a:cxnSpLocks/>
          </p:cNvCxnSpPr>
          <p:nvPr/>
        </p:nvCxnSpPr>
        <p:spPr>
          <a:xfrm>
            <a:off x="4724047" y="3790425"/>
            <a:ext cx="13719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A5865378-E0F2-4178-BC4C-430F0B202D97}"/>
              </a:ext>
            </a:extLst>
          </p:cNvPr>
          <p:cNvSpPr txBox="1"/>
          <p:nvPr/>
        </p:nvSpPr>
        <p:spPr>
          <a:xfrm>
            <a:off x="3900196" y="4499796"/>
            <a:ext cx="4412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sz="24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D5F0B707-AA0E-4FB2-B2B3-79C8C6B90121}"/>
              </a:ext>
            </a:extLst>
          </p:cNvPr>
          <p:cNvSpPr txBox="1"/>
          <p:nvPr/>
        </p:nvSpPr>
        <p:spPr>
          <a:xfrm>
            <a:off x="3900196" y="2435720"/>
            <a:ext cx="4412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sz="24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EF118B4C-3A1E-4E34-847E-B8EB5CC2575A}"/>
              </a:ext>
            </a:extLst>
          </p:cNvPr>
          <p:cNvSpPr/>
          <p:nvPr/>
        </p:nvSpPr>
        <p:spPr>
          <a:xfrm>
            <a:off x="1264212" y="2266364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橢圓 58">
            <a:extLst>
              <a:ext uri="{FF2B5EF4-FFF2-40B4-BE49-F238E27FC236}">
                <a16:creationId xmlns:a16="http://schemas.microsoft.com/office/drawing/2014/main" id="{2056FB57-F31C-45B5-990C-DAA486343339}"/>
              </a:ext>
            </a:extLst>
          </p:cNvPr>
          <p:cNvSpPr/>
          <p:nvPr/>
        </p:nvSpPr>
        <p:spPr>
          <a:xfrm>
            <a:off x="1901454" y="2266364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B01365CC-5948-4001-A663-6A2E51CB8C8A}"/>
              </a:ext>
            </a:extLst>
          </p:cNvPr>
          <p:cNvSpPr/>
          <p:nvPr/>
        </p:nvSpPr>
        <p:spPr>
          <a:xfrm>
            <a:off x="2157751" y="2266364"/>
            <a:ext cx="108000" cy="108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橢圓 62">
            <a:extLst>
              <a:ext uri="{FF2B5EF4-FFF2-40B4-BE49-F238E27FC236}">
                <a16:creationId xmlns:a16="http://schemas.microsoft.com/office/drawing/2014/main" id="{C97AD891-E1C1-42B8-B2E9-960E2ED679CC}"/>
              </a:ext>
            </a:extLst>
          </p:cNvPr>
          <p:cNvSpPr/>
          <p:nvPr/>
        </p:nvSpPr>
        <p:spPr>
          <a:xfrm>
            <a:off x="2848993" y="2266364"/>
            <a:ext cx="108000" cy="108000"/>
          </a:xfrm>
          <a:prstGeom prst="ellipse">
            <a:avLst/>
          </a:prstGeom>
          <a:solidFill>
            <a:srgbClr val="44FD19"/>
          </a:solidFill>
          <a:ln>
            <a:solidFill>
              <a:srgbClr val="44FD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橢圓 64">
            <a:extLst>
              <a:ext uri="{FF2B5EF4-FFF2-40B4-BE49-F238E27FC236}">
                <a16:creationId xmlns:a16="http://schemas.microsoft.com/office/drawing/2014/main" id="{B1EC2848-8C70-42D6-905D-18296F3F8E75}"/>
              </a:ext>
            </a:extLst>
          </p:cNvPr>
          <p:cNvSpPr/>
          <p:nvPr/>
        </p:nvSpPr>
        <p:spPr>
          <a:xfrm>
            <a:off x="3105290" y="2266364"/>
            <a:ext cx="108000" cy="108000"/>
          </a:xfrm>
          <a:prstGeom prst="ellipse">
            <a:avLst/>
          </a:prstGeom>
          <a:solidFill>
            <a:srgbClr val="934BC9"/>
          </a:solidFill>
          <a:ln>
            <a:solidFill>
              <a:srgbClr val="934B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橢圓 66">
            <a:extLst>
              <a:ext uri="{FF2B5EF4-FFF2-40B4-BE49-F238E27FC236}">
                <a16:creationId xmlns:a16="http://schemas.microsoft.com/office/drawing/2014/main" id="{A746416C-4482-424A-BB30-C367AC581348}"/>
              </a:ext>
            </a:extLst>
          </p:cNvPr>
          <p:cNvSpPr/>
          <p:nvPr/>
        </p:nvSpPr>
        <p:spPr>
          <a:xfrm>
            <a:off x="3350453" y="2266364"/>
            <a:ext cx="108000" cy="1080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9" name="橢圓 68">
            <a:extLst>
              <a:ext uri="{FF2B5EF4-FFF2-40B4-BE49-F238E27FC236}">
                <a16:creationId xmlns:a16="http://schemas.microsoft.com/office/drawing/2014/main" id="{768321FA-29B9-4680-B2DA-7F9AFD8D2481}"/>
              </a:ext>
            </a:extLst>
          </p:cNvPr>
          <p:cNvSpPr/>
          <p:nvPr/>
        </p:nvSpPr>
        <p:spPr>
          <a:xfrm>
            <a:off x="1666971" y="5217796"/>
            <a:ext cx="108000" cy="1080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0" name="橢圓 69">
            <a:extLst>
              <a:ext uri="{FF2B5EF4-FFF2-40B4-BE49-F238E27FC236}">
                <a16:creationId xmlns:a16="http://schemas.microsoft.com/office/drawing/2014/main" id="{B32D2AB6-5D7C-45CA-A374-A25743958570}"/>
              </a:ext>
            </a:extLst>
          </p:cNvPr>
          <p:cNvSpPr/>
          <p:nvPr/>
        </p:nvSpPr>
        <p:spPr>
          <a:xfrm>
            <a:off x="1449007" y="5217796"/>
            <a:ext cx="108000" cy="108000"/>
          </a:xfrm>
          <a:prstGeom prst="ellipse">
            <a:avLst/>
          </a:prstGeom>
          <a:solidFill>
            <a:srgbClr val="934BC9"/>
          </a:solidFill>
          <a:ln>
            <a:solidFill>
              <a:srgbClr val="934B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1" name="橢圓 70">
            <a:extLst>
              <a:ext uri="{FF2B5EF4-FFF2-40B4-BE49-F238E27FC236}">
                <a16:creationId xmlns:a16="http://schemas.microsoft.com/office/drawing/2014/main" id="{584D5CFC-1840-4B55-9104-ADC2F9E1A157}"/>
              </a:ext>
            </a:extLst>
          </p:cNvPr>
          <p:cNvSpPr/>
          <p:nvPr/>
        </p:nvSpPr>
        <p:spPr>
          <a:xfrm>
            <a:off x="3340013" y="5217796"/>
            <a:ext cx="108000" cy="108000"/>
          </a:xfrm>
          <a:prstGeom prst="ellipse">
            <a:avLst/>
          </a:prstGeom>
          <a:solidFill>
            <a:srgbClr val="44FD19"/>
          </a:solidFill>
          <a:ln>
            <a:solidFill>
              <a:srgbClr val="44FD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2" name="橢圓 71">
            <a:extLst>
              <a:ext uri="{FF2B5EF4-FFF2-40B4-BE49-F238E27FC236}">
                <a16:creationId xmlns:a16="http://schemas.microsoft.com/office/drawing/2014/main" id="{2542B503-322A-40C5-AB85-4269F75A0DE6}"/>
              </a:ext>
            </a:extLst>
          </p:cNvPr>
          <p:cNvSpPr/>
          <p:nvPr/>
        </p:nvSpPr>
        <p:spPr>
          <a:xfrm>
            <a:off x="2663682" y="5217796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3" name="橢圓 72">
            <a:extLst>
              <a:ext uri="{FF2B5EF4-FFF2-40B4-BE49-F238E27FC236}">
                <a16:creationId xmlns:a16="http://schemas.microsoft.com/office/drawing/2014/main" id="{6647A109-4C46-4C24-8B65-93DE6F581CF4}"/>
              </a:ext>
            </a:extLst>
          </p:cNvPr>
          <p:cNvSpPr/>
          <p:nvPr/>
        </p:nvSpPr>
        <p:spPr>
          <a:xfrm>
            <a:off x="2283798" y="5217796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4" name="橢圓 73">
            <a:extLst>
              <a:ext uri="{FF2B5EF4-FFF2-40B4-BE49-F238E27FC236}">
                <a16:creationId xmlns:a16="http://schemas.microsoft.com/office/drawing/2014/main" id="{ABAE5846-D78D-4385-A86D-D7D59B6ECEB8}"/>
              </a:ext>
            </a:extLst>
          </p:cNvPr>
          <p:cNvSpPr/>
          <p:nvPr/>
        </p:nvSpPr>
        <p:spPr>
          <a:xfrm>
            <a:off x="1172329" y="5217796"/>
            <a:ext cx="108000" cy="108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41" name="群組 140">
            <a:extLst>
              <a:ext uri="{FF2B5EF4-FFF2-40B4-BE49-F238E27FC236}">
                <a16:creationId xmlns:a16="http://schemas.microsoft.com/office/drawing/2014/main" id="{CC4E2722-E082-47D8-80F0-444234684B55}"/>
              </a:ext>
            </a:extLst>
          </p:cNvPr>
          <p:cNvGrpSpPr/>
          <p:nvPr/>
        </p:nvGrpSpPr>
        <p:grpSpPr>
          <a:xfrm>
            <a:off x="6010892" y="1539551"/>
            <a:ext cx="5544000" cy="4114801"/>
            <a:chOff x="6010892" y="1539551"/>
            <a:chExt cx="5544000" cy="4114801"/>
          </a:xfrm>
        </p:grpSpPr>
        <p:cxnSp>
          <p:nvCxnSpPr>
            <p:cNvPr id="10" name="直線單箭頭接點 9">
              <a:extLst>
                <a:ext uri="{FF2B5EF4-FFF2-40B4-BE49-F238E27FC236}">
                  <a16:creationId xmlns:a16="http://schemas.microsoft.com/office/drawing/2014/main" id="{C99555DA-F6C8-4835-915A-6EA1BE9827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06463" y="1539551"/>
              <a:ext cx="0" cy="411480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單箭頭接點 14">
              <a:extLst>
                <a:ext uri="{FF2B5EF4-FFF2-40B4-BE49-F238E27FC236}">
                  <a16:creationId xmlns:a16="http://schemas.microsoft.com/office/drawing/2014/main" id="{59002B21-9EE0-4E92-B43A-0315D4939C5F}"/>
                </a:ext>
              </a:extLst>
            </p:cNvPr>
            <p:cNvCxnSpPr>
              <a:cxnSpLocks/>
            </p:cNvCxnSpPr>
            <p:nvPr/>
          </p:nvCxnSpPr>
          <p:spPr>
            <a:xfrm>
              <a:off x="6822790" y="5390359"/>
              <a:ext cx="406603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>
              <a:extLst>
                <a:ext uri="{FF2B5EF4-FFF2-40B4-BE49-F238E27FC236}">
                  <a16:creationId xmlns:a16="http://schemas.microsoft.com/office/drawing/2014/main" id="{EEA34CF4-C79D-4AFE-81BA-64AA17DB32F7}"/>
                </a:ext>
              </a:extLst>
            </p:cNvPr>
            <p:cNvCxnSpPr/>
            <p:nvPr/>
          </p:nvCxnSpPr>
          <p:spPr>
            <a:xfrm>
              <a:off x="7106463" y="5271796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>
              <a:extLst>
                <a:ext uri="{FF2B5EF4-FFF2-40B4-BE49-F238E27FC236}">
                  <a16:creationId xmlns:a16="http://schemas.microsoft.com/office/drawing/2014/main" id="{840EE5D7-2175-4461-BF7E-04B854A1340A}"/>
                </a:ext>
              </a:extLst>
            </p:cNvPr>
            <p:cNvCxnSpPr/>
            <p:nvPr/>
          </p:nvCxnSpPr>
          <p:spPr>
            <a:xfrm>
              <a:off x="9754023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接點 28">
              <a:extLst>
                <a:ext uri="{FF2B5EF4-FFF2-40B4-BE49-F238E27FC236}">
                  <a16:creationId xmlns:a16="http://schemas.microsoft.com/office/drawing/2014/main" id="{E7341A97-4151-437F-B337-8CB2CB3BF88E}"/>
                </a:ext>
              </a:extLst>
            </p:cNvPr>
            <p:cNvCxnSpPr/>
            <p:nvPr/>
          </p:nvCxnSpPr>
          <p:spPr>
            <a:xfrm>
              <a:off x="9312763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接點 29">
              <a:extLst>
                <a:ext uri="{FF2B5EF4-FFF2-40B4-BE49-F238E27FC236}">
                  <a16:creationId xmlns:a16="http://schemas.microsoft.com/office/drawing/2014/main" id="{88F43A19-D495-48B2-B383-F897B8A7BD0A}"/>
                </a:ext>
              </a:extLst>
            </p:cNvPr>
            <p:cNvCxnSpPr/>
            <p:nvPr/>
          </p:nvCxnSpPr>
          <p:spPr>
            <a:xfrm>
              <a:off x="8871503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接點 30">
              <a:extLst>
                <a:ext uri="{FF2B5EF4-FFF2-40B4-BE49-F238E27FC236}">
                  <a16:creationId xmlns:a16="http://schemas.microsoft.com/office/drawing/2014/main" id="{6B3E89D0-0260-4AB1-9171-1CA042F161FB}"/>
                </a:ext>
              </a:extLst>
            </p:cNvPr>
            <p:cNvCxnSpPr>
              <a:cxnSpLocks/>
            </p:cNvCxnSpPr>
            <p:nvPr/>
          </p:nvCxnSpPr>
          <p:spPr>
            <a:xfrm>
              <a:off x="8430243" y="527179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>
              <a:extLst>
                <a:ext uri="{FF2B5EF4-FFF2-40B4-BE49-F238E27FC236}">
                  <a16:creationId xmlns:a16="http://schemas.microsoft.com/office/drawing/2014/main" id="{DB155AEA-5A08-4D5F-8B29-C2B0D0F8941F}"/>
                </a:ext>
              </a:extLst>
            </p:cNvPr>
            <p:cNvCxnSpPr>
              <a:cxnSpLocks/>
            </p:cNvCxnSpPr>
            <p:nvPr/>
          </p:nvCxnSpPr>
          <p:spPr>
            <a:xfrm>
              <a:off x="7988983" y="527179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>
              <a:extLst>
                <a:ext uri="{FF2B5EF4-FFF2-40B4-BE49-F238E27FC236}">
                  <a16:creationId xmlns:a16="http://schemas.microsoft.com/office/drawing/2014/main" id="{003EDBAB-6DBE-499D-B9E1-7BE4C2E1842A}"/>
                </a:ext>
              </a:extLst>
            </p:cNvPr>
            <p:cNvCxnSpPr>
              <a:cxnSpLocks/>
            </p:cNvCxnSpPr>
            <p:nvPr/>
          </p:nvCxnSpPr>
          <p:spPr>
            <a:xfrm>
              <a:off x="7547723" y="527179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接點 41">
              <a:extLst>
                <a:ext uri="{FF2B5EF4-FFF2-40B4-BE49-F238E27FC236}">
                  <a16:creationId xmlns:a16="http://schemas.microsoft.com/office/drawing/2014/main" id="{082B469B-4687-4959-94C9-798DD88AECF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5271607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接點 42">
              <a:extLst>
                <a:ext uri="{FF2B5EF4-FFF2-40B4-BE49-F238E27FC236}">
                  <a16:creationId xmlns:a16="http://schemas.microsoft.com/office/drawing/2014/main" id="{E43C336B-3B0C-44AE-8409-150636E1EE8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4827911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接點 43">
              <a:extLst>
                <a:ext uri="{FF2B5EF4-FFF2-40B4-BE49-F238E27FC236}">
                  <a16:creationId xmlns:a16="http://schemas.microsoft.com/office/drawing/2014/main" id="{96889798-ACB1-4A2A-8C90-C0A87256072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438421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接點 44">
              <a:extLst>
                <a:ext uri="{FF2B5EF4-FFF2-40B4-BE49-F238E27FC236}">
                  <a16:creationId xmlns:a16="http://schemas.microsoft.com/office/drawing/2014/main" id="{DF8C0888-C534-4017-9B1E-8304FBF7868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3940521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接點 45">
              <a:extLst>
                <a:ext uri="{FF2B5EF4-FFF2-40B4-BE49-F238E27FC236}">
                  <a16:creationId xmlns:a16="http://schemas.microsoft.com/office/drawing/2014/main" id="{24D08290-A2D1-4F2D-8F67-35FA440AD23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349682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線接點 46">
              <a:extLst>
                <a:ext uri="{FF2B5EF4-FFF2-40B4-BE49-F238E27FC236}">
                  <a16:creationId xmlns:a16="http://schemas.microsoft.com/office/drawing/2014/main" id="{071F6075-E1AB-44B5-A88C-E5EDD8B36E6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3053131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線接點 47">
              <a:extLst>
                <a:ext uri="{FF2B5EF4-FFF2-40B4-BE49-F238E27FC236}">
                  <a16:creationId xmlns:a16="http://schemas.microsoft.com/office/drawing/2014/main" id="{8E67856E-F3B6-4082-8127-3531C373B8F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260943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8" name="群組 97">
              <a:extLst>
                <a:ext uri="{FF2B5EF4-FFF2-40B4-BE49-F238E27FC236}">
                  <a16:creationId xmlns:a16="http://schemas.microsoft.com/office/drawing/2014/main" id="{BF961E2F-CE2B-43D9-B75A-4D99765FDE95}"/>
                </a:ext>
              </a:extLst>
            </p:cNvPr>
            <p:cNvGrpSpPr/>
            <p:nvPr/>
          </p:nvGrpSpPr>
          <p:grpSpPr>
            <a:xfrm>
              <a:off x="7513605" y="3980778"/>
              <a:ext cx="917159" cy="108000"/>
              <a:chOff x="7513605" y="3980778"/>
              <a:chExt cx="917159" cy="108000"/>
            </a:xfrm>
          </p:grpSpPr>
          <p:sp>
            <p:nvSpPr>
              <p:cNvPr id="62" name="橢圓 61">
                <a:extLst>
                  <a:ext uri="{FF2B5EF4-FFF2-40B4-BE49-F238E27FC236}">
                    <a16:creationId xmlns:a16="http://schemas.microsoft.com/office/drawing/2014/main" id="{4A87D08C-6760-4EBB-A55C-72F8EFA91542}"/>
                  </a:ext>
                </a:extLst>
              </p:cNvPr>
              <p:cNvSpPr/>
              <p:nvPr/>
            </p:nvSpPr>
            <p:spPr>
              <a:xfrm>
                <a:off x="7513605" y="3980778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cxnSp>
            <p:nvCxnSpPr>
              <p:cNvPr id="76" name="直線接點 75">
                <a:extLst>
                  <a:ext uri="{FF2B5EF4-FFF2-40B4-BE49-F238E27FC236}">
                    <a16:creationId xmlns:a16="http://schemas.microsoft.com/office/drawing/2014/main" id="{567CC525-F158-4558-BD7A-6541685335AD}"/>
                  </a:ext>
                </a:extLst>
              </p:cNvPr>
              <p:cNvCxnSpPr>
                <a:cxnSpLocks/>
                <a:stCxn id="62" idx="6"/>
              </p:cNvCxnSpPr>
              <p:nvPr/>
            </p:nvCxnSpPr>
            <p:spPr>
              <a:xfrm flipV="1">
                <a:off x="7621605" y="4034487"/>
                <a:ext cx="809159" cy="291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9" name="群組 98">
              <a:extLst>
                <a:ext uri="{FF2B5EF4-FFF2-40B4-BE49-F238E27FC236}">
                  <a16:creationId xmlns:a16="http://schemas.microsoft.com/office/drawing/2014/main" id="{8B722401-4250-4122-825D-6376F56B2E05}"/>
                </a:ext>
              </a:extLst>
            </p:cNvPr>
            <p:cNvGrpSpPr/>
            <p:nvPr/>
          </p:nvGrpSpPr>
          <p:grpSpPr>
            <a:xfrm>
              <a:off x="7771669" y="3113282"/>
              <a:ext cx="1537411" cy="108000"/>
              <a:chOff x="7977471" y="3068531"/>
              <a:chExt cx="1537411" cy="108000"/>
            </a:xfrm>
          </p:grpSpPr>
          <p:sp>
            <p:nvSpPr>
              <p:cNvPr id="66" name="橢圓 65">
                <a:extLst>
                  <a:ext uri="{FF2B5EF4-FFF2-40B4-BE49-F238E27FC236}">
                    <a16:creationId xmlns:a16="http://schemas.microsoft.com/office/drawing/2014/main" id="{1892BE0E-1278-4F19-B38E-F01A61B35A94}"/>
                  </a:ext>
                </a:extLst>
              </p:cNvPr>
              <p:cNvSpPr/>
              <p:nvPr/>
            </p:nvSpPr>
            <p:spPr>
              <a:xfrm>
                <a:off x="7977471" y="3068531"/>
                <a:ext cx="108000" cy="108000"/>
              </a:xfrm>
              <a:prstGeom prst="ellipse">
                <a:avLst/>
              </a:prstGeom>
              <a:solidFill>
                <a:srgbClr val="934BC9"/>
              </a:solidFill>
              <a:ln>
                <a:solidFill>
                  <a:srgbClr val="934BC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77" name="直線接點 76">
                <a:extLst>
                  <a:ext uri="{FF2B5EF4-FFF2-40B4-BE49-F238E27FC236}">
                    <a16:creationId xmlns:a16="http://schemas.microsoft.com/office/drawing/2014/main" id="{9D0FABD5-C9DC-41E5-89D7-1A5463C8CF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86064" y="3114698"/>
                <a:ext cx="1428818" cy="7833"/>
              </a:xfrm>
              <a:prstGeom prst="line">
                <a:avLst/>
              </a:prstGeom>
              <a:ln w="38100">
                <a:solidFill>
                  <a:srgbClr val="934BC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0" name="群組 99">
              <a:extLst>
                <a:ext uri="{FF2B5EF4-FFF2-40B4-BE49-F238E27FC236}">
                  <a16:creationId xmlns:a16="http://schemas.microsoft.com/office/drawing/2014/main" id="{08823DD2-FA5E-4B67-833C-B2A86ADF0386}"/>
                </a:ext>
              </a:extLst>
            </p:cNvPr>
            <p:cNvGrpSpPr/>
            <p:nvPr/>
          </p:nvGrpSpPr>
          <p:grpSpPr>
            <a:xfrm>
              <a:off x="8050726" y="2832946"/>
              <a:ext cx="1537036" cy="108000"/>
              <a:chOff x="8430764" y="2612552"/>
              <a:chExt cx="1537036" cy="108000"/>
            </a:xfrm>
          </p:grpSpPr>
          <p:sp>
            <p:nvSpPr>
              <p:cNvPr id="68" name="橢圓 67">
                <a:extLst>
                  <a:ext uri="{FF2B5EF4-FFF2-40B4-BE49-F238E27FC236}">
                    <a16:creationId xmlns:a16="http://schemas.microsoft.com/office/drawing/2014/main" id="{970E9EAE-F200-4C44-AF19-80EECA573BAB}"/>
                  </a:ext>
                </a:extLst>
              </p:cNvPr>
              <p:cNvSpPr/>
              <p:nvPr/>
            </p:nvSpPr>
            <p:spPr>
              <a:xfrm>
                <a:off x="8430764" y="2612552"/>
                <a:ext cx="108000" cy="1080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79" name="直線接點 78">
                <a:extLst>
                  <a:ext uri="{FF2B5EF4-FFF2-40B4-BE49-F238E27FC236}">
                    <a16:creationId xmlns:a16="http://schemas.microsoft.com/office/drawing/2014/main" id="{84152FB5-7848-4465-A263-5E13D7956A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38764" y="2673817"/>
                <a:ext cx="1429036" cy="3174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3" name="群組 102">
              <a:extLst>
                <a:ext uri="{FF2B5EF4-FFF2-40B4-BE49-F238E27FC236}">
                  <a16:creationId xmlns:a16="http://schemas.microsoft.com/office/drawing/2014/main" id="{7D23F7F5-14B6-4247-BCDB-9B8E44A9B596}"/>
                </a:ext>
              </a:extLst>
            </p:cNvPr>
            <p:cNvGrpSpPr/>
            <p:nvPr/>
          </p:nvGrpSpPr>
          <p:grpSpPr>
            <a:xfrm>
              <a:off x="8619688" y="3813753"/>
              <a:ext cx="108000" cy="1182461"/>
              <a:chOff x="8893543" y="3813753"/>
              <a:chExt cx="108000" cy="1182461"/>
            </a:xfrm>
          </p:grpSpPr>
          <p:sp>
            <p:nvSpPr>
              <p:cNvPr id="56" name="橢圓 55">
                <a:extLst>
                  <a:ext uri="{FF2B5EF4-FFF2-40B4-BE49-F238E27FC236}">
                    <a16:creationId xmlns:a16="http://schemas.microsoft.com/office/drawing/2014/main" id="{6DA7CE1E-83EE-473C-9567-81D4D56C2018}"/>
                  </a:ext>
                </a:extLst>
              </p:cNvPr>
              <p:cNvSpPr/>
              <p:nvPr/>
            </p:nvSpPr>
            <p:spPr>
              <a:xfrm>
                <a:off x="8893543" y="4888214"/>
                <a:ext cx="108000" cy="10800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81" name="直線接點 80">
                <a:extLst>
                  <a:ext uri="{FF2B5EF4-FFF2-40B4-BE49-F238E27FC236}">
                    <a16:creationId xmlns:a16="http://schemas.microsoft.com/office/drawing/2014/main" id="{970653CD-46B3-4478-AC03-2410D100A274}"/>
                  </a:ext>
                </a:extLst>
              </p:cNvPr>
              <p:cNvCxnSpPr>
                <a:cxnSpLocks/>
                <a:stCxn id="56" idx="0"/>
              </p:cNvCxnSpPr>
              <p:nvPr/>
            </p:nvCxnSpPr>
            <p:spPr>
              <a:xfrm flipV="1">
                <a:off x="8947543" y="3813753"/>
                <a:ext cx="0" cy="1074461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2" name="群組 101">
              <a:extLst>
                <a:ext uri="{FF2B5EF4-FFF2-40B4-BE49-F238E27FC236}">
                  <a16:creationId xmlns:a16="http://schemas.microsoft.com/office/drawing/2014/main" id="{FBAF5BC0-188E-48EE-9FD0-DD7E27F66B93}"/>
                </a:ext>
              </a:extLst>
            </p:cNvPr>
            <p:cNvGrpSpPr/>
            <p:nvPr/>
          </p:nvGrpSpPr>
          <p:grpSpPr>
            <a:xfrm>
              <a:off x="8992674" y="3429000"/>
              <a:ext cx="108000" cy="966264"/>
              <a:chOff x="9356605" y="3587532"/>
              <a:chExt cx="108000" cy="966264"/>
            </a:xfrm>
          </p:grpSpPr>
          <p:sp>
            <p:nvSpPr>
              <p:cNvPr id="60" name="橢圓 59">
                <a:extLst>
                  <a:ext uri="{FF2B5EF4-FFF2-40B4-BE49-F238E27FC236}">
                    <a16:creationId xmlns:a16="http://schemas.microsoft.com/office/drawing/2014/main" id="{C1137C0F-D99E-4315-916E-CD677F95ED81}"/>
                  </a:ext>
                </a:extLst>
              </p:cNvPr>
              <p:cNvSpPr/>
              <p:nvPr/>
            </p:nvSpPr>
            <p:spPr>
              <a:xfrm>
                <a:off x="9356605" y="4445796"/>
                <a:ext cx="108000" cy="108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85" name="直線接點 84">
                <a:extLst>
                  <a:ext uri="{FF2B5EF4-FFF2-40B4-BE49-F238E27FC236}">
                    <a16:creationId xmlns:a16="http://schemas.microsoft.com/office/drawing/2014/main" id="{8B09B6A1-21DD-4C66-9A3D-432DC0495C6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410605" y="3587532"/>
                <a:ext cx="0" cy="881541"/>
              </a:xfrm>
              <a:prstGeom prst="line">
                <a:avLst/>
              </a:prstGeom>
              <a:ln w="381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1" name="群組 100">
              <a:extLst>
                <a:ext uri="{FF2B5EF4-FFF2-40B4-BE49-F238E27FC236}">
                  <a16:creationId xmlns:a16="http://schemas.microsoft.com/office/drawing/2014/main" id="{19B40132-5302-4FFA-A06C-78FF84B23987}"/>
                </a:ext>
              </a:extLst>
            </p:cNvPr>
            <p:cNvGrpSpPr/>
            <p:nvPr/>
          </p:nvGrpSpPr>
          <p:grpSpPr>
            <a:xfrm>
              <a:off x="9689064" y="2740251"/>
              <a:ext cx="108000" cy="761996"/>
              <a:chOff x="9817434" y="2870513"/>
              <a:chExt cx="108000" cy="761996"/>
            </a:xfrm>
          </p:grpSpPr>
          <p:sp>
            <p:nvSpPr>
              <p:cNvPr id="64" name="橢圓 63">
                <a:extLst>
                  <a:ext uri="{FF2B5EF4-FFF2-40B4-BE49-F238E27FC236}">
                    <a16:creationId xmlns:a16="http://schemas.microsoft.com/office/drawing/2014/main" id="{8B131B35-47E9-4CE0-A304-278E327C9E66}"/>
                  </a:ext>
                </a:extLst>
              </p:cNvPr>
              <p:cNvSpPr/>
              <p:nvPr/>
            </p:nvSpPr>
            <p:spPr>
              <a:xfrm>
                <a:off x="9817434" y="3524509"/>
                <a:ext cx="108000" cy="108000"/>
              </a:xfrm>
              <a:prstGeom prst="ellipse">
                <a:avLst/>
              </a:prstGeom>
              <a:solidFill>
                <a:srgbClr val="44FD19"/>
              </a:solidFill>
              <a:ln>
                <a:solidFill>
                  <a:srgbClr val="44FD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86" name="直線接點 85">
                <a:extLst>
                  <a:ext uri="{FF2B5EF4-FFF2-40B4-BE49-F238E27FC236}">
                    <a16:creationId xmlns:a16="http://schemas.microsoft.com/office/drawing/2014/main" id="{49756E2D-E56A-4BFB-A4B0-62C0B92E341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71434" y="2870513"/>
                <a:ext cx="0" cy="672659"/>
              </a:xfrm>
              <a:prstGeom prst="line">
                <a:avLst/>
              </a:prstGeom>
              <a:ln w="38100">
                <a:solidFill>
                  <a:srgbClr val="44FD1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1" name="直線接點 90">
              <a:extLst>
                <a:ext uri="{FF2B5EF4-FFF2-40B4-BE49-F238E27FC236}">
                  <a16:creationId xmlns:a16="http://schemas.microsoft.com/office/drawing/2014/main" id="{60FFE80F-F5C1-4D84-A81C-8CA77F63A954}"/>
                </a:ext>
              </a:extLst>
            </p:cNvPr>
            <p:cNvCxnSpPr/>
            <p:nvPr/>
          </p:nvCxnSpPr>
          <p:spPr>
            <a:xfrm>
              <a:off x="10195283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線接點 91">
              <a:extLst>
                <a:ext uri="{FF2B5EF4-FFF2-40B4-BE49-F238E27FC236}">
                  <a16:creationId xmlns:a16="http://schemas.microsoft.com/office/drawing/2014/main" id="{BD10E0FA-73E0-40F9-A6DE-425494C5D536}"/>
                </a:ext>
              </a:extLst>
            </p:cNvPr>
            <p:cNvCxnSpPr/>
            <p:nvPr/>
          </p:nvCxnSpPr>
          <p:spPr>
            <a:xfrm>
              <a:off x="10636544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線接點 92">
              <a:extLst>
                <a:ext uri="{FF2B5EF4-FFF2-40B4-BE49-F238E27FC236}">
                  <a16:creationId xmlns:a16="http://schemas.microsoft.com/office/drawing/2014/main" id="{E7C837A5-AD20-408A-858F-3E8D88FAE73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2165741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線接點 93">
              <a:extLst>
                <a:ext uri="{FF2B5EF4-FFF2-40B4-BE49-F238E27FC236}">
                  <a16:creationId xmlns:a16="http://schemas.microsoft.com/office/drawing/2014/main" id="{C0B171D7-1006-45CF-A1D5-99968357E41B}"/>
                </a:ext>
              </a:extLst>
            </p:cNvPr>
            <p:cNvCxnSpPr>
              <a:cxnSpLocks/>
            </p:cNvCxnSpPr>
            <p:nvPr/>
          </p:nvCxnSpPr>
          <p:spPr>
            <a:xfrm>
              <a:off x="6975647" y="1852862"/>
              <a:ext cx="26163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單箭頭接點 18">
              <a:extLst>
                <a:ext uri="{FF2B5EF4-FFF2-40B4-BE49-F238E27FC236}">
                  <a16:creationId xmlns:a16="http://schemas.microsoft.com/office/drawing/2014/main" id="{53F4C3DA-91BE-4BD7-A706-85D0CEB4B93C}"/>
                </a:ext>
              </a:extLst>
            </p:cNvPr>
            <p:cNvCxnSpPr>
              <a:cxnSpLocks/>
            </p:cNvCxnSpPr>
            <p:nvPr/>
          </p:nvCxnSpPr>
          <p:spPr>
            <a:xfrm rot="-2700000">
              <a:off x="6010892" y="3694248"/>
              <a:ext cx="5544000" cy="2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CBA33877-776B-4AF7-A415-A76F8B78AAE2}"/>
              </a:ext>
            </a:extLst>
          </p:cNvPr>
          <p:cNvSpPr txBox="1"/>
          <p:nvPr/>
        </p:nvSpPr>
        <p:spPr>
          <a:xfrm>
            <a:off x="1026367" y="5887616"/>
            <a:ext cx="72685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K(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+mj-lt"/>
                <a:cs typeface="Times New Roman" panose="02020603050405020304" pitchFamily="18" charset="0"/>
              </a:rPr>
              <a:t>’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K(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+mj-lt"/>
                <a:cs typeface="Times New Roman" panose="02020603050405020304" pitchFamily="18" charset="0"/>
              </a:rPr>
              <a:t>’</a:t>
            </a:r>
            <a:endParaRPr lang="zh-TW" altLang="en-US" sz="24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B9ADBE64-3C01-4694-8A6F-3B19A89E410C}"/>
              </a:ext>
            </a:extLst>
          </p:cNvPr>
          <p:cNvSpPr txBox="1"/>
          <p:nvPr/>
        </p:nvSpPr>
        <p:spPr>
          <a:xfrm>
            <a:off x="6879475" y="6127025"/>
            <a:ext cx="882520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K(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BD85C301-550D-4D22-8F16-E438CA901460}"/>
              </a:ext>
            </a:extLst>
          </p:cNvPr>
          <p:cNvCxnSpPr>
            <a:cxnSpLocks/>
            <a:stCxn id="38" idx="0"/>
            <a:endCxn id="62" idx="4"/>
          </p:cNvCxnSpPr>
          <p:nvPr/>
        </p:nvCxnSpPr>
        <p:spPr>
          <a:xfrm flipV="1">
            <a:off x="7320735" y="4088778"/>
            <a:ext cx="246870" cy="203824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文字方塊 96">
            <a:extLst>
              <a:ext uri="{FF2B5EF4-FFF2-40B4-BE49-F238E27FC236}">
                <a16:creationId xmlns:a16="http://schemas.microsoft.com/office/drawing/2014/main" id="{420657F1-435E-4ECF-93E3-9823A9F13FF1}"/>
              </a:ext>
            </a:extLst>
          </p:cNvPr>
          <p:cNvSpPr txBox="1"/>
          <p:nvPr/>
        </p:nvSpPr>
        <p:spPr>
          <a:xfrm>
            <a:off x="7267750" y="1785364"/>
            <a:ext cx="882520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K(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4" name="直線單箭頭接點 103">
            <a:extLst>
              <a:ext uri="{FF2B5EF4-FFF2-40B4-BE49-F238E27FC236}">
                <a16:creationId xmlns:a16="http://schemas.microsoft.com/office/drawing/2014/main" id="{E146858C-2F5D-42B3-8119-F656BFFFCC0C}"/>
              </a:ext>
            </a:extLst>
          </p:cNvPr>
          <p:cNvCxnSpPr>
            <a:cxnSpLocks/>
            <a:stCxn id="97" idx="2"/>
          </p:cNvCxnSpPr>
          <p:nvPr/>
        </p:nvCxnSpPr>
        <p:spPr>
          <a:xfrm>
            <a:off x="7709010" y="2247029"/>
            <a:ext cx="717586" cy="1762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文字方塊 107">
            <a:extLst>
              <a:ext uri="{FF2B5EF4-FFF2-40B4-BE49-F238E27FC236}">
                <a16:creationId xmlns:a16="http://schemas.microsoft.com/office/drawing/2014/main" id="{8A13DCF0-1D7D-4073-A260-CC5C757317C5}"/>
              </a:ext>
            </a:extLst>
          </p:cNvPr>
          <p:cNvSpPr txBox="1"/>
          <p:nvPr/>
        </p:nvSpPr>
        <p:spPr>
          <a:xfrm>
            <a:off x="8294912" y="1422548"/>
            <a:ext cx="882520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K(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9" name="直線單箭頭接點 108">
            <a:extLst>
              <a:ext uri="{FF2B5EF4-FFF2-40B4-BE49-F238E27FC236}">
                <a16:creationId xmlns:a16="http://schemas.microsoft.com/office/drawing/2014/main" id="{52C3FD7D-B6E8-47E1-86FA-013DDEC8343C}"/>
              </a:ext>
            </a:extLst>
          </p:cNvPr>
          <p:cNvCxnSpPr>
            <a:cxnSpLocks/>
            <a:stCxn id="108" idx="2"/>
          </p:cNvCxnSpPr>
          <p:nvPr/>
        </p:nvCxnSpPr>
        <p:spPr>
          <a:xfrm>
            <a:off x="8736172" y="1884213"/>
            <a:ext cx="553109" cy="128306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文字方塊 111">
            <a:extLst>
              <a:ext uri="{FF2B5EF4-FFF2-40B4-BE49-F238E27FC236}">
                <a16:creationId xmlns:a16="http://schemas.microsoft.com/office/drawing/2014/main" id="{77AF9639-A0D4-4054-ADF1-9D2B31438D97}"/>
              </a:ext>
            </a:extLst>
          </p:cNvPr>
          <p:cNvSpPr txBox="1"/>
          <p:nvPr/>
        </p:nvSpPr>
        <p:spPr>
          <a:xfrm>
            <a:off x="7350356" y="3640233"/>
            <a:ext cx="483274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文字方塊 112">
            <a:extLst>
              <a:ext uri="{FF2B5EF4-FFF2-40B4-BE49-F238E27FC236}">
                <a16:creationId xmlns:a16="http://schemas.microsoft.com/office/drawing/2014/main" id="{A8A81E4D-B78F-47A4-9D9C-29294B8D5696}"/>
              </a:ext>
            </a:extLst>
          </p:cNvPr>
          <p:cNvSpPr txBox="1"/>
          <p:nvPr/>
        </p:nvSpPr>
        <p:spPr>
          <a:xfrm>
            <a:off x="7484205" y="2736117"/>
            <a:ext cx="483274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文字方塊 113">
            <a:extLst>
              <a:ext uri="{FF2B5EF4-FFF2-40B4-BE49-F238E27FC236}">
                <a16:creationId xmlns:a16="http://schemas.microsoft.com/office/drawing/2014/main" id="{5ABDF2B9-1088-4CBD-AB40-69D7A498CD28}"/>
              </a:ext>
            </a:extLst>
          </p:cNvPr>
          <p:cNvSpPr txBox="1"/>
          <p:nvPr/>
        </p:nvSpPr>
        <p:spPr>
          <a:xfrm>
            <a:off x="7970322" y="2431283"/>
            <a:ext cx="483274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文字方塊 114">
            <a:extLst>
              <a:ext uri="{FF2B5EF4-FFF2-40B4-BE49-F238E27FC236}">
                <a16:creationId xmlns:a16="http://schemas.microsoft.com/office/drawing/2014/main" id="{5DF11E92-28FE-457F-8F71-3C0CD3DF0FF6}"/>
              </a:ext>
            </a:extLst>
          </p:cNvPr>
          <p:cNvSpPr txBox="1"/>
          <p:nvPr/>
        </p:nvSpPr>
        <p:spPr>
          <a:xfrm>
            <a:off x="8698181" y="4849346"/>
            <a:ext cx="483274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文字方塊 115">
            <a:extLst>
              <a:ext uri="{FF2B5EF4-FFF2-40B4-BE49-F238E27FC236}">
                <a16:creationId xmlns:a16="http://schemas.microsoft.com/office/drawing/2014/main" id="{7C9FCAF5-2868-4D17-B630-FE21B1047FB5}"/>
              </a:ext>
            </a:extLst>
          </p:cNvPr>
          <p:cNvSpPr txBox="1"/>
          <p:nvPr/>
        </p:nvSpPr>
        <p:spPr>
          <a:xfrm>
            <a:off x="9104488" y="4135573"/>
            <a:ext cx="483274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文字方塊 117">
            <a:extLst>
              <a:ext uri="{FF2B5EF4-FFF2-40B4-BE49-F238E27FC236}">
                <a16:creationId xmlns:a16="http://schemas.microsoft.com/office/drawing/2014/main" id="{D4F8FC6E-B053-49E6-A3AF-63CA4C44ED91}"/>
              </a:ext>
            </a:extLst>
          </p:cNvPr>
          <p:cNvSpPr txBox="1"/>
          <p:nvPr/>
        </p:nvSpPr>
        <p:spPr>
          <a:xfrm>
            <a:off x="9779348" y="3289461"/>
            <a:ext cx="483274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5494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486405-10E9-4237-AE0C-C31198684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MIS-2 — Critical Point,</a:t>
            </a:r>
            <a:r>
              <a:rPr lang="zh-TW" altLang="en-US" dirty="0"/>
              <a:t> </a:t>
            </a:r>
            <a:r>
              <a:rPr lang="en-US" altLang="zh-TW" dirty="0"/>
              <a:t>K(</a:t>
            </a:r>
            <a:r>
              <a:rPr lang="en-US" altLang="zh-TW" i="1" dirty="0"/>
              <a:t>P</a:t>
            </a:r>
            <a:r>
              <a:rPr lang="en-US" altLang="zh-TW" baseline="-25000" dirty="0"/>
              <a:t>i</a:t>
            </a:r>
            <a:r>
              <a:rPr lang="en-US" altLang="zh-TW" dirty="0"/>
              <a:t>)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5" name="群組 74">
            <a:extLst>
              <a:ext uri="{FF2B5EF4-FFF2-40B4-BE49-F238E27FC236}">
                <a16:creationId xmlns:a16="http://schemas.microsoft.com/office/drawing/2014/main" id="{A8CCC0F2-CE1C-4E68-9048-EB379514C3A3}"/>
              </a:ext>
            </a:extLst>
          </p:cNvPr>
          <p:cNvGrpSpPr/>
          <p:nvPr/>
        </p:nvGrpSpPr>
        <p:grpSpPr>
          <a:xfrm>
            <a:off x="5394120" y="1539551"/>
            <a:ext cx="5544000" cy="4114801"/>
            <a:chOff x="6010892" y="1539551"/>
            <a:chExt cx="5544000" cy="4114801"/>
          </a:xfrm>
        </p:grpSpPr>
        <p:cxnSp>
          <p:nvCxnSpPr>
            <p:cNvPr id="78" name="直線單箭頭接點 77">
              <a:extLst>
                <a:ext uri="{FF2B5EF4-FFF2-40B4-BE49-F238E27FC236}">
                  <a16:creationId xmlns:a16="http://schemas.microsoft.com/office/drawing/2014/main" id="{8D2620E6-DE82-481D-B917-28D4B4E9E0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06463" y="1539551"/>
              <a:ext cx="0" cy="411480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線單箭頭接點 79">
              <a:extLst>
                <a:ext uri="{FF2B5EF4-FFF2-40B4-BE49-F238E27FC236}">
                  <a16:creationId xmlns:a16="http://schemas.microsoft.com/office/drawing/2014/main" id="{0D2C127E-ED71-4A64-81FC-7D9C4CEB33E0}"/>
                </a:ext>
              </a:extLst>
            </p:cNvPr>
            <p:cNvCxnSpPr>
              <a:cxnSpLocks/>
            </p:cNvCxnSpPr>
            <p:nvPr/>
          </p:nvCxnSpPr>
          <p:spPr>
            <a:xfrm>
              <a:off x="6822790" y="5390359"/>
              <a:ext cx="406603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線接點 81">
              <a:extLst>
                <a:ext uri="{FF2B5EF4-FFF2-40B4-BE49-F238E27FC236}">
                  <a16:creationId xmlns:a16="http://schemas.microsoft.com/office/drawing/2014/main" id="{4EF43F94-EBD3-4D99-B5A6-C76686FB1E2E}"/>
                </a:ext>
              </a:extLst>
            </p:cNvPr>
            <p:cNvCxnSpPr/>
            <p:nvPr/>
          </p:nvCxnSpPr>
          <p:spPr>
            <a:xfrm>
              <a:off x="7106463" y="5271796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線接點 82">
              <a:extLst>
                <a:ext uri="{FF2B5EF4-FFF2-40B4-BE49-F238E27FC236}">
                  <a16:creationId xmlns:a16="http://schemas.microsoft.com/office/drawing/2014/main" id="{3E014098-89D9-4751-B92A-76BB353CE548}"/>
                </a:ext>
              </a:extLst>
            </p:cNvPr>
            <p:cNvCxnSpPr/>
            <p:nvPr/>
          </p:nvCxnSpPr>
          <p:spPr>
            <a:xfrm>
              <a:off x="9754023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線接點 83">
              <a:extLst>
                <a:ext uri="{FF2B5EF4-FFF2-40B4-BE49-F238E27FC236}">
                  <a16:creationId xmlns:a16="http://schemas.microsoft.com/office/drawing/2014/main" id="{09BAA6B8-2010-43C3-898B-DF3A951AF157}"/>
                </a:ext>
              </a:extLst>
            </p:cNvPr>
            <p:cNvCxnSpPr/>
            <p:nvPr/>
          </p:nvCxnSpPr>
          <p:spPr>
            <a:xfrm>
              <a:off x="9312763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線接點 86">
              <a:extLst>
                <a:ext uri="{FF2B5EF4-FFF2-40B4-BE49-F238E27FC236}">
                  <a16:creationId xmlns:a16="http://schemas.microsoft.com/office/drawing/2014/main" id="{9A1EA76B-AF57-47F4-B0F7-FD8EFD2695C8}"/>
                </a:ext>
              </a:extLst>
            </p:cNvPr>
            <p:cNvCxnSpPr/>
            <p:nvPr/>
          </p:nvCxnSpPr>
          <p:spPr>
            <a:xfrm>
              <a:off x="8871503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線接點 87">
              <a:extLst>
                <a:ext uri="{FF2B5EF4-FFF2-40B4-BE49-F238E27FC236}">
                  <a16:creationId xmlns:a16="http://schemas.microsoft.com/office/drawing/2014/main" id="{5C9A81DD-3D3A-4701-96A0-E3FFD8BE2106}"/>
                </a:ext>
              </a:extLst>
            </p:cNvPr>
            <p:cNvCxnSpPr>
              <a:cxnSpLocks/>
            </p:cNvCxnSpPr>
            <p:nvPr/>
          </p:nvCxnSpPr>
          <p:spPr>
            <a:xfrm>
              <a:off x="8430243" y="527179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線接點 88">
              <a:extLst>
                <a:ext uri="{FF2B5EF4-FFF2-40B4-BE49-F238E27FC236}">
                  <a16:creationId xmlns:a16="http://schemas.microsoft.com/office/drawing/2014/main" id="{0387E4F2-C48D-4333-B01B-7BF3B4FA2EE1}"/>
                </a:ext>
              </a:extLst>
            </p:cNvPr>
            <p:cNvCxnSpPr>
              <a:cxnSpLocks/>
            </p:cNvCxnSpPr>
            <p:nvPr/>
          </p:nvCxnSpPr>
          <p:spPr>
            <a:xfrm>
              <a:off x="7988983" y="527179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線接點 89">
              <a:extLst>
                <a:ext uri="{FF2B5EF4-FFF2-40B4-BE49-F238E27FC236}">
                  <a16:creationId xmlns:a16="http://schemas.microsoft.com/office/drawing/2014/main" id="{7C75B5E0-F1C7-4B93-8077-679BB2FCF7CE}"/>
                </a:ext>
              </a:extLst>
            </p:cNvPr>
            <p:cNvCxnSpPr>
              <a:cxnSpLocks/>
            </p:cNvCxnSpPr>
            <p:nvPr/>
          </p:nvCxnSpPr>
          <p:spPr>
            <a:xfrm>
              <a:off x="7547723" y="527179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線接點 94">
              <a:extLst>
                <a:ext uri="{FF2B5EF4-FFF2-40B4-BE49-F238E27FC236}">
                  <a16:creationId xmlns:a16="http://schemas.microsoft.com/office/drawing/2014/main" id="{C3FC3590-C3DE-4B2D-9C6D-8C4B508F152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5271607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線接點 95">
              <a:extLst>
                <a:ext uri="{FF2B5EF4-FFF2-40B4-BE49-F238E27FC236}">
                  <a16:creationId xmlns:a16="http://schemas.microsoft.com/office/drawing/2014/main" id="{1BB65FA7-F2DC-4BCA-B6CF-274DA984594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4827911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線接點 104">
              <a:extLst>
                <a:ext uri="{FF2B5EF4-FFF2-40B4-BE49-F238E27FC236}">
                  <a16:creationId xmlns:a16="http://schemas.microsoft.com/office/drawing/2014/main" id="{59B6C07E-6925-4DEF-9905-34BC6962A6F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438421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線接點 105">
              <a:extLst>
                <a:ext uri="{FF2B5EF4-FFF2-40B4-BE49-F238E27FC236}">
                  <a16:creationId xmlns:a16="http://schemas.microsoft.com/office/drawing/2014/main" id="{A50021B4-51F6-40FC-BA1A-35B540230C6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3940521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線接點 106">
              <a:extLst>
                <a:ext uri="{FF2B5EF4-FFF2-40B4-BE49-F238E27FC236}">
                  <a16:creationId xmlns:a16="http://schemas.microsoft.com/office/drawing/2014/main" id="{EF2351F2-D70F-455E-897F-5393EEA4A00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349682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線接點 109">
              <a:extLst>
                <a:ext uri="{FF2B5EF4-FFF2-40B4-BE49-F238E27FC236}">
                  <a16:creationId xmlns:a16="http://schemas.microsoft.com/office/drawing/2014/main" id="{65C3002B-E400-4F13-BF90-F4A064FCAFA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3053131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線接點 110">
              <a:extLst>
                <a:ext uri="{FF2B5EF4-FFF2-40B4-BE49-F238E27FC236}">
                  <a16:creationId xmlns:a16="http://schemas.microsoft.com/office/drawing/2014/main" id="{677811A1-C934-4E7F-AAF7-1CB5BA0F567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260943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7" name="群組 116">
              <a:extLst>
                <a:ext uri="{FF2B5EF4-FFF2-40B4-BE49-F238E27FC236}">
                  <a16:creationId xmlns:a16="http://schemas.microsoft.com/office/drawing/2014/main" id="{6BECF019-4C77-4139-81FB-155E4D7820F0}"/>
                </a:ext>
              </a:extLst>
            </p:cNvPr>
            <p:cNvGrpSpPr/>
            <p:nvPr/>
          </p:nvGrpSpPr>
          <p:grpSpPr>
            <a:xfrm>
              <a:off x="7513605" y="3980778"/>
              <a:ext cx="917159" cy="108000"/>
              <a:chOff x="7513605" y="3980778"/>
              <a:chExt cx="917159" cy="108000"/>
            </a:xfrm>
          </p:grpSpPr>
          <p:sp>
            <p:nvSpPr>
              <p:cNvPr id="139" name="橢圓 138">
                <a:extLst>
                  <a:ext uri="{FF2B5EF4-FFF2-40B4-BE49-F238E27FC236}">
                    <a16:creationId xmlns:a16="http://schemas.microsoft.com/office/drawing/2014/main" id="{156B2ADF-3A95-420D-8101-1CBF3C3FDF22}"/>
                  </a:ext>
                </a:extLst>
              </p:cNvPr>
              <p:cNvSpPr/>
              <p:nvPr/>
            </p:nvSpPr>
            <p:spPr>
              <a:xfrm>
                <a:off x="7513605" y="3980778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cxnSp>
            <p:nvCxnSpPr>
              <p:cNvPr id="140" name="直線接點 139">
                <a:extLst>
                  <a:ext uri="{FF2B5EF4-FFF2-40B4-BE49-F238E27FC236}">
                    <a16:creationId xmlns:a16="http://schemas.microsoft.com/office/drawing/2014/main" id="{B02935FB-B0DE-40E8-B287-8012F883F516}"/>
                  </a:ext>
                </a:extLst>
              </p:cNvPr>
              <p:cNvCxnSpPr>
                <a:cxnSpLocks/>
                <a:stCxn id="139" idx="6"/>
              </p:cNvCxnSpPr>
              <p:nvPr/>
            </p:nvCxnSpPr>
            <p:spPr>
              <a:xfrm flipV="1">
                <a:off x="7621605" y="4034487"/>
                <a:ext cx="809159" cy="291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9" name="群組 118">
              <a:extLst>
                <a:ext uri="{FF2B5EF4-FFF2-40B4-BE49-F238E27FC236}">
                  <a16:creationId xmlns:a16="http://schemas.microsoft.com/office/drawing/2014/main" id="{419312E6-C2DF-468D-A7B7-B215F69BCFED}"/>
                </a:ext>
              </a:extLst>
            </p:cNvPr>
            <p:cNvGrpSpPr/>
            <p:nvPr/>
          </p:nvGrpSpPr>
          <p:grpSpPr>
            <a:xfrm>
              <a:off x="7771669" y="3113282"/>
              <a:ext cx="1537411" cy="108000"/>
              <a:chOff x="7977471" y="3068531"/>
              <a:chExt cx="1537411" cy="108000"/>
            </a:xfrm>
          </p:grpSpPr>
          <p:sp>
            <p:nvSpPr>
              <p:cNvPr id="137" name="橢圓 136">
                <a:extLst>
                  <a:ext uri="{FF2B5EF4-FFF2-40B4-BE49-F238E27FC236}">
                    <a16:creationId xmlns:a16="http://schemas.microsoft.com/office/drawing/2014/main" id="{BCFF8FED-C32A-4D55-A684-6CF67AA76FA6}"/>
                  </a:ext>
                </a:extLst>
              </p:cNvPr>
              <p:cNvSpPr/>
              <p:nvPr/>
            </p:nvSpPr>
            <p:spPr>
              <a:xfrm>
                <a:off x="7977471" y="3068531"/>
                <a:ext cx="108000" cy="108000"/>
              </a:xfrm>
              <a:prstGeom prst="ellipse">
                <a:avLst/>
              </a:prstGeom>
              <a:solidFill>
                <a:srgbClr val="934BC9"/>
              </a:solidFill>
              <a:ln>
                <a:solidFill>
                  <a:srgbClr val="934BC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38" name="直線接點 137">
                <a:extLst>
                  <a:ext uri="{FF2B5EF4-FFF2-40B4-BE49-F238E27FC236}">
                    <a16:creationId xmlns:a16="http://schemas.microsoft.com/office/drawing/2014/main" id="{4B294C69-51B8-4DCB-9814-035723F0AF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86064" y="3114698"/>
                <a:ext cx="1428818" cy="7833"/>
              </a:xfrm>
              <a:prstGeom prst="line">
                <a:avLst/>
              </a:prstGeom>
              <a:ln w="38100">
                <a:solidFill>
                  <a:srgbClr val="934BC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0" name="群組 119">
              <a:extLst>
                <a:ext uri="{FF2B5EF4-FFF2-40B4-BE49-F238E27FC236}">
                  <a16:creationId xmlns:a16="http://schemas.microsoft.com/office/drawing/2014/main" id="{21D1972C-12BD-4455-944E-3DB2CE32CD1F}"/>
                </a:ext>
              </a:extLst>
            </p:cNvPr>
            <p:cNvGrpSpPr/>
            <p:nvPr/>
          </p:nvGrpSpPr>
          <p:grpSpPr>
            <a:xfrm>
              <a:off x="8570209" y="2832946"/>
              <a:ext cx="1017552" cy="108000"/>
              <a:chOff x="8950247" y="2612552"/>
              <a:chExt cx="1017552" cy="108000"/>
            </a:xfrm>
          </p:grpSpPr>
          <p:sp>
            <p:nvSpPr>
              <p:cNvPr id="135" name="橢圓 134">
                <a:extLst>
                  <a:ext uri="{FF2B5EF4-FFF2-40B4-BE49-F238E27FC236}">
                    <a16:creationId xmlns:a16="http://schemas.microsoft.com/office/drawing/2014/main" id="{5DF5C2EF-8C64-448A-BC26-E63FF22C39C2}"/>
                  </a:ext>
                </a:extLst>
              </p:cNvPr>
              <p:cNvSpPr/>
              <p:nvPr/>
            </p:nvSpPr>
            <p:spPr>
              <a:xfrm>
                <a:off x="8950247" y="2612552"/>
                <a:ext cx="108000" cy="1080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36" name="直線接點 135">
                <a:extLst>
                  <a:ext uri="{FF2B5EF4-FFF2-40B4-BE49-F238E27FC236}">
                    <a16:creationId xmlns:a16="http://schemas.microsoft.com/office/drawing/2014/main" id="{08D6C80C-1490-4877-98F8-1CE9BCBCF2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58247" y="2673817"/>
                <a:ext cx="909552" cy="10030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1" name="群組 120">
              <a:extLst>
                <a:ext uri="{FF2B5EF4-FFF2-40B4-BE49-F238E27FC236}">
                  <a16:creationId xmlns:a16="http://schemas.microsoft.com/office/drawing/2014/main" id="{58559C9A-D5F9-4FB8-B15E-143ED3B52CF3}"/>
                </a:ext>
              </a:extLst>
            </p:cNvPr>
            <p:cNvGrpSpPr/>
            <p:nvPr/>
          </p:nvGrpSpPr>
          <p:grpSpPr>
            <a:xfrm>
              <a:off x="8619688" y="3813753"/>
              <a:ext cx="108000" cy="1182461"/>
              <a:chOff x="8893543" y="3813753"/>
              <a:chExt cx="108000" cy="1182461"/>
            </a:xfrm>
          </p:grpSpPr>
          <p:sp>
            <p:nvSpPr>
              <p:cNvPr id="133" name="橢圓 132">
                <a:extLst>
                  <a:ext uri="{FF2B5EF4-FFF2-40B4-BE49-F238E27FC236}">
                    <a16:creationId xmlns:a16="http://schemas.microsoft.com/office/drawing/2014/main" id="{4D59C83B-C47F-49F5-A2B1-441C0BBA9ABB}"/>
                  </a:ext>
                </a:extLst>
              </p:cNvPr>
              <p:cNvSpPr/>
              <p:nvPr/>
            </p:nvSpPr>
            <p:spPr>
              <a:xfrm>
                <a:off x="8893543" y="4888214"/>
                <a:ext cx="108000" cy="10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34" name="直線接點 133">
                <a:extLst>
                  <a:ext uri="{FF2B5EF4-FFF2-40B4-BE49-F238E27FC236}">
                    <a16:creationId xmlns:a16="http://schemas.microsoft.com/office/drawing/2014/main" id="{E5925AB4-DD7F-46FC-B5E6-7F6E5A30B895}"/>
                  </a:ext>
                </a:extLst>
              </p:cNvPr>
              <p:cNvCxnSpPr>
                <a:cxnSpLocks/>
                <a:stCxn id="133" idx="0"/>
              </p:cNvCxnSpPr>
              <p:nvPr/>
            </p:nvCxnSpPr>
            <p:spPr>
              <a:xfrm flipV="1">
                <a:off x="8947543" y="3813753"/>
                <a:ext cx="0" cy="1074461"/>
              </a:xfrm>
              <a:prstGeom prst="line">
                <a:avLst/>
              </a:prstGeom>
              <a:solidFill>
                <a:schemeClr val="bg1">
                  <a:lumMod val="75000"/>
                </a:schemeClr>
              </a:solidFill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2" name="群組 121">
              <a:extLst>
                <a:ext uri="{FF2B5EF4-FFF2-40B4-BE49-F238E27FC236}">
                  <a16:creationId xmlns:a16="http://schemas.microsoft.com/office/drawing/2014/main" id="{A48FEE09-CE48-4BBB-9D8E-4494B8FFCF5D}"/>
                </a:ext>
              </a:extLst>
            </p:cNvPr>
            <p:cNvGrpSpPr/>
            <p:nvPr/>
          </p:nvGrpSpPr>
          <p:grpSpPr>
            <a:xfrm>
              <a:off x="8992674" y="3429000"/>
              <a:ext cx="108000" cy="966264"/>
              <a:chOff x="9356605" y="3587532"/>
              <a:chExt cx="108000" cy="966264"/>
            </a:xfrm>
          </p:grpSpPr>
          <p:sp>
            <p:nvSpPr>
              <p:cNvPr id="131" name="橢圓 130">
                <a:extLst>
                  <a:ext uri="{FF2B5EF4-FFF2-40B4-BE49-F238E27FC236}">
                    <a16:creationId xmlns:a16="http://schemas.microsoft.com/office/drawing/2014/main" id="{CE3AA663-9AAB-43ED-8AA3-515876C1D902}"/>
                  </a:ext>
                </a:extLst>
              </p:cNvPr>
              <p:cNvSpPr/>
              <p:nvPr/>
            </p:nvSpPr>
            <p:spPr>
              <a:xfrm>
                <a:off x="9356605" y="4445796"/>
                <a:ext cx="108000" cy="10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32" name="直線接點 131">
                <a:extLst>
                  <a:ext uri="{FF2B5EF4-FFF2-40B4-BE49-F238E27FC236}">
                    <a16:creationId xmlns:a16="http://schemas.microsoft.com/office/drawing/2014/main" id="{7E039421-6DCC-4210-B43F-8BE6E10D170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410605" y="3587532"/>
                <a:ext cx="0" cy="881541"/>
              </a:xfrm>
              <a:prstGeom prst="line">
                <a:avLst/>
              </a:prstGeom>
              <a:solidFill>
                <a:schemeClr val="bg1">
                  <a:lumMod val="75000"/>
                </a:schemeClr>
              </a:solidFill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3" name="群組 122">
              <a:extLst>
                <a:ext uri="{FF2B5EF4-FFF2-40B4-BE49-F238E27FC236}">
                  <a16:creationId xmlns:a16="http://schemas.microsoft.com/office/drawing/2014/main" id="{6CEE332F-6B10-442E-93BF-36817D4B25BF}"/>
                </a:ext>
              </a:extLst>
            </p:cNvPr>
            <p:cNvGrpSpPr/>
            <p:nvPr/>
          </p:nvGrpSpPr>
          <p:grpSpPr>
            <a:xfrm>
              <a:off x="9689064" y="2740251"/>
              <a:ext cx="108000" cy="761996"/>
              <a:chOff x="9817434" y="2870513"/>
              <a:chExt cx="108000" cy="761996"/>
            </a:xfrm>
          </p:grpSpPr>
          <p:sp>
            <p:nvSpPr>
              <p:cNvPr id="129" name="橢圓 128">
                <a:extLst>
                  <a:ext uri="{FF2B5EF4-FFF2-40B4-BE49-F238E27FC236}">
                    <a16:creationId xmlns:a16="http://schemas.microsoft.com/office/drawing/2014/main" id="{2C6A232F-441F-4E85-BF6A-623A18A171C3}"/>
                  </a:ext>
                </a:extLst>
              </p:cNvPr>
              <p:cNvSpPr/>
              <p:nvPr/>
            </p:nvSpPr>
            <p:spPr>
              <a:xfrm>
                <a:off x="9817434" y="3524509"/>
                <a:ext cx="108000" cy="10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30" name="直線接點 129">
                <a:extLst>
                  <a:ext uri="{FF2B5EF4-FFF2-40B4-BE49-F238E27FC236}">
                    <a16:creationId xmlns:a16="http://schemas.microsoft.com/office/drawing/2014/main" id="{028A6573-8EAA-4348-ABDA-27541F8A174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71434" y="2870513"/>
                <a:ext cx="0" cy="672659"/>
              </a:xfrm>
              <a:prstGeom prst="line">
                <a:avLst/>
              </a:prstGeom>
              <a:solidFill>
                <a:schemeClr val="bg1">
                  <a:lumMod val="75000"/>
                </a:schemeClr>
              </a:solidFill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4" name="直線接點 123">
              <a:extLst>
                <a:ext uri="{FF2B5EF4-FFF2-40B4-BE49-F238E27FC236}">
                  <a16:creationId xmlns:a16="http://schemas.microsoft.com/office/drawing/2014/main" id="{B077221A-7509-4C34-A933-813671EF6266}"/>
                </a:ext>
              </a:extLst>
            </p:cNvPr>
            <p:cNvCxnSpPr/>
            <p:nvPr/>
          </p:nvCxnSpPr>
          <p:spPr>
            <a:xfrm>
              <a:off x="10195283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線接點 124">
              <a:extLst>
                <a:ext uri="{FF2B5EF4-FFF2-40B4-BE49-F238E27FC236}">
                  <a16:creationId xmlns:a16="http://schemas.microsoft.com/office/drawing/2014/main" id="{CDC1CE3B-C05F-4E49-9CCD-262E499A3E60}"/>
                </a:ext>
              </a:extLst>
            </p:cNvPr>
            <p:cNvCxnSpPr/>
            <p:nvPr/>
          </p:nvCxnSpPr>
          <p:spPr>
            <a:xfrm>
              <a:off x="10636544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線接點 125">
              <a:extLst>
                <a:ext uri="{FF2B5EF4-FFF2-40B4-BE49-F238E27FC236}">
                  <a16:creationId xmlns:a16="http://schemas.microsoft.com/office/drawing/2014/main" id="{648832D9-12E9-4CE1-8E5D-9760B20CD03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2165741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線接點 126">
              <a:extLst>
                <a:ext uri="{FF2B5EF4-FFF2-40B4-BE49-F238E27FC236}">
                  <a16:creationId xmlns:a16="http://schemas.microsoft.com/office/drawing/2014/main" id="{B2E0DAC7-345B-40EF-9709-96F41DBF3F65}"/>
                </a:ext>
              </a:extLst>
            </p:cNvPr>
            <p:cNvCxnSpPr>
              <a:cxnSpLocks/>
            </p:cNvCxnSpPr>
            <p:nvPr/>
          </p:nvCxnSpPr>
          <p:spPr>
            <a:xfrm>
              <a:off x="6975647" y="1852862"/>
              <a:ext cx="26163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線單箭頭接點 127">
              <a:extLst>
                <a:ext uri="{FF2B5EF4-FFF2-40B4-BE49-F238E27FC236}">
                  <a16:creationId xmlns:a16="http://schemas.microsoft.com/office/drawing/2014/main" id="{F7F80E7F-9ED9-4BD6-9C3E-4FE1845A405C}"/>
                </a:ext>
              </a:extLst>
            </p:cNvPr>
            <p:cNvCxnSpPr>
              <a:cxnSpLocks/>
            </p:cNvCxnSpPr>
            <p:nvPr/>
          </p:nvCxnSpPr>
          <p:spPr>
            <a:xfrm rot="-2700000">
              <a:off x="6010892" y="3694248"/>
              <a:ext cx="5544000" cy="2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2" name="文字方塊 141">
            <a:extLst>
              <a:ext uri="{FF2B5EF4-FFF2-40B4-BE49-F238E27FC236}">
                <a16:creationId xmlns:a16="http://schemas.microsoft.com/office/drawing/2014/main" id="{D016DC58-0905-4140-A14F-DA0D0EC5831D}"/>
              </a:ext>
            </a:extLst>
          </p:cNvPr>
          <p:cNvSpPr txBox="1"/>
          <p:nvPr/>
        </p:nvSpPr>
        <p:spPr>
          <a:xfrm>
            <a:off x="6262703" y="6127025"/>
            <a:ext cx="882520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K(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3" name="直線單箭頭接點 142">
            <a:extLst>
              <a:ext uri="{FF2B5EF4-FFF2-40B4-BE49-F238E27FC236}">
                <a16:creationId xmlns:a16="http://schemas.microsoft.com/office/drawing/2014/main" id="{1A9D0031-FF08-495A-8D09-293434467B34}"/>
              </a:ext>
            </a:extLst>
          </p:cNvPr>
          <p:cNvCxnSpPr>
            <a:cxnSpLocks/>
            <a:stCxn id="142" idx="0"/>
            <a:endCxn id="139" idx="4"/>
          </p:cNvCxnSpPr>
          <p:nvPr/>
        </p:nvCxnSpPr>
        <p:spPr>
          <a:xfrm flipV="1">
            <a:off x="6703963" y="4088778"/>
            <a:ext cx="246870" cy="203824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文字方塊 143">
            <a:extLst>
              <a:ext uri="{FF2B5EF4-FFF2-40B4-BE49-F238E27FC236}">
                <a16:creationId xmlns:a16="http://schemas.microsoft.com/office/drawing/2014/main" id="{5D0B437E-AE29-4031-885A-17878126495E}"/>
              </a:ext>
            </a:extLst>
          </p:cNvPr>
          <p:cNvSpPr txBox="1"/>
          <p:nvPr/>
        </p:nvSpPr>
        <p:spPr>
          <a:xfrm>
            <a:off x="6650978" y="1785364"/>
            <a:ext cx="882520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K(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5" name="直線單箭頭接點 144">
            <a:extLst>
              <a:ext uri="{FF2B5EF4-FFF2-40B4-BE49-F238E27FC236}">
                <a16:creationId xmlns:a16="http://schemas.microsoft.com/office/drawing/2014/main" id="{25092B86-CE4E-4BEA-BA60-6DCF5AF89C95}"/>
              </a:ext>
            </a:extLst>
          </p:cNvPr>
          <p:cNvCxnSpPr>
            <a:cxnSpLocks/>
            <a:stCxn id="144" idx="2"/>
          </p:cNvCxnSpPr>
          <p:nvPr/>
        </p:nvCxnSpPr>
        <p:spPr>
          <a:xfrm>
            <a:off x="7092238" y="2247029"/>
            <a:ext cx="717586" cy="1762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文字方塊 145">
            <a:extLst>
              <a:ext uri="{FF2B5EF4-FFF2-40B4-BE49-F238E27FC236}">
                <a16:creationId xmlns:a16="http://schemas.microsoft.com/office/drawing/2014/main" id="{D795C232-4E1B-40E7-A0C1-10FBE76968CB}"/>
              </a:ext>
            </a:extLst>
          </p:cNvPr>
          <p:cNvSpPr txBox="1"/>
          <p:nvPr/>
        </p:nvSpPr>
        <p:spPr>
          <a:xfrm>
            <a:off x="6733584" y="3640233"/>
            <a:ext cx="483274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7" name="文字方塊 146">
            <a:extLst>
              <a:ext uri="{FF2B5EF4-FFF2-40B4-BE49-F238E27FC236}">
                <a16:creationId xmlns:a16="http://schemas.microsoft.com/office/drawing/2014/main" id="{2C5586BF-F953-4C96-8A4E-22874386E44D}"/>
              </a:ext>
            </a:extLst>
          </p:cNvPr>
          <p:cNvSpPr txBox="1"/>
          <p:nvPr/>
        </p:nvSpPr>
        <p:spPr>
          <a:xfrm>
            <a:off x="6867433" y="2736117"/>
            <a:ext cx="483274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8" name="文字方塊 147">
            <a:extLst>
              <a:ext uri="{FF2B5EF4-FFF2-40B4-BE49-F238E27FC236}">
                <a16:creationId xmlns:a16="http://schemas.microsoft.com/office/drawing/2014/main" id="{113D7F50-31B3-4D0D-A57C-1A7838192327}"/>
              </a:ext>
            </a:extLst>
          </p:cNvPr>
          <p:cNvSpPr txBox="1"/>
          <p:nvPr/>
        </p:nvSpPr>
        <p:spPr>
          <a:xfrm>
            <a:off x="7870561" y="2415027"/>
            <a:ext cx="483274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文字方塊 148">
            <a:extLst>
              <a:ext uri="{FF2B5EF4-FFF2-40B4-BE49-F238E27FC236}">
                <a16:creationId xmlns:a16="http://schemas.microsoft.com/office/drawing/2014/main" id="{1EA081EE-D8CB-4C10-A138-F4A1EC788418}"/>
              </a:ext>
            </a:extLst>
          </p:cNvPr>
          <p:cNvSpPr txBox="1"/>
          <p:nvPr/>
        </p:nvSpPr>
        <p:spPr>
          <a:xfrm>
            <a:off x="8081409" y="4849346"/>
            <a:ext cx="483274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文字方塊 149">
            <a:extLst>
              <a:ext uri="{FF2B5EF4-FFF2-40B4-BE49-F238E27FC236}">
                <a16:creationId xmlns:a16="http://schemas.microsoft.com/office/drawing/2014/main" id="{B7C1F00C-EE71-41E3-A96D-DECFEB2CD718}"/>
              </a:ext>
            </a:extLst>
          </p:cNvPr>
          <p:cNvSpPr txBox="1"/>
          <p:nvPr/>
        </p:nvSpPr>
        <p:spPr>
          <a:xfrm>
            <a:off x="8487716" y="4135573"/>
            <a:ext cx="483274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1" name="文字方塊 150">
            <a:extLst>
              <a:ext uri="{FF2B5EF4-FFF2-40B4-BE49-F238E27FC236}">
                <a16:creationId xmlns:a16="http://schemas.microsoft.com/office/drawing/2014/main" id="{F06552DF-AE52-44B3-A0A3-4EDF2AE3FB77}"/>
              </a:ext>
            </a:extLst>
          </p:cNvPr>
          <p:cNvSpPr txBox="1"/>
          <p:nvPr/>
        </p:nvSpPr>
        <p:spPr>
          <a:xfrm>
            <a:off x="9162576" y="3289461"/>
            <a:ext cx="483274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2" name="群組 151">
            <a:extLst>
              <a:ext uri="{FF2B5EF4-FFF2-40B4-BE49-F238E27FC236}">
                <a16:creationId xmlns:a16="http://schemas.microsoft.com/office/drawing/2014/main" id="{E0B9DA41-E932-4512-AF06-475390A97F8A}"/>
              </a:ext>
            </a:extLst>
          </p:cNvPr>
          <p:cNvGrpSpPr/>
          <p:nvPr/>
        </p:nvGrpSpPr>
        <p:grpSpPr>
          <a:xfrm>
            <a:off x="246972" y="1539551"/>
            <a:ext cx="5544000" cy="4114801"/>
            <a:chOff x="6010892" y="1539551"/>
            <a:chExt cx="5544000" cy="4114801"/>
          </a:xfrm>
        </p:grpSpPr>
        <p:cxnSp>
          <p:nvCxnSpPr>
            <p:cNvPr id="153" name="直線單箭頭接點 152">
              <a:extLst>
                <a:ext uri="{FF2B5EF4-FFF2-40B4-BE49-F238E27FC236}">
                  <a16:creationId xmlns:a16="http://schemas.microsoft.com/office/drawing/2014/main" id="{C811E6EC-A73B-42C5-8005-68F80EB331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06463" y="1539551"/>
              <a:ext cx="0" cy="411480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線單箭頭接點 153">
              <a:extLst>
                <a:ext uri="{FF2B5EF4-FFF2-40B4-BE49-F238E27FC236}">
                  <a16:creationId xmlns:a16="http://schemas.microsoft.com/office/drawing/2014/main" id="{B5FA2DF6-E88C-4CD2-B172-09948AAB63D3}"/>
                </a:ext>
              </a:extLst>
            </p:cNvPr>
            <p:cNvCxnSpPr>
              <a:cxnSpLocks/>
            </p:cNvCxnSpPr>
            <p:nvPr/>
          </p:nvCxnSpPr>
          <p:spPr>
            <a:xfrm>
              <a:off x="6822790" y="5390359"/>
              <a:ext cx="406603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線接點 154">
              <a:extLst>
                <a:ext uri="{FF2B5EF4-FFF2-40B4-BE49-F238E27FC236}">
                  <a16:creationId xmlns:a16="http://schemas.microsoft.com/office/drawing/2014/main" id="{8A1603AC-988D-4D85-A466-B018DCF67E61}"/>
                </a:ext>
              </a:extLst>
            </p:cNvPr>
            <p:cNvCxnSpPr/>
            <p:nvPr/>
          </p:nvCxnSpPr>
          <p:spPr>
            <a:xfrm>
              <a:off x="7106463" y="5271796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線接點 155">
              <a:extLst>
                <a:ext uri="{FF2B5EF4-FFF2-40B4-BE49-F238E27FC236}">
                  <a16:creationId xmlns:a16="http://schemas.microsoft.com/office/drawing/2014/main" id="{FB122A67-F115-4A19-9564-38347DA8C262}"/>
                </a:ext>
              </a:extLst>
            </p:cNvPr>
            <p:cNvCxnSpPr/>
            <p:nvPr/>
          </p:nvCxnSpPr>
          <p:spPr>
            <a:xfrm>
              <a:off x="9754023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線接點 156">
              <a:extLst>
                <a:ext uri="{FF2B5EF4-FFF2-40B4-BE49-F238E27FC236}">
                  <a16:creationId xmlns:a16="http://schemas.microsoft.com/office/drawing/2014/main" id="{F53F6A19-1154-4438-8E98-FA8BC69F827A}"/>
                </a:ext>
              </a:extLst>
            </p:cNvPr>
            <p:cNvCxnSpPr/>
            <p:nvPr/>
          </p:nvCxnSpPr>
          <p:spPr>
            <a:xfrm>
              <a:off x="9312763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線接點 157">
              <a:extLst>
                <a:ext uri="{FF2B5EF4-FFF2-40B4-BE49-F238E27FC236}">
                  <a16:creationId xmlns:a16="http://schemas.microsoft.com/office/drawing/2014/main" id="{F48A3BF5-5E73-4057-A536-39CE86CA1160}"/>
                </a:ext>
              </a:extLst>
            </p:cNvPr>
            <p:cNvCxnSpPr/>
            <p:nvPr/>
          </p:nvCxnSpPr>
          <p:spPr>
            <a:xfrm>
              <a:off x="8871503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線接點 158">
              <a:extLst>
                <a:ext uri="{FF2B5EF4-FFF2-40B4-BE49-F238E27FC236}">
                  <a16:creationId xmlns:a16="http://schemas.microsoft.com/office/drawing/2014/main" id="{3C9BE20D-E605-4F8E-986C-D40FB522DA67}"/>
                </a:ext>
              </a:extLst>
            </p:cNvPr>
            <p:cNvCxnSpPr>
              <a:cxnSpLocks/>
            </p:cNvCxnSpPr>
            <p:nvPr/>
          </p:nvCxnSpPr>
          <p:spPr>
            <a:xfrm>
              <a:off x="8430243" y="527179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線接點 159">
              <a:extLst>
                <a:ext uri="{FF2B5EF4-FFF2-40B4-BE49-F238E27FC236}">
                  <a16:creationId xmlns:a16="http://schemas.microsoft.com/office/drawing/2014/main" id="{48E086C6-C7A5-4258-9C5F-D89F0E1DAB8E}"/>
                </a:ext>
              </a:extLst>
            </p:cNvPr>
            <p:cNvCxnSpPr>
              <a:cxnSpLocks/>
            </p:cNvCxnSpPr>
            <p:nvPr/>
          </p:nvCxnSpPr>
          <p:spPr>
            <a:xfrm>
              <a:off x="7988983" y="527179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線接點 160">
              <a:extLst>
                <a:ext uri="{FF2B5EF4-FFF2-40B4-BE49-F238E27FC236}">
                  <a16:creationId xmlns:a16="http://schemas.microsoft.com/office/drawing/2014/main" id="{447E50F1-EE08-44B7-BC96-0E4C024C5292}"/>
                </a:ext>
              </a:extLst>
            </p:cNvPr>
            <p:cNvCxnSpPr>
              <a:cxnSpLocks/>
            </p:cNvCxnSpPr>
            <p:nvPr/>
          </p:nvCxnSpPr>
          <p:spPr>
            <a:xfrm>
              <a:off x="7547723" y="527179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直線接點 161">
              <a:extLst>
                <a:ext uri="{FF2B5EF4-FFF2-40B4-BE49-F238E27FC236}">
                  <a16:creationId xmlns:a16="http://schemas.microsoft.com/office/drawing/2014/main" id="{8B60CE1E-DEEF-481C-898E-CC66C6FCC59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5271607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直線接點 162">
              <a:extLst>
                <a:ext uri="{FF2B5EF4-FFF2-40B4-BE49-F238E27FC236}">
                  <a16:creationId xmlns:a16="http://schemas.microsoft.com/office/drawing/2014/main" id="{8B10AD42-3ED2-4C4B-B52A-F3018288EF3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4827911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直線接點 163">
              <a:extLst>
                <a:ext uri="{FF2B5EF4-FFF2-40B4-BE49-F238E27FC236}">
                  <a16:creationId xmlns:a16="http://schemas.microsoft.com/office/drawing/2014/main" id="{4721C4E4-D4E8-40F1-86EA-5B46AC28DA9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438421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直線接點 164">
              <a:extLst>
                <a:ext uri="{FF2B5EF4-FFF2-40B4-BE49-F238E27FC236}">
                  <a16:creationId xmlns:a16="http://schemas.microsoft.com/office/drawing/2014/main" id="{0CF19737-9B1B-4B0A-98AC-270E6088729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3940521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直線接點 165">
              <a:extLst>
                <a:ext uri="{FF2B5EF4-FFF2-40B4-BE49-F238E27FC236}">
                  <a16:creationId xmlns:a16="http://schemas.microsoft.com/office/drawing/2014/main" id="{4B0AB437-FCB6-4BC3-B4D9-16BE56A66DC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349682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直線接點 166">
              <a:extLst>
                <a:ext uri="{FF2B5EF4-FFF2-40B4-BE49-F238E27FC236}">
                  <a16:creationId xmlns:a16="http://schemas.microsoft.com/office/drawing/2014/main" id="{1072EC40-ABFE-44B8-B200-5E1576D762E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3053131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直線接點 167">
              <a:extLst>
                <a:ext uri="{FF2B5EF4-FFF2-40B4-BE49-F238E27FC236}">
                  <a16:creationId xmlns:a16="http://schemas.microsoft.com/office/drawing/2014/main" id="{473330E4-A041-4E6E-AD6C-C4D8082AA8B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260943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9" name="群組 168">
              <a:extLst>
                <a:ext uri="{FF2B5EF4-FFF2-40B4-BE49-F238E27FC236}">
                  <a16:creationId xmlns:a16="http://schemas.microsoft.com/office/drawing/2014/main" id="{77978784-1CAF-44B5-8F18-3F3A77286C12}"/>
                </a:ext>
              </a:extLst>
            </p:cNvPr>
            <p:cNvGrpSpPr/>
            <p:nvPr/>
          </p:nvGrpSpPr>
          <p:grpSpPr>
            <a:xfrm>
              <a:off x="7513605" y="3980778"/>
              <a:ext cx="917159" cy="108000"/>
              <a:chOff x="7513605" y="3980778"/>
              <a:chExt cx="917159" cy="108000"/>
            </a:xfrm>
          </p:grpSpPr>
          <p:sp>
            <p:nvSpPr>
              <p:cNvPr id="190" name="橢圓 189">
                <a:extLst>
                  <a:ext uri="{FF2B5EF4-FFF2-40B4-BE49-F238E27FC236}">
                    <a16:creationId xmlns:a16="http://schemas.microsoft.com/office/drawing/2014/main" id="{41436641-7791-4B62-8CF8-A6BF1E795F3B}"/>
                  </a:ext>
                </a:extLst>
              </p:cNvPr>
              <p:cNvSpPr/>
              <p:nvPr/>
            </p:nvSpPr>
            <p:spPr>
              <a:xfrm>
                <a:off x="7513605" y="3980778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cxnSp>
            <p:nvCxnSpPr>
              <p:cNvPr id="191" name="直線接點 190">
                <a:extLst>
                  <a:ext uri="{FF2B5EF4-FFF2-40B4-BE49-F238E27FC236}">
                    <a16:creationId xmlns:a16="http://schemas.microsoft.com/office/drawing/2014/main" id="{A3603052-09BA-4AAF-ADA4-809709775C84}"/>
                  </a:ext>
                </a:extLst>
              </p:cNvPr>
              <p:cNvCxnSpPr>
                <a:cxnSpLocks/>
                <a:stCxn id="190" idx="6"/>
              </p:cNvCxnSpPr>
              <p:nvPr/>
            </p:nvCxnSpPr>
            <p:spPr>
              <a:xfrm flipV="1">
                <a:off x="7621605" y="4034487"/>
                <a:ext cx="809159" cy="291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0" name="群組 169">
              <a:extLst>
                <a:ext uri="{FF2B5EF4-FFF2-40B4-BE49-F238E27FC236}">
                  <a16:creationId xmlns:a16="http://schemas.microsoft.com/office/drawing/2014/main" id="{0D9930E4-FD45-42C5-B93A-6C25C424E08E}"/>
                </a:ext>
              </a:extLst>
            </p:cNvPr>
            <p:cNvGrpSpPr/>
            <p:nvPr/>
          </p:nvGrpSpPr>
          <p:grpSpPr>
            <a:xfrm>
              <a:off x="7771669" y="3113282"/>
              <a:ext cx="1537411" cy="108000"/>
              <a:chOff x="7977471" y="3068531"/>
              <a:chExt cx="1537411" cy="108000"/>
            </a:xfrm>
          </p:grpSpPr>
          <p:sp>
            <p:nvSpPr>
              <p:cNvPr id="188" name="橢圓 187">
                <a:extLst>
                  <a:ext uri="{FF2B5EF4-FFF2-40B4-BE49-F238E27FC236}">
                    <a16:creationId xmlns:a16="http://schemas.microsoft.com/office/drawing/2014/main" id="{D2C5A4BF-1264-4BB0-8DCB-0E32C5348421}"/>
                  </a:ext>
                </a:extLst>
              </p:cNvPr>
              <p:cNvSpPr/>
              <p:nvPr/>
            </p:nvSpPr>
            <p:spPr>
              <a:xfrm>
                <a:off x="7977471" y="3068531"/>
                <a:ext cx="108000" cy="108000"/>
              </a:xfrm>
              <a:prstGeom prst="ellipse">
                <a:avLst/>
              </a:prstGeom>
              <a:solidFill>
                <a:srgbClr val="934BC9"/>
              </a:solidFill>
              <a:ln>
                <a:solidFill>
                  <a:srgbClr val="934BC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89" name="直線接點 188">
                <a:extLst>
                  <a:ext uri="{FF2B5EF4-FFF2-40B4-BE49-F238E27FC236}">
                    <a16:creationId xmlns:a16="http://schemas.microsoft.com/office/drawing/2014/main" id="{67FC7486-D0EE-47B9-A38B-27B995F291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86064" y="3114698"/>
                <a:ext cx="1428818" cy="7833"/>
              </a:xfrm>
              <a:prstGeom prst="line">
                <a:avLst/>
              </a:prstGeom>
              <a:ln w="38100">
                <a:solidFill>
                  <a:srgbClr val="934BC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1" name="群組 170">
              <a:extLst>
                <a:ext uri="{FF2B5EF4-FFF2-40B4-BE49-F238E27FC236}">
                  <a16:creationId xmlns:a16="http://schemas.microsoft.com/office/drawing/2014/main" id="{E091DC38-2D04-4DA4-AB37-EC961028D592}"/>
                </a:ext>
              </a:extLst>
            </p:cNvPr>
            <p:cNvGrpSpPr/>
            <p:nvPr/>
          </p:nvGrpSpPr>
          <p:grpSpPr>
            <a:xfrm>
              <a:off x="8050726" y="2832946"/>
              <a:ext cx="1537036" cy="108000"/>
              <a:chOff x="8430764" y="2612552"/>
              <a:chExt cx="1537036" cy="108000"/>
            </a:xfrm>
          </p:grpSpPr>
          <p:sp>
            <p:nvSpPr>
              <p:cNvPr id="186" name="橢圓 185">
                <a:extLst>
                  <a:ext uri="{FF2B5EF4-FFF2-40B4-BE49-F238E27FC236}">
                    <a16:creationId xmlns:a16="http://schemas.microsoft.com/office/drawing/2014/main" id="{62D07734-EE3C-4CAA-8E68-24B6D9D0179F}"/>
                  </a:ext>
                </a:extLst>
              </p:cNvPr>
              <p:cNvSpPr/>
              <p:nvPr/>
            </p:nvSpPr>
            <p:spPr>
              <a:xfrm>
                <a:off x="8430764" y="2612552"/>
                <a:ext cx="108000" cy="1080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87" name="直線接點 186">
                <a:extLst>
                  <a:ext uri="{FF2B5EF4-FFF2-40B4-BE49-F238E27FC236}">
                    <a16:creationId xmlns:a16="http://schemas.microsoft.com/office/drawing/2014/main" id="{4853DE1A-FE9B-4833-B371-F9E2C95FF9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38764" y="2673817"/>
                <a:ext cx="1429036" cy="3174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2" name="群組 171">
              <a:extLst>
                <a:ext uri="{FF2B5EF4-FFF2-40B4-BE49-F238E27FC236}">
                  <a16:creationId xmlns:a16="http://schemas.microsoft.com/office/drawing/2014/main" id="{B07809E6-0590-41D0-8AAB-A6B9332D47F9}"/>
                </a:ext>
              </a:extLst>
            </p:cNvPr>
            <p:cNvGrpSpPr/>
            <p:nvPr/>
          </p:nvGrpSpPr>
          <p:grpSpPr>
            <a:xfrm>
              <a:off x="8619688" y="3813753"/>
              <a:ext cx="108000" cy="1182461"/>
              <a:chOff x="8893543" y="3813753"/>
              <a:chExt cx="108000" cy="1182461"/>
            </a:xfrm>
          </p:grpSpPr>
          <p:sp>
            <p:nvSpPr>
              <p:cNvPr id="184" name="橢圓 183">
                <a:extLst>
                  <a:ext uri="{FF2B5EF4-FFF2-40B4-BE49-F238E27FC236}">
                    <a16:creationId xmlns:a16="http://schemas.microsoft.com/office/drawing/2014/main" id="{CD337D62-FDBD-493F-A0AE-5C8045E65A60}"/>
                  </a:ext>
                </a:extLst>
              </p:cNvPr>
              <p:cNvSpPr/>
              <p:nvPr/>
            </p:nvSpPr>
            <p:spPr>
              <a:xfrm>
                <a:off x="8893543" y="4888214"/>
                <a:ext cx="108000" cy="10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85" name="直線接點 184">
                <a:extLst>
                  <a:ext uri="{FF2B5EF4-FFF2-40B4-BE49-F238E27FC236}">
                    <a16:creationId xmlns:a16="http://schemas.microsoft.com/office/drawing/2014/main" id="{17F13F9F-A8D2-4B95-85D8-4F47192A5B75}"/>
                  </a:ext>
                </a:extLst>
              </p:cNvPr>
              <p:cNvCxnSpPr>
                <a:cxnSpLocks/>
                <a:stCxn id="184" idx="0"/>
              </p:cNvCxnSpPr>
              <p:nvPr/>
            </p:nvCxnSpPr>
            <p:spPr>
              <a:xfrm flipV="1">
                <a:off x="8947543" y="3813753"/>
                <a:ext cx="0" cy="1074461"/>
              </a:xfrm>
              <a:prstGeom prst="line">
                <a:avLst/>
              </a:prstGeom>
              <a:solidFill>
                <a:schemeClr val="bg1">
                  <a:lumMod val="75000"/>
                </a:schemeClr>
              </a:solidFill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3" name="群組 172">
              <a:extLst>
                <a:ext uri="{FF2B5EF4-FFF2-40B4-BE49-F238E27FC236}">
                  <a16:creationId xmlns:a16="http://schemas.microsoft.com/office/drawing/2014/main" id="{B1707E62-E88A-409C-BFA3-758B02A8344E}"/>
                </a:ext>
              </a:extLst>
            </p:cNvPr>
            <p:cNvGrpSpPr/>
            <p:nvPr/>
          </p:nvGrpSpPr>
          <p:grpSpPr>
            <a:xfrm>
              <a:off x="8992674" y="3429000"/>
              <a:ext cx="108000" cy="966264"/>
              <a:chOff x="9356605" y="3587532"/>
              <a:chExt cx="108000" cy="966264"/>
            </a:xfrm>
          </p:grpSpPr>
          <p:sp>
            <p:nvSpPr>
              <p:cNvPr id="182" name="橢圓 181">
                <a:extLst>
                  <a:ext uri="{FF2B5EF4-FFF2-40B4-BE49-F238E27FC236}">
                    <a16:creationId xmlns:a16="http://schemas.microsoft.com/office/drawing/2014/main" id="{6093F1E4-7085-45FC-B6DC-96890DCCBE1A}"/>
                  </a:ext>
                </a:extLst>
              </p:cNvPr>
              <p:cNvSpPr/>
              <p:nvPr/>
            </p:nvSpPr>
            <p:spPr>
              <a:xfrm>
                <a:off x="9356605" y="4445796"/>
                <a:ext cx="108000" cy="10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83" name="直線接點 182">
                <a:extLst>
                  <a:ext uri="{FF2B5EF4-FFF2-40B4-BE49-F238E27FC236}">
                    <a16:creationId xmlns:a16="http://schemas.microsoft.com/office/drawing/2014/main" id="{F8616306-CDD1-45B3-AAEB-81B0E87EB94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410605" y="3587532"/>
                <a:ext cx="0" cy="881541"/>
              </a:xfrm>
              <a:prstGeom prst="line">
                <a:avLst/>
              </a:prstGeom>
              <a:solidFill>
                <a:schemeClr val="bg1">
                  <a:lumMod val="75000"/>
                </a:schemeClr>
              </a:solidFill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4" name="群組 173">
              <a:extLst>
                <a:ext uri="{FF2B5EF4-FFF2-40B4-BE49-F238E27FC236}">
                  <a16:creationId xmlns:a16="http://schemas.microsoft.com/office/drawing/2014/main" id="{60003C18-F48C-4C7A-AC0F-0A9A703BB1F9}"/>
                </a:ext>
              </a:extLst>
            </p:cNvPr>
            <p:cNvGrpSpPr/>
            <p:nvPr/>
          </p:nvGrpSpPr>
          <p:grpSpPr>
            <a:xfrm>
              <a:off x="9689064" y="2740251"/>
              <a:ext cx="108000" cy="761996"/>
              <a:chOff x="9817434" y="2870513"/>
              <a:chExt cx="108000" cy="761996"/>
            </a:xfrm>
          </p:grpSpPr>
          <p:sp>
            <p:nvSpPr>
              <p:cNvPr id="180" name="橢圓 179">
                <a:extLst>
                  <a:ext uri="{FF2B5EF4-FFF2-40B4-BE49-F238E27FC236}">
                    <a16:creationId xmlns:a16="http://schemas.microsoft.com/office/drawing/2014/main" id="{AD54CC84-6643-451B-9775-BC49C02A2933}"/>
                  </a:ext>
                </a:extLst>
              </p:cNvPr>
              <p:cNvSpPr/>
              <p:nvPr/>
            </p:nvSpPr>
            <p:spPr>
              <a:xfrm>
                <a:off x="9817434" y="3524509"/>
                <a:ext cx="108000" cy="108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81" name="直線接點 180">
                <a:extLst>
                  <a:ext uri="{FF2B5EF4-FFF2-40B4-BE49-F238E27FC236}">
                    <a16:creationId xmlns:a16="http://schemas.microsoft.com/office/drawing/2014/main" id="{6AEB0D89-13A9-444D-94D5-F0AABBFEF1E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71434" y="2870513"/>
                <a:ext cx="0" cy="672659"/>
              </a:xfrm>
              <a:prstGeom prst="line">
                <a:avLst/>
              </a:prstGeom>
              <a:solidFill>
                <a:schemeClr val="bg1">
                  <a:lumMod val="75000"/>
                </a:schemeClr>
              </a:solidFill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5" name="直線接點 174">
              <a:extLst>
                <a:ext uri="{FF2B5EF4-FFF2-40B4-BE49-F238E27FC236}">
                  <a16:creationId xmlns:a16="http://schemas.microsoft.com/office/drawing/2014/main" id="{9E44676C-B140-41BD-9313-EB2BD3764E51}"/>
                </a:ext>
              </a:extLst>
            </p:cNvPr>
            <p:cNvCxnSpPr/>
            <p:nvPr/>
          </p:nvCxnSpPr>
          <p:spPr>
            <a:xfrm>
              <a:off x="10195283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直線接點 175">
              <a:extLst>
                <a:ext uri="{FF2B5EF4-FFF2-40B4-BE49-F238E27FC236}">
                  <a16:creationId xmlns:a16="http://schemas.microsoft.com/office/drawing/2014/main" id="{5296D5DB-C812-4E93-ADDC-BB59B688129F}"/>
                </a:ext>
              </a:extLst>
            </p:cNvPr>
            <p:cNvCxnSpPr/>
            <p:nvPr/>
          </p:nvCxnSpPr>
          <p:spPr>
            <a:xfrm>
              <a:off x="10636544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直線接點 176">
              <a:extLst>
                <a:ext uri="{FF2B5EF4-FFF2-40B4-BE49-F238E27FC236}">
                  <a16:creationId xmlns:a16="http://schemas.microsoft.com/office/drawing/2014/main" id="{200E9B66-EF13-4DCD-9F19-43BB06080DF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2165741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直線接點 177">
              <a:extLst>
                <a:ext uri="{FF2B5EF4-FFF2-40B4-BE49-F238E27FC236}">
                  <a16:creationId xmlns:a16="http://schemas.microsoft.com/office/drawing/2014/main" id="{6310669B-78AE-40CF-895C-5855FD16CCF4}"/>
                </a:ext>
              </a:extLst>
            </p:cNvPr>
            <p:cNvCxnSpPr>
              <a:cxnSpLocks/>
            </p:cNvCxnSpPr>
            <p:nvPr/>
          </p:nvCxnSpPr>
          <p:spPr>
            <a:xfrm>
              <a:off x="6975647" y="1852862"/>
              <a:ext cx="26163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線單箭頭接點 178">
              <a:extLst>
                <a:ext uri="{FF2B5EF4-FFF2-40B4-BE49-F238E27FC236}">
                  <a16:creationId xmlns:a16="http://schemas.microsoft.com/office/drawing/2014/main" id="{734E43D2-1B6F-4855-BFBA-85E63D546DF8}"/>
                </a:ext>
              </a:extLst>
            </p:cNvPr>
            <p:cNvCxnSpPr>
              <a:cxnSpLocks/>
            </p:cNvCxnSpPr>
            <p:nvPr/>
          </p:nvCxnSpPr>
          <p:spPr>
            <a:xfrm rot="-2700000">
              <a:off x="6010892" y="3694248"/>
              <a:ext cx="5544000" cy="2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2" name="文字方塊 191">
            <a:extLst>
              <a:ext uri="{FF2B5EF4-FFF2-40B4-BE49-F238E27FC236}">
                <a16:creationId xmlns:a16="http://schemas.microsoft.com/office/drawing/2014/main" id="{27CD14E3-3BCC-40AC-BEAB-17CED788DC8E}"/>
              </a:ext>
            </a:extLst>
          </p:cNvPr>
          <p:cNvSpPr txBox="1"/>
          <p:nvPr/>
        </p:nvSpPr>
        <p:spPr>
          <a:xfrm>
            <a:off x="1115555" y="6127025"/>
            <a:ext cx="882520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K(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3" name="直線單箭頭接點 192">
            <a:extLst>
              <a:ext uri="{FF2B5EF4-FFF2-40B4-BE49-F238E27FC236}">
                <a16:creationId xmlns:a16="http://schemas.microsoft.com/office/drawing/2014/main" id="{AEC10BE4-E071-4F8F-BF02-A0A36D3AA6C5}"/>
              </a:ext>
            </a:extLst>
          </p:cNvPr>
          <p:cNvCxnSpPr>
            <a:cxnSpLocks/>
            <a:stCxn id="192" idx="0"/>
            <a:endCxn id="190" idx="4"/>
          </p:cNvCxnSpPr>
          <p:nvPr/>
        </p:nvCxnSpPr>
        <p:spPr>
          <a:xfrm flipV="1">
            <a:off x="1556815" y="4088778"/>
            <a:ext cx="246870" cy="203824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文字方塊 193">
            <a:extLst>
              <a:ext uri="{FF2B5EF4-FFF2-40B4-BE49-F238E27FC236}">
                <a16:creationId xmlns:a16="http://schemas.microsoft.com/office/drawing/2014/main" id="{445B6A77-DA24-4CDF-85A2-18E2CFCBDBF7}"/>
              </a:ext>
            </a:extLst>
          </p:cNvPr>
          <p:cNvSpPr txBox="1"/>
          <p:nvPr/>
        </p:nvSpPr>
        <p:spPr>
          <a:xfrm>
            <a:off x="1503830" y="1785364"/>
            <a:ext cx="882520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K(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5" name="直線單箭頭接點 194">
            <a:extLst>
              <a:ext uri="{FF2B5EF4-FFF2-40B4-BE49-F238E27FC236}">
                <a16:creationId xmlns:a16="http://schemas.microsoft.com/office/drawing/2014/main" id="{447EFBD5-7D08-4FA2-A344-634B61746F60}"/>
              </a:ext>
            </a:extLst>
          </p:cNvPr>
          <p:cNvCxnSpPr>
            <a:cxnSpLocks/>
            <a:stCxn id="194" idx="2"/>
          </p:cNvCxnSpPr>
          <p:nvPr/>
        </p:nvCxnSpPr>
        <p:spPr>
          <a:xfrm>
            <a:off x="1945090" y="2247029"/>
            <a:ext cx="717586" cy="1762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文字方塊 195">
            <a:extLst>
              <a:ext uri="{FF2B5EF4-FFF2-40B4-BE49-F238E27FC236}">
                <a16:creationId xmlns:a16="http://schemas.microsoft.com/office/drawing/2014/main" id="{9B57E724-0E39-4F10-A919-79B69E265BC1}"/>
              </a:ext>
            </a:extLst>
          </p:cNvPr>
          <p:cNvSpPr txBox="1"/>
          <p:nvPr/>
        </p:nvSpPr>
        <p:spPr>
          <a:xfrm>
            <a:off x="1586436" y="3640233"/>
            <a:ext cx="483274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7" name="文字方塊 196">
            <a:extLst>
              <a:ext uri="{FF2B5EF4-FFF2-40B4-BE49-F238E27FC236}">
                <a16:creationId xmlns:a16="http://schemas.microsoft.com/office/drawing/2014/main" id="{189FD1CC-8533-49B4-BFF3-ECC59C99F899}"/>
              </a:ext>
            </a:extLst>
          </p:cNvPr>
          <p:cNvSpPr txBox="1"/>
          <p:nvPr/>
        </p:nvSpPr>
        <p:spPr>
          <a:xfrm>
            <a:off x="1720285" y="2736117"/>
            <a:ext cx="483274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8" name="文字方塊 197">
            <a:extLst>
              <a:ext uri="{FF2B5EF4-FFF2-40B4-BE49-F238E27FC236}">
                <a16:creationId xmlns:a16="http://schemas.microsoft.com/office/drawing/2014/main" id="{68200D17-CE4A-4DAC-941D-F2B774BB6253}"/>
              </a:ext>
            </a:extLst>
          </p:cNvPr>
          <p:cNvSpPr txBox="1"/>
          <p:nvPr/>
        </p:nvSpPr>
        <p:spPr>
          <a:xfrm>
            <a:off x="2206402" y="2431283"/>
            <a:ext cx="483274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9" name="文字方塊 198">
            <a:extLst>
              <a:ext uri="{FF2B5EF4-FFF2-40B4-BE49-F238E27FC236}">
                <a16:creationId xmlns:a16="http://schemas.microsoft.com/office/drawing/2014/main" id="{A5BEC58C-D741-4716-B3C8-8B42EDFD211E}"/>
              </a:ext>
            </a:extLst>
          </p:cNvPr>
          <p:cNvSpPr txBox="1"/>
          <p:nvPr/>
        </p:nvSpPr>
        <p:spPr>
          <a:xfrm>
            <a:off x="2934261" y="4849346"/>
            <a:ext cx="483274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0" name="文字方塊 199">
            <a:extLst>
              <a:ext uri="{FF2B5EF4-FFF2-40B4-BE49-F238E27FC236}">
                <a16:creationId xmlns:a16="http://schemas.microsoft.com/office/drawing/2014/main" id="{01742B59-EA4D-4914-A4E3-76439C88D437}"/>
              </a:ext>
            </a:extLst>
          </p:cNvPr>
          <p:cNvSpPr txBox="1"/>
          <p:nvPr/>
        </p:nvSpPr>
        <p:spPr>
          <a:xfrm>
            <a:off x="3340568" y="4135573"/>
            <a:ext cx="483274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1" name="文字方塊 200">
            <a:extLst>
              <a:ext uri="{FF2B5EF4-FFF2-40B4-BE49-F238E27FC236}">
                <a16:creationId xmlns:a16="http://schemas.microsoft.com/office/drawing/2014/main" id="{0D06A637-3C49-41A0-AEBF-B891865CAB0C}"/>
              </a:ext>
            </a:extLst>
          </p:cNvPr>
          <p:cNvSpPr txBox="1"/>
          <p:nvPr/>
        </p:nvSpPr>
        <p:spPr>
          <a:xfrm>
            <a:off x="4015428" y="3289461"/>
            <a:ext cx="483274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3E706A45-CF8C-4CBD-BCDE-FE5110F76651}"/>
              </a:ext>
            </a:extLst>
          </p:cNvPr>
          <p:cNvCxnSpPr/>
          <p:nvPr/>
        </p:nvCxnSpPr>
        <p:spPr>
          <a:xfrm flipH="1">
            <a:off x="2662676" y="1241571"/>
            <a:ext cx="27000" cy="507533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線接點 201">
            <a:extLst>
              <a:ext uri="{FF2B5EF4-FFF2-40B4-BE49-F238E27FC236}">
                <a16:creationId xmlns:a16="http://schemas.microsoft.com/office/drawing/2014/main" id="{DBD614CB-D95B-4810-918B-FDCCB3B8AD0E}"/>
              </a:ext>
            </a:extLst>
          </p:cNvPr>
          <p:cNvCxnSpPr/>
          <p:nvPr/>
        </p:nvCxnSpPr>
        <p:spPr>
          <a:xfrm flipH="1">
            <a:off x="7806160" y="1203650"/>
            <a:ext cx="27000" cy="507533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4773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486405-10E9-4237-AE0C-C31198684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MIS-</a:t>
            </a:r>
            <a:r>
              <a:rPr lang="en-US" altLang="zh-TW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canonical match / extension / chain</a:t>
            </a:r>
            <a:endParaRPr lang="zh-TW" altLang="en-US" sz="4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1" name="群組 140">
            <a:extLst>
              <a:ext uri="{FF2B5EF4-FFF2-40B4-BE49-F238E27FC236}">
                <a16:creationId xmlns:a16="http://schemas.microsoft.com/office/drawing/2014/main" id="{CC4E2722-E082-47D8-80F0-444234684B55}"/>
              </a:ext>
            </a:extLst>
          </p:cNvPr>
          <p:cNvGrpSpPr/>
          <p:nvPr/>
        </p:nvGrpSpPr>
        <p:grpSpPr>
          <a:xfrm>
            <a:off x="5727212" y="2466362"/>
            <a:ext cx="5544000" cy="4114801"/>
            <a:chOff x="6010892" y="1539551"/>
            <a:chExt cx="5544000" cy="4114801"/>
          </a:xfrm>
        </p:grpSpPr>
        <p:cxnSp>
          <p:nvCxnSpPr>
            <p:cNvPr id="10" name="直線單箭頭接點 9">
              <a:extLst>
                <a:ext uri="{FF2B5EF4-FFF2-40B4-BE49-F238E27FC236}">
                  <a16:creationId xmlns:a16="http://schemas.microsoft.com/office/drawing/2014/main" id="{C99555DA-F6C8-4835-915A-6EA1BE9827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06463" y="1539551"/>
              <a:ext cx="0" cy="411480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單箭頭接點 14">
              <a:extLst>
                <a:ext uri="{FF2B5EF4-FFF2-40B4-BE49-F238E27FC236}">
                  <a16:creationId xmlns:a16="http://schemas.microsoft.com/office/drawing/2014/main" id="{59002B21-9EE0-4E92-B43A-0315D4939C5F}"/>
                </a:ext>
              </a:extLst>
            </p:cNvPr>
            <p:cNvCxnSpPr>
              <a:cxnSpLocks/>
            </p:cNvCxnSpPr>
            <p:nvPr/>
          </p:nvCxnSpPr>
          <p:spPr>
            <a:xfrm>
              <a:off x="6822790" y="5390359"/>
              <a:ext cx="406603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>
              <a:extLst>
                <a:ext uri="{FF2B5EF4-FFF2-40B4-BE49-F238E27FC236}">
                  <a16:creationId xmlns:a16="http://schemas.microsoft.com/office/drawing/2014/main" id="{EEA34CF4-C79D-4AFE-81BA-64AA17DB32F7}"/>
                </a:ext>
              </a:extLst>
            </p:cNvPr>
            <p:cNvCxnSpPr/>
            <p:nvPr/>
          </p:nvCxnSpPr>
          <p:spPr>
            <a:xfrm>
              <a:off x="7106463" y="5271796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>
              <a:extLst>
                <a:ext uri="{FF2B5EF4-FFF2-40B4-BE49-F238E27FC236}">
                  <a16:creationId xmlns:a16="http://schemas.microsoft.com/office/drawing/2014/main" id="{840EE5D7-2175-4461-BF7E-04B854A1340A}"/>
                </a:ext>
              </a:extLst>
            </p:cNvPr>
            <p:cNvCxnSpPr/>
            <p:nvPr/>
          </p:nvCxnSpPr>
          <p:spPr>
            <a:xfrm>
              <a:off x="9754023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接點 28">
              <a:extLst>
                <a:ext uri="{FF2B5EF4-FFF2-40B4-BE49-F238E27FC236}">
                  <a16:creationId xmlns:a16="http://schemas.microsoft.com/office/drawing/2014/main" id="{E7341A97-4151-437F-B337-8CB2CB3BF88E}"/>
                </a:ext>
              </a:extLst>
            </p:cNvPr>
            <p:cNvCxnSpPr/>
            <p:nvPr/>
          </p:nvCxnSpPr>
          <p:spPr>
            <a:xfrm>
              <a:off x="9312763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接點 29">
              <a:extLst>
                <a:ext uri="{FF2B5EF4-FFF2-40B4-BE49-F238E27FC236}">
                  <a16:creationId xmlns:a16="http://schemas.microsoft.com/office/drawing/2014/main" id="{88F43A19-D495-48B2-B383-F897B8A7BD0A}"/>
                </a:ext>
              </a:extLst>
            </p:cNvPr>
            <p:cNvCxnSpPr/>
            <p:nvPr/>
          </p:nvCxnSpPr>
          <p:spPr>
            <a:xfrm>
              <a:off x="8871503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接點 30">
              <a:extLst>
                <a:ext uri="{FF2B5EF4-FFF2-40B4-BE49-F238E27FC236}">
                  <a16:creationId xmlns:a16="http://schemas.microsoft.com/office/drawing/2014/main" id="{6B3E89D0-0260-4AB1-9171-1CA042F161FB}"/>
                </a:ext>
              </a:extLst>
            </p:cNvPr>
            <p:cNvCxnSpPr>
              <a:cxnSpLocks/>
            </p:cNvCxnSpPr>
            <p:nvPr/>
          </p:nvCxnSpPr>
          <p:spPr>
            <a:xfrm>
              <a:off x="8430243" y="527179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>
              <a:extLst>
                <a:ext uri="{FF2B5EF4-FFF2-40B4-BE49-F238E27FC236}">
                  <a16:creationId xmlns:a16="http://schemas.microsoft.com/office/drawing/2014/main" id="{DB155AEA-5A08-4D5F-8B29-C2B0D0F8941F}"/>
                </a:ext>
              </a:extLst>
            </p:cNvPr>
            <p:cNvCxnSpPr>
              <a:cxnSpLocks/>
            </p:cNvCxnSpPr>
            <p:nvPr/>
          </p:nvCxnSpPr>
          <p:spPr>
            <a:xfrm>
              <a:off x="7988983" y="527179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>
              <a:extLst>
                <a:ext uri="{FF2B5EF4-FFF2-40B4-BE49-F238E27FC236}">
                  <a16:creationId xmlns:a16="http://schemas.microsoft.com/office/drawing/2014/main" id="{003EDBAB-6DBE-499D-B9E1-7BE4C2E1842A}"/>
                </a:ext>
              </a:extLst>
            </p:cNvPr>
            <p:cNvCxnSpPr>
              <a:cxnSpLocks/>
            </p:cNvCxnSpPr>
            <p:nvPr/>
          </p:nvCxnSpPr>
          <p:spPr>
            <a:xfrm>
              <a:off x="7547723" y="527179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接點 41">
              <a:extLst>
                <a:ext uri="{FF2B5EF4-FFF2-40B4-BE49-F238E27FC236}">
                  <a16:creationId xmlns:a16="http://schemas.microsoft.com/office/drawing/2014/main" id="{082B469B-4687-4959-94C9-798DD88AECF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5271607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接點 42">
              <a:extLst>
                <a:ext uri="{FF2B5EF4-FFF2-40B4-BE49-F238E27FC236}">
                  <a16:creationId xmlns:a16="http://schemas.microsoft.com/office/drawing/2014/main" id="{E43C336B-3B0C-44AE-8409-150636E1EE8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4827911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接點 43">
              <a:extLst>
                <a:ext uri="{FF2B5EF4-FFF2-40B4-BE49-F238E27FC236}">
                  <a16:creationId xmlns:a16="http://schemas.microsoft.com/office/drawing/2014/main" id="{96889798-ACB1-4A2A-8C90-C0A87256072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438421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接點 44">
              <a:extLst>
                <a:ext uri="{FF2B5EF4-FFF2-40B4-BE49-F238E27FC236}">
                  <a16:creationId xmlns:a16="http://schemas.microsoft.com/office/drawing/2014/main" id="{DF8C0888-C534-4017-9B1E-8304FBF7868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3940521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接點 45">
              <a:extLst>
                <a:ext uri="{FF2B5EF4-FFF2-40B4-BE49-F238E27FC236}">
                  <a16:creationId xmlns:a16="http://schemas.microsoft.com/office/drawing/2014/main" id="{24D08290-A2D1-4F2D-8F67-35FA440AD23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349682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線接點 46">
              <a:extLst>
                <a:ext uri="{FF2B5EF4-FFF2-40B4-BE49-F238E27FC236}">
                  <a16:creationId xmlns:a16="http://schemas.microsoft.com/office/drawing/2014/main" id="{071F6075-E1AB-44B5-A88C-E5EDD8B36E6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3053131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線接點 47">
              <a:extLst>
                <a:ext uri="{FF2B5EF4-FFF2-40B4-BE49-F238E27FC236}">
                  <a16:creationId xmlns:a16="http://schemas.microsoft.com/office/drawing/2014/main" id="{8E67856E-F3B6-4082-8127-3531C373B8F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260943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8" name="群組 97">
              <a:extLst>
                <a:ext uri="{FF2B5EF4-FFF2-40B4-BE49-F238E27FC236}">
                  <a16:creationId xmlns:a16="http://schemas.microsoft.com/office/drawing/2014/main" id="{BF961E2F-CE2B-43D9-B75A-4D99765FDE95}"/>
                </a:ext>
              </a:extLst>
            </p:cNvPr>
            <p:cNvGrpSpPr/>
            <p:nvPr/>
          </p:nvGrpSpPr>
          <p:grpSpPr>
            <a:xfrm>
              <a:off x="7513605" y="3980778"/>
              <a:ext cx="917159" cy="108000"/>
              <a:chOff x="7513605" y="3980778"/>
              <a:chExt cx="917159" cy="108000"/>
            </a:xfrm>
          </p:grpSpPr>
          <p:sp>
            <p:nvSpPr>
              <p:cNvPr id="62" name="橢圓 61">
                <a:extLst>
                  <a:ext uri="{FF2B5EF4-FFF2-40B4-BE49-F238E27FC236}">
                    <a16:creationId xmlns:a16="http://schemas.microsoft.com/office/drawing/2014/main" id="{4A87D08C-6760-4EBB-A55C-72F8EFA91542}"/>
                  </a:ext>
                </a:extLst>
              </p:cNvPr>
              <p:cNvSpPr/>
              <p:nvPr/>
            </p:nvSpPr>
            <p:spPr>
              <a:xfrm>
                <a:off x="7513605" y="3980778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76" name="直線接點 75">
                <a:extLst>
                  <a:ext uri="{FF2B5EF4-FFF2-40B4-BE49-F238E27FC236}">
                    <a16:creationId xmlns:a16="http://schemas.microsoft.com/office/drawing/2014/main" id="{567CC525-F158-4558-BD7A-6541685335AD}"/>
                  </a:ext>
                </a:extLst>
              </p:cNvPr>
              <p:cNvCxnSpPr>
                <a:stCxn id="62" idx="6"/>
              </p:cNvCxnSpPr>
              <p:nvPr/>
            </p:nvCxnSpPr>
            <p:spPr>
              <a:xfrm flipV="1">
                <a:off x="7621605" y="4034487"/>
                <a:ext cx="809159" cy="291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9" name="群組 98">
              <a:extLst>
                <a:ext uri="{FF2B5EF4-FFF2-40B4-BE49-F238E27FC236}">
                  <a16:creationId xmlns:a16="http://schemas.microsoft.com/office/drawing/2014/main" id="{8B722401-4250-4122-825D-6376F56B2E05}"/>
                </a:ext>
              </a:extLst>
            </p:cNvPr>
            <p:cNvGrpSpPr/>
            <p:nvPr/>
          </p:nvGrpSpPr>
          <p:grpSpPr>
            <a:xfrm>
              <a:off x="7771669" y="3113282"/>
              <a:ext cx="1537411" cy="108000"/>
              <a:chOff x="7977471" y="3068531"/>
              <a:chExt cx="1537411" cy="108000"/>
            </a:xfrm>
          </p:grpSpPr>
          <p:sp>
            <p:nvSpPr>
              <p:cNvPr id="66" name="橢圓 65">
                <a:extLst>
                  <a:ext uri="{FF2B5EF4-FFF2-40B4-BE49-F238E27FC236}">
                    <a16:creationId xmlns:a16="http://schemas.microsoft.com/office/drawing/2014/main" id="{1892BE0E-1278-4F19-B38E-F01A61B35A94}"/>
                  </a:ext>
                </a:extLst>
              </p:cNvPr>
              <p:cNvSpPr/>
              <p:nvPr/>
            </p:nvSpPr>
            <p:spPr>
              <a:xfrm>
                <a:off x="7977471" y="3068531"/>
                <a:ext cx="108000" cy="108000"/>
              </a:xfrm>
              <a:prstGeom prst="ellipse">
                <a:avLst/>
              </a:prstGeom>
              <a:solidFill>
                <a:srgbClr val="934BC9"/>
              </a:solidFill>
              <a:ln>
                <a:solidFill>
                  <a:srgbClr val="934BC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77" name="直線接點 76">
                <a:extLst>
                  <a:ext uri="{FF2B5EF4-FFF2-40B4-BE49-F238E27FC236}">
                    <a16:creationId xmlns:a16="http://schemas.microsoft.com/office/drawing/2014/main" id="{9D0FABD5-C9DC-41E5-89D7-1A5463C8CF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86064" y="3114698"/>
                <a:ext cx="1428818" cy="7833"/>
              </a:xfrm>
              <a:prstGeom prst="line">
                <a:avLst/>
              </a:prstGeom>
              <a:ln w="38100">
                <a:solidFill>
                  <a:srgbClr val="934BC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0" name="群組 99">
              <a:extLst>
                <a:ext uri="{FF2B5EF4-FFF2-40B4-BE49-F238E27FC236}">
                  <a16:creationId xmlns:a16="http://schemas.microsoft.com/office/drawing/2014/main" id="{08823DD2-FA5E-4B67-833C-B2A86ADF0386}"/>
                </a:ext>
              </a:extLst>
            </p:cNvPr>
            <p:cNvGrpSpPr/>
            <p:nvPr/>
          </p:nvGrpSpPr>
          <p:grpSpPr>
            <a:xfrm>
              <a:off x="8050726" y="2832946"/>
              <a:ext cx="1537036" cy="108000"/>
              <a:chOff x="8430764" y="2612552"/>
              <a:chExt cx="1537036" cy="108000"/>
            </a:xfrm>
          </p:grpSpPr>
          <p:sp>
            <p:nvSpPr>
              <p:cNvPr id="68" name="橢圓 67">
                <a:extLst>
                  <a:ext uri="{FF2B5EF4-FFF2-40B4-BE49-F238E27FC236}">
                    <a16:creationId xmlns:a16="http://schemas.microsoft.com/office/drawing/2014/main" id="{970E9EAE-F200-4C44-AF19-80EECA573BAB}"/>
                  </a:ext>
                </a:extLst>
              </p:cNvPr>
              <p:cNvSpPr/>
              <p:nvPr/>
            </p:nvSpPr>
            <p:spPr>
              <a:xfrm>
                <a:off x="8430764" y="2612552"/>
                <a:ext cx="108000" cy="1080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79" name="直線接點 78">
                <a:extLst>
                  <a:ext uri="{FF2B5EF4-FFF2-40B4-BE49-F238E27FC236}">
                    <a16:creationId xmlns:a16="http://schemas.microsoft.com/office/drawing/2014/main" id="{84152FB5-7848-4465-A263-5E13D7956A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38764" y="2673817"/>
                <a:ext cx="1429036" cy="3174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3" name="群組 102">
              <a:extLst>
                <a:ext uri="{FF2B5EF4-FFF2-40B4-BE49-F238E27FC236}">
                  <a16:creationId xmlns:a16="http://schemas.microsoft.com/office/drawing/2014/main" id="{7D23F7F5-14B6-4247-BCDB-9B8E44A9B596}"/>
                </a:ext>
              </a:extLst>
            </p:cNvPr>
            <p:cNvGrpSpPr/>
            <p:nvPr/>
          </p:nvGrpSpPr>
          <p:grpSpPr>
            <a:xfrm>
              <a:off x="8619688" y="3813753"/>
              <a:ext cx="108000" cy="1182461"/>
              <a:chOff x="8893543" y="3813753"/>
              <a:chExt cx="108000" cy="1182461"/>
            </a:xfrm>
          </p:grpSpPr>
          <p:sp>
            <p:nvSpPr>
              <p:cNvPr id="56" name="橢圓 55">
                <a:extLst>
                  <a:ext uri="{FF2B5EF4-FFF2-40B4-BE49-F238E27FC236}">
                    <a16:creationId xmlns:a16="http://schemas.microsoft.com/office/drawing/2014/main" id="{6DA7CE1E-83EE-473C-9567-81D4D56C2018}"/>
                  </a:ext>
                </a:extLst>
              </p:cNvPr>
              <p:cNvSpPr/>
              <p:nvPr/>
            </p:nvSpPr>
            <p:spPr>
              <a:xfrm>
                <a:off x="8893543" y="4888214"/>
                <a:ext cx="108000" cy="10800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81" name="直線接點 80">
                <a:extLst>
                  <a:ext uri="{FF2B5EF4-FFF2-40B4-BE49-F238E27FC236}">
                    <a16:creationId xmlns:a16="http://schemas.microsoft.com/office/drawing/2014/main" id="{970653CD-46B3-4478-AC03-2410D100A274}"/>
                  </a:ext>
                </a:extLst>
              </p:cNvPr>
              <p:cNvCxnSpPr>
                <a:cxnSpLocks/>
                <a:stCxn id="56" idx="0"/>
              </p:cNvCxnSpPr>
              <p:nvPr/>
            </p:nvCxnSpPr>
            <p:spPr>
              <a:xfrm flipV="1">
                <a:off x="8947543" y="3813753"/>
                <a:ext cx="0" cy="1074461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2" name="群組 101">
              <a:extLst>
                <a:ext uri="{FF2B5EF4-FFF2-40B4-BE49-F238E27FC236}">
                  <a16:creationId xmlns:a16="http://schemas.microsoft.com/office/drawing/2014/main" id="{FBAF5BC0-188E-48EE-9FD0-DD7E27F66B93}"/>
                </a:ext>
              </a:extLst>
            </p:cNvPr>
            <p:cNvGrpSpPr/>
            <p:nvPr/>
          </p:nvGrpSpPr>
          <p:grpSpPr>
            <a:xfrm>
              <a:off x="8992674" y="3429000"/>
              <a:ext cx="108000" cy="966264"/>
              <a:chOff x="9356605" y="3587532"/>
              <a:chExt cx="108000" cy="966264"/>
            </a:xfrm>
          </p:grpSpPr>
          <p:sp>
            <p:nvSpPr>
              <p:cNvPr id="60" name="橢圓 59">
                <a:extLst>
                  <a:ext uri="{FF2B5EF4-FFF2-40B4-BE49-F238E27FC236}">
                    <a16:creationId xmlns:a16="http://schemas.microsoft.com/office/drawing/2014/main" id="{C1137C0F-D99E-4315-916E-CD677F95ED81}"/>
                  </a:ext>
                </a:extLst>
              </p:cNvPr>
              <p:cNvSpPr/>
              <p:nvPr/>
            </p:nvSpPr>
            <p:spPr>
              <a:xfrm>
                <a:off x="9356605" y="4445796"/>
                <a:ext cx="108000" cy="108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85" name="直線接點 84">
                <a:extLst>
                  <a:ext uri="{FF2B5EF4-FFF2-40B4-BE49-F238E27FC236}">
                    <a16:creationId xmlns:a16="http://schemas.microsoft.com/office/drawing/2014/main" id="{8B09B6A1-21DD-4C66-9A3D-432DC0495C6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410605" y="3587532"/>
                <a:ext cx="0" cy="881541"/>
              </a:xfrm>
              <a:prstGeom prst="line">
                <a:avLst/>
              </a:prstGeom>
              <a:ln w="381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1" name="群組 100">
              <a:extLst>
                <a:ext uri="{FF2B5EF4-FFF2-40B4-BE49-F238E27FC236}">
                  <a16:creationId xmlns:a16="http://schemas.microsoft.com/office/drawing/2014/main" id="{19B40132-5302-4FFA-A06C-78FF84B23987}"/>
                </a:ext>
              </a:extLst>
            </p:cNvPr>
            <p:cNvGrpSpPr/>
            <p:nvPr/>
          </p:nvGrpSpPr>
          <p:grpSpPr>
            <a:xfrm>
              <a:off x="9689064" y="2740251"/>
              <a:ext cx="108000" cy="761996"/>
              <a:chOff x="9817434" y="2870513"/>
              <a:chExt cx="108000" cy="761996"/>
            </a:xfrm>
          </p:grpSpPr>
          <p:sp>
            <p:nvSpPr>
              <p:cNvPr id="64" name="橢圓 63">
                <a:extLst>
                  <a:ext uri="{FF2B5EF4-FFF2-40B4-BE49-F238E27FC236}">
                    <a16:creationId xmlns:a16="http://schemas.microsoft.com/office/drawing/2014/main" id="{8B131B35-47E9-4CE0-A304-278E327C9E66}"/>
                  </a:ext>
                </a:extLst>
              </p:cNvPr>
              <p:cNvSpPr/>
              <p:nvPr/>
            </p:nvSpPr>
            <p:spPr>
              <a:xfrm>
                <a:off x="9817434" y="3524509"/>
                <a:ext cx="108000" cy="108000"/>
              </a:xfrm>
              <a:prstGeom prst="ellipse">
                <a:avLst/>
              </a:prstGeom>
              <a:solidFill>
                <a:srgbClr val="44FD19"/>
              </a:solidFill>
              <a:ln>
                <a:solidFill>
                  <a:srgbClr val="44FD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86" name="直線接點 85">
                <a:extLst>
                  <a:ext uri="{FF2B5EF4-FFF2-40B4-BE49-F238E27FC236}">
                    <a16:creationId xmlns:a16="http://schemas.microsoft.com/office/drawing/2014/main" id="{49756E2D-E56A-4BFB-A4B0-62C0B92E341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71434" y="2870513"/>
                <a:ext cx="0" cy="672659"/>
              </a:xfrm>
              <a:prstGeom prst="line">
                <a:avLst/>
              </a:prstGeom>
              <a:ln w="38100">
                <a:solidFill>
                  <a:srgbClr val="44FD1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1" name="直線接點 90">
              <a:extLst>
                <a:ext uri="{FF2B5EF4-FFF2-40B4-BE49-F238E27FC236}">
                  <a16:creationId xmlns:a16="http://schemas.microsoft.com/office/drawing/2014/main" id="{60FFE80F-F5C1-4D84-A81C-8CA77F63A954}"/>
                </a:ext>
              </a:extLst>
            </p:cNvPr>
            <p:cNvCxnSpPr/>
            <p:nvPr/>
          </p:nvCxnSpPr>
          <p:spPr>
            <a:xfrm>
              <a:off x="10195283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線接點 91">
              <a:extLst>
                <a:ext uri="{FF2B5EF4-FFF2-40B4-BE49-F238E27FC236}">
                  <a16:creationId xmlns:a16="http://schemas.microsoft.com/office/drawing/2014/main" id="{BD10E0FA-73E0-40F9-A6DE-425494C5D536}"/>
                </a:ext>
              </a:extLst>
            </p:cNvPr>
            <p:cNvCxnSpPr/>
            <p:nvPr/>
          </p:nvCxnSpPr>
          <p:spPr>
            <a:xfrm>
              <a:off x="10636544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線接點 92">
              <a:extLst>
                <a:ext uri="{FF2B5EF4-FFF2-40B4-BE49-F238E27FC236}">
                  <a16:creationId xmlns:a16="http://schemas.microsoft.com/office/drawing/2014/main" id="{E7C837A5-AD20-408A-858F-3E8D88FAE73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2165741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線接點 93">
              <a:extLst>
                <a:ext uri="{FF2B5EF4-FFF2-40B4-BE49-F238E27FC236}">
                  <a16:creationId xmlns:a16="http://schemas.microsoft.com/office/drawing/2014/main" id="{C0B171D7-1006-45CF-A1D5-99968357E41B}"/>
                </a:ext>
              </a:extLst>
            </p:cNvPr>
            <p:cNvCxnSpPr>
              <a:cxnSpLocks/>
            </p:cNvCxnSpPr>
            <p:nvPr/>
          </p:nvCxnSpPr>
          <p:spPr>
            <a:xfrm>
              <a:off x="6975647" y="1852862"/>
              <a:ext cx="26163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單箭頭接點 18">
              <a:extLst>
                <a:ext uri="{FF2B5EF4-FFF2-40B4-BE49-F238E27FC236}">
                  <a16:creationId xmlns:a16="http://schemas.microsoft.com/office/drawing/2014/main" id="{53F4C3DA-91BE-4BD7-A706-85D0CEB4B93C}"/>
                </a:ext>
              </a:extLst>
            </p:cNvPr>
            <p:cNvCxnSpPr>
              <a:cxnSpLocks/>
            </p:cNvCxnSpPr>
            <p:nvPr/>
          </p:nvCxnSpPr>
          <p:spPr>
            <a:xfrm rot="-2700000">
              <a:off x="6010892" y="3694248"/>
              <a:ext cx="5544000" cy="2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內容版面配置區 2">
                <a:extLst>
                  <a:ext uri="{FF2B5EF4-FFF2-40B4-BE49-F238E27FC236}">
                    <a16:creationId xmlns:a16="http://schemas.microsoft.com/office/drawing/2014/main" id="{099FA156-4B0F-47E5-8A1A-63474A02BA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35099"/>
                <a:ext cx="10515600" cy="5337175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ts val="3500"/>
                  </a:lnSpc>
                  <a:spcBef>
                    <a:spcPts val="1800"/>
                  </a:spcBef>
                  <a:buNone/>
                </a:pPr>
                <a:r>
                  <a:rPr lang="en-US" altLang="zh-TW" sz="2400" dirty="0">
                    <a:sym typeface="Symbol" panose="05050102010706020507" pitchFamily="18" charset="2"/>
                  </a:rPr>
                  <a:t>Match</a:t>
                </a:r>
                <a:r>
                  <a:rPr lang="zh-TW" altLang="en-US" sz="2400" dirty="0">
                    <a:sym typeface="Symbol" panose="05050102010706020507" pitchFamily="18" charset="2"/>
                  </a:rPr>
                  <a:t>： </a:t>
                </a:r>
                <a:r>
                  <a:rPr lang="en-US" altLang="zh-TW" sz="2400" dirty="0">
                    <a:sym typeface="Symbol" panose="05050102010706020507" pitchFamily="18" charset="2"/>
                  </a:rPr>
                  <a:t>(smallest lexicographically)</a:t>
                </a:r>
                <a:br>
                  <a:rPr lang="en-US" altLang="zh-TW" sz="2400" dirty="0">
                    <a:sym typeface="Symbol" panose="05050102010706020507" pitchFamily="18" charset="2"/>
                  </a:rPr>
                </a:br>
                <a:r>
                  <a:rPr lang="en-US" altLang="zh-TW" sz="2400" dirty="0">
                    <a:sym typeface="Symbol" panose="05050102010706020507" pitchFamily="18" charset="2"/>
                  </a:rPr>
                  <a:t>	if </a:t>
                </a:r>
                <a:r>
                  <a:rPr lang="en-US" altLang="zh-TW" sz="2400" i="1" dirty="0" err="1">
                    <a:sym typeface="Symbol" panose="05050102010706020507" pitchFamily="18" charset="2"/>
                  </a:rPr>
                  <a:t>P</a:t>
                </a:r>
                <a:r>
                  <a:rPr lang="en-US" altLang="zh-TW" sz="2400" baseline="-25000" dirty="0" err="1">
                    <a:sym typeface="Symbol" panose="05050102010706020507" pitchFamily="18" charset="2"/>
                  </a:rPr>
                  <a:t>j</a:t>
                </a:r>
                <a:r>
                  <a:rPr lang="en-US" altLang="zh-TW" sz="2400" dirty="0">
                    <a:sym typeface="Symbol" panose="05050102010706020507" pitchFamily="18" charset="2"/>
                  </a:rPr>
                  <a:t> dominates </a:t>
                </a:r>
                <a:r>
                  <a:rPr lang="en-US" altLang="zh-TW" sz="2400" i="1" dirty="0">
                    <a:sym typeface="Symbol" panose="05050102010706020507" pitchFamily="18" charset="2"/>
                  </a:rPr>
                  <a:t>P</a:t>
                </a:r>
                <a:r>
                  <a:rPr lang="en-US" altLang="zh-TW" sz="2400" baseline="-25000" dirty="0">
                    <a:sym typeface="Symbol" panose="05050102010706020507" pitchFamily="18" charset="2"/>
                  </a:rPr>
                  <a:t>i</a:t>
                </a:r>
                <a:r>
                  <a:rPr lang="zh-TW" altLang="en-US" sz="2400" dirty="0">
                    <a:sym typeface="Symbol" panose="05050102010706020507" pitchFamily="18" charset="2"/>
                  </a:rPr>
                  <a:t>，</a:t>
                </a:r>
                <a:r>
                  <a:rPr lang="en-US" altLang="zh-TW" sz="2400" dirty="0">
                    <a:sym typeface="Symbol" panose="05050102010706020507" pitchFamily="18" charset="2"/>
                  </a:rPr>
                  <a:t>and </a:t>
                </a:r>
                <a:r>
                  <a:rPr lang="en-US" altLang="zh-TW" sz="2400" i="1" dirty="0" err="1">
                    <a:sym typeface="Symbol" panose="05050102010706020507" pitchFamily="18" charset="2"/>
                  </a:rPr>
                  <a:t>x</a:t>
                </a:r>
                <a:r>
                  <a:rPr lang="en-US" altLang="zh-TW" sz="2400" baseline="-25000" dirty="0" err="1">
                    <a:sym typeface="Symbol" panose="05050102010706020507" pitchFamily="18" charset="2"/>
                  </a:rPr>
                  <a:t>j</a:t>
                </a:r>
                <a:r>
                  <a:rPr lang="en-US" altLang="zh-TW" sz="2400" dirty="0">
                    <a:latin typeface="+mj-lt"/>
                    <a:sym typeface="Symbol" panose="05050102010706020507" pitchFamily="18" charset="2"/>
                  </a:rPr>
                  <a:t>’</a:t>
                </a:r>
                <a:r>
                  <a:rPr lang="en-US" altLang="zh-TW" sz="2400" dirty="0">
                    <a:sym typeface="Symbol" panose="05050102010706020507" pitchFamily="18" charset="2"/>
                  </a:rPr>
                  <a:t>  K(</a:t>
                </a:r>
                <a:r>
                  <a:rPr lang="en-US" altLang="zh-TW" sz="2400" i="1" dirty="0">
                    <a:sym typeface="Symbol" panose="05050102010706020507" pitchFamily="18" charset="2"/>
                  </a:rPr>
                  <a:t>P</a:t>
                </a:r>
                <a:r>
                  <a:rPr lang="en-US" altLang="zh-TW" sz="2400" baseline="-25000" dirty="0">
                    <a:sym typeface="Symbol" panose="05050102010706020507" pitchFamily="18" charset="2"/>
                  </a:rPr>
                  <a:t>i</a:t>
                </a:r>
                <a:r>
                  <a:rPr lang="en-US" altLang="zh-TW" sz="2400" dirty="0">
                    <a:sym typeface="Symbol" panose="05050102010706020507" pitchFamily="18" charset="2"/>
                  </a:rPr>
                  <a:t>) </a:t>
                </a:r>
                <a:r>
                  <a:rPr lang="zh-TW" altLang="en-US" sz="2400" dirty="0">
                    <a:sym typeface="Symbol" panose="05050102010706020507" pitchFamily="18" charset="2"/>
                  </a:rPr>
                  <a:t>－   </a:t>
                </a:r>
                <a:r>
                  <a:rPr lang="en-US" altLang="zh-TW" sz="2400" dirty="0">
                    <a:sym typeface="Symbol" panose="05050102010706020507" pitchFamily="18" charset="2"/>
                  </a:rPr>
                  <a:t>match  </a:t>
                </a:r>
                <a:r>
                  <a:rPr lang="zh-TW" altLang="en-US" sz="2400" dirty="0">
                    <a:sym typeface="Symbol" panose="05050102010706020507" pitchFamily="18" charset="2"/>
                  </a:rPr>
                  <a:t>，</a:t>
                </a:r>
                <a:r>
                  <a:rPr lang="en-US" altLang="zh-TW" sz="2400" dirty="0">
                    <a:sym typeface="Symbol" panose="05050102010706020507" pitchFamily="18" charset="2"/>
                  </a:rPr>
                  <a:t>but  </a:t>
                </a:r>
                <a:r>
                  <a:rPr lang="zh-TW" altLang="en-US" sz="2400" dirty="0">
                    <a:sym typeface="Symbol" panose="05050102010706020507" pitchFamily="18" charset="2"/>
                  </a:rPr>
                  <a:t> </a:t>
                </a:r>
                <a:r>
                  <a:rPr lang="en-US" altLang="zh-TW" sz="2400" dirty="0">
                    <a:sym typeface="Symbol" panose="05050102010706020507" pitchFamily="18" charset="2"/>
                  </a:rPr>
                  <a:t>not match </a:t>
                </a:r>
                <a:br>
                  <a:rPr lang="en-US" altLang="zh-TW" sz="2400" dirty="0">
                    <a:sym typeface="Symbol" panose="05050102010706020507" pitchFamily="18" charset="2"/>
                  </a:rPr>
                </a:br>
                <a:r>
                  <a:rPr lang="en-US" altLang="zh-TW" sz="2400" dirty="0">
                    <a:sym typeface="Symbol" panose="05050102010706020507" pitchFamily="18" charset="2"/>
                  </a:rPr>
                  <a:t>Extension</a:t>
                </a:r>
                <a:r>
                  <a:rPr lang="zh-TW" altLang="en-US" sz="2400" dirty="0">
                    <a:sym typeface="Symbol" panose="05050102010706020507" pitchFamily="18" charset="2"/>
                  </a:rPr>
                  <a:t>：</a:t>
                </a:r>
                <a:r>
                  <a:rPr lang="en-US" altLang="zh-TW" sz="3600" dirty="0">
                    <a:sym typeface="Symbol" panose="05050102010706020507" pitchFamily="18" charset="2"/>
                  </a:rPr>
                  <a:t> </a:t>
                </a:r>
                <a:r>
                  <a:rPr lang="en-US" altLang="zh-TW" sz="2400" dirty="0">
                    <a:sym typeface="Symbol" panose="05050102010706020507" pitchFamily="18" charset="2"/>
                  </a:rPr>
                  <a:t></a:t>
                </a:r>
                <a:r>
                  <a:rPr lang="en-US" altLang="zh-TW" sz="2400" baseline="-25000" dirty="0">
                    <a:sym typeface="Symbol" panose="05050102010706020507" pitchFamily="18" charset="2"/>
                  </a:rPr>
                  <a:t>j</a:t>
                </a:r>
                <a:r>
                  <a:rPr lang="en-US" altLang="zh-TW" sz="2400" dirty="0">
                    <a:sym typeface="Symbol" panose="05050102010706020507" pitchFamily="18" charset="2"/>
                  </a:rPr>
                  <a:t> = </a:t>
                </a:r>
                <a:r>
                  <a:rPr lang="en-US" altLang="zh-TW" sz="2400" baseline="-25000" dirty="0" err="1">
                    <a:sym typeface="Symbol" panose="05050102010706020507" pitchFamily="18" charset="2"/>
                  </a:rPr>
                  <a:t>i</a:t>
                </a:r>
                <a:r>
                  <a:rPr lang="en-US" altLang="zh-TW" sz="2400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subHide m:val="on"/>
                        <m:supHide m:val="on"/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naryPr>
                      <m:sub/>
                      <m:sup/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𝑃</m:t>
                            </m:r>
                            <m:r>
                              <a:rPr lang="en-US" altLang="zh-TW" sz="2400" b="0" i="1" baseline="-25000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𝑗</m:t>
                            </m:r>
                          </m:e>
                        </m:d>
                      </m:e>
                    </m:nary>
                  </m:oMath>
                </a14:m>
                <a:br>
                  <a:rPr lang="en-US" altLang="zh-TW" sz="2400" dirty="0">
                    <a:sym typeface="Symbol" panose="05050102010706020507" pitchFamily="18" charset="2"/>
                  </a:rPr>
                </a:br>
                <a:endParaRPr lang="en-US" altLang="zh-TW" sz="2400" baseline="-25000" dirty="0">
                  <a:sym typeface="Symbol" panose="05050102010706020507" pitchFamily="18" charset="2"/>
                </a:endParaRPr>
              </a:p>
              <a:p>
                <a:pPr marL="0" indent="0">
                  <a:lnSpc>
                    <a:spcPts val="3500"/>
                  </a:lnSpc>
                  <a:spcBef>
                    <a:spcPts val="1800"/>
                  </a:spcBef>
                  <a:buNone/>
                </a:pPr>
                <a:r>
                  <a:rPr lang="en-US" altLang="zh-TW" sz="2400" dirty="0">
                    <a:sym typeface="Symbol" panose="05050102010706020507" pitchFamily="18" charset="2"/>
                  </a:rPr>
                  <a:t>Canonical match</a:t>
                </a:r>
                <a:br>
                  <a:rPr lang="en-US" altLang="zh-TW" sz="2400" dirty="0">
                    <a:sym typeface="Symbol" panose="05050102010706020507" pitchFamily="18" charset="2"/>
                  </a:rPr>
                </a:br>
                <a:r>
                  <a:rPr lang="en-US" altLang="zh-TW" sz="2400" dirty="0">
                    <a:sym typeface="Symbol" panose="05050102010706020507" pitchFamily="18" charset="2"/>
                  </a:rPr>
                  <a:t>              </a:t>
                </a:r>
                <a:r>
                  <a:rPr lang="zh-TW" altLang="en-US" sz="2400" dirty="0">
                    <a:sym typeface="Symbol" panose="05050102010706020507" pitchFamily="18" charset="2"/>
                  </a:rPr>
                  <a:t>↓</a:t>
                </a:r>
                <a:br>
                  <a:rPr lang="en-US" altLang="zh-TW" sz="2400" dirty="0">
                    <a:sym typeface="Symbol" panose="05050102010706020507" pitchFamily="18" charset="2"/>
                  </a:rPr>
                </a:br>
                <a:r>
                  <a:rPr lang="en-US" altLang="zh-TW" sz="2400" dirty="0">
                    <a:sym typeface="Symbol" panose="05050102010706020507" pitchFamily="18" charset="2"/>
                  </a:rPr>
                  <a:t>Canonical extension</a:t>
                </a:r>
                <a:br>
                  <a:rPr lang="en-US" altLang="zh-TW" sz="2400" dirty="0">
                    <a:sym typeface="Symbol" panose="05050102010706020507" pitchFamily="18" charset="2"/>
                  </a:rPr>
                </a:br>
                <a:r>
                  <a:rPr lang="en-US" altLang="zh-TW" sz="2400" dirty="0">
                    <a:sym typeface="Symbol" panose="05050102010706020507" pitchFamily="18" charset="2"/>
                  </a:rPr>
                  <a:t>              </a:t>
                </a:r>
                <a:r>
                  <a:rPr lang="zh-TW" altLang="en-US" sz="2400" dirty="0">
                    <a:sym typeface="Symbol" panose="05050102010706020507" pitchFamily="18" charset="2"/>
                  </a:rPr>
                  <a:t>↓</a:t>
                </a:r>
                <a:br>
                  <a:rPr lang="en-US" altLang="zh-TW" sz="2400" dirty="0">
                    <a:sym typeface="Symbol" panose="05050102010706020507" pitchFamily="18" charset="2"/>
                  </a:rPr>
                </a:br>
                <a:r>
                  <a:rPr lang="en-US" altLang="zh-TW" sz="2400" dirty="0">
                    <a:sym typeface="Symbol" panose="05050102010706020507" pitchFamily="18" charset="2"/>
                  </a:rPr>
                  <a:t>Canonical chain</a:t>
                </a:r>
              </a:p>
            </p:txBody>
          </p:sp>
        </mc:Choice>
        <mc:Fallback xmlns="">
          <p:sp>
            <p:nvSpPr>
              <p:cNvPr id="75" name="內容版面配置區 2">
                <a:extLst>
                  <a:ext uri="{FF2B5EF4-FFF2-40B4-BE49-F238E27FC236}">
                    <a16:creationId xmlns:a16="http://schemas.microsoft.com/office/drawing/2014/main" id="{099FA156-4B0F-47E5-8A1A-63474A02BA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35099"/>
                <a:ext cx="10515600" cy="5337175"/>
              </a:xfrm>
              <a:blipFill>
                <a:blip r:embed="rId3"/>
                <a:stretch>
                  <a:fillRect l="-928" t="-1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橢圓 77">
            <a:extLst>
              <a:ext uri="{FF2B5EF4-FFF2-40B4-BE49-F238E27FC236}">
                <a16:creationId xmlns:a16="http://schemas.microsoft.com/office/drawing/2014/main" id="{ABD9D789-8DFB-4894-A195-D8A3EAF1BC55}"/>
              </a:ext>
            </a:extLst>
          </p:cNvPr>
          <p:cNvSpPr/>
          <p:nvPr/>
        </p:nvSpPr>
        <p:spPr>
          <a:xfrm>
            <a:off x="7480583" y="2130704"/>
            <a:ext cx="108000" cy="108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0" name="橢圓 79">
            <a:extLst>
              <a:ext uri="{FF2B5EF4-FFF2-40B4-BE49-F238E27FC236}">
                <a16:creationId xmlns:a16="http://schemas.microsoft.com/office/drawing/2014/main" id="{506AEF78-5E8E-40F8-A84B-3F438C1009C1}"/>
              </a:ext>
            </a:extLst>
          </p:cNvPr>
          <p:cNvSpPr/>
          <p:nvPr/>
        </p:nvSpPr>
        <p:spPr>
          <a:xfrm>
            <a:off x="6485110" y="2122320"/>
            <a:ext cx="108000" cy="108000"/>
          </a:xfrm>
          <a:prstGeom prst="ellipse">
            <a:avLst/>
          </a:prstGeom>
          <a:solidFill>
            <a:srgbClr val="934BC9"/>
          </a:solidFill>
          <a:ln>
            <a:solidFill>
              <a:srgbClr val="934B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2" name="橢圓 81">
            <a:extLst>
              <a:ext uri="{FF2B5EF4-FFF2-40B4-BE49-F238E27FC236}">
                <a16:creationId xmlns:a16="http://schemas.microsoft.com/office/drawing/2014/main" id="{1131F237-06F8-4126-87E0-83DD127EF4F6}"/>
              </a:ext>
            </a:extLst>
          </p:cNvPr>
          <p:cNvSpPr/>
          <p:nvPr/>
        </p:nvSpPr>
        <p:spPr>
          <a:xfrm>
            <a:off x="8344224" y="2116936"/>
            <a:ext cx="108000" cy="1080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3" name="橢圓 82">
            <a:extLst>
              <a:ext uri="{FF2B5EF4-FFF2-40B4-BE49-F238E27FC236}">
                <a16:creationId xmlns:a16="http://schemas.microsoft.com/office/drawing/2014/main" id="{150D1FF4-30EB-4DE0-B2F9-DC4C61A7D75A}"/>
              </a:ext>
            </a:extLst>
          </p:cNvPr>
          <p:cNvSpPr/>
          <p:nvPr/>
        </p:nvSpPr>
        <p:spPr>
          <a:xfrm>
            <a:off x="9858882" y="2115320"/>
            <a:ext cx="108000" cy="108000"/>
          </a:xfrm>
          <a:prstGeom prst="ellipse">
            <a:avLst/>
          </a:prstGeom>
          <a:solidFill>
            <a:srgbClr val="934BC9"/>
          </a:solidFill>
          <a:ln>
            <a:solidFill>
              <a:srgbClr val="934B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6087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486405-10E9-4237-AE0C-C31198684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MIS-2 — Level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7" name="群組 86">
            <a:extLst>
              <a:ext uri="{FF2B5EF4-FFF2-40B4-BE49-F238E27FC236}">
                <a16:creationId xmlns:a16="http://schemas.microsoft.com/office/drawing/2014/main" id="{05CF8577-855E-48B2-9BE0-36234BF2E7BE}"/>
              </a:ext>
            </a:extLst>
          </p:cNvPr>
          <p:cNvGrpSpPr/>
          <p:nvPr/>
        </p:nvGrpSpPr>
        <p:grpSpPr>
          <a:xfrm>
            <a:off x="6010892" y="1539551"/>
            <a:ext cx="5544000" cy="4114801"/>
            <a:chOff x="6010892" y="1539551"/>
            <a:chExt cx="5544000" cy="4114801"/>
          </a:xfrm>
        </p:grpSpPr>
        <p:cxnSp>
          <p:nvCxnSpPr>
            <p:cNvPr id="95" name="直線單箭頭接點 94">
              <a:extLst>
                <a:ext uri="{FF2B5EF4-FFF2-40B4-BE49-F238E27FC236}">
                  <a16:creationId xmlns:a16="http://schemas.microsoft.com/office/drawing/2014/main" id="{DB78ED8E-A4A1-4740-BF02-D5583E5E99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06463" y="1539551"/>
              <a:ext cx="0" cy="411480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線單箭頭接點 95">
              <a:extLst>
                <a:ext uri="{FF2B5EF4-FFF2-40B4-BE49-F238E27FC236}">
                  <a16:creationId xmlns:a16="http://schemas.microsoft.com/office/drawing/2014/main" id="{07BC0024-F975-4C12-8003-4E778E803D83}"/>
                </a:ext>
              </a:extLst>
            </p:cNvPr>
            <p:cNvCxnSpPr>
              <a:cxnSpLocks/>
            </p:cNvCxnSpPr>
            <p:nvPr/>
          </p:nvCxnSpPr>
          <p:spPr>
            <a:xfrm>
              <a:off x="6822790" y="5390359"/>
              <a:ext cx="406603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線接點 104">
              <a:extLst>
                <a:ext uri="{FF2B5EF4-FFF2-40B4-BE49-F238E27FC236}">
                  <a16:creationId xmlns:a16="http://schemas.microsoft.com/office/drawing/2014/main" id="{307E376D-EACE-4CAC-BFD2-92ED02EE91BB}"/>
                </a:ext>
              </a:extLst>
            </p:cNvPr>
            <p:cNvCxnSpPr/>
            <p:nvPr/>
          </p:nvCxnSpPr>
          <p:spPr>
            <a:xfrm>
              <a:off x="7106463" y="5271796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線接點 105">
              <a:extLst>
                <a:ext uri="{FF2B5EF4-FFF2-40B4-BE49-F238E27FC236}">
                  <a16:creationId xmlns:a16="http://schemas.microsoft.com/office/drawing/2014/main" id="{0DB386F7-6F3C-42A4-933F-D894BCA9845F}"/>
                </a:ext>
              </a:extLst>
            </p:cNvPr>
            <p:cNvCxnSpPr/>
            <p:nvPr/>
          </p:nvCxnSpPr>
          <p:spPr>
            <a:xfrm>
              <a:off x="9754023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線接點 106">
              <a:extLst>
                <a:ext uri="{FF2B5EF4-FFF2-40B4-BE49-F238E27FC236}">
                  <a16:creationId xmlns:a16="http://schemas.microsoft.com/office/drawing/2014/main" id="{D18206B6-94A9-49BA-B622-172ADCC58BE2}"/>
                </a:ext>
              </a:extLst>
            </p:cNvPr>
            <p:cNvCxnSpPr/>
            <p:nvPr/>
          </p:nvCxnSpPr>
          <p:spPr>
            <a:xfrm>
              <a:off x="9312763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線接點 109">
              <a:extLst>
                <a:ext uri="{FF2B5EF4-FFF2-40B4-BE49-F238E27FC236}">
                  <a16:creationId xmlns:a16="http://schemas.microsoft.com/office/drawing/2014/main" id="{E5EBA299-BD1B-4543-95AD-B4FD02BECE78}"/>
                </a:ext>
              </a:extLst>
            </p:cNvPr>
            <p:cNvCxnSpPr/>
            <p:nvPr/>
          </p:nvCxnSpPr>
          <p:spPr>
            <a:xfrm>
              <a:off x="8871503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線接點 110">
              <a:extLst>
                <a:ext uri="{FF2B5EF4-FFF2-40B4-BE49-F238E27FC236}">
                  <a16:creationId xmlns:a16="http://schemas.microsoft.com/office/drawing/2014/main" id="{DD9CFFE3-9403-43B2-9474-F7620DA60778}"/>
                </a:ext>
              </a:extLst>
            </p:cNvPr>
            <p:cNvCxnSpPr>
              <a:cxnSpLocks/>
            </p:cNvCxnSpPr>
            <p:nvPr/>
          </p:nvCxnSpPr>
          <p:spPr>
            <a:xfrm>
              <a:off x="8430243" y="527179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線接點 118">
              <a:extLst>
                <a:ext uri="{FF2B5EF4-FFF2-40B4-BE49-F238E27FC236}">
                  <a16:creationId xmlns:a16="http://schemas.microsoft.com/office/drawing/2014/main" id="{39BA183B-5E14-4B12-8758-E2F6B146768B}"/>
                </a:ext>
              </a:extLst>
            </p:cNvPr>
            <p:cNvCxnSpPr>
              <a:cxnSpLocks/>
            </p:cNvCxnSpPr>
            <p:nvPr/>
          </p:nvCxnSpPr>
          <p:spPr>
            <a:xfrm>
              <a:off x="7988983" y="527179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線接點 119">
              <a:extLst>
                <a:ext uri="{FF2B5EF4-FFF2-40B4-BE49-F238E27FC236}">
                  <a16:creationId xmlns:a16="http://schemas.microsoft.com/office/drawing/2014/main" id="{400868A8-2371-45E2-945B-91A199EF1FD3}"/>
                </a:ext>
              </a:extLst>
            </p:cNvPr>
            <p:cNvCxnSpPr>
              <a:cxnSpLocks/>
            </p:cNvCxnSpPr>
            <p:nvPr/>
          </p:nvCxnSpPr>
          <p:spPr>
            <a:xfrm>
              <a:off x="7547723" y="527179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線接點 120">
              <a:extLst>
                <a:ext uri="{FF2B5EF4-FFF2-40B4-BE49-F238E27FC236}">
                  <a16:creationId xmlns:a16="http://schemas.microsoft.com/office/drawing/2014/main" id="{0B2F533E-A11B-4668-AED4-57006BE02E0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5271607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線接點 121">
              <a:extLst>
                <a:ext uri="{FF2B5EF4-FFF2-40B4-BE49-F238E27FC236}">
                  <a16:creationId xmlns:a16="http://schemas.microsoft.com/office/drawing/2014/main" id="{4DFD51D0-E797-4BBD-928D-00BF47C14F6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4827911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線接點 122">
              <a:extLst>
                <a:ext uri="{FF2B5EF4-FFF2-40B4-BE49-F238E27FC236}">
                  <a16:creationId xmlns:a16="http://schemas.microsoft.com/office/drawing/2014/main" id="{F186CB05-A2C8-4871-A3E5-819EA266612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438421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線接點 123">
              <a:extLst>
                <a:ext uri="{FF2B5EF4-FFF2-40B4-BE49-F238E27FC236}">
                  <a16:creationId xmlns:a16="http://schemas.microsoft.com/office/drawing/2014/main" id="{4D93EAAD-AC8D-498A-851F-CCB4007FE2B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3940521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線接點 124">
              <a:extLst>
                <a:ext uri="{FF2B5EF4-FFF2-40B4-BE49-F238E27FC236}">
                  <a16:creationId xmlns:a16="http://schemas.microsoft.com/office/drawing/2014/main" id="{FBFBA93C-8ABE-4CB5-9CD0-0FEA3A96E0F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349682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線接點 125">
              <a:extLst>
                <a:ext uri="{FF2B5EF4-FFF2-40B4-BE49-F238E27FC236}">
                  <a16:creationId xmlns:a16="http://schemas.microsoft.com/office/drawing/2014/main" id="{D01C4AA6-5D03-4154-8308-724A542B40F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3053131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線接點 126">
              <a:extLst>
                <a:ext uri="{FF2B5EF4-FFF2-40B4-BE49-F238E27FC236}">
                  <a16:creationId xmlns:a16="http://schemas.microsoft.com/office/drawing/2014/main" id="{AA26F319-E18E-481E-BA12-EE78FD601D5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260943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8" name="群組 127">
              <a:extLst>
                <a:ext uri="{FF2B5EF4-FFF2-40B4-BE49-F238E27FC236}">
                  <a16:creationId xmlns:a16="http://schemas.microsoft.com/office/drawing/2014/main" id="{AB8443C5-C4DE-41E8-857E-9C8DE6736E71}"/>
                </a:ext>
              </a:extLst>
            </p:cNvPr>
            <p:cNvGrpSpPr/>
            <p:nvPr/>
          </p:nvGrpSpPr>
          <p:grpSpPr>
            <a:xfrm>
              <a:off x="7513605" y="3980778"/>
              <a:ext cx="917159" cy="108000"/>
              <a:chOff x="7513605" y="3980778"/>
              <a:chExt cx="917159" cy="108000"/>
            </a:xfrm>
          </p:grpSpPr>
          <p:sp>
            <p:nvSpPr>
              <p:cNvPr id="150" name="橢圓 149">
                <a:extLst>
                  <a:ext uri="{FF2B5EF4-FFF2-40B4-BE49-F238E27FC236}">
                    <a16:creationId xmlns:a16="http://schemas.microsoft.com/office/drawing/2014/main" id="{DE087463-421C-4440-B9C4-7D82D172A4C8}"/>
                  </a:ext>
                </a:extLst>
              </p:cNvPr>
              <p:cNvSpPr/>
              <p:nvPr/>
            </p:nvSpPr>
            <p:spPr>
              <a:xfrm>
                <a:off x="7513605" y="3980778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cxnSp>
            <p:nvCxnSpPr>
              <p:cNvPr id="151" name="直線接點 150">
                <a:extLst>
                  <a:ext uri="{FF2B5EF4-FFF2-40B4-BE49-F238E27FC236}">
                    <a16:creationId xmlns:a16="http://schemas.microsoft.com/office/drawing/2014/main" id="{39965B2B-D2FB-47E6-A921-CDDAA6FB1A87}"/>
                  </a:ext>
                </a:extLst>
              </p:cNvPr>
              <p:cNvCxnSpPr>
                <a:cxnSpLocks/>
                <a:stCxn id="150" idx="6"/>
              </p:cNvCxnSpPr>
              <p:nvPr/>
            </p:nvCxnSpPr>
            <p:spPr>
              <a:xfrm flipV="1">
                <a:off x="7621605" y="4034487"/>
                <a:ext cx="809159" cy="291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9" name="群組 128">
              <a:extLst>
                <a:ext uri="{FF2B5EF4-FFF2-40B4-BE49-F238E27FC236}">
                  <a16:creationId xmlns:a16="http://schemas.microsoft.com/office/drawing/2014/main" id="{87A78CA9-4981-4FCE-B0B0-E56018A0106E}"/>
                </a:ext>
              </a:extLst>
            </p:cNvPr>
            <p:cNvGrpSpPr/>
            <p:nvPr/>
          </p:nvGrpSpPr>
          <p:grpSpPr>
            <a:xfrm>
              <a:off x="7771669" y="3113282"/>
              <a:ext cx="1537411" cy="108000"/>
              <a:chOff x="7977471" y="3068531"/>
              <a:chExt cx="1537411" cy="108000"/>
            </a:xfrm>
          </p:grpSpPr>
          <p:sp>
            <p:nvSpPr>
              <p:cNvPr id="148" name="橢圓 147">
                <a:extLst>
                  <a:ext uri="{FF2B5EF4-FFF2-40B4-BE49-F238E27FC236}">
                    <a16:creationId xmlns:a16="http://schemas.microsoft.com/office/drawing/2014/main" id="{31CA1D41-0647-4D73-897D-D68885BEE4E3}"/>
                  </a:ext>
                </a:extLst>
              </p:cNvPr>
              <p:cNvSpPr/>
              <p:nvPr/>
            </p:nvSpPr>
            <p:spPr>
              <a:xfrm>
                <a:off x="7977471" y="3068531"/>
                <a:ext cx="108000" cy="108000"/>
              </a:xfrm>
              <a:prstGeom prst="ellipse">
                <a:avLst/>
              </a:prstGeom>
              <a:solidFill>
                <a:srgbClr val="934BC9"/>
              </a:solidFill>
              <a:ln>
                <a:solidFill>
                  <a:srgbClr val="934BC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49" name="直線接點 148">
                <a:extLst>
                  <a:ext uri="{FF2B5EF4-FFF2-40B4-BE49-F238E27FC236}">
                    <a16:creationId xmlns:a16="http://schemas.microsoft.com/office/drawing/2014/main" id="{33ACFC05-D8DE-43E9-8F34-2F6D9BF059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86064" y="3114698"/>
                <a:ext cx="1428818" cy="7833"/>
              </a:xfrm>
              <a:prstGeom prst="line">
                <a:avLst/>
              </a:prstGeom>
              <a:ln w="38100">
                <a:solidFill>
                  <a:srgbClr val="934BC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0" name="群組 129">
              <a:extLst>
                <a:ext uri="{FF2B5EF4-FFF2-40B4-BE49-F238E27FC236}">
                  <a16:creationId xmlns:a16="http://schemas.microsoft.com/office/drawing/2014/main" id="{1CCC66B4-B0FD-4C5E-87BA-90A8A1757D01}"/>
                </a:ext>
              </a:extLst>
            </p:cNvPr>
            <p:cNvGrpSpPr/>
            <p:nvPr/>
          </p:nvGrpSpPr>
          <p:grpSpPr>
            <a:xfrm>
              <a:off x="8050726" y="2915471"/>
              <a:ext cx="1392349" cy="108000"/>
              <a:chOff x="8430764" y="2695077"/>
              <a:chExt cx="1392349" cy="108000"/>
            </a:xfrm>
          </p:grpSpPr>
          <p:sp>
            <p:nvSpPr>
              <p:cNvPr id="146" name="橢圓 145">
                <a:extLst>
                  <a:ext uri="{FF2B5EF4-FFF2-40B4-BE49-F238E27FC236}">
                    <a16:creationId xmlns:a16="http://schemas.microsoft.com/office/drawing/2014/main" id="{8DBE413A-3FE1-4021-8588-FEDB16945F6E}"/>
                  </a:ext>
                </a:extLst>
              </p:cNvPr>
              <p:cNvSpPr/>
              <p:nvPr/>
            </p:nvSpPr>
            <p:spPr>
              <a:xfrm>
                <a:off x="8430764" y="2695077"/>
                <a:ext cx="108000" cy="1080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47" name="直線接點 146">
                <a:extLst>
                  <a:ext uri="{FF2B5EF4-FFF2-40B4-BE49-F238E27FC236}">
                    <a16:creationId xmlns:a16="http://schemas.microsoft.com/office/drawing/2014/main" id="{7DC169AB-CFC0-4B7C-B037-3CA2FD4FED6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38764" y="2741679"/>
                <a:ext cx="1284349" cy="7398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4" name="直線接點 133">
              <a:extLst>
                <a:ext uri="{FF2B5EF4-FFF2-40B4-BE49-F238E27FC236}">
                  <a16:creationId xmlns:a16="http://schemas.microsoft.com/office/drawing/2014/main" id="{3E5F4602-D5A3-4149-AE8A-D4610ED73482}"/>
                </a:ext>
              </a:extLst>
            </p:cNvPr>
            <p:cNvCxnSpPr/>
            <p:nvPr/>
          </p:nvCxnSpPr>
          <p:spPr>
            <a:xfrm>
              <a:off x="10195283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線接點 134">
              <a:extLst>
                <a:ext uri="{FF2B5EF4-FFF2-40B4-BE49-F238E27FC236}">
                  <a16:creationId xmlns:a16="http://schemas.microsoft.com/office/drawing/2014/main" id="{F4085AB7-9B55-4064-9BC4-1BC2A5DFC6B9}"/>
                </a:ext>
              </a:extLst>
            </p:cNvPr>
            <p:cNvCxnSpPr/>
            <p:nvPr/>
          </p:nvCxnSpPr>
          <p:spPr>
            <a:xfrm>
              <a:off x="10636544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線接點 135">
              <a:extLst>
                <a:ext uri="{FF2B5EF4-FFF2-40B4-BE49-F238E27FC236}">
                  <a16:creationId xmlns:a16="http://schemas.microsoft.com/office/drawing/2014/main" id="{231D2BD1-FF06-47E8-B7F4-36AFC2A7F51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2165741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線接點 136">
              <a:extLst>
                <a:ext uri="{FF2B5EF4-FFF2-40B4-BE49-F238E27FC236}">
                  <a16:creationId xmlns:a16="http://schemas.microsoft.com/office/drawing/2014/main" id="{AB53EC9F-FC23-4915-B5C0-EE8E26CCF440}"/>
                </a:ext>
              </a:extLst>
            </p:cNvPr>
            <p:cNvCxnSpPr>
              <a:cxnSpLocks/>
            </p:cNvCxnSpPr>
            <p:nvPr/>
          </p:nvCxnSpPr>
          <p:spPr>
            <a:xfrm>
              <a:off x="6975647" y="1852862"/>
              <a:ext cx="26163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線單箭頭接點 137">
              <a:extLst>
                <a:ext uri="{FF2B5EF4-FFF2-40B4-BE49-F238E27FC236}">
                  <a16:creationId xmlns:a16="http://schemas.microsoft.com/office/drawing/2014/main" id="{4B7231D6-272D-4C8F-A424-021251FB1FB9}"/>
                </a:ext>
              </a:extLst>
            </p:cNvPr>
            <p:cNvCxnSpPr>
              <a:cxnSpLocks/>
            </p:cNvCxnSpPr>
            <p:nvPr/>
          </p:nvCxnSpPr>
          <p:spPr>
            <a:xfrm rot="-2700000">
              <a:off x="6010892" y="3694248"/>
              <a:ext cx="5544000" cy="2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群組 87">
            <a:extLst>
              <a:ext uri="{FF2B5EF4-FFF2-40B4-BE49-F238E27FC236}">
                <a16:creationId xmlns:a16="http://schemas.microsoft.com/office/drawing/2014/main" id="{050DB529-426D-4F7D-B55D-DB08E72CCA73}"/>
              </a:ext>
            </a:extLst>
          </p:cNvPr>
          <p:cNvGrpSpPr/>
          <p:nvPr/>
        </p:nvGrpSpPr>
        <p:grpSpPr>
          <a:xfrm>
            <a:off x="9560915" y="2512015"/>
            <a:ext cx="323092" cy="108000"/>
            <a:chOff x="9752904" y="2512015"/>
            <a:chExt cx="323092" cy="108000"/>
          </a:xfrm>
        </p:grpSpPr>
        <p:cxnSp>
          <p:nvCxnSpPr>
            <p:cNvPr id="89" name="直線接點 88">
              <a:extLst>
                <a:ext uri="{FF2B5EF4-FFF2-40B4-BE49-F238E27FC236}">
                  <a16:creationId xmlns:a16="http://schemas.microsoft.com/office/drawing/2014/main" id="{755B8972-8783-4FC1-95A3-A933B5CFF6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00291" y="2539606"/>
              <a:ext cx="275705" cy="9971"/>
            </a:xfrm>
            <a:prstGeom prst="line">
              <a:avLst/>
            </a:prstGeom>
            <a:ln w="38100">
              <a:solidFill>
                <a:srgbClr val="00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橢圓 89">
              <a:extLst>
                <a:ext uri="{FF2B5EF4-FFF2-40B4-BE49-F238E27FC236}">
                  <a16:creationId xmlns:a16="http://schemas.microsoft.com/office/drawing/2014/main" id="{D3248A70-D29A-4E00-A7B5-15CD7E1D14EE}"/>
                </a:ext>
              </a:extLst>
            </p:cNvPr>
            <p:cNvSpPr/>
            <p:nvPr/>
          </p:nvSpPr>
          <p:spPr>
            <a:xfrm>
              <a:off x="9752904" y="2512015"/>
              <a:ext cx="108000" cy="108000"/>
            </a:xfrm>
            <a:prstGeom prst="ellipse">
              <a:avLst/>
            </a:prstGeom>
            <a:solidFill>
              <a:srgbClr val="00FFFF"/>
            </a:solidFill>
            <a:ln>
              <a:solidFill>
                <a:srgbClr val="00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cxnSp>
        <p:nvCxnSpPr>
          <p:cNvPr id="153" name="直線接點 152">
            <a:extLst>
              <a:ext uri="{FF2B5EF4-FFF2-40B4-BE49-F238E27FC236}">
                <a16:creationId xmlns:a16="http://schemas.microsoft.com/office/drawing/2014/main" id="{B5500E2D-698C-4935-9391-CB2BD56B9B29}"/>
              </a:ext>
            </a:extLst>
          </p:cNvPr>
          <p:cNvCxnSpPr>
            <a:cxnSpLocks/>
          </p:cNvCxnSpPr>
          <p:nvPr/>
        </p:nvCxnSpPr>
        <p:spPr>
          <a:xfrm flipH="1">
            <a:off x="7564606" y="4072962"/>
            <a:ext cx="2210" cy="131739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線接點 153">
            <a:extLst>
              <a:ext uri="{FF2B5EF4-FFF2-40B4-BE49-F238E27FC236}">
                <a16:creationId xmlns:a16="http://schemas.microsoft.com/office/drawing/2014/main" id="{CDB30AD7-5AE9-49E6-93B2-9C07601FC699}"/>
              </a:ext>
            </a:extLst>
          </p:cNvPr>
          <p:cNvCxnSpPr>
            <a:cxnSpLocks/>
            <a:stCxn id="148" idx="4"/>
          </p:cNvCxnSpPr>
          <p:nvPr/>
        </p:nvCxnSpPr>
        <p:spPr>
          <a:xfrm>
            <a:off x="7825669" y="3221282"/>
            <a:ext cx="0" cy="2206412"/>
          </a:xfrm>
          <a:prstGeom prst="line">
            <a:avLst/>
          </a:prstGeom>
          <a:ln w="38100">
            <a:solidFill>
              <a:srgbClr val="934B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線接點 154">
            <a:extLst>
              <a:ext uri="{FF2B5EF4-FFF2-40B4-BE49-F238E27FC236}">
                <a16:creationId xmlns:a16="http://schemas.microsoft.com/office/drawing/2014/main" id="{849D0FA1-644E-406F-8154-9D524DC34C76}"/>
              </a:ext>
            </a:extLst>
          </p:cNvPr>
          <p:cNvCxnSpPr>
            <a:cxnSpLocks/>
            <a:stCxn id="146" idx="4"/>
          </p:cNvCxnSpPr>
          <p:nvPr/>
        </p:nvCxnSpPr>
        <p:spPr>
          <a:xfrm>
            <a:off x="8104726" y="3023471"/>
            <a:ext cx="0" cy="2366888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線接點 155">
            <a:extLst>
              <a:ext uri="{FF2B5EF4-FFF2-40B4-BE49-F238E27FC236}">
                <a16:creationId xmlns:a16="http://schemas.microsoft.com/office/drawing/2014/main" id="{377B0949-3D69-49D3-A276-66E467E5E42A}"/>
              </a:ext>
            </a:extLst>
          </p:cNvPr>
          <p:cNvCxnSpPr>
            <a:cxnSpLocks/>
            <a:stCxn id="90" idx="4"/>
          </p:cNvCxnSpPr>
          <p:nvPr/>
        </p:nvCxnSpPr>
        <p:spPr>
          <a:xfrm flipH="1">
            <a:off x="9608302" y="2620015"/>
            <a:ext cx="6613" cy="2770344"/>
          </a:xfrm>
          <a:prstGeom prst="line">
            <a:avLst/>
          </a:prstGeom>
          <a:ln w="38100">
            <a:solidFill>
              <a:srgbClr val="00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文字方塊 157">
            <a:extLst>
              <a:ext uri="{FF2B5EF4-FFF2-40B4-BE49-F238E27FC236}">
                <a16:creationId xmlns:a16="http://schemas.microsoft.com/office/drawing/2014/main" id="{F7A25E30-5A79-4026-9B38-C062D45B4603}"/>
              </a:ext>
            </a:extLst>
          </p:cNvPr>
          <p:cNvSpPr txBox="1"/>
          <p:nvPr/>
        </p:nvSpPr>
        <p:spPr>
          <a:xfrm>
            <a:off x="7386326" y="3563644"/>
            <a:ext cx="483274" cy="4616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文字方塊 158">
            <a:extLst>
              <a:ext uri="{FF2B5EF4-FFF2-40B4-BE49-F238E27FC236}">
                <a16:creationId xmlns:a16="http://schemas.microsoft.com/office/drawing/2014/main" id="{54E925B3-B3E0-47EC-98CD-9D7BEEDE9E05}"/>
              </a:ext>
            </a:extLst>
          </p:cNvPr>
          <p:cNvSpPr txBox="1"/>
          <p:nvPr/>
        </p:nvSpPr>
        <p:spPr>
          <a:xfrm>
            <a:off x="7540928" y="2688606"/>
            <a:ext cx="483274" cy="4616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0" name="文字方塊 159">
            <a:extLst>
              <a:ext uri="{FF2B5EF4-FFF2-40B4-BE49-F238E27FC236}">
                <a16:creationId xmlns:a16="http://schemas.microsoft.com/office/drawing/2014/main" id="{111C278C-0608-4933-9EF7-29E89A9D6A09}"/>
              </a:ext>
            </a:extLst>
          </p:cNvPr>
          <p:cNvSpPr txBox="1"/>
          <p:nvPr/>
        </p:nvSpPr>
        <p:spPr>
          <a:xfrm>
            <a:off x="7948188" y="2345154"/>
            <a:ext cx="483274" cy="4616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1" name="文字方塊 160">
            <a:extLst>
              <a:ext uri="{FF2B5EF4-FFF2-40B4-BE49-F238E27FC236}">
                <a16:creationId xmlns:a16="http://schemas.microsoft.com/office/drawing/2014/main" id="{0709B1C7-825F-4B03-9951-CCD2103E98DF}"/>
              </a:ext>
            </a:extLst>
          </p:cNvPr>
          <p:cNvSpPr txBox="1"/>
          <p:nvPr/>
        </p:nvSpPr>
        <p:spPr>
          <a:xfrm>
            <a:off x="9309080" y="2039467"/>
            <a:ext cx="483274" cy="4616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5" name="橢圓 164">
            <a:extLst>
              <a:ext uri="{FF2B5EF4-FFF2-40B4-BE49-F238E27FC236}">
                <a16:creationId xmlns:a16="http://schemas.microsoft.com/office/drawing/2014/main" id="{74613C98-EB52-46E1-9C29-C133D937B34B}"/>
              </a:ext>
            </a:extLst>
          </p:cNvPr>
          <p:cNvSpPr/>
          <p:nvPr/>
        </p:nvSpPr>
        <p:spPr>
          <a:xfrm>
            <a:off x="10454689" y="2686251"/>
            <a:ext cx="108000" cy="108000"/>
          </a:xfrm>
          <a:prstGeom prst="ellipse">
            <a:avLst/>
          </a:prstGeom>
          <a:solidFill>
            <a:srgbClr val="44FD19"/>
          </a:solidFill>
          <a:ln>
            <a:solidFill>
              <a:srgbClr val="44FD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6" name="直線接點 165">
            <a:extLst>
              <a:ext uri="{FF2B5EF4-FFF2-40B4-BE49-F238E27FC236}">
                <a16:creationId xmlns:a16="http://schemas.microsoft.com/office/drawing/2014/main" id="{1C6DB619-9B9C-4A30-BE1F-50C666F59C04}"/>
              </a:ext>
            </a:extLst>
          </p:cNvPr>
          <p:cNvCxnSpPr>
            <a:cxnSpLocks/>
          </p:cNvCxnSpPr>
          <p:nvPr/>
        </p:nvCxnSpPr>
        <p:spPr>
          <a:xfrm flipV="1">
            <a:off x="10508689" y="2032255"/>
            <a:ext cx="0" cy="672659"/>
          </a:xfrm>
          <a:prstGeom prst="line">
            <a:avLst/>
          </a:prstGeom>
          <a:solidFill>
            <a:schemeClr val="bg2"/>
          </a:solidFill>
          <a:ln w="38100">
            <a:solidFill>
              <a:srgbClr val="44FD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文字方塊 166">
            <a:extLst>
              <a:ext uri="{FF2B5EF4-FFF2-40B4-BE49-F238E27FC236}">
                <a16:creationId xmlns:a16="http://schemas.microsoft.com/office/drawing/2014/main" id="{273DE0FC-B7F5-4242-991F-478608023A05}"/>
              </a:ext>
            </a:extLst>
          </p:cNvPr>
          <p:cNvSpPr txBox="1"/>
          <p:nvPr/>
        </p:nvSpPr>
        <p:spPr>
          <a:xfrm>
            <a:off x="10557430" y="2358072"/>
            <a:ext cx="483274" cy="4616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320BA2C-EF50-4CB1-B80B-83DDE8F20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998" y="1934641"/>
            <a:ext cx="3610479" cy="3258005"/>
          </a:xfrm>
          <a:prstGeom prst="rect">
            <a:avLst/>
          </a:prstGeom>
        </p:spPr>
      </p:pic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E37856C7-7292-438A-9F7D-626CBA61A784}"/>
              </a:ext>
            </a:extLst>
          </p:cNvPr>
          <p:cNvCxnSpPr>
            <a:cxnSpLocks/>
          </p:cNvCxnSpPr>
          <p:nvPr/>
        </p:nvCxnSpPr>
        <p:spPr>
          <a:xfrm flipV="1">
            <a:off x="3469934" y="2479282"/>
            <a:ext cx="504891" cy="2273596"/>
          </a:xfrm>
          <a:prstGeom prst="line">
            <a:avLst/>
          </a:prstGeom>
          <a:ln w="38100">
            <a:solidFill>
              <a:srgbClr val="00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橢圓 51">
            <a:extLst>
              <a:ext uri="{FF2B5EF4-FFF2-40B4-BE49-F238E27FC236}">
                <a16:creationId xmlns:a16="http://schemas.microsoft.com/office/drawing/2014/main" id="{CF1A2C47-2429-426A-BBE0-6689FB37D55D}"/>
              </a:ext>
            </a:extLst>
          </p:cNvPr>
          <p:cNvSpPr/>
          <p:nvPr/>
        </p:nvSpPr>
        <p:spPr>
          <a:xfrm>
            <a:off x="3987052" y="1931467"/>
            <a:ext cx="108000" cy="108000"/>
          </a:xfrm>
          <a:prstGeom prst="ellipse">
            <a:avLst/>
          </a:prstGeom>
          <a:solidFill>
            <a:srgbClr val="00FFFF"/>
          </a:solidFill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3" name="橢圓 52">
            <a:extLst>
              <a:ext uri="{FF2B5EF4-FFF2-40B4-BE49-F238E27FC236}">
                <a16:creationId xmlns:a16="http://schemas.microsoft.com/office/drawing/2014/main" id="{CE2FE1FC-9092-4381-8D2D-2132EC2C7EBD}"/>
              </a:ext>
            </a:extLst>
          </p:cNvPr>
          <p:cNvSpPr/>
          <p:nvPr/>
        </p:nvSpPr>
        <p:spPr>
          <a:xfrm>
            <a:off x="3420566" y="4980885"/>
            <a:ext cx="108000" cy="108000"/>
          </a:xfrm>
          <a:prstGeom prst="ellipse">
            <a:avLst/>
          </a:prstGeom>
          <a:solidFill>
            <a:srgbClr val="00FFFF"/>
          </a:solidFill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8FF6D8F9-B8F2-4953-9F95-B70C5CD6244D}"/>
              </a:ext>
            </a:extLst>
          </p:cNvPr>
          <p:cNvSpPr/>
          <p:nvPr/>
        </p:nvSpPr>
        <p:spPr>
          <a:xfrm>
            <a:off x="1725694" y="5217796"/>
            <a:ext cx="108000" cy="1080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FD564639-7C5C-4770-B155-2F108583A053}"/>
              </a:ext>
            </a:extLst>
          </p:cNvPr>
          <p:cNvSpPr/>
          <p:nvPr/>
        </p:nvSpPr>
        <p:spPr>
          <a:xfrm>
            <a:off x="1507730" y="5217796"/>
            <a:ext cx="108000" cy="108000"/>
          </a:xfrm>
          <a:prstGeom prst="ellipse">
            <a:avLst/>
          </a:prstGeom>
          <a:solidFill>
            <a:srgbClr val="934BC9"/>
          </a:solidFill>
          <a:ln>
            <a:solidFill>
              <a:srgbClr val="934B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4075E5B6-6E58-4244-A47E-215D72490400}"/>
              </a:ext>
            </a:extLst>
          </p:cNvPr>
          <p:cNvSpPr/>
          <p:nvPr/>
        </p:nvSpPr>
        <p:spPr>
          <a:xfrm>
            <a:off x="1231052" y="5217796"/>
            <a:ext cx="108000" cy="108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24B09BB6-F4EE-4ED1-BDE4-4C9B84000CE1}"/>
              </a:ext>
            </a:extLst>
          </p:cNvPr>
          <p:cNvSpPr/>
          <p:nvPr/>
        </p:nvSpPr>
        <p:spPr>
          <a:xfrm>
            <a:off x="3687120" y="1922984"/>
            <a:ext cx="108000" cy="1080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橢圓 58">
            <a:extLst>
              <a:ext uri="{FF2B5EF4-FFF2-40B4-BE49-F238E27FC236}">
                <a16:creationId xmlns:a16="http://schemas.microsoft.com/office/drawing/2014/main" id="{2336F0C4-8B40-498E-AB29-7E517178B32E}"/>
              </a:ext>
            </a:extLst>
          </p:cNvPr>
          <p:cNvSpPr/>
          <p:nvPr/>
        </p:nvSpPr>
        <p:spPr>
          <a:xfrm>
            <a:off x="3410748" y="1922984"/>
            <a:ext cx="108000" cy="108000"/>
          </a:xfrm>
          <a:prstGeom prst="ellipse">
            <a:avLst/>
          </a:prstGeom>
          <a:solidFill>
            <a:srgbClr val="934BC9"/>
          </a:solidFill>
          <a:ln>
            <a:solidFill>
              <a:srgbClr val="934B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F273271F-2DBD-41AB-B61E-29F29C4CD0F0}"/>
              </a:ext>
            </a:extLst>
          </p:cNvPr>
          <p:cNvSpPr/>
          <p:nvPr/>
        </p:nvSpPr>
        <p:spPr>
          <a:xfrm>
            <a:off x="2310485" y="1922984"/>
            <a:ext cx="108000" cy="108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0844D0AD-F419-461E-AEA2-32CDE1DD3DCB}"/>
              </a:ext>
            </a:extLst>
          </p:cNvPr>
          <p:cNvCxnSpPr>
            <a:cxnSpLocks/>
          </p:cNvCxnSpPr>
          <p:nvPr/>
        </p:nvCxnSpPr>
        <p:spPr>
          <a:xfrm flipH="1" flipV="1">
            <a:off x="3820283" y="2479281"/>
            <a:ext cx="1390326" cy="2252380"/>
          </a:xfrm>
          <a:prstGeom prst="line">
            <a:avLst/>
          </a:prstGeom>
          <a:ln w="38100">
            <a:solidFill>
              <a:srgbClr val="44FD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橢圓 63">
            <a:extLst>
              <a:ext uri="{FF2B5EF4-FFF2-40B4-BE49-F238E27FC236}">
                <a16:creationId xmlns:a16="http://schemas.microsoft.com/office/drawing/2014/main" id="{111CA755-E079-4F9B-88E7-B3A4DFB91CCC}"/>
              </a:ext>
            </a:extLst>
          </p:cNvPr>
          <p:cNvSpPr/>
          <p:nvPr/>
        </p:nvSpPr>
        <p:spPr>
          <a:xfrm>
            <a:off x="3820283" y="1928902"/>
            <a:ext cx="108000" cy="108000"/>
          </a:xfrm>
          <a:prstGeom prst="ellipse">
            <a:avLst/>
          </a:prstGeom>
          <a:solidFill>
            <a:srgbClr val="44FD19"/>
          </a:solidFill>
          <a:ln>
            <a:solidFill>
              <a:srgbClr val="44FD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5" name="橢圓 64">
            <a:extLst>
              <a:ext uri="{FF2B5EF4-FFF2-40B4-BE49-F238E27FC236}">
                <a16:creationId xmlns:a16="http://schemas.microsoft.com/office/drawing/2014/main" id="{4C26E29E-F411-49A3-A0C9-CBFB03F0736D}"/>
              </a:ext>
            </a:extLst>
          </p:cNvPr>
          <p:cNvSpPr/>
          <p:nvPr/>
        </p:nvSpPr>
        <p:spPr>
          <a:xfrm>
            <a:off x="5181625" y="4926885"/>
            <a:ext cx="108000" cy="108000"/>
          </a:xfrm>
          <a:prstGeom prst="ellipse">
            <a:avLst/>
          </a:prstGeom>
          <a:solidFill>
            <a:srgbClr val="44FD19"/>
          </a:solidFill>
          <a:ln>
            <a:solidFill>
              <a:srgbClr val="44FD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57CB089F-C03A-499D-9B61-E6186320A4A7}"/>
              </a:ext>
            </a:extLst>
          </p:cNvPr>
          <p:cNvSpPr txBox="1"/>
          <p:nvPr/>
        </p:nvSpPr>
        <p:spPr>
          <a:xfrm>
            <a:off x="6879475" y="6127025"/>
            <a:ext cx="882520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K(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9" name="直線單箭頭接點 68">
            <a:extLst>
              <a:ext uri="{FF2B5EF4-FFF2-40B4-BE49-F238E27FC236}">
                <a16:creationId xmlns:a16="http://schemas.microsoft.com/office/drawing/2014/main" id="{187FE578-F52F-4E56-8471-0479B918DEA8}"/>
              </a:ext>
            </a:extLst>
          </p:cNvPr>
          <p:cNvCxnSpPr>
            <a:cxnSpLocks/>
            <a:stCxn id="68" idx="0"/>
          </p:cNvCxnSpPr>
          <p:nvPr/>
        </p:nvCxnSpPr>
        <p:spPr>
          <a:xfrm flipV="1">
            <a:off x="7320735" y="4088778"/>
            <a:ext cx="246870" cy="203824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325EF7E1-C04F-4D99-A0B9-6F4535FDA8FF}"/>
              </a:ext>
            </a:extLst>
          </p:cNvPr>
          <p:cNvSpPr txBox="1"/>
          <p:nvPr/>
        </p:nvSpPr>
        <p:spPr>
          <a:xfrm>
            <a:off x="7267750" y="1785364"/>
            <a:ext cx="882520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K(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1" name="直線單箭頭接點 70">
            <a:extLst>
              <a:ext uri="{FF2B5EF4-FFF2-40B4-BE49-F238E27FC236}">
                <a16:creationId xmlns:a16="http://schemas.microsoft.com/office/drawing/2014/main" id="{9AE533C8-AADA-4AD0-A0EE-CB35AD249BA2}"/>
              </a:ext>
            </a:extLst>
          </p:cNvPr>
          <p:cNvCxnSpPr>
            <a:cxnSpLocks/>
            <a:stCxn id="70" idx="2"/>
          </p:cNvCxnSpPr>
          <p:nvPr/>
        </p:nvCxnSpPr>
        <p:spPr>
          <a:xfrm>
            <a:off x="7709010" y="2247029"/>
            <a:ext cx="717586" cy="1762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313E7480-DC3E-4A9F-80D8-9A38301C97D8}"/>
              </a:ext>
            </a:extLst>
          </p:cNvPr>
          <p:cNvSpPr txBox="1"/>
          <p:nvPr/>
        </p:nvSpPr>
        <p:spPr>
          <a:xfrm>
            <a:off x="8294912" y="1422548"/>
            <a:ext cx="882520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K(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3" name="直線單箭頭接點 72">
            <a:extLst>
              <a:ext uri="{FF2B5EF4-FFF2-40B4-BE49-F238E27FC236}">
                <a16:creationId xmlns:a16="http://schemas.microsoft.com/office/drawing/2014/main" id="{C9621C33-EBB9-47A2-92DA-05215790DCD2}"/>
              </a:ext>
            </a:extLst>
          </p:cNvPr>
          <p:cNvCxnSpPr>
            <a:cxnSpLocks/>
            <a:stCxn id="72" idx="2"/>
          </p:cNvCxnSpPr>
          <p:nvPr/>
        </p:nvCxnSpPr>
        <p:spPr>
          <a:xfrm>
            <a:off x="8736172" y="1884213"/>
            <a:ext cx="553109" cy="128306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9229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486405-10E9-4237-AE0C-C31198684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MIS-2 — </a:t>
            </a:r>
            <a:r>
              <a:rPr lang="en-US" altLang="zh-TW" i="1" dirty="0"/>
              <a:t>T</a:t>
            </a:r>
            <a:endParaRPr lang="zh-TW" altLang="en-US" sz="4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304965DA-EACC-4192-B964-292DB4D0F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1585" y="3729745"/>
            <a:ext cx="5448830" cy="31282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4" name="內容版面配置區 2">
                <a:extLst>
                  <a:ext uri="{FF2B5EF4-FFF2-40B4-BE49-F238E27FC236}">
                    <a16:creationId xmlns:a16="http://schemas.microsoft.com/office/drawing/2014/main" id="{07D51E00-3EE4-4E75-978F-7AA661F90A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35099"/>
                <a:ext cx="10515600" cy="5337175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ts val="3500"/>
                  </a:lnSpc>
                  <a:spcBef>
                    <a:spcPts val="1800"/>
                  </a:spcBef>
                  <a:buNone/>
                </a:pPr>
                <a:r>
                  <a:rPr lang="en-US" altLang="zh-TW" sz="2400" i="1" dirty="0">
                    <a:sym typeface="Symbol" panose="05050102010706020507" pitchFamily="18" charset="2"/>
                  </a:rPr>
                  <a:t>T</a:t>
                </a:r>
                <a:r>
                  <a:rPr lang="en-US" altLang="zh-TW" sz="2400" dirty="0">
                    <a:sym typeface="Symbol" panose="05050102010706020507" pitchFamily="18" charset="2"/>
                  </a:rPr>
                  <a:t> is a height-balanced tree with </a:t>
                </a:r>
                <a:r>
                  <a:rPr lang="en-US" altLang="zh-TW" sz="2400" i="1" dirty="0">
                    <a:sym typeface="Symbol" panose="05050102010706020507" pitchFamily="18" charset="2"/>
                  </a:rPr>
                  <a:t>n</a:t>
                </a:r>
                <a:r>
                  <a:rPr lang="en-US" altLang="zh-TW" sz="2400" dirty="0">
                    <a:sym typeface="Symbol" panose="05050102010706020507" pitchFamily="18" charset="2"/>
                  </a:rPr>
                  <a:t> leaves and is organized with respect to y-coordinates of the points</a:t>
                </a:r>
              </a:p>
              <a:p>
                <a:pPr marL="0" indent="0" algn="ctr">
                  <a:lnSpc>
                    <a:spcPts val="3500"/>
                  </a:lnSpc>
                  <a:spcBef>
                    <a:spcPts val="1800"/>
                  </a:spcBef>
                  <a:buNone/>
                </a:pPr>
                <a:r>
                  <a:rPr lang="en-US" altLang="zh-TW" sz="2400" dirty="0">
                    <a:sym typeface="Symbol" panose="05050102010706020507" pitchFamily="18" charset="2"/>
                  </a:rPr>
                  <a:t>values (</a:t>
                </a:r>
                <a:r>
                  <a:rPr lang="en-US" altLang="zh-TW" sz="2400" baseline="-25000" dirty="0" err="1">
                    <a:sym typeface="Symbol" panose="05050102010706020507" pitchFamily="18" charset="2"/>
                  </a:rPr>
                  <a:t>i</a:t>
                </a:r>
                <a:r>
                  <a:rPr lang="en-US" altLang="zh-TW" sz="2400" dirty="0">
                    <a:sym typeface="Symbol" panose="05050102010706020507" pitchFamily="18" charset="2"/>
                  </a:rPr>
                  <a:t>, -</a:t>
                </a:r>
                <a:r>
                  <a:rPr lang="en-US" altLang="zh-TW" sz="2400" i="1" dirty="0">
                    <a:sym typeface="Symbol" panose="05050102010706020507" pitchFamily="18" charset="2"/>
                  </a:rPr>
                  <a:t>H</a:t>
                </a:r>
                <a:r>
                  <a:rPr lang="en-US" altLang="zh-TW" sz="2400" dirty="0">
                    <a:sym typeface="Symbol" panose="05050102010706020507" pitchFamily="18" charset="2"/>
                  </a:rPr>
                  <a:t>(</a:t>
                </a:r>
                <a:r>
                  <a:rPr lang="en-US" altLang="zh-TW" sz="2400" baseline="-25000" dirty="0" err="1">
                    <a:sym typeface="Symbol" panose="05050102010706020507" pitchFamily="18" charset="2"/>
                  </a:rPr>
                  <a:t>i</a:t>
                </a:r>
                <a:r>
                  <a:rPr lang="en-US" altLang="zh-TW" sz="2400" dirty="0">
                    <a:sym typeface="Symbol" panose="05050102010706020507" pitchFamily="18" charset="2"/>
                  </a:rPr>
                  <a:t>))  </a:t>
                </a:r>
                <a:r>
                  <a:rPr lang="zh-TW" altLang="en-US" sz="2400" dirty="0">
                    <a:sym typeface="Symbol" panose="05050102010706020507" pitchFamily="18" charset="2"/>
                  </a:rPr>
                  <a:t>→　</a:t>
                </a:r>
                <a:r>
                  <a:rPr lang="en-US" altLang="zh-TW" sz="2400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Lemma 4</a:t>
                </a:r>
                <a:r>
                  <a:rPr lang="en-US" altLang="zh-TW" sz="2400" dirty="0">
                    <a:sym typeface="Symbol" panose="05050102010706020507" pitchFamily="18" charset="2"/>
                  </a:rPr>
                  <a:t> </a:t>
                </a:r>
                <a:r>
                  <a:rPr lang="zh-TW" altLang="en-US" sz="2400" dirty="0">
                    <a:sym typeface="Symbol" panose="05050102010706020507" pitchFamily="18" charset="2"/>
                  </a:rPr>
                  <a:t>　→ </a:t>
                </a:r>
                <a:r>
                  <a:rPr lang="en-US" altLang="zh-TW" sz="2400" dirty="0">
                    <a:sym typeface="Symbol" panose="05050102010706020507" pitchFamily="18" charset="2"/>
                  </a:rPr>
                  <a:t>values (</a:t>
                </a:r>
                <a:r>
                  <a:rPr lang="en-US" altLang="zh-TW" sz="2400" baseline="-25000" dirty="0" err="1">
                    <a:sym typeface="Symbol" panose="05050102010706020507" pitchFamily="18" charset="2"/>
                  </a:rPr>
                  <a:t>i</a:t>
                </a:r>
                <a:r>
                  <a:rPr lang="en-US" altLang="zh-TW" sz="2400" dirty="0">
                    <a:sym typeface="Symbol" panose="05050102010706020507" pitchFamily="18" charset="2"/>
                  </a:rPr>
                  <a:t>, -</a:t>
                </a:r>
                <a:r>
                  <a:rPr lang="en-US" altLang="zh-TW" sz="2400" i="1" dirty="0" err="1">
                    <a:sym typeface="Symbol" panose="05050102010706020507" pitchFamily="18" charset="2"/>
                  </a:rPr>
                  <a:t>y</a:t>
                </a:r>
                <a:r>
                  <a:rPr lang="en-US" altLang="zh-TW" sz="2400" baseline="-25000" dirty="0" err="1">
                    <a:sym typeface="Symbol" panose="05050102010706020507" pitchFamily="18" charset="2"/>
                  </a:rPr>
                  <a:t>i</a:t>
                </a:r>
                <a:r>
                  <a:rPr lang="en-US" altLang="zh-TW" sz="2400" dirty="0">
                    <a:latin typeface="+mj-lt"/>
                    <a:sym typeface="Symbol" panose="05050102010706020507" pitchFamily="18" charset="2"/>
                  </a:rPr>
                  <a:t>’</a:t>
                </a:r>
                <a:r>
                  <a:rPr lang="en-US" altLang="zh-TW" sz="2400" dirty="0">
                    <a:sym typeface="Symbol" panose="05050102010706020507" pitchFamily="18" charset="2"/>
                  </a:rPr>
                  <a:t>))</a:t>
                </a:r>
              </a:p>
              <a:p>
                <a:pPr marL="0" indent="0" algn="ctr">
                  <a:lnSpc>
                    <a:spcPts val="3500"/>
                  </a:lnSpc>
                  <a:spcBef>
                    <a:spcPts val="1800"/>
                  </a:spcBef>
                  <a:buNone/>
                </a:pPr>
                <a:r>
                  <a:rPr lang="en-US" altLang="zh-TW" sz="2400" dirty="0">
                    <a:sym typeface="Symbol" panose="05050102010706020507" pitchFamily="18" charset="2"/>
                  </a:rPr>
                  <a:t>Lemma 4: If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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1</m:t>
                            </m:r>
                          </m:sub>
                        </m:sSub>
                      </m:sub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′</m:t>
                        </m:r>
                      </m:sup>
                    </m:sSubSup>
                    <m:r>
                      <a:rPr lang="en-US" altLang="zh-TW" sz="24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 </m:t>
                    </m:r>
                    <m:sSubSup>
                      <m:sSub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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1</m:t>
                            </m:r>
                          </m:sub>
                        </m:sSub>
                      </m:sub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altLang="zh-TW" sz="2400" dirty="0">
                    <a:sym typeface="Symbol" panose="05050102010706020507" pitchFamily="18" charset="2"/>
                  </a:rPr>
                  <a:t>then </a:t>
                </a:r>
                <a:r>
                  <a:rPr lang="en-US" altLang="zh-TW" sz="2400" i="1" dirty="0">
                    <a:sym typeface="Symbol" panose="05050102010706020507" pitchFamily="18" charset="2"/>
                  </a:rPr>
                  <a:t>H</a:t>
                </a:r>
                <a:r>
                  <a:rPr lang="en-US" altLang="zh-TW" sz="2400" dirty="0">
                    <a:sym typeface="Symbol" panose="05050102010706020507" pitchFamily="18" charset="2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en-US" altLang="zh-TW" sz="240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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sz="2400" dirty="0">
                    <a:sym typeface="Symbol" panose="05050102010706020507" pitchFamily="18" charset="2"/>
                  </a:rPr>
                  <a:t>) is lexicographically smaller than </a:t>
                </a:r>
                <a:r>
                  <a:rPr lang="en-US" altLang="zh-TW" sz="2400" i="1" dirty="0">
                    <a:sym typeface="Symbol" panose="05050102010706020507" pitchFamily="18" charset="2"/>
                  </a:rPr>
                  <a:t>H</a:t>
                </a:r>
                <a:r>
                  <a:rPr lang="en-US" altLang="zh-TW" sz="2400" dirty="0">
                    <a:sym typeface="Symbol" panose="05050102010706020507" pitchFamily="18" charset="2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en-US" altLang="zh-TW" sz="240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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sz="2400" dirty="0">
                    <a:sym typeface="Symbol" panose="05050102010706020507" pitchFamily="18" charset="2"/>
                  </a:rPr>
                  <a:t>) </a:t>
                </a:r>
              </a:p>
            </p:txBody>
          </p:sp>
        </mc:Choice>
        <mc:Fallback xmlns="">
          <p:sp>
            <p:nvSpPr>
              <p:cNvPr id="74" name="內容版面配置區 2">
                <a:extLst>
                  <a:ext uri="{FF2B5EF4-FFF2-40B4-BE49-F238E27FC236}">
                    <a16:creationId xmlns:a16="http://schemas.microsoft.com/office/drawing/2014/main" id="{07D51E00-3EE4-4E75-978F-7AA661F90A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35099"/>
                <a:ext cx="10515600" cy="5337175"/>
              </a:xfrm>
              <a:blipFill>
                <a:blip r:embed="rId4"/>
                <a:stretch>
                  <a:fillRect l="-928" t="-1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2941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486405-10E9-4237-AE0C-C31198684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MIS-2 — Level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8" name="群組 57">
            <a:extLst>
              <a:ext uri="{FF2B5EF4-FFF2-40B4-BE49-F238E27FC236}">
                <a16:creationId xmlns:a16="http://schemas.microsoft.com/office/drawing/2014/main" id="{E07343FD-E53C-42D3-814A-289CBE457339}"/>
              </a:ext>
            </a:extLst>
          </p:cNvPr>
          <p:cNvGrpSpPr/>
          <p:nvPr/>
        </p:nvGrpSpPr>
        <p:grpSpPr>
          <a:xfrm>
            <a:off x="463100" y="1539551"/>
            <a:ext cx="5544000" cy="4114801"/>
            <a:chOff x="6010892" y="1539551"/>
            <a:chExt cx="5544000" cy="4114801"/>
          </a:xfrm>
        </p:grpSpPr>
        <p:cxnSp>
          <p:nvCxnSpPr>
            <p:cNvPr id="62" name="直線單箭頭接點 61">
              <a:extLst>
                <a:ext uri="{FF2B5EF4-FFF2-40B4-BE49-F238E27FC236}">
                  <a16:creationId xmlns:a16="http://schemas.microsoft.com/office/drawing/2014/main" id="{91973A6C-D286-44CF-9F05-124500DCA3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06463" y="1539551"/>
              <a:ext cx="0" cy="411480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線單箭頭接點 62">
              <a:extLst>
                <a:ext uri="{FF2B5EF4-FFF2-40B4-BE49-F238E27FC236}">
                  <a16:creationId xmlns:a16="http://schemas.microsoft.com/office/drawing/2014/main" id="{E6FA6B02-5063-4525-B0DE-FBA78B2222BF}"/>
                </a:ext>
              </a:extLst>
            </p:cNvPr>
            <p:cNvCxnSpPr>
              <a:cxnSpLocks/>
            </p:cNvCxnSpPr>
            <p:nvPr/>
          </p:nvCxnSpPr>
          <p:spPr>
            <a:xfrm>
              <a:off x="6822790" y="5390359"/>
              <a:ext cx="406603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線接點 63">
              <a:extLst>
                <a:ext uri="{FF2B5EF4-FFF2-40B4-BE49-F238E27FC236}">
                  <a16:creationId xmlns:a16="http://schemas.microsoft.com/office/drawing/2014/main" id="{AA2ECF14-A519-44F4-BD52-2E726F5254A9}"/>
                </a:ext>
              </a:extLst>
            </p:cNvPr>
            <p:cNvCxnSpPr/>
            <p:nvPr/>
          </p:nvCxnSpPr>
          <p:spPr>
            <a:xfrm>
              <a:off x="7106463" y="5271796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線接點 64">
              <a:extLst>
                <a:ext uri="{FF2B5EF4-FFF2-40B4-BE49-F238E27FC236}">
                  <a16:creationId xmlns:a16="http://schemas.microsoft.com/office/drawing/2014/main" id="{86E791CE-15CA-47F2-B481-65236007A0F9}"/>
                </a:ext>
              </a:extLst>
            </p:cNvPr>
            <p:cNvCxnSpPr/>
            <p:nvPr/>
          </p:nvCxnSpPr>
          <p:spPr>
            <a:xfrm>
              <a:off x="9754023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線接點 65">
              <a:extLst>
                <a:ext uri="{FF2B5EF4-FFF2-40B4-BE49-F238E27FC236}">
                  <a16:creationId xmlns:a16="http://schemas.microsoft.com/office/drawing/2014/main" id="{8E0DA846-9A92-4263-A973-C04A75991A96}"/>
                </a:ext>
              </a:extLst>
            </p:cNvPr>
            <p:cNvCxnSpPr/>
            <p:nvPr/>
          </p:nvCxnSpPr>
          <p:spPr>
            <a:xfrm>
              <a:off x="9312763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線接點 66">
              <a:extLst>
                <a:ext uri="{FF2B5EF4-FFF2-40B4-BE49-F238E27FC236}">
                  <a16:creationId xmlns:a16="http://schemas.microsoft.com/office/drawing/2014/main" id="{E948B7C5-8CBE-492B-AB75-972C6D2F3C10}"/>
                </a:ext>
              </a:extLst>
            </p:cNvPr>
            <p:cNvCxnSpPr/>
            <p:nvPr/>
          </p:nvCxnSpPr>
          <p:spPr>
            <a:xfrm>
              <a:off x="8871503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線接點 67">
              <a:extLst>
                <a:ext uri="{FF2B5EF4-FFF2-40B4-BE49-F238E27FC236}">
                  <a16:creationId xmlns:a16="http://schemas.microsoft.com/office/drawing/2014/main" id="{AF759AB4-0B2C-4629-95F2-FA72784F4BDF}"/>
                </a:ext>
              </a:extLst>
            </p:cNvPr>
            <p:cNvCxnSpPr>
              <a:cxnSpLocks/>
            </p:cNvCxnSpPr>
            <p:nvPr/>
          </p:nvCxnSpPr>
          <p:spPr>
            <a:xfrm>
              <a:off x="8430243" y="527179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線接點 68">
              <a:extLst>
                <a:ext uri="{FF2B5EF4-FFF2-40B4-BE49-F238E27FC236}">
                  <a16:creationId xmlns:a16="http://schemas.microsoft.com/office/drawing/2014/main" id="{C3CDA6B6-7869-4EF8-B691-3FFAE08D1E29}"/>
                </a:ext>
              </a:extLst>
            </p:cNvPr>
            <p:cNvCxnSpPr>
              <a:cxnSpLocks/>
            </p:cNvCxnSpPr>
            <p:nvPr/>
          </p:nvCxnSpPr>
          <p:spPr>
            <a:xfrm>
              <a:off x="7988983" y="527179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線接點 69">
              <a:extLst>
                <a:ext uri="{FF2B5EF4-FFF2-40B4-BE49-F238E27FC236}">
                  <a16:creationId xmlns:a16="http://schemas.microsoft.com/office/drawing/2014/main" id="{A0308108-2538-46A1-8AE7-95DA8B1E1FA7}"/>
                </a:ext>
              </a:extLst>
            </p:cNvPr>
            <p:cNvCxnSpPr>
              <a:cxnSpLocks/>
            </p:cNvCxnSpPr>
            <p:nvPr/>
          </p:nvCxnSpPr>
          <p:spPr>
            <a:xfrm>
              <a:off x="7547723" y="527179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線接點 70">
              <a:extLst>
                <a:ext uri="{FF2B5EF4-FFF2-40B4-BE49-F238E27FC236}">
                  <a16:creationId xmlns:a16="http://schemas.microsoft.com/office/drawing/2014/main" id="{D24F3B33-50A8-49A2-913A-6069B79F558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5271607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線接點 71">
              <a:extLst>
                <a:ext uri="{FF2B5EF4-FFF2-40B4-BE49-F238E27FC236}">
                  <a16:creationId xmlns:a16="http://schemas.microsoft.com/office/drawing/2014/main" id="{2C2432AD-3315-4A6A-A453-10239319C47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4827911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線接點 72">
              <a:extLst>
                <a:ext uri="{FF2B5EF4-FFF2-40B4-BE49-F238E27FC236}">
                  <a16:creationId xmlns:a16="http://schemas.microsoft.com/office/drawing/2014/main" id="{A21DB719-6D95-46B1-B07D-88F33175B8A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438421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線接點 73">
              <a:extLst>
                <a:ext uri="{FF2B5EF4-FFF2-40B4-BE49-F238E27FC236}">
                  <a16:creationId xmlns:a16="http://schemas.microsoft.com/office/drawing/2014/main" id="{F316DE3A-E04C-45BD-814E-7410502FE88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3940521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線接點 74">
              <a:extLst>
                <a:ext uri="{FF2B5EF4-FFF2-40B4-BE49-F238E27FC236}">
                  <a16:creationId xmlns:a16="http://schemas.microsoft.com/office/drawing/2014/main" id="{D8D50D2E-3789-4444-A535-2FDEDCDB008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349682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線接點 75">
              <a:extLst>
                <a:ext uri="{FF2B5EF4-FFF2-40B4-BE49-F238E27FC236}">
                  <a16:creationId xmlns:a16="http://schemas.microsoft.com/office/drawing/2014/main" id="{DFAFECE7-BD9B-459F-9934-5D16BB84354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3053131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線接點 76">
              <a:extLst>
                <a:ext uri="{FF2B5EF4-FFF2-40B4-BE49-F238E27FC236}">
                  <a16:creationId xmlns:a16="http://schemas.microsoft.com/office/drawing/2014/main" id="{792059F4-F49B-4B92-98D8-90ED00DB2BB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260943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8" name="群組 77">
              <a:extLst>
                <a:ext uri="{FF2B5EF4-FFF2-40B4-BE49-F238E27FC236}">
                  <a16:creationId xmlns:a16="http://schemas.microsoft.com/office/drawing/2014/main" id="{C7243EF8-4F00-458C-BEB1-0F124A7C9733}"/>
                </a:ext>
              </a:extLst>
            </p:cNvPr>
            <p:cNvGrpSpPr/>
            <p:nvPr/>
          </p:nvGrpSpPr>
          <p:grpSpPr>
            <a:xfrm>
              <a:off x="7513605" y="3980778"/>
              <a:ext cx="917159" cy="108000"/>
              <a:chOff x="7513605" y="3980778"/>
              <a:chExt cx="917159" cy="108000"/>
            </a:xfrm>
          </p:grpSpPr>
          <p:sp>
            <p:nvSpPr>
              <p:cNvPr id="90" name="橢圓 89">
                <a:extLst>
                  <a:ext uri="{FF2B5EF4-FFF2-40B4-BE49-F238E27FC236}">
                    <a16:creationId xmlns:a16="http://schemas.microsoft.com/office/drawing/2014/main" id="{937111D7-CFEA-4F26-A419-9409CC86A804}"/>
                  </a:ext>
                </a:extLst>
              </p:cNvPr>
              <p:cNvSpPr/>
              <p:nvPr/>
            </p:nvSpPr>
            <p:spPr>
              <a:xfrm>
                <a:off x="7513605" y="3980778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cxnSp>
            <p:nvCxnSpPr>
              <p:cNvPr id="91" name="直線接點 90">
                <a:extLst>
                  <a:ext uri="{FF2B5EF4-FFF2-40B4-BE49-F238E27FC236}">
                    <a16:creationId xmlns:a16="http://schemas.microsoft.com/office/drawing/2014/main" id="{99D28612-79CC-44E5-9E7C-CC97E140631E}"/>
                  </a:ext>
                </a:extLst>
              </p:cNvPr>
              <p:cNvCxnSpPr>
                <a:cxnSpLocks/>
                <a:stCxn id="90" idx="6"/>
              </p:cNvCxnSpPr>
              <p:nvPr/>
            </p:nvCxnSpPr>
            <p:spPr>
              <a:xfrm flipV="1">
                <a:off x="7621605" y="4034487"/>
                <a:ext cx="809159" cy="291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9" name="群組 78">
              <a:extLst>
                <a:ext uri="{FF2B5EF4-FFF2-40B4-BE49-F238E27FC236}">
                  <a16:creationId xmlns:a16="http://schemas.microsoft.com/office/drawing/2014/main" id="{DA8A5572-717D-42F6-90CD-AC7AEADD3E45}"/>
                </a:ext>
              </a:extLst>
            </p:cNvPr>
            <p:cNvGrpSpPr/>
            <p:nvPr/>
          </p:nvGrpSpPr>
          <p:grpSpPr>
            <a:xfrm>
              <a:off x="7771669" y="3113282"/>
              <a:ext cx="1537411" cy="108000"/>
              <a:chOff x="7977471" y="3068531"/>
              <a:chExt cx="1537411" cy="108000"/>
            </a:xfrm>
          </p:grpSpPr>
          <p:sp>
            <p:nvSpPr>
              <p:cNvPr id="88" name="橢圓 87">
                <a:extLst>
                  <a:ext uri="{FF2B5EF4-FFF2-40B4-BE49-F238E27FC236}">
                    <a16:creationId xmlns:a16="http://schemas.microsoft.com/office/drawing/2014/main" id="{295D0B87-1759-4AB1-B98C-3B7C3359F8D1}"/>
                  </a:ext>
                </a:extLst>
              </p:cNvPr>
              <p:cNvSpPr/>
              <p:nvPr/>
            </p:nvSpPr>
            <p:spPr>
              <a:xfrm>
                <a:off x="7977471" y="3068531"/>
                <a:ext cx="108000" cy="108000"/>
              </a:xfrm>
              <a:prstGeom prst="ellipse">
                <a:avLst/>
              </a:prstGeom>
              <a:solidFill>
                <a:srgbClr val="934BC9"/>
              </a:solidFill>
              <a:ln>
                <a:solidFill>
                  <a:srgbClr val="934BC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89" name="直線接點 88">
                <a:extLst>
                  <a:ext uri="{FF2B5EF4-FFF2-40B4-BE49-F238E27FC236}">
                    <a16:creationId xmlns:a16="http://schemas.microsoft.com/office/drawing/2014/main" id="{BE5712FF-A67C-43BC-942A-D1E1832DAE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86064" y="3114698"/>
                <a:ext cx="1428818" cy="7833"/>
              </a:xfrm>
              <a:prstGeom prst="line">
                <a:avLst/>
              </a:prstGeom>
              <a:ln w="38100">
                <a:solidFill>
                  <a:srgbClr val="934BC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" name="群組 79">
              <a:extLst>
                <a:ext uri="{FF2B5EF4-FFF2-40B4-BE49-F238E27FC236}">
                  <a16:creationId xmlns:a16="http://schemas.microsoft.com/office/drawing/2014/main" id="{4B099F4C-D07F-4658-AC33-05AB93D8E85D}"/>
                </a:ext>
              </a:extLst>
            </p:cNvPr>
            <p:cNvGrpSpPr/>
            <p:nvPr/>
          </p:nvGrpSpPr>
          <p:grpSpPr>
            <a:xfrm>
              <a:off x="8050726" y="2915471"/>
              <a:ext cx="1392349" cy="108000"/>
              <a:chOff x="8430764" y="2695077"/>
              <a:chExt cx="1392349" cy="108000"/>
            </a:xfrm>
          </p:grpSpPr>
          <p:sp>
            <p:nvSpPr>
              <p:cNvPr id="86" name="橢圓 85">
                <a:extLst>
                  <a:ext uri="{FF2B5EF4-FFF2-40B4-BE49-F238E27FC236}">
                    <a16:creationId xmlns:a16="http://schemas.microsoft.com/office/drawing/2014/main" id="{0E52E99F-08E1-4650-A537-D76AEE91C916}"/>
                  </a:ext>
                </a:extLst>
              </p:cNvPr>
              <p:cNvSpPr/>
              <p:nvPr/>
            </p:nvSpPr>
            <p:spPr>
              <a:xfrm>
                <a:off x="8430764" y="2695077"/>
                <a:ext cx="108000" cy="1080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87" name="直線接點 86">
                <a:extLst>
                  <a:ext uri="{FF2B5EF4-FFF2-40B4-BE49-F238E27FC236}">
                    <a16:creationId xmlns:a16="http://schemas.microsoft.com/office/drawing/2014/main" id="{14F8B33B-A685-47E9-85E2-6F11722874A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38764" y="2741679"/>
                <a:ext cx="1284349" cy="7398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1" name="直線接點 80">
              <a:extLst>
                <a:ext uri="{FF2B5EF4-FFF2-40B4-BE49-F238E27FC236}">
                  <a16:creationId xmlns:a16="http://schemas.microsoft.com/office/drawing/2014/main" id="{7EDF7CFC-EBE7-4056-9437-8619AEA64B96}"/>
                </a:ext>
              </a:extLst>
            </p:cNvPr>
            <p:cNvCxnSpPr/>
            <p:nvPr/>
          </p:nvCxnSpPr>
          <p:spPr>
            <a:xfrm>
              <a:off x="10195283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線接點 81">
              <a:extLst>
                <a:ext uri="{FF2B5EF4-FFF2-40B4-BE49-F238E27FC236}">
                  <a16:creationId xmlns:a16="http://schemas.microsoft.com/office/drawing/2014/main" id="{A6AF9EDF-F8AF-4730-96E2-C96BC01C958F}"/>
                </a:ext>
              </a:extLst>
            </p:cNvPr>
            <p:cNvCxnSpPr/>
            <p:nvPr/>
          </p:nvCxnSpPr>
          <p:spPr>
            <a:xfrm>
              <a:off x="10636544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線接點 82">
              <a:extLst>
                <a:ext uri="{FF2B5EF4-FFF2-40B4-BE49-F238E27FC236}">
                  <a16:creationId xmlns:a16="http://schemas.microsoft.com/office/drawing/2014/main" id="{8951CCE2-AB95-469B-BF08-FE1B4C9CBC4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2165741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線接點 83">
              <a:extLst>
                <a:ext uri="{FF2B5EF4-FFF2-40B4-BE49-F238E27FC236}">
                  <a16:creationId xmlns:a16="http://schemas.microsoft.com/office/drawing/2014/main" id="{A5E07C67-0B84-4ADE-9AA2-392F25EC84E9}"/>
                </a:ext>
              </a:extLst>
            </p:cNvPr>
            <p:cNvCxnSpPr>
              <a:cxnSpLocks/>
            </p:cNvCxnSpPr>
            <p:nvPr/>
          </p:nvCxnSpPr>
          <p:spPr>
            <a:xfrm>
              <a:off x="6975647" y="1852862"/>
              <a:ext cx="26163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線單箭頭接點 84">
              <a:extLst>
                <a:ext uri="{FF2B5EF4-FFF2-40B4-BE49-F238E27FC236}">
                  <a16:creationId xmlns:a16="http://schemas.microsoft.com/office/drawing/2014/main" id="{E6B3BC9E-D693-4ECE-87D3-B4DFFA6E283B}"/>
                </a:ext>
              </a:extLst>
            </p:cNvPr>
            <p:cNvCxnSpPr>
              <a:cxnSpLocks/>
            </p:cNvCxnSpPr>
            <p:nvPr/>
          </p:nvCxnSpPr>
          <p:spPr>
            <a:xfrm rot="-2700000">
              <a:off x="6010892" y="3694248"/>
              <a:ext cx="5544000" cy="2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2" name="直線接點 91">
            <a:extLst>
              <a:ext uri="{FF2B5EF4-FFF2-40B4-BE49-F238E27FC236}">
                <a16:creationId xmlns:a16="http://schemas.microsoft.com/office/drawing/2014/main" id="{7B55991E-C806-4B50-891D-E87A77D49E17}"/>
              </a:ext>
            </a:extLst>
          </p:cNvPr>
          <p:cNvCxnSpPr>
            <a:cxnSpLocks/>
          </p:cNvCxnSpPr>
          <p:nvPr/>
        </p:nvCxnSpPr>
        <p:spPr>
          <a:xfrm flipH="1">
            <a:off x="2016814" y="4072962"/>
            <a:ext cx="2210" cy="131739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接點 92">
            <a:extLst>
              <a:ext uri="{FF2B5EF4-FFF2-40B4-BE49-F238E27FC236}">
                <a16:creationId xmlns:a16="http://schemas.microsoft.com/office/drawing/2014/main" id="{BCCE0990-73ED-4937-94CA-D069A2536334}"/>
              </a:ext>
            </a:extLst>
          </p:cNvPr>
          <p:cNvCxnSpPr>
            <a:cxnSpLocks/>
            <a:stCxn id="88" idx="4"/>
          </p:cNvCxnSpPr>
          <p:nvPr/>
        </p:nvCxnSpPr>
        <p:spPr>
          <a:xfrm>
            <a:off x="2277877" y="3221282"/>
            <a:ext cx="0" cy="2206412"/>
          </a:xfrm>
          <a:prstGeom prst="line">
            <a:avLst/>
          </a:prstGeom>
          <a:ln w="38100">
            <a:solidFill>
              <a:srgbClr val="934B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接點 93">
            <a:extLst>
              <a:ext uri="{FF2B5EF4-FFF2-40B4-BE49-F238E27FC236}">
                <a16:creationId xmlns:a16="http://schemas.microsoft.com/office/drawing/2014/main" id="{0BB48CA0-2D02-4E72-AB2D-455B3D3579DD}"/>
              </a:ext>
            </a:extLst>
          </p:cNvPr>
          <p:cNvCxnSpPr>
            <a:cxnSpLocks/>
            <a:stCxn id="86" idx="4"/>
          </p:cNvCxnSpPr>
          <p:nvPr/>
        </p:nvCxnSpPr>
        <p:spPr>
          <a:xfrm>
            <a:off x="2556934" y="3023471"/>
            <a:ext cx="0" cy="2366888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文字方塊 95">
            <a:extLst>
              <a:ext uri="{FF2B5EF4-FFF2-40B4-BE49-F238E27FC236}">
                <a16:creationId xmlns:a16="http://schemas.microsoft.com/office/drawing/2014/main" id="{BC33A787-0665-40A9-B5B5-F8C8431DD03C}"/>
              </a:ext>
            </a:extLst>
          </p:cNvPr>
          <p:cNvSpPr txBox="1"/>
          <p:nvPr/>
        </p:nvSpPr>
        <p:spPr>
          <a:xfrm>
            <a:off x="1838534" y="3563644"/>
            <a:ext cx="483274" cy="4616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文字方塊 96">
            <a:extLst>
              <a:ext uri="{FF2B5EF4-FFF2-40B4-BE49-F238E27FC236}">
                <a16:creationId xmlns:a16="http://schemas.microsoft.com/office/drawing/2014/main" id="{9DFDAE77-403F-47FF-8EF8-0AA57FBAB638}"/>
              </a:ext>
            </a:extLst>
          </p:cNvPr>
          <p:cNvSpPr txBox="1"/>
          <p:nvPr/>
        </p:nvSpPr>
        <p:spPr>
          <a:xfrm>
            <a:off x="1993136" y="2688606"/>
            <a:ext cx="483274" cy="4616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文字方塊 97">
            <a:extLst>
              <a:ext uri="{FF2B5EF4-FFF2-40B4-BE49-F238E27FC236}">
                <a16:creationId xmlns:a16="http://schemas.microsoft.com/office/drawing/2014/main" id="{EF647CE0-FF69-49F9-B862-8A8CDF6F6221}"/>
              </a:ext>
            </a:extLst>
          </p:cNvPr>
          <p:cNvSpPr txBox="1"/>
          <p:nvPr/>
        </p:nvSpPr>
        <p:spPr>
          <a:xfrm>
            <a:off x="2400396" y="2345154"/>
            <a:ext cx="483274" cy="4616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文字方塊 98">
            <a:extLst>
              <a:ext uri="{FF2B5EF4-FFF2-40B4-BE49-F238E27FC236}">
                <a16:creationId xmlns:a16="http://schemas.microsoft.com/office/drawing/2014/main" id="{8842573F-1312-4348-9747-E0B8615F5FF5}"/>
              </a:ext>
            </a:extLst>
          </p:cNvPr>
          <p:cNvSpPr txBox="1"/>
          <p:nvPr/>
        </p:nvSpPr>
        <p:spPr>
          <a:xfrm>
            <a:off x="3761288" y="2039467"/>
            <a:ext cx="483274" cy="4616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橢圓 99">
            <a:extLst>
              <a:ext uri="{FF2B5EF4-FFF2-40B4-BE49-F238E27FC236}">
                <a16:creationId xmlns:a16="http://schemas.microsoft.com/office/drawing/2014/main" id="{63F22B0F-2E13-42FD-89D9-72358402ACB7}"/>
              </a:ext>
            </a:extLst>
          </p:cNvPr>
          <p:cNvSpPr/>
          <p:nvPr/>
        </p:nvSpPr>
        <p:spPr>
          <a:xfrm>
            <a:off x="4906897" y="2686251"/>
            <a:ext cx="108000" cy="108000"/>
          </a:xfrm>
          <a:prstGeom prst="ellipse">
            <a:avLst/>
          </a:prstGeom>
          <a:solidFill>
            <a:srgbClr val="44FD19"/>
          </a:solidFill>
          <a:ln>
            <a:solidFill>
              <a:srgbClr val="44FD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1" name="直線接點 100">
            <a:extLst>
              <a:ext uri="{FF2B5EF4-FFF2-40B4-BE49-F238E27FC236}">
                <a16:creationId xmlns:a16="http://schemas.microsoft.com/office/drawing/2014/main" id="{A389D292-6B4F-42B0-B54F-7B10666F2416}"/>
              </a:ext>
            </a:extLst>
          </p:cNvPr>
          <p:cNvCxnSpPr>
            <a:cxnSpLocks/>
          </p:cNvCxnSpPr>
          <p:nvPr/>
        </p:nvCxnSpPr>
        <p:spPr>
          <a:xfrm flipV="1">
            <a:off x="4960897" y="2032255"/>
            <a:ext cx="0" cy="672659"/>
          </a:xfrm>
          <a:prstGeom prst="line">
            <a:avLst/>
          </a:prstGeom>
          <a:solidFill>
            <a:schemeClr val="bg2"/>
          </a:solidFill>
          <a:ln w="38100">
            <a:solidFill>
              <a:srgbClr val="44FD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文字方塊 101">
            <a:extLst>
              <a:ext uri="{FF2B5EF4-FFF2-40B4-BE49-F238E27FC236}">
                <a16:creationId xmlns:a16="http://schemas.microsoft.com/office/drawing/2014/main" id="{67DD2029-73F4-4C2C-BA0D-A28C25829954}"/>
              </a:ext>
            </a:extLst>
          </p:cNvPr>
          <p:cNvSpPr txBox="1"/>
          <p:nvPr/>
        </p:nvSpPr>
        <p:spPr>
          <a:xfrm>
            <a:off x="5007051" y="2479281"/>
            <a:ext cx="483274" cy="4616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文字方塊 102">
            <a:extLst>
              <a:ext uri="{FF2B5EF4-FFF2-40B4-BE49-F238E27FC236}">
                <a16:creationId xmlns:a16="http://schemas.microsoft.com/office/drawing/2014/main" id="{79FCE63C-742D-4CE6-9E16-41840FA3FAA2}"/>
              </a:ext>
            </a:extLst>
          </p:cNvPr>
          <p:cNvSpPr txBox="1"/>
          <p:nvPr/>
        </p:nvSpPr>
        <p:spPr>
          <a:xfrm>
            <a:off x="1331683" y="6127025"/>
            <a:ext cx="882520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K(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4" name="直線單箭頭接點 103">
            <a:extLst>
              <a:ext uri="{FF2B5EF4-FFF2-40B4-BE49-F238E27FC236}">
                <a16:creationId xmlns:a16="http://schemas.microsoft.com/office/drawing/2014/main" id="{618B0FF1-1B20-4C79-B73B-6460A7514A63}"/>
              </a:ext>
            </a:extLst>
          </p:cNvPr>
          <p:cNvCxnSpPr>
            <a:cxnSpLocks/>
            <a:stCxn id="103" idx="0"/>
          </p:cNvCxnSpPr>
          <p:nvPr/>
        </p:nvCxnSpPr>
        <p:spPr>
          <a:xfrm flipV="1">
            <a:off x="1772943" y="4088778"/>
            <a:ext cx="246870" cy="203824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文字方塊 104">
            <a:extLst>
              <a:ext uri="{FF2B5EF4-FFF2-40B4-BE49-F238E27FC236}">
                <a16:creationId xmlns:a16="http://schemas.microsoft.com/office/drawing/2014/main" id="{5BD910BC-1209-4BF6-8EE8-4BDAB5FD30C6}"/>
              </a:ext>
            </a:extLst>
          </p:cNvPr>
          <p:cNvSpPr txBox="1"/>
          <p:nvPr/>
        </p:nvSpPr>
        <p:spPr>
          <a:xfrm>
            <a:off x="1719958" y="1785364"/>
            <a:ext cx="882520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K(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6" name="直線單箭頭接點 105">
            <a:extLst>
              <a:ext uri="{FF2B5EF4-FFF2-40B4-BE49-F238E27FC236}">
                <a16:creationId xmlns:a16="http://schemas.microsoft.com/office/drawing/2014/main" id="{B5B0AC25-B448-4D35-B456-CEA88516A4D0}"/>
              </a:ext>
            </a:extLst>
          </p:cNvPr>
          <p:cNvCxnSpPr>
            <a:cxnSpLocks/>
            <a:stCxn id="105" idx="2"/>
          </p:cNvCxnSpPr>
          <p:nvPr/>
        </p:nvCxnSpPr>
        <p:spPr>
          <a:xfrm>
            <a:off x="2161218" y="2247029"/>
            <a:ext cx="717586" cy="1762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文字方塊 106">
            <a:extLst>
              <a:ext uri="{FF2B5EF4-FFF2-40B4-BE49-F238E27FC236}">
                <a16:creationId xmlns:a16="http://schemas.microsoft.com/office/drawing/2014/main" id="{70DD8954-C67F-4E70-B98C-D8522F3DF416}"/>
              </a:ext>
            </a:extLst>
          </p:cNvPr>
          <p:cNvSpPr txBox="1"/>
          <p:nvPr/>
        </p:nvSpPr>
        <p:spPr>
          <a:xfrm>
            <a:off x="2747120" y="1422548"/>
            <a:ext cx="882520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K(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8" name="直線單箭頭接點 107">
            <a:extLst>
              <a:ext uri="{FF2B5EF4-FFF2-40B4-BE49-F238E27FC236}">
                <a16:creationId xmlns:a16="http://schemas.microsoft.com/office/drawing/2014/main" id="{418B67BB-A16F-4B85-A0D2-BCE058F6B77E}"/>
              </a:ext>
            </a:extLst>
          </p:cNvPr>
          <p:cNvCxnSpPr>
            <a:cxnSpLocks/>
            <a:stCxn id="107" idx="2"/>
          </p:cNvCxnSpPr>
          <p:nvPr/>
        </p:nvCxnSpPr>
        <p:spPr>
          <a:xfrm>
            <a:off x="3188380" y="1884213"/>
            <a:ext cx="553109" cy="128306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文字方塊 108">
                <a:extLst>
                  <a:ext uri="{FF2B5EF4-FFF2-40B4-BE49-F238E27FC236}">
                    <a16:creationId xmlns:a16="http://schemas.microsoft.com/office/drawing/2014/main" id="{A570B1E7-5B33-4607-A29A-8C1313994ACF}"/>
                  </a:ext>
                </a:extLst>
              </p:cNvPr>
              <p:cNvSpPr txBox="1"/>
              <p:nvPr/>
            </p:nvSpPr>
            <p:spPr>
              <a:xfrm>
                <a:off x="6285295" y="110830"/>
                <a:ext cx="5724832" cy="63371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 LEVEL (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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</a:p>
              <a:p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each point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…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 := OT.I(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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j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 m 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do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SET(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00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𝑦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𝑖</m:t>
                        </m:r>
                      </m:sub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:= max(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x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(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max</a:t>
                </a:r>
                <a:r>
                  <a:rPr lang="en-US" altLang="zh-TW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index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 := MAX(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if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is a positive point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then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begin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INS(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max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+1,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00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𝑦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𝑖</m:t>
                        </m:r>
                      </m:sub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j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:=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index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PTR(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j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	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:= tail(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if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x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&lt;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then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IN.I(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 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else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SET(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else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begin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{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is a negative point}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j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:=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index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PTR(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j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:= tail(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INS(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max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+1,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00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𝑦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𝑖</m:t>
                        </m:r>
                      </m:sub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SET(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        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end</a:t>
                </a:r>
              </a:p>
            </p:txBody>
          </p:sp>
        </mc:Choice>
        <mc:Fallback xmlns="">
          <p:sp>
            <p:nvSpPr>
              <p:cNvPr id="109" name="文字方塊 108">
                <a:extLst>
                  <a:ext uri="{FF2B5EF4-FFF2-40B4-BE49-F238E27FC236}">
                    <a16:creationId xmlns:a16="http://schemas.microsoft.com/office/drawing/2014/main" id="{A570B1E7-5B33-4607-A29A-8C1313994A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5295" y="110830"/>
                <a:ext cx="5724832" cy="6337184"/>
              </a:xfrm>
              <a:prstGeom prst="rect">
                <a:avLst/>
              </a:prstGeom>
              <a:blipFill>
                <a:blip r:embed="rId3"/>
                <a:stretch>
                  <a:fillRect l="-1065" t="-577" r="-1171" b="-76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0" name="群組 109">
            <a:extLst>
              <a:ext uri="{FF2B5EF4-FFF2-40B4-BE49-F238E27FC236}">
                <a16:creationId xmlns:a16="http://schemas.microsoft.com/office/drawing/2014/main" id="{F61A8508-CE7E-4ABA-846C-098B7C065AB4}"/>
              </a:ext>
            </a:extLst>
          </p:cNvPr>
          <p:cNvGrpSpPr/>
          <p:nvPr/>
        </p:nvGrpSpPr>
        <p:grpSpPr>
          <a:xfrm>
            <a:off x="4015304" y="2512015"/>
            <a:ext cx="323092" cy="108000"/>
            <a:chOff x="9752904" y="2512015"/>
            <a:chExt cx="323092" cy="108000"/>
          </a:xfrm>
        </p:grpSpPr>
        <p:cxnSp>
          <p:nvCxnSpPr>
            <p:cNvPr id="111" name="直線接點 110">
              <a:extLst>
                <a:ext uri="{FF2B5EF4-FFF2-40B4-BE49-F238E27FC236}">
                  <a16:creationId xmlns:a16="http://schemas.microsoft.com/office/drawing/2014/main" id="{8118E917-9BEA-4B5B-96A5-288FAF95AB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00291" y="2539606"/>
              <a:ext cx="275705" cy="9971"/>
            </a:xfrm>
            <a:prstGeom prst="line">
              <a:avLst/>
            </a:prstGeom>
            <a:ln w="38100">
              <a:solidFill>
                <a:srgbClr val="00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橢圓 111">
              <a:extLst>
                <a:ext uri="{FF2B5EF4-FFF2-40B4-BE49-F238E27FC236}">
                  <a16:creationId xmlns:a16="http://schemas.microsoft.com/office/drawing/2014/main" id="{DAB3E080-6A61-459A-BC83-4212B41E53E5}"/>
                </a:ext>
              </a:extLst>
            </p:cNvPr>
            <p:cNvSpPr/>
            <p:nvPr/>
          </p:nvSpPr>
          <p:spPr>
            <a:xfrm>
              <a:off x="9752904" y="2512015"/>
              <a:ext cx="108000" cy="108000"/>
            </a:xfrm>
            <a:prstGeom prst="ellipse">
              <a:avLst/>
            </a:prstGeom>
            <a:solidFill>
              <a:srgbClr val="00FFFF"/>
            </a:solidFill>
            <a:ln>
              <a:solidFill>
                <a:srgbClr val="00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cxnSp>
        <p:nvCxnSpPr>
          <p:cNvPr id="113" name="直線接點 112">
            <a:extLst>
              <a:ext uri="{FF2B5EF4-FFF2-40B4-BE49-F238E27FC236}">
                <a16:creationId xmlns:a16="http://schemas.microsoft.com/office/drawing/2014/main" id="{13E6DD76-522D-4A7F-91C4-761B8D17A334}"/>
              </a:ext>
            </a:extLst>
          </p:cNvPr>
          <p:cNvCxnSpPr>
            <a:cxnSpLocks/>
            <a:stCxn id="112" idx="4"/>
          </p:cNvCxnSpPr>
          <p:nvPr/>
        </p:nvCxnSpPr>
        <p:spPr>
          <a:xfrm flipH="1">
            <a:off x="4062691" y="2620015"/>
            <a:ext cx="6613" cy="2770344"/>
          </a:xfrm>
          <a:prstGeom prst="line">
            <a:avLst/>
          </a:prstGeom>
          <a:ln w="38100">
            <a:solidFill>
              <a:srgbClr val="00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1084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486405-10E9-4237-AE0C-C31198684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MIS-2 — Level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8" name="群組 57">
            <a:extLst>
              <a:ext uri="{FF2B5EF4-FFF2-40B4-BE49-F238E27FC236}">
                <a16:creationId xmlns:a16="http://schemas.microsoft.com/office/drawing/2014/main" id="{E07343FD-E53C-42D3-814A-289CBE457339}"/>
              </a:ext>
            </a:extLst>
          </p:cNvPr>
          <p:cNvGrpSpPr/>
          <p:nvPr/>
        </p:nvGrpSpPr>
        <p:grpSpPr>
          <a:xfrm>
            <a:off x="463100" y="1539551"/>
            <a:ext cx="5544000" cy="4114801"/>
            <a:chOff x="6010892" y="1539551"/>
            <a:chExt cx="5544000" cy="4114801"/>
          </a:xfrm>
        </p:grpSpPr>
        <p:cxnSp>
          <p:nvCxnSpPr>
            <p:cNvPr id="62" name="直線單箭頭接點 61">
              <a:extLst>
                <a:ext uri="{FF2B5EF4-FFF2-40B4-BE49-F238E27FC236}">
                  <a16:creationId xmlns:a16="http://schemas.microsoft.com/office/drawing/2014/main" id="{91973A6C-D286-44CF-9F05-124500DCA3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06463" y="1539551"/>
              <a:ext cx="0" cy="411480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線單箭頭接點 62">
              <a:extLst>
                <a:ext uri="{FF2B5EF4-FFF2-40B4-BE49-F238E27FC236}">
                  <a16:creationId xmlns:a16="http://schemas.microsoft.com/office/drawing/2014/main" id="{E6FA6B02-5063-4525-B0DE-FBA78B2222BF}"/>
                </a:ext>
              </a:extLst>
            </p:cNvPr>
            <p:cNvCxnSpPr>
              <a:cxnSpLocks/>
            </p:cNvCxnSpPr>
            <p:nvPr/>
          </p:nvCxnSpPr>
          <p:spPr>
            <a:xfrm>
              <a:off x="6822790" y="5390359"/>
              <a:ext cx="406603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線接點 63">
              <a:extLst>
                <a:ext uri="{FF2B5EF4-FFF2-40B4-BE49-F238E27FC236}">
                  <a16:creationId xmlns:a16="http://schemas.microsoft.com/office/drawing/2014/main" id="{AA2ECF14-A519-44F4-BD52-2E726F5254A9}"/>
                </a:ext>
              </a:extLst>
            </p:cNvPr>
            <p:cNvCxnSpPr/>
            <p:nvPr/>
          </p:nvCxnSpPr>
          <p:spPr>
            <a:xfrm>
              <a:off x="7106463" y="5271796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線接點 64">
              <a:extLst>
                <a:ext uri="{FF2B5EF4-FFF2-40B4-BE49-F238E27FC236}">
                  <a16:creationId xmlns:a16="http://schemas.microsoft.com/office/drawing/2014/main" id="{86E791CE-15CA-47F2-B481-65236007A0F9}"/>
                </a:ext>
              </a:extLst>
            </p:cNvPr>
            <p:cNvCxnSpPr/>
            <p:nvPr/>
          </p:nvCxnSpPr>
          <p:spPr>
            <a:xfrm>
              <a:off x="9754023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線接點 65">
              <a:extLst>
                <a:ext uri="{FF2B5EF4-FFF2-40B4-BE49-F238E27FC236}">
                  <a16:creationId xmlns:a16="http://schemas.microsoft.com/office/drawing/2014/main" id="{8E0DA846-9A92-4263-A973-C04A75991A96}"/>
                </a:ext>
              </a:extLst>
            </p:cNvPr>
            <p:cNvCxnSpPr/>
            <p:nvPr/>
          </p:nvCxnSpPr>
          <p:spPr>
            <a:xfrm>
              <a:off x="9312763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線接點 66">
              <a:extLst>
                <a:ext uri="{FF2B5EF4-FFF2-40B4-BE49-F238E27FC236}">
                  <a16:creationId xmlns:a16="http://schemas.microsoft.com/office/drawing/2014/main" id="{E948B7C5-8CBE-492B-AB75-972C6D2F3C10}"/>
                </a:ext>
              </a:extLst>
            </p:cNvPr>
            <p:cNvCxnSpPr/>
            <p:nvPr/>
          </p:nvCxnSpPr>
          <p:spPr>
            <a:xfrm>
              <a:off x="8871503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線接點 67">
              <a:extLst>
                <a:ext uri="{FF2B5EF4-FFF2-40B4-BE49-F238E27FC236}">
                  <a16:creationId xmlns:a16="http://schemas.microsoft.com/office/drawing/2014/main" id="{AF759AB4-0B2C-4629-95F2-FA72784F4BDF}"/>
                </a:ext>
              </a:extLst>
            </p:cNvPr>
            <p:cNvCxnSpPr>
              <a:cxnSpLocks/>
            </p:cNvCxnSpPr>
            <p:nvPr/>
          </p:nvCxnSpPr>
          <p:spPr>
            <a:xfrm>
              <a:off x="8430243" y="527179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線接點 68">
              <a:extLst>
                <a:ext uri="{FF2B5EF4-FFF2-40B4-BE49-F238E27FC236}">
                  <a16:creationId xmlns:a16="http://schemas.microsoft.com/office/drawing/2014/main" id="{C3CDA6B6-7869-4EF8-B691-3FFAE08D1E29}"/>
                </a:ext>
              </a:extLst>
            </p:cNvPr>
            <p:cNvCxnSpPr>
              <a:cxnSpLocks/>
            </p:cNvCxnSpPr>
            <p:nvPr/>
          </p:nvCxnSpPr>
          <p:spPr>
            <a:xfrm>
              <a:off x="7988983" y="527179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線接點 69">
              <a:extLst>
                <a:ext uri="{FF2B5EF4-FFF2-40B4-BE49-F238E27FC236}">
                  <a16:creationId xmlns:a16="http://schemas.microsoft.com/office/drawing/2014/main" id="{A0308108-2538-46A1-8AE7-95DA8B1E1FA7}"/>
                </a:ext>
              </a:extLst>
            </p:cNvPr>
            <p:cNvCxnSpPr>
              <a:cxnSpLocks/>
            </p:cNvCxnSpPr>
            <p:nvPr/>
          </p:nvCxnSpPr>
          <p:spPr>
            <a:xfrm>
              <a:off x="7547723" y="527179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線接點 70">
              <a:extLst>
                <a:ext uri="{FF2B5EF4-FFF2-40B4-BE49-F238E27FC236}">
                  <a16:creationId xmlns:a16="http://schemas.microsoft.com/office/drawing/2014/main" id="{D24F3B33-50A8-49A2-913A-6069B79F558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5271607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線接點 71">
              <a:extLst>
                <a:ext uri="{FF2B5EF4-FFF2-40B4-BE49-F238E27FC236}">
                  <a16:creationId xmlns:a16="http://schemas.microsoft.com/office/drawing/2014/main" id="{2C2432AD-3315-4A6A-A453-10239319C47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4827911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線接點 72">
              <a:extLst>
                <a:ext uri="{FF2B5EF4-FFF2-40B4-BE49-F238E27FC236}">
                  <a16:creationId xmlns:a16="http://schemas.microsoft.com/office/drawing/2014/main" id="{A21DB719-6D95-46B1-B07D-88F33175B8A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438421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線接點 73">
              <a:extLst>
                <a:ext uri="{FF2B5EF4-FFF2-40B4-BE49-F238E27FC236}">
                  <a16:creationId xmlns:a16="http://schemas.microsoft.com/office/drawing/2014/main" id="{F316DE3A-E04C-45BD-814E-7410502FE88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3940521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線接點 74">
              <a:extLst>
                <a:ext uri="{FF2B5EF4-FFF2-40B4-BE49-F238E27FC236}">
                  <a16:creationId xmlns:a16="http://schemas.microsoft.com/office/drawing/2014/main" id="{D8D50D2E-3789-4444-A535-2FDEDCDB008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349682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線接點 75">
              <a:extLst>
                <a:ext uri="{FF2B5EF4-FFF2-40B4-BE49-F238E27FC236}">
                  <a16:creationId xmlns:a16="http://schemas.microsoft.com/office/drawing/2014/main" id="{DFAFECE7-BD9B-459F-9934-5D16BB84354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3053131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線接點 76">
              <a:extLst>
                <a:ext uri="{FF2B5EF4-FFF2-40B4-BE49-F238E27FC236}">
                  <a16:creationId xmlns:a16="http://schemas.microsoft.com/office/drawing/2014/main" id="{792059F4-F49B-4B92-98D8-90ED00DB2BB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260943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橢圓 89">
              <a:extLst>
                <a:ext uri="{FF2B5EF4-FFF2-40B4-BE49-F238E27FC236}">
                  <a16:creationId xmlns:a16="http://schemas.microsoft.com/office/drawing/2014/main" id="{937111D7-CFEA-4F26-A419-9409CC86A804}"/>
                </a:ext>
              </a:extLst>
            </p:cNvPr>
            <p:cNvSpPr/>
            <p:nvPr/>
          </p:nvSpPr>
          <p:spPr>
            <a:xfrm>
              <a:off x="7513605" y="3980778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88" name="橢圓 87">
              <a:extLst>
                <a:ext uri="{FF2B5EF4-FFF2-40B4-BE49-F238E27FC236}">
                  <a16:creationId xmlns:a16="http://schemas.microsoft.com/office/drawing/2014/main" id="{295D0B87-1759-4AB1-B98C-3B7C3359F8D1}"/>
                </a:ext>
              </a:extLst>
            </p:cNvPr>
            <p:cNvSpPr/>
            <p:nvPr/>
          </p:nvSpPr>
          <p:spPr>
            <a:xfrm>
              <a:off x="7771669" y="3113282"/>
              <a:ext cx="108000" cy="108000"/>
            </a:xfrm>
            <a:prstGeom prst="ellipse">
              <a:avLst/>
            </a:prstGeom>
            <a:solidFill>
              <a:srgbClr val="934BC9"/>
            </a:solidFill>
            <a:ln>
              <a:solidFill>
                <a:srgbClr val="934BC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6" name="橢圓 85">
              <a:extLst>
                <a:ext uri="{FF2B5EF4-FFF2-40B4-BE49-F238E27FC236}">
                  <a16:creationId xmlns:a16="http://schemas.microsoft.com/office/drawing/2014/main" id="{0E52E99F-08E1-4650-A537-D76AEE91C916}"/>
                </a:ext>
              </a:extLst>
            </p:cNvPr>
            <p:cNvSpPr/>
            <p:nvPr/>
          </p:nvSpPr>
          <p:spPr>
            <a:xfrm>
              <a:off x="8050726" y="2915471"/>
              <a:ext cx="108000" cy="10800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1" name="直線接點 80">
              <a:extLst>
                <a:ext uri="{FF2B5EF4-FFF2-40B4-BE49-F238E27FC236}">
                  <a16:creationId xmlns:a16="http://schemas.microsoft.com/office/drawing/2014/main" id="{7EDF7CFC-EBE7-4056-9437-8619AEA64B96}"/>
                </a:ext>
              </a:extLst>
            </p:cNvPr>
            <p:cNvCxnSpPr/>
            <p:nvPr/>
          </p:nvCxnSpPr>
          <p:spPr>
            <a:xfrm>
              <a:off x="10195283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線接點 81">
              <a:extLst>
                <a:ext uri="{FF2B5EF4-FFF2-40B4-BE49-F238E27FC236}">
                  <a16:creationId xmlns:a16="http://schemas.microsoft.com/office/drawing/2014/main" id="{A6AF9EDF-F8AF-4730-96E2-C96BC01C958F}"/>
                </a:ext>
              </a:extLst>
            </p:cNvPr>
            <p:cNvCxnSpPr/>
            <p:nvPr/>
          </p:nvCxnSpPr>
          <p:spPr>
            <a:xfrm>
              <a:off x="10636544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線接點 82">
              <a:extLst>
                <a:ext uri="{FF2B5EF4-FFF2-40B4-BE49-F238E27FC236}">
                  <a16:creationId xmlns:a16="http://schemas.microsoft.com/office/drawing/2014/main" id="{8951CCE2-AB95-469B-BF08-FE1B4C9CBC4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2165741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線接點 83">
              <a:extLst>
                <a:ext uri="{FF2B5EF4-FFF2-40B4-BE49-F238E27FC236}">
                  <a16:creationId xmlns:a16="http://schemas.microsoft.com/office/drawing/2014/main" id="{A5E07C67-0B84-4ADE-9AA2-392F25EC84E9}"/>
                </a:ext>
              </a:extLst>
            </p:cNvPr>
            <p:cNvCxnSpPr>
              <a:cxnSpLocks/>
            </p:cNvCxnSpPr>
            <p:nvPr/>
          </p:nvCxnSpPr>
          <p:spPr>
            <a:xfrm>
              <a:off x="6975647" y="1852862"/>
              <a:ext cx="26163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線單箭頭接點 84">
              <a:extLst>
                <a:ext uri="{FF2B5EF4-FFF2-40B4-BE49-F238E27FC236}">
                  <a16:creationId xmlns:a16="http://schemas.microsoft.com/office/drawing/2014/main" id="{E6B3BC9E-D693-4ECE-87D3-B4DFFA6E283B}"/>
                </a:ext>
              </a:extLst>
            </p:cNvPr>
            <p:cNvCxnSpPr>
              <a:cxnSpLocks/>
            </p:cNvCxnSpPr>
            <p:nvPr/>
          </p:nvCxnSpPr>
          <p:spPr>
            <a:xfrm rot="-2700000">
              <a:off x="6010892" y="3694248"/>
              <a:ext cx="5544000" cy="2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橢圓 99">
            <a:extLst>
              <a:ext uri="{FF2B5EF4-FFF2-40B4-BE49-F238E27FC236}">
                <a16:creationId xmlns:a16="http://schemas.microsoft.com/office/drawing/2014/main" id="{63F22B0F-2E13-42FD-89D9-72358402ACB7}"/>
              </a:ext>
            </a:extLst>
          </p:cNvPr>
          <p:cNvSpPr/>
          <p:nvPr/>
        </p:nvSpPr>
        <p:spPr>
          <a:xfrm>
            <a:off x="4906897" y="2686251"/>
            <a:ext cx="108000" cy="108000"/>
          </a:xfrm>
          <a:prstGeom prst="ellipse">
            <a:avLst/>
          </a:prstGeom>
          <a:solidFill>
            <a:srgbClr val="44FD19"/>
          </a:solidFill>
          <a:ln>
            <a:solidFill>
              <a:srgbClr val="44FD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150AB9F9-7FF4-4B5C-A436-F1A2CFC7D899}"/>
              </a:ext>
            </a:extLst>
          </p:cNvPr>
          <p:cNvSpPr txBox="1"/>
          <p:nvPr/>
        </p:nvSpPr>
        <p:spPr>
          <a:xfrm>
            <a:off x="1838534" y="3563644"/>
            <a:ext cx="483274" cy="4616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0" name="直線接點 109">
            <a:extLst>
              <a:ext uri="{FF2B5EF4-FFF2-40B4-BE49-F238E27FC236}">
                <a16:creationId xmlns:a16="http://schemas.microsoft.com/office/drawing/2014/main" id="{5113EC05-BA88-4F91-B09F-5A7480D4E4E6}"/>
              </a:ext>
            </a:extLst>
          </p:cNvPr>
          <p:cNvCxnSpPr>
            <a:cxnSpLocks/>
          </p:cNvCxnSpPr>
          <p:nvPr/>
        </p:nvCxnSpPr>
        <p:spPr>
          <a:xfrm>
            <a:off x="2332470" y="3159449"/>
            <a:ext cx="1428818" cy="7833"/>
          </a:xfrm>
          <a:prstGeom prst="line">
            <a:avLst/>
          </a:prstGeom>
          <a:ln w="38100">
            <a:solidFill>
              <a:srgbClr val="934B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接點 110">
            <a:extLst>
              <a:ext uri="{FF2B5EF4-FFF2-40B4-BE49-F238E27FC236}">
                <a16:creationId xmlns:a16="http://schemas.microsoft.com/office/drawing/2014/main" id="{E12965F8-2212-4E8C-A3CF-40C2244AB488}"/>
              </a:ext>
            </a:extLst>
          </p:cNvPr>
          <p:cNvCxnSpPr>
            <a:cxnSpLocks/>
          </p:cNvCxnSpPr>
          <p:nvPr/>
        </p:nvCxnSpPr>
        <p:spPr>
          <a:xfrm>
            <a:off x="2277877" y="3221282"/>
            <a:ext cx="0" cy="2206412"/>
          </a:xfrm>
          <a:prstGeom prst="line">
            <a:avLst/>
          </a:prstGeom>
          <a:ln w="38100">
            <a:solidFill>
              <a:srgbClr val="934B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接點 111">
            <a:extLst>
              <a:ext uri="{FF2B5EF4-FFF2-40B4-BE49-F238E27FC236}">
                <a16:creationId xmlns:a16="http://schemas.microsoft.com/office/drawing/2014/main" id="{A64332A0-66CA-4039-94C8-F516C12F6DBF}"/>
              </a:ext>
            </a:extLst>
          </p:cNvPr>
          <p:cNvCxnSpPr>
            <a:cxnSpLocks/>
          </p:cNvCxnSpPr>
          <p:nvPr/>
        </p:nvCxnSpPr>
        <p:spPr>
          <a:xfrm>
            <a:off x="1558671" y="4647286"/>
            <a:ext cx="714409" cy="0"/>
          </a:xfrm>
          <a:prstGeom prst="line">
            <a:avLst/>
          </a:prstGeom>
          <a:ln w="38100">
            <a:solidFill>
              <a:srgbClr val="934B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D2DE1538-B766-41FF-8DC7-81ADA46DC789}"/>
                  </a:ext>
                </a:extLst>
              </p:cNvPr>
              <p:cNvSpPr txBox="1"/>
              <p:nvPr/>
            </p:nvSpPr>
            <p:spPr>
              <a:xfrm>
                <a:off x="6285295" y="110830"/>
                <a:ext cx="5724832" cy="63371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 LEVEL (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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</a:p>
              <a:p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each point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…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 := OT.I(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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j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 m 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do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SET(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00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𝑦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𝑖</m:t>
                        </m:r>
                      </m:sub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:= max(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x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(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max</a:t>
                </a:r>
                <a:r>
                  <a:rPr lang="en-US" altLang="zh-TW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index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 := MAX(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if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is a positive point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then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begin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INS(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max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+1,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00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𝑦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𝑖</m:t>
                        </m:r>
                      </m:sub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j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:=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index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PTR(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j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	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:= tail(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if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x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&lt;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then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IN.I(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 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else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SET(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else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begin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{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is a negative point}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j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:=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index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PTR(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j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:= tail(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INS(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max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+1,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00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𝑦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𝑖</m:t>
                        </m:r>
                      </m:sub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SET(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        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end</a:t>
                </a: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D2DE1538-B766-41FF-8DC7-81ADA46DC7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5295" y="110830"/>
                <a:ext cx="5724832" cy="6337184"/>
              </a:xfrm>
              <a:prstGeom prst="rect">
                <a:avLst/>
              </a:prstGeom>
              <a:blipFill>
                <a:blip r:embed="rId3"/>
                <a:stretch>
                  <a:fillRect l="-1065" t="-577" r="-1171" b="-76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607875CE-748F-4B39-B239-592C75E8C765}"/>
              </a:ext>
            </a:extLst>
          </p:cNvPr>
          <p:cNvSpPr/>
          <p:nvPr/>
        </p:nvSpPr>
        <p:spPr>
          <a:xfrm>
            <a:off x="7206143" y="813732"/>
            <a:ext cx="2843868" cy="6627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BBF5E43E-EBE8-43D3-A117-5AC761987A31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2141989" y="1145097"/>
            <a:ext cx="5064154" cy="396531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橢圓 115">
            <a:extLst>
              <a:ext uri="{FF2B5EF4-FFF2-40B4-BE49-F238E27FC236}">
                <a16:creationId xmlns:a16="http://schemas.microsoft.com/office/drawing/2014/main" id="{B2D75809-7776-483A-9968-A248282222D5}"/>
              </a:ext>
            </a:extLst>
          </p:cNvPr>
          <p:cNvSpPr/>
          <p:nvPr/>
        </p:nvSpPr>
        <p:spPr>
          <a:xfrm>
            <a:off x="4015304" y="2512015"/>
            <a:ext cx="108000" cy="108000"/>
          </a:xfrm>
          <a:prstGeom prst="ellipse">
            <a:avLst/>
          </a:prstGeom>
          <a:solidFill>
            <a:srgbClr val="00FFFF"/>
          </a:solidFill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334737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486405-10E9-4237-AE0C-C31198684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MIS-2 — Level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8" name="群組 57">
            <a:extLst>
              <a:ext uri="{FF2B5EF4-FFF2-40B4-BE49-F238E27FC236}">
                <a16:creationId xmlns:a16="http://schemas.microsoft.com/office/drawing/2014/main" id="{E07343FD-E53C-42D3-814A-289CBE457339}"/>
              </a:ext>
            </a:extLst>
          </p:cNvPr>
          <p:cNvGrpSpPr/>
          <p:nvPr/>
        </p:nvGrpSpPr>
        <p:grpSpPr>
          <a:xfrm>
            <a:off x="463100" y="1539551"/>
            <a:ext cx="5544000" cy="4114801"/>
            <a:chOff x="6010892" y="1539551"/>
            <a:chExt cx="5544000" cy="4114801"/>
          </a:xfrm>
        </p:grpSpPr>
        <p:cxnSp>
          <p:nvCxnSpPr>
            <p:cNvPr id="62" name="直線單箭頭接點 61">
              <a:extLst>
                <a:ext uri="{FF2B5EF4-FFF2-40B4-BE49-F238E27FC236}">
                  <a16:creationId xmlns:a16="http://schemas.microsoft.com/office/drawing/2014/main" id="{91973A6C-D286-44CF-9F05-124500DCA3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06463" y="1539551"/>
              <a:ext cx="0" cy="411480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線單箭頭接點 62">
              <a:extLst>
                <a:ext uri="{FF2B5EF4-FFF2-40B4-BE49-F238E27FC236}">
                  <a16:creationId xmlns:a16="http://schemas.microsoft.com/office/drawing/2014/main" id="{E6FA6B02-5063-4525-B0DE-FBA78B2222BF}"/>
                </a:ext>
              </a:extLst>
            </p:cNvPr>
            <p:cNvCxnSpPr>
              <a:cxnSpLocks/>
            </p:cNvCxnSpPr>
            <p:nvPr/>
          </p:nvCxnSpPr>
          <p:spPr>
            <a:xfrm>
              <a:off x="6822790" y="5390359"/>
              <a:ext cx="406603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線接點 63">
              <a:extLst>
                <a:ext uri="{FF2B5EF4-FFF2-40B4-BE49-F238E27FC236}">
                  <a16:creationId xmlns:a16="http://schemas.microsoft.com/office/drawing/2014/main" id="{AA2ECF14-A519-44F4-BD52-2E726F5254A9}"/>
                </a:ext>
              </a:extLst>
            </p:cNvPr>
            <p:cNvCxnSpPr/>
            <p:nvPr/>
          </p:nvCxnSpPr>
          <p:spPr>
            <a:xfrm>
              <a:off x="7106463" y="5271796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線接點 64">
              <a:extLst>
                <a:ext uri="{FF2B5EF4-FFF2-40B4-BE49-F238E27FC236}">
                  <a16:creationId xmlns:a16="http://schemas.microsoft.com/office/drawing/2014/main" id="{86E791CE-15CA-47F2-B481-65236007A0F9}"/>
                </a:ext>
              </a:extLst>
            </p:cNvPr>
            <p:cNvCxnSpPr/>
            <p:nvPr/>
          </p:nvCxnSpPr>
          <p:spPr>
            <a:xfrm>
              <a:off x="9754023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線接點 65">
              <a:extLst>
                <a:ext uri="{FF2B5EF4-FFF2-40B4-BE49-F238E27FC236}">
                  <a16:creationId xmlns:a16="http://schemas.microsoft.com/office/drawing/2014/main" id="{8E0DA846-9A92-4263-A973-C04A75991A96}"/>
                </a:ext>
              </a:extLst>
            </p:cNvPr>
            <p:cNvCxnSpPr/>
            <p:nvPr/>
          </p:nvCxnSpPr>
          <p:spPr>
            <a:xfrm>
              <a:off x="9312763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線接點 66">
              <a:extLst>
                <a:ext uri="{FF2B5EF4-FFF2-40B4-BE49-F238E27FC236}">
                  <a16:creationId xmlns:a16="http://schemas.microsoft.com/office/drawing/2014/main" id="{E948B7C5-8CBE-492B-AB75-972C6D2F3C10}"/>
                </a:ext>
              </a:extLst>
            </p:cNvPr>
            <p:cNvCxnSpPr/>
            <p:nvPr/>
          </p:nvCxnSpPr>
          <p:spPr>
            <a:xfrm>
              <a:off x="8871503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線接點 67">
              <a:extLst>
                <a:ext uri="{FF2B5EF4-FFF2-40B4-BE49-F238E27FC236}">
                  <a16:creationId xmlns:a16="http://schemas.microsoft.com/office/drawing/2014/main" id="{AF759AB4-0B2C-4629-95F2-FA72784F4BDF}"/>
                </a:ext>
              </a:extLst>
            </p:cNvPr>
            <p:cNvCxnSpPr>
              <a:cxnSpLocks/>
            </p:cNvCxnSpPr>
            <p:nvPr/>
          </p:nvCxnSpPr>
          <p:spPr>
            <a:xfrm>
              <a:off x="8430243" y="527179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線接點 68">
              <a:extLst>
                <a:ext uri="{FF2B5EF4-FFF2-40B4-BE49-F238E27FC236}">
                  <a16:creationId xmlns:a16="http://schemas.microsoft.com/office/drawing/2014/main" id="{C3CDA6B6-7869-4EF8-B691-3FFAE08D1E29}"/>
                </a:ext>
              </a:extLst>
            </p:cNvPr>
            <p:cNvCxnSpPr>
              <a:cxnSpLocks/>
            </p:cNvCxnSpPr>
            <p:nvPr/>
          </p:nvCxnSpPr>
          <p:spPr>
            <a:xfrm>
              <a:off x="7988983" y="527179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線接點 69">
              <a:extLst>
                <a:ext uri="{FF2B5EF4-FFF2-40B4-BE49-F238E27FC236}">
                  <a16:creationId xmlns:a16="http://schemas.microsoft.com/office/drawing/2014/main" id="{A0308108-2538-46A1-8AE7-95DA8B1E1FA7}"/>
                </a:ext>
              </a:extLst>
            </p:cNvPr>
            <p:cNvCxnSpPr>
              <a:cxnSpLocks/>
            </p:cNvCxnSpPr>
            <p:nvPr/>
          </p:nvCxnSpPr>
          <p:spPr>
            <a:xfrm>
              <a:off x="7547723" y="527179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線接點 70">
              <a:extLst>
                <a:ext uri="{FF2B5EF4-FFF2-40B4-BE49-F238E27FC236}">
                  <a16:creationId xmlns:a16="http://schemas.microsoft.com/office/drawing/2014/main" id="{D24F3B33-50A8-49A2-913A-6069B79F558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5271607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線接點 71">
              <a:extLst>
                <a:ext uri="{FF2B5EF4-FFF2-40B4-BE49-F238E27FC236}">
                  <a16:creationId xmlns:a16="http://schemas.microsoft.com/office/drawing/2014/main" id="{2C2432AD-3315-4A6A-A453-10239319C47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4827911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線接點 72">
              <a:extLst>
                <a:ext uri="{FF2B5EF4-FFF2-40B4-BE49-F238E27FC236}">
                  <a16:creationId xmlns:a16="http://schemas.microsoft.com/office/drawing/2014/main" id="{A21DB719-6D95-46B1-B07D-88F33175B8A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438421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線接點 73">
              <a:extLst>
                <a:ext uri="{FF2B5EF4-FFF2-40B4-BE49-F238E27FC236}">
                  <a16:creationId xmlns:a16="http://schemas.microsoft.com/office/drawing/2014/main" id="{F316DE3A-E04C-45BD-814E-7410502FE88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3940521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線接點 74">
              <a:extLst>
                <a:ext uri="{FF2B5EF4-FFF2-40B4-BE49-F238E27FC236}">
                  <a16:creationId xmlns:a16="http://schemas.microsoft.com/office/drawing/2014/main" id="{D8D50D2E-3789-4444-A535-2FDEDCDB008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349682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線接點 75">
              <a:extLst>
                <a:ext uri="{FF2B5EF4-FFF2-40B4-BE49-F238E27FC236}">
                  <a16:creationId xmlns:a16="http://schemas.microsoft.com/office/drawing/2014/main" id="{DFAFECE7-BD9B-459F-9934-5D16BB84354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3053131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線接點 76">
              <a:extLst>
                <a:ext uri="{FF2B5EF4-FFF2-40B4-BE49-F238E27FC236}">
                  <a16:creationId xmlns:a16="http://schemas.microsoft.com/office/drawing/2014/main" id="{792059F4-F49B-4B92-98D8-90ED00DB2BB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260943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橢圓 89">
              <a:extLst>
                <a:ext uri="{FF2B5EF4-FFF2-40B4-BE49-F238E27FC236}">
                  <a16:creationId xmlns:a16="http://schemas.microsoft.com/office/drawing/2014/main" id="{937111D7-CFEA-4F26-A419-9409CC86A804}"/>
                </a:ext>
              </a:extLst>
            </p:cNvPr>
            <p:cNvSpPr/>
            <p:nvPr/>
          </p:nvSpPr>
          <p:spPr>
            <a:xfrm>
              <a:off x="7513605" y="3980778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88" name="橢圓 87">
              <a:extLst>
                <a:ext uri="{FF2B5EF4-FFF2-40B4-BE49-F238E27FC236}">
                  <a16:creationId xmlns:a16="http://schemas.microsoft.com/office/drawing/2014/main" id="{295D0B87-1759-4AB1-B98C-3B7C3359F8D1}"/>
                </a:ext>
              </a:extLst>
            </p:cNvPr>
            <p:cNvSpPr/>
            <p:nvPr/>
          </p:nvSpPr>
          <p:spPr>
            <a:xfrm>
              <a:off x="7771669" y="3113282"/>
              <a:ext cx="108000" cy="108000"/>
            </a:xfrm>
            <a:prstGeom prst="ellipse">
              <a:avLst/>
            </a:prstGeom>
            <a:solidFill>
              <a:srgbClr val="934BC9"/>
            </a:solidFill>
            <a:ln>
              <a:solidFill>
                <a:srgbClr val="934BC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6" name="橢圓 85">
              <a:extLst>
                <a:ext uri="{FF2B5EF4-FFF2-40B4-BE49-F238E27FC236}">
                  <a16:creationId xmlns:a16="http://schemas.microsoft.com/office/drawing/2014/main" id="{0E52E99F-08E1-4650-A537-D76AEE91C916}"/>
                </a:ext>
              </a:extLst>
            </p:cNvPr>
            <p:cNvSpPr/>
            <p:nvPr/>
          </p:nvSpPr>
          <p:spPr>
            <a:xfrm>
              <a:off x="8050726" y="2915471"/>
              <a:ext cx="108000" cy="10800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1" name="直線接點 80">
              <a:extLst>
                <a:ext uri="{FF2B5EF4-FFF2-40B4-BE49-F238E27FC236}">
                  <a16:creationId xmlns:a16="http://schemas.microsoft.com/office/drawing/2014/main" id="{7EDF7CFC-EBE7-4056-9437-8619AEA64B96}"/>
                </a:ext>
              </a:extLst>
            </p:cNvPr>
            <p:cNvCxnSpPr/>
            <p:nvPr/>
          </p:nvCxnSpPr>
          <p:spPr>
            <a:xfrm>
              <a:off x="10195283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線接點 81">
              <a:extLst>
                <a:ext uri="{FF2B5EF4-FFF2-40B4-BE49-F238E27FC236}">
                  <a16:creationId xmlns:a16="http://schemas.microsoft.com/office/drawing/2014/main" id="{A6AF9EDF-F8AF-4730-96E2-C96BC01C958F}"/>
                </a:ext>
              </a:extLst>
            </p:cNvPr>
            <p:cNvCxnSpPr/>
            <p:nvPr/>
          </p:nvCxnSpPr>
          <p:spPr>
            <a:xfrm>
              <a:off x="10636544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線接點 82">
              <a:extLst>
                <a:ext uri="{FF2B5EF4-FFF2-40B4-BE49-F238E27FC236}">
                  <a16:creationId xmlns:a16="http://schemas.microsoft.com/office/drawing/2014/main" id="{8951CCE2-AB95-469B-BF08-FE1B4C9CBC4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2165741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線接點 83">
              <a:extLst>
                <a:ext uri="{FF2B5EF4-FFF2-40B4-BE49-F238E27FC236}">
                  <a16:creationId xmlns:a16="http://schemas.microsoft.com/office/drawing/2014/main" id="{A5E07C67-0B84-4ADE-9AA2-392F25EC84E9}"/>
                </a:ext>
              </a:extLst>
            </p:cNvPr>
            <p:cNvCxnSpPr>
              <a:cxnSpLocks/>
            </p:cNvCxnSpPr>
            <p:nvPr/>
          </p:nvCxnSpPr>
          <p:spPr>
            <a:xfrm>
              <a:off x="6975647" y="1852862"/>
              <a:ext cx="26163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線單箭頭接點 84">
              <a:extLst>
                <a:ext uri="{FF2B5EF4-FFF2-40B4-BE49-F238E27FC236}">
                  <a16:creationId xmlns:a16="http://schemas.microsoft.com/office/drawing/2014/main" id="{E6B3BC9E-D693-4ECE-87D3-B4DFFA6E283B}"/>
                </a:ext>
              </a:extLst>
            </p:cNvPr>
            <p:cNvCxnSpPr>
              <a:cxnSpLocks/>
            </p:cNvCxnSpPr>
            <p:nvPr/>
          </p:nvCxnSpPr>
          <p:spPr>
            <a:xfrm rot="-2700000">
              <a:off x="6010892" y="3694248"/>
              <a:ext cx="5544000" cy="2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橢圓 99">
            <a:extLst>
              <a:ext uri="{FF2B5EF4-FFF2-40B4-BE49-F238E27FC236}">
                <a16:creationId xmlns:a16="http://schemas.microsoft.com/office/drawing/2014/main" id="{63F22B0F-2E13-42FD-89D9-72358402ACB7}"/>
              </a:ext>
            </a:extLst>
          </p:cNvPr>
          <p:cNvSpPr/>
          <p:nvPr/>
        </p:nvSpPr>
        <p:spPr>
          <a:xfrm>
            <a:off x="4906897" y="2686251"/>
            <a:ext cx="108000" cy="108000"/>
          </a:xfrm>
          <a:prstGeom prst="ellipse">
            <a:avLst/>
          </a:prstGeom>
          <a:solidFill>
            <a:srgbClr val="44FD19"/>
          </a:solidFill>
          <a:ln>
            <a:solidFill>
              <a:srgbClr val="44FD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150AB9F9-7FF4-4B5C-A436-F1A2CFC7D899}"/>
              </a:ext>
            </a:extLst>
          </p:cNvPr>
          <p:cNvSpPr txBox="1"/>
          <p:nvPr/>
        </p:nvSpPr>
        <p:spPr>
          <a:xfrm>
            <a:off x="1838534" y="3563644"/>
            <a:ext cx="483274" cy="4616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0" name="直線接點 109">
            <a:extLst>
              <a:ext uri="{FF2B5EF4-FFF2-40B4-BE49-F238E27FC236}">
                <a16:creationId xmlns:a16="http://schemas.microsoft.com/office/drawing/2014/main" id="{5113EC05-BA88-4F91-B09F-5A7480D4E4E6}"/>
              </a:ext>
            </a:extLst>
          </p:cNvPr>
          <p:cNvCxnSpPr>
            <a:cxnSpLocks/>
          </p:cNvCxnSpPr>
          <p:nvPr/>
        </p:nvCxnSpPr>
        <p:spPr>
          <a:xfrm>
            <a:off x="2332470" y="3159449"/>
            <a:ext cx="1428818" cy="7833"/>
          </a:xfrm>
          <a:prstGeom prst="line">
            <a:avLst/>
          </a:prstGeom>
          <a:ln w="38100">
            <a:solidFill>
              <a:srgbClr val="934B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接點 110">
            <a:extLst>
              <a:ext uri="{FF2B5EF4-FFF2-40B4-BE49-F238E27FC236}">
                <a16:creationId xmlns:a16="http://schemas.microsoft.com/office/drawing/2014/main" id="{E12965F8-2212-4E8C-A3CF-40C2244AB488}"/>
              </a:ext>
            </a:extLst>
          </p:cNvPr>
          <p:cNvCxnSpPr>
            <a:cxnSpLocks/>
          </p:cNvCxnSpPr>
          <p:nvPr/>
        </p:nvCxnSpPr>
        <p:spPr>
          <a:xfrm>
            <a:off x="2277877" y="3221282"/>
            <a:ext cx="0" cy="2206412"/>
          </a:xfrm>
          <a:prstGeom prst="line">
            <a:avLst/>
          </a:prstGeom>
          <a:ln w="38100">
            <a:solidFill>
              <a:srgbClr val="934B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接點 111">
            <a:extLst>
              <a:ext uri="{FF2B5EF4-FFF2-40B4-BE49-F238E27FC236}">
                <a16:creationId xmlns:a16="http://schemas.microsoft.com/office/drawing/2014/main" id="{A64332A0-66CA-4039-94C8-F516C12F6DBF}"/>
              </a:ext>
            </a:extLst>
          </p:cNvPr>
          <p:cNvCxnSpPr>
            <a:cxnSpLocks/>
          </p:cNvCxnSpPr>
          <p:nvPr/>
        </p:nvCxnSpPr>
        <p:spPr>
          <a:xfrm>
            <a:off x="1558671" y="4647286"/>
            <a:ext cx="714409" cy="0"/>
          </a:xfrm>
          <a:prstGeom prst="line">
            <a:avLst/>
          </a:prstGeom>
          <a:ln w="38100">
            <a:solidFill>
              <a:srgbClr val="934B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D2DE1538-B766-41FF-8DC7-81ADA46DC789}"/>
                  </a:ext>
                </a:extLst>
              </p:cNvPr>
              <p:cNvSpPr txBox="1"/>
              <p:nvPr/>
            </p:nvSpPr>
            <p:spPr>
              <a:xfrm>
                <a:off x="6285295" y="110830"/>
                <a:ext cx="5724832" cy="63371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 LEVEL (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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</a:p>
              <a:p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each point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…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 := OT.I(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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j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 m 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do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SET(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00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𝑦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𝑖</m:t>
                        </m:r>
                      </m:sub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:= max(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x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(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max</a:t>
                </a:r>
                <a:r>
                  <a:rPr lang="en-US" altLang="zh-TW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index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 := MAX(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if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is a positive point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then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begin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INS(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max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+1,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00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𝑦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𝑖</m:t>
                        </m:r>
                      </m:sub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j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:=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index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PTR(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j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	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:= tail(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if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x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&lt;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then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IN.I(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 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else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SET(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else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begin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{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is a negative point}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j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:=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index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PTR(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j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:= tail(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INS(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max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+1,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00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𝑦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𝑖</m:t>
                        </m:r>
                      </m:sub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SET(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        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end</a:t>
                </a: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D2DE1538-B766-41FF-8DC7-81ADA46DC7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5295" y="110830"/>
                <a:ext cx="5724832" cy="6337184"/>
              </a:xfrm>
              <a:prstGeom prst="rect">
                <a:avLst/>
              </a:prstGeom>
              <a:blipFill>
                <a:blip r:embed="rId3"/>
                <a:stretch>
                  <a:fillRect l="-1065" t="-577" r="-1171" b="-76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607875CE-748F-4B39-B239-592C75E8C765}"/>
              </a:ext>
            </a:extLst>
          </p:cNvPr>
          <p:cNvSpPr/>
          <p:nvPr/>
        </p:nvSpPr>
        <p:spPr>
          <a:xfrm>
            <a:off x="7220693" y="1778193"/>
            <a:ext cx="2843868" cy="3190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BBF5E43E-EBE8-43D3-A117-5AC761987A31}"/>
              </a:ext>
            </a:extLst>
          </p:cNvPr>
          <p:cNvCxnSpPr>
            <a:cxnSpLocks/>
            <a:stCxn id="6" idx="1"/>
            <a:endCxn id="56" idx="2"/>
          </p:cNvCxnSpPr>
          <p:nvPr/>
        </p:nvCxnSpPr>
        <p:spPr>
          <a:xfrm flipH="1">
            <a:off x="2080171" y="1937721"/>
            <a:ext cx="5140522" cy="208758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橢圓 40">
            <a:extLst>
              <a:ext uri="{FF2B5EF4-FFF2-40B4-BE49-F238E27FC236}">
                <a16:creationId xmlns:a16="http://schemas.microsoft.com/office/drawing/2014/main" id="{EA67FF47-B9BA-4871-9F19-ED3556AE8A30}"/>
              </a:ext>
            </a:extLst>
          </p:cNvPr>
          <p:cNvSpPr/>
          <p:nvPr/>
        </p:nvSpPr>
        <p:spPr>
          <a:xfrm>
            <a:off x="4015304" y="2512015"/>
            <a:ext cx="108000" cy="108000"/>
          </a:xfrm>
          <a:prstGeom prst="ellipse">
            <a:avLst/>
          </a:prstGeom>
          <a:solidFill>
            <a:srgbClr val="00FFFF"/>
          </a:solidFill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6446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486405-10E9-4237-AE0C-C31198684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MIS-2 — Level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7" name="群組 56">
            <a:extLst>
              <a:ext uri="{FF2B5EF4-FFF2-40B4-BE49-F238E27FC236}">
                <a16:creationId xmlns:a16="http://schemas.microsoft.com/office/drawing/2014/main" id="{9B0762A1-4F30-4AB2-BE31-2A93E581E587}"/>
              </a:ext>
            </a:extLst>
          </p:cNvPr>
          <p:cNvGrpSpPr/>
          <p:nvPr/>
        </p:nvGrpSpPr>
        <p:grpSpPr>
          <a:xfrm>
            <a:off x="463100" y="1539551"/>
            <a:ext cx="5544000" cy="4114801"/>
            <a:chOff x="6010892" y="1539551"/>
            <a:chExt cx="5544000" cy="4114801"/>
          </a:xfrm>
        </p:grpSpPr>
        <p:grpSp>
          <p:nvGrpSpPr>
            <p:cNvPr id="58" name="群組 57">
              <a:extLst>
                <a:ext uri="{FF2B5EF4-FFF2-40B4-BE49-F238E27FC236}">
                  <a16:creationId xmlns:a16="http://schemas.microsoft.com/office/drawing/2014/main" id="{E07343FD-E53C-42D3-814A-289CBE457339}"/>
                </a:ext>
              </a:extLst>
            </p:cNvPr>
            <p:cNvGrpSpPr/>
            <p:nvPr/>
          </p:nvGrpSpPr>
          <p:grpSpPr>
            <a:xfrm>
              <a:off x="6010892" y="1539551"/>
              <a:ext cx="5544000" cy="4114801"/>
              <a:chOff x="6010892" y="1539551"/>
              <a:chExt cx="5544000" cy="4114801"/>
            </a:xfrm>
          </p:grpSpPr>
          <p:cxnSp>
            <p:nvCxnSpPr>
              <p:cNvPr id="62" name="直線單箭頭接點 61">
                <a:extLst>
                  <a:ext uri="{FF2B5EF4-FFF2-40B4-BE49-F238E27FC236}">
                    <a16:creationId xmlns:a16="http://schemas.microsoft.com/office/drawing/2014/main" id="{91973A6C-D286-44CF-9F05-124500DCA3A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106463" y="1539551"/>
                <a:ext cx="0" cy="4114801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線單箭頭接點 62">
                <a:extLst>
                  <a:ext uri="{FF2B5EF4-FFF2-40B4-BE49-F238E27FC236}">
                    <a16:creationId xmlns:a16="http://schemas.microsoft.com/office/drawing/2014/main" id="{E6FA6B02-5063-4525-B0DE-FBA78B2222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22790" y="5390359"/>
                <a:ext cx="4066034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線接點 63">
                <a:extLst>
                  <a:ext uri="{FF2B5EF4-FFF2-40B4-BE49-F238E27FC236}">
                    <a16:creationId xmlns:a16="http://schemas.microsoft.com/office/drawing/2014/main" id="{AA2ECF14-A519-44F4-BD52-2E726F5254A9}"/>
                  </a:ext>
                </a:extLst>
              </p:cNvPr>
              <p:cNvCxnSpPr/>
              <p:nvPr/>
            </p:nvCxnSpPr>
            <p:spPr>
              <a:xfrm>
                <a:off x="7106463" y="5271796"/>
                <a:ext cx="0" cy="26125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線接點 64">
                <a:extLst>
                  <a:ext uri="{FF2B5EF4-FFF2-40B4-BE49-F238E27FC236}">
                    <a16:creationId xmlns:a16="http://schemas.microsoft.com/office/drawing/2014/main" id="{86E791CE-15CA-47F2-B481-65236007A0F9}"/>
                  </a:ext>
                </a:extLst>
              </p:cNvPr>
              <p:cNvCxnSpPr/>
              <p:nvPr/>
            </p:nvCxnSpPr>
            <p:spPr>
              <a:xfrm>
                <a:off x="9754023" y="5272171"/>
                <a:ext cx="0" cy="26125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線接點 65">
                <a:extLst>
                  <a:ext uri="{FF2B5EF4-FFF2-40B4-BE49-F238E27FC236}">
                    <a16:creationId xmlns:a16="http://schemas.microsoft.com/office/drawing/2014/main" id="{8E0DA846-9A92-4263-A973-C04A75991A96}"/>
                  </a:ext>
                </a:extLst>
              </p:cNvPr>
              <p:cNvCxnSpPr/>
              <p:nvPr/>
            </p:nvCxnSpPr>
            <p:spPr>
              <a:xfrm>
                <a:off x="9312763" y="5272171"/>
                <a:ext cx="0" cy="26125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線接點 66">
                <a:extLst>
                  <a:ext uri="{FF2B5EF4-FFF2-40B4-BE49-F238E27FC236}">
                    <a16:creationId xmlns:a16="http://schemas.microsoft.com/office/drawing/2014/main" id="{E948B7C5-8CBE-492B-AB75-972C6D2F3C10}"/>
                  </a:ext>
                </a:extLst>
              </p:cNvPr>
              <p:cNvCxnSpPr/>
              <p:nvPr/>
            </p:nvCxnSpPr>
            <p:spPr>
              <a:xfrm>
                <a:off x="8871503" y="5272171"/>
                <a:ext cx="0" cy="26125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線接點 67">
                <a:extLst>
                  <a:ext uri="{FF2B5EF4-FFF2-40B4-BE49-F238E27FC236}">
                    <a16:creationId xmlns:a16="http://schemas.microsoft.com/office/drawing/2014/main" id="{AF759AB4-0B2C-4629-95F2-FA72784F4B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30243" y="5271796"/>
                <a:ext cx="0" cy="26163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線接點 68">
                <a:extLst>
                  <a:ext uri="{FF2B5EF4-FFF2-40B4-BE49-F238E27FC236}">
                    <a16:creationId xmlns:a16="http://schemas.microsoft.com/office/drawing/2014/main" id="{C3CDA6B6-7869-4EF8-B691-3FFAE08D1E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88983" y="5271796"/>
                <a:ext cx="0" cy="26163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線接點 69">
                <a:extLst>
                  <a:ext uri="{FF2B5EF4-FFF2-40B4-BE49-F238E27FC236}">
                    <a16:creationId xmlns:a16="http://schemas.microsoft.com/office/drawing/2014/main" id="{A0308108-2538-46A1-8AE7-95DA8B1E1F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47723" y="5271796"/>
                <a:ext cx="0" cy="26163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線接點 70">
                <a:extLst>
                  <a:ext uri="{FF2B5EF4-FFF2-40B4-BE49-F238E27FC236}">
                    <a16:creationId xmlns:a16="http://schemas.microsoft.com/office/drawing/2014/main" id="{D24F3B33-50A8-49A2-913A-6069B79F558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7106463" y="5271607"/>
                <a:ext cx="0" cy="26163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線接點 71">
                <a:extLst>
                  <a:ext uri="{FF2B5EF4-FFF2-40B4-BE49-F238E27FC236}">
                    <a16:creationId xmlns:a16="http://schemas.microsoft.com/office/drawing/2014/main" id="{2C2432AD-3315-4A6A-A453-10239319C47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7106463" y="4827911"/>
                <a:ext cx="0" cy="26163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線接點 72">
                <a:extLst>
                  <a:ext uri="{FF2B5EF4-FFF2-40B4-BE49-F238E27FC236}">
                    <a16:creationId xmlns:a16="http://schemas.microsoft.com/office/drawing/2014/main" id="{A21DB719-6D95-46B1-B07D-88F33175B8A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7106463" y="4384216"/>
                <a:ext cx="0" cy="26163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線接點 73">
                <a:extLst>
                  <a:ext uri="{FF2B5EF4-FFF2-40B4-BE49-F238E27FC236}">
                    <a16:creationId xmlns:a16="http://schemas.microsoft.com/office/drawing/2014/main" id="{F316DE3A-E04C-45BD-814E-7410502FE88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7106463" y="3940521"/>
                <a:ext cx="0" cy="26163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線接點 74">
                <a:extLst>
                  <a:ext uri="{FF2B5EF4-FFF2-40B4-BE49-F238E27FC236}">
                    <a16:creationId xmlns:a16="http://schemas.microsoft.com/office/drawing/2014/main" id="{D8D50D2E-3789-4444-A535-2FDEDCDB008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7106463" y="3496826"/>
                <a:ext cx="0" cy="26163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線接點 75">
                <a:extLst>
                  <a:ext uri="{FF2B5EF4-FFF2-40B4-BE49-F238E27FC236}">
                    <a16:creationId xmlns:a16="http://schemas.microsoft.com/office/drawing/2014/main" id="{DFAFECE7-BD9B-459F-9934-5D16BB84354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7106463" y="3053131"/>
                <a:ext cx="0" cy="26163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線接點 76">
                <a:extLst>
                  <a:ext uri="{FF2B5EF4-FFF2-40B4-BE49-F238E27FC236}">
                    <a16:creationId xmlns:a16="http://schemas.microsoft.com/office/drawing/2014/main" id="{792059F4-F49B-4B92-98D8-90ED00DB2BB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7106463" y="2609436"/>
                <a:ext cx="0" cy="26163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橢圓 89">
                <a:extLst>
                  <a:ext uri="{FF2B5EF4-FFF2-40B4-BE49-F238E27FC236}">
                    <a16:creationId xmlns:a16="http://schemas.microsoft.com/office/drawing/2014/main" id="{937111D7-CFEA-4F26-A419-9409CC86A804}"/>
                  </a:ext>
                </a:extLst>
              </p:cNvPr>
              <p:cNvSpPr/>
              <p:nvPr/>
            </p:nvSpPr>
            <p:spPr>
              <a:xfrm>
                <a:off x="7513605" y="3980778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88" name="橢圓 87">
                <a:extLst>
                  <a:ext uri="{FF2B5EF4-FFF2-40B4-BE49-F238E27FC236}">
                    <a16:creationId xmlns:a16="http://schemas.microsoft.com/office/drawing/2014/main" id="{295D0B87-1759-4AB1-B98C-3B7C3359F8D1}"/>
                  </a:ext>
                </a:extLst>
              </p:cNvPr>
              <p:cNvSpPr/>
              <p:nvPr/>
            </p:nvSpPr>
            <p:spPr>
              <a:xfrm>
                <a:off x="7771669" y="3113282"/>
                <a:ext cx="108000" cy="108000"/>
              </a:xfrm>
              <a:prstGeom prst="ellipse">
                <a:avLst/>
              </a:prstGeom>
              <a:solidFill>
                <a:srgbClr val="934BC9"/>
              </a:solidFill>
              <a:ln>
                <a:solidFill>
                  <a:srgbClr val="934BC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6" name="橢圓 85">
                <a:extLst>
                  <a:ext uri="{FF2B5EF4-FFF2-40B4-BE49-F238E27FC236}">
                    <a16:creationId xmlns:a16="http://schemas.microsoft.com/office/drawing/2014/main" id="{0E52E99F-08E1-4650-A537-D76AEE91C916}"/>
                  </a:ext>
                </a:extLst>
              </p:cNvPr>
              <p:cNvSpPr/>
              <p:nvPr/>
            </p:nvSpPr>
            <p:spPr>
              <a:xfrm>
                <a:off x="8050726" y="2915471"/>
                <a:ext cx="108000" cy="1080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81" name="直線接點 80">
                <a:extLst>
                  <a:ext uri="{FF2B5EF4-FFF2-40B4-BE49-F238E27FC236}">
                    <a16:creationId xmlns:a16="http://schemas.microsoft.com/office/drawing/2014/main" id="{7EDF7CFC-EBE7-4056-9437-8619AEA64B96}"/>
                  </a:ext>
                </a:extLst>
              </p:cNvPr>
              <p:cNvCxnSpPr/>
              <p:nvPr/>
            </p:nvCxnSpPr>
            <p:spPr>
              <a:xfrm>
                <a:off x="10195283" y="5272171"/>
                <a:ext cx="0" cy="26125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線接點 81">
                <a:extLst>
                  <a:ext uri="{FF2B5EF4-FFF2-40B4-BE49-F238E27FC236}">
                    <a16:creationId xmlns:a16="http://schemas.microsoft.com/office/drawing/2014/main" id="{A6AF9EDF-F8AF-4730-96E2-C96BC01C958F}"/>
                  </a:ext>
                </a:extLst>
              </p:cNvPr>
              <p:cNvCxnSpPr/>
              <p:nvPr/>
            </p:nvCxnSpPr>
            <p:spPr>
              <a:xfrm>
                <a:off x="10636544" y="5272171"/>
                <a:ext cx="0" cy="26125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線接點 82">
                <a:extLst>
                  <a:ext uri="{FF2B5EF4-FFF2-40B4-BE49-F238E27FC236}">
                    <a16:creationId xmlns:a16="http://schemas.microsoft.com/office/drawing/2014/main" id="{8951CCE2-AB95-469B-BF08-FE1B4C9CBC4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7106463" y="2165741"/>
                <a:ext cx="0" cy="26163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線接點 83">
                <a:extLst>
                  <a:ext uri="{FF2B5EF4-FFF2-40B4-BE49-F238E27FC236}">
                    <a16:creationId xmlns:a16="http://schemas.microsoft.com/office/drawing/2014/main" id="{A5E07C67-0B84-4ADE-9AA2-392F25EC84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75647" y="1852862"/>
                <a:ext cx="26163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線單箭頭接點 84">
                <a:extLst>
                  <a:ext uri="{FF2B5EF4-FFF2-40B4-BE49-F238E27FC236}">
                    <a16:creationId xmlns:a16="http://schemas.microsoft.com/office/drawing/2014/main" id="{E6B3BC9E-D693-4ECE-87D3-B4DFFA6E283B}"/>
                  </a:ext>
                </a:extLst>
              </p:cNvPr>
              <p:cNvCxnSpPr>
                <a:cxnSpLocks/>
              </p:cNvCxnSpPr>
              <p:nvPr/>
            </p:nvCxnSpPr>
            <p:spPr>
              <a:xfrm rot="-2700000">
                <a:off x="6010892" y="3694248"/>
                <a:ext cx="5544000" cy="2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1" name="橢圓 60">
              <a:extLst>
                <a:ext uri="{FF2B5EF4-FFF2-40B4-BE49-F238E27FC236}">
                  <a16:creationId xmlns:a16="http://schemas.microsoft.com/office/drawing/2014/main" id="{6FDDC7FD-B0A0-45C9-8373-8DF1B44461D8}"/>
                </a:ext>
              </a:extLst>
            </p:cNvPr>
            <p:cNvSpPr/>
            <p:nvPr/>
          </p:nvSpPr>
          <p:spPr>
            <a:xfrm>
              <a:off x="9443075" y="2512015"/>
              <a:ext cx="108000" cy="108000"/>
            </a:xfrm>
            <a:prstGeom prst="ellipse">
              <a:avLst/>
            </a:prstGeom>
            <a:solidFill>
              <a:srgbClr val="00FFFF"/>
            </a:solidFill>
            <a:ln>
              <a:solidFill>
                <a:srgbClr val="00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100" name="橢圓 99">
            <a:extLst>
              <a:ext uri="{FF2B5EF4-FFF2-40B4-BE49-F238E27FC236}">
                <a16:creationId xmlns:a16="http://schemas.microsoft.com/office/drawing/2014/main" id="{63F22B0F-2E13-42FD-89D9-72358402ACB7}"/>
              </a:ext>
            </a:extLst>
          </p:cNvPr>
          <p:cNvSpPr/>
          <p:nvPr/>
        </p:nvSpPr>
        <p:spPr>
          <a:xfrm>
            <a:off x="4906897" y="2686251"/>
            <a:ext cx="108000" cy="108000"/>
          </a:xfrm>
          <a:prstGeom prst="ellipse">
            <a:avLst/>
          </a:prstGeom>
          <a:solidFill>
            <a:srgbClr val="44FD19"/>
          </a:solidFill>
          <a:ln>
            <a:solidFill>
              <a:srgbClr val="44FD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150AB9F9-7FF4-4B5C-A436-F1A2CFC7D899}"/>
              </a:ext>
            </a:extLst>
          </p:cNvPr>
          <p:cNvSpPr txBox="1"/>
          <p:nvPr/>
        </p:nvSpPr>
        <p:spPr>
          <a:xfrm>
            <a:off x="1838534" y="3563644"/>
            <a:ext cx="483274" cy="4616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0" name="直線接點 109">
            <a:extLst>
              <a:ext uri="{FF2B5EF4-FFF2-40B4-BE49-F238E27FC236}">
                <a16:creationId xmlns:a16="http://schemas.microsoft.com/office/drawing/2014/main" id="{5113EC05-BA88-4F91-B09F-5A7480D4E4E6}"/>
              </a:ext>
            </a:extLst>
          </p:cNvPr>
          <p:cNvCxnSpPr>
            <a:cxnSpLocks/>
          </p:cNvCxnSpPr>
          <p:nvPr/>
        </p:nvCxnSpPr>
        <p:spPr>
          <a:xfrm>
            <a:off x="2332470" y="3159449"/>
            <a:ext cx="1428818" cy="7833"/>
          </a:xfrm>
          <a:prstGeom prst="line">
            <a:avLst/>
          </a:prstGeom>
          <a:ln w="38100">
            <a:solidFill>
              <a:srgbClr val="934B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接點 110">
            <a:extLst>
              <a:ext uri="{FF2B5EF4-FFF2-40B4-BE49-F238E27FC236}">
                <a16:creationId xmlns:a16="http://schemas.microsoft.com/office/drawing/2014/main" id="{E12965F8-2212-4E8C-A3CF-40C2244AB488}"/>
              </a:ext>
            </a:extLst>
          </p:cNvPr>
          <p:cNvCxnSpPr>
            <a:cxnSpLocks/>
          </p:cNvCxnSpPr>
          <p:nvPr/>
        </p:nvCxnSpPr>
        <p:spPr>
          <a:xfrm>
            <a:off x="2277877" y="3221282"/>
            <a:ext cx="0" cy="2206412"/>
          </a:xfrm>
          <a:prstGeom prst="line">
            <a:avLst/>
          </a:prstGeom>
          <a:ln w="38100">
            <a:solidFill>
              <a:srgbClr val="934B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接點 111">
            <a:extLst>
              <a:ext uri="{FF2B5EF4-FFF2-40B4-BE49-F238E27FC236}">
                <a16:creationId xmlns:a16="http://schemas.microsoft.com/office/drawing/2014/main" id="{A64332A0-66CA-4039-94C8-F516C12F6DBF}"/>
              </a:ext>
            </a:extLst>
          </p:cNvPr>
          <p:cNvCxnSpPr>
            <a:cxnSpLocks/>
          </p:cNvCxnSpPr>
          <p:nvPr/>
        </p:nvCxnSpPr>
        <p:spPr>
          <a:xfrm>
            <a:off x="1558671" y="4647286"/>
            <a:ext cx="714409" cy="0"/>
          </a:xfrm>
          <a:prstGeom prst="line">
            <a:avLst/>
          </a:prstGeom>
          <a:ln w="38100">
            <a:solidFill>
              <a:srgbClr val="934B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D2DE1538-B766-41FF-8DC7-81ADA46DC789}"/>
                  </a:ext>
                </a:extLst>
              </p:cNvPr>
              <p:cNvSpPr txBox="1"/>
              <p:nvPr/>
            </p:nvSpPr>
            <p:spPr>
              <a:xfrm>
                <a:off x="6285295" y="110830"/>
                <a:ext cx="5724832" cy="63371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 LEVEL (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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</a:p>
              <a:p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each point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…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 := OT.I(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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j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 m 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do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SET(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00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𝑦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𝑖</m:t>
                        </m:r>
                      </m:sub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:= max(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x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(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max</a:t>
                </a:r>
                <a:r>
                  <a:rPr lang="en-US" altLang="zh-TW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index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 := MAX(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if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is a positive point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then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begin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INS(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max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+1,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00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𝑦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𝑖</m:t>
                        </m:r>
                      </m:sub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j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:=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index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PTR(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j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	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:= tail(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if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x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&lt;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then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IN.I(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 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else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SET(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else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begin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{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is a negative point}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j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:=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index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PTR(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j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:= tail(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INS(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max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+1,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00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𝑦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𝑖</m:t>
                        </m:r>
                      </m:sub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SET(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        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end</a:t>
                </a: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D2DE1538-B766-41FF-8DC7-81ADA46DC7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5295" y="110830"/>
                <a:ext cx="5724832" cy="6337184"/>
              </a:xfrm>
              <a:prstGeom prst="rect">
                <a:avLst/>
              </a:prstGeom>
              <a:blipFill>
                <a:blip r:embed="rId3"/>
                <a:stretch>
                  <a:fillRect l="-1065" t="-577" r="-1171" b="-76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04CE8F71-86F3-46CF-ACFD-6A17A5B07B9C}"/>
              </a:ext>
            </a:extLst>
          </p:cNvPr>
          <p:cNvCxnSpPr>
            <a:cxnSpLocks/>
          </p:cNvCxnSpPr>
          <p:nvPr/>
        </p:nvCxnSpPr>
        <p:spPr>
          <a:xfrm>
            <a:off x="6434356" y="2260975"/>
            <a:ext cx="687898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8056AAAA-18A7-4215-80F2-17A18F35FF70}"/>
              </a:ext>
            </a:extLst>
          </p:cNvPr>
          <p:cNvSpPr txBox="1"/>
          <p:nvPr/>
        </p:nvSpPr>
        <p:spPr>
          <a:xfrm>
            <a:off x="10410738" y="2686251"/>
            <a:ext cx="1599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//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暫存其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level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DA5B48E4-B5CE-425F-9123-6CFC25D45B34}"/>
              </a:ext>
            </a:extLst>
          </p:cNvPr>
          <p:cNvSpPr txBox="1"/>
          <p:nvPr/>
        </p:nvSpPr>
        <p:spPr>
          <a:xfrm>
            <a:off x="1965813" y="2686251"/>
            <a:ext cx="391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40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F6A64F49-63E1-4E1C-83ED-6121DA2BD903}"/>
              </a:ext>
            </a:extLst>
          </p:cNvPr>
          <p:cNvCxnSpPr>
            <a:cxnSpLocks/>
          </p:cNvCxnSpPr>
          <p:nvPr/>
        </p:nvCxnSpPr>
        <p:spPr>
          <a:xfrm flipV="1">
            <a:off x="2073813" y="4034487"/>
            <a:ext cx="809159" cy="29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 52">
            <a:extLst>
              <a:ext uri="{FF2B5EF4-FFF2-40B4-BE49-F238E27FC236}">
                <a16:creationId xmlns:a16="http://schemas.microsoft.com/office/drawing/2014/main" id="{B3501A05-B523-46DC-961E-9362A0660807}"/>
              </a:ext>
            </a:extLst>
          </p:cNvPr>
          <p:cNvSpPr/>
          <p:nvPr/>
        </p:nvSpPr>
        <p:spPr>
          <a:xfrm>
            <a:off x="8112154" y="3627642"/>
            <a:ext cx="1526796" cy="3190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4" name="直線單箭頭接點 53">
            <a:extLst>
              <a:ext uri="{FF2B5EF4-FFF2-40B4-BE49-F238E27FC236}">
                <a16:creationId xmlns:a16="http://schemas.microsoft.com/office/drawing/2014/main" id="{40F38C0A-FCBC-43A1-87FF-78658391C086}"/>
              </a:ext>
            </a:extLst>
          </p:cNvPr>
          <p:cNvCxnSpPr>
            <a:cxnSpLocks/>
          </p:cNvCxnSpPr>
          <p:nvPr/>
        </p:nvCxnSpPr>
        <p:spPr>
          <a:xfrm flipH="1">
            <a:off x="2986481" y="3797559"/>
            <a:ext cx="5125673" cy="22775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81388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486405-10E9-4237-AE0C-C31198684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MIS-2 — Level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8" name="群組 57">
            <a:extLst>
              <a:ext uri="{FF2B5EF4-FFF2-40B4-BE49-F238E27FC236}">
                <a16:creationId xmlns:a16="http://schemas.microsoft.com/office/drawing/2014/main" id="{E07343FD-E53C-42D3-814A-289CBE457339}"/>
              </a:ext>
            </a:extLst>
          </p:cNvPr>
          <p:cNvGrpSpPr/>
          <p:nvPr/>
        </p:nvGrpSpPr>
        <p:grpSpPr>
          <a:xfrm>
            <a:off x="463100" y="1539551"/>
            <a:ext cx="5544000" cy="4114801"/>
            <a:chOff x="6010892" y="1539551"/>
            <a:chExt cx="5544000" cy="4114801"/>
          </a:xfrm>
        </p:grpSpPr>
        <p:cxnSp>
          <p:nvCxnSpPr>
            <p:cNvPr id="62" name="直線單箭頭接點 61">
              <a:extLst>
                <a:ext uri="{FF2B5EF4-FFF2-40B4-BE49-F238E27FC236}">
                  <a16:creationId xmlns:a16="http://schemas.microsoft.com/office/drawing/2014/main" id="{91973A6C-D286-44CF-9F05-124500DCA3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06463" y="1539551"/>
              <a:ext cx="0" cy="411480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線單箭頭接點 62">
              <a:extLst>
                <a:ext uri="{FF2B5EF4-FFF2-40B4-BE49-F238E27FC236}">
                  <a16:creationId xmlns:a16="http://schemas.microsoft.com/office/drawing/2014/main" id="{E6FA6B02-5063-4525-B0DE-FBA78B2222BF}"/>
                </a:ext>
              </a:extLst>
            </p:cNvPr>
            <p:cNvCxnSpPr>
              <a:cxnSpLocks/>
            </p:cNvCxnSpPr>
            <p:nvPr/>
          </p:nvCxnSpPr>
          <p:spPr>
            <a:xfrm>
              <a:off x="6822790" y="5390359"/>
              <a:ext cx="406603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線接點 63">
              <a:extLst>
                <a:ext uri="{FF2B5EF4-FFF2-40B4-BE49-F238E27FC236}">
                  <a16:creationId xmlns:a16="http://schemas.microsoft.com/office/drawing/2014/main" id="{AA2ECF14-A519-44F4-BD52-2E726F5254A9}"/>
                </a:ext>
              </a:extLst>
            </p:cNvPr>
            <p:cNvCxnSpPr/>
            <p:nvPr/>
          </p:nvCxnSpPr>
          <p:spPr>
            <a:xfrm>
              <a:off x="7106463" y="5271796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線接點 64">
              <a:extLst>
                <a:ext uri="{FF2B5EF4-FFF2-40B4-BE49-F238E27FC236}">
                  <a16:creationId xmlns:a16="http://schemas.microsoft.com/office/drawing/2014/main" id="{86E791CE-15CA-47F2-B481-65236007A0F9}"/>
                </a:ext>
              </a:extLst>
            </p:cNvPr>
            <p:cNvCxnSpPr/>
            <p:nvPr/>
          </p:nvCxnSpPr>
          <p:spPr>
            <a:xfrm>
              <a:off x="9754023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線接點 65">
              <a:extLst>
                <a:ext uri="{FF2B5EF4-FFF2-40B4-BE49-F238E27FC236}">
                  <a16:creationId xmlns:a16="http://schemas.microsoft.com/office/drawing/2014/main" id="{8E0DA846-9A92-4263-A973-C04A75991A96}"/>
                </a:ext>
              </a:extLst>
            </p:cNvPr>
            <p:cNvCxnSpPr/>
            <p:nvPr/>
          </p:nvCxnSpPr>
          <p:spPr>
            <a:xfrm>
              <a:off x="9312763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線接點 66">
              <a:extLst>
                <a:ext uri="{FF2B5EF4-FFF2-40B4-BE49-F238E27FC236}">
                  <a16:creationId xmlns:a16="http://schemas.microsoft.com/office/drawing/2014/main" id="{E948B7C5-8CBE-492B-AB75-972C6D2F3C10}"/>
                </a:ext>
              </a:extLst>
            </p:cNvPr>
            <p:cNvCxnSpPr/>
            <p:nvPr/>
          </p:nvCxnSpPr>
          <p:spPr>
            <a:xfrm>
              <a:off x="8871503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線接點 67">
              <a:extLst>
                <a:ext uri="{FF2B5EF4-FFF2-40B4-BE49-F238E27FC236}">
                  <a16:creationId xmlns:a16="http://schemas.microsoft.com/office/drawing/2014/main" id="{AF759AB4-0B2C-4629-95F2-FA72784F4BDF}"/>
                </a:ext>
              </a:extLst>
            </p:cNvPr>
            <p:cNvCxnSpPr>
              <a:cxnSpLocks/>
            </p:cNvCxnSpPr>
            <p:nvPr/>
          </p:nvCxnSpPr>
          <p:spPr>
            <a:xfrm>
              <a:off x="8430243" y="527179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線接點 68">
              <a:extLst>
                <a:ext uri="{FF2B5EF4-FFF2-40B4-BE49-F238E27FC236}">
                  <a16:creationId xmlns:a16="http://schemas.microsoft.com/office/drawing/2014/main" id="{C3CDA6B6-7869-4EF8-B691-3FFAE08D1E29}"/>
                </a:ext>
              </a:extLst>
            </p:cNvPr>
            <p:cNvCxnSpPr>
              <a:cxnSpLocks/>
            </p:cNvCxnSpPr>
            <p:nvPr/>
          </p:nvCxnSpPr>
          <p:spPr>
            <a:xfrm>
              <a:off x="7988983" y="527179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線接點 69">
              <a:extLst>
                <a:ext uri="{FF2B5EF4-FFF2-40B4-BE49-F238E27FC236}">
                  <a16:creationId xmlns:a16="http://schemas.microsoft.com/office/drawing/2014/main" id="{A0308108-2538-46A1-8AE7-95DA8B1E1FA7}"/>
                </a:ext>
              </a:extLst>
            </p:cNvPr>
            <p:cNvCxnSpPr>
              <a:cxnSpLocks/>
            </p:cNvCxnSpPr>
            <p:nvPr/>
          </p:nvCxnSpPr>
          <p:spPr>
            <a:xfrm>
              <a:off x="7547723" y="527179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線接點 70">
              <a:extLst>
                <a:ext uri="{FF2B5EF4-FFF2-40B4-BE49-F238E27FC236}">
                  <a16:creationId xmlns:a16="http://schemas.microsoft.com/office/drawing/2014/main" id="{D24F3B33-50A8-49A2-913A-6069B79F558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5271607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線接點 71">
              <a:extLst>
                <a:ext uri="{FF2B5EF4-FFF2-40B4-BE49-F238E27FC236}">
                  <a16:creationId xmlns:a16="http://schemas.microsoft.com/office/drawing/2014/main" id="{2C2432AD-3315-4A6A-A453-10239319C47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4827911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線接點 72">
              <a:extLst>
                <a:ext uri="{FF2B5EF4-FFF2-40B4-BE49-F238E27FC236}">
                  <a16:creationId xmlns:a16="http://schemas.microsoft.com/office/drawing/2014/main" id="{A21DB719-6D95-46B1-B07D-88F33175B8A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438421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線接點 73">
              <a:extLst>
                <a:ext uri="{FF2B5EF4-FFF2-40B4-BE49-F238E27FC236}">
                  <a16:creationId xmlns:a16="http://schemas.microsoft.com/office/drawing/2014/main" id="{F316DE3A-E04C-45BD-814E-7410502FE88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3940521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線接點 74">
              <a:extLst>
                <a:ext uri="{FF2B5EF4-FFF2-40B4-BE49-F238E27FC236}">
                  <a16:creationId xmlns:a16="http://schemas.microsoft.com/office/drawing/2014/main" id="{D8D50D2E-3789-4444-A535-2FDEDCDB008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349682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線接點 75">
              <a:extLst>
                <a:ext uri="{FF2B5EF4-FFF2-40B4-BE49-F238E27FC236}">
                  <a16:creationId xmlns:a16="http://schemas.microsoft.com/office/drawing/2014/main" id="{DFAFECE7-BD9B-459F-9934-5D16BB84354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3053131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線接點 76">
              <a:extLst>
                <a:ext uri="{FF2B5EF4-FFF2-40B4-BE49-F238E27FC236}">
                  <a16:creationId xmlns:a16="http://schemas.microsoft.com/office/drawing/2014/main" id="{792059F4-F49B-4B92-98D8-90ED00DB2BB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260943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橢圓 89">
              <a:extLst>
                <a:ext uri="{FF2B5EF4-FFF2-40B4-BE49-F238E27FC236}">
                  <a16:creationId xmlns:a16="http://schemas.microsoft.com/office/drawing/2014/main" id="{937111D7-CFEA-4F26-A419-9409CC86A804}"/>
                </a:ext>
              </a:extLst>
            </p:cNvPr>
            <p:cNvSpPr/>
            <p:nvPr/>
          </p:nvSpPr>
          <p:spPr>
            <a:xfrm>
              <a:off x="7513605" y="3980778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88" name="橢圓 87">
              <a:extLst>
                <a:ext uri="{FF2B5EF4-FFF2-40B4-BE49-F238E27FC236}">
                  <a16:creationId xmlns:a16="http://schemas.microsoft.com/office/drawing/2014/main" id="{295D0B87-1759-4AB1-B98C-3B7C3359F8D1}"/>
                </a:ext>
              </a:extLst>
            </p:cNvPr>
            <p:cNvSpPr/>
            <p:nvPr/>
          </p:nvSpPr>
          <p:spPr>
            <a:xfrm>
              <a:off x="7771669" y="3113282"/>
              <a:ext cx="108000" cy="108000"/>
            </a:xfrm>
            <a:prstGeom prst="ellipse">
              <a:avLst/>
            </a:prstGeom>
            <a:solidFill>
              <a:srgbClr val="934BC9"/>
            </a:solidFill>
            <a:ln>
              <a:solidFill>
                <a:srgbClr val="934BC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6" name="橢圓 85">
              <a:extLst>
                <a:ext uri="{FF2B5EF4-FFF2-40B4-BE49-F238E27FC236}">
                  <a16:creationId xmlns:a16="http://schemas.microsoft.com/office/drawing/2014/main" id="{0E52E99F-08E1-4650-A537-D76AEE91C916}"/>
                </a:ext>
              </a:extLst>
            </p:cNvPr>
            <p:cNvSpPr/>
            <p:nvPr/>
          </p:nvSpPr>
          <p:spPr>
            <a:xfrm>
              <a:off x="8050726" y="2915471"/>
              <a:ext cx="108000" cy="10800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1" name="直線接點 80">
              <a:extLst>
                <a:ext uri="{FF2B5EF4-FFF2-40B4-BE49-F238E27FC236}">
                  <a16:creationId xmlns:a16="http://schemas.microsoft.com/office/drawing/2014/main" id="{7EDF7CFC-EBE7-4056-9437-8619AEA64B96}"/>
                </a:ext>
              </a:extLst>
            </p:cNvPr>
            <p:cNvCxnSpPr/>
            <p:nvPr/>
          </p:nvCxnSpPr>
          <p:spPr>
            <a:xfrm>
              <a:off x="10195283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線接點 81">
              <a:extLst>
                <a:ext uri="{FF2B5EF4-FFF2-40B4-BE49-F238E27FC236}">
                  <a16:creationId xmlns:a16="http://schemas.microsoft.com/office/drawing/2014/main" id="{A6AF9EDF-F8AF-4730-96E2-C96BC01C958F}"/>
                </a:ext>
              </a:extLst>
            </p:cNvPr>
            <p:cNvCxnSpPr/>
            <p:nvPr/>
          </p:nvCxnSpPr>
          <p:spPr>
            <a:xfrm>
              <a:off x="10636544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線接點 82">
              <a:extLst>
                <a:ext uri="{FF2B5EF4-FFF2-40B4-BE49-F238E27FC236}">
                  <a16:creationId xmlns:a16="http://schemas.microsoft.com/office/drawing/2014/main" id="{8951CCE2-AB95-469B-BF08-FE1B4C9CBC4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2165741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線接點 83">
              <a:extLst>
                <a:ext uri="{FF2B5EF4-FFF2-40B4-BE49-F238E27FC236}">
                  <a16:creationId xmlns:a16="http://schemas.microsoft.com/office/drawing/2014/main" id="{A5E07C67-0B84-4ADE-9AA2-392F25EC84E9}"/>
                </a:ext>
              </a:extLst>
            </p:cNvPr>
            <p:cNvCxnSpPr>
              <a:cxnSpLocks/>
            </p:cNvCxnSpPr>
            <p:nvPr/>
          </p:nvCxnSpPr>
          <p:spPr>
            <a:xfrm>
              <a:off x="6975647" y="1852862"/>
              <a:ext cx="26163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線單箭頭接點 84">
              <a:extLst>
                <a:ext uri="{FF2B5EF4-FFF2-40B4-BE49-F238E27FC236}">
                  <a16:creationId xmlns:a16="http://schemas.microsoft.com/office/drawing/2014/main" id="{E6B3BC9E-D693-4ECE-87D3-B4DFFA6E283B}"/>
                </a:ext>
              </a:extLst>
            </p:cNvPr>
            <p:cNvCxnSpPr>
              <a:cxnSpLocks/>
            </p:cNvCxnSpPr>
            <p:nvPr/>
          </p:nvCxnSpPr>
          <p:spPr>
            <a:xfrm rot="-2700000">
              <a:off x="6010892" y="3694248"/>
              <a:ext cx="5544000" cy="2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橢圓 99">
            <a:extLst>
              <a:ext uri="{FF2B5EF4-FFF2-40B4-BE49-F238E27FC236}">
                <a16:creationId xmlns:a16="http://schemas.microsoft.com/office/drawing/2014/main" id="{63F22B0F-2E13-42FD-89D9-72358402ACB7}"/>
              </a:ext>
            </a:extLst>
          </p:cNvPr>
          <p:cNvSpPr/>
          <p:nvPr/>
        </p:nvSpPr>
        <p:spPr>
          <a:xfrm>
            <a:off x="4906897" y="2686251"/>
            <a:ext cx="108000" cy="108000"/>
          </a:xfrm>
          <a:prstGeom prst="ellipse">
            <a:avLst/>
          </a:prstGeom>
          <a:solidFill>
            <a:srgbClr val="44FD19"/>
          </a:solidFill>
          <a:ln>
            <a:solidFill>
              <a:srgbClr val="44FD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150AB9F9-7FF4-4B5C-A436-F1A2CFC7D899}"/>
              </a:ext>
            </a:extLst>
          </p:cNvPr>
          <p:cNvSpPr txBox="1"/>
          <p:nvPr/>
        </p:nvSpPr>
        <p:spPr>
          <a:xfrm>
            <a:off x="1838534" y="3563644"/>
            <a:ext cx="483274" cy="4616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D2DE1538-B766-41FF-8DC7-81ADA46DC789}"/>
                  </a:ext>
                </a:extLst>
              </p:cNvPr>
              <p:cNvSpPr txBox="1"/>
              <p:nvPr/>
            </p:nvSpPr>
            <p:spPr>
              <a:xfrm>
                <a:off x="6285295" y="110830"/>
                <a:ext cx="5724832" cy="63371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 LEVEL (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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</a:p>
              <a:p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each point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…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 := OT.I(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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j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 m 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do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SET(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00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𝑦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𝑖</m:t>
                        </m:r>
                      </m:sub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:= max(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x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(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max</a:t>
                </a:r>
                <a:r>
                  <a:rPr lang="en-US" altLang="zh-TW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index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 := MAX(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if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is a positive point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then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begin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INS(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max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+1,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00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𝑦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𝑖</m:t>
                        </m:r>
                      </m:sub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j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:=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index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PTR(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j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	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:= tail(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if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x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&lt;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then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IN.I(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 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else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SET(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else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begin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{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is a negative point}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j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:=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index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PTR(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j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:= tail(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INS(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max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+1,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00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𝑦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𝑖</m:t>
                        </m:r>
                      </m:sub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SET(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        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end</a:t>
                </a: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D2DE1538-B766-41FF-8DC7-81ADA46DC7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5295" y="110830"/>
                <a:ext cx="5724832" cy="6337184"/>
              </a:xfrm>
              <a:prstGeom prst="rect">
                <a:avLst/>
              </a:prstGeom>
              <a:blipFill>
                <a:blip r:embed="rId3"/>
                <a:stretch>
                  <a:fillRect l="-1065" t="-577" r="-1171" b="-76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字方塊 15">
            <a:extLst>
              <a:ext uri="{FF2B5EF4-FFF2-40B4-BE49-F238E27FC236}">
                <a16:creationId xmlns:a16="http://schemas.microsoft.com/office/drawing/2014/main" id="{8056AAAA-18A7-4215-80F2-17A18F35FF70}"/>
              </a:ext>
            </a:extLst>
          </p:cNvPr>
          <p:cNvSpPr txBox="1"/>
          <p:nvPr/>
        </p:nvSpPr>
        <p:spPr>
          <a:xfrm>
            <a:off x="10410738" y="2686251"/>
            <a:ext cx="1599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//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暫存其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level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DA5B48E4-B5CE-425F-9123-6CFC25D45B34}"/>
              </a:ext>
            </a:extLst>
          </p:cNvPr>
          <p:cNvSpPr txBox="1"/>
          <p:nvPr/>
        </p:nvSpPr>
        <p:spPr>
          <a:xfrm>
            <a:off x="1965813" y="2686251"/>
            <a:ext cx="391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40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" name="直線接點 42">
            <a:extLst>
              <a:ext uri="{FF2B5EF4-FFF2-40B4-BE49-F238E27FC236}">
                <a16:creationId xmlns:a16="http://schemas.microsoft.com/office/drawing/2014/main" id="{916F3BCA-FB6C-4759-ACF2-7E8E523CBE0F}"/>
              </a:ext>
            </a:extLst>
          </p:cNvPr>
          <p:cNvCxnSpPr>
            <a:cxnSpLocks/>
          </p:cNvCxnSpPr>
          <p:nvPr/>
        </p:nvCxnSpPr>
        <p:spPr>
          <a:xfrm flipV="1">
            <a:off x="2610934" y="2962073"/>
            <a:ext cx="1284349" cy="7398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07DFA1E0-1986-4676-B356-CFB69B317542}"/>
              </a:ext>
            </a:extLst>
          </p:cNvPr>
          <p:cNvCxnSpPr>
            <a:cxnSpLocks/>
          </p:cNvCxnSpPr>
          <p:nvPr/>
        </p:nvCxnSpPr>
        <p:spPr>
          <a:xfrm>
            <a:off x="2556934" y="3023471"/>
            <a:ext cx="0" cy="2366888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D76121DB-B12B-45AF-8433-06D620E92A62}"/>
              </a:ext>
            </a:extLst>
          </p:cNvPr>
          <p:cNvCxnSpPr>
            <a:cxnSpLocks/>
          </p:cNvCxnSpPr>
          <p:nvPr/>
        </p:nvCxnSpPr>
        <p:spPr>
          <a:xfrm>
            <a:off x="1558671" y="4302121"/>
            <a:ext cx="998263" cy="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EBC974B6-DB86-425E-9F9F-F93E72A91A17}"/>
              </a:ext>
            </a:extLst>
          </p:cNvPr>
          <p:cNvSpPr txBox="1"/>
          <p:nvPr/>
        </p:nvSpPr>
        <p:spPr>
          <a:xfrm>
            <a:off x="2335694" y="2452353"/>
            <a:ext cx="391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40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橢圓 48">
            <a:extLst>
              <a:ext uri="{FF2B5EF4-FFF2-40B4-BE49-F238E27FC236}">
                <a16:creationId xmlns:a16="http://schemas.microsoft.com/office/drawing/2014/main" id="{A355A195-37AF-415C-B1F5-2EDBF628BD94}"/>
              </a:ext>
            </a:extLst>
          </p:cNvPr>
          <p:cNvSpPr/>
          <p:nvPr/>
        </p:nvSpPr>
        <p:spPr>
          <a:xfrm>
            <a:off x="4015304" y="2512015"/>
            <a:ext cx="108000" cy="108000"/>
          </a:xfrm>
          <a:prstGeom prst="ellipse">
            <a:avLst/>
          </a:prstGeom>
          <a:solidFill>
            <a:srgbClr val="00FFFF"/>
          </a:solidFill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486458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直線接點 40">
            <a:extLst>
              <a:ext uri="{FF2B5EF4-FFF2-40B4-BE49-F238E27FC236}">
                <a16:creationId xmlns:a16="http://schemas.microsoft.com/office/drawing/2014/main" id="{81265B82-C0B3-4235-9AB6-3552F053423D}"/>
              </a:ext>
            </a:extLst>
          </p:cNvPr>
          <p:cNvCxnSpPr>
            <a:cxnSpLocks/>
          </p:cNvCxnSpPr>
          <p:nvPr/>
        </p:nvCxnSpPr>
        <p:spPr>
          <a:xfrm>
            <a:off x="1558671" y="2839234"/>
            <a:ext cx="2510633" cy="0"/>
          </a:xfrm>
          <a:prstGeom prst="line">
            <a:avLst/>
          </a:prstGeom>
          <a:ln w="38100">
            <a:solidFill>
              <a:srgbClr val="00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>
            <a:extLst>
              <a:ext uri="{FF2B5EF4-FFF2-40B4-BE49-F238E27FC236}">
                <a16:creationId xmlns:a16="http://schemas.microsoft.com/office/drawing/2014/main" id="{41486405-10E9-4237-AE0C-C31198684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MIS-2 — Level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8" name="群組 57">
            <a:extLst>
              <a:ext uri="{FF2B5EF4-FFF2-40B4-BE49-F238E27FC236}">
                <a16:creationId xmlns:a16="http://schemas.microsoft.com/office/drawing/2014/main" id="{E07343FD-E53C-42D3-814A-289CBE457339}"/>
              </a:ext>
            </a:extLst>
          </p:cNvPr>
          <p:cNvGrpSpPr/>
          <p:nvPr/>
        </p:nvGrpSpPr>
        <p:grpSpPr>
          <a:xfrm>
            <a:off x="463100" y="1539551"/>
            <a:ext cx="5544000" cy="4114801"/>
            <a:chOff x="6010892" y="1539551"/>
            <a:chExt cx="5544000" cy="4114801"/>
          </a:xfrm>
        </p:grpSpPr>
        <p:cxnSp>
          <p:nvCxnSpPr>
            <p:cNvPr id="62" name="直線單箭頭接點 61">
              <a:extLst>
                <a:ext uri="{FF2B5EF4-FFF2-40B4-BE49-F238E27FC236}">
                  <a16:creationId xmlns:a16="http://schemas.microsoft.com/office/drawing/2014/main" id="{91973A6C-D286-44CF-9F05-124500DCA3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06463" y="1539551"/>
              <a:ext cx="0" cy="411480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線單箭頭接點 62">
              <a:extLst>
                <a:ext uri="{FF2B5EF4-FFF2-40B4-BE49-F238E27FC236}">
                  <a16:creationId xmlns:a16="http://schemas.microsoft.com/office/drawing/2014/main" id="{E6FA6B02-5063-4525-B0DE-FBA78B2222BF}"/>
                </a:ext>
              </a:extLst>
            </p:cNvPr>
            <p:cNvCxnSpPr>
              <a:cxnSpLocks/>
            </p:cNvCxnSpPr>
            <p:nvPr/>
          </p:nvCxnSpPr>
          <p:spPr>
            <a:xfrm>
              <a:off x="6822790" y="5390359"/>
              <a:ext cx="406603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線接點 63">
              <a:extLst>
                <a:ext uri="{FF2B5EF4-FFF2-40B4-BE49-F238E27FC236}">
                  <a16:creationId xmlns:a16="http://schemas.microsoft.com/office/drawing/2014/main" id="{AA2ECF14-A519-44F4-BD52-2E726F5254A9}"/>
                </a:ext>
              </a:extLst>
            </p:cNvPr>
            <p:cNvCxnSpPr/>
            <p:nvPr/>
          </p:nvCxnSpPr>
          <p:spPr>
            <a:xfrm>
              <a:off x="7106463" y="5271796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線接點 64">
              <a:extLst>
                <a:ext uri="{FF2B5EF4-FFF2-40B4-BE49-F238E27FC236}">
                  <a16:creationId xmlns:a16="http://schemas.microsoft.com/office/drawing/2014/main" id="{86E791CE-15CA-47F2-B481-65236007A0F9}"/>
                </a:ext>
              </a:extLst>
            </p:cNvPr>
            <p:cNvCxnSpPr/>
            <p:nvPr/>
          </p:nvCxnSpPr>
          <p:spPr>
            <a:xfrm>
              <a:off x="9754023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線接點 65">
              <a:extLst>
                <a:ext uri="{FF2B5EF4-FFF2-40B4-BE49-F238E27FC236}">
                  <a16:creationId xmlns:a16="http://schemas.microsoft.com/office/drawing/2014/main" id="{8E0DA846-9A92-4263-A973-C04A75991A96}"/>
                </a:ext>
              </a:extLst>
            </p:cNvPr>
            <p:cNvCxnSpPr/>
            <p:nvPr/>
          </p:nvCxnSpPr>
          <p:spPr>
            <a:xfrm>
              <a:off x="9312763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線接點 66">
              <a:extLst>
                <a:ext uri="{FF2B5EF4-FFF2-40B4-BE49-F238E27FC236}">
                  <a16:creationId xmlns:a16="http://schemas.microsoft.com/office/drawing/2014/main" id="{E948B7C5-8CBE-492B-AB75-972C6D2F3C10}"/>
                </a:ext>
              </a:extLst>
            </p:cNvPr>
            <p:cNvCxnSpPr/>
            <p:nvPr/>
          </p:nvCxnSpPr>
          <p:spPr>
            <a:xfrm>
              <a:off x="8871503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線接點 67">
              <a:extLst>
                <a:ext uri="{FF2B5EF4-FFF2-40B4-BE49-F238E27FC236}">
                  <a16:creationId xmlns:a16="http://schemas.microsoft.com/office/drawing/2014/main" id="{AF759AB4-0B2C-4629-95F2-FA72784F4BDF}"/>
                </a:ext>
              </a:extLst>
            </p:cNvPr>
            <p:cNvCxnSpPr>
              <a:cxnSpLocks/>
            </p:cNvCxnSpPr>
            <p:nvPr/>
          </p:nvCxnSpPr>
          <p:spPr>
            <a:xfrm>
              <a:off x="8430243" y="527179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線接點 68">
              <a:extLst>
                <a:ext uri="{FF2B5EF4-FFF2-40B4-BE49-F238E27FC236}">
                  <a16:creationId xmlns:a16="http://schemas.microsoft.com/office/drawing/2014/main" id="{C3CDA6B6-7869-4EF8-B691-3FFAE08D1E29}"/>
                </a:ext>
              </a:extLst>
            </p:cNvPr>
            <p:cNvCxnSpPr>
              <a:cxnSpLocks/>
            </p:cNvCxnSpPr>
            <p:nvPr/>
          </p:nvCxnSpPr>
          <p:spPr>
            <a:xfrm>
              <a:off x="7988983" y="527179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線接點 69">
              <a:extLst>
                <a:ext uri="{FF2B5EF4-FFF2-40B4-BE49-F238E27FC236}">
                  <a16:creationId xmlns:a16="http://schemas.microsoft.com/office/drawing/2014/main" id="{A0308108-2538-46A1-8AE7-95DA8B1E1FA7}"/>
                </a:ext>
              </a:extLst>
            </p:cNvPr>
            <p:cNvCxnSpPr>
              <a:cxnSpLocks/>
            </p:cNvCxnSpPr>
            <p:nvPr/>
          </p:nvCxnSpPr>
          <p:spPr>
            <a:xfrm>
              <a:off x="7547723" y="527179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線接點 70">
              <a:extLst>
                <a:ext uri="{FF2B5EF4-FFF2-40B4-BE49-F238E27FC236}">
                  <a16:creationId xmlns:a16="http://schemas.microsoft.com/office/drawing/2014/main" id="{D24F3B33-50A8-49A2-913A-6069B79F558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5271607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線接點 71">
              <a:extLst>
                <a:ext uri="{FF2B5EF4-FFF2-40B4-BE49-F238E27FC236}">
                  <a16:creationId xmlns:a16="http://schemas.microsoft.com/office/drawing/2014/main" id="{2C2432AD-3315-4A6A-A453-10239319C47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4827911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線接點 72">
              <a:extLst>
                <a:ext uri="{FF2B5EF4-FFF2-40B4-BE49-F238E27FC236}">
                  <a16:creationId xmlns:a16="http://schemas.microsoft.com/office/drawing/2014/main" id="{A21DB719-6D95-46B1-B07D-88F33175B8A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438421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線接點 73">
              <a:extLst>
                <a:ext uri="{FF2B5EF4-FFF2-40B4-BE49-F238E27FC236}">
                  <a16:creationId xmlns:a16="http://schemas.microsoft.com/office/drawing/2014/main" id="{F316DE3A-E04C-45BD-814E-7410502FE88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3940521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線接點 74">
              <a:extLst>
                <a:ext uri="{FF2B5EF4-FFF2-40B4-BE49-F238E27FC236}">
                  <a16:creationId xmlns:a16="http://schemas.microsoft.com/office/drawing/2014/main" id="{D8D50D2E-3789-4444-A535-2FDEDCDB008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349682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線接點 75">
              <a:extLst>
                <a:ext uri="{FF2B5EF4-FFF2-40B4-BE49-F238E27FC236}">
                  <a16:creationId xmlns:a16="http://schemas.microsoft.com/office/drawing/2014/main" id="{DFAFECE7-BD9B-459F-9934-5D16BB84354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3053131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線接點 76">
              <a:extLst>
                <a:ext uri="{FF2B5EF4-FFF2-40B4-BE49-F238E27FC236}">
                  <a16:creationId xmlns:a16="http://schemas.microsoft.com/office/drawing/2014/main" id="{792059F4-F49B-4B92-98D8-90ED00DB2BB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260943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橢圓 89">
              <a:extLst>
                <a:ext uri="{FF2B5EF4-FFF2-40B4-BE49-F238E27FC236}">
                  <a16:creationId xmlns:a16="http://schemas.microsoft.com/office/drawing/2014/main" id="{937111D7-CFEA-4F26-A419-9409CC86A804}"/>
                </a:ext>
              </a:extLst>
            </p:cNvPr>
            <p:cNvSpPr/>
            <p:nvPr/>
          </p:nvSpPr>
          <p:spPr>
            <a:xfrm>
              <a:off x="7513605" y="3980778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88" name="橢圓 87">
              <a:extLst>
                <a:ext uri="{FF2B5EF4-FFF2-40B4-BE49-F238E27FC236}">
                  <a16:creationId xmlns:a16="http://schemas.microsoft.com/office/drawing/2014/main" id="{295D0B87-1759-4AB1-B98C-3B7C3359F8D1}"/>
                </a:ext>
              </a:extLst>
            </p:cNvPr>
            <p:cNvSpPr/>
            <p:nvPr/>
          </p:nvSpPr>
          <p:spPr>
            <a:xfrm>
              <a:off x="7771669" y="3113282"/>
              <a:ext cx="108000" cy="108000"/>
            </a:xfrm>
            <a:prstGeom prst="ellipse">
              <a:avLst/>
            </a:prstGeom>
            <a:solidFill>
              <a:srgbClr val="934BC9"/>
            </a:solidFill>
            <a:ln>
              <a:solidFill>
                <a:srgbClr val="934BC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1" name="直線接點 80">
              <a:extLst>
                <a:ext uri="{FF2B5EF4-FFF2-40B4-BE49-F238E27FC236}">
                  <a16:creationId xmlns:a16="http://schemas.microsoft.com/office/drawing/2014/main" id="{7EDF7CFC-EBE7-4056-9437-8619AEA64B96}"/>
                </a:ext>
              </a:extLst>
            </p:cNvPr>
            <p:cNvCxnSpPr/>
            <p:nvPr/>
          </p:nvCxnSpPr>
          <p:spPr>
            <a:xfrm>
              <a:off x="10195283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線接點 81">
              <a:extLst>
                <a:ext uri="{FF2B5EF4-FFF2-40B4-BE49-F238E27FC236}">
                  <a16:creationId xmlns:a16="http://schemas.microsoft.com/office/drawing/2014/main" id="{A6AF9EDF-F8AF-4730-96E2-C96BC01C958F}"/>
                </a:ext>
              </a:extLst>
            </p:cNvPr>
            <p:cNvCxnSpPr/>
            <p:nvPr/>
          </p:nvCxnSpPr>
          <p:spPr>
            <a:xfrm>
              <a:off x="10636544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線接點 82">
              <a:extLst>
                <a:ext uri="{FF2B5EF4-FFF2-40B4-BE49-F238E27FC236}">
                  <a16:creationId xmlns:a16="http://schemas.microsoft.com/office/drawing/2014/main" id="{8951CCE2-AB95-469B-BF08-FE1B4C9CBC4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2165741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線接點 83">
              <a:extLst>
                <a:ext uri="{FF2B5EF4-FFF2-40B4-BE49-F238E27FC236}">
                  <a16:creationId xmlns:a16="http://schemas.microsoft.com/office/drawing/2014/main" id="{A5E07C67-0B84-4ADE-9AA2-392F25EC84E9}"/>
                </a:ext>
              </a:extLst>
            </p:cNvPr>
            <p:cNvCxnSpPr>
              <a:cxnSpLocks/>
            </p:cNvCxnSpPr>
            <p:nvPr/>
          </p:nvCxnSpPr>
          <p:spPr>
            <a:xfrm>
              <a:off x="6975647" y="1852862"/>
              <a:ext cx="26163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線單箭頭接點 84">
              <a:extLst>
                <a:ext uri="{FF2B5EF4-FFF2-40B4-BE49-F238E27FC236}">
                  <a16:creationId xmlns:a16="http://schemas.microsoft.com/office/drawing/2014/main" id="{E6B3BC9E-D693-4ECE-87D3-B4DFFA6E283B}"/>
                </a:ext>
              </a:extLst>
            </p:cNvPr>
            <p:cNvCxnSpPr>
              <a:cxnSpLocks/>
            </p:cNvCxnSpPr>
            <p:nvPr/>
          </p:nvCxnSpPr>
          <p:spPr>
            <a:xfrm rot="-2700000">
              <a:off x="6010892" y="3694248"/>
              <a:ext cx="5544000" cy="2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橢圓 85">
              <a:extLst>
                <a:ext uri="{FF2B5EF4-FFF2-40B4-BE49-F238E27FC236}">
                  <a16:creationId xmlns:a16="http://schemas.microsoft.com/office/drawing/2014/main" id="{0E52E99F-08E1-4650-A537-D76AEE91C916}"/>
                </a:ext>
              </a:extLst>
            </p:cNvPr>
            <p:cNvSpPr/>
            <p:nvPr/>
          </p:nvSpPr>
          <p:spPr>
            <a:xfrm>
              <a:off x="8050726" y="2915471"/>
              <a:ext cx="108000" cy="10800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00" name="橢圓 99">
            <a:extLst>
              <a:ext uri="{FF2B5EF4-FFF2-40B4-BE49-F238E27FC236}">
                <a16:creationId xmlns:a16="http://schemas.microsoft.com/office/drawing/2014/main" id="{63F22B0F-2E13-42FD-89D9-72358402ACB7}"/>
              </a:ext>
            </a:extLst>
          </p:cNvPr>
          <p:cNvSpPr/>
          <p:nvPr/>
        </p:nvSpPr>
        <p:spPr>
          <a:xfrm>
            <a:off x="4906897" y="2686251"/>
            <a:ext cx="108000" cy="108000"/>
          </a:xfrm>
          <a:prstGeom prst="ellipse">
            <a:avLst/>
          </a:prstGeom>
          <a:solidFill>
            <a:srgbClr val="44FD19"/>
          </a:solidFill>
          <a:ln>
            <a:solidFill>
              <a:srgbClr val="44FD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150AB9F9-7FF4-4B5C-A436-F1A2CFC7D899}"/>
              </a:ext>
            </a:extLst>
          </p:cNvPr>
          <p:cNvSpPr txBox="1"/>
          <p:nvPr/>
        </p:nvSpPr>
        <p:spPr>
          <a:xfrm>
            <a:off x="1838534" y="3563644"/>
            <a:ext cx="483274" cy="4616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D2DE1538-B766-41FF-8DC7-81ADA46DC789}"/>
                  </a:ext>
                </a:extLst>
              </p:cNvPr>
              <p:cNvSpPr txBox="1"/>
              <p:nvPr/>
            </p:nvSpPr>
            <p:spPr>
              <a:xfrm>
                <a:off x="6285295" y="110830"/>
                <a:ext cx="5724832" cy="63371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 LEVEL (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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</a:p>
              <a:p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each point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…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 := OT.I(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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j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 m 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do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SET(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00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𝑦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𝑖</m:t>
                        </m:r>
                      </m:sub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:= max(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x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(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max</a:t>
                </a:r>
                <a:r>
                  <a:rPr lang="en-US" altLang="zh-TW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index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 := MAX(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if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is a positive point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then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begin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INS(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max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+1,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00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𝑦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𝑖</m:t>
                        </m:r>
                      </m:sub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j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:=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index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PTR(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j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	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:= tail(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if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x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&lt;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then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IN.I(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 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else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SET(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else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begin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{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is a negative point}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j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:=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index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PTR(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j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:= tail(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INS(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max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+1,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00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𝑦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𝑖</m:t>
                        </m:r>
                      </m:sub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SET(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        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end</a:t>
                </a: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D2DE1538-B766-41FF-8DC7-81ADA46DC7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5295" y="110830"/>
                <a:ext cx="5724832" cy="6337184"/>
              </a:xfrm>
              <a:prstGeom prst="rect">
                <a:avLst/>
              </a:prstGeom>
              <a:blipFill>
                <a:blip r:embed="rId3"/>
                <a:stretch>
                  <a:fillRect l="-1065" t="-577" r="-1171" b="-76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字方塊 15">
            <a:extLst>
              <a:ext uri="{FF2B5EF4-FFF2-40B4-BE49-F238E27FC236}">
                <a16:creationId xmlns:a16="http://schemas.microsoft.com/office/drawing/2014/main" id="{8056AAAA-18A7-4215-80F2-17A18F35FF70}"/>
              </a:ext>
            </a:extLst>
          </p:cNvPr>
          <p:cNvSpPr txBox="1"/>
          <p:nvPr/>
        </p:nvSpPr>
        <p:spPr>
          <a:xfrm>
            <a:off x="10410738" y="2686251"/>
            <a:ext cx="1599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//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暫存其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level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DA5B48E4-B5CE-425F-9123-6CFC25D45B34}"/>
              </a:ext>
            </a:extLst>
          </p:cNvPr>
          <p:cNvSpPr txBox="1"/>
          <p:nvPr/>
        </p:nvSpPr>
        <p:spPr>
          <a:xfrm>
            <a:off x="1923775" y="2859602"/>
            <a:ext cx="391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EBC974B6-DB86-425E-9F9F-F93E72A91A17}"/>
              </a:ext>
            </a:extLst>
          </p:cNvPr>
          <p:cNvSpPr txBox="1"/>
          <p:nvPr/>
        </p:nvSpPr>
        <p:spPr>
          <a:xfrm>
            <a:off x="2463623" y="2929114"/>
            <a:ext cx="391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0AA18531-35D7-4D32-B69E-39078601E2BA}"/>
              </a:ext>
            </a:extLst>
          </p:cNvPr>
          <p:cNvCxnSpPr>
            <a:cxnSpLocks/>
          </p:cNvCxnSpPr>
          <p:nvPr/>
        </p:nvCxnSpPr>
        <p:spPr>
          <a:xfrm>
            <a:off x="2610934" y="2969471"/>
            <a:ext cx="1338349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0A42195D-07EC-45B3-A486-21EFBF107CC8}"/>
              </a:ext>
            </a:extLst>
          </p:cNvPr>
          <p:cNvSpPr txBox="1"/>
          <p:nvPr/>
        </p:nvSpPr>
        <p:spPr>
          <a:xfrm>
            <a:off x="3764971" y="2050350"/>
            <a:ext cx="391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0" name="群組 49">
            <a:extLst>
              <a:ext uri="{FF2B5EF4-FFF2-40B4-BE49-F238E27FC236}">
                <a16:creationId xmlns:a16="http://schemas.microsoft.com/office/drawing/2014/main" id="{E2933DD2-3B45-499B-A023-D3BFDE629E04}"/>
              </a:ext>
            </a:extLst>
          </p:cNvPr>
          <p:cNvGrpSpPr/>
          <p:nvPr/>
        </p:nvGrpSpPr>
        <p:grpSpPr>
          <a:xfrm>
            <a:off x="4015304" y="2512015"/>
            <a:ext cx="323092" cy="108000"/>
            <a:chOff x="9752904" y="2512015"/>
            <a:chExt cx="323092" cy="108000"/>
          </a:xfrm>
        </p:grpSpPr>
        <p:cxnSp>
          <p:nvCxnSpPr>
            <p:cNvPr id="51" name="直線接點 50">
              <a:extLst>
                <a:ext uri="{FF2B5EF4-FFF2-40B4-BE49-F238E27FC236}">
                  <a16:creationId xmlns:a16="http://schemas.microsoft.com/office/drawing/2014/main" id="{CB62FEAE-CA08-41D1-BF1A-07977A60D9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00291" y="2539606"/>
              <a:ext cx="275705" cy="9971"/>
            </a:xfrm>
            <a:prstGeom prst="line">
              <a:avLst/>
            </a:prstGeom>
            <a:ln w="38100">
              <a:solidFill>
                <a:srgbClr val="00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橢圓 51">
              <a:extLst>
                <a:ext uri="{FF2B5EF4-FFF2-40B4-BE49-F238E27FC236}">
                  <a16:creationId xmlns:a16="http://schemas.microsoft.com/office/drawing/2014/main" id="{DD5368E4-9D35-48DB-AA48-59759BF69E52}"/>
                </a:ext>
              </a:extLst>
            </p:cNvPr>
            <p:cNvSpPr/>
            <p:nvPr/>
          </p:nvSpPr>
          <p:spPr>
            <a:xfrm>
              <a:off x="9752904" y="2512015"/>
              <a:ext cx="108000" cy="108000"/>
            </a:xfrm>
            <a:prstGeom prst="ellipse">
              <a:avLst/>
            </a:prstGeom>
            <a:solidFill>
              <a:srgbClr val="00FFFF"/>
            </a:solidFill>
            <a:ln>
              <a:solidFill>
                <a:srgbClr val="00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cxnSp>
        <p:nvCxnSpPr>
          <p:cNvPr id="53" name="直線接點 52">
            <a:extLst>
              <a:ext uri="{FF2B5EF4-FFF2-40B4-BE49-F238E27FC236}">
                <a16:creationId xmlns:a16="http://schemas.microsoft.com/office/drawing/2014/main" id="{1718CB61-6AE9-4931-8F99-F44AA359BFAC}"/>
              </a:ext>
            </a:extLst>
          </p:cNvPr>
          <p:cNvCxnSpPr>
            <a:cxnSpLocks/>
            <a:stCxn id="52" idx="4"/>
          </p:cNvCxnSpPr>
          <p:nvPr/>
        </p:nvCxnSpPr>
        <p:spPr>
          <a:xfrm flipH="1">
            <a:off x="4062691" y="2620015"/>
            <a:ext cx="6613" cy="2770344"/>
          </a:xfrm>
          <a:prstGeom prst="line">
            <a:avLst/>
          </a:prstGeom>
          <a:ln w="38100">
            <a:solidFill>
              <a:srgbClr val="00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19143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486405-10E9-4237-AE0C-C31198684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MIS-2 — Level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8" name="群組 57">
            <a:extLst>
              <a:ext uri="{FF2B5EF4-FFF2-40B4-BE49-F238E27FC236}">
                <a16:creationId xmlns:a16="http://schemas.microsoft.com/office/drawing/2014/main" id="{E07343FD-E53C-42D3-814A-289CBE457339}"/>
              </a:ext>
            </a:extLst>
          </p:cNvPr>
          <p:cNvGrpSpPr/>
          <p:nvPr/>
        </p:nvGrpSpPr>
        <p:grpSpPr>
          <a:xfrm>
            <a:off x="463100" y="1539551"/>
            <a:ext cx="5544000" cy="4114801"/>
            <a:chOff x="6010892" y="1539551"/>
            <a:chExt cx="5544000" cy="4114801"/>
          </a:xfrm>
        </p:grpSpPr>
        <p:cxnSp>
          <p:nvCxnSpPr>
            <p:cNvPr id="62" name="直線單箭頭接點 61">
              <a:extLst>
                <a:ext uri="{FF2B5EF4-FFF2-40B4-BE49-F238E27FC236}">
                  <a16:creationId xmlns:a16="http://schemas.microsoft.com/office/drawing/2014/main" id="{91973A6C-D286-44CF-9F05-124500DCA3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06463" y="1539551"/>
              <a:ext cx="0" cy="411480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線單箭頭接點 62">
              <a:extLst>
                <a:ext uri="{FF2B5EF4-FFF2-40B4-BE49-F238E27FC236}">
                  <a16:creationId xmlns:a16="http://schemas.microsoft.com/office/drawing/2014/main" id="{E6FA6B02-5063-4525-B0DE-FBA78B2222BF}"/>
                </a:ext>
              </a:extLst>
            </p:cNvPr>
            <p:cNvCxnSpPr>
              <a:cxnSpLocks/>
            </p:cNvCxnSpPr>
            <p:nvPr/>
          </p:nvCxnSpPr>
          <p:spPr>
            <a:xfrm>
              <a:off x="6822790" y="5390359"/>
              <a:ext cx="406603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線接點 63">
              <a:extLst>
                <a:ext uri="{FF2B5EF4-FFF2-40B4-BE49-F238E27FC236}">
                  <a16:creationId xmlns:a16="http://schemas.microsoft.com/office/drawing/2014/main" id="{AA2ECF14-A519-44F4-BD52-2E726F5254A9}"/>
                </a:ext>
              </a:extLst>
            </p:cNvPr>
            <p:cNvCxnSpPr/>
            <p:nvPr/>
          </p:nvCxnSpPr>
          <p:spPr>
            <a:xfrm>
              <a:off x="7106463" y="5271796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線接點 64">
              <a:extLst>
                <a:ext uri="{FF2B5EF4-FFF2-40B4-BE49-F238E27FC236}">
                  <a16:creationId xmlns:a16="http://schemas.microsoft.com/office/drawing/2014/main" id="{86E791CE-15CA-47F2-B481-65236007A0F9}"/>
                </a:ext>
              </a:extLst>
            </p:cNvPr>
            <p:cNvCxnSpPr/>
            <p:nvPr/>
          </p:nvCxnSpPr>
          <p:spPr>
            <a:xfrm>
              <a:off x="9754023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線接點 65">
              <a:extLst>
                <a:ext uri="{FF2B5EF4-FFF2-40B4-BE49-F238E27FC236}">
                  <a16:creationId xmlns:a16="http://schemas.microsoft.com/office/drawing/2014/main" id="{8E0DA846-9A92-4263-A973-C04A75991A96}"/>
                </a:ext>
              </a:extLst>
            </p:cNvPr>
            <p:cNvCxnSpPr/>
            <p:nvPr/>
          </p:nvCxnSpPr>
          <p:spPr>
            <a:xfrm>
              <a:off x="9312763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線接點 66">
              <a:extLst>
                <a:ext uri="{FF2B5EF4-FFF2-40B4-BE49-F238E27FC236}">
                  <a16:creationId xmlns:a16="http://schemas.microsoft.com/office/drawing/2014/main" id="{E948B7C5-8CBE-492B-AB75-972C6D2F3C10}"/>
                </a:ext>
              </a:extLst>
            </p:cNvPr>
            <p:cNvCxnSpPr/>
            <p:nvPr/>
          </p:nvCxnSpPr>
          <p:spPr>
            <a:xfrm>
              <a:off x="8871503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線接點 67">
              <a:extLst>
                <a:ext uri="{FF2B5EF4-FFF2-40B4-BE49-F238E27FC236}">
                  <a16:creationId xmlns:a16="http://schemas.microsoft.com/office/drawing/2014/main" id="{AF759AB4-0B2C-4629-95F2-FA72784F4BDF}"/>
                </a:ext>
              </a:extLst>
            </p:cNvPr>
            <p:cNvCxnSpPr>
              <a:cxnSpLocks/>
            </p:cNvCxnSpPr>
            <p:nvPr/>
          </p:nvCxnSpPr>
          <p:spPr>
            <a:xfrm>
              <a:off x="8430243" y="527179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線接點 68">
              <a:extLst>
                <a:ext uri="{FF2B5EF4-FFF2-40B4-BE49-F238E27FC236}">
                  <a16:creationId xmlns:a16="http://schemas.microsoft.com/office/drawing/2014/main" id="{C3CDA6B6-7869-4EF8-B691-3FFAE08D1E29}"/>
                </a:ext>
              </a:extLst>
            </p:cNvPr>
            <p:cNvCxnSpPr>
              <a:cxnSpLocks/>
            </p:cNvCxnSpPr>
            <p:nvPr/>
          </p:nvCxnSpPr>
          <p:spPr>
            <a:xfrm>
              <a:off x="7988983" y="527179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線接點 69">
              <a:extLst>
                <a:ext uri="{FF2B5EF4-FFF2-40B4-BE49-F238E27FC236}">
                  <a16:creationId xmlns:a16="http://schemas.microsoft.com/office/drawing/2014/main" id="{A0308108-2538-46A1-8AE7-95DA8B1E1FA7}"/>
                </a:ext>
              </a:extLst>
            </p:cNvPr>
            <p:cNvCxnSpPr>
              <a:cxnSpLocks/>
            </p:cNvCxnSpPr>
            <p:nvPr/>
          </p:nvCxnSpPr>
          <p:spPr>
            <a:xfrm>
              <a:off x="7547723" y="527179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線接點 70">
              <a:extLst>
                <a:ext uri="{FF2B5EF4-FFF2-40B4-BE49-F238E27FC236}">
                  <a16:creationId xmlns:a16="http://schemas.microsoft.com/office/drawing/2014/main" id="{D24F3B33-50A8-49A2-913A-6069B79F558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5271607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線接點 71">
              <a:extLst>
                <a:ext uri="{FF2B5EF4-FFF2-40B4-BE49-F238E27FC236}">
                  <a16:creationId xmlns:a16="http://schemas.microsoft.com/office/drawing/2014/main" id="{2C2432AD-3315-4A6A-A453-10239319C47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4827911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線接點 72">
              <a:extLst>
                <a:ext uri="{FF2B5EF4-FFF2-40B4-BE49-F238E27FC236}">
                  <a16:creationId xmlns:a16="http://schemas.microsoft.com/office/drawing/2014/main" id="{A21DB719-6D95-46B1-B07D-88F33175B8A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438421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線接點 73">
              <a:extLst>
                <a:ext uri="{FF2B5EF4-FFF2-40B4-BE49-F238E27FC236}">
                  <a16:creationId xmlns:a16="http://schemas.microsoft.com/office/drawing/2014/main" id="{F316DE3A-E04C-45BD-814E-7410502FE88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3940521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線接點 74">
              <a:extLst>
                <a:ext uri="{FF2B5EF4-FFF2-40B4-BE49-F238E27FC236}">
                  <a16:creationId xmlns:a16="http://schemas.microsoft.com/office/drawing/2014/main" id="{D8D50D2E-3789-4444-A535-2FDEDCDB008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349682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線接點 75">
              <a:extLst>
                <a:ext uri="{FF2B5EF4-FFF2-40B4-BE49-F238E27FC236}">
                  <a16:creationId xmlns:a16="http://schemas.microsoft.com/office/drawing/2014/main" id="{DFAFECE7-BD9B-459F-9934-5D16BB84354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3053131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線接點 76">
              <a:extLst>
                <a:ext uri="{FF2B5EF4-FFF2-40B4-BE49-F238E27FC236}">
                  <a16:creationId xmlns:a16="http://schemas.microsoft.com/office/drawing/2014/main" id="{792059F4-F49B-4B92-98D8-90ED00DB2BB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2609436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橢圓 89">
              <a:extLst>
                <a:ext uri="{FF2B5EF4-FFF2-40B4-BE49-F238E27FC236}">
                  <a16:creationId xmlns:a16="http://schemas.microsoft.com/office/drawing/2014/main" id="{937111D7-CFEA-4F26-A419-9409CC86A804}"/>
                </a:ext>
              </a:extLst>
            </p:cNvPr>
            <p:cNvSpPr/>
            <p:nvPr/>
          </p:nvSpPr>
          <p:spPr>
            <a:xfrm>
              <a:off x="7513605" y="3980778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88" name="橢圓 87">
              <a:extLst>
                <a:ext uri="{FF2B5EF4-FFF2-40B4-BE49-F238E27FC236}">
                  <a16:creationId xmlns:a16="http://schemas.microsoft.com/office/drawing/2014/main" id="{295D0B87-1759-4AB1-B98C-3B7C3359F8D1}"/>
                </a:ext>
              </a:extLst>
            </p:cNvPr>
            <p:cNvSpPr/>
            <p:nvPr/>
          </p:nvSpPr>
          <p:spPr>
            <a:xfrm>
              <a:off x="7771669" y="3113282"/>
              <a:ext cx="108000" cy="108000"/>
            </a:xfrm>
            <a:prstGeom prst="ellipse">
              <a:avLst/>
            </a:prstGeom>
            <a:solidFill>
              <a:srgbClr val="934BC9"/>
            </a:solidFill>
            <a:ln>
              <a:solidFill>
                <a:srgbClr val="934BC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6" name="橢圓 85">
              <a:extLst>
                <a:ext uri="{FF2B5EF4-FFF2-40B4-BE49-F238E27FC236}">
                  <a16:creationId xmlns:a16="http://schemas.microsoft.com/office/drawing/2014/main" id="{0E52E99F-08E1-4650-A537-D76AEE91C916}"/>
                </a:ext>
              </a:extLst>
            </p:cNvPr>
            <p:cNvSpPr/>
            <p:nvPr/>
          </p:nvSpPr>
          <p:spPr>
            <a:xfrm>
              <a:off x="8050726" y="2915471"/>
              <a:ext cx="108000" cy="10800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1" name="直線接點 80">
              <a:extLst>
                <a:ext uri="{FF2B5EF4-FFF2-40B4-BE49-F238E27FC236}">
                  <a16:creationId xmlns:a16="http://schemas.microsoft.com/office/drawing/2014/main" id="{7EDF7CFC-EBE7-4056-9437-8619AEA64B96}"/>
                </a:ext>
              </a:extLst>
            </p:cNvPr>
            <p:cNvCxnSpPr/>
            <p:nvPr/>
          </p:nvCxnSpPr>
          <p:spPr>
            <a:xfrm>
              <a:off x="10195283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線接點 81">
              <a:extLst>
                <a:ext uri="{FF2B5EF4-FFF2-40B4-BE49-F238E27FC236}">
                  <a16:creationId xmlns:a16="http://schemas.microsoft.com/office/drawing/2014/main" id="{A6AF9EDF-F8AF-4730-96E2-C96BC01C958F}"/>
                </a:ext>
              </a:extLst>
            </p:cNvPr>
            <p:cNvCxnSpPr/>
            <p:nvPr/>
          </p:nvCxnSpPr>
          <p:spPr>
            <a:xfrm>
              <a:off x="10636544" y="5272171"/>
              <a:ext cx="0" cy="2612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線接點 82">
              <a:extLst>
                <a:ext uri="{FF2B5EF4-FFF2-40B4-BE49-F238E27FC236}">
                  <a16:creationId xmlns:a16="http://schemas.microsoft.com/office/drawing/2014/main" id="{8951CCE2-AB95-469B-BF08-FE1B4C9CBC4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106463" y="2165741"/>
              <a:ext cx="0" cy="2616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線接點 83">
              <a:extLst>
                <a:ext uri="{FF2B5EF4-FFF2-40B4-BE49-F238E27FC236}">
                  <a16:creationId xmlns:a16="http://schemas.microsoft.com/office/drawing/2014/main" id="{A5E07C67-0B84-4ADE-9AA2-392F25EC84E9}"/>
                </a:ext>
              </a:extLst>
            </p:cNvPr>
            <p:cNvCxnSpPr>
              <a:cxnSpLocks/>
            </p:cNvCxnSpPr>
            <p:nvPr/>
          </p:nvCxnSpPr>
          <p:spPr>
            <a:xfrm>
              <a:off x="6975647" y="1852862"/>
              <a:ext cx="26163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線單箭頭接點 84">
              <a:extLst>
                <a:ext uri="{FF2B5EF4-FFF2-40B4-BE49-F238E27FC236}">
                  <a16:creationId xmlns:a16="http://schemas.microsoft.com/office/drawing/2014/main" id="{E6B3BC9E-D693-4ECE-87D3-B4DFFA6E283B}"/>
                </a:ext>
              </a:extLst>
            </p:cNvPr>
            <p:cNvCxnSpPr>
              <a:cxnSpLocks/>
            </p:cNvCxnSpPr>
            <p:nvPr/>
          </p:nvCxnSpPr>
          <p:spPr>
            <a:xfrm rot="-2700000">
              <a:off x="6010892" y="3694248"/>
              <a:ext cx="5544000" cy="2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橢圓 99">
            <a:extLst>
              <a:ext uri="{FF2B5EF4-FFF2-40B4-BE49-F238E27FC236}">
                <a16:creationId xmlns:a16="http://schemas.microsoft.com/office/drawing/2014/main" id="{63F22B0F-2E13-42FD-89D9-72358402ACB7}"/>
              </a:ext>
            </a:extLst>
          </p:cNvPr>
          <p:cNvSpPr/>
          <p:nvPr/>
        </p:nvSpPr>
        <p:spPr>
          <a:xfrm>
            <a:off x="4906897" y="2686251"/>
            <a:ext cx="108000" cy="108000"/>
          </a:xfrm>
          <a:prstGeom prst="ellipse">
            <a:avLst/>
          </a:prstGeom>
          <a:solidFill>
            <a:srgbClr val="44FD19"/>
          </a:solidFill>
          <a:ln>
            <a:solidFill>
              <a:srgbClr val="44FD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150AB9F9-7FF4-4B5C-A436-F1A2CFC7D899}"/>
              </a:ext>
            </a:extLst>
          </p:cNvPr>
          <p:cNvSpPr txBox="1"/>
          <p:nvPr/>
        </p:nvSpPr>
        <p:spPr>
          <a:xfrm>
            <a:off x="1838534" y="3563644"/>
            <a:ext cx="483274" cy="4616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5756F0DA-8725-47BD-A754-772B932B08B3}"/>
                  </a:ext>
                </a:extLst>
              </p:cNvPr>
              <p:cNvSpPr txBox="1"/>
              <p:nvPr/>
            </p:nvSpPr>
            <p:spPr>
              <a:xfrm>
                <a:off x="6285295" y="110830"/>
                <a:ext cx="5724832" cy="63371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 LEVEL (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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</a:p>
              <a:p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each point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…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 := OT.I(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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j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 m 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do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SET(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00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𝑦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𝑖</m:t>
                        </m:r>
                      </m:sub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:= max(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x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(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max</a:t>
                </a:r>
                <a:r>
                  <a:rPr lang="en-US" altLang="zh-TW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index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 := MAX(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if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is a positive point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then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begin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INS(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max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+1,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00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𝑦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𝑖</m:t>
                        </m:r>
                      </m:sub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j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:=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index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PTR(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j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	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:= tail(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if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x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&lt;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then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IN.I(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 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else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SET(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else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begin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{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is a negative point}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j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:=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index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PTR(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j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:= tail(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INS(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max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+1,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00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𝑦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𝑖</m:t>
                        </m:r>
                      </m:sub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SET(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        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end</a:t>
                </a:r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5756F0DA-8725-47BD-A754-772B932B08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5295" y="110830"/>
                <a:ext cx="5724832" cy="6337184"/>
              </a:xfrm>
              <a:prstGeom prst="rect">
                <a:avLst/>
              </a:prstGeom>
              <a:blipFill>
                <a:blip r:embed="rId3"/>
                <a:stretch>
                  <a:fillRect l="-1065" t="-577" r="-1171" b="-76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橢圓 33">
            <a:extLst>
              <a:ext uri="{FF2B5EF4-FFF2-40B4-BE49-F238E27FC236}">
                <a16:creationId xmlns:a16="http://schemas.microsoft.com/office/drawing/2014/main" id="{34662FDA-F19A-497F-A74A-5D3CD5E92673}"/>
              </a:ext>
            </a:extLst>
          </p:cNvPr>
          <p:cNvSpPr/>
          <p:nvPr/>
        </p:nvSpPr>
        <p:spPr>
          <a:xfrm>
            <a:off x="4015304" y="2512015"/>
            <a:ext cx="108000" cy="108000"/>
          </a:xfrm>
          <a:prstGeom prst="ellipse">
            <a:avLst/>
          </a:prstGeom>
          <a:solidFill>
            <a:srgbClr val="00FFFF"/>
          </a:solidFill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E801A795-9FD8-4140-9C14-1B61408AF601}"/>
              </a:ext>
            </a:extLst>
          </p:cNvPr>
          <p:cNvSpPr txBox="1"/>
          <p:nvPr/>
        </p:nvSpPr>
        <p:spPr>
          <a:xfrm>
            <a:off x="1923775" y="2859602"/>
            <a:ext cx="391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413FD8F4-A365-4FDE-AA78-EAD13558AD00}"/>
              </a:ext>
            </a:extLst>
          </p:cNvPr>
          <p:cNvSpPr txBox="1"/>
          <p:nvPr/>
        </p:nvSpPr>
        <p:spPr>
          <a:xfrm>
            <a:off x="2463623" y="2929114"/>
            <a:ext cx="391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EDAE7421-E8C8-4428-A5F6-18F990D478E5}"/>
              </a:ext>
            </a:extLst>
          </p:cNvPr>
          <p:cNvSpPr txBox="1"/>
          <p:nvPr/>
        </p:nvSpPr>
        <p:spPr>
          <a:xfrm>
            <a:off x="3764971" y="2050350"/>
            <a:ext cx="391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CA338272-FE98-4E19-AB45-471836963930}"/>
              </a:ext>
            </a:extLst>
          </p:cNvPr>
          <p:cNvCxnSpPr>
            <a:cxnSpLocks/>
          </p:cNvCxnSpPr>
          <p:nvPr/>
        </p:nvCxnSpPr>
        <p:spPr>
          <a:xfrm flipH="1" flipV="1">
            <a:off x="1558671" y="2731871"/>
            <a:ext cx="3402226" cy="6434"/>
          </a:xfrm>
          <a:prstGeom prst="line">
            <a:avLst/>
          </a:prstGeom>
          <a:solidFill>
            <a:schemeClr val="bg2"/>
          </a:solidFill>
          <a:ln w="38100">
            <a:solidFill>
              <a:srgbClr val="44FD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>
            <a:extLst>
              <a:ext uri="{FF2B5EF4-FFF2-40B4-BE49-F238E27FC236}">
                <a16:creationId xmlns:a16="http://schemas.microsoft.com/office/drawing/2014/main" id="{BA5A5784-B117-42BE-8038-F217665B3534}"/>
              </a:ext>
            </a:extLst>
          </p:cNvPr>
          <p:cNvCxnSpPr>
            <a:cxnSpLocks/>
            <a:endCxn id="100" idx="4"/>
          </p:cNvCxnSpPr>
          <p:nvPr/>
        </p:nvCxnSpPr>
        <p:spPr>
          <a:xfrm flipV="1">
            <a:off x="4942921" y="2794251"/>
            <a:ext cx="17976" cy="2608172"/>
          </a:xfrm>
          <a:prstGeom prst="line">
            <a:avLst/>
          </a:prstGeom>
          <a:solidFill>
            <a:schemeClr val="bg2"/>
          </a:solidFill>
          <a:ln w="38100">
            <a:solidFill>
              <a:srgbClr val="44FD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52FC1F91-4DF0-4EE7-88D0-1A2EB6C4C066}"/>
              </a:ext>
            </a:extLst>
          </p:cNvPr>
          <p:cNvCxnSpPr>
            <a:cxnSpLocks/>
          </p:cNvCxnSpPr>
          <p:nvPr/>
        </p:nvCxnSpPr>
        <p:spPr>
          <a:xfrm>
            <a:off x="2610934" y="2969471"/>
            <a:ext cx="1338349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05ED6602-A83A-45AD-8940-1218339CEA3A}"/>
              </a:ext>
            </a:extLst>
          </p:cNvPr>
          <p:cNvSpPr txBox="1"/>
          <p:nvPr/>
        </p:nvSpPr>
        <p:spPr>
          <a:xfrm>
            <a:off x="5026560" y="2332586"/>
            <a:ext cx="391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97973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486405-10E9-4237-AE0C-C31198684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MIS-2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1F19E680-C97C-45DD-B70E-5BE9F7167E5D}"/>
                  </a:ext>
                </a:extLst>
              </p:cNvPr>
              <p:cNvSpPr txBox="1"/>
              <p:nvPr/>
            </p:nvSpPr>
            <p:spPr>
              <a:xfrm>
                <a:off x="6285295" y="110830"/>
                <a:ext cx="5724832" cy="63371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 LEVEL (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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</a:p>
              <a:p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each point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…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 := OT.I(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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j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 m 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do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SET(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00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𝑦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𝑖</m:t>
                        </m:r>
                      </m:sub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:= max(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x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(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max</a:t>
                </a:r>
                <a:r>
                  <a:rPr lang="en-US" altLang="zh-TW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index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 := MAX(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if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is a positive point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then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begin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INS(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max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+1,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00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𝑦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𝑖</m:t>
                        </m:r>
                      </m:sub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j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:=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index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PTR(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j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	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:= tail(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if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x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&lt;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then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IN.I(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 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else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SET(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else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begin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{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is a negative point}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j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:=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index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PTR(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j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:= tail(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TW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INS(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max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+1,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00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𝑦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𝑖</m:t>
                        </m:r>
                      </m:sub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	SET(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	        </a:t>
                </a:r>
                <a:r>
                  <a:rPr lang="en-US" altLang="zh-TW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end</a:t>
                </a:r>
              </a:p>
            </p:txBody>
          </p:sp>
        </mc:Choice>
        <mc:Fallback xmlns=""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1F19E680-C97C-45DD-B70E-5BE9F7167E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5295" y="110830"/>
                <a:ext cx="5724832" cy="6337184"/>
              </a:xfrm>
              <a:prstGeom prst="rect">
                <a:avLst/>
              </a:prstGeom>
              <a:blipFill>
                <a:blip r:embed="rId3"/>
                <a:stretch>
                  <a:fillRect l="-1065" t="-577" r="-1171" b="-76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內容版面配置區 2">
            <a:extLst>
              <a:ext uri="{FF2B5EF4-FFF2-40B4-BE49-F238E27FC236}">
                <a16:creationId xmlns:a16="http://schemas.microsoft.com/office/drawing/2014/main" id="{69B5F36E-F30E-4AC6-88AE-A7C6871927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5099"/>
            <a:ext cx="10515600" cy="5337175"/>
          </a:xfrm>
        </p:spPr>
        <p:txBody>
          <a:bodyPr>
            <a:noAutofit/>
          </a:bodyPr>
          <a:lstStyle/>
          <a:p>
            <a:pPr marL="0" indent="0">
              <a:lnSpc>
                <a:spcPts val="3500"/>
              </a:lnSpc>
              <a:spcBef>
                <a:spcPts val="1800"/>
              </a:spcBef>
              <a:buNone/>
            </a:pPr>
            <a:r>
              <a:rPr lang="en-US" altLang="zh-TW" sz="2400" dirty="0">
                <a:sym typeface="Symbol" panose="05050102010706020507" pitchFamily="18" charset="2"/>
              </a:rPr>
              <a:t>Time complexity</a:t>
            </a:r>
            <a:r>
              <a:rPr lang="zh-TW" altLang="en-US" sz="2400" dirty="0">
                <a:sym typeface="Symbol" panose="05050102010706020507" pitchFamily="18" charset="2"/>
              </a:rPr>
              <a:t>：</a:t>
            </a:r>
            <a:br>
              <a:rPr lang="en-US" altLang="zh-TW" sz="2400" dirty="0">
                <a:sym typeface="Symbol" panose="05050102010706020507" pitchFamily="18" charset="2"/>
              </a:rPr>
            </a:br>
            <a:r>
              <a:rPr lang="en-US" altLang="zh-TW" sz="2400" dirty="0">
                <a:sym typeface="Symbol" panose="05050102010706020507" pitchFamily="18" charset="2"/>
              </a:rPr>
              <a:t>O(</a:t>
            </a:r>
            <a:r>
              <a:rPr lang="en-US" altLang="zh-TW" sz="2400" i="1" dirty="0">
                <a:sym typeface="Symbol" panose="05050102010706020507" pitchFamily="18" charset="2"/>
              </a:rPr>
              <a:t>n</a:t>
            </a:r>
            <a:r>
              <a:rPr lang="en-US" altLang="zh-TW" sz="2400" dirty="0">
                <a:sym typeface="Symbol" panose="05050102010706020507" pitchFamily="18" charset="2"/>
              </a:rPr>
              <a:t>(</a:t>
            </a:r>
            <a:r>
              <a:rPr lang="en-US" altLang="zh-TW" sz="2400" dirty="0" err="1">
                <a:sym typeface="Symbol" panose="05050102010706020507" pitchFamily="18" charset="2"/>
              </a:rPr>
              <a:t>log</a:t>
            </a:r>
            <a:r>
              <a:rPr lang="en-US" altLang="zh-TW" sz="2400" i="1" dirty="0" err="1">
                <a:sym typeface="Symbol" panose="05050102010706020507" pitchFamily="18" charset="2"/>
              </a:rPr>
              <a:t>n</a:t>
            </a:r>
            <a:r>
              <a:rPr lang="en-US" altLang="zh-TW" sz="2400" dirty="0">
                <a:sym typeface="Symbol" panose="05050102010706020507" pitchFamily="18" charset="2"/>
              </a:rPr>
              <a:t> + </a:t>
            </a:r>
            <a:r>
              <a:rPr lang="en-US" altLang="zh-TW" sz="2400" i="1" dirty="0">
                <a:sym typeface="Symbol" panose="05050102010706020507" pitchFamily="18" charset="2"/>
              </a:rPr>
              <a:t>k</a:t>
            </a:r>
            <a:r>
              <a:rPr lang="en-US" altLang="zh-TW" sz="2400" dirty="0">
                <a:sym typeface="Symbol" panose="05050102010706020507" pitchFamily="18" charset="2"/>
              </a:rPr>
              <a:t>))</a:t>
            </a:r>
          </a:p>
          <a:p>
            <a:pPr marL="0" indent="0">
              <a:lnSpc>
                <a:spcPts val="3500"/>
              </a:lnSpc>
              <a:spcBef>
                <a:spcPts val="1800"/>
              </a:spcBef>
              <a:buNone/>
            </a:pPr>
            <a:endParaRPr lang="en-US" altLang="zh-TW" sz="2400" dirty="0">
              <a:sym typeface="Symbol" panose="05050102010706020507" pitchFamily="18" charset="2"/>
            </a:endParaRPr>
          </a:p>
          <a:p>
            <a:pPr marL="0" indent="0">
              <a:lnSpc>
                <a:spcPts val="3500"/>
              </a:lnSpc>
              <a:spcBef>
                <a:spcPts val="1800"/>
              </a:spcBef>
              <a:buNone/>
            </a:pPr>
            <a:r>
              <a:rPr lang="en-US" altLang="zh-TW" sz="2400" dirty="0">
                <a:sym typeface="Symbol" panose="05050102010706020507" pitchFamily="18" charset="2"/>
              </a:rPr>
              <a:t>but tail(</a:t>
            </a:r>
            <a:r>
              <a:rPr lang="en-US" altLang="zh-TW" sz="2400" i="1" dirty="0">
                <a:sym typeface="Symbol" panose="05050102010706020507" pitchFamily="18" charset="2"/>
              </a:rPr>
              <a:t>P</a:t>
            </a:r>
            <a:r>
              <a:rPr lang="en-US" altLang="zh-TW" sz="2400" i="1" baseline="-25000" dirty="0">
                <a:sym typeface="Symbol" panose="05050102010706020507" pitchFamily="18" charset="2"/>
              </a:rPr>
              <a:t>i</a:t>
            </a:r>
            <a:r>
              <a:rPr lang="en-US" altLang="zh-TW" sz="2400" dirty="0">
                <a:sym typeface="Symbol" panose="05050102010706020507" pitchFamily="18" charset="2"/>
              </a:rPr>
              <a:t>) can be reduce from O(</a:t>
            </a:r>
            <a:r>
              <a:rPr lang="en-US" altLang="zh-TW" sz="2400" i="1" dirty="0">
                <a:sym typeface="Symbol" panose="05050102010706020507" pitchFamily="18" charset="2"/>
              </a:rPr>
              <a:t>k</a:t>
            </a:r>
            <a:r>
              <a:rPr lang="en-US" altLang="zh-TW" sz="2400" dirty="0">
                <a:sym typeface="Symbol" panose="05050102010706020507" pitchFamily="18" charset="2"/>
              </a:rPr>
              <a:t>) to O(</a:t>
            </a:r>
            <a:r>
              <a:rPr lang="en-US" altLang="zh-TW" sz="2400" dirty="0" err="1">
                <a:sym typeface="Symbol" panose="05050102010706020507" pitchFamily="18" charset="2"/>
              </a:rPr>
              <a:t>log</a:t>
            </a:r>
            <a:r>
              <a:rPr lang="en-US" altLang="zh-TW" sz="2400" i="1" dirty="0" err="1">
                <a:sym typeface="Symbol" panose="05050102010706020507" pitchFamily="18" charset="2"/>
              </a:rPr>
              <a:t>k</a:t>
            </a:r>
            <a:r>
              <a:rPr lang="en-US" altLang="zh-TW" sz="2400" dirty="0">
                <a:sym typeface="Symbol" panose="05050102010706020507" pitchFamily="18" charset="2"/>
              </a:rPr>
              <a:t>)</a:t>
            </a:r>
          </a:p>
          <a:p>
            <a:pPr marL="0" indent="0">
              <a:lnSpc>
                <a:spcPts val="3500"/>
              </a:lnSpc>
              <a:spcBef>
                <a:spcPts val="1800"/>
              </a:spcBef>
              <a:buNone/>
            </a:pPr>
            <a:endParaRPr lang="en-US" altLang="zh-TW" sz="2400" dirty="0">
              <a:sym typeface="Symbol" panose="05050102010706020507" pitchFamily="18" charset="2"/>
            </a:endParaRPr>
          </a:p>
          <a:p>
            <a:pPr marL="0" indent="0">
              <a:lnSpc>
                <a:spcPts val="3500"/>
              </a:lnSpc>
              <a:spcBef>
                <a:spcPts val="1800"/>
              </a:spcBef>
              <a:buNone/>
            </a:pPr>
            <a:r>
              <a:rPr lang="zh-TW" altLang="en-US" sz="2400" dirty="0">
                <a:sym typeface="Symbol" panose="05050102010706020507" pitchFamily="18" charset="2"/>
              </a:rPr>
              <a:t>→ </a:t>
            </a:r>
            <a:r>
              <a:rPr lang="en-US" altLang="zh-TW" sz="2400" dirty="0">
                <a:sym typeface="Symbol" panose="05050102010706020507" pitchFamily="18" charset="2"/>
              </a:rPr>
              <a:t>O(n(</a:t>
            </a:r>
            <a:r>
              <a:rPr lang="en-US" altLang="zh-TW" sz="2400" dirty="0" err="1">
                <a:sym typeface="Symbol" panose="05050102010706020507" pitchFamily="18" charset="2"/>
              </a:rPr>
              <a:t>log</a:t>
            </a:r>
            <a:r>
              <a:rPr lang="en-US" altLang="zh-TW" sz="2400" i="1" dirty="0" err="1">
                <a:sym typeface="Symbol" panose="05050102010706020507" pitchFamily="18" charset="2"/>
              </a:rPr>
              <a:t>n</a:t>
            </a:r>
            <a:r>
              <a:rPr lang="en-US" altLang="zh-TW" sz="2400" dirty="0">
                <a:sym typeface="Symbol" panose="05050102010706020507" pitchFamily="18" charset="2"/>
              </a:rPr>
              <a:t> + </a:t>
            </a:r>
            <a:r>
              <a:rPr lang="en-US" altLang="zh-TW" sz="2400" dirty="0" err="1">
                <a:sym typeface="Symbol" panose="05050102010706020507" pitchFamily="18" charset="2"/>
              </a:rPr>
              <a:t>log</a:t>
            </a:r>
            <a:r>
              <a:rPr lang="en-US" altLang="zh-TW" sz="2400" i="1" dirty="0" err="1">
                <a:sym typeface="Symbol" panose="05050102010706020507" pitchFamily="18" charset="2"/>
              </a:rPr>
              <a:t>k</a:t>
            </a:r>
            <a:r>
              <a:rPr lang="en-US" altLang="zh-TW" sz="2400" dirty="0">
                <a:sym typeface="Symbol" panose="05050102010706020507" pitchFamily="18" charset="2"/>
              </a:rPr>
              <a:t>))</a:t>
            </a:r>
          </a:p>
          <a:p>
            <a:pPr marL="0" indent="0">
              <a:lnSpc>
                <a:spcPts val="3500"/>
              </a:lnSpc>
              <a:spcBef>
                <a:spcPts val="1800"/>
              </a:spcBef>
              <a:buNone/>
            </a:pPr>
            <a:r>
              <a:rPr lang="zh-TW" altLang="en-US" sz="2400" dirty="0">
                <a:sym typeface="Symbol" panose="05050102010706020507" pitchFamily="18" charset="2"/>
              </a:rPr>
              <a:t>→ </a:t>
            </a:r>
            <a:r>
              <a:rPr lang="en-US" altLang="zh-TW" sz="2400" dirty="0">
                <a:sym typeface="Symbol" panose="05050102010706020507" pitchFamily="18" charset="2"/>
              </a:rPr>
              <a:t>O(</a:t>
            </a:r>
            <a:r>
              <a:rPr lang="en-US" altLang="zh-TW" sz="2400" i="1" dirty="0" err="1">
                <a:sym typeface="Symbol" panose="05050102010706020507" pitchFamily="18" charset="2"/>
              </a:rPr>
              <a:t>n</a:t>
            </a:r>
            <a:r>
              <a:rPr lang="en-US" altLang="zh-TW" sz="2400" dirty="0" err="1">
                <a:sym typeface="Symbol" panose="05050102010706020507" pitchFamily="18" charset="2"/>
              </a:rPr>
              <a:t>log</a:t>
            </a:r>
            <a:r>
              <a:rPr lang="en-US" altLang="zh-TW" sz="2400" i="1" dirty="0" err="1">
                <a:sym typeface="Symbol" panose="05050102010706020507" pitchFamily="18" charset="2"/>
              </a:rPr>
              <a:t>n</a:t>
            </a:r>
            <a:r>
              <a:rPr lang="en-US" altLang="zh-TW" sz="2400" dirty="0">
                <a:sym typeface="Symbol" panose="05050102010706020507" pitchFamily="18" charset="2"/>
              </a:rPr>
              <a:t>)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1411F7B8-5CD6-468C-8347-5B04718184BA}"/>
              </a:ext>
            </a:extLst>
          </p:cNvPr>
          <p:cNvSpPr/>
          <p:nvPr/>
        </p:nvSpPr>
        <p:spPr>
          <a:xfrm>
            <a:off x="6285294" y="490159"/>
            <a:ext cx="2875483" cy="3190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9CE45491-E272-4BCE-8741-AC0B765E291D}"/>
              </a:ext>
            </a:extLst>
          </p:cNvPr>
          <p:cNvSpPr/>
          <p:nvPr/>
        </p:nvSpPr>
        <p:spPr>
          <a:xfrm>
            <a:off x="8681208" y="490159"/>
            <a:ext cx="479570" cy="319056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zh-TW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9A051EF5-A3BC-465C-84CE-F360F99834D6}"/>
              </a:ext>
            </a:extLst>
          </p:cNvPr>
          <p:cNvSpPr/>
          <p:nvPr/>
        </p:nvSpPr>
        <p:spPr>
          <a:xfrm>
            <a:off x="8025067" y="3594502"/>
            <a:ext cx="2553450" cy="3190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19E8A4BB-0C6E-49FE-8488-AF2413258A11}"/>
              </a:ext>
            </a:extLst>
          </p:cNvPr>
          <p:cNvSpPr/>
          <p:nvPr/>
        </p:nvSpPr>
        <p:spPr>
          <a:xfrm>
            <a:off x="9848675" y="3594502"/>
            <a:ext cx="704675" cy="319056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TW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651E179B-04DB-42CC-8C5E-09A3A5651821}"/>
              </a:ext>
            </a:extLst>
          </p:cNvPr>
          <p:cNvSpPr/>
          <p:nvPr/>
        </p:nvSpPr>
        <p:spPr>
          <a:xfrm>
            <a:off x="7229510" y="1785455"/>
            <a:ext cx="3709733" cy="3190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E107520D-B03A-4BAC-9EC4-DEFEF81E86C8}"/>
              </a:ext>
            </a:extLst>
          </p:cNvPr>
          <p:cNvSpPr/>
          <p:nvPr/>
        </p:nvSpPr>
        <p:spPr>
          <a:xfrm>
            <a:off x="10043019" y="1785455"/>
            <a:ext cx="896224" cy="319056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zh-TW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F7423167-2532-4D82-8934-A96D81AD9A52}"/>
              </a:ext>
            </a:extLst>
          </p:cNvPr>
          <p:cNvSpPr/>
          <p:nvPr/>
        </p:nvSpPr>
        <p:spPr>
          <a:xfrm>
            <a:off x="8025067" y="5145790"/>
            <a:ext cx="2553450" cy="3190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85E48B0F-9565-4240-8423-7A3997323318}"/>
              </a:ext>
            </a:extLst>
          </p:cNvPr>
          <p:cNvSpPr/>
          <p:nvPr/>
        </p:nvSpPr>
        <p:spPr>
          <a:xfrm>
            <a:off x="9848675" y="5145790"/>
            <a:ext cx="704675" cy="319056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TW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46119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486405-10E9-4237-AE0C-C31198684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MIS-2 — Tail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9" name="圖片 38">
            <a:extLst>
              <a:ext uri="{FF2B5EF4-FFF2-40B4-BE49-F238E27FC236}">
                <a16:creationId xmlns:a16="http://schemas.microsoft.com/office/drawing/2014/main" id="{D6FB0407-8BB3-40D1-8E4D-4AAE3C2DA3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7729" y="0"/>
            <a:ext cx="3848637" cy="68113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0" name="內容版面配置區 2">
                <a:extLst>
                  <a:ext uri="{FF2B5EF4-FFF2-40B4-BE49-F238E27FC236}">
                    <a16:creationId xmlns:a16="http://schemas.microsoft.com/office/drawing/2014/main" id="{6CF95C72-37CB-486D-AC0E-13B6FC90D5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35099"/>
                <a:ext cx="10515600" cy="5337175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ts val="3500"/>
                  </a:lnSpc>
                  <a:spcBef>
                    <a:spcPts val="1800"/>
                  </a:spcBef>
                  <a:buNone/>
                </a:pPr>
                <a:r>
                  <a:rPr lang="en-US" altLang="zh-TW" sz="2400" dirty="0">
                    <a:sym typeface="Symbol" panose="05050102010706020507" pitchFamily="18" charset="2"/>
                  </a:rPr>
                  <a:t>Block(</a:t>
                </a:r>
                <a:r>
                  <a:rPr lang="en-US" altLang="zh-TW" sz="2400" i="1" dirty="0">
                    <a:sym typeface="Symbol" panose="05050102010706020507" pitchFamily="18" charset="2"/>
                  </a:rPr>
                  <a:t>a</a:t>
                </a:r>
                <a:r>
                  <a:rPr lang="en-US" altLang="zh-TW" sz="2400" dirty="0">
                    <a:sym typeface="Symbol" panose="05050102010706020507" pitchFamily="18" charset="2"/>
                  </a:rPr>
                  <a:t>, </a:t>
                </a:r>
                <a:r>
                  <a:rPr lang="en-US" altLang="zh-TW" sz="2400" i="1" dirty="0">
                    <a:sym typeface="Symbol" panose="05050102010706020507" pitchFamily="18" charset="2"/>
                  </a:rPr>
                  <a:t>b</a:t>
                </a:r>
                <a:r>
                  <a:rPr lang="en-US" altLang="zh-TW" sz="2400" dirty="0">
                    <a:sym typeface="Symbol" panose="05050102010706020507" pitchFamily="18" charset="2"/>
                  </a:rPr>
                  <a:t>), if  </a:t>
                </a:r>
                <a:r>
                  <a:rPr lang="en-US" altLang="zh-TW" sz="2400" i="1" dirty="0">
                    <a:sym typeface="Symbol" panose="05050102010706020507" pitchFamily="18" charset="2"/>
                  </a:rPr>
                  <a:t>b</a:t>
                </a:r>
                <a:r>
                  <a:rPr lang="en-US" altLang="zh-TW" sz="2400" dirty="0">
                    <a:sym typeface="Symbol" panose="05050102010706020507" pitchFamily="18" charset="2"/>
                  </a:rPr>
                  <a:t> – </a:t>
                </a:r>
                <a:r>
                  <a:rPr lang="en-US" altLang="zh-TW" sz="2400" i="1" dirty="0">
                    <a:sym typeface="Symbol" panose="05050102010706020507" pitchFamily="18" charset="2"/>
                  </a:rPr>
                  <a:t>a &gt; </a:t>
                </a:r>
                <a:r>
                  <a:rPr lang="en-US" altLang="zh-TW" sz="2400" dirty="0">
                    <a:sym typeface="Symbol" panose="05050102010706020507" pitchFamily="18" charset="2"/>
                  </a:rPr>
                  <a:t>3, is partitioned into two subblocks</a:t>
                </a:r>
                <a:br>
                  <a:rPr lang="en-US" altLang="zh-TW" sz="2400" dirty="0">
                    <a:sym typeface="Symbol" panose="05050102010706020507" pitchFamily="18" charset="2"/>
                  </a:rPr>
                </a:br>
                <a:r>
                  <a:rPr lang="en-US" altLang="zh-TW" sz="2400" dirty="0">
                    <a:sym typeface="Symbol" panose="05050102010706020507" pitchFamily="18" charset="2"/>
                  </a:rPr>
                  <a:t>B(</a:t>
                </a:r>
                <a:r>
                  <a:rPr lang="en-US" altLang="zh-TW" sz="2400" i="1" dirty="0">
                    <a:sym typeface="Symbol" panose="05050102010706020507" pitchFamily="18" charset="2"/>
                  </a:rPr>
                  <a:t>a</a:t>
                </a:r>
                <a:r>
                  <a:rPr lang="en-US" altLang="zh-TW" sz="2400" dirty="0">
                    <a:sym typeface="Symbol" panose="05050102010706020507" pitchFamily="18" charset="2"/>
                  </a:rPr>
                  <a:t>+1,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fPr>
                          <m:num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𝑎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+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𝑏</m:t>
                            </m:r>
                          </m:num>
                          <m:den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TW" sz="2400" dirty="0">
                    <a:sym typeface="Symbol" panose="05050102010706020507" pitchFamily="18" charset="2"/>
                  </a:rPr>
                  <a:t>)</a:t>
                </a:r>
                <a:r>
                  <a:rPr lang="zh-TW" altLang="en-US" sz="2400" dirty="0">
                    <a:sym typeface="Symbol" panose="05050102010706020507" pitchFamily="18" charset="2"/>
                  </a:rPr>
                  <a:t>、</a:t>
                </a:r>
                <a:r>
                  <a:rPr lang="en-US" altLang="zh-TW" sz="2400" dirty="0">
                    <a:sym typeface="Symbol" panose="05050102010706020507" pitchFamily="18" charset="2"/>
                  </a:rPr>
                  <a:t>B(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altLang="zh-TW" sz="24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fPr>
                          <m:num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𝑎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+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𝑏</m:t>
                            </m:r>
                          </m:num>
                          <m:den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TW" sz="2400" dirty="0">
                    <a:sym typeface="Symbol" panose="05050102010706020507" pitchFamily="18" charset="2"/>
                  </a:rPr>
                  <a:t>+1, </a:t>
                </a:r>
                <a:r>
                  <a:rPr lang="en-US" altLang="zh-TW" sz="2400" i="1" dirty="0">
                    <a:sym typeface="Symbol" panose="05050102010706020507" pitchFamily="18" charset="2"/>
                  </a:rPr>
                  <a:t>b</a:t>
                </a:r>
                <a:r>
                  <a:rPr lang="en-US" altLang="zh-TW" sz="2400" dirty="0">
                    <a:sym typeface="Symbol" panose="05050102010706020507" pitchFamily="18" charset="2"/>
                  </a:rPr>
                  <a:t>-1)</a:t>
                </a:r>
                <a:br>
                  <a:rPr lang="en-US" altLang="zh-TW" sz="2400" dirty="0">
                    <a:sym typeface="Symbol" panose="05050102010706020507" pitchFamily="18" charset="2"/>
                  </a:rPr>
                </a:br>
                <a:endParaRPr lang="en-US" altLang="zh-TW" sz="2400" dirty="0">
                  <a:sym typeface="Symbol" panose="05050102010706020507" pitchFamily="18" charset="2"/>
                </a:endParaRPr>
              </a:p>
              <a:p>
                <a:pPr marL="0" indent="0">
                  <a:lnSpc>
                    <a:spcPts val="3500"/>
                  </a:lnSpc>
                  <a:spcBef>
                    <a:spcPts val="1800"/>
                  </a:spcBef>
                  <a:buNone/>
                </a:pPr>
                <a:r>
                  <a:rPr lang="en-US" altLang="zh-TW" sz="2400" dirty="0">
                    <a:sym typeface="Symbol" panose="05050102010706020507" pitchFamily="18" charset="2"/>
                  </a:rPr>
                  <a:t>if we want to add a dashed line &amp; </a:t>
                </a:r>
                <a:r>
                  <a:rPr lang="en-US" altLang="zh-TW" sz="2400" dirty="0">
                    <a:highlight>
                      <a:srgbClr val="FCEBE0"/>
                    </a:highlight>
                    <a:sym typeface="Symbol" panose="05050102010706020507" pitchFamily="18" charset="2"/>
                  </a:rPr>
                  <a:t>b – a = 3</a:t>
                </a:r>
                <a:r>
                  <a:rPr lang="zh-TW" altLang="en-US" sz="2400" dirty="0">
                    <a:sym typeface="Symbol" panose="05050102010706020507" pitchFamily="18" charset="2"/>
                  </a:rPr>
                  <a:t>： </a:t>
                </a:r>
                <a:r>
                  <a:rPr lang="en-US" altLang="zh-TW" sz="2400" i="1" dirty="0">
                    <a:sym typeface="Symbol" panose="05050102010706020507" pitchFamily="18" charset="2"/>
                  </a:rPr>
                  <a:t>v</a:t>
                </a:r>
                <a:r>
                  <a:rPr lang="en-US" altLang="zh-TW" sz="2400" baseline="-25000" dirty="0">
                    <a:sym typeface="Symbol" panose="05050102010706020507" pitchFamily="18" charset="2"/>
                  </a:rPr>
                  <a:t>6 </a:t>
                </a:r>
                <a:r>
                  <a:rPr lang="en-US" altLang="zh-TW" sz="2400" dirty="0">
                    <a:sym typeface="Symbol" panose="05050102010706020507" pitchFamily="18" charset="2"/>
                  </a:rPr>
                  <a:t>--- </a:t>
                </a:r>
                <a:r>
                  <a:rPr lang="en-US" altLang="zh-TW" sz="2400" i="1" dirty="0">
                    <a:sym typeface="Symbol" panose="05050102010706020507" pitchFamily="18" charset="2"/>
                  </a:rPr>
                  <a:t>v</a:t>
                </a:r>
                <a:r>
                  <a:rPr lang="en-US" altLang="zh-TW" sz="2400" baseline="-25000" dirty="0">
                    <a:sym typeface="Symbol" panose="05050102010706020507" pitchFamily="18" charset="2"/>
                  </a:rPr>
                  <a:t>3</a:t>
                </a:r>
                <a:br>
                  <a:rPr lang="en-US" altLang="zh-TW" sz="2400" baseline="-25000" dirty="0">
                    <a:sym typeface="Symbol" panose="05050102010706020507" pitchFamily="18" charset="2"/>
                  </a:rPr>
                </a:br>
                <a:r>
                  <a:rPr lang="en-US" altLang="zh-TW" sz="2400" dirty="0">
                    <a:sym typeface="Symbol" panose="05050102010706020507" pitchFamily="18" charset="2"/>
                  </a:rPr>
                  <a:t>we need to follow exactly </a:t>
                </a:r>
                <a:r>
                  <a:rPr lang="en-US" altLang="zh-TW" sz="2400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3</a:t>
                </a:r>
                <a:r>
                  <a:rPr lang="en-US" altLang="zh-TW" sz="2400" dirty="0">
                    <a:sym typeface="Symbol" panose="05050102010706020507" pitchFamily="18" charset="2"/>
                  </a:rPr>
                  <a:t> solid edges</a:t>
                </a:r>
                <a:br>
                  <a:rPr lang="en-US" altLang="zh-TW" sz="2400" dirty="0">
                    <a:sym typeface="Symbol" panose="05050102010706020507" pitchFamily="18" charset="2"/>
                  </a:rPr>
                </a:br>
                <a:br>
                  <a:rPr lang="en-US" altLang="zh-TW" sz="2400" dirty="0">
                    <a:sym typeface="Symbol" panose="05050102010706020507" pitchFamily="18" charset="2"/>
                  </a:rPr>
                </a:br>
                <a:r>
                  <a:rPr lang="en-US" altLang="zh-TW" sz="2400" dirty="0">
                    <a:sym typeface="Symbol" panose="05050102010706020507" pitchFamily="18" charset="2"/>
                  </a:rPr>
                  <a:t>if we want to add a dashed line</a:t>
                </a:r>
                <a:r>
                  <a:rPr lang="zh-TW" altLang="en-US" sz="2400" dirty="0">
                    <a:sym typeface="Symbol" panose="05050102010706020507" pitchFamily="18" charset="2"/>
                  </a:rPr>
                  <a:t> </a:t>
                </a:r>
                <a:r>
                  <a:rPr lang="en-US" altLang="zh-TW" sz="2400" dirty="0">
                    <a:sym typeface="Symbol" panose="05050102010706020507" pitchFamily="18" charset="2"/>
                  </a:rPr>
                  <a:t>&amp;</a:t>
                </a:r>
                <a:r>
                  <a:rPr lang="zh-TW" altLang="en-US" sz="2400" dirty="0">
                    <a:sym typeface="Symbol" panose="05050102010706020507" pitchFamily="18" charset="2"/>
                  </a:rPr>
                  <a:t> </a:t>
                </a:r>
                <a:r>
                  <a:rPr lang="en-US" altLang="zh-TW" sz="2400" dirty="0">
                    <a:highlight>
                      <a:srgbClr val="FCEBE0"/>
                    </a:highlight>
                    <a:sym typeface="Symbol" panose="05050102010706020507" pitchFamily="18" charset="2"/>
                  </a:rPr>
                  <a:t>b – a &gt; 3</a:t>
                </a:r>
                <a:r>
                  <a:rPr lang="zh-TW" altLang="en-US" sz="2400" dirty="0">
                    <a:sym typeface="Symbol" panose="05050102010706020507" pitchFamily="18" charset="2"/>
                  </a:rPr>
                  <a:t>：</a:t>
                </a:r>
                <a:r>
                  <a:rPr lang="en-US" altLang="zh-TW" sz="2400" i="1" dirty="0">
                    <a:sym typeface="Symbol" panose="05050102010706020507" pitchFamily="18" charset="2"/>
                  </a:rPr>
                  <a:t>v</a:t>
                </a:r>
                <a:r>
                  <a:rPr lang="en-US" altLang="zh-TW" sz="2400" baseline="-25000" dirty="0">
                    <a:sym typeface="Symbol" panose="05050102010706020507" pitchFamily="18" charset="2"/>
                  </a:rPr>
                  <a:t>22</a:t>
                </a:r>
                <a:r>
                  <a:rPr lang="en-US" altLang="zh-TW" sz="2400" dirty="0">
                    <a:sym typeface="Symbol" panose="05050102010706020507" pitchFamily="18" charset="2"/>
                  </a:rPr>
                  <a:t> --- </a:t>
                </a:r>
                <a:r>
                  <a:rPr lang="en-US" altLang="zh-TW" sz="2400" i="1" dirty="0">
                    <a:sym typeface="Symbol" panose="05050102010706020507" pitchFamily="18" charset="2"/>
                  </a:rPr>
                  <a:t>v</a:t>
                </a:r>
                <a:r>
                  <a:rPr lang="en-US" altLang="zh-TW" sz="2400" baseline="-25000" dirty="0">
                    <a:sym typeface="Symbol" panose="05050102010706020507" pitchFamily="18" charset="2"/>
                  </a:rPr>
                  <a:t>1</a:t>
                </a:r>
                <a:br>
                  <a:rPr lang="en-US" altLang="zh-TW" sz="2400" baseline="-25000" dirty="0">
                    <a:sym typeface="Symbol" panose="05050102010706020507" pitchFamily="18" charset="2"/>
                  </a:rPr>
                </a:br>
                <a:r>
                  <a:rPr lang="en-US" altLang="zh-TW" sz="2400" dirty="0">
                    <a:sym typeface="Symbol" panose="05050102010706020507" pitchFamily="18" charset="2"/>
                  </a:rPr>
                  <a:t>we need to follow exactly </a:t>
                </a:r>
                <a:r>
                  <a:rPr lang="en-US" altLang="zh-TW" sz="2400" dirty="0">
                    <a:solidFill>
                      <a:srgbClr val="323EFE"/>
                    </a:solidFill>
                    <a:sym typeface="Symbol" panose="05050102010706020507" pitchFamily="18" charset="2"/>
                  </a:rPr>
                  <a:t>2</a:t>
                </a:r>
                <a:r>
                  <a:rPr lang="en-US" altLang="zh-TW" sz="2400" dirty="0">
                    <a:sym typeface="Symbol" panose="05050102010706020507" pitchFamily="18" charset="2"/>
                  </a:rPr>
                  <a:t> dashed edges &amp; </a:t>
                </a:r>
                <a:r>
                  <a:rPr lang="en-US" altLang="zh-TW" sz="2400" dirty="0">
                    <a:solidFill>
                      <a:srgbClr val="323EFE"/>
                    </a:solidFill>
                    <a:sym typeface="Symbol" panose="05050102010706020507" pitchFamily="18" charset="2"/>
                  </a:rPr>
                  <a:t>3</a:t>
                </a:r>
                <a:r>
                  <a:rPr lang="en-US" altLang="zh-TW" sz="2400" dirty="0">
                    <a:sym typeface="Symbol" panose="05050102010706020507" pitchFamily="18" charset="2"/>
                  </a:rPr>
                  <a:t> solid edges</a:t>
                </a:r>
                <a:br>
                  <a:rPr lang="en-US" altLang="zh-TW" sz="2400" dirty="0">
                    <a:sym typeface="Symbol" panose="05050102010706020507" pitchFamily="18" charset="2"/>
                  </a:rPr>
                </a:br>
                <a:br>
                  <a:rPr lang="en-US" altLang="zh-TW" sz="2400" dirty="0">
                    <a:sym typeface="Symbol" panose="05050102010706020507" pitchFamily="18" charset="2"/>
                  </a:rPr>
                </a:br>
                <a:r>
                  <a:rPr lang="en-US" altLang="zh-TW" sz="2400" dirty="0">
                    <a:sym typeface="Symbol" panose="05050102010706020507" pitchFamily="18" charset="2"/>
                  </a:rPr>
                  <a:t>Length of path from any </a:t>
                </a:r>
                <a:r>
                  <a:rPr lang="en-US" altLang="zh-TW" sz="2400" i="1" dirty="0">
                    <a:sym typeface="Symbol" panose="05050102010706020507" pitchFamily="18" charset="2"/>
                  </a:rPr>
                  <a:t>v</a:t>
                </a:r>
                <a:r>
                  <a:rPr lang="en-US" altLang="zh-TW" sz="2400" i="1" baseline="-25000" dirty="0">
                    <a:sym typeface="Symbol" panose="05050102010706020507" pitchFamily="18" charset="2"/>
                  </a:rPr>
                  <a:t>i</a:t>
                </a:r>
                <a:r>
                  <a:rPr lang="en-US" altLang="zh-TW" sz="2400" dirty="0">
                    <a:sym typeface="Symbol" panose="05050102010706020507" pitchFamily="18" charset="2"/>
                  </a:rPr>
                  <a:t> to </a:t>
                </a:r>
                <a:r>
                  <a:rPr lang="en-US" altLang="zh-TW" sz="2400" i="1" dirty="0" err="1">
                    <a:sym typeface="Symbol" panose="05050102010706020507" pitchFamily="18" charset="2"/>
                  </a:rPr>
                  <a:t>v</a:t>
                </a:r>
                <a:r>
                  <a:rPr lang="en-US" altLang="zh-TW" sz="2400" i="1" baseline="-25000" dirty="0" err="1">
                    <a:sym typeface="Symbol" panose="05050102010706020507" pitchFamily="18" charset="2"/>
                  </a:rPr>
                  <a:t>j</a:t>
                </a:r>
                <a:r>
                  <a:rPr lang="en-US" altLang="zh-TW" sz="2400" i="1" dirty="0">
                    <a:sym typeface="Symbol" panose="05050102010706020507" pitchFamily="18" charset="2"/>
                  </a:rPr>
                  <a:t> </a:t>
                </a:r>
                <a:r>
                  <a:rPr lang="en-US" altLang="zh-TW" sz="2400" dirty="0">
                    <a:sym typeface="Symbol" panose="05050102010706020507" pitchFamily="18" charset="2"/>
                  </a:rPr>
                  <a:t>, </a:t>
                </a:r>
                <a:r>
                  <a:rPr lang="en-US" altLang="zh-TW" sz="2400" dirty="0" err="1">
                    <a:sym typeface="Symbol" panose="05050102010706020507" pitchFamily="18" charset="2"/>
                  </a:rPr>
                  <a:t>i</a:t>
                </a:r>
                <a:r>
                  <a:rPr lang="en-US" altLang="zh-TW" sz="2400" dirty="0">
                    <a:sym typeface="Symbol" panose="05050102010706020507" pitchFamily="18" charset="2"/>
                  </a:rPr>
                  <a:t>  j, is O(</a:t>
                </a:r>
                <a:r>
                  <a:rPr lang="en-US" altLang="zh-TW" sz="2400" dirty="0" err="1">
                    <a:sym typeface="Symbol" panose="05050102010706020507" pitchFamily="18" charset="2"/>
                  </a:rPr>
                  <a:t>log</a:t>
                </a:r>
                <a:r>
                  <a:rPr lang="en-US" altLang="zh-TW" sz="2400" i="1" dirty="0" err="1">
                    <a:sym typeface="Symbol" panose="05050102010706020507" pitchFamily="18" charset="2"/>
                  </a:rPr>
                  <a:t>m</a:t>
                </a:r>
                <a:r>
                  <a:rPr lang="en-US" altLang="zh-TW" sz="2400" dirty="0">
                    <a:sym typeface="Symbol" panose="05050102010706020507" pitchFamily="18" charset="2"/>
                  </a:rPr>
                  <a:t>)</a:t>
                </a:r>
                <a:br>
                  <a:rPr lang="en-US" altLang="zh-TW" sz="2400" dirty="0">
                    <a:sym typeface="Symbol" panose="05050102010706020507" pitchFamily="18" charset="2"/>
                  </a:rPr>
                </a:br>
                <a:r>
                  <a:rPr lang="en-US" altLang="zh-TW" sz="2400" dirty="0">
                    <a:sym typeface="Symbol" panose="05050102010706020507" pitchFamily="18" charset="2"/>
                  </a:rPr>
                  <a:t>Here, </a:t>
                </a:r>
                <a:r>
                  <a:rPr lang="en-US" altLang="zh-TW" sz="2400" i="1" dirty="0">
                    <a:sym typeface="Symbol" panose="05050102010706020507" pitchFamily="18" charset="2"/>
                  </a:rPr>
                  <a:t>m</a:t>
                </a:r>
                <a:r>
                  <a:rPr lang="en-US" altLang="zh-TW" sz="2400" dirty="0">
                    <a:sym typeface="Symbol" panose="05050102010706020507" pitchFamily="18" charset="2"/>
                  </a:rPr>
                  <a:t> is at most </a:t>
                </a:r>
                <a:r>
                  <a:rPr lang="en-US" altLang="zh-TW" sz="2400" i="1" dirty="0">
                    <a:sym typeface="Symbol" panose="05050102010706020507" pitchFamily="18" charset="2"/>
                  </a:rPr>
                  <a:t>k</a:t>
                </a:r>
                <a:r>
                  <a:rPr lang="en-US" altLang="zh-TW" sz="2400" dirty="0">
                    <a:sym typeface="Symbol" panose="05050102010706020507" pitchFamily="18" charset="2"/>
                  </a:rPr>
                  <a:t> ( tail of header </a:t>
                </a:r>
                <a:r>
                  <a:rPr lang="en-US" altLang="zh-TW" sz="2400" i="1" dirty="0">
                    <a:sym typeface="Symbol" panose="05050102010706020507" pitchFamily="18" charset="2"/>
                  </a:rPr>
                  <a:t>k</a:t>
                </a:r>
                <a:r>
                  <a:rPr lang="en-US" altLang="zh-TW" sz="2400" dirty="0">
                    <a:sym typeface="Symbol" panose="05050102010706020507" pitchFamily="18" charset="2"/>
                  </a:rPr>
                  <a:t>-</a:t>
                </a:r>
                <a:r>
                  <a:rPr lang="en-US" altLang="zh-TW" sz="2400" dirty="0" err="1">
                    <a:sym typeface="Symbol" panose="05050102010706020507" pitchFamily="18" charset="2"/>
                  </a:rPr>
                  <a:t>subchain</a:t>
                </a:r>
                <a:r>
                  <a:rPr lang="en-US" altLang="zh-TW" sz="2400" dirty="0">
                    <a:sym typeface="Symbol" panose="05050102010706020507" pitchFamily="18" charset="2"/>
                  </a:rPr>
                  <a:t> )</a:t>
                </a:r>
                <a:endParaRPr lang="en-US" altLang="zh-TW" sz="2400" i="1" baseline="-25000" dirty="0"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40" name="內容版面配置區 2">
                <a:extLst>
                  <a:ext uri="{FF2B5EF4-FFF2-40B4-BE49-F238E27FC236}">
                    <a16:creationId xmlns:a16="http://schemas.microsoft.com/office/drawing/2014/main" id="{6CF95C72-37CB-486D-AC0E-13B6FC90D5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35099"/>
                <a:ext cx="10515600" cy="5337175"/>
              </a:xfrm>
              <a:blipFill>
                <a:blip r:embed="rId4"/>
                <a:stretch>
                  <a:fillRect l="-928" t="-1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字方塊 2">
            <a:extLst>
              <a:ext uri="{FF2B5EF4-FFF2-40B4-BE49-F238E27FC236}">
                <a16:creationId xmlns:a16="http://schemas.microsoft.com/office/drawing/2014/main" id="{F75752A3-6E99-43FD-B97A-9F55AA90349B}"/>
              </a:ext>
            </a:extLst>
          </p:cNvPr>
          <p:cNvSpPr txBox="1"/>
          <p:nvPr/>
        </p:nvSpPr>
        <p:spPr>
          <a:xfrm>
            <a:off x="11015189" y="6333376"/>
            <a:ext cx="1073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 = 22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27039E8E-393A-4299-B59D-7369313ECDB8}"/>
              </a:ext>
            </a:extLst>
          </p:cNvPr>
          <p:cNvSpPr txBox="1"/>
          <p:nvPr/>
        </p:nvSpPr>
        <p:spPr>
          <a:xfrm>
            <a:off x="10233008" y="530780"/>
            <a:ext cx="1073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4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B3A524B7-440E-4048-9113-020F9FF73B0E}"/>
              </a:ext>
            </a:extLst>
          </p:cNvPr>
          <p:cNvSpPr txBox="1"/>
          <p:nvPr/>
        </p:nvSpPr>
        <p:spPr>
          <a:xfrm>
            <a:off x="10233008" y="1436498"/>
            <a:ext cx="1073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sz="24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53670F64-F4CD-4C64-911A-13F12D79110E}"/>
              </a:ext>
            </a:extLst>
          </p:cNvPr>
          <p:cNvCxnSpPr/>
          <p:nvPr/>
        </p:nvCxnSpPr>
        <p:spPr>
          <a:xfrm flipV="1">
            <a:off x="10041622" y="1435099"/>
            <a:ext cx="0" cy="25558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>
            <a:extLst>
              <a:ext uri="{FF2B5EF4-FFF2-40B4-BE49-F238E27FC236}">
                <a16:creationId xmlns:a16="http://schemas.microsoft.com/office/drawing/2014/main" id="{AA2048CD-9A38-4BDD-B44B-032BFC36D056}"/>
              </a:ext>
            </a:extLst>
          </p:cNvPr>
          <p:cNvCxnSpPr/>
          <p:nvPr/>
        </p:nvCxnSpPr>
        <p:spPr>
          <a:xfrm flipV="1">
            <a:off x="10041622" y="1117716"/>
            <a:ext cx="0" cy="25558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>
            <a:extLst>
              <a:ext uri="{FF2B5EF4-FFF2-40B4-BE49-F238E27FC236}">
                <a16:creationId xmlns:a16="http://schemas.microsoft.com/office/drawing/2014/main" id="{42D51AFF-2DAA-4E77-8281-F42071BC6414}"/>
              </a:ext>
            </a:extLst>
          </p:cNvPr>
          <p:cNvCxnSpPr/>
          <p:nvPr/>
        </p:nvCxnSpPr>
        <p:spPr>
          <a:xfrm flipV="1">
            <a:off x="10041622" y="811266"/>
            <a:ext cx="0" cy="25558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>
            <a:extLst>
              <a:ext uri="{FF2B5EF4-FFF2-40B4-BE49-F238E27FC236}">
                <a16:creationId xmlns:a16="http://schemas.microsoft.com/office/drawing/2014/main" id="{5A545995-D6CD-47D6-BE85-E7DEE46B5D1E}"/>
              </a:ext>
            </a:extLst>
          </p:cNvPr>
          <p:cNvCxnSpPr/>
          <p:nvPr/>
        </p:nvCxnSpPr>
        <p:spPr>
          <a:xfrm flipV="1">
            <a:off x="10321255" y="6291119"/>
            <a:ext cx="0" cy="255589"/>
          </a:xfrm>
          <a:prstGeom prst="straightConnector1">
            <a:avLst/>
          </a:prstGeom>
          <a:ln w="28575">
            <a:solidFill>
              <a:srgbClr val="323EF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單箭頭接點 49">
            <a:extLst>
              <a:ext uri="{FF2B5EF4-FFF2-40B4-BE49-F238E27FC236}">
                <a16:creationId xmlns:a16="http://schemas.microsoft.com/office/drawing/2014/main" id="{A2C0F0DE-586A-4FD8-98F7-A216B81980B2}"/>
              </a:ext>
            </a:extLst>
          </p:cNvPr>
          <p:cNvCxnSpPr>
            <a:cxnSpLocks/>
          </p:cNvCxnSpPr>
          <p:nvPr/>
        </p:nvCxnSpPr>
        <p:spPr>
          <a:xfrm flipV="1">
            <a:off x="8869960" y="3615655"/>
            <a:ext cx="0" cy="2588503"/>
          </a:xfrm>
          <a:prstGeom prst="straightConnector1">
            <a:avLst/>
          </a:prstGeom>
          <a:ln w="28575">
            <a:solidFill>
              <a:srgbClr val="323EFE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>
            <a:extLst>
              <a:ext uri="{FF2B5EF4-FFF2-40B4-BE49-F238E27FC236}">
                <a16:creationId xmlns:a16="http://schemas.microsoft.com/office/drawing/2014/main" id="{637B8785-E0BE-43E0-B5E1-D8DD5CEAE3BC}"/>
              </a:ext>
            </a:extLst>
          </p:cNvPr>
          <p:cNvCxnSpPr/>
          <p:nvPr/>
        </p:nvCxnSpPr>
        <p:spPr>
          <a:xfrm flipV="1">
            <a:off x="10321255" y="3259260"/>
            <a:ext cx="0" cy="255589"/>
          </a:xfrm>
          <a:prstGeom prst="straightConnector1">
            <a:avLst/>
          </a:prstGeom>
          <a:ln w="28575">
            <a:solidFill>
              <a:srgbClr val="323EF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單箭頭接點 51">
            <a:extLst>
              <a:ext uri="{FF2B5EF4-FFF2-40B4-BE49-F238E27FC236}">
                <a16:creationId xmlns:a16="http://schemas.microsoft.com/office/drawing/2014/main" id="{96521104-9CF6-4132-A7B8-419A9FAF9A47}"/>
              </a:ext>
            </a:extLst>
          </p:cNvPr>
          <p:cNvCxnSpPr>
            <a:cxnSpLocks/>
          </p:cNvCxnSpPr>
          <p:nvPr/>
        </p:nvCxnSpPr>
        <p:spPr>
          <a:xfrm flipV="1">
            <a:off x="8869960" y="530781"/>
            <a:ext cx="0" cy="2657036"/>
          </a:xfrm>
          <a:prstGeom prst="straightConnector1">
            <a:avLst/>
          </a:prstGeom>
          <a:ln w="28575">
            <a:solidFill>
              <a:srgbClr val="323EFE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單箭頭接點 53">
            <a:extLst>
              <a:ext uri="{FF2B5EF4-FFF2-40B4-BE49-F238E27FC236}">
                <a16:creationId xmlns:a16="http://schemas.microsoft.com/office/drawing/2014/main" id="{15AA4ADC-7552-42F6-BAC8-58774CCE1F3E}"/>
              </a:ext>
            </a:extLst>
          </p:cNvPr>
          <p:cNvCxnSpPr/>
          <p:nvPr/>
        </p:nvCxnSpPr>
        <p:spPr>
          <a:xfrm flipV="1">
            <a:off x="10258337" y="211464"/>
            <a:ext cx="0" cy="255589"/>
          </a:xfrm>
          <a:prstGeom prst="straightConnector1">
            <a:avLst/>
          </a:prstGeom>
          <a:ln w="28575">
            <a:solidFill>
              <a:srgbClr val="323EF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773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486405-10E9-4237-AE0C-C31198684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Application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內容版面配置區 2">
            <a:extLst>
              <a:ext uri="{FF2B5EF4-FFF2-40B4-BE49-F238E27FC236}">
                <a16:creationId xmlns:a16="http://schemas.microsoft.com/office/drawing/2014/main" id="{6CF95C72-37CB-486D-AC0E-13B6FC90D5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35099"/>
            <a:ext cx="11174835" cy="5337175"/>
          </a:xfrm>
        </p:spPr>
        <p:txBody>
          <a:bodyPr>
            <a:noAutofit/>
          </a:bodyPr>
          <a:lstStyle/>
          <a:p>
            <a:pPr marL="0" indent="0">
              <a:lnSpc>
                <a:spcPts val="3500"/>
              </a:lnSpc>
              <a:spcBef>
                <a:spcPts val="1800"/>
              </a:spcBef>
              <a:buNone/>
            </a:pPr>
            <a:r>
              <a:rPr lang="en-US" altLang="zh-TW" sz="2400" dirty="0">
                <a:sym typeface="Symbol" panose="05050102010706020507" pitchFamily="18" charset="2"/>
              </a:rPr>
              <a:t>MPS-</a:t>
            </a:r>
            <a:r>
              <a:rPr lang="en-US" altLang="zh-TW" sz="2400" i="1" dirty="0">
                <a:sym typeface="Symbol" panose="05050102010706020507" pitchFamily="18" charset="2"/>
              </a:rPr>
              <a:t>k</a:t>
            </a:r>
            <a:r>
              <a:rPr lang="en-US" altLang="zh-TW" sz="2400" dirty="0">
                <a:sym typeface="Symbol" panose="05050102010706020507" pitchFamily="18" charset="2"/>
              </a:rPr>
              <a:t> problem </a:t>
            </a:r>
            <a:r>
              <a:rPr lang="zh-TW" altLang="en-US" sz="2400" dirty="0">
                <a:sym typeface="Symbol" panose="05050102010706020507" pitchFamily="18" charset="2"/>
              </a:rPr>
              <a:t>：</a:t>
            </a:r>
            <a:br>
              <a:rPr lang="en-US" altLang="zh-TW" sz="2400" dirty="0">
                <a:sym typeface="Symbol" panose="05050102010706020507" pitchFamily="18" charset="2"/>
              </a:rPr>
            </a:br>
            <a:r>
              <a:rPr lang="en-US" altLang="zh-TW" sz="2400" dirty="0">
                <a:sym typeface="Symbol" panose="05050102010706020507" pitchFamily="18" charset="2"/>
              </a:rPr>
              <a:t>find, among all proper subsets of </a:t>
            </a:r>
            <a:r>
              <a:rPr lang="en-US" altLang="zh-TW" sz="2400" i="1" dirty="0">
                <a:sym typeface="Symbol" panose="05050102010706020507" pitchFamily="18" charset="2"/>
              </a:rPr>
              <a:t>I</a:t>
            </a:r>
            <a:r>
              <a:rPr lang="en-US" altLang="zh-TW" sz="2400" dirty="0">
                <a:sym typeface="Symbol" panose="05050102010706020507" pitchFamily="18" charset="2"/>
              </a:rPr>
              <a:t> with density at most </a:t>
            </a:r>
            <a:r>
              <a:rPr lang="en-US" altLang="zh-TW" sz="2400" i="1" dirty="0">
                <a:sym typeface="Symbol" panose="05050102010706020507" pitchFamily="18" charset="2"/>
              </a:rPr>
              <a:t>k</a:t>
            </a:r>
            <a:r>
              <a:rPr lang="en-US" altLang="zh-TW" sz="2400" dirty="0">
                <a:sym typeface="Symbol" panose="05050102010706020507" pitchFamily="18" charset="2"/>
              </a:rPr>
              <a:t>, one with maximum cardinality.</a:t>
            </a:r>
            <a:endParaRPr lang="en-US" altLang="zh-TW" sz="2400" baseline="-25000" dirty="0">
              <a:sym typeface="Symbol" panose="05050102010706020507" pitchFamily="18" charset="2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191788E-8428-4E3F-8BEB-A70F79DA0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704" y="2965854"/>
            <a:ext cx="8716591" cy="319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697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5447</TotalTime>
  <Words>2212</Words>
  <Application>Microsoft Office PowerPoint</Application>
  <PresentationFormat>寬螢幕</PresentationFormat>
  <Paragraphs>302</Paragraphs>
  <Slides>20</Slides>
  <Notes>20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8" baseType="lpstr">
      <vt:lpstr>Arial</vt:lpstr>
      <vt:lpstr>Arial</vt:lpstr>
      <vt:lpstr>Calibri</vt:lpstr>
      <vt:lpstr>Calibri Light</vt:lpstr>
      <vt:lpstr>Cambria Math</vt:lpstr>
      <vt:lpstr>Symbol</vt:lpstr>
      <vt:lpstr>Times New Roman</vt:lpstr>
      <vt:lpstr>Office 佈景主題</vt:lpstr>
      <vt:lpstr>Maximum Independent Set of  A Permutation Graph in k Tracks</vt:lpstr>
      <vt:lpstr>Abstract</vt:lpstr>
      <vt:lpstr>Maximum Independent Sets (MIS 、 MIS-k)</vt:lpstr>
      <vt:lpstr>MIS-k to xy-plane</vt:lpstr>
      <vt:lpstr>MIS-2 — 、H()                                    ： psi</vt:lpstr>
      <vt:lpstr>MIS-2 — Critical Point, K(Pi)</vt:lpstr>
      <vt:lpstr>MIS-2 — Critical Point, K(Pi)</vt:lpstr>
      <vt:lpstr>MIS-k canonical match / extension / chain</vt:lpstr>
      <vt:lpstr>MIS-2 — Level</vt:lpstr>
      <vt:lpstr>MIS-2 — T</vt:lpstr>
      <vt:lpstr>MIS-2 — Level</vt:lpstr>
      <vt:lpstr>MIS-2 — Level</vt:lpstr>
      <vt:lpstr>MIS-2 — Level</vt:lpstr>
      <vt:lpstr>MIS-2 — Level</vt:lpstr>
      <vt:lpstr>MIS-2 — Level</vt:lpstr>
      <vt:lpstr>MIS-2 — Level</vt:lpstr>
      <vt:lpstr>MIS-2 — Level</vt:lpstr>
      <vt:lpstr>MIS-2</vt:lpstr>
      <vt:lpstr>MIS-2 — Tail</vt:lpstr>
      <vt:lpstr>Application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New String Matching Algorithm Based on Logical Indexing</dc:title>
  <dc:creator>育誠 張</dc:creator>
  <cp:lastModifiedBy>育誠 張</cp:lastModifiedBy>
  <cp:revision>1913</cp:revision>
  <dcterms:created xsi:type="dcterms:W3CDTF">2020-01-13T05:19:55Z</dcterms:created>
  <dcterms:modified xsi:type="dcterms:W3CDTF">2021-03-02T09:43:51Z</dcterms:modified>
</cp:coreProperties>
</file>