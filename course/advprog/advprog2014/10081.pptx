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</p:sldIdLst>
  <p:sldSz cx="9144000" cy="6858000"/>
  <p:notesSz cx="6858000" cy="9144000"/>
  <p:defaultTextStyle>
    <a:lvl1pPr>
      <a:defRPr sz="2400">
        <a:latin typeface="Tahoma"/>
        <a:ea typeface="Tahoma"/>
        <a:cs typeface="Tahoma"/>
        <a:sym typeface="Tahoma"/>
      </a:defRPr>
    </a:lvl1pPr>
    <a:lvl2pPr indent="457200">
      <a:defRPr sz="2400">
        <a:latin typeface="Tahoma"/>
        <a:ea typeface="Tahoma"/>
        <a:cs typeface="Tahoma"/>
        <a:sym typeface="Tahoma"/>
      </a:defRPr>
    </a:lvl2pPr>
    <a:lvl3pPr indent="914400">
      <a:defRPr sz="2400">
        <a:latin typeface="Tahoma"/>
        <a:ea typeface="Tahoma"/>
        <a:cs typeface="Tahoma"/>
        <a:sym typeface="Tahoma"/>
      </a:defRPr>
    </a:lvl3pPr>
    <a:lvl4pPr indent="1371600">
      <a:defRPr sz="2400">
        <a:latin typeface="Tahoma"/>
        <a:ea typeface="Tahoma"/>
        <a:cs typeface="Tahoma"/>
        <a:sym typeface="Tahoma"/>
      </a:defRPr>
    </a:lvl4pPr>
    <a:lvl5pPr indent="1828800">
      <a:defRPr sz="2400">
        <a:latin typeface="Tahoma"/>
        <a:ea typeface="Tahoma"/>
        <a:cs typeface="Tahoma"/>
        <a:sym typeface="Tahoma"/>
      </a:defRPr>
    </a:lvl5pPr>
    <a:lvl6pPr>
      <a:defRPr sz="2400">
        <a:latin typeface="Tahoma"/>
        <a:ea typeface="Tahoma"/>
        <a:cs typeface="Tahoma"/>
        <a:sym typeface="Tahoma"/>
      </a:defRPr>
    </a:lvl6pPr>
    <a:lvl7pPr>
      <a:defRPr sz="2400">
        <a:latin typeface="Tahoma"/>
        <a:ea typeface="Tahoma"/>
        <a:cs typeface="Tahoma"/>
        <a:sym typeface="Tahoma"/>
      </a:defRPr>
    </a:lvl7pPr>
    <a:lvl8pPr>
      <a:defRPr sz="2400">
        <a:latin typeface="Tahoma"/>
        <a:ea typeface="Tahoma"/>
        <a:cs typeface="Tahoma"/>
        <a:sym typeface="Tahoma"/>
      </a:defRPr>
    </a:lvl8pPr>
    <a:lvl9pPr>
      <a:defRPr sz="2400">
        <a:latin typeface="Tahoma"/>
        <a:ea typeface="Tahoma"/>
        <a:cs typeface="Tahoma"/>
        <a:sym typeface="Tahom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F5E1"/>
          </a:solidFill>
        </a:fill>
      </a:tcStyle>
    </a:wholeTbl>
    <a:band2H>
      <a:tcTxStyle b="def" i="def"/>
      <a:tcStyle>
        <a:tcBdr/>
        <a:fill>
          <a:solidFill>
            <a:srgbClr val="E6FAF1"/>
          </a:solidFill>
        </a:fill>
      </a:tcStyle>
    </a:band2H>
    <a:firstCol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E4A8"/>
          </a:solidFill>
        </a:fill>
      </a:tcStyle>
    </a:firstCol>
    <a:la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E4A8"/>
          </a:solidFill>
        </a:fill>
      </a:tcStyle>
    </a:lastRow>
    <a:fir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00E4A8"/>
          </a:solidFill>
        </a:fill>
      </a:tcStyle>
    </a:firstRow>
  </a:tblStyle>
  <a:tblStyle styleId="{C7B018BB-80A7-4F77-B60F-C8B233D01FF8}" styleName="">
    <a:tblBg/>
    <a:wholeTbl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Col>
    <a:la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FFFFF"/>
          </a:solidFill>
        </a:fill>
      </a:tcStyle>
    </a:firstRow>
  </a:tblStyle>
  <a:tblStyle styleId="{EEE7283C-3CF3-47DC-8721-378D4A62B228}" styleName="">
    <a:tblBg/>
    <a:wholeTbl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F6E7CA"/>
          </a:solidFill>
        </a:fill>
      </a:tcStyle>
    </a:wholeTbl>
    <a:band2H>
      <a:tcTxStyle b="def" i="def"/>
      <a:tcStyle>
        <a:tcBdr/>
        <a:fill>
          <a:solidFill>
            <a:srgbClr val="FAF3E6"/>
          </a:solidFill>
        </a:fill>
      </a:tcStyle>
    </a:band2H>
    <a:firstCol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7BC01"/>
          </a:solidFill>
        </a:fill>
      </a:tcStyle>
    </a:firstCol>
    <a:la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7BC01"/>
          </a:solidFill>
        </a:fill>
      </a:tcStyle>
    </a:lastRow>
    <a:fir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E7BC01"/>
          </a:solidFill>
        </a:fill>
      </a:tcStyle>
    </a:firstRow>
  </a:tblStyle>
  <a:tblStyle styleId="{CF821DB8-F4EB-4A41-A1BA-3FCAFE7338EE}" styleName="">
    <a:tblBg/>
    <a:wholeTbl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E4A8"/>
          </a:solidFill>
        </a:fill>
      </a:tcStyle>
    </a:firstCol>
    <a:lastRow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E4A8"/>
          </a:solidFill>
        </a:fill>
      </a:tcStyle>
    </a:firstRow>
  </a:tblStyle>
  <a:tblStyle styleId="{33BA23B1-9221-436E-865A-0063620EA4FD}" styleName="">
    <a:tblBg/>
    <a:wholeTbl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Col>
    <a:la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38100" cap="flat">
              <a:solidFill>
                <a:srgbClr val="FFFFFF"/>
              </a:solidFill>
              <a:prstDash val="solid"/>
              <a:bevel/>
            </a:ln>
          </a:top>
          <a:bottom>
            <a:ln w="127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lastRow>
    <a:firstRow>
      <a:tcTxStyle b="on" i="on">
        <a:font>
          <a:latin typeface="Tahoma Negreta"/>
          <a:ea typeface="Tahoma Negreta"/>
          <a:cs typeface="Tahoma Negret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bevel/>
            </a:ln>
          </a:left>
          <a:right>
            <a:ln w="12700" cap="flat">
              <a:solidFill>
                <a:srgbClr val="FFFFFF"/>
              </a:solidFill>
              <a:prstDash val="solid"/>
              <a:bevel/>
            </a:ln>
          </a:right>
          <a:top>
            <a:ln w="12700" cap="flat">
              <a:solidFill>
                <a:srgbClr val="FFFFFF"/>
              </a:solidFill>
              <a:prstDash val="solid"/>
              <a:bevel/>
            </a:ln>
          </a:top>
          <a:bottom>
            <a:ln w="38100" cap="flat">
              <a:solidFill>
                <a:srgbClr val="FFFFFF"/>
              </a:solidFill>
              <a:prstDash val="solid"/>
              <a:bevel/>
            </a:ln>
          </a:bottom>
          <a:insideH>
            <a:ln w="12700" cap="flat">
              <a:solidFill>
                <a:srgbClr val="FFFFFF"/>
              </a:solidFill>
              <a:prstDash val="solid"/>
              <a:bevel/>
            </a:ln>
          </a:insideH>
          <a:insideV>
            <a:ln w="12700" cap="flat">
              <a:solidFill>
                <a:srgbClr val="FFFFFF"/>
              </a:solidFill>
              <a:prstDash val="solid"/>
              <a:bevel/>
            </a:ln>
          </a:insideV>
        </a:tcBdr>
        <a:fill>
          <a:solidFill/>
        </a:fill>
      </a:tcStyle>
    </a:firstRow>
  </a:tblStyle>
  <a:tblStyle styleId="{2708684C-4D16-4618-839F-0558EEFCDFE6}" styleName="">
    <a:tblBg/>
    <a:wholeTbl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50800" cap="flat">
              <a:solidFill>
                <a:srgbClr val="000000"/>
              </a:solidFill>
              <a:prstDash val="solid"/>
              <a:bevel/>
            </a:ln>
          </a:top>
          <a:bottom>
            <a:ln w="127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lastRow>
    <a:firstRow>
      <a:tcTxStyle b="on" i="on">
        <a:font>
          <a:latin typeface="Tahoma Negreta"/>
          <a:ea typeface="Tahoma Negreta"/>
          <a:cs typeface="Tahoma Negret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bevel/>
            </a:ln>
          </a:left>
          <a:right>
            <a:ln w="12700" cap="flat">
              <a:solidFill>
                <a:srgbClr val="000000"/>
              </a:solidFill>
              <a:prstDash val="solid"/>
              <a:bevel/>
            </a:ln>
          </a:right>
          <a:top>
            <a:ln w="12700" cap="flat">
              <a:solidFill>
                <a:srgbClr val="000000"/>
              </a:solidFill>
              <a:prstDash val="solid"/>
              <a:bevel/>
            </a:ln>
          </a:top>
          <a:bottom>
            <a:ln w="25400" cap="flat">
              <a:solidFill>
                <a:srgbClr val="000000"/>
              </a:solidFill>
              <a:prstDash val="solid"/>
              <a:bevel/>
            </a:ln>
          </a:bottom>
          <a:insideH>
            <a:ln w="12700" cap="flat">
              <a:solidFill>
                <a:srgbClr val="000000"/>
              </a:solidFill>
              <a:prstDash val="solid"/>
              <a:bevel/>
            </a:ln>
          </a:insideH>
          <a:insideV>
            <a:ln w="12700" cap="flat">
              <a:solidFill>
                <a:srgbClr val="000000"/>
              </a:solidFill>
              <a:prstDash val="solid"/>
              <a:bevel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1"/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hape 2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  <p:sp>
        <p:nvSpPr>
          <p:cNvPr id="22" name="Shape 2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 lvl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1pPr>
    <a:lvl2pPr indent="228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2pPr>
    <a:lvl3pPr indent="457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3pPr>
    <a:lvl4pPr indent="685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4pPr>
    <a:lvl5pPr indent="9144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5pPr>
    <a:lvl6pPr indent="11430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6pPr>
    <a:lvl7pPr indent="13716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7pPr>
    <a:lvl8pPr indent="16002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8pPr>
    <a:lvl9pPr indent="1828800" defTabSz="457200">
      <a:lnSpc>
        <a:spcPct val="125000"/>
      </a:lnSpc>
      <a:defRPr sz="2400">
        <a:latin typeface="+mj-lt"/>
        <a:ea typeface="+mj-ea"/>
        <a:cs typeface="+mj-cs"/>
        <a:sym typeface="Avenir Roman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16"/>
          <p:cNvSpPr/>
          <p:nvPr>
            <p:ph type="sldNum" sz="quarter" idx="2"/>
          </p:nvPr>
        </p:nvSpPr>
        <p:spPr>
          <a:xfrm>
            <a:off x="6781800" y="6474460"/>
            <a:ext cx="1905000" cy="307341"/>
          </a:xfrm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18"/>
          <p:cNvSpPr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Title Text</a:t>
            </a:r>
          </a:p>
        </p:txBody>
      </p:sp>
      <p:sp>
        <p:nvSpPr>
          <p:cNvPr id="19" name="Shape 19"/>
          <p:cNvSpPr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sz="3200"/>
              <a:t>Body Level One</a:t>
            </a:r>
            <a:endParaRPr sz="3200"/>
          </a:p>
          <a:p>
            <a:pPr lvl="1">
              <a:defRPr sz="1800"/>
            </a:pPr>
            <a:r>
              <a:rPr sz="3200"/>
              <a:t>Body Level Two</a:t>
            </a:r>
            <a:endParaRPr sz="3200"/>
          </a:p>
          <a:p>
            <a:pPr lvl="2">
              <a:defRPr sz="1800"/>
            </a:pPr>
            <a:r>
              <a:rPr sz="3200"/>
              <a:t>Body Level Three</a:t>
            </a:r>
            <a:endParaRPr sz="3200"/>
          </a:p>
          <a:p>
            <a:pPr lvl="3">
              <a:defRPr sz="1800"/>
            </a:pPr>
            <a:r>
              <a:rPr sz="3200"/>
              <a:t>Body Level Four</a:t>
            </a:r>
            <a:endParaRPr sz="3200"/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20" name="Shape 20"/>
          <p:cNvSpPr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fld id="{86CB4B4D-7CA3-9044-876B-883B54F8677D}" type="slidenum"/>
          </a:p>
        </p:txBody>
      </p:sp>
    </p:spTree>
  </p:cSld>
  <p:clrMapOvr>
    <a:masterClrMapping/>
  </p:clrMapOvr>
  <p:transition spd="med" advClick="1"/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-1" y="2438400"/>
            <a:ext cx="9009064" cy="1052513"/>
            <a:chOff x="0" y="0"/>
            <a:chExt cx="9009062" cy="1052512"/>
          </a:xfrm>
        </p:grpSpPr>
        <p:grpSp>
          <p:nvGrpSpPr>
            <p:cNvPr id="4" name="Group 4"/>
            <p:cNvGrpSpPr/>
            <p:nvPr/>
          </p:nvGrpSpPr>
          <p:grpSpPr>
            <a:xfrm>
              <a:off x="293687" y="107950"/>
              <a:ext cx="712788" cy="474663"/>
              <a:chOff x="0" y="0"/>
              <a:chExt cx="712787" cy="474662"/>
            </a:xfrm>
          </p:grpSpPr>
          <p:sp>
            <p:nvSpPr>
              <p:cNvPr id="2" name="Shape 2"/>
              <p:cNvSpPr/>
              <p:nvPr/>
            </p:nvSpPr>
            <p:spPr>
              <a:xfrm>
                <a:off x="0" y="0"/>
                <a:ext cx="438639" cy="474663"/>
              </a:xfrm>
              <a:prstGeom prst="rect">
                <a:avLst/>
              </a:prstGeom>
              <a:solidFill>
                <a:srgbClr val="3333CC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</a:p>
            </p:txBody>
          </p:sp>
          <p:sp>
            <p:nvSpPr>
              <p:cNvPr id="3" name="Shape 3"/>
              <p:cNvSpPr/>
              <p:nvPr/>
            </p:nvSpPr>
            <p:spPr>
              <a:xfrm>
                <a:off x="383808" y="0"/>
                <a:ext cx="328980" cy="474663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3333CC"/>
                  </a:gs>
                </a:gsLst>
                <a:lin ang="108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</a:p>
            </p:txBody>
          </p:sp>
        </p:grpSp>
        <p:grpSp>
          <p:nvGrpSpPr>
            <p:cNvPr id="7" name="Group 7"/>
            <p:cNvGrpSpPr/>
            <p:nvPr/>
          </p:nvGrpSpPr>
          <p:grpSpPr>
            <a:xfrm>
              <a:off x="417512" y="530225"/>
              <a:ext cx="739776" cy="474663"/>
              <a:chOff x="0" y="0"/>
              <a:chExt cx="739774" cy="474662"/>
            </a:xfrm>
          </p:grpSpPr>
          <p:sp>
            <p:nvSpPr>
              <p:cNvPr id="5" name="Shape 5"/>
              <p:cNvSpPr/>
              <p:nvPr/>
            </p:nvSpPr>
            <p:spPr>
              <a:xfrm>
                <a:off x="0" y="0"/>
                <a:ext cx="422729" cy="474663"/>
              </a:xfrm>
              <a:prstGeom prst="rect">
                <a:avLst/>
              </a:prstGeom>
              <a:solidFill>
                <a:srgbClr val="FFCF01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</a:p>
            </p:txBody>
          </p:sp>
          <p:sp>
            <p:nvSpPr>
              <p:cNvPr id="6" name="Shape 6"/>
              <p:cNvSpPr/>
              <p:nvPr/>
            </p:nvSpPr>
            <p:spPr>
              <a:xfrm>
                <a:off x="369887" y="0"/>
                <a:ext cx="369888" cy="474663"/>
              </a:xfrm>
              <a:prstGeom prst="rect">
                <a:avLst/>
              </a:prstGeom>
              <a:gradFill flip="none" rotWithShape="1">
                <a:gsLst>
                  <a:gs pos="0">
                    <a:srgbClr val="FFFFFF"/>
                  </a:gs>
                  <a:gs pos="100000">
                    <a:srgbClr val="FFCF01"/>
                  </a:gs>
                </a:gsLst>
                <a:lin ang="10800000" scaled="0"/>
              </a:gra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lvl="0">
                  <a:defRPr sz="1800"/>
                </a:pPr>
              </a:p>
            </p:txBody>
          </p:sp>
        </p:grpSp>
        <p:sp>
          <p:nvSpPr>
            <p:cNvPr id="8" name="Shape 8"/>
            <p:cNvSpPr/>
            <p:nvPr/>
          </p:nvSpPr>
          <p:spPr>
            <a:xfrm>
              <a:off x="-1" y="457200"/>
              <a:ext cx="560389" cy="422275"/>
            </a:xfrm>
            <a:prstGeom prst="rect">
              <a:avLst/>
            </a:prstGeom>
            <a:gradFill flip="none" rotWithShape="1">
              <a:gsLst>
                <a:gs pos="0">
                  <a:srgbClr val="FF0000"/>
                </a:gs>
                <a:gs pos="100000">
                  <a:srgbClr val="FFFFFF"/>
                </a:gs>
              </a:gsLst>
              <a:lin ang="81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</a:p>
          </p:txBody>
        </p:sp>
        <p:sp>
          <p:nvSpPr>
            <p:cNvPr id="9" name="Shape 9"/>
            <p:cNvSpPr/>
            <p:nvPr/>
          </p:nvSpPr>
          <p:spPr>
            <a:xfrm>
              <a:off x="635000" y="0"/>
              <a:ext cx="31750" cy="1052513"/>
            </a:xfrm>
            <a:prstGeom prst="rect">
              <a:avLst/>
            </a:prstGeom>
            <a:solidFill>
              <a:srgbClr val="1C1C1C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</a:p>
          </p:txBody>
        </p:sp>
        <p:sp>
          <p:nvSpPr>
            <p:cNvPr id="10" name="Shape 10"/>
            <p:cNvSpPr/>
            <p:nvPr/>
          </p:nvSpPr>
          <p:spPr>
            <a:xfrm flipH="1" rot="10800000">
              <a:off x="315912" y="822325"/>
              <a:ext cx="8693151" cy="55563"/>
            </a:xfrm>
            <a:prstGeom prst="rect">
              <a:avLst/>
            </a:prstGeom>
            <a:gradFill flip="none" rotWithShape="1">
              <a:gsLst>
                <a:gs pos="0">
                  <a:srgbClr val="FFFFFF"/>
                </a:gs>
                <a:gs pos="100000">
                  <a:srgbClr val="1C1C1C"/>
                </a:gs>
              </a:gsLst>
              <a:lin ang="10800000" scaled="0"/>
            </a:gra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lvl="0">
                <a:defRPr sz="1800"/>
              </a:pPr>
            </a:p>
          </p:txBody>
        </p:sp>
      </p:grpSp>
      <p:sp>
        <p:nvSpPr>
          <p:cNvPr id="12" name="Shape 12"/>
          <p:cNvSpPr/>
          <p:nvPr>
            <p:ph type="title"/>
          </p:nvPr>
        </p:nvSpPr>
        <p:spPr>
          <a:xfrm>
            <a:off x="762000" y="0"/>
            <a:ext cx="7793038" cy="1295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b"/>
          <a:lstStyle/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Title Text</a:t>
            </a:r>
          </a:p>
        </p:txBody>
      </p:sp>
      <p:sp>
        <p:nvSpPr>
          <p:cNvPr id="13" name="Shape 13"/>
          <p:cNvSpPr/>
          <p:nvPr>
            <p:ph type="body" idx="1"/>
          </p:nvPr>
        </p:nvSpPr>
        <p:spPr>
          <a:xfrm>
            <a:off x="762000" y="1524000"/>
            <a:ext cx="7772400" cy="533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 lvl="0">
              <a:defRPr sz="1800"/>
            </a:pPr>
            <a:r>
              <a:rPr sz="3200"/>
              <a:t>Body Level One</a:t>
            </a:r>
            <a:endParaRPr sz="3200"/>
          </a:p>
          <a:p>
            <a:pPr lvl="1">
              <a:defRPr sz="1800"/>
            </a:pPr>
            <a:r>
              <a:rPr sz="3200"/>
              <a:t>Body Level Two</a:t>
            </a:r>
            <a:endParaRPr sz="3200"/>
          </a:p>
          <a:p>
            <a:pPr lvl="2">
              <a:defRPr sz="1800"/>
            </a:pPr>
            <a:r>
              <a:rPr sz="3200"/>
              <a:t>Body Level Three</a:t>
            </a:r>
            <a:endParaRPr sz="3200"/>
          </a:p>
          <a:p>
            <a:pPr lvl="3">
              <a:defRPr sz="1800"/>
            </a:pPr>
            <a:r>
              <a:rPr sz="3200"/>
              <a:t>Body Level Four</a:t>
            </a:r>
            <a:endParaRPr sz="3200"/>
          </a:p>
          <a:p>
            <a:pPr lvl="4">
              <a:defRPr sz="1800"/>
            </a:pPr>
            <a:r>
              <a:rPr sz="3200"/>
              <a:t>Body Level Five</a:t>
            </a:r>
          </a:p>
        </p:txBody>
      </p:sp>
      <p:sp>
        <p:nvSpPr>
          <p:cNvPr id="14" name="Shape 14"/>
          <p:cNvSpPr/>
          <p:nvPr>
            <p:ph type="sldNum" sz="quarter" idx="2"/>
          </p:nvPr>
        </p:nvSpPr>
        <p:spPr>
          <a:xfrm>
            <a:off x="6858000" y="6398260"/>
            <a:ext cx="1905000" cy="307341"/>
          </a:xfrm>
          <a:prstGeom prst="rect">
            <a:avLst/>
          </a:prstGeom>
          <a:ln w="12700">
            <a:miter lim="400000"/>
          </a:ln>
        </p:spPr>
        <p:txBody>
          <a:bodyPr lIns="45719" rIns="45719" anchor="b">
            <a:spAutoFit/>
          </a:bodyPr>
          <a:lstStyle>
            <a:lvl1pPr algn="r">
              <a:defRPr sz="1400">
                <a:solidFill>
                  <a:srgbClr val="00E4A8"/>
                </a:solidFill>
              </a:defRPr>
            </a:lvl1pPr>
          </a:lstStyle>
          <a:p>
            <a:pPr lvl="0"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  <p:transition spd="med" advClick="1"/>
  <p:txStyles>
    <p:titleStyle>
      <a:lvl1pPr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1pPr>
      <a:lvl2pPr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2pPr>
      <a:lvl3pPr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3pPr>
      <a:lvl4pPr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4pPr>
      <a:lvl5pPr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5pPr>
      <a:lvl6pPr indent="457200"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6pPr>
      <a:lvl7pPr indent="914400"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7pPr>
      <a:lvl8pPr indent="1371600"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8pPr>
      <a:lvl9pPr indent="1828800" algn="ctr">
        <a:defRPr sz="4400">
          <a:solidFill>
            <a:srgbClr val="333399"/>
          </a:solidFill>
          <a:latin typeface="Tahoma"/>
          <a:ea typeface="Tahoma"/>
          <a:cs typeface="Tahoma"/>
          <a:sym typeface="Tahoma"/>
        </a:defRPr>
      </a:lvl9pPr>
    </p:titleStyle>
    <p:bodyStyle>
      <a:lvl1pPr marL="342900" indent="-342900">
        <a:spcBef>
          <a:spcPts val="700"/>
        </a:spcBef>
        <a:buClr>
          <a:srgbClr val="3333CC"/>
        </a:buClr>
        <a:buSzPct val="60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1pPr>
      <a:lvl2pPr marL="783771" indent="-326571">
        <a:spcBef>
          <a:spcPts val="700"/>
        </a:spcBef>
        <a:buClr>
          <a:srgbClr val="3333CC"/>
        </a:buClr>
        <a:buSzPct val="55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2pPr>
      <a:lvl3pPr marL="1219200" indent="-304800">
        <a:spcBef>
          <a:spcPts val="700"/>
        </a:spcBef>
        <a:buClr>
          <a:srgbClr val="3333CC"/>
        </a:buClr>
        <a:buSzPct val="50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3pPr>
      <a:lvl4pPr marL="1737360" indent="-365760">
        <a:spcBef>
          <a:spcPts val="700"/>
        </a:spcBef>
        <a:buClr>
          <a:srgbClr val="3333CC"/>
        </a:buClr>
        <a:buSzPct val="55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4pPr>
      <a:lvl5pPr marL="2235200" indent="-406400">
        <a:spcBef>
          <a:spcPts val="700"/>
        </a:spcBef>
        <a:buClr>
          <a:srgbClr val="3333CC"/>
        </a:buClr>
        <a:buSzPct val="50000"/>
        <a:buFont typeface="Wingdings"/>
        <a:buChar char="■"/>
        <a:defRPr sz="3200">
          <a:latin typeface="Tahoma"/>
          <a:ea typeface="Tahoma"/>
          <a:cs typeface="Tahoma"/>
          <a:sym typeface="Tahoma"/>
        </a:defRPr>
      </a:lvl5pPr>
      <a:lvl6pPr marL="2692400" indent="-406400">
        <a:spcBef>
          <a:spcPts val="700"/>
        </a:spcBef>
        <a:buClr>
          <a:srgbClr val="3333CC"/>
        </a:buClr>
        <a:buSzPct val="50000"/>
        <a:buFont typeface="Wingdings"/>
        <a:buChar char="•"/>
        <a:defRPr sz="3200">
          <a:latin typeface="Tahoma"/>
          <a:ea typeface="Tahoma"/>
          <a:cs typeface="Tahoma"/>
          <a:sym typeface="Tahoma"/>
        </a:defRPr>
      </a:lvl6pPr>
      <a:lvl7pPr marL="3149600" indent="-406400">
        <a:spcBef>
          <a:spcPts val="700"/>
        </a:spcBef>
        <a:buClr>
          <a:srgbClr val="3333CC"/>
        </a:buClr>
        <a:buSzPct val="50000"/>
        <a:buFont typeface="Wingdings"/>
        <a:buChar char="•"/>
        <a:defRPr sz="3200">
          <a:latin typeface="Tahoma"/>
          <a:ea typeface="Tahoma"/>
          <a:cs typeface="Tahoma"/>
          <a:sym typeface="Tahoma"/>
        </a:defRPr>
      </a:lvl7pPr>
      <a:lvl8pPr marL="3606800" indent="-406400">
        <a:spcBef>
          <a:spcPts val="700"/>
        </a:spcBef>
        <a:buClr>
          <a:srgbClr val="3333CC"/>
        </a:buClr>
        <a:buSzPct val="50000"/>
        <a:buFont typeface="Wingdings"/>
        <a:buChar char="•"/>
        <a:defRPr sz="3200">
          <a:latin typeface="Tahoma"/>
          <a:ea typeface="Tahoma"/>
          <a:cs typeface="Tahoma"/>
          <a:sym typeface="Tahoma"/>
        </a:defRPr>
      </a:lvl8pPr>
      <a:lvl9pPr marL="4064000" indent="-406400">
        <a:spcBef>
          <a:spcPts val="700"/>
        </a:spcBef>
        <a:buClr>
          <a:srgbClr val="3333CC"/>
        </a:buClr>
        <a:buSzPct val="50000"/>
        <a:buFont typeface="Wingdings"/>
        <a:buChar char="•"/>
        <a:defRPr sz="3200">
          <a:latin typeface="Tahoma"/>
          <a:ea typeface="Tahoma"/>
          <a:cs typeface="Tahoma"/>
          <a:sym typeface="Tahoma"/>
        </a:defRPr>
      </a:lvl9pPr>
    </p:bodyStyle>
    <p:otherStyle>
      <a:lvl1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1pPr>
      <a:lvl2pPr indent="457200"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2pPr>
      <a:lvl3pPr indent="914400"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3pPr>
      <a:lvl4pPr indent="1371600"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4pPr>
      <a:lvl5pPr indent="1828800"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5pPr>
      <a:lvl6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6pPr>
      <a:lvl7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7pPr>
      <a:lvl8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8pPr>
      <a:lvl9pPr algn="r">
        <a:defRPr sz="1400">
          <a:solidFill>
            <a:schemeClr val="tx1"/>
          </a:solidFill>
          <a:latin typeface="+mn-lt"/>
          <a:ea typeface="+mn-ea"/>
          <a:cs typeface="+mn-cs"/>
          <a:sym typeface="Tahoma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/>
          <p:nvPr/>
        </p:nvSpPr>
        <p:spPr>
          <a:xfrm>
            <a:off x="6781800" y="6474460"/>
            <a:ext cx="190500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sz="1400">
                <a:solidFill>
                  <a:srgbClr val="00E4A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0">
                <a:solidFill>
                  <a:srgbClr val="00E4A8"/>
                </a:solidFill>
              </a:rPr>
              <a:t>1</a:t>
            </a:r>
          </a:p>
        </p:txBody>
      </p:sp>
      <p:sp>
        <p:nvSpPr>
          <p:cNvPr id="25" name="Shape 25"/>
          <p:cNvSpPr/>
          <p:nvPr>
            <p:ph type="title" idx="4294967295"/>
          </p:nvPr>
        </p:nvSpPr>
        <p:spPr>
          <a:xfrm>
            <a:off x="533400" y="381000"/>
            <a:ext cx="7772400" cy="914400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>
            <a:lvl1pPr>
              <a:defRPr>
                <a:latin typeface="Times New Roman Bold"/>
                <a:ea typeface="Times New Roman Bold"/>
                <a:cs typeface="Times New Roman Bold"/>
                <a:sym typeface="Times New Roman Bold"/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4400">
                <a:solidFill>
                  <a:srgbClr val="333399"/>
                </a:solidFill>
              </a:rPr>
              <a:t>10081: Tight words</a:t>
            </a:r>
          </a:p>
        </p:txBody>
      </p:sp>
      <p:sp>
        <p:nvSpPr>
          <p:cNvPr id="26" name="Shape 26"/>
          <p:cNvSpPr/>
          <p:nvPr>
            <p:ph type="body" idx="4294967295"/>
          </p:nvPr>
        </p:nvSpPr>
        <p:spPr>
          <a:xfrm>
            <a:off x="381000" y="1447800"/>
            <a:ext cx="8077200" cy="4789488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 lvl="0" marL="257175" indent="-257175">
              <a:spcBef>
                <a:spcPts val="500"/>
              </a:spcBef>
              <a:defRPr sz="1800"/>
            </a:pPr>
            <a:r>
              <a:rPr sz="24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★★★☆☆</a:t>
            </a:r>
            <a:endParaRPr sz="240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marL="257175" indent="-257175"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題組：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Problem Set Archive with Online Judge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marL="257175" indent="-257175"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題號：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10081: 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Tight words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marL="257175" indent="-257175"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解題者：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王劭陽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marL="257175" indent="-257175"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解題日期：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年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月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日</a:t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marL="257175" indent="-257175"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題意：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給定k和n，求集合{0, 1, 2, …, k}中元素的長度為n的 滿足tight word的排列數量 與 總排列數量 之商。一個排列是tight word當且僅當此排列任意兩個相鄰數的差小於等於1。輸出保留小數點后5位。</a:t>
            </a:r>
          </a:p>
        </p:txBody>
      </p:sp>
    </p:spTree>
  </p:cSld>
  <p:clrMapOvr>
    <a:masterClrMapping/>
  </p:clrMapOvr>
  <p:transition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8"/>
          <p:cNvSpPr/>
          <p:nvPr/>
        </p:nvSpPr>
        <p:spPr>
          <a:xfrm>
            <a:off x="6781800" y="6474460"/>
            <a:ext cx="1905000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r">
              <a:defRPr sz="1400">
                <a:solidFill>
                  <a:srgbClr val="00E4A8"/>
                </a:solidFill>
              </a:defRPr>
            </a:lvl1pPr>
          </a:lstStyle>
          <a:p>
            <a:pPr lvl="0">
              <a:defRPr sz="1800">
                <a:solidFill>
                  <a:srgbClr val="000000"/>
                </a:solidFill>
              </a:defRPr>
            </a:pPr>
            <a:r>
              <a:rPr sz="1400">
                <a:solidFill>
                  <a:srgbClr val="00E4A8"/>
                </a:solidFill>
              </a:rPr>
              <a:t>2</a:t>
            </a:r>
          </a:p>
        </p:txBody>
      </p:sp>
      <p:sp>
        <p:nvSpPr>
          <p:cNvPr id="29" name="Shape 29"/>
          <p:cNvSpPr/>
          <p:nvPr>
            <p:ph type="body" idx="4294967295"/>
          </p:nvPr>
        </p:nvSpPr>
        <p:spPr>
          <a:xfrm>
            <a:off x="381000" y="685800"/>
            <a:ext cx="8077200" cy="5622925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 lvl="0" marL="257175" indent="-257175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題意範例：</a:t>
            </a:r>
            <a:r>
              <a:rPr sz="2400">
                <a:solidFill>
                  <a:srgbClr val="3BA9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7 5    -&gt;    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（一個tight word）4 5 6 6 5</a:t>
            </a:r>
            <a:endParaRPr sz="2400">
              <a:latin typeface="標楷體"/>
              <a:ea typeface="標楷體"/>
              <a:cs typeface="標楷體"/>
              <a:sym typeface="標楷體"/>
            </a:endParaRPr>
          </a:p>
          <a:p>
            <a:pPr lvl="0" marL="0" indent="0">
              <a:lnSpc>
                <a:spcPct val="90000"/>
              </a:lnSpc>
              <a:spcBef>
                <a:spcPts val="500"/>
              </a:spcBef>
              <a:buSzTx/>
              <a:buNone/>
              <a:defRPr sz="1800"/>
            </a:pPr>
            <a:r>
              <a:rPr sz="2400">
                <a:latin typeface="標楷體"/>
                <a:ea typeface="標楷體"/>
                <a:cs typeface="標楷體"/>
                <a:sym typeface="標楷體"/>
              </a:rPr>
              <a:t>                             （非tight word）   1 0 6 7 5</a:t>
            </a:r>
            <a:endParaRPr sz="2400">
              <a:solidFill>
                <a:srgbClr val="3BA9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 marL="257175" indent="-257175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解法：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遞推法。</a:t>
            </a:r>
            <a:endParaRPr sz="2400">
              <a:latin typeface="標楷體"/>
              <a:ea typeface="標楷體"/>
              <a:cs typeface="標楷體"/>
              <a:sym typeface="標楷體"/>
            </a:endParaRPr>
          </a:p>
          <a:p>
            <a:pPr lvl="0" marL="0" indent="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400">
                <a:latin typeface="標楷體"/>
                <a:ea typeface="標楷體"/>
                <a:cs typeface="標楷體"/>
                <a:sym typeface="標楷體"/>
              </a:rPr>
              <a:t>	總排列數是k^n，只要算數tight word數量。大體思路是從空排列開始，從集合中一個一個選出元素填在排列中，統計一共有多少種可能。我們發現第i個數字能填什麼只與第i-1個數字有關，所以用f[i][j]表示最後一個數字是j的長度為i的tight word的數量，則：</a:t>
            </a:r>
            <a:endParaRPr sz="2400">
              <a:latin typeface="標楷體"/>
              <a:ea typeface="標楷體"/>
              <a:cs typeface="標楷體"/>
              <a:sym typeface="標楷體"/>
            </a:endParaRPr>
          </a:p>
          <a:p>
            <a:pPr lvl="0" marL="0" indent="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400">
                <a:latin typeface="標楷體"/>
                <a:ea typeface="標楷體"/>
                <a:cs typeface="標楷體"/>
                <a:sym typeface="標楷體"/>
              </a:rPr>
              <a:t>	f[1][j] = 1</a:t>
            </a:r>
            <a:endParaRPr sz="2400">
              <a:latin typeface="標楷體"/>
              <a:ea typeface="標楷體"/>
              <a:cs typeface="標楷體"/>
              <a:sym typeface="標楷體"/>
            </a:endParaRPr>
          </a:p>
          <a:p>
            <a:pPr lvl="0" marL="0" indent="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400">
                <a:latin typeface="標楷體"/>
                <a:ea typeface="標楷體"/>
                <a:cs typeface="標楷體"/>
                <a:sym typeface="標楷體"/>
              </a:rPr>
              <a:t>	f[i][j] = f[i - 1][j - 1] + f[i - 1][j] + f[i - 1][j + 1]</a:t>
            </a:r>
            <a:endParaRPr sz="2400">
              <a:latin typeface="標楷體"/>
              <a:ea typeface="標楷體"/>
              <a:cs typeface="標楷體"/>
              <a:sym typeface="標楷體"/>
            </a:endParaRPr>
          </a:p>
          <a:p>
            <a:pPr lvl="0" marL="0" indent="0">
              <a:lnSpc>
                <a:spcPct val="90000"/>
              </a:lnSpc>
              <a:spcBef>
                <a:spcPts val="500"/>
              </a:spcBef>
              <a:buClrTx/>
              <a:buSzTx/>
              <a:buFontTx/>
              <a:buNone/>
              <a:defRPr sz="1800"/>
            </a:pPr>
            <a:r>
              <a:rPr sz="2400">
                <a:latin typeface="標楷體"/>
                <a:ea typeface="標楷體"/>
                <a:cs typeface="標楷體"/>
                <a:sym typeface="標楷體"/>
              </a:rPr>
              <a:t>	(1 &lt; i &lt;= n,  0 &lt;= j &lt;= k)</a:t>
            </a:r>
            <a:endParaRPr sz="2400">
              <a:solidFill>
                <a:srgbClr val="3BA943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lvl="0" marL="257175" indent="-257175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解法範例：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無</a:t>
            </a:r>
            <a:endParaRPr sz="2400">
              <a:solidFill>
                <a:srgbClr val="3BA943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lvl="0" marL="257175" indent="-257175">
              <a:lnSpc>
                <a:spcPct val="90000"/>
              </a:lnSpc>
              <a:spcBef>
                <a:spcPts val="500"/>
              </a:spcBef>
              <a:defRPr sz="1800"/>
            </a:pPr>
            <a:r>
              <a:rPr sz="2400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討論：</a:t>
            </a:r>
            <a:endParaRPr sz="2400">
              <a:solidFill>
                <a:srgbClr val="3BA943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lvl="0">
              <a:lnSpc>
                <a:spcPct val="90000"/>
              </a:lnSpc>
              <a:spcBef>
                <a:spcPts val="500"/>
              </a:spcBef>
              <a:buSzTx/>
              <a:buNone/>
              <a:defRPr sz="1800"/>
            </a:pPr>
            <a:r>
              <a:rPr sz="24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(1) 時間複雜度是O(n*k)，空間複雜度是O(n*k)，可以用滾動數組的方式優化空間複雜度至O(k)</a:t>
            </a:r>
            <a:endParaRPr sz="2400">
              <a:latin typeface="標楷體"/>
              <a:ea typeface="標楷體"/>
              <a:cs typeface="標楷體"/>
              <a:sym typeface="標楷體"/>
            </a:endParaRPr>
          </a:p>
          <a:p>
            <a:pPr lvl="0">
              <a:lnSpc>
                <a:spcPct val="90000"/>
              </a:lnSpc>
              <a:spcBef>
                <a:spcPts val="500"/>
              </a:spcBef>
              <a:buSzTx/>
              <a:buNone/>
              <a:defRPr sz="1800"/>
            </a:pPr>
            <a:r>
              <a:rPr sz="2400">
                <a:latin typeface="標楷體"/>
                <a:ea typeface="標楷體"/>
                <a:cs typeface="標楷體"/>
                <a:sym typeface="標楷體"/>
              </a:rPr>
              <a:t>	</a:t>
            </a:r>
            <a:r>
              <a:rPr sz="2400">
                <a:latin typeface="標楷體"/>
                <a:ea typeface="標楷體"/>
                <a:cs typeface="標楷體"/>
                <a:sym typeface="標楷體"/>
              </a:rPr>
              <a:t>(2) 變數需要用double保存，否則會爆</a:t>
            </a:r>
          </a:p>
        </p:txBody>
      </p:sp>
    </p:spTree>
  </p:cSld>
  <p:clrMapOvr>
    <a:masterClrMapping/>
  </p:clrMapOvr>
  <p:transition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31"/>
          <p:cNvSpPr/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>
                <a:solidFill>
                  <a:srgbClr val="000000"/>
                </a:solidFill>
              </a:defRPr>
            </a:pPr>
            <a:fld id="{86CB4B4D-7CA3-9044-876B-883B54F8677D}" type="slidenum">
              <a:rPr sz="1400">
                <a:solidFill>
                  <a:srgbClr val="00E4A8"/>
                </a:solidFill>
              </a:rPr>
            </a:fld>
          </a:p>
        </p:txBody>
      </p:sp>
      <p:sp>
        <p:nvSpPr>
          <p:cNvPr id="32" name="Shape 32"/>
          <p:cNvSpPr/>
          <p:nvPr>
            <p:ph type="body" idx="4294967295"/>
          </p:nvPr>
        </p:nvSpPr>
        <p:spPr>
          <a:xfrm>
            <a:off x="381000" y="685800"/>
            <a:ext cx="8077200" cy="5622925"/>
          </a:xfrm>
          <a:prstGeom prst="rect">
            <a:avLst/>
          </a:prstGeom>
        </p:spPr>
        <p:txBody>
          <a:bodyPr lIns="0" tIns="0" rIns="0" bIns="0">
            <a:normAutofit fontScale="100000" lnSpcReduction="0"/>
          </a:bodyPr>
          <a:lstStyle/>
          <a:p>
            <a:pPr lvl="0" marL="169735" indent="-169735" defTabSz="603504">
              <a:lnSpc>
                <a:spcPct val="90000"/>
              </a:lnSpc>
              <a:spcBef>
                <a:spcPts val="300"/>
              </a:spcBef>
              <a:defRPr sz="1800"/>
            </a:pPr>
            <a:r>
              <a:rPr sz="1584">
                <a:solidFill>
                  <a:srgbClr val="3BA943"/>
                </a:solidFill>
                <a:latin typeface="標楷體"/>
                <a:ea typeface="標楷體"/>
                <a:cs typeface="標楷體"/>
                <a:sym typeface="標楷體"/>
              </a:rPr>
              <a:t>程式：</a:t>
            </a:r>
            <a:r>
              <a:rPr sz="1584">
                <a:solidFill>
                  <a:srgbClr val="3BA94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sz="1584">
              <a:solidFill>
                <a:srgbClr val="3BA94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solidFill>
                  <a:srgbClr val="78492A"/>
                </a:solidFill>
                <a:latin typeface="Menlo Regular"/>
                <a:ea typeface="Menlo Regular"/>
                <a:cs typeface="Menlo Regular"/>
                <a:sym typeface="Menlo Regular"/>
              </a:rPr>
              <a:t>#include </a:t>
            </a:r>
            <a:r>
              <a:rPr sz="1056">
                <a:solidFill>
                  <a:srgbClr val="D12F1B"/>
                </a:solidFill>
                <a:latin typeface="Menlo Regular"/>
                <a:ea typeface="Menlo Regular"/>
                <a:cs typeface="Menlo Regular"/>
                <a:sym typeface="Menlo Regular"/>
              </a:rPr>
              <a:t>&lt;stdio.h&gt;</a:t>
            </a:r>
            <a:endParaRPr sz="1056">
              <a:solidFill>
                <a:srgbClr val="78492A"/>
              </a:solidFill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solidFill>
                  <a:srgbClr val="78492A"/>
                </a:solidFill>
                <a:latin typeface="Menlo Regular"/>
                <a:ea typeface="Menlo Regular"/>
                <a:cs typeface="Menlo Regular"/>
                <a:sym typeface="Menlo Regular"/>
              </a:rPr>
              <a:t>#include </a:t>
            </a:r>
            <a:r>
              <a:rPr sz="1056">
                <a:solidFill>
                  <a:srgbClr val="D12F1B"/>
                </a:solidFill>
                <a:latin typeface="Menlo Regular"/>
                <a:ea typeface="Menlo Regular"/>
                <a:cs typeface="Menlo Regular"/>
                <a:sym typeface="Menlo Regular"/>
              </a:rPr>
              <a:t>&lt;string.h&gt;</a:t>
            </a:r>
            <a:endParaRPr sz="1056">
              <a:solidFill>
                <a:srgbClr val="78492A"/>
              </a:solidFill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double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pow(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x,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y) {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double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rst 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for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(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i 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 i &lt; y; i++) {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rst *= x;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}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return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rst;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}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main() {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n, k;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while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(scanf(</a:t>
            </a:r>
            <a:r>
              <a:rPr sz="1056">
                <a:solidFill>
                  <a:srgbClr val="D12F1B"/>
                </a:solidFill>
                <a:latin typeface="Menlo Regular"/>
                <a:ea typeface="Menlo Regular"/>
                <a:cs typeface="Menlo Regular"/>
                <a:sym typeface="Menlo Regular"/>
              </a:rPr>
              <a:t>"%d%d"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, &amp;k, &amp;n) ==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2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) {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double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f[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101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memset(f,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,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sizeof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(f));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for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(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i 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 i &lt;= k; i++) {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    f[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][i] 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}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for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(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i 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2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 i &lt;= n; i++) {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    f[i][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 = f[i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 + f[i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for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(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j 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 j &lt; k; j++) {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        f[i][j] = f[i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][j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 + f[i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][j] + f[i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][j +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    }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    f[i][k] = f[i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][k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 + f[i -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][k];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}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double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ans 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for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(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int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i =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 i &lt;= k; i++) {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    ans += f[n][i];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}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    printf(</a:t>
            </a:r>
            <a:r>
              <a:rPr sz="1056">
                <a:solidFill>
                  <a:srgbClr val="D12F1B"/>
                </a:solidFill>
                <a:latin typeface="Menlo Regular"/>
                <a:ea typeface="Menlo Regular"/>
                <a:cs typeface="Menlo Regular"/>
                <a:sym typeface="Menlo Regular"/>
              </a:rPr>
              <a:t>"%.5f\n"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, ans *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100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/ pow(k +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1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, n));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}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   </a:t>
            </a:r>
            <a:r>
              <a:rPr sz="1056">
                <a:solidFill>
                  <a:srgbClr val="BB2CA2"/>
                </a:solidFill>
                <a:latin typeface="Menlo Regular"/>
                <a:ea typeface="Menlo Regular"/>
                <a:cs typeface="Menlo Regular"/>
                <a:sym typeface="Menlo Regular"/>
              </a:rPr>
              <a:t>return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 </a:t>
            </a:r>
            <a:r>
              <a:rPr sz="1056">
                <a:solidFill>
                  <a:srgbClr val="272AD8"/>
                </a:solidFill>
                <a:latin typeface="Menlo Regular"/>
                <a:ea typeface="Menlo Regular"/>
                <a:cs typeface="Menlo Regular"/>
                <a:sym typeface="Menlo Regular"/>
              </a:rPr>
              <a:t>0</a:t>
            </a: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;</a:t>
            </a:r>
            <a:endParaRPr sz="1056">
              <a:latin typeface="Menlo Regular"/>
              <a:ea typeface="Menlo Regular"/>
              <a:cs typeface="Menlo Regular"/>
              <a:sym typeface="Menlo Regular"/>
            </a:endParaRPr>
          </a:p>
          <a:p>
            <a:pPr lvl="2" marL="0" indent="301752" defTabSz="301752">
              <a:spcBef>
                <a:spcPts val="0"/>
              </a:spcBef>
              <a:buClrTx/>
              <a:buSzTx/>
              <a:buFontTx/>
              <a:buNone/>
              <a:tabLst>
                <a:tab pos="317500" algn="l"/>
              </a:tabLst>
              <a:defRPr sz="1800"/>
            </a:pPr>
            <a:r>
              <a:rPr sz="1056">
                <a:latin typeface="Menlo Regular"/>
                <a:ea typeface="Menlo Regular"/>
                <a:cs typeface="Menlo Regular"/>
                <a:sym typeface="Menlo Regular"/>
              </a:rPr>
              <a:t>}</a:t>
            </a:r>
          </a:p>
        </p:txBody>
      </p:sp>
    </p:spTree>
  </p:cSld>
  <p:clrMapOvr>
    <a:masterClrMapping/>
  </p:clrMapOvr>
  <p:transition spd="med" advClick="1"/>
</p:sld>
</file>

<file path=ppt/theme/theme1.xml><?xml version="1.0" encoding="utf-8"?>
<a:theme xmlns:a="http://schemas.openxmlformats.org/drawingml/2006/main" xmlns:r="http://schemas.openxmlformats.org/officeDocument/2006/relationships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E4A8"/>
      </a:accent1>
      <a:accent2>
        <a:srgbClr val="FFCF01"/>
      </a:accent2>
      <a:accent3>
        <a:srgbClr val="8F8F8F"/>
      </a:accent3>
      <a:accent4>
        <a:srgbClr val="707070"/>
      </a:accent4>
      <a:accent5>
        <a:srgbClr val="AAEECF"/>
      </a:accent5>
      <a:accent6>
        <a:srgbClr val="E7BC01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00E4A8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E4A8"/>
          </a:solidFill>
          <a:prstDash val="solid"/>
          <a:bevel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Default">
  <a:themeElements>
    <a:clrScheme name="Defaul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E4A8"/>
      </a:accent1>
      <a:accent2>
        <a:srgbClr val="FFCF01"/>
      </a:accent2>
      <a:accent3>
        <a:srgbClr val="8F8F8F"/>
      </a:accent3>
      <a:accent4>
        <a:srgbClr val="707070"/>
      </a:accent4>
      <a:accent5>
        <a:srgbClr val="AAEECF"/>
      </a:accent5>
      <a:accent6>
        <a:srgbClr val="E7BC01"/>
      </a:accent6>
      <a:hlink>
        <a:srgbClr val="0000FF"/>
      </a:hlink>
      <a:folHlink>
        <a:srgbClr val="FF00FF"/>
      </a:folHlink>
    </a:clrScheme>
    <a:fontScheme name="Default">
      <a:majorFont>
        <a:latin typeface="Avenir Roman"/>
        <a:ea typeface="Avenir Roman"/>
        <a:cs typeface="Avenir Roman"/>
      </a:majorFont>
      <a:minorFont>
        <a:latin typeface="Helvetica"/>
        <a:ea typeface="Helvetica"/>
        <a:cs typeface="Helvetica"/>
      </a:minorFont>
    </a:fontScheme>
    <a:fmtScheme name="Defaul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rgbClr val="00E4A8"/>
          </a:solidFill>
          <a:prstDash val="solid"/>
          <a:bevel/>
        </a:ln>
        <a:effectLst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E4A8"/>
          </a:solidFill>
          <a:prstDash val="solid"/>
          <a:bevel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Tahoma"/>
            <a:ea typeface="Tahoma"/>
            <a:cs typeface="Tahoma"/>
            <a:sym typeface="Tahom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