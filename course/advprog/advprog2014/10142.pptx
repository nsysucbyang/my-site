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Types>
</file>

<file path=_rels/.rels><?xml version="1.0" encoding="UTF-8" standalone="yes"?><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5"/>
  </p:sldMasterIdLst>
  <p:notesMasterIdLst>
    <p:notesMasterId r:id="rId7"/>
  </p:notesMasterIdLst>
  <p:sldIdLst>
    <p:sldId id="256" r:id="rId8"/>
    <p:sldId id="257" r:id="rId9"/>
  </p:sldIdLst>
  <p:sldSz cx="9144000" cy="6858000"/>
  <p:notesSz cx="6858000" cy="9144000"/>
  <p:defaultTextStyle>
    <a:lvl1pPr>
      <a:defRPr sz="2400">
        <a:latin typeface="Tahoma"/>
        <a:ea typeface="Tahoma"/>
        <a:cs typeface="Tahoma"/>
        <a:sym typeface="Tahoma"/>
      </a:defRPr>
    </a:lvl1pPr>
    <a:lvl2pPr indent="457200">
      <a:defRPr sz="2400">
        <a:latin typeface="Tahoma"/>
        <a:ea typeface="Tahoma"/>
        <a:cs typeface="Tahoma"/>
        <a:sym typeface="Tahoma"/>
      </a:defRPr>
    </a:lvl2pPr>
    <a:lvl3pPr indent="914400">
      <a:defRPr sz="2400">
        <a:latin typeface="Tahoma"/>
        <a:ea typeface="Tahoma"/>
        <a:cs typeface="Tahoma"/>
        <a:sym typeface="Tahoma"/>
      </a:defRPr>
    </a:lvl3pPr>
    <a:lvl4pPr indent="1371600">
      <a:defRPr sz="2400">
        <a:latin typeface="Tahoma"/>
        <a:ea typeface="Tahoma"/>
        <a:cs typeface="Tahoma"/>
        <a:sym typeface="Tahoma"/>
      </a:defRPr>
    </a:lvl4pPr>
    <a:lvl5pPr indent="1828800">
      <a:defRPr sz="2400">
        <a:latin typeface="Tahoma"/>
        <a:ea typeface="Tahoma"/>
        <a:cs typeface="Tahoma"/>
        <a:sym typeface="Tahoma"/>
      </a:defRPr>
    </a:lvl5pPr>
    <a:lvl6pPr>
      <a:defRPr sz="2400">
        <a:latin typeface="Tahoma"/>
        <a:ea typeface="Tahoma"/>
        <a:cs typeface="Tahoma"/>
        <a:sym typeface="Tahoma"/>
      </a:defRPr>
    </a:lvl6pPr>
    <a:lvl7pPr>
      <a:defRPr sz="2400">
        <a:latin typeface="Tahoma"/>
        <a:ea typeface="Tahoma"/>
        <a:cs typeface="Tahoma"/>
        <a:sym typeface="Tahoma"/>
      </a:defRPr>
    </a:lvl7pPr>
    <a:lvl8pPr>
      <a:defRPr sz="2400">
        <a:latin typeface="Tahoma"/>
        <a:ea typeface="Tahoma"/>
        <a:cs typeface="Tahoma"/>
        <a:sym typeface="Tahoma"/>
      </a:defRPr>
    </a:lvl8pPr>
    <a:lvl9pPr>
      <a:defRPr sz="2400">
        <a:latin typeface="Tahoma"/>
        <a:ea typeface="Tahoma"/>
        <a:cs typeface="Tahoma"/>
        <a:sym typeface="Tahom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n" i="on">
        <a:font>
          <a:latin typeface="Tahoma Negreta"/>
          <a:ea typeface="Tahoma Negreta"/>
          <a:cs typeface="Tahoma Negreta"/>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F5E1"/>
          </a:solidFill>
        </a:fill>
      </a:tcStyle>
    </a:wholeTbl>
    <a:band2H>
      <a:tcTxStyle b="def" i="def"/>
      <a:tcStyle>
        <a:tcBdr/>
        <a:fill>
          <a:solidFill>
            <a:srgbClr val="E6FAF1"/>
          </a:solidFill>
        </a:fill>
      </a:tcStyle>
    </a:band2H>
    <a:firstCol>
      <a:tcTxStyle b="on" i="on">
        <a:font>
          <a:latin typeface="Tahoma Negreta"/>
          <a:ea typeface="Tahoma Negreta"/>
          <a:cs typeface="Tahoma Negreta"/>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E4A8"/>
          </a:solidFill>
        </a:fill>
      </a:tcStyle>
    </a:firstCol>
    <a:lastRow>
      <a:tcTxStyle b="on" i="on">
        <a:font>
          <a:latin typeface="Tahoma Negreta"/>
          <a:ea typeface="Tahoma Negreta"/>
          <a:cs typeface="Tahoma Negreta"/>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E4A8"/>
          </a:solidFill>
        </a:fill>
      </a:tcStyle>
    </a:lastRow>
    <a:firstRow>
      <a:tcTxStyle b="on" i="on">
        <a:font>
          <a:latin typeface="Tahoma Negreta"/>
          <a:ea typeface="Tahoma Negreta"/>
          <a:cs typeface="Tahoma Negreta"/>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E4A8"/>
          </a:solidFill>
        </a:fill>
      </a:tcStyle>
    </a:firstRow>
  </a:tblStyle>
  <a:tblStyle styleId="{C7B018BB-80A7-4F77-B60F-C8B233D01FF8}" styleName="">
    <a:tblBg/>
    <a:wholeTbl>
      <a:tcTxStyle b="on" i="on">
        <a:font>
          <a:latin typeface="Tahoma Negreta"/>
          <a:ea typeface="Tahoma Negreta"/>
          <a:cs typeface="Tahoma Negreta"/>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wholeTbl>
    <a:band2H>
      <a:tcTxStyle b="def" i="def"/>
      <a:tcStyle>
        <a:tcBdr/>
        <a:fill>
          <a:solidFill>
            <a:srgbClr val="FFFFFF"/>
          </a:solidFill>
        </a:fill>
      </a:tcStyle>
    </a:band2H>
    <a:firstCol>
      <a:tcTxStyle b="on" i="on">
        <a:font>
          <a:latin typeface="Tahoma Negreta"/>
          <a:ea typeface="Tahoma Negreta"/>
          <a:cs typeface="Tahoma Negreta"/>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Col>
    <a:lastRow>
      <a:tcTxStyle b="on" i="on">
        <a:font>
          <a:latin typeface="Tahoma Negreta"/>
          <a:ea typeface="Tahoma Negreta"/>
          <a:cs typeface="Tahoma Negreta"/>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lastRow>
    <a:firstRow>
      <a:tcTxStyle b="on" i="on">
        <a:font>
          <a:latin typeface="Tahoma Negreta"/>
          <a:ea typeface="Tahoma Negreta"/>
          <a:cs typeface="Tahoma Negreta"/>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Row>
  </a:tblStyle>
  <a:tblStyle styleId="{EEE7283C-3CF3-47DC-8721-378D4A62B228}" styleName="">
    <a:tblBg/>
    <a:wholeTbl>
      <a:tcTxStyle b="on" i="on">
        <a:font>
          <a:latin typeface="Tahoma Negreta"/>
          <a:ea typeface="Tahoma Negreta"/>
          <a:cs typeface="Tahoma Negreta"/>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6E7CA"/>
          </a:solidFill>
        </a:fill>
      </a:tcStyle>
    </a:wholeTbl>
    <a:band2H>
      <a:tcTxStyle b="def" i="def"/>
      <a:tcStyle>
        <a:tcBdr/>
        <a:fill>
          <a:solidFill>
            <a:srgbClr val="FAF3E6"/>
          </a:solidFill>
        </a:fill>
      </a:tcStyle>
    </a:band2H>
    <a:firstCol>
      <a:tcTxStyle b="on" i="on">
        <a:font>
          <a:latin typeface="Tahoma Negreta"/>
          <a:ea typeface="Tahoma Negreta"/>
          <a:cs typeface="Tahoma Negreta"/>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7BC01"/>
          </a:solidFill>
        </a:fill>
      </a:tcStyle>
    </a:firstCol>
    <a:lastRow>
      <a:tcTxStyle b="on" i="on">
        <a:font>
          <a:latin typeface="Tahoma Negreta"/>
          <a:ea typeface="Tahoma Negreta"/>
          <a:cs typeface="Tahoma Negreta"/>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7BC01"/>
          </a:solidFill>
        </a:fill>
      </a:tcStyle>
    </a:lastRow>
    <a:firstRow>
      <a:tcTxStyle b="on" i="on">
        <a:font>
          <a:latin typeface="Tahoma Negreta"/>
          <a:ea typeface="Tahoma Negreta"/>
          <a:cs typeface="Tahoma Negreta"/>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7BC01"/>
          </a:solidFill>
        </a:fill>
      </a:tcStyle>
    </a:firstRow>
  </a:tblStyle>
  <a:tblStyle styleId="{CF821DB8-F4EB-4A41-A1BA-3FCAFE7338EE}" styleName="">
    <a:tblBg/>
    <a:wholeTbl>
      <a:tcTxStyle b="on" i="on">
        <a:font>
          <a:latin typeface="Tahoma Negreta"/>
          <a:ea typeface="Tahoma Negreta"/>
          <a:cs typeface="Tahoma Negreta"/>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n">
        <a:font>
          <a:latin typeface="Tahoma Negreta"/>
          <a:ea typeface="Tahoma Negreta"/>
          <a:cs typeface="Tahoma Negret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E4A8"/>
          </a:solidFill>
        </a:fill>
      </a:tcStyle>
    </a:firstCol>
    <a:lastRow>
      <a:tcTxStyle b="on" i="on">
        <a:font>
          <a:latin typeface="Tahoma Negreta"/>
          <a:ea typeface="Tahoma Negreta"/>
          <a:cs typeface="Tahoma Negreta"/>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Tahoma Negreta"/>
          <a:ea typeface="Tahoma Negreta"/>
          <a:cs typeface="Tahoma Negreta"/>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00E4A8"/>
          </a:solidFill>
        </a:fill>
      </a:tcStyle>
    </a:firstRow>
  </a:tblStyle>
  <a:tblStyle styleId="{33BA23B1-9221-436E-865A-0063620EA4FD}" styleName="">
    <a:tblBg/>
    <a:wholeTbl>
      <a:tcTxStyle b="on" i="on">
        <a:font>
          <a:latin typeface="Tahoma Negreta"/>
          <a:ea typeface="Tahoma Negreta"/>
          <a:cs typeface="Tahoma Negreta"/>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b="def" i="def"/>
      <a:tcStyle>
        <a:tcBdr/>
        <a:fill>
          <a:solidFill>
            <a:srgbClr val="E6E6E6"/>
          </a:solidFill>
        </a:fill>
      </a:tcStyle>
    </a:band2H>
    <a:firstCol>
      <a:tcTxStyle b="on" i="on">
        <a:font>
          <a:latin typeface="Tahoma Negreta"/>
          <a:ea typeface="Tahoma Negreta"/>
          <a:cs typeface="Tahoma Negreta"/>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Tahoma Negreta"/>
          <a:ea typeface="Tahoma Negreta"/>
          <a:cs typeface="Tahoma Negreta"/>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Tahoma Negreta"/>
          <a:ea typeface="Tahoma Negreta"/>
          <a:cs typeface="Tahoma Negreta"/>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
          <a:latin typeface="Tahoma Negreta"/>
          <a:ea typeface="Tahoma Negreta"/>
          <a:cs typeface="Tahoma Negreta"/>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b="def" i="def"/>
      <a:tcStyle>
        <a:tcBdr/>
        <a:fill>
          <a:solidFill>
            <a:srgbClr val="FFFFFF"/>
          </a:solidFill>
        </a:fill>
      </a:tcStyle>
    </a:band2H>
    <a:firstCol>
      <a:tcTxStyle b="on" i="on">
        <a:font>
          <a:latin typeface="Tahoma Negreta"/>
          <a:ea typeface="Tahoma Negreta"/>
          <a:cs typeface="Tahoma Negreta"/>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Tahoma Negreta"/>
          <a:ea typeface="Tahoma Negreta"/>
          <a:cs typeface="Tahoma Negreta"/>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Tahoma Negreta"/>
          <a:ea typeface="Tahoma Negreta"/>
          <a:cs typeface="Tahoma Negreta"/>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1"/>
</file>

<file path=ppt/_rels/presentation.xml.rels><?xml version="1.0" encoding="UTF-8" standalone="yes"?><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 21"/>
          <p:cNvSpPr/>
          <p:nvPr>
            <p:ph type="sldImg"/>
          </p:nvPr>
        </p:nvSpPr>
        <p:spPr>
          <a:xfrm>
            <a:off x="1143000" y="685800"/>
            <a:ext cx="4572000" cy="3429000"/>
          </a:xfrm>
          <a:prstGeom prst="rect">
            <a:avLst/>
          </a:prstGeom>
        </p:spPr>
        <p:txBody>
          <a:bodyPr/>
          <a:lstStyle/>
          <a:p>
            <a:pPr lvl="0"/>
          </a:p>
        </p:txBody>
      </p:sp>
      <p:sp>
        <p:nvSpPr>
          <p:cNvPr id="22" name="Shape 22"/>
          <p:cNvSpPr/>
          <p:nvPr>
            <p:ph type="body" sz="quarter" idx="1"/>
          </p:nvPr>
        </p:nvSpPr>
        <p:spPr>
          <a:xfrm>
            <a:off x="914400" y="4343400"/>
            <a:ext cx="5029200" cy="4114800"/>
          </a:xfrm>
          <a:prstGeom prst="rect">
            <a:avLst/>
          </a:prstGeom>
        </p:spPr>
        <p:txBody>
          <a:bodyPr/>
          <a:lstStyle/>
          <a:p>
            <a:pPr lvl="0"/>
          </a:p>
        </p:txBody>
      </p:sp>
    </p:spTree>
  </p:cSld>
  <p:clrMap bg1="lt1" tx1="dk1" bg2="lt2" tx2="dk2" accent1="accent1" accent2="accent2" accent3="accent3" accent4="accent4" accent5="accent5" accent6="accent6" hlink="hlink" folHlink="folHlink"/>
  <p:notesStyle>
    <a:lvl1pPr defTabSz="457200">
      <a:lnSpc>
        <a:spcPct val="125000"/>
      </a:lnSpc>
      <a:defRPr sz="2400">
        <a:latin typeface="+mn-lt"/>
        <a:ea typeface="+mn-ea"/>
        <a:cs typeface="+mn-cs"/>
        <a:sym typeface="Avenir Roman"/>
      </a:defRPr>
    </a:lvl1pPr>
    <a:lvl2pPr indent="228600" defTabSz="457200">
      <a:lnSpc>
        <a:spcPct val="125000"/>
      </a:lnSpc>
      <a:defRPr sz="2400">
        <a:latin typeface="+mn-lt"/>
        <a:ea typeface="+mn-ea"/>
        <a:cs typeface="+mn-cs"/>
        <a:sym typeface="Avenir Roman"/>
      </a:defRPr>
    </a:lvl2pPr>
    <a:lvl3pPr indent="457200" defTabSz="457200">
      <a:lnSpc>
        <a:spcPct val="125000"/>
      </a:lnSpc>
      <a:defRPr sz="2400">
        <a:latin typeface="+mn-lt"/>
        <a:ea typeface="+mn-ea"/>
        <a:cs typeface="+mn-cs"/>
        <a:sym typeface="Avenir Roman"/>
      </a:defRPr>
    </a:lvl3pPr>
    <a:lvl4pPr indent="685800" defTabSz="457200">
      <a:lnSpc>
        <a:spcPct val="125000"/>
      </a:lnSpc>
      <a:defRPr sz="2400">
        <a:latin typeface="+mn-lt"/>
        <a:ea typeface="+mn-ea"/>
        <a:cs typeface="+mn-cs"/>
        <a:sym typeface="Avenir Roman"/>
      </a:defRPr>
    </a:lvl4pPr>
    <a:lvl5pPr indent="914400" defTabSz="457200">
      <a:lnSpc>
        <a:spcPct val="125000"/>
      </a:lnSpc>
      <a:defRPr sz="2400">
        <a:latin typeface="+mn-lt"/>
        <a:ea typeface="+mn-ea"/>
        <a:cs typeface="+mn-cs"/>
        <a:sym typeface="Avenir Roman"/>
      </a:defRPr>
    </a:lvl5pPr>
    <a:lvl6pPr indent="1143000" defTabSz="457200">
      <a:lnSpc>
        <a:spcPct val="125000"/>
      </a:lnSpc>
      <a:defRPr sz="2400">
        <a:latin typeface="+mn-lt"/>
        <a:ea typeface="+mn-ea"/>
        <a:cs typeface="+mn-cs"/>
        <a:sym typeface="Avenir Roman"/>
      </a:defRPr>
    </a:lvl6pPr>
    <a:lvl7pPr indent="1371600" defTabSz="457200">
      <a:lnSpc>
        <a:spcPct val="125000"/>
      </a:lnSpc>
      <a:defRPr sz="2400">
        <a:latin typeface="+mn-lt"/>
        <a:ea typeface="+mn-ea"/>
        <a:cs typeface="+mn-cs"/>
        <a:sym typeface="Avenir Roman"/>
      </a:defRPr>
    </a:lvl7pPr>
    <a:lvl8pPr indent="1600200" defTabSz="457200">
      <a:lnSpc>
        <a:spcPct val="125000"/>
      </a:lnSpc>
      <a:defRPr sz="2400">
        <a:latin typeface="+mn-lt"/>
        <a:ea typeface="+mn-ea"/>
        <a:cs typeface="+mn-cs"/>
        <a:sym typeface="Avenir Roman"/>
      </a:defRPr>
    </a:lvl8pPr>
    <a:lvl9pPr indent="1828800" defTabSz="457200">
      <a:lnSpc>
        <a:spcPct val="125000"/>
      </a:lnSpc>
      <a:defRPr sz="2400">
        <a:latin typeface="+mn-lt"/>
        <a:ea typeface="+mn-ea"/>
        <a:cs typeface="+mn-cs"/>
        <a:sym typeface="Avenir Roman"/>
      </a:defRPr>
    </a:lvl9pPr>
  </p:notesStyle>
</p:notesMaster>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showMasterSp="0" showMasterPhAnim="1">
  <p:cSld name="Default">
    <p:spTree>
      <p:nvGrpSpPr>
        <p:cNvPr id="1" name=""/>
        <p:cNvGrpSpPr/>
        <p:nvPr/>
      </p:nvGrpSpPr>
      <p:grpSpPr>
        <a:xfrm>
          <a:off x="0" y="0"/>
          <a:ext cx="0" cy="0"/>
          <a:chOff x="0" y="0"/>
          <a:chExt cx="0" cy="0"/>
        </a:xfrm>
      </p:grpSpPr>
      <p:sp>
        <p:nvSpPr>
          <p:cNvPr id="16" name="Shape 16"/>
          <p:cNvSpPr/>
          <p:nvPr>
            <p:ph type="sldNum" sz="quarter" idx="2"/>
          </p:nvPr>
        </p:nvSpPr>
        <p:spPr>
          <a:xfrm>
            <a:off x="6781800" y="6474460"/>
            <a:ext cx="1905000" cy="307341"/>
          </a:xfrm>
          <a:prstGeom prst="rect">
            <a:avLst/>
          </a:prstGeom>
        </p:spPr>
        <p:txBody>
          <a:bodyPr/>
          <a:lstStyle/>
          <a:p>
            <a:pPr lvl="0"/>
            <a:fld id="{86CB4B4D-7CA3-9044-876B-883B54F8677D}" type="slidenum"/>
          </a:p>
        </p:txBody>
      </p:sp>
    </p:spTree>
  </p:cSld>
  <p:clrMapOvr>
    <a:masterClrMapping/>
  </p:clrMapOvr>
  <p:transitio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type="tx" showMasterSp="1" showMasterPhAnim="1">
  <p:cSld name="Default">
    <p:spTree>
      <p:nvGrpSpPr>
        <p:cNvPr id="1" name=""/>
        <p:cNvGrpSpPr/>
        <p:nvPr/>
      </p:nvGrpSpPr>
      <p:grpSpPr>
        <a:xfrm>
          <a:off x="0" y="0"/>
          <a:ext cx="0" cy="0"/>
          <a:chOff x="0" y="0"/>
          <a:chExt cx="0" cy="0"/>
        </a:xfrm>
      </p:grpSpPr>
      <p:sp>
        <p:nvSpPr>
          <p:cNvPr id="18" name="Shape 18"/>
          <p:cNvSpPr/>
          <p:nvPr>
            <p:ph type="title"/>
          </p:nvPr>
        </p:nvSpPr>
        <p:spPr>
          <a:prstGeom prst="rect">
            <a:avLst/>
          </a:prstGeom>
        </p:spPr>
        <p:txBody>
          <a:bodyPr/>
          <a:lstStyle/>
          <a:p>
            <a:pPr lvl="0">
              <a:defRPr sz="1800">
                <a:solidFill>
                  <a:srgbClr val="000000"/>
                </a:solidFill>
              </a:defRPr>
            </a:pPr>
            <a:r>
              <a:rPr sz="4400">
                <a:solidFill>
                  <a:srgbClr val="333399"/>
                </a:solidFill>
              </a:rPr>
              <a:t>按一下以編輯母片標題樣式</a:t>
            </a:r>
          </a:p>
        </p:txBody>
      </p:sp>
      <p:sp>
        <p:nvSpPr>
          <p:cNvPr id="19" name="Shape 19"/>
          <p:cNvSpPr/>
          <p:nvPr>
            <p:ph type="body" idx="1"/>
          </p:nvPr>
        </p:nvSpPr>
        <p:spPr>
          <a:prstGeom prst="rect">
            <a:avLst/>
          </a:prstGeom>
        </p:spPr>
        <p:txBody>
          <a:bodyPr/>
          <a:lstStyle/>
          <a:p>
            <a:pPr lvl="0">
              <a:defRPr sz="1800"/>
            </a:pPr>
            <a:r>
              <a:rPr sz="3200"/>
              <a:t>按一下以編輯母片</a:t>
            </a:r>
            <a:endParaRPr sz="3200"/>
          </a:p>
          <a:p>
            <a:pPr lvl="1">
              <a:defRPr sz="1800"/>
            </a:pPr>
            <a:r>
              <a:rPr sz="3200"/>
              <a:t>第二層</a:t>
            </a:r>
            <a:endParaRPr sz="3200"/>
          </a:p>
          <a:p>
            <a:pPr lvl="2">
              <a:defRPr sz="1800"/>
            </a:pPr>
            <a:r>
              <a:rPr sz="3200"/>
              <a:t>第三層</a:t>
            </a:r>
            <a:endParaRPr sz="3200"/>
          </a:p>
          <a:p>
            <a:pPr lvl="3">
              <a:defRPr sz="1800"/>
            </a:pPr>
            <a:r>
              <a:rPr sz="3200"/>
              <a:t>第四層</a:t>
            </a:r>
            <a:endParaRPr sz="3200"/>
          </a:p>
          <a:p>
            <a:pPr lvl="4">
              <a:defRPr sz="1800"/>
            </a:pPr>
            <a:r>
              <a:rPr sz="3200"/>
              <a:t>第五層</a:t>
            </a:r>
          </a:p>
        </p:txBody>
      </p:sp>
      <p:sp>
        <p:nvSpPr>
          <p:cNvPr id="20" name="Shape 20"/>
          <p:cNvSpPr/>
          <p:nvPr>
            <p:ph type="sldNum" sz="quarter" idx="2"/>
          </p:nvPr>
        </p:nvSpPr>
        <p:spPr>
          <a:prstGeom prst="rect">
            <a:avLst/>
          </a:prstGeom>
        </p:spPr>
        <p:txBody>
          <a:bodyPr/>
          <a:lstStyle/>
          <a:p>
            <a:pPr lvl="0"/>
            <a:fld id="{86CB4B4D-7CA3-9044-876B-883B54F8677D}" type="slidenum"/>
          </a:p>
        </p:txBody>
      </p:sp>
    </p:spTree>
  </p:cSld>
  <p:clrMapOvr>
    <a:masterClrMapping/>
  </p:clrMapOvr>
  <p:transition spd="med" advClick="1"/>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grpSp>
        <p:nvGrpSpPr>
          <p:cNvPr id="11" name="Group 11"/>
          <p:cNvGrpSpPr/>
          <p:nvPr/>
        </p:nvGrpSpPr>
        <p:grpSpPr>
          <a:xfrm>
            <a:off x="-1" y="2438400"/>
            <a:ext cx="9009064" cy="1052513"/>
            <a:chOff x="0" y="0"/>
            <a:chExt cx="9009062" cy="1052512"/>
          </a:xfrm>
        </p:grpSpPr>
        <p:grpSp>
          <p:nvGrpSpPr>
            <p:cNvPr id="4" name="Group 4"/>
            <p:cNvGrpSpPr/>
            <p:nvPr/>
          </p:nvGrpSpPr>
          <p:grpSpPr>
            <a:xfrm>
              <a:off x="293687" y="107950"/>
              <a:ext cx="712788" cy="474663"/>
              <a:chOff x="0" y="0"/>
              <a:chExt cx="712787" cy="474662"/>
            </a:xfrm>
          </p:grpSpPr>
          <p:sp>
            <p:nvSpPr>
              <p:cNvPr id="2" name="Shape 2"/>
              <p:cNvSpPr/>
              <p:nvPr/>
            </p:nvSpPr>
            <p:spPr>
              <a:xfrm>
                <a:off x="0" y="0"/>
                <a:ext cx="438639" cy="474663"/>
              </a:xfrm>
              <a:prstGeom prst="rect">
                <a:avLst/>
              </a:prstGeom>
              <a:solidFill>
                <a:srgbClr val="3333CC"/>
              </a:solidFill>
              <a:ln w="12700" cap="flat">
                <a:noFill/>
                <a:miter lim="400000"/>
              </a:ln>
              <a:effectLst/>
            </p:spPr>
            <p:txBody>
              <a:bodyPr wrap="square" lIns="0" tIns="0" rIns="0" bIns="0" numCol="1" anchor="ctr">
                <a:noAutofit/>
              </a:bodyPr>
              <a:lstStyle/>
              <a:p>
                <a:pPr lvl="0">
                  <a:defRPr sz="1800"/>
                </a:pPr>
              </a:p>
            </p:txBody>
          </p:sp>
          <p:sp>
            <p:nvSpPr>
              <p:cNvPr id="3" name="Shape 3"/>
              <p:cNvSpPr/>
              <p:nvPr/>
            </p:nvSpPr>
            <p:spPr>
              <a:xfrm>
                <a:off x="383808" y="0"/>
                <a:ext cx="328980" cy="474663"/>
              </a:xfrm>
              <a:prstGeom prst="rect">
                <a:avLst/>
              </a:prstGeom>
              <a:gradFill flip="none" rotWithShape="1">
                <a:gsLst>
                  <a:gs pos="0">
                    <a:srgbClr val="FFFFFF"/>
                  </a:gs>
                  <a:gs pos="100000">
                    <a:srgbClr val="3333CC"/>
                  </a:gs>
                </a:gsLst>
                <a:lin ang="10800000" scaled="0"/>
              </a:gradFill>
              <a:ln w="12700" cap="flat">
                <a:noFill/>
                <a:miter lim="400000"/>
              </a:ln>
              <a:effectLst/>
            </p:spPr>
            <p:txBody>
              <a:bodyPr wrap="square" lIns="0" tIns="0" rIns="0" bIns="0" numCol="1" anchor="ctr">
                <a:noAutofit/>
              </a:bodyPr>
              <a:lstStyle/>
              <a:p>
                <a:pPr lvl="0">
                  <a:defRPr sz="1800"/>
                </a:pPr>
              </a:p>
            </p:txBody>
          </p:sp>
        </p:grpSp>
        <p:grpSp>
          <p:nvGrpSpPr>
            <p:cNvPr id="7" name="Group 7"/>
            <p:cNvGrpSpPr/>
            <p:nvPr/>
          </p:nvGrpSpPr>
          <p:grpSpPr>
            <a:xfrm>
              <a:off x="417512" y="530225"/>
              <a:ext cx="739776" cy="474663"/>
              <a:chOff x="0" y="0"/>
              <a:chExt cx="739774" cy="474662"/>
            </a:xfrm>
          </p:grpSpPr>
          <p:sp>
            <p:nvSpPr>
              <p:cNvPr id="5" name="Shape 5"/>
              <p:cNvSpPr/>
              <p:nvPr/>
            </p:nvSpPr>
            <p:spPr>
              <a:xfrm>
                <a:off x="0" y="0"/>
                <a:ext cx="422729" cy="474663"/>
              </a:xfrm>
              <a:prstGeom prst="rect">
                <a:avLst/>
              </a:prstGeom>
              <a:solidFill>
                <a:srgbClr val="FFCF01"/>
              </a:solidFill>
              <a:ln w="12700" cap="flat">
                <a:noFill/>
                <a:miter lim="400000"/>
              </a:ln>
              <a:effectLst/>
            </p:spPr>
            <p:txBody>
              <a:bodyPr wrap="square" lIns="0" tIns="0" rIns="0" bIns="0" numCol="1" anchor="ctr">
                <a:noAutofit/>
              </a:bodyPr>
              <a:lstStyle/>
              <a:p>
                <a:pPr lvl="0">
                  <a:defRPr sz="1800"/>
                </a:pPr>
              </a:p>
            </p:txBody>
          </p:sp>
          <p:sp>
            <p:nvSpPr>
              <p:cNvPr id="6" name="Shape 6"/>
              <p:cNvSpPr/>
              <p:nvPr/>
            </p:nvSpPr>
            <p:spPr>
              <a:xfrm>
                <a:off x="369887" y="0"/>
                <a:ext cx="369888" cy="474663"/>
              </a:xfrm>
              <a:prstGeom prst="rect">
                <a:avLst/>
              </a:prstGeom>
              <a:gradFill flip="none" rotWithShape="1">
                <a:gsLst>
                  <a:gs pos="0">
                    <a:srgbClr val="FFFFFF"/>
                  </a:gs>
                  <a:gs pos="100000">
                    <a:srgbClr val="FFCF01"/>
                  </a:gs>
                </a:gsLst>
                <a:lin ang="10800000" scaled="0"/>
              </a:gradFill>
              <a:ln w="12700" cap="flat">
                <a:noFill/>
                <a:miter lim="400000"/>
              </a:ln>
              <a:effectLst/>
            </p:spPr>
            <p:txBody>
              <a:bodyPr wrap="square" lIns="0" tIns="0" rIns="0" bIns="0" numCol="1" anchor="ctr">
                <a:noAutofit/>
              </a:bodyPr>
              <a:lstStyle/>
              <a:p>
                <a:pPr lvl="0">
                  <a:defRPr sz="1800"/>
                </a:pPr>
              </a:p>
            </p:txBody>
          </p:sp>
        </p:grpSp>
        <p:sp>
          <p:nvSpPr>
            <p:cNvPr id="8" name="Shape 8"/>
            <p:cNvSpPr/>
            <p:nvPr/>
          </p:nvSpPr>
          <p:spPr>
            <a:xfrm>
              <a:off x="-1" y="457200"/>
              <a:ext cx="560389" cy="422275"/>
            </a:xfrm>
            <a:prstGeom prst="rect">
              <a:avLst/>
            </a:prstGeom>
            <a:gradFill flip="none" rotWithShape="1">
              <a:gsLst>
                <a:gs pos="0">
                  <a:srgbClr val="FF0000"/>
                </a:gs>
                <a:gs pos="100000">
                  <a:srgbClr val="FFFFFF"/>
                </a:gs>
              </a:gsLst>
              <a:lin ang="8100000" scaled="0"/>
            </a:gradFill>
            <a:ln w="12700" cap="flat">
              <a:noFill/>
              <a:miter lim="400000"/>
            </a:ln>
            <a:effectLst/>
          </p:spPr>
          <p:txBody>
            <a:bodyPr wrap="square" lIns="0" tIns="0" rIns="0" bIns="0" numCol="1" anchor="ctr">
              <a:noAutofit/>
            </a:bodyPr>
            <a:lstStyle/>
            <a:p>
              <a:pPr lvl="0">
                <a:defRPr sz="1800"/>
              </a:pPr>
            </a:p>
          </p:txBody>
        </p:sp>
        <p:sp>
          <p:nvSpPr>
            <p:cNvPr id="9" name="Shape 9"/>
            <p:cNvSpPr/>
            <p:nvPr/>
          </p:nvSpPr>
          <p:spPr>
            <a:xfrm>
              <a:off x="635000" y="0"/>
              <a:ext cx="31750" cy="1052513"/>
            </a:xfrm>
            <a:prstGeom prst="rect">
              <a:avLst/>
            </a:prstGeom>
            <a:solidFill>
              <a:srgbClr val="1C1C1C"/>
            </a:solidFill>
            <a:ln w="12700" cap="flat">
              <a:noFill/>
              <a:miter lim="400000"/>
            </a:ln>
            <a:effectLst/>
          </p:spPr>
          <p:txBody>
            <a:bodyPr wrap="square" lIns="0" tIns="0" rIns="0" bIns="0" numCol="1" anchor="ctr">
              <a:noAutofit/>
            </a:bodyPr>
            <a:lstStyle/>
            <a:p>
              <a:pPr lvl="0">
                <a:defRPr sz="1800"/>
              </a:pPr>
            </a:p>
          </p:txBody>
        </p:sp>
        <p:sp>
          <p:nvSpPr>
            <p:cNvPr id="10" name="Shape 10"/>
            <p:cNvSpPr/>
            <p:nvPr/>
          </p:nvSpPr>
          <p:spPr>
            <a:xfrm flipH="1" rot="10800000">
              <a:off x="315912" y="822325"/>
              <a:ext cx="8693151" cy="55563"/>
            </a:xfrm>
            <a:prstGeom prst="rect">
              <a:avLst/>
            </a:prstGeom>
            <a:gradFill flip="none" rotWithShape="1">
              <a:gsLst>
                <a:gs pos="0">
                  <a:srgbClr val="FFFFFF"/>
                </a:gs>
                <a:gs pos="100000">
                  <a:srgbClr val="1C1C1C"/>
                </a:gs>
              </a:gsLst>
              <a:lin ang="10800000" scaled="0"/>
            </a:gradFill>
            <a:ln w="12700" cap="flat">
              <a:noFill/>
              <a:miter lim="400000"/>
            </a:ln>
            <a:effectLst/>
          </p:spPr>
          <p:txBody>
            <a:bodyPr wrap="square" lIns="0" tIns="0" rIns="0" bIns="0" numCol="1" anchor="ctr">
              <a:noAutofit/>
            </a:bodyPr>
            <a:lstStyle/>
            <a:p>
              <a:pPr lvl="0">
                <a:defRPr sz="1800"/>
              </a:pPr>
            </a:p>
          </p:txBody>
        </p:sp>
      </p:grpSp>
      <p:sp>
        <p:nvSpPr>
          <p:cNvPr id="12" name="Shape 12"/>
          <p:cNvSpPr/>
          <p:nvPr>
            <p:ph type="title"/>
          </p:nvPr>
        </p:nvSpPr>
        <p:spPr>
          <a:xfrm>
            <a:off x="762000" y="0"/>
            <a:ext cx="7793038" cy="1295400"/>
          </a:xfrm>
          <a:prstGeom prst="rect">
            <a:avLst/>
          </a:prstGeom>
          <a:ln w="12700">
            <a:miter lim="400000"/>
          </a:ln>
          <a:extLst>
            <a:ext uri="{C572A759-6A51-4108-AA02-DFA0A04FC94B}">
              <ma14:wrappingTextBoxFlag xmlns:ma14="http://schemas.microsoft.com/office/mac/drawingml/2011/main" val="1"/>
            </a:ext>
          </a:extLst>
        </p:spPr>
        <p:txBody>
          <a:bodyPr lIns="45719" rIns="45719" anchor="b"/>
          <a:lstStyle/>
          <a:p>
            <a:pPr lvl="0">
              <a:defRPr sz="1800">
                <a:solidFill>
                  <a:srgbClr val="000000"/>
                </a:solidFill>
              </a:defRPr>
            </a:pPr>
            <a:r>
              <a:rPr sz="4400">
                <a:solidFill>
                  <a:srgbClr val="333399"/>
                </a:solidFill>
              </a:rPr>
              <a:t>按一下以編輯母片標題樣式</a:t>
            </a:r>
          </a:p>
        </p:txBody>
      </p:sp>
      <p:sp>
        <p:nvSpPr>
          <p:cNvPr id="13" name="Shape 13"/>
          <p:cNvSpPr/>
          <p:nvPr>
            <p:ph type="body" idx="1"/>
          </p:nvPr>
        </p:nvSpPr>
        <p:spPr>
          <a:xfrm>
            <a:off x="762000" y="1524000"/>
            <a:ext cx="7772400" cy="53340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lvl="0">
              <a:defRPr sz="1800"/>
            </a:pPr>
            <a:r>
              <a:rPr sz="3200"/>
              <a:t>按一下以編輯母片</a:t>
            </a:r>
            <a:endParaRPr sz="3200"/>
          </a:p>
          <a:p>
            <a:pPr lvl="1">
              <a:defRPr sz="1800"/>
            </a:pPr>
            <a:r>
              <a:rPr sz="3200"/>
              <a:t>第二層</a:t>
            </a:r>
            <a:endParaRPr sz="3200"/>
          </a:p>
          <a:p>
            <a:pPr lvl="2">
              <a:defRPr sz="1800"/>
            </a:pPr>
            <a:r>
              <a:rPr sz="3200"/>
              <a:t>第三層</a:t>
            </a:r>
            <a:endParaRPr sz="3200"/>
          </a:p>
          <a:p>
            <a:pPr lvl="3">
              <a:defRPr sz="1800"/>
            </a:pPr>
            <a:r>
              <a:rPr sz="3200"/>
              <a:t>第四層</a:t>
            </a:r>
            <a:endParaRPr sz="3200"/>
          </a:p>
          <a:p>
            <a:pPr lvl="4">
              <a:defRPr sz="1800"/>
            </a:pPr>
            <a:r>
              <a:rPr sz="3200"/>
              <a:t>第五層</a:t>
            </a:r>
          </a:p>
        </p:txBody>
      </p:sp>
      <p:sp>
        <p:nvSpPr>
          <p:cNvPr id="14" name="Shape 14"/>
          <p:cNvSpPr/>
          <p:nvPr>
            <p:ph type="sldNum" sz="quarter" idx="2"/>
          </p:nvPr>
        </p:nvSpPr>
        <p:spPr>
          <a:xfrm>
            <a:off x="6858000" y="6398260"/>
            <a:ext cx="1905000" cy="307341"/>
          </a:xfrm>
          <a:prstGeom prst="rect">
            <a:avLst/>
          </a:prstGeom>
          <a:ln w="12700">
            <a:miter lim="400000"/>
          </a:ln>
        </p:spPr>
        <p:txBody>
          <a:bodyPr lIns="45719" rIns="45719" anchor="b">
            <a:spAutoFit/>
          </a:bodyPr>
          <a:lstStyle>
            <a:lvl1pPr algn="r">
              <a:defRPr sz="1400">
                <a:solidFill>
                  <a:srgbClr val="00E4A8"/>
                </a:solidFill>
              </a:defRPr>
            </a:lvl1pPr>
          </a:lstStyle>
          <a:p>
            <a:pPr lvl="0"/>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transition spd="med" advClick="1"/>
  <p:txStyles>
    <p:titleStyle>
      <a:lvl1pPr algn="ctr">
        <a:defRPr sz="4400">
          <a:solidFill>
            <a:srgbClr val="333399"/>
          </a:solidFill>
          <a:latin typeface="Tahoma"/>
          <a:ea typeface="Tahoma"/>
          <a:cs typeface="Tahoma"/>
          <a:sym typeface="Tahoma"/>
        </a:defRPr>
      </a:lvl1pPr>
      <a:lvl2pPr algn="ctr">
        <a:defRPr sz="4400">
          <a:solidFill>
            <a:srgbClr val="333399"/>
          </a:solidFill>
          <a:latin typeface="Tahoma"/>
          <a:ea typeface="Tahoma"/>
          <a:cs typeface="Tahoma"/>
          <a:sym typeface="Tahoma"/>
        </a:defRPr>
      </a:lvl2pPr>
      <a:lvl3pPr algn="ctr">
        <a:defRPr sz="4400">
          <a:solidFill>
            <a:srgbClr val="333399"/>
          </a:solidFill>
          <a:latin typeface="Tahoma"/>
          <a:ea typeface="Tahoma"/>
          <a:cs typeface="Tahoma"/>
          <a:sym typeface="Tahoma"/>
        </a:defRPr>
      </a:lvl3pPr>
      <a:lvl4pPr algn="ctr">
        <a:defRPr sz="4400">
          <a:solidFill>
            <a:srgbClr val="333399"/>
          </a:solidFill>
          <a:latin typeface="Tahoma"/>
          <a:ea typeface="Tahoma"/>
          <a:cs typeface="Tahoma"/>
          <a:sym typeface="Tahoma"/>
        </a:defRPr>
      </a:lvl4pPr>
      <a:lvl5pPr algn="ctr">
        <a:defRPr sz="4400">
          <a:solidFill>
            <a:srgbClr val="333399"/>
          </a:solidFill>
          <a:latin typeface="Tahoma"/>
          <a:ea typeface="Tahoma"/>
          <a:cs typeface="Tahoma"/>
          <a:sym typeface="Tahoma"/>
        </a:defRPr>
      </a:lvl5pPr>
      <a:lvl6pPr indent="457200" algn="ctr">
        <a:defRPr sz="4400">
          <a:solidFill>
            <a:srgbClr val="333399"/>
          </a:solidFill>
          <a:latin typeface="Tahoma"/>
          <a:ea typeface="Tahoma"/>
          <a:cs typeface="Tahoma"/>
          <a:sym typeface="Tahoma"/>
        </a:defRPr>
      </a:lvl6pPr>
      <a:lvl7pPr indent="914400" algn="ctr">
        <a:defRPr sz="4400">
          <a:solidFill>
            <a:srgbClr val="333399"/>
          </a:solidFill>
          <a:latin typeface="Tahoma"/>
          <a:ea typeface="Tahoma"/>
          <a:cs typeface="Tahoma"/>
          <a:sym typeface="Tahoma"/>
        </a:defRPr>
      </a:lvl7pPr>
      <a:lvl8pPr indent="1371600" algn="ctr">
        <a:defRPr sz="4400">
          <a:solidFill>
            <a:srgbClr val="333399"/>
          </a:solidFill>
          <a:latin typeface="Tahoma"/>
          <a:ea typeface="Tahoma"/>
          <a:cs typeface="Tahoma"/>
          <a:sym typeface="Tahoma"/>
        </a:defRPr>
      </a:lvl8pPr>
      <a:lvl9pPr indent="1828800" algn="ctr">
        <a:defRPr sz="4400">
          <a:solidFill>
            <a:srgbClr val="333399"/>
          </a:solidFill>
          <a:latin typeface="Tahoma"/>
          <a:ea typeface="Tahoma"/>
          <a:cs typeface="Tahoma"/>
          <a:sym typeface="Tahoma"/>
        </a:defRPr>
      </a:lvl9pPr>
    </p:titleStyle>
    <p:bodyStyle>
      <a:lvl1pPr marL="342900" indent="-342900">
        <a:spcBef>
          <a:spcPts val="700"/>
        </a:spcBef>
        <a:buClr>
          <a:srgbClr val="3333CC"/>
        </a:buClr>
        <a:buSzPct val="60000"/>
        <a:buFont typeface="Wingdings"/>
        <a:buChar char="■"/>
        <a:defRPr sz="3200">
          <a:latin typeface="Tahoma"/>
          <a:ea typeface="Tahoma"/>
          <a:cs typeface="Tahoma"/>
          <a:sym typeface="Tahoma"/>
        </a:defRPr>
      </a:lvl1pPr>
      <a:lvl2pPr marL="783771" indent="-326571">
        <a:spcBef>
          <a:spcPts val="700"/>
        </a:spcBef>
        <a:buClr>
          <a:srgbClr val="3333CC"/>
        </a:buClr>
        <a:buSzPct val="55000"/>
        <a:buFont typeface="Wingdings"/>
        <a:buChar char="■"/>
        <a:defRPr sz="3200">
          <a:latin typeface="Tahoma"/>
          <a:ea typeface="Tahoma"/>
          <a:cs typeface="Tahoma"/>
          <a:sym typeface="Tahoma"/>
        </a:defRPr>
      </a:lvl2pPr>
      <a:lvl3pPr marL="1219200" indent="-304800">
        <a:spcBef>
          <a:spcPts val="700"/>
        </a:spcBef>
        <a:buClr>
          <a:srgbClr val="3333CC"/>
        </a:buClr>
        <a:buSzPct val="50000"/>
        <a:buFont typeface="Wingdings"/>
        <a:buChar char="■"/>
        <a:defRPr sz="3200">
          <a:latin typeface="Tahoma"/>
          <a:ea typeface="Tahoma"/>
          <a:cs typeface="Tahoma"/>
          <a:sym typeface="Tahoma"/>
        </a:defRPr>
      </a:lvl3pPr>
      <a:lvl4pPr marL="1737360" indent="-365760">
        <a:spcBef>
          <a:spcPts val="700"/>
        </a:spcBef>
        <a:buClr>
          <a:srgbClr val="3333CC"/>
        </a:buClr>
        <a:buSzPct val="55000"/>
        <a:buFont typeface="Wingdings"/>
        <a:buChar char="■"/>
        <a:defRPr sz="3200">
          <a:latin typeface="Tahoma"/>
          <a:ea typeface="Tahoma"/>
          <a:cs typeface="Tahoma"/>
          <a:sym typeface="Tahoma"/>
        </a:defRPr>
      </a:lvl4pPr>
      <a:lvl5pPr marL="2235200" indent="-406400">
        <a:spcBef>
          <a:spcPts val="700"/>
        </a:spcBef>
        <a:buClr>
          <a:srgbClr val="3333CC"/>
        </a:buClr>
        <a:buSzPct val="50000"/>
        <a:buFont typeface="Wingdings"/>
        <a:buChar char="■"/>
        <a:defRPr sz="3200">
          <a:latin typeface="Tahoma"/>
          <a:ea typeface="Tahoma"/>
          <a:cs typeface="Tahoma"/>
          <a:sym typeface="Tahoma"/>
        </a:defRPr>
      </a:lvl5pPr>
      <a:lvl6pPr marL="2692400" indent="-406400">
        <a:spcBef>
          <a:spcPts val="700"/>
        </a:spcBef>
        <a:buClr>
          <a:srgbClr val="3333CC"/>
        </a:buClr>
        <a:buSzPct val="50000"/>
        <a:buFont typeface="Wingdings"/>
        <a:buChar char="•"/>
        <a:defRPr sz="3200">
          <a:latin typeface="Tahoma"/>
          <a:ea typeface="Tahoma"/>
          <a:cs typeface="Tahoma"/>
          <a:sym typeface="Tahoma"/>
        </a:defRPr>
      </a:lvl6pPr>
      <a:lvl7pPr marL="3149600" indent="-406400">
        <a:spcBef>
          <a:spcPts val="700"/>
        </a:spcBef>
        <a:buClr>
          <a:srgbClr val="3333CC"/>
        </a:buClr>
        <a:buSzPct val="50000"/>
        <a:buFont typeface="Wingdings"/>
        <a:buChar char="•"/>
        <a:defRPr sz="3200">
          <a:latin typeface="Tahoma"/>
          <a:ea typeface="Tahoma"/>
          <a:cs typeface="Tahoma"/>
          <a:sym typeface="Tahoma"/>
        </a:defRPr>
      </a:lvl7pPr>
      <a:lvl8pPr marL="3606800" indent="-406400">
        <a:spcBef>
          <a:spcPts val="700"/>
        </a:spcBef>
        <a:buClr>
          <a:srgbClr val="3333CC"/>
        </a:buClr>
        <a:buSzPct val="50000"/>
        <a:buFont typeface="Wingdings"/>
        <a:buChar char="•"/>
        <a:defRPr sz="3200">
          <a:latin typeface="Tahoma"/>
          <a:ea typeface="Tahoma"/>
          <a:cs typeface="Tahoma"/>
          <a:sym typeface="Tahoma"/>
        </a:defRPr>
      </a:lvl8pPr>
      <a:lvl9pPr marL="4064000" indent="-406400">
        <a:spcBef>
          <a:spcPts val="700"/>
        </a:spcBef>
        <a:buClr>
          <a:srgbClr val="3333CC"/>
        </a:buClr>
        <a:buSzPct val="50000"/>
        <a:buFont typeface="Wingdings"/>
        <a:buChar char="•"/>
        <a:defRPr sz="3200">
          <a:latin typeface="Tahoma"/>
          <a:ea typeface="Tahoma"/>
          <a:cs typeface="Tahoma"/>
          <a:sym typeface="Tahoma"/>
        </a:defRPr>
      </a:lvl9pPr>
    </p:bodyStyle>
    <p:otherStyle>
      <a:lvl1pPr algn="r">
        <a:defRPr sz="1400">
          <a:solidFill>
            <a:schemeClr val="tx1"/>
          </a:solidFill>
          <a:latin typeface="+mn-lt"/>
          <a:ea typeface="+mn-ea"/>
          <a:cs typeface="+mn-cs"/>
          <a:sym typeface="Tahoma"/>
        </a:defRPr>
      </a:lvl1pPr>
      <a:lvl2pPr indent="457200" algn="r">
        <a:defRPr sz="1400">
          <a:solidFill>
            <a:schemeClr val="tx1"/>
          </a:solidFill>
          <a:latin typeface="+mn-lt"/>
          <a:ea typeface="+mn-ea"/>
          <a:cs typeface="+mn-cs"/>
          <a:sym typeface="Tahoma"/>
        </a:defRPr>
      </a:lvl2pPr>
      <a:lvl3pPr indent="914400" algn="r">
        <a:defRPr sz="1400">
          <a:solidFill>
            <a:schemeClr val="tx1"/>
          </a:solidFill>
          <a:latin typeface="+mn-lt"/>
          <a:ea typeface="+mn-ea"/>
          <a:cs typeface="+mn-cs"/>
          <a:sym typeface="Tahoma"/>
        </a:defRPr>
      </a:lvl3pPr>
      <a:lvl4pPr indent="1371600" algn="r">
        <a:defRPr sz="1400">
          <a:solidFill>
            <a:schemeClr val="tx1"/>
          </a:solidFill>
          <a:latin typeface="+mn-lt"/>
          <a:ea typeface="+mn-ea"/>
          <a:cs typeface="+mn-cs"/>
          <a:sym typeface="Tahoma"/>
        </a:defRPr>
      </a:lvl4pPr>
      <a:lvl5pPr indent="1828800" algn="r">
        <a:defRPr sz="1400">
          <a:solidFill>
            <a:schemeClr val="tx1"/>
          </a:solidFill>
          <a:latin typeface="+mn-lt"/>
          <a:ea typeface="+mn-ea"/>
          <a:cs typeface="+mn-cs"/>
          <a:sym typeface="Tahoma"/>
        </a:defRPr>
      </a:lvl5pPr>
      <a:lvl6pPr algn="r">
        <a:defRPr sz="1400">
          <a:solidFill>
            <a:schemeClr val="tx1"/>
          </a:solidFill>
          <a:latin typeface="+mn-lt"/>
          <a:ea typeface="+mn-ea"/>
          <a:cs typeface="+mn-cs"/>
          <a:sym typeface="Tahoma"/>
        </a:defRPr>
      </a:lvl6pPr>
      <a:lvl7pPr algn="r">
        <a:defRPr sz="1400">
          <a:solidFill>
            <a:schemeClr val="tx1"/>
          </a:solidFill>
          <a:latin typeface="+mn-lt"/>
          <a:ea typeface="+mn-ea"/>
          <a:cs typeface="+mn-cs"/>
          <a:sym typeface="Tahoma"/>
        </a:defRPr>
      </a:lvl7pPr>
      <a:lvl8pPr algn="r">
        <a:defRPr sz="1400">
          <a:solidFill>
            <a:schemeClr val="tx1"/>
          </a:solidFill>
          <a:latin typeface="+mn-lt"/>
          <a:ea typeface="+mn-ea"/>
          <a:cs typeface="+mn-cs"/>
          <a:sym typeface="Tahoma"/>
        </a:defRPr>
      </a:lvl8pPr>
      <a:lvl9pPr algn="r">
        <a:defRPr sz="1400">
          <a:solidFill>
            <a:schemeClr val="tx1"/>
          </a:solidFill>
          <a:latin typeface="+mn-lt"/>
          <a:ea typeface="+mn-ea"/>
          <a:cs typeface="+mn-cs"/>
          <a:sym typeface="Tahoma"/>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4" name="Shape 24"/>
          <p:cNvSpPr/>
          <p:nvPr/>
        </p:nvSpPr>
        <p:spPr>
          <a:xfrm>
            <a:off x="6781800" y="6474460"/>
            <a:ext cx="1905000" cy="30734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r">
              <a:defRPr sz="1400">
                <a:solidFill>
                  <a:srgbClr val="00E4A8"/>
                </a:solidFill>
              </a:defRPr>
            </a:lvl1pPr>
          </a:lstStyle>
          <a:p>
            <a:pPr lvl="0">
              <a:defRPr sz="1800">
                <a:solidFill>
                  <a:srgbClr val="000000"/>
                </a:solidFill>
              </a:defRPr>
            </a:pPr>
            <a:r>
              <a:rPr sz="1400">
                <a:solidFill>
                  <a:srgbClr val="00E4A8"/>
                </a:solidFill>
              </a:rPr>
              <a:t>1</a:t>
            </a:r>
          </a:p>
        </p:txBody>
      </p:sp>
      <p:sp>
        <p:nvSpPr>
          <p:cNvPr id="25" name="Shape 25"/>
          <p:cNvSpPr/>
          <p:nvPr>
            <p:ph type="title" idx="4294967295"/>
          </p:nvPr>
        </p:nvSpPr>
        <p:spPr>
          <a:xfrm>
            <a:off x="533400" y="381000"/>
            <a:ext cx="7772400" cy="914400"/>
          </a:xfrm>
          <a:prstGeom prst="rect">
            <a:avLst/>
          </a:prstGeom>
        </p:spPr>
        <p:txBody>
          <a:bodyPr lIns="0" tIns="0" rIns="0" bIns="0">
            <a:normAutofit fontScale="100000" lnSpcReduction="0"/>
          </a:bodyPr>
          <a:lstStyle>
            <a:lvl1pPr>
              <a:defRPr>
                <a:latin typeface="Times New Roman Bold"/>
                <a:ea typeface="Times New Roman Bold"/>
                <a:cs typeface="Times New Roman Bold"/>
                <a:sym typeface="Times New Roman Bold"/>
              </a:defRPr>
            </a:lvl1pPr>
          </a:lstStyle>
          <a:p>
            <a:pPr lvl="0">
              <a:defRPr sz="1800">
                <a:solidFill>
                  <a:srgbClr val="000000"/>
                </a:solidFill>
              </a:defRPr>
            </a:pPr>
            <a:r>
              <a:rPr sz="4400">
                <a:solidFill>
                  <a:srgbClr val="333399"/>
                </a:solidFill>
              </a:rPr>
              <a:t>10142:Australian Voting</a:t>
            </a:r>
          </a:p>
        </p:txBody>
      </p:sp>
      <p:sp>
        <p:nvSpPr>
          <p:cNvPr id="26" name="Shape 26"/>
          <p:cNvSpPr/>
          <p:nvPr>
            <p:ph type="body" idx="4294967295"/>
          </p:nvPr>
        </p:nvSpPr>
        <p:spPr>
          <a:xfrm>
            <a:off x="381000" y="1447800"/>
            <a:ext cx="8077200" cy="4789488"/>
          </a:xfrm>
          <a:prstGeom prst="rect">
            <a:avLst/>
          </a:prstGeom>
        </p:spPr>
        <p:txBody>
          <a:bodyPr lIns="0" tIns="0" rIns="0" bIns="0">
            <a:normAutofit fontScale="100000" lnSpcReduction="0"/>
          </a:bodyPr>
          <a:lstStyle/>
          <a:p>
            <a:pPr lvl="0" marL="241744" indent="-241744" defTabSz="859536">
              <a:spcBef>
                <a:spcPts val="500"/>
              </a:spcBef>
              <a:defRPr sz="1800"/>
            </a:pPr>
            <a:r>
              <a:rPr sz="2256">
                <a:solidFill>
                  <a:srgbClr val="FF0000"/>
                </a:solidFill>
                <a:latin typeface="Times New Roman"/>
                <a:ea typeface="Times New Roman"/>
                <a:cs typeface="Times New Roman"/>
                <a:sym typeface="Times New Roman"/>
              </a:rPr>
              <a:t>★★☆☆☆</a:t>
            </a:r>
            <a:endParaRPr sz="2256">
              <a:solidFill>
                <a:srgbClr val="FF0000"/>
              </a:solidFill>
              <a:latin typeface="Times New Roman"/>
              <a:ea typeface="Times New Roman"/>
              <a:cs typeface="Times New Roman"/>
              <a:sym typeface="Times New Roman"/>
            </a:endParaRPr>
          </a:p>
          <a:p>
            <a:pPr lvl="0" marL="241744" indent="-241744" defTabSz="859536">
              <a:spcBef>
                <a:spcPts val="500"/>
              </a:spcBef>
              <a:defRPr sz="1800"/>
            </a:pPr>
            <a:r>
              <a:rPr sz="2256">
                <a:solidFill>
                  <a:srgbClr val="3BA943"/>
                </a:solidFill>
                <a:latin typeface="標楷體"/>
                <a:ea typeface="標楷體"/>
                <a:cs typeface="標楷體"/>
                <a:sym typeface="標楷體"/>
              </a:rPr>
              <a:t>題組：</a:t>
            </a:r>
            <a:r>
              <a:rPr sz="2256">
                <a:latin typeface="Times New Roman"/>
                <a:ea typeface="Times New Roman"/>
                <a:cs typeface="Times New Roman"/>
                <a:sym typeface="Times New Roman"/>
              </a:rPr>
              <a:t>Problem Set Archive with Online Judge</a:t>
            </a:r>
            <a:endParaRPr sz="2256">
              <a:latin typeface="Times New Roman"/>
              <a:ea typeface="Times New Roman"/>
              <a:cs typeface="Times New Roman"/>
              <a:sym typeface="Times New Roman"/>
            </a:endParaRPr>
          </a:p>
          <a:p>
            <a:pPr lvl="0" marL="241744" indent="-241744" defTabSz="859536">
              <a:spcBef>
                <a:spcPts val="500"/>
              </a:spcBef>
              <a:defRPr sz="1800"/>
            </a:pPr>
            <a:r>
              <a:rPr sz="2256">
                <a:solidFill>
                  <a:srgbClr val="3BA943"/>
                </a:solidFill>
                <a:latin typeface="標楷體"/>
                <a:ea typeface="標楷體"/>
                <a:cs typeface="標楷體"/>
                <a:sym typeface="標楷體"/>
              </a:rPr>
              <a:t>題號：</a:t>
            </a:r>
            <a:r>
              <a:rPr sz="2256">
                <a:latin typeface="Times New Roman"/>
                <a:ea typeface="Times New Roman"/>
                <a:cs typeface="Times New Roman"/>
                <a:sym typeface="Times New Roman"/>
              </a:rPr>
              <a:t>10142:Australian Voting</a:t>
            </a:r>
            <a:endParaRPr sz="2256">
              <a:latin typeface="Times New Roman"/>
              <a:ea typeface="Times New Roman"/>
              <a:cs typeface="Times New Roman"/>
              <a:sym typeface="Times New Roman"/>
            </a:endParaRPr>
          </a:p>
          <a:p>
            <a:pPr lvl="0" marL="241744" indent="-241744" defTabSz="859536">
              <a:spcBef>
                <a:spcPts val="500"/>
              </a:spcBef>
              <a:defRPr sz="1800"/>
            </a:pPr>
            <a:r>
              <a:rPr sz="2256">
                <a:solidFill>
                  <a:srgbClr val="3BA943"/>
                </a:solidFill>
                <a:latin typeface="標楷體"/>
                <a:ea typeface="標楷體"/>
                <a:cs typeface="標楷體"/>
                <a:sym typeface="標楷體"/>
              </a:rPr>
              <a:t>解題者：</a:t>
            </a:r>
            <a:r>
              <a:rPr sz="2256">
                <a:latin typeface="標楷體"/>
                <a:ea typeface="標楷體"/>
                <a:cs typeface="標楷體"/>
                <a:sym typeface="標楷體"/>
              </a:rPr>
              <a:t>王劭陽</a:t>
            </a:r>
            <a:endParaRPr sz="2256">
              <a:latin typeface="Times New Roman"/>
              <a:ea typeface="Times New Roman"/>
              <a:cs typeface="Times New Roman"/>
              <a:sym typeface="Times New Roman"/>
            </a:endParaRPr>
          </a:p>
          <a:p>
            <a:pPr lvl="0" marL="241744" indent="-241744" defTabSz="859536">
              <a:spcBef>
                <a:spcPts val="500"/>
              </a:spcBef>
              <a:defRPr sz="1800"/>
            </a:pPr>
            <a:r>
              <a:rPr sz="2256">
                <a:solidFill>
                  <a:srgbClr val="3BA943"/>
                </a:solidFill>
                <a:latin typeface="標楷體"/>
                <a:ea typeface="標楷體"/>
                <a:cs typeface="標楷體"/>
                <a:sym typeface="標楷體"/>
              </a:rPr>
              <a:t>解題日期：</a:t>
            </a:r>
            <a:r>
              <a:rPr sz="2256">
                <a:latin typeface="Times New Roman"/>
                <a:ea typeface="Times New Roman"/>
                <a:cs typeface="Times New Roman"/>
                <a:sym typeface="Times New Roman"/>
              </a:rPr>
              <a:t>20</a:t>
            </a:r>
            <a:r>
              <a:rPr sz="2256">
                <a:latin typeface="Times New Roman"/>
                <a:ea typeface="Times New Roman"/>
                <a:cs typeface="Times New Roman"/>
                <a:sym typeface="Times New Roman"/>
              </a:rPr>
              <a:t>14</a:t>
            </a:r>
            <a:r>
              <a:rPr sz="2256">
                <a:latin typeface="標楷體"/>
                <a:ea typeface="標楷體"/>
                <a:cs typeface="標楷體"/>
                <a:sym typeface="標楷體"/>
              </a:rPr>
              <a:t>年</a:t>
            </a:r>
            <a:r>
              <a:rPr sz="2256">
                <a:latin typeface="Times New Roman"/>
                <a:ea typeface="Times New Roman"/>
                <a:cs typeface="Times New Roman"/>
                <a:sym typeface="Times New Roman"/>
              </a:rPr>
              <a:t>4</a:t>
            </a:r>
            <a:r>
              <a:rPr sz="2256">
                <a:latin typeface="標楷體"/>
                <a:ea typeface="標楷體"/>
                <a:cs typeface="標楷體"/>
                <a:sym typeface="標楷體"/>
              </a:rPr>
              <a:t>月</a:t>
            </a:r>
            <a:r>
              <a:rPr sz="2256">
                <a:latin typeface="Times New Roman"/>
                <a:ea typeface="Times New Roman"/>
                <a:cs typeface="Times New Roman"/>
                <a:sym typeface="Times New Roman"/>
              </a:rPr>
              <a:t>17</a:t>
            </a:r>
            <a:r>
              <a:rPr sz="2256">
                <a:latin typeface="標楷體"/>
                <a:ea typeface="標楷體"/>
                <a:cs typeface="標楷體"/>
                <a:sym typeface="標楷體"/>
              </a:rPr>
              <a:t>日</a:t>
            </a:r>
            <a:endParaRPr sz="2256">
              <a:latin typeface="Times New Roman"/>
              <a:ea typeface="Times New Roman"/>
              <a:cs typeface="Times New Roman"/>
              <a:sym typeface="Times New Roman"/>
            </a:endParaRPr>
          </a:p>
          <a:p>
            <a:pPr lvl="0" marL="241744" indent="-241744" defTabSz="859536">
              <a:spcBef>
                <a:spcPts val="500"/>
              </a:spcBef>
              <a:defRPr sz="1800"/>
            </a:pPr>
            <a:r>
              <a:rPr sz="2256">
                <a:solidFill>
                  <a:srgbClr val="3BA943"/>
                </a:solidFill>
                <a:latin typeface="標楷體"/>
                <a:ea typeface="標楷體"/>
                <a:cs typeface="標楷體"/>
                <a:sym typeface="標楷體"/>
              </a:rPr>
              <a:t>題意：</a:t>
            </a:r>
            <a:r>
              <a:rPr sz="2256">
                <a:latin typeface="標楷體"/>
                <a:ea typeface="標楷體"/>
                <a:cs typeface="標楷體"/>
                <a:sym typeface="標楷體"/>
              </a:rPr>
              <a:t>澳大利亞選舉系統要求選民按照自己對候選人的認可程度進行投票 ，每個選民都投一張選票，選票的內容一壹串候選人的名單，表示該選民對他們的認可程度從高到低進行排序。最初，只計算每張選票中的第一個候選人，如果某個候選人得票數超過總票數的50％，則該候選人直接當選，否則，排名最後的候選人將被淘汰，那些原來選這些被淘汰候選人的選票將被重新記在選票中下一個有效候選人的頭上。這個過程一直持續，直到某人直接當選，或者剩下的人打成平手。</a:t>
            </a:r>
          </a:p>
        </p:txBody>
      </p:sp>
    </p:spTree>
  </p:cSld>
  <p:clrMapOvr>
    <a:masterClrMapping/>
  </p:clrMapOvr>
  <p:transition spd="med" advClick="1"/>
</p:sld>
</file>

<file path=ppt/slides/slide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8" name="Shape 28"/>
          <p:cNvSpPr/>
          <p:nvPr/>
        </p:nvSpPr>
        <p:spPr>
          <a:xfrm>
            <a:off x="6781800" y="6474460"/>
            <a:ext cx="1905000" cy="30734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r">
              <a:defRPr sz="1400">
                <a:solidFill>
                  <a:srgbClr val="00E4A8"/>
                </a:solidFill>
              </a:defRPr>
            </a:lvl1pPr>
          </a:lstStyle>
          <a:p>
            <a:pPr lvl="0">
              <a:defRPr sz="1800">
                <a:solidFill>
                  <a:srgbClr val="000000"/>
                </a:solidFill>
              </a:defRPr>
            </a:pPr>
            <a:r>
              <a:rPr sz="1400">
                <a:solidFill>
                  <a:srgbClr val="00E4A8"/>
                </a:solidFill>
              </a:rPr>
              <a:t>2</a:t>
            </a:r>
          </a:p>
        </p:txBody>
      </p:sp>
      <p:sp>
        <p:nvSpPr>
          <p:cNvPr id="29" name="Shape 29"/>
          <p:cNvSpPr/>
          <p:nvPr>
            <p:ph type="body" idx="4294967295"/>
          </p:nvPr>
        </p:nvSpPr>
        <p:spPr>
          <a:xfrm>
            <a:off x="381000" y="685800"/>
            <a:ext cx="8077200" cy="5622925"/>
          </a:xfrm>
          <a:prstGeom prst="rect">
            <a:avLst/>
          </a:prstGeom>
        </p:spPr>
        <p:txBody>
          <a:bodyPr lIns="0" tIns="0" rIns="0" bIns="0">
            <a:normAutofit fontScale="100000" lnSpcReduction="0"/>
          </a:bodyPr>
          <a:lstStyle/>
          <a:p>
            <a:pPr lvl="0" marL="195452" indent="-195452" defTabSz="694944">
              <a:lnSpc>
                <a:spcPct val="90000"/>
              </a:lnSpc>
              <a:spcBef>
                <a:spcPts val="400"/>
              </a:spcBef>
              <a:defRPr sz="1800"/>
            </a:pPr>
            <a:r>
              <a:rPr sz="1824">
                <a:solidFill>
                  <a:srgbClr val="3BA943"/>
                </a:solidFill>
                <a:latin typeface="標楷體"/>
                <a:ea typeface="標楷體"/>
                <a:cs typeface="標楷體"/>
                <a:sym typeface="標楷體"/>
              </a:rPr>
              <a:t>題意範例：</a:t>
            </a:r>
            <a:r>
              <a:rPr sz="1824">
                <a:solidFill>
                  <a:srgbClr val="3BA943"/>
                </a:solidFill>
                <a:latin typeface="Times New Roman"/>
                <a:ea typeface="Times New Roman"/>
                <a:cs typeface="Times New Roman"/>
                <a:sym typeface="Times New Roman"/>
              </a:rPr>
              <a:t> </a:t>
            </a:r>
            <a:endParaRPr sz="1824">
              <a:solidFill>
                <a:srgbClr val="3BA943"/>
              </a:solidFill>
              <a:latin typeface="Times New Roman"/>
              <a:ea typeface="Times New Roman"/>
              <a:cs typeface="Times New Roman"/>
              <a:sym typeface="Times New Roman"/>
            </a:endParaRPr>
          </a:p>
          <a:p>
            <a:pPr lvl="0" marL="0" indent="0" defTabSz="694944">
              <a:lnSpc>
                <a:spcPct val="90000"/>
              </a:lnSpc>
              <a:spcBef>
                <a:spcPts val="400"/>
              </a:spcBef>
              <a:buClrTx/>
              <a:buSzTx/>
              <a:buNone/>
              <a:defRPr sz="1800"/>
            </a:pPr>
            <a:r>
              <a:rPr sz="1824">
                <a:solidFill>
                  <a:srgbClr val="3BA943"/>
                </a:solidFill>
                <a:latin typeface="Times New Roman"/>
                <a:ea typeface="Times New Roman"/>
                <a:cs typeface="Times New Roman"/>
                <a:sym typeface="Times New Roman"/>
              </a:rPr>
              <a:t>	</a:t>
            </a:r>
            <a:r>
              <a:rPr sz="1824">
                <a:latin typeface="Times New Roman"/>
                <a:ea typeface="Times New Roman"/>
                <a:cs typeface="Times New Roman"/>
                <a:sym typeface="Times New Roman"/>
              </a:rPr>
              <a:t>3</a:t>
            </a:r>
            <a:endParaRPr sz="1824">
              <a:latin typeface="Times New Roman"/>
              <a:ea typeface="Times New Roman"/>
              <a:cs typeface="Times New Roman"/>
              <a:sym typeface="Times New Roman"/>
            </a:endParaRPr>
          </a:p>
          <a:p>
            <a:pPr lvl="0" marL="0" indent="0" defTabSz="347472">
              <a:spcBef>
                <a:spcPts val="0"/>
              </a:spcBef>
              <a:buClrTx/>
              <a:buSzTx/>
              <a:buNone/>
              <a:defRPr sz="1800"/>
            </a:pPr>
            <a:r>
              <a:rPr sz="1824">
                <a:latin typeface="Times New Roman"/>
                <a:ea typeface="Times New Roman"/>
                <a:cs typeface="Times New Roman"/>
                <a:sym typeface="Times New Roman"/>
              </a:rPr>
              <a:t>	John Doe</a:t>
            </a:r>
            <a:endParaRPr sz="1824">
              <a:latin typeface="Times New Roman"/>
              <a:ea typeface="Times New Roman"/>
              <a:cs typeface="Times New Roman"/>
              <a:sym typeface="Times New Roman"/>
            </a:endParaRPr>
          </a:p>
          <a:p>
            <a:pPr lvl="0" marL="0" indent="0" defTabSz="347472">
              <a:spcBef>
                <a:spcPts val="0"/>
              </a:spcBef>
              <a:buClrTx/>
              <a:buSzTx/>
              <a:buNone/>
              <a:defRPr sz="1800"/>
            </a:pPr>
            <a:r>
              <a:rPr sz="1824">
                <a:latin typeface="Times New Roman"/>
                <a:ea typeface="Times New Roman"/>
                <a:cs typeface="Times New Roman"/>
                <a:sym typeface="Times New Roman"/>
              </a:rPr>
              <a:t>	Jane Smith</a:t>
            </a:r>
            <a:endParaRPr sz="1824">
              <a:latin typeface="Times New Roman"/>
              <a:ea typeface="Times New Roman"/>
              <a:cs typeface="Times New Roman"/>
              <a:sym typeface="Times New Roman"/>
            </a:endParaRPr>
          </a:p>
          <a:p>
            <a:pPr lvl="0" marL="0" indent="0" defTabSz="347472">
              <a:spcBef>
                <a:spcPts val="0"/>
              </a:spcBef>
              <a:buClrTx/>
              <a:buSzTx/>
              <a:buNone/>
              <a:defRPr sz="1800"/>
            </a:pPr>
            <a:r>
              <a:rPr sz="1824">
                <a:latin typeface="Times New Roman"/>
                <a:ea typeface="Times New Roman"/>
                <a:cs typeface="Times New Roman"/>
                <a:sym typeface="Times New Roman"/>
              </a:rPr>
              <a:t>	Sirhan Sirhan</a:t>
            </a:r>
            <a:endParaRPr sz="1824">
              <a:latin typeface="Times New Roman"/>
              <a:ea typeface="Times New Roman"/>
              <a:cs typeface="Times New Roman"/>
              <a:sym typeface="Times New Roman"/>
            </a:endParaRPr>
          </a:p>
          <a:p>
            <a:pPr lvl="0" marL="0" indent="0" defTabSz="347472">
              <a:spcBef>
                <a:spcPts val="0"/>
              </a:spcBef>
              <a:buClrTx/>
              <a:buSzTx/>
              <a:buNone/>
              <a:defRPr sz="1800"/>
            </a:pPr>
            <a:r>
              <a:rPr sz="1824">
                <a:latin typeface="Times New Roman"/>
                <a:ea typeface="Times New Roman"/>
                <a:cs typeface="Times New Roman"/>
                <a:sym typeface="Times New Roman"/>
              </a:rPr>
              <a:t>	1 2 3</a:t>
            </a:r>
            <a:endParaRPr sz="1824">
              <a:latin typeface="Times New Roman"/>
              <a:ea typeface="Times New Roman"/>
              <a:cs typeface="Times New Roman"/>
              <a:sym typeface="Times New Roman"/>
            </a:endParaRPr>
          </a:p>
          <a:p>
            <a:pPr lvl="0" marL="0" indent="0" defTabSz="347472">
              <a:spcBef>
                <a:spcPts val="0"/>
              </a:spcBef>
              <a:buClrTx/>
              <a:buSzTx/>
              <a:buNone/>
              <a:defRPr sz="1800"/>
            </a:pPr>
            <a:r>
              <a:rPr sz="1824">
                <a:latin typeface="Times New Roman"/>
                <a:ea typeface="Times New Roman"/>
                <a:cs typeface="Times New Roman"/>
                <a:sym typeface="Times New Roman"/>
              </a:rPr>
              <a:t>	2 1 3</a:t>
            </a:r>
            <a:endParaRPr sz="1824">
              <a:latin typeface="Times New Roman"/>
              <a:ea typeface="Times New Roman"/>
              <a:cs typeface="Times New Roman"/>
              <a:sym typeface="Times New Roman"/>
            </a:endParaRPr>
          </a:p>
          <a:p>
            <a:pPr lvl="0" marL="0" indent="0" defTabSz="347472">
              <a:spcBef>
                <a:spcPts val="0"/>
              </a:spcBef>
              <a:buClrTx/>
              <a:buSzTx/>
              <a:buNone/>
              <a:defRPr sz="1800"/>
            </a:pPr>
            <a:r>
              <a:rPr sz="1824">
                <a:latin typeface="Times New Roman"/>
                <a:ea typeface="Times New Roman"/>
                <a:cs typeface="Times New Roman"/>
                <a:sym typeface="Times New Roman"/>
              </a:rPr>
              <a:t>	2 3 1</a:t>
            </a:r>
            <a:endParaRPr sz="1824">
              <a:latin typeface="Times New Roman"/>
              <a:ea typeface="Times New Roman"/>
              <a:cs typeface="Times New Roman"/>
              <a:sym typeface="Times New Roman"/>
            </a:endParaRPr>
          </a:p>
          <a:p>
            <a:pPr lvl="0" marL="0" indent="0" defTabSz="347472">
              <a:spcBef>
                <a:spcPts val="0"/>
              </a:spcBef>
              <a:buClrTx/>
              <a:buSzTx/>
              <a:buNone/>
              <a:defRPr sz="1800"/>
            </a:pPr>
            <a:r>
              <a:rPr sz="1824">
                <a:latin typeface="Times New Roman"/>
                <a:ea typeface="Times New Roman"/>
                <a:cs typeface="Times New Roman"/>
                <a:sym typeface="Times New Roman"/>
              </a:rPr>
              <a:t>	1 2 3</a:t>
            </a:r>
            <a:endParaRPr sz="1824">
              <a:latin typeface="Times New Roman"/>
              <a:ea typeface="Times New Roman"/>
              <a:cs typeface="Times New Roman"/>
              <a:sym typeface="Times New Roman"/>
            </a:endParaRPr>
          </a:p>
          <a:p>
            <a:pPr lvl="0" marL="0" indent="0" defTabSz="347472">
              <a:spcBef>
                <a:spcPts val="0"/>
              </a:spcBef>
              <a:buClrTx/>
              <a:buSzTx/>
              <a:buNone/>
              <a:defRPr sz="1800"/>
            </a:pPr>
            <a:r>
              <a:rPr sz="1824">
                <a:latin typeface="Times New Roman"/>
                <a:ea typeface="Times New Roman"/>
                <a:cs typeface="Times New Roman"/>
                <a:sym typeface="Times New Roman"/>
              </a:rPr>
              <a:t>	3 1 2</a:t>
            </a:r>
            <a:endParaRPr sz="1824">
              <a:solidFill>
                <a:srgbClr val="3BA943"/>
              </a:solidFill>
              <a:latin typeface="Times New Roman"/>
              <a:ea typeface="Times New Roman"/>
              <a:cs typeface="Times New Roman"/>
              <a:sym typeface="Times New Roman"/>
            </a:endParaRPr>
          </a:p>
          <a:p>
            <a:pPr lvl="0" marL="195452" indent="-195452" defTabSz="694944">
              <a:lnSpc>
                <a:spcPct val="90000"/>
              </a:lnSpc>
              <a:spcBef>
                <a:spcPts val="400"/>
              </a:spcBef>
              <a:defRPr sz="1800"/>
            </a:pPr>
            <a:r>
              <a:rPr sz="1824">
                <a:solidFill>
                  <a:srgbClr val="3BA943"/>
                </a:solidFill>
                <a:latin typeface="標楷體"/>
                <a:ea typeface="標楷體"/>
                <a:cs typeface="標楷體"/>
                <a:sym typeface="標楷體"/>
              </a:rPr>
              <a:t>解法：</a:t>
            </a:r>
            <a:r>
              <a:rPr sz="1824">
                <a:latin typeface="標楷體"/>
                <a:ea typeface="標楷體"/>
                <a:cs typeface="標楷體"/>
                <a:sym typeface="標楷體"/>
              </a:rPr>
              <a:t>模擬即可。步驟如下：</a:t>
            </a:r>
            <a:endParaRPr sz="1824">
              <a:latin typeface="標楷體"/>
              <a:ea typeface="標楷體"/>
              <a:cs typeface="標楷體"/>
              <a:sym typeface="標楷體"/>
            </a:endParaRPr>
          </a:p>
          <a:p>
            <a:pPr lvl="0" marL="0" indent="0" defTabSz="694944">
              <a:lnSpc>
                <a:spcPct val="90000"/>
              </a:lnSpc>
              <a:spcBef>
                <a:spcPts val="400"/>
              </a:spcBef>
              <a:buClrTx/>
              <a:buSzTx/>
              <a:buNone/>
              <a:defRPr sz="1800"/>
            </a:pPr>
            <a:r>
              <a:rPr sz="1824">
                <a:latin typeface="標楷體"/>
                <a:ea typeface="標楷體"/>
                <a:cs typeface="標楷體"/>
                <a:sym typeface="標楷體"/>
              </a:rPr>
              <a:t>	S1：讀入并存儲資料，把所有選票加入處理隊列，所有選票的當前有效選票號置為1</a:t>
            </a:r>
            <a:endParaRPr sz="1824">
              <a:latin typeface="標楷體"/>
              <a:ea typeface="標楷體"/>
              <a:cs typeface="標楷體"/>
              <a:sym typeface="標楷體"/>
            </a:endParaRPr>
          </a:p>
          <a:p>
            <a:pPr lvl="0" marL="0" indent="0" defTabSz="694944">
              <a:lnSpc>
                <a:spcPct val="90000"/>
              </a:lnSpc>
              <a:spcBef>
                <a:spcPts val="400"/>
              </a:spcBef>
              <a:buClrTx/>
              <a:buSzTx/>
              <a:buNone/>
              <a:defRPr sz="1800"/>
            </a:pPr>
            <a:r>
              <a:rPr sz="1824">
                <a:latin typeface="標楷體"/>
                <a:ea typeface="標楷體"/>
                <a:cs typeface="標楷體"/>
                <a:sym typeface="標楷體"/>
              </a:rPr>
              <a:t>	S2：將在處理隊列中選票的當前選票號的候選人票數＋1</a:t>
            </a:r>
            <a:endParaRPr sz="1824">
              <a:latin typeface="標楷體"/>
              <a:ea typeface="標楷體"/>
              <a:cs typeface="標楷體"/>
              <a:sym typeface="標楷體"/>
            </a:endParaRPr>
          </a:p>
          <a:p>
            <a:pPr lvl="0" marL="0" indent="0" defTabSz="694944">
              <a:lnSpc>
                <a:spcPct val="90000"/>
              </a:lnSpc>
              <a:spcBef>
                <a:spcPts val="400"/>
              </a:spcBef>
              <a:buClrTx/>
              <a:buSzTx/>
              <a:buNone/>
              <a:defRPr sz="1800"/>
            </a:pPr>
            <a:r>
              <a:rPr sz="1824">
                <a:latin typeface="標楷體"/>
                <a:ea typeface="標楷體"/>
                <a:cs typeface="標楷體"/>
                <a:sym typeface="標楷體"/>
              </a:rPr>
              <a:t>	S3：統計，若有候選人的票數大于一半或所有剩餘候選人平手則跳至S5</a:t>
            </a:r>
            <a:endParaRPr sz="1824">
              <a:latin typeface="標楷體"/>
              <a:ea typeface="標楷體"/>
              <a:cs typeface="標楷體"/>
              <a:sym typeface="標楷體"/>
            </a:endParaRPr>
          </a:p>
          <a:p>
            <a:pPr lvl="0" marL="0" indent="0" defTabSz="694944">
              <a:lnSpc>
                <a:spcPct val="90000"/>
              </a:lnSpc>
              <a:spcBef>
                <a:spcPts val="400"/>
              </a:spcBef>
              <a:buClrTx/>
              <a:buSzTx/>
              <a:buNone/>
              <a:defRPr sz="1800"/>
            </a:pPr>
            <a:r>
              <a:rPr sz="1824">
                <a:latin typeface="標楷體"/>
                <a:ea typeface="標楷體"/>
                <a:cs typeface="標楷體"/>
                <a:sym typeface="標楷體"/>
              </a:rPr>
              <a:t>	S4：將票數最少的所有候選人淘汰，把當前選擇他們的選票加入處理隊列，當前有效選票號＋1，跳至S2</a:t>
            </a:r>
            <a:endParaRPr sz="1824">
              <a:latin typeface="標楷體"/>
              <a:ea typeface="標楷體"/>
              <a:cs typeface="標楷體"/>
              <a:sym typeface="標楷體"/>
            </a:endParaRPr>
          </a:p>
          <a:p>
            <a:pPr lvl="0" marL="0" indent="0" defTabSz="694944">
              <a:lnSpc>
                <a:spcPct val="90000"/>
              </a:lnSpc>
              <a:spcBef>
                <a:spcPts val="400"/>
              </a:spcBef>
              <a:buClrTx/>
              <a:buSzTx/>
              <a:buNone/>
              <a:defRPr sz="1800"/>
            </a:pPr>
            <a:r>
              <a:rPr sz="1824">
                <a:latin typeface="標楷體"/>
                <a:ea typeface="標楷體"/>
                <a:cs typeface="標楷體"/>
                <a:sym typeface="標楷體"/>
              </a:rPr>
              <a:t>	S5：輸出獲勝的候選人</a:t>
            </a:r>
            <a:endParaRPr sz="1824">
              <a:solidFill>
                <a:srgbClr val="3BA943"/>
              </a:solidFill>
              <a:latin typeface="Times New Roman Bold"/>
              <a:ea typeface="Times New Roman Bold"/>
              <a:cs typeface="Times New Roman Bold"/>
              <a:sym typeface="Times New Roman Bold"/>
            </a:endParaRPr>
          </a:p>
          <a:p>
            <a:pPr lvl="0" marL="195452" indent="-195452" defTabSz="694944">
              <a:lnSpc>
                <a:spcPct val="90000"/>
              </a:lnSpc>
              <a:spcBef>
                <a:spcPts val="400"/>
              </a:spcBef>
              <a:defRPr sz="1800"/>
            </a:pPr>
            <a:r>
              <a:rPr sz="1824">
                <a:solidFill>
                  <a:srgbClr val="3BA943"/>
                </a:solidFill>
                <a:latin typeface="標楷體"/>
                <a:ea typeface="標楷體"/>
                <a:cs typeface="標楷體"/>
                <a:sym typeface="標楷體"/>
              </a:rPr>
              <a:t>解法範例：</a:t>
            </a:r>
            <a:r>
              <a:rPr sz="1824">
                <a:latin typeface="標楷體"/>
                <a:ea typeface="標楷體"/>
                <a:cs typeface="標楷體"/>
                <a:sym typeface="標楷體"/>
              </a:rPr>
              <a:t>無</a:t>
            </a:r>
            <a:endParaRPr sz="1824">
              <a:solidFill>
                <a:srgbClr val="3BA943"/>
              </a:solidFill>
              <a:latin typeface="Times New Roman Bold"/>
              <a:ea typeface="Times New Roman Bold"/>
              <a:cs typeface="Times New Roman Bold"/>
              <a:sym typeface="Times New Roman Bold"/>
            </a:endParaRPr>
          </a:p>
          <a:p>
            <a:pPr lvl="0" marL="195452" indent="-195452" defTabSz="694944">
              <a:lnSpc>
                <a:spcPct val="90000"/>
              </a:lnSpc>
              <a:spcBef>
                <a:spcPts val="400"/>
              </a:spcBef>
              <a:defRPr sz="1800"/>
            </a:pPr>
            <a:r>
              <a:rPr sz="1824">
                <a:solidFill>
                  <a:srgbClr val="3BA943"/>
                </a:solidFill>
                <a:latin typeface="標楷體"/>
                <a:ea typeface="標楷體"/>
                <a:cs typeface="標楷體"/>
                <a:sym typeface="標楷體"/>
              </a:rPr>
              <a:t>討論：</a:t>
            </a:r>
            <a:r>
              <a:rPr sz="1824">
                <a:latin typeface="標楷體"/>
                <a:ea typeface="標楷體"/>
                <a:cs typeface="標楷體"/>
                <a:sym typeface="標楷體"/>
              </a:rPr>
              <a:t>無</a:t>
            </a:r>
          </a:p>
        </p:txBody>
      </p:sp>
    </p:spTree>
  </p:cSld>
  <p:clrMapOvr>
    <a:masterClrMapping/>
  </p:clrMapOvr>
  <p:transition spd="med" advClick="1"/>
</p:sld>
</file>

<file path=ppt/theme/theme1.xml><?xml version="1.0" encoding="utf-8"?>
<a:theme xmlns:a="http://schemas.openxmlformats.org/drawingml/2006/main" xmlns:r="http://schemas.openxmlformats.org/officeDocument/2006/relationships" name="Default">
  <a:themeElements>
    <a:clrScheme name="Default">
      <a:dk1>
        <a:srgbClr val="000000"/>
      </a:dk1>
      <a:lt1>
        <a:srgbClr val="FFFFFF"/>
      </a:lt1>
      <a:dk2>
        <a:srgbClr val="A7A7A7"/>
      </a:dk2>
      <a:lt2>
        <a:srgbClr val="535353"/>
      </a:lt2>
      <a:accent1>
        <a:srgbClr val="00E4A8"/>
      </a:accent1>
      <a:accent2>
        <a:srgbClr val="FFCF01"/>
      </a:accent2>
      <a:accent3>
        <a:srgbClr val="8F8F8F"/>
      </a:accent3>
      <a:accent4>
        <a:srgbClr val="707070"/>
      </a:accent4>
      <a:accent5>
        <a:srgbClr val="AAEECF"/>
      </a:accent5>
      <a:accent6>
        <a:srgbClr val="E7BC01"/>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00E4A8"/>
          </a:solidFill>
          <a:prstDash val="solid"/>
          <a:bevel/>
        </a:ln>
        <a:effectLst/>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Tahoma"/>
            <a:ea typeface="Tahoma"/>
            <a:cs typeface="Tahoma"/>
            <a:sym typeface="Tahom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E4A8"/>
          </a:solidFill>
          <a:prstDash val="solid"/>
          <a:bevel/>
        </a:ln>
        <a:effectLst>
          <a:outerShdw sx="100000" sy="100000" kx="0" ky="0" algn="b" rotWithShape="0" blurRad="38100" dist="20000" dir="5400000">
            <a:srgbClr val="000000">
              <a:alpha val="38000"/>
            </a:srgbClr>
          </a:outerShdw>
        </a:effectLst>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Tahoma"/>
            <a:ea typeface="Tahoma"/>
            <a:cs typeface="Tahoma"/>
            <a:sym typeface="Tahom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Default">
  <a:themeElements>
    <a:clrScheme name="Default">
      <a:dk1>
        <a:srgbClr val="000000"/>
      </a:dk1>
      <a:lt1>
        <a:srgbClr val="FFFFFF"/>
      </a:lt1>
      <a:dk2>
        <a:srgbClr val="A7A7A7"/>
      </a:dk2>
      <a:lt2>
        <a:srgbClr val="535353"/>
      </a:lt2>
      <a:accent1>
        <a:srgbClr val="00E4A8"/>
      </a:accent1>
      <a:accent2>
        <a:srgbClr val="FFCF01"/>
      </a:accent2>
      <a:accent3>
        <a:srgbClr val="8F8F8F"/>
      </a:accent3>
      <a:accent4>
        <a:srgbClr val="707070"/>
      </a:accent4>
      <a:accent5>
        <a:srgbClr val="AAEECF"/>
      </a:accent5>
      <a:accent6>
        <a:srgbClr val="E7BC01"/>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00E4A8"/>
          </a:solidFill>
          <a:prstDash val="solid"/>
          <a:bevel/>
        </a:ln>
        <a:effectLst/>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Tahoma"/>
            <a:ea typeface="Tahoma"/>
            <a:cs typeface="Tahoma"/>
            <a:sym typeface="Tahom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E4A8"/>
          </a:solidFill>
          <a:prstDash val="solid"/>
          <a:bevel/>
        </a:ln>
        <a:effectLst>
          <a:outerShdw sx="100000" sy="100000" kx="0" ky="0" algn="b" rotWithShape="0" blurRad="38100" dist="20000" dir="5400000">
            <a:srgbClr val="000000">
              <a:alpha val="38000"/>
            </a:srgbClr>
          </a:outerShdw>
        </a:effectLst>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Tahoma"/>
            <a:ea typeface="Tahoma"/>
            <a:cs typeface="Tahoma"/>
            <a:sym typeface="Tahom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