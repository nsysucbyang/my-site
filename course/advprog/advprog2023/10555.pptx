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"/>
  </p:notesMasterIdLst>
  <p:sldIdLst>
    <p:sldId id="307" r:id="rId2"/>
    <p:sldId id="310" r:id="rId3"/>
    <p:sldId id="312" r:id="rId4"/>
    <p:sldId id="313" r:id="rId5"/>
  </p:sldIdLst>
  <p:sldSz cx="9144000" cy="6858000" type="screen4x3"/>
  <p:notesSz cx="6832600" cy="99631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45" autoAdjust="0"/>
    <p:restoredTop sz="92122" autoAdjust="0"/>
  </p:normalViewPr>
  <p:slideViewPr>
    <p:cSldViewPr>
      <p:cViewPr varScale="1">
        <p:scale>
          <a:sx n="101" d="100"/>
          <a:sy n="101" d="100"/>
        </p:scale>
        <p:origin x="1520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7366EB4-F41B-474A-A07A-378076858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543C499-38B7-4E14-9035-0447816D38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DB6B1AE-1259-4CF1-9F08-F34F9A98177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E5F2DEB1-8EA9-45A3-B1BB-04AD49A4CD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4A236D72-B470-475C-9B54-F994C4E3B2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FFC4446D-739F-48A5-ACDC-1B36E0F42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44149C6-61AE-46AB-BFD7-114B7B0084C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B7B4AEFA-580E-4E4D-BC3D-0E21CB14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2E0800C-8DD3-47D5-BD70-598360374E1D}" type="slidenum">
              <a:rPr lang="zh-TW" altLang="en-US" sz="1200"/>
              <a:pPr eaLnBrk="1" hangingPunct="1"/>
              <a:t>1</a:t>
            </a:fld>
            <a:endParaRPr lang="en-US" altLang="zh-TW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7D18EDA-303C-4A48-A9B9-B435432E2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6A90279-B2C6-4EA3-AB8F-55C29FB58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2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263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3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8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BD9C21F-1CE7-40BF-8AB5-1873B0D5C7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A0BA5F6-5E83-4FD5-ADD4-6CE77E988EFC}" type="slidenum">
              <a:rPr lang="zh-TW" altLang="en-US" sz="1200"/>
              <a:pPr eaLnBrk="1" hangingPunct="1"/>
              <a:t>4</a:t>
            </a:fld>
            <a:endParaRPr lang="en-US" altLang="zh-TW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C3A7741F-E48C-474A-9B5C-1A577794D3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15F54E0A-1369-4424-9959-E3AF8D780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FB035E93-D2D7-4D3C-97AE-4987F621185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576E5940-CD2F-44F1-BC0A-E16C1391E7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5DC2C47D-419E-428C-9DE3-9F133D825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A8EB8803-AFF1-44D0-A058-A1976894F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25945846-3132-4FDE-A8B8-7ACD580D4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38AC28C7-D593-42CA-BDCE-81E7C8D2F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E60D9523-7A69-4FB0-9A6A-19E6D0630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D9C02889-CD57-4E63-A485-A64B72C92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4E39031C-AD5D-4E47-B011-ED226110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466C94DA-2653-4A28-B670-00A2330F32D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70AC0211-3C42-44CA-A25C-6150EBFBCD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3B69B6-6A7F-44C8-987D-AC2ED335ECD5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366F4F86-70E7-418D-8064-15D680F4B5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64D577A-B904-4B8B-A26E-7AACB812A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ABC43EB-01A7-4EA3-991F-58ADF908A24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178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1DA4FF0-82A5-4152-B108-887FF642F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D4E7C6-3C86-4F82-B236-B235DBF8F9F4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AA4E02B-D27B-452A-B50B-6EE5FA00BA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94EB919-4E96-443F-ABD0-B34A93B9A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4B5471-C1FF-4B8B-A461-8AF6123C81A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4479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7A1057E-D213-45AF-B204-73C21C7E8C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8FFE13-429C-44FD-94AB-0283300FCEDC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511D82-900A-4433-A272-A8B6E3DB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52A882E-509C-4A06-847D-310C8B6110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AEE9A9-7C75-474A-96D2-83B54F6F2F4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685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998234D-5E2C-43F0-BDEF-9A3A1CD35A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8D109-BD8E-4218-877E-FACB9A88959E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C70D31-BBD0-445D-926D-C2EB80E2F6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C35788B-116B-4A99-90E3-DF9F02DC41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8AE7E4-04A7-4E8D-8DCC-7D73BD1A5E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9006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AA033B61-C948-4955-967F-2362B9D27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2EFB0-EA9D-42EF-A85D-A43A05DFAFF4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1E7D2AC-A1E0-48EB-9754-52BE9EA960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5663F081-94F4-40A0-988E-E7128E7B78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41554-0D9B-4821-A2D8-85F421DBF2D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244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FC178D7-8A2C-4C43-AECC-23932E80A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029D-76BA-4F03-A039-A4516D1FFCFB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8C166F4-7F35-4C99-BA1C-0C013AD253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C4B7FCC9-C9EF-4C04-BAC4-11566C4C69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C43104-B157-4666-9AFC-E0BCC7B136C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694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CCB766-6919-4699-9390-7916DADEB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4BE4A-50E2-44EE-8B45-441E502F2206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5ADB4D2-0BC9-4831-9926-05F9A4B19C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F30AC5-8673-451B-81D4-D1414ADFEB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D96857-00BC-40BA-B495-4E883453E12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688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523274B-F5B6-45A5-979E-B19D92503C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70BD7-FFED-4AFB-85B2-03658A5F4AF4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4DFC51-1B19-430F-8665-AD82EF39B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9BAE61E-4150-4AC3-AF8E-893C0A30DD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20930D-EB19-4B70-8CD8-DEA66D03839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596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32EE945-636C-46ED-8385-2E0DD9FB19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1F76B-E033-434A-A357-C49AB5C40254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1C329D3-D167-46EA-8D96-5B597C3E0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33D005C-2C0D-4B30-A042-54720756D3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D6327-91B7-4672-A3BF-6A19883112E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437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DBC775-BA4C-456E-8EF8-F38C2F150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7AC0D-9BE2-41C9-A056-17B6A0BA1478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FFA2A14-36A9-40A4-AF04-2FDAD09C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FBB8050-744F-482F-99F1-4C9105C0DB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937D37-3BE5-4531-BE4C-A54B34D47B9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79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95E4B58-ED38-477B-AD50-448DE5847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4018C-FAF8-48CA-9277-4111E36ABFDF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D3A827D-B5A4-45BE-BE6C-AD6650313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1E3E8D-1280-4150-9966-D704CEC50F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466DC6-0172-44A6-948B-2CCA302BE18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73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163A0A1D-6781-49F1-817C-EB9C5DC2D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7DA0B45B-6A89-4476-9A7F-A24A702E7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3779CCB2-071C-4694-B235-7D041EFDB9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66F07F4B-4B61-40A0-8F9D-5A536BE70FB6}" type="datetime1">
              <a:rPr lang="zh-TW" altLang="en-US"/>
              <a:pPr>
                <a:defRPr/>
              </a:pPr>
              <a:t>2024/5/3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3B248EA0-7F56-4F35-81A4-4B77DCF4D5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E05FFB4-FD8D-43FD-817B-C98CAE79CA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chemeClr val="accent1"/>
                </a:solidFill>
              </a:defRPr>
            </a:lvl1pPr>
          </a:lstStyle>
          <a:p>
            <a:fld id="{627E0D55-5753-43DC-BEB0-ED783FC5A32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投影片編號版面配置區 5">
            <a:extLst>
              <a:ext uri="{FF2B5EF4-FFF2-40B4-BE49-F238E27FC236}">
                <a16:creationId xmlns:a16="http://schemas.microsoft.com/office/drawing/2014/main" id="{B118347F-090B-4B24-B69F-5A5C34AD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E3123EA-FF01-4897-ABE0-3A2B8E32A241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1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3952E695-8FAA-469F-9DBA-5EAB8B997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10555: Dead Fraction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A7AE805D-078A-44B1-9791-EFD2EC57A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/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 ★ ☆☆☆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zh-TW" altLang="en-US" sz="2400" dirty="0">
                <a:latin typeface="Times New Roman" panose="02020603050405020304" pitchFamily="18" charset="0"/>
              </a:rPr>
              <a:t>10</a:t>
            </a:r>
            <a:r>
              <a:rPr lang="en-US" altLang="zh-TW" sz="2400" dirty="0">
                <a:latin typeface="Times New Roman" panose="02020603050405020304" pitchFamily="18" charset="0"/>
              </a:rPr>
              <a:t>555</a:t>
            </a:r>
            <a:r>
              <a:rPr lang="zh-TW" altLang="en-US" sz="2400" dirty="0">
                <a:latin typeface="Times New Roman" panose="02020603050405020304" pitchFamily="18" charset="0"/>
              </a:rPr>
              <a:t>:</a:t>
            </a:r>
            <a:r>
              <a:rPr lang="en-US" altLang="zh-TW" sz="2400" dirty="0">
                <a:latin typeface="Times New Roman" panose="02020603050405020304" pitchFamily="18" charset="0"/>
              </a:rPr>
              <a:t> Dead Fraction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王博均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05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02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r>
              <a:rPr lang="zh-TW" altLang="en-US" sz="2400" dirty="0">
                <a:latin typeface="Times New Roman" panose="02020603050405020304" pitchFamily="18" charset="0"/>
              </a:rPr>
              <a:t>輸入一小數將其轉換為分母最小的分數。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0.2...</a:t>
            </a: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0.20...</a:t>
            </a: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0.474612399...</a:t>
            </a:r>
          </a:p>
          <a:p>
            <a:pPr marL="0" indent="0" eaLnBrk="1" hangingPunct="1">
              <a:buNone/>
            </a:pPr>
            <a:r>
              <a:rPr lang="en-US" altLang="zh-TW" sz="2400" dirty="0">
                <a:latin typeface="Times New Roman" panose="02020603050405020304" pitchFamily="18" charset="0"/>
              </a:rPr>
              <a:t>	0</a:t>
            </a:r>
            <a:endParaRPr lang="en-US" altLang="zh-TW" sz="2400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2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解法：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因為輸入的小數可能是循環小數或是非循環小數，所以分成兩部分討論。</a:t>
                </a:r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b="1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非循環小數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(0.1250…, 0.50…)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Case1: 0.1250…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125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Case 2: 0.50…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num>
                      <m:den>
                        <m: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b="1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循環小數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：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(0.3…, 0.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 0.474612399...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)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Case1: 0.3...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設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x = 0.3…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10x = 3.3…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9x = 3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</m:den>
                    </m:f>
                  </m:oMath>
                </a14:m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>
                <a:blip r:embed="rId3"/>
                <a:stretch>
                  <a:fillRect l="-1256" t="-1580" r="-2198" b="-2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360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3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Case2:  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0.474612399...</a:t>
                </a:r>
                <a:br>
                  <a:rPr lang="en-US" altLang="zh-TW" sz="2400" dirty="0">
                    <a:latin typeface="Times New Roman" panose="02020603050405020304" pitchFamily="18" charset="0"/>
                  </a:rPr>
                </a:br>
                <a:r>
                  <a:rPr lang="zh-TW" altLang="en-US" sz="2400" dirty="0">
                    <a:latin typeface="Times New Roman" panose="02020603050405020304" pitchFamily="18" charset="0"/>
                  </a:rPr>
                  <a:t>因為我們不知道他從哪裡開始重複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(0.4746123</a:t>
                </a:r>
                <a:r>
                  <a:rPr lang="en-US" altLang="zh-TW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9999…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0.474712</a:t>
                </a:r>
                <a:r>
                  <a:rPr lang="en-US" altLang="zh-TW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399399399…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、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0.4746</a:t>
                </a:r>
                <a:r>
                  <a:rPr lang="en-US" altLang="zh-TW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123991239912399…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)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</a:rPr>
                  <a:t>我們把這種分成兩部分非循環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+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循環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(</a:t>
                </a:r>
                <a:r>
                  <a:rPr lang="zh-TW" altLang="en-US" sz="2400" dirty="0">
                    <a:latin typeface="Times New Roman" panose="02020603050405020304" pitchFamily="18" charset="0"/>
                  </a:rPr>
                  <a:t>分段點要全部試一次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)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0.4746123 + 0.0000000999…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</a:rPr>
                  <a:t>這樣就可以用前面的解法來解了：</a:t>
                </a:r>
                <a:endParaRPr lang="en-US" altLang="zh-TW" sz="2400" dirty="0">
                  <a:latin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4746123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10000000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設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x = 0.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 0000000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999…</a:t>
                </a:r>
                <a:endParaRPr lang="en-US" altLang="zh-TW" sz="2400" dirty="0">
                  <a:latin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100000000x = 9.999…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10000000x = 0.999…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90000000x = 9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x = 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10000000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Ans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4746123+1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10000000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1186531</m:t>
                        </m:r>
                      </m:num>
                      <m:den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25</m:t>
                        </m:r>
                        <m:r>
                          <a:rPr lang="en-US" altLang="zh-TW" sz="2400" i="1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00000</m:t>
                        </m:r>
                      </m:den>
                    </m:f>
                  </m:oMath>
                </a14:m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>
                <a:blip r:embed="rId3"/>
                <a:stretch>
                  <a:fillRect l="-1256" t="-1580" b="-13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11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77A5C54F-D69C-411D-BBDB-3F544E4A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DE71F1B-004A-43E0-9048-4612922C2AB0}" type="slidenum">
              <a:rPr kumimoji="0" lang="zh-TW" altLang="en-US" sz="1400">
                <a:solidFill>
                  <a:schemeClr val="accent1"/>
                </a:solidFill>
              </a:rPr>
              <a:pPr eaLnBrk="1" hangingPunct="1"/>
              <a:t>4</a:t>
            </a:fld>
            <a:endParaRPr kumimoji="0" lang="en-US" altLang="zh-TW" sz="14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最後經過整理可得通式：</a:t>
                </a:r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Ans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  <m:r>
                          <a:rPr lang="en-US" altLang="zh-TW" sz="2400" b="0" i="1" baseline="30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  <m:r>
                          <a:rPr lang="en-US" altLang="zh-TW" sz="2400" b="0" i="1" baseline="30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(10</m:t>
                        </m:r>
                        <m:r>
                          <a:rPr lang="en-US" altLang="zh-TW" sz="2400" b="0" i="1" baseline="30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− 1)</m:t>
                        </m:r>
                      </m:den>
                    </m:f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, n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為有幾位循環、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m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為有幾位非循環、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a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為循環數、</a:t>
                </a: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b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為非循環數</a:t>
                </a:r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以</a:t>
                </a:r>
                <a:r>
                  <a:rPr lang="en-US" altLang="zh-TW" sz="2400" dirty="0">
                    <a:latin typeface="Times New Roman" panose="02020603050405020304" pitchFamily="18" charset="0"/>
                  </a:rPr>
                  <a:t>0.47461</a:t>
                </a:r>
                <a:r>
                  <a:rPr lang="en-US" altLang="zh-TW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</a:rPr>
                  <a:t>239239239…</a:t>
                </a: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為例</a:t>
                </a:r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n = 5, m = 3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a = 47461, b = 239</a:t>
                </a: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Ans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47461239−47461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99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00000</m:t>
                        </m:r>
                      </m:den>
                    </m:f>
                    <m:r>
                      <a:rPr lang="en-US" altLang="zh-TW" sz="2400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47,413,778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99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00000</m:t>
                        </m:r>
                      </m:den>
                    </m:f>
                  </m:oMath>
                </a14:m>
                <a:endParaRPr lang="en-US" altLang="zh-TW" sz="2400" dirty="0"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b="1" dirty="0">
                    <a:solidFill>
                      <a:srgbClr val="3BA943"/>
                    </a:solidFill>
                    <a:latin typeface="Times New Roman" panose="02020603050405020304" pitchFamily="18" charset="0"/>
                  </a:rPr>
                  <a:t>討論：</a:t>
                </a:r>
                <a:endParaRPr lang="en-US" altLang="zh-TW" sz="2400" b="1" dirty="0">
                  <a:solidFill>
                    <a:srgbClr val="3BA943"/>
                  </a:solidFill>
                  <a:latin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zh-TW" altLang="en-US" sz="2400" dirty="0">
                    <a:latin typeface="Times New Roman" panose="02020603050405020304" pitchFamily="18" charset="0"/>
                    <a:sym typeface="Wingdings" panose="05000000000000000000" pitchFamily="2" charset="2"/>
                  </a:rPr>
                  <a:t>無</a:t>
                </a:r>
                <a:endParaRPr lang="zh-TW" altLang="en-US" sz="24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99" name="Rectangle 3">
                <a:extLst>
                  <a:ext uri="{FF2B5EF4-FFF2-40B4-BE49-F238E27FC236}">
                    <a16:creationId xmlns:a16="http://schemas.microsoft.com/office/drawing/2014/main" id="{06B62727-E809-4814-B806-EADB711CAF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685800"/>
                <a:ext cx="8077200" cy="5622925"/>
              </a:xfrm>
              <a:blipFill>
                <a:blip r:embed="rId3"/>
                <a:stretch>
                  <a:fillRect l="-1256" t="-18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342969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6133</TotalTime>
  <Words>308</Words>
  <Application>Microsoft Macintosh PowerPoint</Application>
  <PresentationFormat>如螢幕大小 (4:3)</PresentationFormat>
  <Paragraphs>51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Cambria Math</vt:lpstr>
      <vt:lpstr>Tahoma</vt:lpstr>
      <vt:lpstr>Times New Roman</vt:lpstr>
      <vt:lpstr>Wingdings</vt:lpstr>
      <vt:lpstr>Blends</vt:lpstr>
      <vt:lpstr>10555: Dead Fraction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B113040033</cp:lastModifiedBy>
  <cp:revision>110</cp:revision>
  <dcterms:created xsi:type="dcterms:W3CDTF">1601-01-01T00:00:00Z</dcterms:created>
  <dcterms:modified xsi:type="dcterms:W3CDTF">2024-05-03T01:52:14Z</dcterms:modified>
</cp:coreProperties>
</file>