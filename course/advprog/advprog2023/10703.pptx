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4"/>
  </p:notesMasterIdLst>
  <p:sldIdLst>
    <p:sldId id="256" r:id="rId2"/>
    <p:sldId id="257" r:id="rId3"/>
  </p:sldIdLst>
  <p:sldSz cx="9144000" cy="6858000" type="screen4x3"/>
  <p:notesSz cx="6832600" cy="996315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411" autoAdjust="0"/>
  </p:normalViewPr>
  <p:slideViewPr>
    <p:cSldViewPr snapToGrid="0">
      <p:cViewPr varScale="1">
        <p:scale>
          <a:sx n="79" d="100"/>
          <a:sy n="79" d="100"/>
        </p:scale>
        <p:origin x="54" y="59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60688" cy="498475"/>
          </a:xfrm>
          <a:prstGeom prst="rect">
            <a:avLst/>
          </a:prstGeom>
          <a:noFill/>
          <a:ln>
            <a:noFill/>
          </a:ln>
        </p:spPr>
        <p:txBody>
          <a:bodyPr spcFirstLastPara="1" wrap="square" lIns="91800" tIns="45900" rIns="91800" bIns="45900" anchor="t" anchorCtr="0">
            <a:noAutofit/>
          </a:bodyPr>
          <a:lstStyle>
            <a:lvl1pPr marR="0" lvl="0" algn="l" rtl="0">
              <a:spcBef>
                <a:spcPts val="0"/>
              </a:spcBef>
              <a:spcAft>
                <a:spcPts val="0"/>
              </a:spcAft>
              <a:buSzPts val="1400"/>
              <a:buNone/>
              <a:defRPr sz="1200" b="0" i="0" u="none" strike="noStrike" cap="none">
                <a:solidFill>
                  <a:schemeClr val="dk1"/>
                </a:solidFill>
                <a:latin typeface="Tahoma"/>
                <a:ea typeface="Tahoma"/>
                <a:cs typeface="Tahoma"/>
                <a:sym typeface="Tahoma"/>
              </a:defRPr>
            </a:lvl1pPr>
            <a:lvl2pPr marR="0" lvl="1" algn="l" rtl="0">
              <a:spcBef>
                <a:spcPts val="0"/>
              </a:spcBef>
              <a:spcAft>
                <a:spcPts val="0"/>
              </a:spcAft>
              <a:buSzPts val="1400"/>
              <a:buNone/>
              <a:defRPr sz="24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24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24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24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24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24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24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2400" b="0" i="0" u="none" strike="noStrike" cap="none">
                <a:solidFill>
                  <a:schemeClr val="dk1"/>
                </a:solidFill>
                <a:latin typeface="Tahoma"/>
                <a:ea typeface="Tahoma"/>
                <a:cs typeface="Tahoma"/>
                <a:sym typeface="Tahoma"/>
              </a:defRPr>
            </a:lvl9pPr>
          </a:lstStyle>
          <a:p>
            <a:endParaRPr/>
          </a:p>
        </p:txBody>
      </p:sp>
      <p:sp>
        <p:nvSpPr>
          <p:cNvPr id="4" name="Google Shape;4;n"/>
          <p:cNvSpPr txBox="1">
            <a:spLocks noGrp="1"/>
          </p:cNvSpPr>
          <p:nvPr>
            <p:ph type="dt" idx="10"/>
          </p:nvPr>
        </p:nvSpPr>
        <p:spPr>
          <a:xfrm>
            <a:off x="3871913" y="0"/>
            <a:ext cx="2960687" cy="498475"/>
          </a:xfrm>
          <a:prstGeom prst="rect">
            <a:avLst/>
          </a:prstGeom>
          <a:noFill/>
          <a:ln>
            <a:noFill/>
          </a:ln>
        </p:spPr>
        <p:txBody>
          <a:bodyPr spcFirstLastPara="1" wrap="square" lIns="91800" tIns="45900" rIns="91800" bIns="45900" anchor="t" anchorCtr="0">
            <a:noAutofit/>
          </a:bodyPr>
          <a:lstStyle>
            <a:lvl1pPr marR="0" lvl="0" algn="r" rtl="0">
              <a:spcBef>
                <a:spcPts val="0"/>
              </a:spcBef>
              <a:spcAft>
                <a:spcPts val="0"/>
              </a:spcAft>
              <a:buSzPts val="1400"/>
              <a:buNone/>
              <a:defRPr sz="1200" b="0" i="0" u="none" strike="noStrike" cap="none">
                <a:solidFill>
                  <a:schemeClr val="dk1"/>
                </a:solidFill>
                <a:latin typeface="Tahoma"/>
                <a:ea typeface="Tahoma"/>
                <a:cs typeface="Tahoma"/>
                <a:sym typeface="Tahoma"/>
              </a:defRPr>
            </a:lvl1pPr>
            <a:lvl2pPr marR="0" lvl="1" algn="l" rtl="0">
              <a:spcBef>
                <a:spcPts val="0"/>
              </a:spcBef>
              <a:spcAft>
                <a:spcPts val="0"/>
              </a:spcAft>
              <a:buSzPts val="1400"/>
              <a:buNone/>
              <a:defRPr sz="24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24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24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24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24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24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24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2400" b="0" i="0" u="none" strike="noStrike" cap="none">
                <a:solidFill>
                  <a:schemeClr val="dk1"/>
                </a:solidFill>
                <a:latin typeface="Tahoma"/>
                <a:ea typeface="Tahoma"/>
                <a:cs typeface="Tahoma"/>
                <a:sym typeface="Tahoma"/>
              </a:defRPr>
            </a:lvl9pPr>
          </a:lstStyle>
          <a:p>
            <a:endParaRPr/>
          </a:p>
        </p:txBody>
      </p:sp>
      <p:sp>
        <p:nvSpPr>
          <p:cNvPr id="5" name="Google Shape;5;n"/>
          <p:cNvSpPr>
            <a:spLocks noGrp="1" noRot="1" noChangeAspect="1"/>
          </p:cNvSpPr>
          <p:nvPr>
            <p:ph type="sldImg" idx="3"/>
          </p:nvPr>
        </p:nvSpPr>
        <p:spPr>
          <a:xfrm>
            <a:off x="925513" y="747713"/>
            <a:ext cx="4981575" cy="37353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911225" y="4732338"/>
            <a:ext cx="5010150" cy="4483100"/>
          </a:xfrm>
          <a:prstGeom prst="rect">
            <a:avLst/>
          </a:prstGeom>
          <a:noFill/>
          <a:ln>
            <a:noFill/>
          </a:ln>
        </p:spPr>
        <p:txBody>
          <a:bodyPr spcFirstLastPara="1" wrap="square" lIns="91800" tIns="45900" rIns="91800" bIns="459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L="914400" marR="0" lvl="1"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2pPr>
            <a:lvl3pPr marL="1371600" marR="0" lvl="2"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3pPr>
            <a:lvl4pPr marL="1828800" marR="0" lvl="3"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4pPr>
            <a:lvl5pPr marL="2286000" marR="0" lvl="4"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464675"/>
            <a:ext cx="2960688" cy="498475"/>
          </a:xfrm>
          <a:prstGeom prst="rect">
            <a:avLst/>
          </a:prstGeom>
          <a:noFill/>
          <a:ln>
            <a:noFill/>
          </a:ln>
        </p:spPr>
        <p:txBody>
          <a:bodyPr spcFirstLastPara="1" wrap="square" lIns="91800" tIns="45900" rIns="91800" bIns="45900" anchor="b" anchorCtr="0">
            <a:noAutofit/>
          </a:bodyPr>
          <a:lstStyle>
            <a:lvl1pPr marR="0" lvl="0" algn="l" rtl="0">
              <a:spcBef>
                <a:spcPts val="0"/>
              </a:spcBef>
              <a:spcAft>
                <a:spcPts val="0"/>
              </a:spcAft>
              <a:buSzPts val="1400"/>
              <a:buNone/>
              <a:defRPr sz="1200" b="0" i="0" u="none" strike="noStrike" cap="none">
                <a:solidFill>
                  <a:schemeClr val="dk1"/>
                </a:solidFill>
                <a:latin typeface="Tahoma"/>
                <a:ea typeface="Tahoma"/>
                <a:cs typeface="Tahoma"/>
                <a:sym typeface="Tahoma"/>
              </a:defRPr>
            </a:lvl1pPr>
            <a:lvl2pPr marR="0" lvl="1" algn="l" rtl="0">
              <a:spcBef>
                <a:spcPts val="0"/>
              </a:spcBef>
              <a:spcAft>
                <a:spcPts val="0"/>
              </a:spcAft>
              <a:buSzPts val="1400"/>
              <a:buNone/>
              <a:defRPr sz="24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24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24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24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24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24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24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2400" b="0" i="0" u="none" strike="noStrike" cap="none">
                <a:solidFill>
                  <a:schemeClr val="dk1"/>
                </a:solidFill>
                <a:latin typeface="Tahoma"/>
                <a:ea typeface="Tahoma"/>
                <a:cs typeface="Tahoma"/>
                <a:sym typeface="Tahoma"/>
              </a:defRPr>
            </a:lvl9pPr>
          </a:lstStyle>
          <a:p>
            <a:endParaRPr/>
          </a:p>
        </p:txBody>
      </p:sp>
      <p:sp>
        <p:nvSpPr>
          <p:cNvPr id="8" name="Google Shape;8;n"/>
          <p:cNvSpPr txBox="1">
            <a:spLocks noGrp="1"/>
          </p:cNvSpPr>
          <p:nvPr>
            <p:ph type="sldNum" idx="12"/>
          </p:nvPr>
        </p:nvSpPr>
        <p:spPr>
          <a:xfrm>
            <a:off x="3871913" y="9464675"/>
            <a:ext cx="2960687" cy="498475"/>
          </a:xfrm>
          <a:prstGeom prst="rect">
            <a:avLst/>
          </a:prstGeom>
          <a:noFill/>
          <a:ln>
            <a:noFill/>
          </a:ln>
        </p:spPr>
        <p:txBody>
          <a:bodyPr spcFirstLastPara="1" wrap="square" lIns="91800" tIns="45900" rIns="91800" bIns="45900" anchor="b" anchorCtr="0">
            <a:noAutofit/>
          </a:bodyPr>
          <a:lstStyle/>
          <a:p>
            <a:pPr marL="0" marR="0" lvl="0" indent="0" algn="r" rtl="0">
              <a:spcBef>
                <a:spcPts val="0"/>
              </a:spcBef>
              <a:spcAft>
                <a:spcPts val="0"/>
              </a:spcAft>
              <a:buNone/>
            </a:pPr>
            <a:fld id="{00000000-1234-1234-1234-123412341234}" type="slidenum">
              <a:rPr lang="zh-TW" sz="1200" b="0" i="0" u="none" strike="noStrike" cap="none">
                <a:solidFill>
                  <a:schemeClr val="dk1"/>
                </a:solidFill>
                <a:latin typeface="Tahoma"/>
                <a:ea typeface="Tahoma"/>
                <a:cs typeface="Tahoma"/>
                <a:sym typeface="Tahoma"/>
              </a:rPr>
              <a:t>‹#›</a:t>
            </a:fld>
            <a:endParaRPr sz="1200" b="0" i="0" u="none" strike="noStrike" cap="none">
              <a:solidFill>
                <a:schemeClr val="dk1"/>
              </a:solidFill>
              <a:latin typeface="Tahoma"/>
              <a:ea typeface="Tahoma"/>
              <a:cs typeface="Tahoma"/>
              <a:sym typeface="Tahoma"/>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sldNum" idx="12"/>
          </p:nvPr>
        </p:nvSpPr>
        <p:spPr>
          <a:xfrm>
            <a:off x="3871913" y="9464675"/>
            <a:ext cx="2960687" cy="498475"/>
          </a:xfrm>
          <a:prstGeom prst="rect">
            <a:avLst/>
          </a:prstGeom>
          <a:noFill/>
          <a:ln>
            <a:noFill/>
          </a:ln>
        </p:spPr>
        <p:txBody>
          <a:bodyPr spcFirstLastPara="1" wrap="square" lIns="91800" tIns="45900" rIns="91800" bIns="45900" anchor="b" anchorCtr="0">
            <a:noAutofit/>
          </a:bodyPr>
          <a:lstStyle/>
          <a:p>
            <a:pPr marL="0" marR="0" lvl="0" indent="0" algn="r" rtl="0">
              <a:spcBef>
                <a:spcPts val="0"/>
              </a:spcBef>
              <a:spcAft>
                <a:spcPts val="0"/>
              </a:spcAft>
              <a:buNone/>
            </a:pPr>
            <a:fld id="{00000000-1234-1234-1234-123412341234}" type="slidenum">
              <a:rPr lang="en-US" altLang="zh-TW" sz="1200" b="0" i="0" u="none" strike="noStrike" cap="none">
                <a:solidFill>
                  <a:schemeClr val="dk1"/>
                </a:solidFill>
                <a:latin typeface="Tahoma"/>
                <a:ea typeface="Tahoma"/>
                <a:cs typeface="Tahoma"/>
                <a:sym typeface="Tahoma"/>
              </a:rPr>
              <a:t>1</a:t>
            </a:fld>
            <a:endParaRPr sz="1200" b="0" i="0" u="none" strike="noStrike" cap="none">
              <a:solidFill>
                <a:schemeClr val="dk1"/>
              </a:solidFill>
              <a:latin typeface="Tahoma"/>
              <a:ea typeface="Tahoma"/>
              <a:cs typeface="Tahoma"/>
              <a:sym typeface="Tahoma"/>
            </a:endParaRPr>
          </a:p>
        </p:txBody>
      </p:sp>
      <p:sp>
        <p:nvSpPr>
          <p:cNvPr id="96" name="Google Shape;96;p1:notes"/>
          <p:cNvSpPr>
            <a:spLocks noGrp="1" noRot="1" noChangeAspect="1"/>
          </p:cNvSpPr>
          <p:nvPr>
            <p:ph type="sldImg" idx="2"/>
          </p:nvPr>
        </p:nvSpPr>
        <p:spPr>
          <a:xfrm>
            <a:off x="925513" y="747713"/>
            <a:ext cx="4981575" cy="3735387"/>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97" name="Google Shape;97;p1:notes"/>
          <p:cNvSpPr txBox="1">
            <a:spLocks noGrp="1"/>
          </p:cNvSpPr>
          <p:nvPr>
            <p:ph type="body" idx="1"/>
          </p:nvPr>
        </p:nvSpPr>
        <p:spPr>
          <a:xfrm>
            <a:off x="911225" y="4732338"/>
            <a:ext cx="5010150" cy="44831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91800" tIns="45900" rIns="91800" bIns="45900"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2:notes"/>
          <p:cNvSpPr txBox="1">
            <a:spLocks noGrp="1"/>
          </p:cNvSpPr>
          <p:nvPr>
            <p:ph type="sldNum" idx="12"/>
          </p:nvPr>
        </p:nvSpPr>
        <p:spPr>
          <a:xfrm>
            <a:off x="3871913" y="9464675"/>
            <a:ext cx="2960687" cy="498475"/>
          </a:xfrm>
          <a:prstGeom prst="rect">
            <a:avLst/>
          </a:prstGeom>
          <a:noFill/>
          <a:ln>
            <a:noFill/>
          </a:ln>
        </p:spPr>
        <p:txBody>
          <a:bodyPr spcFirstLastPara="1" wrap="square" lIns="91800" tIns="45900" rIns="91800" bIns="45900" anchor="b" anchorCtr="0">
            <a:noAutofit/>
          </a:bodyPr>
          <a:lstStyle/>
          <a:p>
            <a:pPr marL="0" marR="0" lvl="0" indent="0" algn="r" rtl="0">
              <a:spcBef>
                <a:spcPts val="0"/>
              </a:spcBef>
              <a:spcAft>
                <a:spcPts val="0"/>
              </a:spcAft>
              <a:buNone/>
            </a:pPr>
            <a:fld id="{00000000-1234-1234-1234-123412341234}" type="slidenum">
              <a:rPr lang="en-US" altLang="zh-TW" sz="1200" b="0" i="0" u="none" strike="noStrike" cap="none">
                <a:solidFill>
                  <a:schemeClr val="dk1"/>
                </a:solidFill>
                <a:latin typeface="Tahoma"/>
                <a:ea typeface="Tahoma"/>
                <a:cs typeface="Tahoma"/>
                <a:sym typeface="Tahoma"/>
              </a:rPr>
              <a:t>2</a:t>
            </a:fld>
            <a:endParaRPr sz="1200" b="0" i="0" u="none" strike="noStrike" cap="none">
              <a:solidFill>
                <a:schemeClr val="dk1"/>
              </a:solidFill>
              <a:latin typeface="Tahoma"/>
              <a:ea typeface="Tahoma"/>
              <a:cs typeface="Tahoma"/>
              <a:sym typeface="Tahoma"/>
            </a:endParaRPr>
          </a:p>
        </p:txBody>
      </p:sp>
      <p:sp>
        <p:nvSpPr>
          <p:cNvPr id="104" name="Google Shape;104;p2:notes"/>
          <p:cNvSpPr>
            <a:spLocks noGrp="1" noRot="1" noChangeAspect="1"/>
          </p:cNvSpPr>
          <p:nvPr>
            <p:ph type="sldImg" idx="2"/>
          </p:nvPr>
        </p:nvSpPr>
        <p:spPr>
          <a:xfrm>
            <a:off x="925513" y="747713"/>
            <a:ext cx="4981575" cy="3735387"/>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05" name="Google Shape;105;p2:notes"/>
          <p:cNvSpPr txBox="1">
            <a:spLocks noGrp="1"/>
          </p:cNvSpPr>
          <p:nvPr>
            <p:ph type="body" idx="1"/>
          </p:nvPr>
        </p:nvSpPr>
        <p:spPr>
          <a:xfrm>
            <a:off x="911225" y="4732338"/>
            <a:ext cx="5010150" cy="44831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91800" tIns="45900" rIns="91800" bIns="45900"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標題及物件" type="obj">
  <p:cSld name="OBJECT">
    <p:spTree>
      <p:nvGrpSpPr>
        <p:cNvPr id="1" name="Shape 15"/>
        <p:cNvGrpSpPr/>
        <p:nvPr/>
      </p:nvGrpSpPr>
      <p:grpSpPr>
        <a:xfrm>
          <a:off x="0" y="0"/>
          <a:ext cx="0" cy="0"/>
          <a:chOff x="0" y="0"/>
          <a:chExt cx="0" cy="0"/>
        </a:xfrm>
      </p:grpSpPr>
      <p:sp>
        <p:nvSpPr>
          <p:cNvPr id="16" name="Google Shape;16;p2"/>
          <p:cNvSpPr txBox="1">
            <a:spLocks noGrp="1"/>
          </p:cNvSpPr>
          <p:nvPr>
            <p:ph type="title"/>
          </p:nvPr>
        </p:nvSpPr>
        <p:spPr>
          <a:xfrm>
            <a:off x="762000" y="381000"/>
            <a:ext cx="7793038" cy="9144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7" name="Google Shape;17;p2"/>
          <p:cNvSpPr txBox="1">
            <a:spLocks noGrp="1"/>
          </p:cNvSpPr>
          <p:nvPr>
            <p:ph type="body" idx="1"/>
          </p:nvPr>
        </p:nvSpPr>
        <p:spPr>
          <a:xfrm>
            <a:off x="762000" y="1524000"/>
            <a:ext cx="7772400" cy="4648200"/>
          </a:xfrm>
          <a:prstGeom prst="rect">
            <a:avLst/>
          </a:prstGeom>
          <a:noFill/>
          <a:ln>
            <a:noFill/>
          </a:ln>
        </p:spPr>
        <p:txBody>
          <a:bodyPr spcFirstLastPara="1" wrap="square" lIns="91425" tIns="45700" rIns="91425" bIns="45700" anchor="t" anchorCtr="0">
            <a:noAutofit/>
          </a:bodyPr>
          <a:lstStyle>
            <a:lvl1pPr marL="457200" lvl="0" indent="-297180" algn="l">
              <a:spcBef>
                <a:spcPts val="360"/>
              </a:spcBef>
              <a:spcAft>
                <a:spcPts val="0"/>
              </a:spcAft>
              <a:buSzPts val="1080"/>
              <a:buChar char="■"/>
              <a:defRPr/>
            </a:lvl1pPr>
            <a:lvl2pPr marL="914400" lvl="1" indent="-291465" algn="l">
              <a:spcBef>
                <a:spcPts val="360"/>
              </a:spcBef>
              <a:spcAft>
                <a:spcPts val="0"/>
              </a:spcAft>
              <a:buSzPts val="990"/>
              <a:buChar char="■"/>
              <a:defRPr/>
            </a:lvl2pPr>
            <a:lvl3pPr marL="1371600" lvl="2" indent="-285750" algn="l">
              <a:spcBef>
                <a:spcPts val="360"/>
              </a:spcBef>
              <a:spcAft>
                <a:spcPts val="0"/>
              </a:spcAft>
              <a:buSzPts val="900"/>
              <a:buChar char="■"/>
              <a:defRPr/>
            </a:lvl3pPr>
            <a:lvl4pPr marL="1828800" lvl="3" indent="-291464" algn="l">
              <a:spcBef>
                <a:spcPts val="360"/>
              </a:spcBef>
              <a:spcAft>
                <a:spcPts val="0"/>
              </a:spcAft>
              <a:buSzPts val="990"/>
              <a:buChar char="■"/>
              <a:defRPr/>
            </a:lvl4pPr>
            <a:lvl5pPr marL="2286000" lvl="4" indent="-285750" algn="l">
              <a:spcBef>
                <a:spcPts val="360"/>
              </a:spcBef>
              <a:spcAft>
                <a:spcPts val="0"/>
              </a:spcAft>
              <a:buSzPts val="900"/>
              <a:buChar char="■"/>
              <a:defRPr/>
            </a:lvl5pPr>
            <a:lvl6pPr marL="2743200" lvl="5" indent="-285750" algn="l">
              <a:spcBef>
                <a:spcPts val="360"/>
              </a:spcBef>
              <a:spcAft>
                <a:spcPts val="0"/>
              </a:spcAft>
              <a:buSzPts val="900"/>
              <a:buChar char="■"/>
              <a:defRPr/>
            </a:lvl6pPr>
            <a:lvl7pPr marL="3200400" lvl="6" indent="-285750" algn="l">
              <a:spcBef>
                <a:spcPts val="360"/>
              </a:spcBef>
              <a:spcAft>
                <a:spcPts val="0"/>
              </a:spcAft>
              <a:buSzPts val="900"/>
              <a:buChar char="■"/>
              <a:defRPr/>
            </a:lvl7pPr>
            <a:lvl8pPr marL="3657600" lvl="7" indent="-285750" algn="l">
              <a:spcBef>
                <a:spcPts val="360"/>
              </a:spcBef>
              <a:spcAft>
                <a:spcPts val="0"/>
              </a:spcAft>
              <a:buSzPts val="900"/>
              <a:buChar char="■"/>
              <a:defRPr/>
            </a:lvl8pPr>
            <a:lvl9pPr marL="4114800" lvl="8" indent="-285750" algn="l">
              <a:spcBef>
                <a:spcPts val="360"/>
              </a:spcBef>
              <a:spcAft>
                <a:spcPts val="0"/>
              </a:spcAft>
              <a:buSzPts val="900"/>
              <a:buChar char="■"/>
              <a:defRPr/>
            </a:lvl9pPr>
          </a:lstStyle>
          <a:p>
            <a:endParaRPr/>
          </a:p>
        </p:txBody>
      </p:sp>
      <p:sp>
        <p:nvSpPr>
          <p:cNvPr id="18" name="Google Shape;18;p2"/>
          <p:cNvSpPr txBox="1">
            <a:spLocks noGrp="1"/>
          </p:cNvSpPr>
          <p:nvPr>
            <p:ph type="dt" idx="10"/>
          </p:nvPr>
        </p:nvSpPr>
        <p:spPr>
          <a:xfrm>
            <a:off x="914400" y="6324600"/>
            <a:ext cx="1905000" cy="4572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2362200" y="6324600"/>
            <a:ext cx="4953000" cy="4572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6781800" y="6324600"/>
            <a:ext cx="1905000" cy="457200"/>
          </a:xfrm>
          <a:prstGeom prst="rect">
            <a:avLst/>
          </a:prstGeom>
          <a:noFill/>
          <a:ln>
            <a:noFill/>
          </a:ln>
        </p:spPr>
        <p:txBody>
          <a:bodyPr spcFirstLastPara="1" wrap="square" lIns="91425" tIns="45700" rIns="91425" bIns="45700" anchor="b" anchorCtr="0">
            <a:noAutofit/>
          </a:bodyPr>
          <a:lstStyle>
            <a:lvl1pPr marL="0" lvl="0" indent="0" algn="r">
              <a:spcBef>
                <a:spcPts val="0"/>
              </a:spcBef>
              <a:spcAft>
                <a:spcPts val="0"/>
              </a:spcAft>
              <a:buNone/>
              <a:defRPr sz="1400" b="0" i="0" u="none" strike="noStrike" cap="none">
                <a:solidFill>
                  <a:schemeClr val="accent1"/>
                </a:solidFill>
                <a:latin typeface="Tahoma"/>
                <a:ea typeface="Tahoma"/>
                <a:cs typeface="Tahoma"/>
                <a:sym typeface="Tahoma"/>
              </a:defRPr>
            </a:lvl1pPr>
            <a:lvl2pPr marL="0" lvl="1" indent="0" algn="r">
              <a:spcBef>
                <a:spcPts val="0"/>
              </a:spcBef>
              <a:spcAft>
                <a:spcPts val="0"/>
              </a:spcAft>
              <a:buNone/>
              <a:defRPr sz="1400" b="0" i="0" u="none" strike="noStrike" cap="none">
                <a:solidFill>
                  <a:schemeClr val="accent1"/>
                </a:solidFill>
                <a:latin typeface="Tahoma"/>
                <a:ea typeface="Tahoma"/>
                <a:cs typeface="Tahoma"/>
                <a:sym typeface="Tahoma"/>
              </a:defRPr>
            </a:lvl2pPr>
            <a:lvl3pPr marL="0" lvl="2" indent="0" algn="r">
              <a:spcBef>
                <a:spcPts val="0"/>
              </a:spcBef>
              <a:spcAft>
                <a:spcPts val="0"/>
              </a:spcAft>
              <a:buNone/>
              <a:defRPr sz="1400" b="0" i="0" u="none" strike="noStrike" cap="none">
                <a:solidFill>
                  <a:schemeClr val="accent1"/>
                </a:solidFill>
                <a:latin typeface="Tahoma"/>
                <a:ea typeface="Tahoma"/>
                <a:cs typeface="Tahoma"/>
                <a:sym typeface="Tahoma"/>
              </a:defRPr>
            </a:lvl3pPr>
            <a:lvl4pPr marL="0" lvl="3" indent="0" algn="r">
              <a:spcBef>
                <a:spcPts val="0"/>
              </a:spcBef>
              <a:spcAft>
                <a:spcPts val="0"/>
              </a:spcAft>
              <a:buNone/>
              <a:defRPr sz="1400" b="0" i="0" u="none" strike="noStrike" cap="none">
                <a:solidFill>
                  <a:schemeClr val="accent1"/>
                </a:solidFill>
                <a:latin typeface="Tahoma"/>
                <a:ea typeface="Tahoma"/>
                <a:cs typeface="Tahoma"/>
                <a:sym typeface="Tahoma"/>
              </a:defRPr>
            </a:lvl4pPr>
            <a:lvl5pPr marL="0" lvl="4" indent="0" algn="r">
              <a:spcBef>
                <a:spcPts val="0"/>
              </a:spcBef>
              <a:spcAft>
                <a:spcPts val="0"/>
              </a:spcAft>
              <a:buNone/>
              <a:defRPr sz="1400" b="0" i="0" u="none" strike="noStrike" cap="none">
                <a:solidFill>
                  <a:schemeClr val="accent1"/>
                </a:solidFill>
                <a:latin typeface="Tahoma"/>
                <a:ea typeface="Tahoma"/>
                <a:cs typeface="Tahoma"/>
                <a:sym typeface="Tahoma"/>
              </a:defRPr>
            </a:lvl5pPr>
            <a:lvl6pPr marL="0" lvl="5" indent="0" algn="r">
              <a:spcBef>
                <a:spcPts val="0"/>
              </a:spcBef>
              <a:spcAft>
                <a:spcPts val="0"/>
              </a:spcAft>
              <a:buNone/>
              <a:defRPr sz="1400" b="0" i="0" u="none" strike="noStrike" cap="none">
                <a:solidFill>
                  <a:schemeClr val="accent1"/>
                </a:solidFill>
                <a:latin typeface="Tahoma"/>
                <a:ea typeface="Tahoma"/>
                <a:cs typeface="Tahoma"/>
                <a:sym typeface="Tahoma"/>
              </a:defRPr>
            </a:lvl6pPr>
            <a:lvl7pPr marL="0" lvl="6" indent="0" algn="r">
              <a:spcBef>
                <a:spcPts val="0"/>
              </a:spcBef>
              <a:spcAft>
                <a:spcPts val="0"/>
              </a:spcAft>
              <a:buNone/>
              <a:defRPr sz="1400" b="0" i="0" u="none" strike="noStrike" cap="none">
                <a:solidFill>
                  <a:schemeClr val="accent1"/>
                </a:solidFill>
                <a:latin typeface="Tahoma"/>
                <a:ea typeface="Tahoma"/>
                <a:cs typeface="Tahoma"/>
                <a:sym typeface="Tahoma"/>
              </a:defRPr>
            </a:lvl7pPr>
            <a:lvl8pPr marL="0" lvl="7" indent="0" algn="r">
              <a:spcBef>
                <a:spcPts val="0"/>
              </a:spcBef>
              <a:spcAft>
                <a:spcPts val="0"/>
              </a:spcAft>
              <a:buNone/>
              <a:defRPr sz="1400" b="0" i="0" u="none" strike="noStrike" cap="none">
                <a:solidFill>
                  <a:schemeClr val="accent1"/>
                </a:solidFill>
                <a:latin typeface="Tahoma"/>
                <a:ea typeface="Tahoma"/>
                <a:cs typeface="Tahoma"/>
                <a:sym typeface="Tahoma"/>
              </a:defRPr>
            </a:lvl8pPr>
            <a:lvl9pPr marL="0" lvl="8" indent="0" algn="r">
              <a:spcBef>
                <a:spcPts val="0"/>
              </a:spcBef>
              <a:spcAft>
                <a:spcPts val="0"/>
              </a:spcAft>
              <a:buNone/>
              <a:defRPr sz="1400" b="0" i="0" u="none" strike="noStrike" cap="none">
                <a:solidFill>
                  <a:schemeClr val="accent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標題投影片" type="title">
  <p:cSld name="TITLE">
    <p:spTree>
      <p:nvGrpSpPr>
        <p:cNvPr id="1" name="Shape 21"/>
        <p:cNvGrpSpPr/>
        <p:nvPr/>
      </p:nvGrpSpPr>
      <p:grpSpPr>
        <a:xfrm>
          <a:off x="0" y="0"/>
          <a:ext cx="0" cy="0"/>
          <a:chOff x="0" y="0"/>
          <a:chExt cx="0" cy="0"/>
        </a:xfrm>
      </p:grpSpPr>
      <p:grpSp>
        <p:nvGrpSpPr>
          <p:cNvPr id="22" name="Google Shape;22;p3"/>
          <p:cNvGrpSpPr/>
          <p:nvPr/>
        </p:nvGrpSpPr>
        <p:grpSpPr>
          <a:xfrm>
            <a:off x="0" y="2438400"/>
            <a:ext cx="9009063" cy="1052513"/>
            <a:chOff x="0" y="1536"/>
            <a:chExt cx="5675" cy="663"/>
          </a:xfrm>
        </p:grpSpPr>
        <p:grpSp>
          <p:nvGrpSpPr>
            <p:cNvPr id="23" name="Google Shape;23;p3"/>
            <p:cNvGrpSpPr/>
            <p:nvPr/>
          </p:nvGrpSpPr>
          <p:grpSpPr>
            <a:xfrm>
              <a:off x="185" y="1604"/>
              <a:ext cx="449" cy="299"/>
              <a:chOff x="720" y="336"/>
              <a:chExt cx="624" cy="432"/>
            </a:xfrm>
          </p:grpSpPr>
          <p:sp>
            <p:nvSpPr>
              <p:cNvPr id="24" name="Google Shape;24;p3"/>
              <p:cNvSpPr/>
              <p:nvPr/>
            </p:nvSpPr>
            <p:spPr>
              <a:xfrm>
                <a:off x="720" y="336"/>
                <a:ext cx="384" cy="432"/>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ahoma"/>
                  <a:ea typeface="Tahoma"/>
                  <a:cs typeface="Tahoma"/>
                  <a:sym typeface="Tahoma"/>
                </a:endParaRPr>
              </a:p>
            </p:txBody>
          </p:sp>
          <p:sp>
            <p:nvSpPr>
              <p:cNvPr id="25" name="Google Shape;25;p3"/>
              <p:cNvSpPr/>
              <p:nvPr/>
            </p:nvSpPr>
            <p:spPr>
              <a:xfrm>
                <a:off x="1056" y="336"/>
                <a:ext cx="288" cy="432"/>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ahoma"/>
                  <a:ea typeface="Tahoma"/>
                  <a:cs typeface="Tahoma"/>
                  <a:sym typeface="Tahoma"/>
                </a:endParaRPr>
              </a:p>
            </p:txBody>
          </p:sp>
        </p:grpSp>
        <p:grpSp>
          <p:nvGrpSpPr>
            <p:cNvPr id="26" name="Google Shape;26;p3"/>
            <p:cNvGrpSpPr/>
            <p:nvPr/>
          </p:nvGrpSpPr>
          <p:grpSpPr>
            <a:xfrm>
              <a:off x="263" y="1870"/>
              <a:ext cx="466" cy="299"/>
              <a:chOff x="912" y="2640"/>
              <a:chExt cx="672" cy="432"/>
            </a:xfrm>
          </p:grpSpPr>
          <p:sp>
            <p:nvSpPr>
              <p:cNvPr id="27" name="Google Shape;27;p3"/>
              <p:cNvSpPr/>
              <p:nvPr/>
            </p:nvSpPr>
            <p:spPr>
              <a:xfrm>
                <a:off x="912" y="2640"/>
                <a:ext cx="384" cy="43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ahoma"/>
                  <a:ea typeface="Tahoma"/>
                  <a:cs typeface="Tahoma"/>
                  <a:sym typeface="Tahoma"/>
                </a:endParaRPr>
              </a:p>
            </p:txBody>
          </p:sp>
          <p:sp>
            <p:nvSpPr>
              <p:cNvPr id="28" name="Google Shape;28;p3"/>
              <p:cNvSpPr/>
              <p:nvPr/>
            </p:nvSpPr>
            <p:spPr>
              <a:xfrm>
                <a:off x="1248" y="2640"/>
                <a:ext cx="336" cy="432"/>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ahoma"/>
                  <a:ea typeface="Tahoma"/>
                  <a:cs typeface="Tahoma"/>
                  <a:sym typeface="Tahoma"/>
                </a:endParaRPr>
              </a:p>
            </p:txBody>
          </p:sp>
        </p:grpSp>
        <p:sp>
          <p:nvSpPr>
            <p:cNvPr id="29" name="Google Shape;29;p3"/>
            <p:cNvSpPr/>
            <p:nvPr/>
          </p:nvSpPr>
          <p:spPr>
            <a:xfrm>
              <a:off x="0" y="1824"/>
              <a:ext cx="353" cy="266"/>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ahoma"/>
                <a:ea typeface="Tahoma"/>
                <a:cs typeface="Tahoma"/>
                <a:sym typeface="Tahoma"/>
              </a:endParaRPr>
            </a:p>
          </p:txBody>
        </p:sp>
        <p:sp>
          <p:nvSpPr>
            <p:cNvPr id="30" name="Google Shape;30;p3"/>
            <p:cNvSpPr/>
            <p:nvPr/>
          </p:nvSpPr>
          <p:spPr>
            <a:xfrm>
              <a:off x="400" y="1536"/>
              <a:ext cx="20" cy="663"/>
            </a:xfrm>
            <a:prstGeom prst="rect">
              <a:avLst/>
            </a:pr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ahoma"/>
                <a:ea typeface="Tahoma"/>
                <a:cs typeface="Tahoma"/>
                <a:sym typeface="Tahoma"/>
              </a:endParaRPr>
            </a:p>
          </p:txBody>
        </p:sp>
        <p:sp>
          <p:nvSpPr>
            <p:cNvPr id="31" name="Google Shape;31;p3"/>
            <p:cNvSpPr/>
            <p:nvPr/>
          </p:nvSpPr>
          <p:spPr>
            <a:xfrm rot="10800000" flipH="1">
              <a:off x="199" y="2054"/>
              <a:ext cx="5476" cy="35"/>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ahoma"/>
                <a:ea typeface="Tahoma"/>
                <a:cs typeface="Tahoma"/>
                <a:sym typeface="Tahoma"/>
              </a:endParaRPr>
            </a:p>
          </p:txBody>
        </p:sp>
      </p:grpSp>
      <p:sp>
        <p:nvSpPr>
          <p:cNvPr id="32" name="Google Shape;32;p3"/>
          <p:cNvSpPr txBox="1">
            <a:spLocks noGrp="1"/>
          </p:cNvSpPr>
          <p:nvPr>
            <p:ph type="ctrTitle"/>
          </p:nvPr>
        </p:nvSpPr>
        <p:spPr>
          <a:xfrm>
            <a:off x="990600" y="1828800"/>
            <a:ext cx="7772400" cy="11430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3" name="Google Shape;33;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SzPts val="1920"/>
              <a:buFont typeface="Noto Sans Symbols"/>
              <a:buNone/>
              <a:defRPr/>
            </a:lvl1pPr>
            <a:lvl2pPr lvl="1" algn="l">
              <a:spcBef>
                <a:spcPts val="360"/>
              </a:spcBef>
              <a:spcAft>
                <a:spcPts val="0"/>
              </a:spcAft>
              <a:buSzPts val="990"/>
              <a:buChar char="■"/>
              <a:defRPr/>
            </a:lvl2pPr>
            <a:lvl3pPr lvl="2" algn="l">
              <a:spcBef>
                <a:spcPts val="360"/>
              </a:spcBef>
              <a:spcAft>
                <a:spcPts val="0"/>
              </a:spcAft>
              <a:buSzPts val="900"/>
              <a:buChar char="■"/>
              <a:defRPr/>
            </a:lvl3pPr>
            <a:lvl4pPr lvl="3" algn="l">
              <a:spcBef>
                <a:spcPts val="360"/>
              </a:spcBef>
              <a:spcAft>
                <a:spcPts val="0"/>
              </a:spcAft>
              <a:buSzPts val="990"/>
              <a:buChar char="■"/>
              <a:defRPr/>
            </a:lvl4pPr>
            <a:lvl5pPr lvl="4" algn="l">
              <a:spcBef>
                <a:spcPts val="360"/>
              </a:spcBef>
              <a:spcAft>
                <a:spcPts val="0"/>
              </a:spcAft>
              <a:buSzPts val="900"/>
              <a:buChar char="■"/>
              <a:defRPr/>
            </a:lvl5pPr>
            <a:lvl6pPr lvl="5" algn="l">
              <a:spcBef>
                <a:spcPts val="360"/>
              </a:spcBef>
              <a:spcAft>
                <a:spcPts val="0"/>
              </a:spcAft>
              <a:buSzPts val="900"/>
              <a:buChar char="■"/>
              <a:defRPr/>
            </a:lvl6pPr>
            <a:lvl7pPr lvl="6" algn="l">
              <a:spcBef>
                <a:spcPts val="360"/>
              </a:spcBef>
              <a:spcAft>
                <a:spcPts val="0"/>
              </a:spcAft>
              <a:buSzPts val="900"/>
              <a:buChar char="■"/>
              <a:defRPr/>
            </a:lvl7pPr>
            <a:lvl8pPr lvl="7" algn="l">
              <a:spcBef>
                <a:spcPts val="360"/>
              </a:spcBef>
              <a:spcAft>
                <a:spcPts val="0"/>
              </a:spcAft>
              <a:buSzPts val="900"/>
              <a:buChar char="■"/>
              <a:defRPr/>
            </a:lvl8pPr>
            <a:lvl9pPr lvl="8" algn="l">
              <a:spcBef>
                <a:spcPts val="360"/>
              </a:spcBef>
              <a:spcAft>
                <a:spcPts val="0"/>
              </a:spcAft>
              <a:buSzPts val="900"/>
              <a:buChar char="■"/>
              <a:defRPr/>
            </a:lvl9pPr>
          </a:lstStyle>
          <a:p>
            <a:endParaRPr/>
          </a:p>
        </p:txBody>
      </p:sp>
      <p:sp>
        <p:nvSpPr>
          <p:cNvPr id="34" name="Google Shape;34;p3"/>
          <p:cNvSpPr txBox="1">
            <a:spLocks noGrp="1"/>
          </p:cNvSpPr>
          <p:nvPr>
            <p:ph type="dt" idx="10"/>
          </p:nvPr>
        </p:nvSpPr>
        <p:spPr>
          <a:xfrm>
            <a:off x="990600" y="6248400"/>
            <a:ext cx="1905000" cy="4572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3"/>
          <p:cNvSpPr txBox="1">
            <a:spLocks noGrp="1"/>
          </p:cNvSpPr>
          <p:nvPr>
            <p:ph type="ftr" idx="11"/>
          </p:nvPr>
        </p:nvSpPr>
        <p:spPr>
          <a:xfrm>
            <a:off x="2362200" y="6248400"/>
            <a:ext cx="4953000" cy="4572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3"/>
          <p:cNvSpPr txBox="1">
            <a:spLocks noGrp="1"/>
          </p:cNvSpPr>
          <p:nvPr>
            <p:ph type="sldNum" idx="12"/>
          </p:nvPr>
        </p:nvSpPr>
        <p:spPr>
          <a:xfrm>
            <a:off x="6858000" y="6248400"/>
            <a:ext cx="1905000" cy="457200"/>
          </a:xfrm>
          <a:prstGeom prst="rect">
            <a:avLst/>
          </a:prstGeom>
          <a:noFill/>
          <a:ln>
            <a:noFill/>
          </a:ln>
        </p:spPr>
        <p:txBody>
          <a:bodyPr spcFirstLastPara="1" wrap="square" lIns="91425" tIns="45700" rIns="91425" bIns="45700" anchor="b" anchorCtr="0">
            <a:noAutofit/>
          </a:bodyPr>
          <a:lstStyle>
            <a:lvl1pPr marL="0" lvl="0" indent="0" algn="r">
              <a:spcBef>
                <a:spcPts val="0"/>
              </a:spcBef>
              <a:spcAft>
                <a:spcPts val="0"/>
              </a:spcAft>
              <a:buNone/>
              <a:defRPr sz="1400" b="0" i="0" u="none" strike="noStrike" cap="none">
                <a:solidFill>
                  <a:schemeClr val="accent1"/>
                </a:solidFill>
                <a:latin typeface="Tahoma"/>
                <a:ea typeface="Tahoma"/>
                <a:cs typeface="Tahoma"/>
                <a:sym typeface="Tahoma"/>
              </a:defRPr>
            </a:lvl1pPr>
            <a:lvl2pPr marL="0" lvl="1" indent="0" algn="r">
              <a:spcBef>
                <a:spcPts val="0"/>
              </a:spcBef>
              <a:spcAft>
                <a:spcPts val="0"/>
              </a:spcAft>
              <a:buNone/>
              <a:defRPr sz="1400" b="0" i="0" u="none" strike="noStrike" cap="none">
                <a:solidFill>
                  <a:schemeClr val="accent1"/>
                </a:solidFill>
                <a:latin typeface="Tahoma"/>
                <a:ea typeface="Tahoma"/>
                <a:cs typeface="Tahoma"/>
                <a:sym typeface="Tahoma"/>
              </a:defRPr>
            </a:lvl2pPr>
            <a:lvl3pPr marL="0" lvl="2" indent="0" algn="r">
              <a:spcBef>
                <a:spcPts val="0"/>
              </a:spcBef>
              <a:spcAft>
                <a:spcPts val="0"/>
              </a:spcAft>
              <a:buNone/>
              <a:defRPr sz="1400" b="0" i="0" u="none" strike="noStrike" cap="none">
                <a:solidFill>
                  <a:schemeClr val="accent1"/>
                </a:solidFill>
                <a:latin typeface="Tahoma"/>
                <a:ea typeface="Tahoma"/>
                <a:cs typeface="Tahoma"/>
                <a:sym typeface="Tahoma"/>
              </a:defRPr>
            </a:lvl3pPr>
            <a:lvl4pPr marL="0" lvl="3" indent="0" algn="r">
              <a:spcBef>
                <a:spcPts val="0"/>
              </a:spcBef>
              <a:spcAft>
                <a:spcPts val="0"/>
              </a:spcAft>
              <a:buNone/>
              <a:defRPr sz="1400" b="0" i="0" u="none" strike="noStrike" cap="none">
                <a:solidFill>
                  <a:schemeClr val="accent1"/>
                </a:solidFill>
                <a:latin typeface="Tahoma"/>
                <a:ea typeface="Tahoma"/>
                <a:cs typeface="Tahoma"/>
                <a:sym typeface="Tahoma"/>
              </a:defRPr>
            </a:lvl4pPr>
            <a:lvl5pPr marL="0" lvl="4" indent="0" algn="r">
              <a:spcBef>
                <a:spcPts val="0"/>
              </a:spcBef>
              <a:spcAft>
                <a:spcPts val="0"/>
              </a:spcAft>
              <a:buNone/>
              <a:defRPr sz="1400" b="0" i="0" u="none" strike="noStrike" cap="none">
                <a:solidFill>
                  <a:schemeClr val="accent1"/>
                </a:solidFill>
                <a:latin typeface="Tahoma"/>
                <a:ea typeface="Tahoma"/>
                <a:cs typeface="Tahoma"/>
                <a:sym typeface="Tahoma"/>
              </a:defRPr>
            </a:lvl5pPr>
            <a:lvl6pPr marL="0" lvl="5" indent="0" algn="r">
              <a:spcBef>
                <a:spcPts val="0"/>
              </a:spcBef>
              <a:spcAft>
                <a:spcPts val="0"/>
              </a:spcAft>
              <a:buNone/>
              <a:defRPr sz="1400" b="0" i="0" u="none" strike="noStrike" cap="none">
                <a:solidFill>
                  <a:schemeClr val="accent1"/>
                </a:solidFill>
                <a:latin typeface="Tahoma"/>
                <a:ea typeface="Tahoma"/>
                <a:cs typeface="Tahoma"/>
                <a:sym typeface="Tahoma"/>
              </a:defRPr>
            </a:lvl6pPr>
            <a:lvl7pPr marL="0" lvl="6" indent="0" algn="r">
              <a:spcBef>
                <a:spcPts val="0"/>
              </a:spcBef>
              <a:spcAft>
                <a:spcPts val="0"/>
              </a:spcAft>
              <a:buNone/>
              <a:defRPr sz="1400" b="0" i="0" u="none" strike="noStrike" cap="none">
                <a:solidFill>
                  <a:schemeClr val="accent1"/>
                </a:solidFill>
                <a:latin typeface="Tahoma"/>
                <a:ea typeface="Tahoma"/>
                <a:cs typeface="Tahoma"/>
                <a:sym typeface="Tahoma"/>
              </a:defRPr>
            </a:lvl7pPr>
            <a:lvl8pPr marL="0" lvl="7" indent="0" algn="r">
              <a:spcBef>
                <a:spcPts val="0"/>
              </a:spcBef>
              <a:spcAft>
                <a:spcPts val="0"/>
              </a:spcAft>
              <a:buNone/>
              <a:defRPr sz="1400" b="0" i="0" u="none" strike="noStrike" cap="none">
                <a:solidFill>
                  <a:schemeClr val="accent1"/>
                </a:solidFill>
                <a:latin typeface="Tahoma"/>
                <a:ea typeface="Tahoma"/>
                <a:cs typeface="Tahoma"/>
                <a:sym typeface="Tahoma"/>
              </a:defRPr>
            </a:lvl8pPr>
            <a:lvl9pPr marL="0" lvl="8" indent="0" algn="r">
              <a:spcBef>
                <a:spcPts val="0"/>
              </a:spcBef>
              <a:spcAft>
                <a:spcPts val="0"/>
              </a:spcAft>
              <a:buNone/>
              <a:defRPr sz="1400" b="0" i="0" u="none" strike="noStrike" cap="none">
                <a:solidFill>
                  <a:schemeClr val="accent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區段標題" type="secHead">
  <p:cSld name="SECTION_HEADER">
    <p:spTree>
      <p:nvGrpSpPr>
        <p:cNvPr id="1" name="Shape 37"/>
        <p:cNvGrpSpPr/>
        <p:nvPr/>
      </p:nvGrpSpPr>
      <p:grpSpPr>
        <a:xfrm>
          <a:off x="0" y="0"/>
          <a:ext cx="0" cy="0"/>
          <a:chOff x="0" y="0"/>
          <a:chExt cx="0" cy="0"/>
        </a:xfrm>
      </p:grpSpPr>
      <p:sp>
        <p:nvSpPr>
          <p:cNvPr id="38" name="Google Shape;38;p4"/>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9" name="Google Shape;39;p4"/>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SzPts val="1200"/>
              <a:buNone/>
              <a:defRPr sz="2000"/>
            </a:lvl1pPr>
            <a:lvl2pPr marL="914400" lvl="1" indent="-228600" algn="l">
              <a:spcBef>
                <a:spcPts val="360"/>
              </a:spcBef>
              <a:spcAft>
                <a:spcPts val="0"/>
              </a:spcAft>
              <a:buSzPts val="990"/>
              <a:buNone/>
              <a:defRPr sz="1800"/>
            </a:lvl2pPr>
            <a:lvl3pPr marL="1371600" lvl="2" indent="-228600" algn="l">
              <a:spcBef>
                <a:spcPts val="320"/>
              </a:spcBef>
              <a:spcAft>
                <a:spcPts val="0"/>
              </a:spcAft>
              <a:buSzPts val="800"/>
              <a:buNone/>
              <a:defRPr sz="1600"/>
            </a:lvl3pPr>
            <a:lvl4pPr marL="1828800" lvl="3" indent="-228600" algn="l">
              <a:spcBef>
                <a:spcPts val="280"/>
              </a:spcBef>
              <a:spcAft>
                <a:spcPts val="0"/>
              </a:spcAft>
              <a:buSzPts val="770"/>
              <a:buNone/>
              <a:defRPr sz="1400"/>
            </a:lvl4pPr>
            <a:lvl5pPr marL="2286000" lvl="4" indent="-228600" algn="l">
              <a:spcBef>
                <a:spcPts val="280"/>
              </a:spcBef>
              <a:spcAft>
                <a:spcPts val="0"/>
              </a:spcAft>
              <a:buSzPts val="700"/>
              <a:buNone/>
              <a:defRPr sz="1400"/>
            </a:lvl5pPr>
            <a:lvl6pPr marL="2743200" lvl="5" indent="-228600" algn="l">
              <a:spcBef>
                <a:spcPts val="280"/>
              </a:spcBef>
              <a:spcAft>
                <a:spcPts val="0"/>
              </a:spcAft>
              <a:buSzPts val="700"/>
              <a:buNone/>
              <a:defRPr sz="1400"/>
            </a:lvl6pPr>
            <a:lvl7pPr marL="3200400" lvl="6" indent="-228600" algn="l">
              <a:spcBef>
                <a:spcPts val="280"/>
              </a:spcBef>
              <a:spcAft>
                <a:spcPts val="0"/>
              </a:spcAft>
              <a:buSzPts val="700"/>
              <a:buNone/>
              <a:defRPr sz="1400"/>
            </a:lvl7pPr>
            <a:lvl8pPr marL="3657600" lvl="7" indent="-228600" algn="l">
              <a:spcBef>
                <a:spcPts val="280"/>
              </a:spcBef>
              <a:spcAft>
                <a:spcPts val="0"/>
              </a:spcAft>
              <a:buSzPts val="700"/>
              <a:buNone/>
              <a:defRPr sz="1400"/>
            </a:lvl8pPr>
            <a:lvl9pPr marL="4114800" lvl="8" indent="-228600" algn="l">
              <a:spcBef>
                <a:spcPts val="280"/>
              </a:spcBef>
              <a:spcAft>
                <a:spcPts val="0"/>
              </a:spcAft>
              <a:buSzPts val="700"/>
              <a:buNone/>
              <a:defRPr sz="1400"/>
            </a:lvl9pPr>
          </a:lstStyle>
          <a:p>
            <a:endParaRPr/>
          </a:p>
        </p:txBody>
      </p:sp>
      <p:sp>
        <p:nvSpPr>
          <p:cNvPr id="40" name="Google Shape;40;p4"/>
          <p:cNvSpPr txBox="1">
            <a:spLocks noGrp="1"/>
          </p:cNvSpPr>
          <p:nvPr>
            <p:ph type="dt" idx="10"/>
          </p:nvPr>
        </p:nvSpPr>
        <p:spPr>
          <a:xfrm>
            <a:off x="914400" y="6324600"/>
            <a:ext cx="1905000" cy="4572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4"/>
          <p:cNvSpPr txBox="1">
            <a:spLocks noGrp="1"/>
          </p:cNvSpPr>
          <p:nvPr>
            <p:ph type="ftr" idx="11"/>
          </p:nvPr>
        </p:nvSpPr>
        <p:spPr>
          <a:xfrm>
            <a:off x="2362200" y="6324600"/>
            <a:ext cx="4953000" cy="4572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4"/>
          <p:cNvSpPr txBox="1">
            <a:spLocks noGrp="1"/>
          </p:cNvSpPr>
          <p:nvPr>
            <p:ph type="sldNum" idx="12"/>
          </p:nvPr>
        </p:nvSpPr>
        <p:spPr>
          <a:xfrm>
            <a:off x="6781800" y="6324600"/>
            <a:ext cx="1905000" cy="457200"/>
          </a:xfrm>
          <a:prstGeom prst="rect">
            <a:avLst/>
          </a:prstGeom>
          <a:noFill/>
          <a:ln>
            <a:noFill/>
          </a:ln>
        </p:spPr>
        <p:txBody>
          <a:bodyPr spcFirstLastPara="1" wrap="square" lIns="91425" tIns="45700" rIns="91425" bIns="45700" anchor="b" anchorCtr="0">
            <a:noAutofit/>
          </a:bodyPr>
          <a:lstStyle>
            <a:lvl1pPr marL="0" lvl="0" indent="0" algn="r">
              <a:spcBef>
                <a:spcPts val="0"/>
              </a:spcBef>
              <a:spcAft>
                <a:spcPts val="0"/>
              </a:spcAft>
              <a:buNone/>
              <a:defRPr sz="1400" b="0" i="0" u="none" strike="noStrike" cap="none">
                <a:solidFill>
                  <a:schemeClr val="accent1"/>
                </a:solidFill>
                <a:latin typeface="Tahoma"/>
                <a:ea typeface="Tahoma"/>
                <a:cs typeface="Tahoma"/>
                <a:sym typeface="Tahoma"/>
              </a:defRPr>
            </a:lvl1pPr>
            <a:lvl2pPr marL="0" lvl="1" indent="0" algn="r">
              <a:spcBef>
                <a:spcPts val="0"/>
              </a:spcBef>
              <a:spcAft>
                <a:spcPts val="0"/>
              </a:spcAft>
              <a:buNone/>
              <a:defRPr sz="1400" b="0" i="0" u="none" strike="noStrike" cap="none">
                <a:solidFill>
                  <a:schemeClr val="accent1"/>
                </a:solidFill>
                <a:latin typeface="Tahoma"/>
                <a:ea typeface="Tahoma"/>
                <a:cs typeface="Tahoma"/>
                <a:sym typeface="Tahoma"/>
              </a:defRPr>
            </a:lvl2pPr>
            <a:lvl3pPr marL="0" lvl="2" indent="0" algn="r">
              <a:spcBef>
                <a:spcPts val="0"/>
              </a:spcBef>
              <a:spcAft>
                <a:spcPts val="0"/>
              </a:spcAft>
              <a:buNone/>
              <a:defRPr sz="1400" b="0" i="0" u="none" strike="noStrike" cap="none">
                <a:solidFill>
                  <a:schemeClr val="accent1"/>
                </a:solidFill>
                <a:latin typeface="Tahoma"/>
                <a:ea typeface="Tahoma"/>
                <a:cs typeface="Tahoma"/>
                <a:sym typeface="Tahoma"/>
              </a:defRPr>
            </a:lvl3pPr>
            <a:lvl4pPr marL="0" lvl="3" indent="0" algn="r">
              <a:spcBef>
                <a:spcPts val="0"/>
              </a:spcBef>
              <a:spcAft>
                <a:spcPts val="0"/>
              </a:spcAft>
              <a:buNone/>
              <a:defRPr sz="1400" b="0" i="0" u="none" strike="noStrike" cap="none">
                <a:solidFill>
                  <a:schemeClr val="accent1"/>
                </a:solidFill>
                <a:latin typeface="Tahoma"/>
                <a:ea typeface="Tahoma"/>
                <a:cs typeface="Tahoma"/>
                <a:sym typeface="Tahoma"/>
              </a:defRPr>
            </a:lvl4pPr>
            <a:lvl5pPr marL="0" lvl="4" indent="0" algn="r">
              <a:spcBef>
                <a:spcPts val="0"/>
              </a:spcBef>
              <a:spcAft>
                <a:spcPts val="0"/>
              </a:spcAft>
              <a:buNone/>
              <a:defRPr sz="1400" b="0" i="0" u="none" strike="noStrike" cap="none">
                <a:solidFill>
                  <a:schemeClr val="accent1"/>
                </a:solidFill>
                <a:latin typeface="Tahoma"/>
                <a:ea typeface="Tahoma"/>
                <a:cs typeface="Tahoma"/>
                <a:sym typeface="Tahoma"/>
              </a:defRPr>
            </a:lvl5pPr>
            <a:lvl6pPr marL="0" lvl="5" indent="0" algn="r">
              <a:spcBef>
                <a:spcPts val="0"/>
              </a:spcBef>
              <a:spcAft>
                <a:spcPts val="0"/>
              </a:spcAft>
              <a:buNone/>
              <a:defRPr sz="1400" b="0" i="0" u="none" strike="noStrike" cap="none">
                <a:solidFill>
                  <a:schemeClr val="accent1"/>
                </a:solidFill>
                <a:latin typeface="Tahoma"/>
                <a:ea typeface="Tahoma"/>
                <a:cs typeface="Tahoma"/>
                <a:sym typeface="Tahoma"/>
              </a:defRPr>
            </a:lvl6pPr>
            <a:lvl7pPr marL="0" lvl="6" indent="0" algn="r">
              <a:spcBef>
                <a:spcPts val="0"/>
              </a:spcBef>
              <a:spcAft>
                <a:spcPts val="0"/>
              </a:spcAft>
              <a:buNone/>
              <a:defRPr sz="1400" b="0" i="0" u="none" strike="noStrike" cap="none">
                <a:solidFill>
                  <a:schemeClr val="accent1"/>
                </a:solidFill>
                <a:latin typeface="Tahoma"/>
                <a:ea typeface="Tahoma"/>
                <a:cs typeface="Tahoma"/>
                <a:sym typeface="Tahoma"/>
              </a:defRPr>
            </a:lvl7pPr>
            <a:lvl8pPr marL="0" lvl="7" indent="0" algn="r">
              <a:spcBef>
                <a:spcPts val="0"/>
              </a:spcBef>
              <a:spcAft>
                <a:spcPts val="0"/>
              </a:spcAft>
              <a:buNone/>
              <a:defRPr sz="1400" b="0" i="0" u="none" strike="noStrike" cap="none">
                <a:solidFill>
                  <a:schemeClr val="accent1"/>
                </a:solidFill>
                <a:latin typeface="Tahoma"/>
                <a:ea typeface="Tahoma"/>
                <a:cs typeface="Tahoma"/>
                <a:sym typeface="Tahoma"/>
              </a:defRPr>
            </a:lvl8pPr>
            <a:lvl9pPr marL="0" lvl="8" indent="0" algn="r">
              <a:spcBef>
                <a:spcPts val="0"/>
              </a:spcBef>
              <a:spcAft>
                <a:spcPts val="0"/>
              </a:spcAft>
              <a:buNone/>
              <a:defRPr sz="1400" b="0" i="0" u="none" strike="noStrike" cap="none">
                <a:solidFill>
                  <a:schemeClr val="accent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兩項物件" type="twoObj">
  <p:cSld name="TWO_OBJECTS">
    <p:spTree>
      <p:nvGrpSpPr>
        <p:cNvPr id="1" name="Shape 43"/>
        <p:cNvGrpSpPr/>
        <p:nvPr/>
      </p:nvGrpSpPr>
      <p:grpSpPr>
        <a:xfrm>
          <a:off x="0" y="0"/>
          <a:ext cx="0" cy="0"/>
          <a:chOff x="0" y="0"/>
          <a:chExt cx="0" cy="0"/>
        </a:xfrm>
      </p:grpSpPr>
      <p:sp>
        <p:nvSpPr>
          <p:cNvPr id="44" name="Google Shape;44;p5"/>
          <p:cNvSpPr txBox="1">
            <a:spLocks noGrp="1"/>
          </p:cNvSpPr>
          <p:nvPr>
            <p:ph type="title"/>
          </p:nvPr>
        </p:nvSpPr>
        <p:spPr>
          <a:xfrm>
            <a:off x="762000" y="381000"/>
            <a:ext cx="7793038" cy="9144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5" name="Google Shape;45;p5"/>
          <p:cNvSpPr txBox="1">
            <a:spLocks noGrp="1"/>
          </p:cNvSpPr>
          <p:nvPr>
            <p:ph type="body" idx="1"/>
          </p:nvPr>
        </p:nvSpPr>
        <p:spPr>
          <a:xfrm>
            <a:off x="762000" y="1524000"/>
            <a:ext cx="3810000" cy="4648200"/>
          </a:xfrm>
          <a:prstGeom prst="rect">
            <a:avLst/>
          </a:prstGeom>
          <a:noFill/>
          <a:ln>
            <a:noFill/>
          </a:ln>
        </p:spPr>
        <p:txBody>
          <a:bodyPr spcFirstLastPara="1" wrap="square" lIns="91425" tIns="45700" rIns="91425" bIns="45700" anchor="t" anchorCtr="0">
            <a:noAutofit/>
          </a:bodyPr>
          <a:lstStyle>
            <a:lvl1pPr marL="457200" lvl="0" indent="-335280" algn="l">
              <a:spcBef>
                <a:spcPts val="560"/>
              </a:spcBef>
              <a:spcAft>
                <a:spcPts val="0"/>
              </a:spcAft>
              <a:buSzPts val="1680"/>
              <a:buChar char="■"/>
              <a:defRPr sz="2800"/>
            </a:lvl1pPr>
            <a:lvl2pPr marL="914400" lvl="1" indent="-312419" algn="l">
              <a:spcBef>
                <a:spcPts val="480"/>
              </a:spcBef>
              <a:spcAft>
                <a:spcPts val="0"/>
              </a:spcAft>
              <a:buSzPts val="1320"/>
              <a:buChar char="■"/>
              <a:defRPr sz="2400"/>
            </a:lvl2pPr>
            <a:lvl3pPr marL="1371600" lvl="2" indent="-292100" algn="l">
              <a:spcBef>
                <a:spcPts val="400"/>
              </a:spcBef>
              <a:spcAft>
                <a:spcPts val="0"/>
              </a:spcAft>
              <a:buSzPts val="1000"/>
              <a:buChar char="■"/>
              <a:defRPr sz="2000"/>
            </a:lvl3pPr>
            <a:lvl4pPr marL="1828800" lvl="3" indent="-291464" algn="l">
              <a:spcBef>
                <a:spcPts val="360"/>
              </a:spcBef>
              <a:spcAft>
                <a:spcPts val="0"/>
              </a:spcAft>
              <a:buSzPts val="990"/>
              <a:buChar char="■"/>
              <a:defRPr sz="1800"/>
            </a:lvl4pPr>
            <a:lvl5pPr marL="2286000" lvl="4" indent="-285750" algn="l">
              <a:spcBef>
                <a:spcPts val="360"/>
              </a:spcBef>
              <a:spcAft>
                <a:spcPts val="0"/>
              </a:spcAft>
              <a:buSzPts val="900"/>
              <a:buChar char="■"/>
              <a:defRPr sz="1800"/>
            </a:lvl5pPr>
            <a:lvl6pPr marL="2743200" lvl="5" indent="-285750" algn="l">
              <a:spcBef>
                <a:spcPts val="360"/>
              </a:spcBef>
              <a:spcAft>
                <a:spcPts val="0"/>
              </a:spcAft>
              <a:buSzPts val="900"/>
              <a:buChar char="■"/>
              <a:defRPr sz="1800"/>
            </a:lvl6pPr>
            <a:lvl7pPr marL="3200400" lvl="6" indent="-285750" algn="l">
              <a:spcBef>
                <a:spcPts val="360"/>
              </a:spcBef>
              <a:spcAft>
                <a:spcPts val="0"/>
              </a:spcAft>
              <a:buSzPts val="900"/>
              <a:buChar char="■"/>
              <a:defRPr sz="1800"/>
            </a:lvl7pPr>
            <a:lvl8pPr marL="3657600" lvl="7" indent="-285750" algn="l">
              <a:spcBef>
                <a:spcPts val="360"/>
              </a:spcBef>
              <a:spcAft>
                <a:spcPts val="0"/>
              </a:spcAft>
              <a:buSzPts val="900"/>
              <a:buChar char="■"/>
              <a:defRPr sz="1800"/>
            </a:lvl8pPr>
            <a:lvl9pPr marL="4114800" lvl="8" indent="-285750" algn="l">
              <a:spcBef>
                <a:spcPts val="360"/>
              </a:spcBef>
              <a:spcAft>
                <a:spcPts val="0"/>
              </a:spcAft>
              <a:buSzPts val="900"/>
              <a:buChar char="■"/>
              <a:defRPr sz="1800"/>
            </a:lvl9pPr>
          </a:lstStyle>
          <a:p>
            <a:endParaRPr/>
          </a:p>
        </p:txBody>
      </p:sp>
      <p:sp>
        <p:nvSpPr>
          <p:cNvPr id="46" name="Google Shape;46;p5"/>
          <p:cNvSpPr txBox="1">
            <a:spLocks noGrp="1"/>
          </p:cNvSpPr>
          <p:nvPr>
            <p:ph type="body" idx="2"/>
          </p:nvPr>
        </p:nvSpPr>
        <p:spPr>
          <a:xfrm>
            <a:off x="4724400" y="1524000"/>
            <a:ext cx="3810000" cy="4648200"/>
          </a:xfrm>
          <a:prstGeom prst="rect">
            <a:avLst/>
          </a:prstGeom>
          <a:noFill/>
          <a:ln>
            <a:noFill/>
          </a:ln>
        </p:spPr>
        <p:txBody>
          <a:bodyPr spcFirstLastPara="1" wrap="square" lIns="91425" tIns="45700" rIns="91425" bIns="45700" anchor="t" anchorCtr="0">
            <a:noAutofit/>
          </a:bodyPr>
          <a:lstStyle>
            <a:lvl1pPr marL="457200" lvl="0" indent="-335280" algn="l">
              <a:spcBef>
                <a:spcPts val="560"/>
              </a:spcBef>
              <a:spcAft>
                <a:spcPts val="0"/>
              </a:spcAft>
              <a:buSzPts val="1680"/>
              <a:buChar char="■"/>
              <a:defRPr sz="2800"/>
            </a:lvl1pPr>
            <a:lvl2pPr marL="914400" lvl="1" indent="-312419" algn="l">
              <a:spcBef>
                <a:spcPts val="480"/>
              </a:spcBef>
              <a:spcAft>
                <a:spcPts val="0"/>
              </a:spcAft>
              <a:buSzPts val="1320"/>
              <a:buChar char="■"/>
              <a:defRPr sz="2400"/>
            </a:lvl2pPr>
            <a:lvl3pPr marL="1371600" lvl="2" indent="-292100" algn="l">
              <a:spcBef>
                <a:spcPts val="400"/>
              </a:spcBef>
              <a:spcAft>
                <a:spcPts val="0"/>
              </a:spcAft>
              <a:buSzPts val="1000"/>
              <a:buChar char="■"/>
              <a:defRPr sz="2000"/>
            </a:lvl3pPr>
            <a:lvl4pPr marL="1828800" lvl="3" indent="-291464" algn="l">
              <a:spcBef>
                <a:spcPts val="360"/>
              </a:spcBef>
              <a:spcAft>
                <a:spcPts val="0"/>
              </a:spcAft>
              <a:buSzPts val="990"/>
              <a:buChar char="■"/>
              <a:defRPr sz="1800"/>
            </a:lvl4pPr>
            <a:lvl5pPr marL="2286000" lvl="4" indent="-285750" algn="l">
              <a:spcBef>
                <a:spcPts val="360"/>
              </a:spcBef>
              <a:spcAft>
                <a:spcPts val="0"/>
              </a:spcAft>
              <a:buSzPts val="900"/>
              <a:buChar char="■"/>
              <a:defRPr sz="1800"/>
            </a:lvl5pPr>
            <a:lvl6pPr marL="2743200" lvl="5" indent="-285750" algn="l">
              <a:spcBef>
                <a:spcPts val="360"/>
              </a:spcBef>
              <a:spcAft>
                <a:spcPts val="0"/>
              </a:spcAft>
              <a:buSzPts val="900"/>
              <a:buChar char="■"/>
              <a:defRPr sz="1800"/>
            </a:lvl6pPr>
            <a:lvl7pPr marL="3200400" lvl="6" indent="-285750" algn="l">
              <a:spcBef>
                <a:spcPts val="360"/>
              </a:spcBef>
              <a:spcAft>
                <a:spcPts val="0"/>
              </a:spcAft>
              <a:buSzPts val="900"/>
              <a:buChar char="■"/>
              <a:defRPr sz="1800"/>
            </a:lvl7pPr>
            <a:lvl8pPr marL="3657600" lvl="7" indent="-285750" algn="l">
              <a:spcBef>
                <a:spcPts val="360"/>
              </a:spcBef>
              <a:spcAft>
                <a:spcPts val="0"/>
              </a:spcAft>
              <a:buSzPts val="900"/>
              <a:buChar char="■"/>
              <a:defRPr sz="1800"/>
            </a:lvl8pPr>
            <a:lvl9pPr marL="4114800" lvl="8" indent="-285750" algn="l">
              <a:spcBef>
                <a:spcPts val="360"/>
              </a:spcBef>
              <a:spcAft>
                <a:spcPts val="0"/>
              </a:spcAft>
              <a:buSzPts val="900"/>
              <a:buChar char="■"/>
              <a:defRPr sz="1800"/>
            </a:lvl9pPr>
          </a:lstStyle>
          <a:p>
            <a:endParaRPr/>
          </a:p>
        </p:txBody>
      </p:sp>
      <p:sp>
        <p:nvSpPr>
          <p:cNvPr id="47" name="Google Shape;47;p5"/>
          <p:cNvSpPr txBox="1">
            <a:spLocks noGrp="1"/>
          </p:cNvSpPr>
          <p:nvPr>
            <p:ph type="dt" idx="10"/>
          </p:nvPr>
        </p:nvSpPr>
        <p:spPr>
          <a:xfrm>
            <a:off x="914400" y="6324600"/>
            <a:ext cx="1905000" cy="4572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5"/>
          <p:cNvSpPr txBox="1">
            <a:spLocks noGrp="1"/>
          </p:cNvSpPr>
          <p:nvPr>
            <p:ph type="ftr" idx="11"/>
          </p:nvPr>
        </p:nvSpPr>
        <p:spPr>
          <a:xfrm>
            <a:off x="2362200" y="6324600"/>
            <a:ext cx="4953000" cy="4572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5"/>
          <p:cNvSpPr txBox="1">
            <a:spLocks noGrp="1"/>
          </p:cNvSpPr>
          <p:nvPr>
            <p:ph type="sldNum" idx="12"/>
          </p:nvPr>
        </p:nvSpPr>
        <p:spPr>
          <a:xfrm>
            <a:off x="6781800" y="6324600"/>
            <a:ext cx="1905000" cy="457200"/>
          </a:xfrm>
          <a:prstGeom prst="rect">
            <a:avLst/>
          </a:prstGeom>
          <a:noFill/>
          <a:ln>
            <a:noFill/>
          </a:ln>
        </p:spPr>
        <p:txBody>
          <a:bodyPr spcFirstLastPara="1" wrap="square" lIns="91425" tIns="45700" rIns="91425" bIns="45700" anchor="b" anchorCtr="0">
            <a:noAutofit/>
          </a:bodyPr>
          <a:lstStyle>
            <a:lvl1pPr marL="0" lvl="0" indent="0" algn="r">
              <a:spcBef>
                <a:spcPts val="0"/>
              </a:spcBef>
              <a:spcAft>
                <a:spcPts val="0"/>
              </a:spcAft>
              <a:buNone/>
              <a:defRPr sz="1400" b="0" i="0" u="none" strike="noStrike" cap="none">
                <a:solidFill>
                  <a:schemeClr val="accent1"/>
                </a:solidFill>
                <a:latin typeface="Tahoma"/>
                <a:ea typeface="Tahoma"/>
                <a:cs typeface="Tahoma"/>
                <a:sym typeface="Tahoma"/>
              </a:defRPr>
            </a:lvl1pPr>
            <a:lvl2pPr marL="0" lvl="1" indent="0" algn="r">
              <a:spcBef>
                <a:spcPts val="0"/>
              </a:spcBef>
              <a:spcAft>
                <a:spcPts val="0"/>
              </a:spcAft>
              <a:buNone/>
              <a:defRPr sz="1400" b="0" i="0" u="none" strike="noStrike" cap="none">
                <a:solidFill>
                  <a:schemeClr val="accent1"/>
                </a:solidFill>
                <a:latin typeface="Tahoma"/>
                <a:ea typeface="Tahoma"/>
                <a:cs typeface="Tahoma"/>
                <a:sym typeface="Tahoma"/>
              </a:defRPr>
            </a:lvl2pPr>
            <a:lvl3pPr marL="0" lvl="2" indent="0" algn="r">
              <a:spcBef>
                <a:spcPts val="0"/>
              </a:spcBef>
              <a:spcAft>
                <a:spcPts val="0"/>
              </a:spcAft>
              <a:buNone/>
              <a:defRPr sz="1400" b="0" i="0" u="none" strike="noStrike" cap="none">
                <a:solidFill>
                  <a:schemeClr val="accent1"/>
                </a:solidFill>
                <a:latin typeface="Tahoma"/>
                <a:ea typeface="Tahoma"/>
                <a:cs typeface="Tahoma"/>
                <a:sym typeface="Tahoma"/>
              </a:defRPr>
            </a:lvl3pPr>
            <a:lvl4pPr marL="0" lvl="3" indent="0" algn="r">
              <a:spcBef>
                <a:spcPts val="0"/>
              </a:spcBef>
              <a:spcAft>
                <a:spcPts val="0"/>
              </a:spcAft>
              <a:buNone/>
              <a:defRPr sz="1400" b="0" i="0" u="none" strike="noStrike" cap="none">
                <a:solidFill>
                  <a:schemeClr val="accent1"/>
                </a:solidFill>
                <a:latin typeface="Tahoma"/>
                <a:ea typeface="Tahoma"/>
                <a:cs typeface="Tahoma"/>
                <a:sym typeface="Tahoma"/>
              </a:defRPr>
            </a:lvl4pPr>
            <a:lvl5pPr marL="0" lvl="4" indent="0" algn="r">
              <a:spcBef>
                <a:spcPts val="0"/>
              </a:spcBef>
              <a:spcAft>
                <a:spcPts val="0"/>
              </a:spcAft>
              <a:buNone/>
              <a:defRPr sz="1400" b="0" i="0" u="none" strike="noStrike" cap="none">
                <a:solidFill>
                  <a:schemeClr val="accent1"/>
                </a:solidFill>
                <a:latin typeface="Tahoma"/>
                <a:ea typeface="Tahoma"/>
                <a:cs typeface="Tahoma"/>
                <a:sym typeface="Tahoma"/>
              </a:defRPr>
            </a:lvl5pPr>
            <a:lvl6pPr marL="0" lvl="5" indent="0" algn="r">
              <a:spcBef>
                <a:spcPts val="0"/>
              </a:spcBef>
              <a:spcAft>
                <a:spcPts val="0"/>
              </a:spcAft>
              <a:buNone/>
              <a:defRPr sz="1400" b="0" i="0" u="none" strike="noStrike" cap="none">
                <a:solidFill>
                  <a:schemeClr val="accent1"/>
                </a:solidFill>
                <a:latin typeface="Tahoma"/>
                <a:ea typeface="Tahoma"/>
                <a:cs typeface="Tahoma"/>
                <a:sym typeface="Tahoma"/>
              </a:defRPr>
            </a:lvl6pPr>
            <a:lvl7pPr marL="0" lvl="6" indent="0" algn="r">
              <a:spcBef>
                <a:spcPts val="0"/>
              </a:spcBef>
              <a:spcAft>
                <a:spcPts val="0"/>
              </a:spcAft>
              <a:buNone/>
              <a:defRPr sz="1400" b="0" i="0" u="none" strike="noStrike" cap="none">
                <a:solidFill>
                  <a:schemeClr val="accent1"/>
                </a:solidFill>
                <a:latin typeface="Tahoma"/>
                <a:ea typeface="Tahoma"/>
                <a:cs typeface="Tahoma"/>
                <a:sym typeface="Tahoma"/>
              </a:defRPr>
            </a:lvl7pPr>
            <a:lvl8pPr marL="0" lvl="7" indent="0" algn="r">
              <a:spcBef>
                <a:spcPts val="0"/>
              </a:spcBef>
              <a:spcAft>
                <a:spcPts val="0"/>
              </a:spcAft>
              <a:buNone/>
              <a:defRPr sz="1400" b="0" i="0" u="none" strike="noStrike" cap="none">
                <a:solidFill>
                  <a:schemeClr val="accent1"/>
                </a:solidFill>
                <a:latin typeface="Tahoma"/>
                <a:ea typeface="Tahoma"/>
                <a:cs typeface="Tahoma"/>
                <a:sym typeface="Tahoma"/>
              </a:defRPr>
            </a:lvl8pPr>
            <a:lvl9pPr marL="0" lvl="8" indent="0" algn="r">
              <a:spcBef>
                <a:spcPts val="0"/>
              </a:spcBef>
              <a:spcAft>
                <a:spcPts val="0"/>
              </a:spcAft>
              <a:buNone/>
              <a:defRPr sz="1400" b="0" i="0" u="none" strike="noStrike" cap="none">
                <a:solidFill>
                  <a:schemeClr val="accent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對" type="twoTxTwoObj">
  <p:cSld name="TWO_OBJECTS_WITH_TEXT">
    <p:spTree>
      <p:nvGrpSpPr>
        <p:cNvPr id="1" name="Shape 50"/>
        <p:cNvGrpSpPr/>
        <p:nvPr/>
      </p:nvGrpSpPr>
      <p:grpSpPr>
        <a:xfrm>
          <a:off x="0" y="0"/>
          <a:ext cx="0" cy="0"/>
          <a:chOff x="0" y="0"/>
          <a:chExt cx="0" cy="0"/>
        </a:xfrm>
      </p:grpSpPr>
      <p:sp>
        <p:nvSpPr>
          <p:cNvPr id="51" name="Google Shape;51;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2" name="Google Shape;52;p6"/>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SzPts val="1440"/>
              <a:buNone/>
              <a:defRPr sz="2400" b="1"/>
            </a:lvl1pPr>
            <a:lvl2pPr marL="914400" lvl="1" indent="-228600" algn="l">
              <a:spcBef>
                <a:spcPts val="400"/>
              </a:spcBef>
              <a:spcAft>
                <a:spcPts val="0"/>
              </a:spcAft>
              <a:buSzPts val="1100"/>
              <a:buNone/>
              <a:defRPr sz="2000" b="1"/>
            </a:lvl2pPr>
            <a:lvl3pPr marL="1371600" lvl="2" indent="-228600" algn="l">
              <a:spcBef>
                <a:spcPts val="360"/>
              </a:spcBef>
              <a:spcAft>
                <a:spcPts val="0"/>
              </a:spcAft>
              <a:buSzPts val="900"/>
              <a:buNone/>
              <a:defRPr sz="1800" b="1"/>
            </a:lvl3pPr>
            <a:lvl4pPr marL="1828800" lvl="3" indent="-228600" algn="l">
              <a:spcBef>
                <a:spcPts val="320"/>
              </a:spcBef>
              <a:spcAft>
                <a:spcPts val="0"/>
              </a:spcAft>
              <a:buSzPts val="880"/>
              <a:buNone/>
              <a:defRPr sz="1600" b="1"/>
            </a:lvl4pPr>
            <a:lvl5pPr marL="2286000" lvl="4" indent="-228600" algn="l">
              <a:spcBef>
                <a:spcPts val="320"/>
              </a:spcBef>
              <a:spcAft>
                <a:spcPts val="0"/>
              </a:spcAft>
              <a:buSzPts val="800"/>
              <a:buNone/>
              <a:defRPr sz="1600" b="1"/>
            </a:lvl5pPr>
            <a:lvl6pPr marL="2743200" lvl="5" indent="-228600" algn="l">
              <a:spcBef>
                <a:spcPts val="320"/>
              </a:spcBef>
              <a:spcAft>
                <a:spcPts val="0"/>
              </a:spcAft>
              <a:buSzPts val="800"/>
              <a:buNone/>
              <a:defRPr sz="1600" b="1"/>
            </a:lvl6pPr>
            <a:lvl7pPr marL="3200400" lvl="6" indent="-228600" algn="l">
              <a:spcBef>
                <a:spcPts val="320"/>
              </a:spcBef>
              <a:spcAft>
                <a:spcPts val="0"/>
              </a:spcAft>
              <a:buSzPts val="800"/>
              <a:buNone/>
              <a:defRPr sz="1600" b="1"/>
            </a:lvl7pPr>
            <a:lvl8pPr marL="3657600" lvl="7" indent="-228600" algn="l">
              <a:spcBef>
                <a:spcPts val="320"/>
              </a:spcBef>
              <a:spcAft>
                <a:spcPts val="0"/>
              </a:spcAft>
              <a:buSzPts val="800"/>
              <a:buNone/>
              <a:defRPr sz="1600" b="1"/>
            </a:lvl8pPr>
            <a:lvl9pPr marL="4114800" lvl="8" indent="-228600" algn="l">
              <a:spcBef>
                <a:spcPts val="320"/>
              </a:spcBef>
              <a:spcAft>
                <a:spcPts val="0"/>
              </a:spcAft>
              <a:buSzPts val="800"/>
              <a:buNone/>
              <a:defRPr sz="1600" b="1"/>
            </a:lvl9pPr>
          </a:lstStyle>
          <a:p>
            <a:endParaRPr/>
          </a:p>
        </p:txBody>
      </p:sp>
      <p:sp>
        <p:nvSpPr>
          <p:cNvPr id="53" name="Google Shape;53;p6"/>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20040" algn="l">
              <a:spcBef>
                <a:spcPts val="480"/>
              </a:spcBef>
              <a:spcAft>
                <a:spcPts val="0"/>
              </a:spcAft>
              <a:buSzPts val="1440"/>
              <a:buChar char="■"/>
              <a:defRPr sz="2400"/>
            </a:lvl1pPr>
            <a:lvl2pPr marL="914400" lvl="1" indent="-298450" algn="l">
              <a:spcBef>
                <a:spcPts val="400"/>
              </a:spcBef>
              <a:spcAft>
                <a:spcPts val="0"/>
              </a:spcAft>
              <a:buSzPts val="1100"/>
              <a:buChar char="■"/>
              <a:defRPr sz="2000"/>
            </a:lvl2pPr>
            <a:lvl3pPr marL="1371600" lvl="2" indent="-285750" algn="l">
              <a:spcBef>
                <a:spcPts val="360"/>
              </a:spcBef>
              <a:spcAft>
                <a:spcPts val="0"/>
              </a:spcAft>
              <a:buSzPts val="900"/>
              <a:buChar char="■"/>
              <a:defRPr sz="1800"/>
            </a:lvl3pPr>
            <a:lvl4pPr marL="1828800" lvl="3" indent="-284480" algn="l">
              <a:spcBef>
                <a:spcPts val="320"/>
              </a:spcBef>
              <a:spcAft>
                <a:spcPts val="0"/>
              </a:spcAft>
              <a:buSzPts val="880"/>
              <a:buChar char="■"/>
              <a:defRPr sz="1600"/>
            </a:lvl4pPr>
            <a:lvl5pPr marL="2286000" lvl="4" indent="-279400" algn="l">
              <a:spcBef>
                <a:spcPts val="320"/>
              </a:spcBef>
              <a:spcAft>
                <a:spcPts val="0"/>
              </a:spcAft>
              <a:buSzPts val="800"/>
              <a:buChar char="■"/>
              <a:defRPr sz="1600"/>
            </a:lvl5pPr>
            <a:lvl6pPr marL="2743200" lvl="5" indent="-279400" algn="l">
              <a:spcBef>
                <a:spcPts val="320"/>
              </a:spcBef>
              <a:spcAft>
                <a:spcPts val="0"/>
              </a:spcAft>
              <a:buSzPts val="800"/>
              <a:buChar char="■"/>
              <a:defRPr sz="1600"/>
            </a:lvl6pPr>
            <a:lvl7pPr marL="3200400" lvl="6" indent="-279400" algn="l">
              <a:spcBef>
                <a:spcPts val="320"/>
              </a:spcBef>
              <a:spcAft>
                <a:spcPts val="0"/>
              </a:spcAft>
              <a:buSzPts val="800"/>
              <a:buChar char="■"/>
              <a:defRPr sz="1600"/>
            </a:lvl7pPr>
            <a:lvl8pPr marL="3657600" lvl="7" indent="-279400" algn="l">
              <a:spcBef>
                <a:spcPts val="320"/>
              </a:spcBef>
              <a:spcAft>
                <a:spcPts val="0"/>
              </a:spcAft>
              <a:buSzPts val="800"/>
              <a:buChar char="■"/>
              <a:defRPr sz="1600"/>
            </a:lvl8pPr>
            <a:lvl9pPr marL="4114800" lvl="8" indent="-279400" algn="l">
              <a:spcBef>
                <a:spcPts val="320"/>
              </a:spcBef>
              <a:spcAft>
                <a:spcPts val="0"/>
              </a:spcAft>
              <a:buSzPts val="800"/>
              <a:buChar char="■"/>
              <a:defRPr sz="1600"/>
            </a:lvl9pPr>
          </a:lstStyle>
          <a:p>
            <a:endParaRPr/>
          </a:p>
        </p:txBody>
      </p:sp>
      <p:sp>
        <p:nvSpPr>
          <p:cNvPr id="54" name="Google Shape;54;p6"/>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SzPts val="1440"/>
              <a:buNone/>
              <a:defRPr sz="2400" b="1"/>
            </a:lvl1pPr>
            <a:lvl2pPr marL="914400" lvl="1" indent="-228600" algn="l">
              <a:spcBef>
                <a:spcPts val="400"/>
              </a:spcBef>
              <a:spcAft>
                <a:spcPts val="0"/>
              </a:spcAft>
              <a:buSzPts val="1100"/>
              <a:buNone/>
              <a:defRPr sz="2000" b="1"/>
            </a:lvl2pPr>
            <a:lvl3pPr marL="1371600" lvl="2" indent="-228600" algn="l">
              <a:spcBef>
                <a:spcPts val="360"/>
              </a:spcBef>
              <a:spcAft>
                <a:spcPts val="0"/>
              </a:spcAft>
              <a:buSzPts val="900"/>
              <a:buNone/>
              <a:defRPr sz="1800" b="1"/>
            </a:lvl3pPr>
            <a:lvl4pPr marL="1828800" lvl="3" indent="-228600" algn="l">
              <a:spcBef>
                <a:spcPts val="320"/>
              </a:spcBef>
              <a:spcAft>
                <a:spcPts val="0"/>
              </a:spcAft>
              <a:buSzPts val="880"/>
              <a:buNone/>
              <a:defRPr sz="1600" b="1"/>
            </a:lvl4pPr>
            <a:lvl5pPr marL="2286000" lvl="4" indent="-228600" algn="l">
              <a:spcBef>
                <a:spcPts val="320"/>
              </a:spcBef>
              <a:spcAft>
                <a:spcPts val="0"/>
              </a:spcAft>
              <a:buSzPts val="800"/>
              <a:buNone/>
              <a:defRPr sz="1600" b="1"/>
            </a:lvl5pPr>
            <a:lvl6pPr marL="2743200" lvl="5" indent="-228600" algn="l">
              <a:spcBef>
                <a:spcPts val="320"/>
              </a:spcBef>
              <a:spcAft>
                <a:spcPts val="0"/>
              </a:spcAft>
              <a:buSzPts val="800"/>
              <a:buNone/>
              <a:defRPr sz="1600" b="1"/>
            </a:lvl6pPr>
            <a:lvl7pPr marL="3200400" lvl="6" indent="-228600" algn="l">
              <a:spcBef>
                <a:spcPts val="320"/>
              </a:spcBef>
              <a:spcAft>
                <a:spcPts val="0"/>
              </a:spcAft>
              <a:buSzPts val="800"/>
              <a:buNone/>
              <a:defRPr sz="1600" b="1"/>
            </a:lvl7pPr>
            <a:lvl8pPr marL="3657600" lvl="7" indent="-228600" algn="l">
              <a:spcBef>
                <a:spcPts val="320"/>
              </a:spcBef>
              <a:spcAft>
                <a:spcPts val="0"/>
              </a:spcAft>
              <a:buSzPts val="800"/>
              <a:buNone/>
              <a:defRPr sz="1600" b="1"/>
            </a:lvl8pPr>
            <a:lvl9pPr marL="4114800" lvl="8" indent="-228600" algn="l">
              <a:spcBef>
                <a:spcPts val="320"/>
              </a:spcBef>
              <a:spcAft>
                <a:spcPts val="0"/>
              </a:spcAft>
              <a:buSzPts val="800"/>
              <a:buNone/>
              <a:defRPr sz="1600" b="1"/>
            </a:lvl9pPr>
          </a:lstStyle>
          <a:p>
            <a:endParaRPr/>
          </a:p>
        </p:txBody>
      </p:sp>
      <p:sp>
        <p:nvSpPr>
          <p:cNvPr id="55" name="Google Shape;55;p6"/>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20040" algn="l">
              <a:spcBef>
                <a:spcPts val="480"/>
              </a:spcBef>
              <a:spcAft>
                <a:spcPts val="0"/>
              </a:spcAft>
              <a:buSzPts val="1440"/>
              <a:buChar char="■"/>
              <a:defRPr sz="2400"/>
            </a:lvl1pPr>
            <a:lvl2pPr marL="914400" lvl="1" indent="-298450" algn="l">
              <a:spcBef>
                <a:spcPts val="400"/>
              </a:spcBef>
              <a:spcAft>
                <a:spcPts val="0"/>
              </a:spcAft>
              <a:buSzPts val="1100"/>
              <a:buChar char="■"/>
              <a:defRPr sz="2000"/>
            </a:lvl2pPr>
            <a:lvl3pPr marL="1371600" lvl="2" indent="-285750" algn="l">
              <a:spcBef>
                <a:spcPts val="360"/>
              </a:spcBef>
              <a:spcAft>
                <a:spcPts val="0"/>
              </a:spcAft>
              <a:buSzPts val="900"/>
              <a:buChar char="■"/>
              <a:defRPr sz="1800"/>
            </a:lvl3pPr>
            <a:lvl4pPr marL="1828800" lvl="3" indent="-284480" algn="l">
              <a:spcBef>
                <a:spcPts val="320"/>
              </a:spcBef>
              <a:spcAft>
                <a:spcPts val="0"/>
              </a:spcAft>
              <a:buSzPts val="880"/>
              <a:buChar char="■"/>
              <a:defRPr sz="1600"/>
            </a:lvl4pPr>
            <a:lvl5pPr marL="2286000" lvl="4" indent="-279400" algn="l">
              <a:spcBef>
                <a:spcPts val="320"/>
              </a:spcBef>
              <a:spcAft>
                <a:spcPts val="0"/>
              </a:spcAft>
              <a:buSzPts val="800"/>
              <a:buChar char="■"/>
              <a:defRPr sz="1600"/>
            </a:lvl5pPr>
            <a:lvl6pPr marL="2743200" lvl="5" indent="-279400" algn="l">
              <a:spcBef>
                <a:spcPts val="320"/>
              </a:spcBef>
              <a:spcAft>
                <a:spcPts val="0"/>
              </a:spcAft>
              <a:buSzPts val="800"/>
              <a:buChar char="■"/>
              <a:defRPr sz="1600"/>
            </a:lvl6pPr>
            <a:lvl7pPr marL="3200400" lvl="6" indent="-279400" algn="l">
              <a:spcBef>
                <a:spcPts val="320"/>
              </a:spcBef>
              <a:spcAft>
                <a:spcPts val="0"/>
              </a:spcAft>
              <a:buSzPts val="800"/>
              <a:buChar char="■"/>
              <a:defRPr sz="1600"/>
            </a:lvl7pPr>
            <a:lvl8pPr marL="3657600" lvl="7" indent="-279400" algn="l">
              <a:spcBef>
                <a:spcPts val="320"/>
              </a:spcBef>
              <a:spcAft>
                <a:spcPts val="0"/>
              </a:spcAft>
              <a:buSzPts val="800"/>
              <a:buChar char="■"/>
              <a:defRPr sz="1600"/>
            </a:lvl8pPr>
            <a:lvl9pPr marL="4114800" lvl="8" indent="-279400" algn="l">
              <a:spcBef>
                <a:spcPts val="320"/>
              </a:spcBef>
              <a:spcAft>
                <a:spcPts val="0"/>
              </a:spcAft>
              <a:buSzPts val="800"/>
              <a:buChar char="■"/>
              <a:defRPr sz="1600"/>
            </a:lvl9pPr>
          </a:lstStyle>
          <a:p>
            <a:endParaRPr/>
          </a:p>
        </p:txBody>
      </p:sp>
      <p:sp>
        <p:nvSpPr>
          <p:cNvPr id="56" name="Google Shape;56;p6"/>
          <p:cNvSpPr txBox="1">
            <a:spLocks noGrp="1"/>
          </p:cNvSpPr>
          <p:nvPr>
            <p:ph type="dt" idx="10"/>
          </p:nvPr>
        </p:nvSpPr>
        <p:spPr>
          <a:xfrm>
            <a:off x="914400" y="6324600"/>
            <a:ext cx="1905000" cy="4572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6"/>
          <p:cNvSpPr txBox="1">
            <a:spLocks noGrp="1"/>
          </p:cNvSpPr>
          <p:nvPr>
            <p:ph type="ftr" idx="11"/>
          </p:nvPr>
        </p:nvSpPr>
        <p:spPr>
          <a:xfrm>
            <a:off x="2362200" y="6324600"/>
            <a:ext cx="4953000" cy="4572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6"/>
          <p:cNvSpPr txBox="1">
            <a:spLocks noGrp="1"/>
          </p:cNvSpPr>
          <p:nvPr>
            <p:ph type="sldNum" idx="12"/>
          </p:nvPr>
        </p:nvSpPr>
        <p:spPr>
          <a:xfrm>
            <a:off x="6781800" y="6324600"/>
            <a:ext cx="1905000" cy="457200"/>
          </a:xfrm>
          <a:prstGeom prst="rect">
            <a:avLst/>
          </a:prstGeom>
          <a:noFill/>
          <a:ln>
            <a:noFill/>
          </a:ln>
        </p:spPr>
        <p:txBody>
          <a:bodyPr spcFirstLastPara="1" wrap="square" lIns="91425" tIns="45700" rIns="91425" bIns="45700" anchor="b" anchorCtr="0">
            <a:noAutofit/>
          </a:bodyPr>
          <a:lstStyle>
            <a:lvl1pPr marL="0" lvl="0" indent="0" algn="r">
              <a:spcBef>
                <a:spcPts val="0"/>
              </a:spcBef>
              <a:spcAft>
                <a:spcPts val="0"/>
              </a:spcAft>
              <a:buNone/>
              <a:defRPr sz="1400" b="0" i="0" u="none" strike="noStrike" cap="none">
                <a:solidFill>
                  <a:schemeClr val="accent1"/>
                </a:solidFill>
                <a:latin typeface="Tahoma"/>
                <a:ea typeface="Tahoma"/>
                <a:cs typeface="Tahoma"/>
                <a:sym typeface="Tahoma"/>
              </a:defRPr>
            </a:lvl1pPr>
            <a:lvl2pPr marL="0" lvl="1" indent="0" algn="r">
              <a:spcBef>
                <a:spcPts val="0"/>
              </a:spcBef>
              <a:spcAft>
                <a:spcPts val="0"/>
              </a:spcAft>
              <a:buNone/>
              <a:defRPr sz="1400" b="0" i="0" u="none" strike="noStrike" cap="none">
                <a:solidFill>
                  <a:schemeClr val="accent1"/>
                </a:solidFill>
                <a:latin typeface="Tahoma"/>
                <a:ea typeface="Tahoma"/>
                <a:cs typeface="Tahoma"/>
                <a:sym typeface="Tahoma"/>
              </a:defRPr>
            </a:lvl2pPr>
            <a:lvl3pPr marL="0" lvl="2" indent="0" algn="r">
              <a:spcBef>
                <a:spcPts val="0"/>
              </a:spcBef>
              <a:spcAft>
                <a:spcPts val="0"/>
              </a:spcAft>
              <a:buNone/>
              <a:defRPr sz="1400" b="0" i="0" u="none" strike="noStrike" cap="none">
                <a:solidFill>
                  <a:schemeClr val="accent1"/>
                </a:solidFill>
                <a:latin typeface="Tahoma"/>
                <a:ea typeface="Tahoma"/>
                <a:cs typeface="Tahoma"/>
                <a:sym typeface="Tahoma"/>
              </a:defRPr>
            </a:lvl3pPr>
            <a:lvl4pPr marL="0" lvl="3" indent="0" algn="r">
              <a:spcBef>
                <a:spcPts val="0"/>
              </a:spcBef>
              <a:spcAft>
                <a:spcPts val="0"/>
              </a:spcAft>
              <a:buNone/>
              <a:defRPr sz="1400" b="0" i="0" u="none" strike="noStrike" cap="none">
                <a:solidFill>
                  <a:schemeClr val="accent1"/>
                </a:solidFill>
                <a:latin typeface="Tahoma"/>
                <a:ea typeface="Tahoma"/>
                <a:cs typeface="Tahoma"/>
                <a:sym typeface="Tahoma"/>
              </a:defRPr>
            </a:lvl4pPr>
            <a:lvl5pPr marL="0" lvl="4" indent="0" algn="r">
              <a:spcBef>
                <a:spcPts val="0"/>
              </a:spcBef>
              <a:spcAft>
                <a:spcPts val="0"/>
              </a:spcAft>
              <a:buNone/>
              <a:defRPr sz="1400" b="0" i="0" u="none" strike="noStrike" cap="none">
                <a:solidFill>
                  <a:schemeClr val="accent1"/>
                </a:solidFill>
                <a:latin typeface="Tahoma"/>
                <a:ea typeface="Tahoma"/>
                <a:cs typeface="Tahoma"/>
                <a:sym typeface="Tahoma"/>
              </a:defRPr>
            </a:lvl5pPr>
            <a:lvl6pPr marL="0" lvl="5" indent="0" algn="r">
              <a:spcBef>
                <a:spcPts val="0"/>
              </a:spcBef>
              <a:spcAft>
                <a:spcPts val="0"/>
              </a:spcAft>
              <a:buNone/>
              <a:defRPr sz="1400" b="0" i="0" u="none" strike="noStrike" cap="none">
                <a:solidFill>
                  <a:schemeClr val="accent1"/>
                </a:solidFill>
                <a:latin typeface="Tahoma"/>
                <a:ea typeface="Tahoma"/>
                <a:cs typeface="Tahoma"/>
                <a:sym typeface="Tahoma"/>
              </a:defRPr>
            </a:lvl6pPr>
            <a:lvl7pPr marL="0" lvl="6" indent="0" algn="r">
              <a:spcBef>
                <a:spcPts val="0"/>
              </a:spcBef>
              <a:spcAft>
                <a:spcPts val="0"/>
              </a:spcAft>
              <a:buNone/>
              <a:defRPr sz="1400" b="0" i="0" u="none" strike="noStrike" cap="none">
                <a:solidFill>
                  <a:schemeClr val="accent1"/>
                </a:solidFill>
                <a:latin typeface="Tahoma"/>
                <a:ea typeface="Tahoma"/>
                <a:cs typeface="Tahoma"/>
                <a:sym typeface="Tahoma"/>
              </a:defRPr>
            </a:lvl7pPr>
            <a:lvl8pPr marL="0" lvl="7" indent="0" algn="r">
              <a:spcBef>
                <a:spcPts val="0"/>
              </a:spcBef>
              <a:spcAft>
                <a:spcPts val="0"/>
              </a:spcAft>
              <a:buNone/>
              <a:defRPr sz="1400" b="0" i="0" u="none" strike="noStrike" cap="none">
                <a:solidFill>
                  <a:schemeClr val="accent1"/>
                </a:solidFill>
                <a:latin typeface="Tahoma"/>
                <a:ea typeface="Tahoma"/>
                <a:cs typeface="Tahoma"/>
                <a:sym typeface="Tahoma"/>
              </a:defRPr>
            </a:lvl8pPr>
            <a:lvl9pPr marL="0" lvl="8" indent="0" algn="r">
              <a:spcBef>
                <a:spcPts val="0"/>
              </a:spcBef>
              <a:spcAft>
                <a:spcPts val="0"/>
              </a:spcAft>
              <a:buNone/>
              <a:defRPr sz="1400" b="0" i="0" u="none" strike="noStrike" cap="none">
                <a:solidFill>
                  <a:schemeClr val="accent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只有標題" type="titleOnly">
  <p:cSld name="TITLE_ONLY">
    <p:spTree>
      <p:nvGrpSpPr>
        <p:cNvPr id="1" name="Shape 59"/>
        <p:cNvGrpSpPr/>
        <p:nvPr/>
      </p:nvGrpSpPr>
      <p:grpSpPr>
        <a:xfrm>
          <a:off x="0" y="0"/>
          <a:ext cx="0" cy="0"/>
          <a:chOff x="0" y="0"/>
          <a:chExt cx="0" cy="0"/>
        </a:xfrm>
      </p:grpSpPr>
      <p:sp>
        <p:nvSpPr>
          <p:cNvPr id="60" name="Google Shape;60;p7"/>
          <p:cNvSpPr txBox="1">
            <a:spLocks noGrp="1"/>
          </p:cNvSpPr>
          <p:nvPr>
            <p:ph type="title"/>
          </p:nvPr>
        </p:nvSpPr>
        <p:spPr>
          <a:xfrm>
            <a:off x="762000" y="381000"/>
            <a:ext cx="7793038" cy="9144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1" name="Google Shape;61;p7"/>
          <p:cNvSpPr txBox="1">
            <a:spLocks noGrp="1"/>
          </p:cNvSpPr>
          <p:nvPr>
            <p:ph type="dt" idx="10"/>
          </p:nvPr>
        </p:nvSpPr>
        <p:spPr>
          <a:xfrm>
            <a:off x="914400" y="6324600"/>
            <a:ext cx="1905000" cy="4572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7"/>
          <p:cNvSpPr txBox="1">
            <a:spLocks noGrp="1"/>
          </p:cNvSpPr>
          <p:nvPr>
            <p:ph type="ftr" idx="11"/>
          </p:nvPr>
        </p:nvSpPr>
        <p:spPr>
          <a:xfrm>
            <a:off x="2362200" y="6324600"/>
            <a:ext cx="4953000" cy="4572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7"/>
          <p:cNvSpPr txBox="1">
            <a:spLocks noGrp="1"/>
          </p:cNvSpPr>
          <p:nvPr>
            <p:ph type="sldNum" idx="12"/>
          </p:nvPr>
        </p:nvSpPr>
        <p:spPr>
          <a:xfrm>
            <a:off x="6781800" y="6324600"/>
            <a:ext cx="1905000" cy="457200"/>
          </a:xfrm>
          <a:prstGeom prst="rect">
            <a:avLst/>
          </a:prstGeom>
          <a:noFill/>
          <a:ln>
            <a:noFill/>
          </a:ln>
        </p:spPr>
        <p:txBody>
          <a:bodyPr spcFirstLastPara="1" wrap="square" lIns="91425" tIns="45700" rIns="91425" bIns="45700" anchor="b" anchorCtr="0">
            <a:noAutofit/>
          </a:bodyPr>
          <a:lstStyle>
            <a:lvl1pPr marL="0" lvl="0" indent="0" algn="r">
              <a:spcBef>
                <a:spcPts val="0"/>
              </a:spcBef>
              <a:spcAft>
                <a:spcPts val="0"/>
              </a:spcAft>
              <a:buNone/>
              <a:defRPr sz="1400" b="0" i="0" u="none" strike="noStrike" cap="none">
                <a:solidFill>
                  <a:schemeClr val="accent1"/>
                </a:solidFill>
                <a:latin typeface="Tahoma"/>
                <a:ea typeface="Tahoma"/>
                <a:cs typeface="Tahoma"/>
                <a:sym typeface="Tahoma"/>
              </a:defRPr>
            </a:lvl1pPr>
            <a:lvl2pPr marL="0" lvl="1" indent="0" algn="r">
              <a:spcBef>
                <a:spcPts val="0"/>
              </a:spcBef>
              <a:spcAft>
                <a:spcPts val="0"/>
              </a:spcAft>
              <a:buNone/>
              <a:defRPr sz="1400" b="0" i="0" u="none" strike="noStrike" cap="none">
                <a:solidFill>
                  <a:schemeClr val="accent1"/>
                </a:solidFill>
                <a:latin typeface="Tahoma"/>
                <a:ea typeface="Tahoma"/>
                <a:cs typeface="Tahoma"/>
                <a:sym typeface="Tahoma"/>
              </a:defRPr>
            </a:lvl2pPr>
            <a:lvl3pPr marL="0" lvl="2" indent="0" algn="r">
              <a:spcBef>
                <a:spcPts val="0"/>
              </a:spcBef>
              <a:spcAft>
                <a:spcPts val="0"/>
              </a:spcAft>
              <a:buNone/>
              <a:defRPr sz="1400" b="0" i="0" u="none" strike="noStrike" cap="none">
                <a:solidFill>
                  <a:schemeClr val="accent1"/>
                </a:solidFill>
                <a:latin typeface="Tahoma"/>
                <a:ea typeface="Tahoma"/>
                <a:cs typeface="Tahoma"/>
                <a:sym typeface="Tahoma"/>
              </a:defRPr>
            </a:lvl3pPr>
            <a:lvl4pPr marL="0" lvl="3" indent="0" algn="r">
              <a:spcBef>
                <a:spcPts val="0"/>
              </a:spcBef>
              <a:spcAft>
                <a:spcPts val="0"/>
              </a:spcAft>
              <a:buNone/>
              <a:defRPr sz="1400" b="0" i="0" u="none" strike="noStrike" cap="none">
                <a:solidFill>
                  <a:schemeClr val="accent1"/>
                </a:solidFill>
                <a:latin typeface="Tahoma"/>
                <a:ea typeface="Tahoma"/>
                <a:cs typeface="Tahoma"/>
                <a:sym typeface="Tahoma"/>
              </a:defRPr>
            </a:lvl4pPr>
            <a:lvl5pPr marL="0" lvl="4" indent="0" algn="r">
              <a:spcBef>
                <a:spcPts val="0"/>
              </a:spcBef>
              <a:spcAft>
                <a:spcPts val="0"/>
              </a:spcAft>
              <a:buNone/>
              <a:defRPr sz="1400" b="0" i="0" u="none" strike="noStrike" cap="none">
                <a:solidFill>
                  <a:schemeClr val="accent1"/>
                </a:solidFill>
                <a:latin typeface="Tahoma"/>
                <a:ea typeface="Tahoma"/>
                <a:cs typeface="Tahoma"/>
                <a:sym typeface="Tahoma"/>
              </a:defRPr>
            </a:lvl5pPr>
            <a:lvl6pPr marL="0" lvl="5" indent="0" algn="r">
              <a:spcBef>
                <a:spcPts val="0"/>
              </a:spcBef>
              <a:spcAft>
                <a:spcPts val="0"/>
              </a:spcAft>
              <a:buNone/>
              <a:defRPr sz="1400" b="0" i="0" u="none" strike="noStrike" cap="none">
                <a:solidFill>
                  <a:schemeClr val="accent1"/>
                </a:solidFill>
                <a:latin typeface="Tahoma"/>
                <a:ea typeface="Tahoma"/>
                <a:cs typeface="Tahoma"/>
                <a:sym typeface="Tahoma"/>
              </a:defRPr>
            </a:lvl6pPr>
            <a:lvl7pPr marL="0" lvl="6" indent="0" algn="r">
              <a:spcBef>
                <a:spcPts val="0"/>
              </a:spcBef>
              <a:spcAft>
                <a:spcPts val="0"/>
              </a:spcAft>
              <a:buNone/>
              <a:defRPr sz="1400" b="0" i="0" u="none" strike="noStrike" cap="none">
                <a:solidFill>
                  <a:schemeClr val="accent1"/>
                </a:solidFill>
                <a:latin typeface="Tahoma"/>
                <a:ea typeface="Tahoma"/>
                <a:cs typeface="Tahoma"/>
                <a:sym typeface="Tahoma"/>
              </a:defRPr>
            </a:lvl7pPr>
            <a:lvl8pPr marL="0" lvl="7" indent="0" algn="r">
              <a:spcBef>
                <a:spcPts val="0"/>
              </a:spcBef>
              <a:spcAft>
                <a:spcPts val="0"/>
              </a:spcAft>
              <a:buNone/>
              <a:defRPr sz="1400" b="0" i="0" u="none" strike="noStrike" cap="none">
                <a:solidFill>
                  <a:schemeClr val="accent1"/>
                </a:solidFill>
                <a:latin typeface="Tahoma"/>
                <a:ea typeface="Tahoma"/>
                <a:cs typeface="Tahoma"/>
                <a:sym typeface="Tahoma"/>
              </a:defRPr>
            </a:lvl8pPr>
            <a:lvl9pPr marL="0" lvl="8" indent="0" algn="r">
              <a:spcBef>
                <a:spcPts val="0"/>
              </a:spcBef>
              <a:spcAft>
                <a:spcPts val="0"/>
              </a:spcAft>
              <a:buNone/>
              <a:defRPr sz="1400" b="0" i="0" u="none" strike="noStrike" cap="none">
                <a:solidFill>
                  <a:schemeClr val="accent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64"/>
        <p:cNvGrpSpPr/>
        <p:nvPr/>
      </p:nvGrpSpPr>
      <p:grpSpPr>
        <a:xfrm>
          <a:off x="0" y="0"/>
          <a:ext cx="0" cy="0"/>
          <a:chOff x="0" y="0"/>
          <a:chExt cx="0" cy="0"/>
        </a:xfrm>
      </p:grpSpPr>
      <p:sp>
        <p:nvSpPr>
          <p:cNvPr id="65" name="Google Shape;65;p8"/>
          <p:cNvSpPr txBox="1">
            <a:spLocks noGrp="1"/>
          </p:cNvSpPr>
          <p:nvPr>
            <p:ph type="dt" idx="10"/>
          </p:nvPr>
        </p:nvSpPr>
        <p:spPr>
          <a:xfrm>
            <a:off x="914400" y="6324600"/>
            <a:ext cx="1905000" cy="4572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8"/>
          <p:cNvSpPr txBox="1">
            <a:spLocks noGrp="1"/>
          </p:cNvSpPr>
          <p:nvPr>
            <p:ph type="ftr" idx="11"/>
          </p:nvPr>
        </p:nvSpPr>
        <p:spPr>
          <a:xfrm>
            <a:off x="2362200" y="6324600"/>
            <a:ext cx="4953000" cy="4572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8"/>
          <p:cNvSpPr txBox="1">
            <a:spLocks noGrp="1"/>
          </p:cNvSpPr>
          <p:nvPr>
            <p:ph type="sldNum" idx="12"/>
          </p:nvPr>
        </p:nvSpPr>
        <p:spPr>
          <a:xfrm>
            <a:off x="6781800" y="6324600"/>
            <a:ext cx="1905000" cy="457200"/>
          </a:xfrm>
          <a:prstGeom prst="rect">
            <a:avLst/>
          </a:prstGeom>
          <a:noFill/>
          <a:ln>
            <a:noFill/>
          </a:ln>
        </p:spPr>
        <p:txBody>
          <a:bodyPr spcFirstLastPara="1" wrap="square" lIns="91425" tIns="45700" rIns="91425" bIns="45700" anchor="b" anchorCtr="0">
            <a:noAutofit/>
          </a:bodyPr>
          <a:lstStyle>
            <a:lvl1pPr marL="0" lvl="0" indent="0" algn="r">
              <a:spcBef>
                <a:spcPts val="0"/>
              </a:spcBef>
              <a:spcAft>
                <a:spcPts val="0"/>
              </a:spcAft>
              <a:buNone/>
              <a:defRPr sz="1400" b="0" i="0" u="none" strike="noStrike" cap="none">
                <a:solidFill>
                  <a:schemeClr val="accent1"/>
                </a:solidFill>
                <a:latin typeface="Tahoma"/>
                <a:ea typeface="Tahoma"/>
                <a:cs typeface="Tahoma"/>
                <a:sym typeface="Tahoma"/>
              </a:defRPr>
            </a:lvl1pPr>
            <a:lvl2pPr marL="0" lvl="1" indent="0" algn="r">
              <a:spcBef>
                <a:spcPts val="0"/>
              </a:spcBef>
              <a:spcAft>
                <a:spcPts val="0"/>
              </a:spcAft>
              <a:buNone/>
              <a:defRPr sz="1400" b="0" i="0" u="none" strike="noStrike" cap="none">
                <a:solidFill>
                  <a:schemeClr val="accent1"/>
                </a:solidFill>
                <a:latin typeface="Tahoma"/>
                <a:ea typeface="Tahoma"/>
                <a:cs typeface="Tahoma"/>
                <a:sym typeface="Tahoma"/>
              </a:defRPr>
            </a:lvl2pPr>
            <a:lvl3pPr marL="0" lvl="2" indent="0" algn="r">
              <a:spcBef>
                <a:spcPts val="0"/>
              </a:spcBef>
              <a:spcAft>
                <a:spcPts val="0"/>
              </a:spcAft>
              <a:buNone/>
              <a:defRPr sz="1400" b="0" i="0" u="none" strike="noStrike" cap="none">
                <a:solidFill>
                  <a:schemeClr val="accent1"/>
                </a:solidFill>
                <a:latin typeface="Tahoma"/>
                <a:ea typeface="Tahoma"/>
                <a:cs typeface="Tahoma"/>
                <a:sym typeface="Tahoma"/>
              </a:defRPr>
            </a:lvl3pPr>
            <a:lvl4pPr marL="0" lvl="3" indent="0" algn="r">
              <a:spcBef>
                <a:spcPts val="0"/>
              </a:spcBef>
              <a:spcAft>
                <a:spcPts val="0"/>
              </a:spcAft>
              <a:buNone/>
              <a:defRPr sz="1400" b="0" i="0" u="none" strike="noStrike" cap="none">
                <a:solidFill>
                  <a:schemeClr val="accent1"/>
                </a:solidFill>
                <a:latin typeface="Tahoma"/>
                <a:ea typeface="Tahoma"/>
                <a:cs typeface="Tahoma"/>
                <a:sym typeface="Tahoma"/>
              </a:defRPr>
            </a:lvl4pPr>
            <a:lvl5pPr marL="0" lvl="4" indent="0" algn="r">
              <a:spcBef>
                <a:spcPts val="0"/>
              </a:spcBef>
              <a:spcAft>
                <a:spcPts val="0"/>
              </a:spcAft>
              <a:buNone/>
              <a:defRPr sz="1400" b="0" i="0" u="none" strike="noStrike" cap="none">
                <a:solidFill>
                  <a:schemeClr val="accent1"/>
                </a:solidFill>
                <a:latin typeface="Tahoma"/>
                <a:ea typeface="Tahoma"/>
                <a:cs typeface="Tahoma"/>
                <a:sym typeface="Tahoma"/>
              </a:defRPr>
            </a:lvl5pPr>
            <a:lvl6pPr marL="0" lvl="5" indent="0" algn="r">
              <a:spcBef>
                <a:spcPts val="0"/>
              </a:spcBef>
              <a:spcAft>
                <a:spcPts val="0"/>
              </a:spcAft>
              <a:buNone/>
              <a:defRPr sz="1400" b="0" i="0" u="none" strike="noStrike" cap="none">
                <a:solidFill>
                  <a:schemeClr val="accent1"/>
                </a:solidFill>
                <a:latin typeface="Tahoma"/>
                <a:ea typeface="Tahoma"/>
                <a:cs typeface="Tahoma"/>
                <a:sym typeface="Tahoma"/>
              </a:defRPr>
            </a:lvl6pPr>
            <a:lvl7pPr marL="0" lvl="6" indent="0" algn="r">
              <a:spcBef>
                <a:spcPts val="0"/>
              </a:spcBef>
              <a:spcAft>
                <a:spcPts val="0"/>
              </a:spcAft>
              <a:buNone/>
              <a:defRPr sz="1400" b="0" i="0" u="none" strike="noStrike" cap="none">
                <a:solidFill>
                  <a:schemeClr val="accent1"/>
                </a:solidFill>
                <a:latin typeface="Tahoma"/>
                <a:ea typeface="Tahoma"/>
                <a:cs typeface="Tahoma"/>
                <a:sym typeface="Tahoma"/>
              </a:defRPr>
            </a:lvl7pPr>
            <a:lvl8pPr marL="0" lvl="7" indent="0" algn="r">
              <a:spcBef>
                <a:spcPts val="0"/>
              </a:spcBef>
              <a:spcAft>
                <a:spcPts val="0"/>
              </a:spcAft>
              <a:buNone/>
              <a:defRPr sz="1400" b="0" i="0" u="none" strike="noStrike" cap="none">
                <a:solidFill>
                  <a:schemeClr val="accent1"/>
                </a:solidFill>
                <a:latin typeface="Tahoma"/>
                <a:ea typeface="Tahoma"/>
                <a:cs typeface="Tahoma"/>
                <a:sym typeface="Tahoma"/>
              </a:defRPr>
            </a:lvl8pPr>
            <a:lvl9pPr marL="0" lvl="8" indent="0" algn="r">
              <a:spcBef>
                <a:spcPts val="0"/>
              </a:spcBef>
              <a:spcAft>
                <a:spcPts val="0"/>
              </a:spcAft>
              <a:buNone/>
              <a:defRPr sz="1400" b="0" i="0" u="none" strike="noStrike" cap="none">
                <a:solidFill>
                  <a:schemeClr val="accent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含標題的內容" type="objTx">
  <p:cSld name="OBJECT_WITH_CAPTION_TEXT">
    <p:spTree>
      <p:nvGrpSpPr>
        <p:cNvPr id="1" name="Shape 68"/>
        <p:cNvGrpSpPr/>
        <p:nvPr/>
      </p:nvGrpSpPr>
      <p:grpSpPr>
        <a:xfrm>
          <a:off x="0" y="0"/>
          <a:ext cx="0" cy="0"/>
          <a:chOff x="0" y="0"/>
          <a:chExt cx="0" cy="0"/>
        </a:xfrm>
      </p:grpSpPr>
      <p:sp>
        <p:nvSpPr>
          <p:cNvPr id="69" name="Google Shape;69;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0" name="Google Shape;70;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350520" algn="l">
              <a:spcBef>
                <a:spcPts val="640"/>
              </a:spcBef>
              <a:spcAft>
                <a:spcPts val="0"/>
              </a:spcAft>
              <a:buSzPts val="1920"/>
              <a:buChar char="■"/>
              <a:defRPr sz="3200"/>
            </a:lvl1pPr>
            <a:lvl2pPr marL="914400" lvl="1" indent="-326390" algn="l">
              <a:spcBef>
                <a:spcPts val="560"/>
              </a:spcBef>
              <a:spcAft>
                <a:spcPts val="0"/>
              </a:spcAft>
              <a:buSzPts val="1540"/>
              <a:buChar char="■"/>
              <a:defRPr sz="2800"/>
            </a:lvl2pPr>
            <a:lvl3pPr marL="1371600" lvl="2" indent="-304800" algn="l">
              <a:spcBef>
                <a:spcPts val="480"/>
              </a:spcBef>
              <a:spcAft>
                <a:spcPts val="0"/>
              </a:spcAft>
              <a:buSzPts val="1200"/>
              <a:buChar char="■"/>
              <a:defRPr sz="2400"/>
            </a:lvl3pPr>
            <a:lvl4pPr marL="1828800" lvl="3" indent="-298450" algn="l">
              <a:spcBef>
                <a:spcPts val="400"/>
              </a:spcBef>
              <a:spcAft>
                <a:spcPts val="0"/>
              </a:spcAft>
              <a:buSzPts val="1100"/>
              <a:buChar char="■"/>
              <a:defRPr sz="2000"/>
            </a:lvl4pPr>
            <a:lvl5pPr marL="2286000" lvl="4" indent="-292100" algn="l">
              <a:spcBef>
                <a:spcPts val="400"/>
              </a:spcBef>
              <a:spcAft>
                <a:spcPts val="0"/>
              </a:spcAft>
              <a:buSzPts val="1000"/>
              <a:buChar char="■"/>
              <a:defRPr sz="2000"/>
            </a:lvl5pPr>
            <a:lvl6pPr marL="2743200" lvl="5" indent="-292100" algn="l">
              <a:spcBef>
                <a:spcPts val="400"/>
              </a:spcBef>
              <a:spcAft>
                <a:spcPts val="0"/>
              </a:spcAft>
              <a:buSzPts val="1000"/>
              <a:buChar char="■"/>
              <a:defRPr sz="2000"/>
            </a:lvl6pPr>
            <a:lvl7pPr marL="3200400" lvl="6" indent="-292100" algn="l">
              <a:spcBef>
                <a:spcPts val="400"/>
              </a:spcBef>
              <a:spcAft>
                <a:spcPts val="0"/>
              </a:spcAft>
              <a:buSzPts val="1000"/>
              <a:buChar char="■"/>
              <a:defRPr sz="2000"/>
            </a:lvl7pPr>
            <a:lvl8pPr marL="3657600" lvl="7" indent="-292100" algn="l">
              <a:spcBef>
                <a:spcPts val="400"/>
              </a:spcBef>
              <a:spcAft>
                <a:spcPts val="0"/>
              </a:spcAft>
              <a:buSzPts val="1000"/>
              <a:buChar char="■"/>
              <a:defRPr sz="2000"/>
            </a:lvl8pPr>
            <a:lvl9pPr marL="4114800" lvl="8" indent="-292100" algn="l">
              <a:spcBef>
                <a:spcPts val="400"/>
              </a:spcBef>
              <a:spcAft>
                <a:spcPts val="0"/>
              </a:spcAft>
              <a:buSzPts val="1000"/>
              <a:buChar char="■"/>
              <a:defRPr sz="2000"/>
            </a:lvl9pPr>
          </a:lstStyle>
          <a:p>
            <a:endParaRPr/>
          </a:p>
        </p:txBody>
      </p:sp>
      <p:sp>
        <p:nvSpPr>
          <p:cNvPr id="71" name="Google Shape;71;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SzPts val="840"/>
              <a:buNone/>
              <a:defRPr sz="1400"/>
            </a:lvl1pPr>
            <a:lvl2pPr marL="914400" lvl="1" indent="-228600" algn="l">
              <a:spcBef>
                <a:spcPts val="240"/>
              </a:spcBef>
              <a:spcAft>
                <a:spcPts val="0"/>
              </a:spcAft>
              <a:buSzPts val="660"/>
              <a:buNone/>
              <a:defRPr sz="1200"/>
            </a:lvl2pPr>
            <a:lvl3pPr marL="1371600" lvl="2" indent="-228600" algn="l">
              <a:spcBef>
                <a:spcPts val="200"/>
              </a:spcBef>
              <a:spcAft>
                <a:spcPts val="0"/>
              </a:spcAft>
              <a:buSzPts val="500"/>
              <a:buNone/>
              <a:defRPr sz="1000"/>
            </a:lvl3pPr>
            <a:lvl4pPr marL="1828800" lvl="3" indent="-228600" algn="l">
              <a:spcBef>
                <a:spcPts val="180"/>
              </a:spcBef>
              <a:spcAft>
                <a:spcPts val="0"/>
              </a:spcAft>
              <a:buSzPts val="495"/>
              <a:buNone/>
              <a:defRPr sz="900"/>
            </a:lvl4pPr>
            <a:lvl5pPr marL="2286000" lvl="4" indent="-228600" algn="l">
              <a:spcBef>
                <a:spcPts val="180"/>
              </a:spcBef>
              <a:spcAft>
                <a:spcPts val="0"/>
              </a:spcAft>
              <a:buSzPts val="450"/>
              <a:buNone/>
              <a:defRPr sz="900"/>
            </a:lvl5pPr>
            <a:lvl6pPr marL="2743200" lvl="5" indent="-228600" algn="l">
              <a:spcBef>
                <a:spcPts val="180"/>
              </a:spcBef>
              <a:spcAft>
                <a:spcPts val="0"/>
              </a:spcAft>
              <a:buSzPts val="450"/>
              <a:buNone/>
              <a:defRPr sz="900"/>
            </a:lvl6pPr>
            <a:lvl7pPr marL="3200400" lvl="6" indent="-228600" algn="l">
              <a:spcBef>
                <a:spcPts val="180"/>
              </a:spcBef>
              <a:spcAft>
                <a:spcPts val="0"/>
              </a:spcAft>
              <a:buSzPts val="450"/>
              <a:buNone/>
              <a:defRPr sz="900"/>
            </a:lvl7pPr>
            <a:lvl8pPr marL="3657600" lvl="7" indent="-228600" algn="l">
              <a:spcBef>
                <a:spcPts val="180"/>
              </a:spcBef>
              <a:spcAft>
                <a:spcPts val="0"/>
              </a:spcAft>
              <a:buSzPts val="450"/>
              <a:buNone/>
              <a:defRPr sz="900"/>
            </a:lvl8pPr>
            <a:lvl9pPr marL="4114800" lvl="8" indent="-228600" algn="l">
              <a:spcBef>
                <a:spcPts val="180"/>
              </a:spcBef>
              <a:spcAft>
                <a:spcPts val="0"/>
              </a:spcAft>
              <a:buSzPts val="450"/>
              <a:buNone/>
              <a:defRPr sz="900"/>
            </a:lvl9pPr>
          </a:lstStyle>
          <a:p>
            <a:endParaRPr/>
          </a:p>
        </p:txBody>
      </p:sp>
      <p:sp>
        <p:nvSpPr>
          <p:cNvPr id="72" name="Google Shape;72;p9"/>
          <p:cNvSpPr txBox="1">
            <a:spLocks noGrp="1"/>
          </p:cNvSpPr>
          <p:nvPr>
            <p:ph type="dt" idx="10"/>
          </p:nvPr>
        </p:nvSpPr>
        <p:spPr>
          <a:xfrm>
            <a:off x="914400" y="6324600"/>
            <a:ext cx="1905000" cy="4572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9"/>
          <p:cNvSpPr txBox="1">
            <a:spLocks noGrp="1"/>
          </p:cNvSpPr>
          <p:nvPr>
            <p:ph type="ftr" idx="11"/>
          </p:nvPr>
        </p:nvSpPr>
        <p:spPr>
          <a:xfrm>
            <a:off x="2362200" y="6324600"/>
            <a:ext cx="4953000" cy="4572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9"/>
          <p:cNvSpPr txBox="1">
            <a:spLocks noGrp="1"/>
          </p:cNvSpPr>
          <p:nvPr>
            <p:ph type="sldNum" idx="12"/>
          </p:nvPr>
        </p:nvSpPr>
        <p:spPr>
          <a:xfrm>
            <a:off x="6781800" y="6324600"/>
            <a:ext cx="1905000" cy="457200"/>
          </a:xfrm>
          <a:prstGeom prst="rect">
            <a:avLst/>
          </a:prstGeom>
          <a:noFill/>
          <a:ln>
            <a:noFill/>
          </a:ln>
        </p:spPr>
        <p:txBody>
          <a:bodyPr spcFirstLastPara="1" wrap="square" lIns="91425" tIns="45700" rIns="91425" bIns="45700" anchor="b" anchorCtr="0">
            <a:noAutofit/>
          </a:bodyPr>
          <a:lstStyle>
            <a:lvl1pPr marL="0" lvl="0" indent="0" algn="r">
              <a:spcBef>
                <a:spcPts val="0"/>
              </a:spcBef>
              <a:spcAft>
                <a:spcPts val="0"/>
              </a:spcAft>
              <a:buNone/>
              <a:defRPr sz="1400" b="0" i="0" u="none" strike="noStrike" cap="none">
                <a:solidFill>
                  <a:schemeClr val="accent1"/>
                </a:solidFill>
                <a:latin typeface="Tahoma"/>
                <a:ea typeface="Tahoma"/>
                <a:cs typeface="Tahoma"/>
                <a:sym typeface="Tahoma"/>
              </a:defRPr>
            </a:lvl1pPr>
            <a:lvl2pPr marL="0" lvl="1" indent="0" algn="r">
              <a:spcBef>
                <a:spcPts val="0"/>
              </a:spcBef>
              <a:spcAft>
                <a:spcPts val="0"/>
              </a:spcAft>
              <a:buNone/>
              <a:defRPr sz="1400" b="0" i="0" u="none" strike="noStrike" cap="none">
                <a:solidFill>
                  <a:schemeClr val="accent1"/>
                </a:solidFill>
                <a:latin typeface="Tahoma"/>
                <a:ea typeface="Tahoma"/>
                <a:cs typeface="Tahoma"/>
                <a:sym typeface="Tahoma"/>
              </a:defRPr>
            </a:lvl2pPr>
            <a:lvl3pPr marL="0" lvl="2" indent="0" algn="r">
              <a:spcBef>
                <a:spcPts val="0"/>
              </a:spcBef>
              <a:spcAft>
                <a:spcPts val="0"/>
              </a:spcAft>
              <a:buNone/>
              <a:defRPr sz="1400" b="0" i="0" u="none" strike="noStrike" cap="none">
                <a:solidFill>
                  <a:schemeClr val="accent1"/>
                </a:solidFill>
                <a:latin typeface="Tahoma"/>
                <a:ea typeface="Tahoma"/>
                <a:cs typeface="Tahoma"/>
                <a:sym typeface="Tahoma"/>
              </a:defRPr>
            </a:lvl3pPr>
            <a:lvl4pPr marL="0" lvl="3" indent="0" algn="r">
              <a:spcBef>
                <a:spcPts val="0"/>
              </a:spcBef>
              <a:spcAft>
                <a:spcPts val="0"/>
              </a:spcAft>
              <a:buNone/>
              <a:defRPr sz="1400" b="0" i="0" u="none" strike="noStrike" cap="none">
                <a:solidFill>
                  <a:schemeClr val="accent1"/>
                </a:solidFill>
                <a:latin typeface="Tahoma"/>
                <a:ea typeface="Tahoma"/>
                <a:cs typeface="Tahoma"/>
                <a:sym typeface="Tahoma"/>
              </a:defRPr>
            </a:lvl4pPr>
            <a:lvl5pPr marL="0" lvl="4" indent="0" algn="r">
              <a:spcBef>
                <a:spcPts val="0"/>
              </a:spcBef>
              <a:spcAft>
                <a:spcPts val="0"/>
              </a:spcAft>
              <a:buNone/>
              <a:defRPr sz="1400" b="0" i="0" u="none" strike="noStrike" cap="none">
                <a:solidFill>
                  <a:schemeClr val="accent1"/>
                </a:solidFill>
                <a:latin typeface="Tahoma"/>
                <a:ea typeface="Tahoma"/>
                <a:cs typeface="Tahoma"/>
                <a:sym typeface="Tahoma"/>
              </a:defRPr>
            </a:lvl5pPr>
            <a:lvl6pPr marL="0" lvl="5" indent="0" algn="r">
              <a:spcBef>
                <a:spcPts val="0"/>
              </a:spcBef>
              <a:spcAft>
                <a:spcPts val="0"/>
              </a:spcAft>
              <a:buNone/>
              <a:defRPr sz="1400" b="0" i="0" u="none" strike="noStrike" cap="none">
                <a:solidFill>
                  <a:schemeClr val="accent1"/>
                </a:solidFill>
                <a:latin typeface="Tahoma"/>
                <a:ea typeface="Tahoma"/>
                <a:cs typeface="Tahoma"/>
                <a:sym typeface="Tahoma"/>
              </a:defRPr>
            </a:lvl6pPr>
            <a:lvl7pPr marL="0" lvl="6" indent="0" algn="r">
              <a:spcBef>
                <a:spcPts val="0"/>
              </a:spcBef>
              <a:spcAft>
                <a:spcPts val="0"/>
              </a:spcAft>
              <a:buNone/>
              <a:defRPr sz="1400" b="0" i="0" u="none" strike="noStrike" cap="none">
                <a:solidFill>
                  <a:schemeClr val="accent1"/>
                </a:solidFill>
                <a:latin typeface="Tahoma"/>
                <a:ea typeface="Tahoma"/>
                <a:cs typeface="Tahoma"/>
                <a:sym typeface="Tahoma"/>
              </a:defRPr>
            </a:lvl7pPr>
            <a:lvl8pPr marL="0" lvl="7" indent="0" algn="r">
              <a:spcBef>
                <a:spcPts val="0"/>
              </a:spcBef>
              <a:spcAft>
                <a:spcPts val="0"/>
              </a:spcAft>
              <a:buNone/>
              <a:defRPr sz="1400" b="0" i="0" u="none" strike="noStrike" cap="none">
                <a:solidFill>
                  <a:schemeClr val="accent1"/>
                </a:solidFill>
                <a:latin typeface="Tahoma"/>
                <a:ea typeface="Tahoma"/>
                <a:cs typeface="Tahoma"/>
                <a:sym typeface="Tahoma"/>
              </a:defRPr>
            </a:lvl8pPr>
            <a:lvl9pPr marL="0" lvl="8" indent="0" algn="r">
              <a:spcBef>
                <a:spcPts val="0"/>
              </a:spcBef>
              <a:spcAft>
                <a:spcPts val="0"/>
              </a:spcAft>
              <a:buNone/>
              <a:defRPr sz="1400" b="0" i="0" u="none" strike="noStrike" cap="none">
                <a:solidFill>
                  <a:schemeClr val="accent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含標題的圖片" type="picTx">
  <p:cSld name="PICTURE_WITH_CAPTION_TEXT">
    <p:spTree>
      <p:nvGrpSpPr>
        <p:cNvPr id="1" name="Shape 75"/>
        <p:cNvGrpSpPr/>
        <p:nvPr/>
      </p:nvGrpSpPr>
      <p:grpSpPr>
        <a:xfrm>
          <a:off x="0" y="0"/>
          <a:ext cx="0" cy="0"/>
          <a:chOff x="0" y="0"/>
          <a:chExt cx="0" cy="0"/>
        </a:xfrm>
      </p:grpSpPr>
      <p:sp>
        <p:nvSpPr>
          <p:cNvPr id="76" name="Google Shape;76;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7" name="Google Shape;77;p10"/>
          <p:cNvSpPr>
            <a:spLocks noGrp="1"/>
          </p:cNvSpPr>
          <p:nvPr>
            <p:ph type="pic" idx="2"/>
          </p:nvPr>
        </p:nvSpPr>
        <p:spPr>
          <a:xfrm>
            <a:off x="1792288" y="612775"/>
            <a:ext cx="5486400" cy="4114800"/>
          </a:xfrm>
          <a:prstGeom prst="rect">
            <a:avLst/>
          </a:prstGeom>
          <a:noFill/>
          <a:ln>
            <a:noFill/>
          </a:ln>
        </p:spPr>
      </p:sp>
      <p:sp>
        <p:nvSpPr>
          <p:cNvPr id="78" name="Google Shape;78;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SzPts val="840"/>
              <a:buNone/>
              <a:defRPr sz="1400"/>
            </a:lvl1pPr>
            <a:lvl2pPr marL="914400" lvl="1" indent="-228600" algn="l">
              <a:spcBef>
                <a:spcPts val="240"/>
              </a:spcBef>
              <a:spcAft>
                <a:spcPts val="0"/>
              </a:spcAft>
              <a:buSzPts val="660"/>
              <a:buNone/>
              <a:defRPr sz="1200"/>
            </a:lvl2pPr>
            <a:lvl3pPr marL="1371600" lvl="2" indent="-228600" algn="l">
              <a:spcBef>
                <a:spcPts val="200"/>
              </a:spcBef>
              <a:spcAft>
                <a:spcPts val="0"/>
              </a:spcAft>
              <a:buSzPts val="500"/>
              <a:buNone/>
              <a:defRPr sz="1000"/>
            </a:lvl3pPr>
            <a:lvl4pPr marL="1828800" lvl="3" indent="-228600" algn="l">
              <a:spcBef>
                <a:spcPts val="180"/>
              </a:spcBef>
              <a:spcAft>
                <a:spcPts val="0"/>
              </a:spcAft>
              <a:buSzPts val="495"/>
              <a:buNone/>
              <a:defRPr sz="900"/>
            </a:lvl4pPr>
            <a:lvl5pPr marL="2286000" lvl="4" indent="-228600" algn="l">
              <a:spcBef>
                <a:spcPts val="180"/>
              </a:spcBef>
              <a:spcAft>
                <a:spcPts val="0"/>
              </a:spcAft>
              <a:buSzPts val="450"/>
              <a:buNone/>
              <a:defRPr sz="900"/>
            </a:lvl5pPr>
            <a:lvl6pPr marL="2743200" lvl="5" indent="-228600" algn="l">
              <a:spcBef>
                <a:spcPts val="180"/>
              </a:spcBef>
              <a:spcAft>
                <a:spcPts val="0"/>
              </a:spcAft>
              <a:buSzPts val="450"/>
              <a:buNone/>
              <a:defRPr sz="900"/>
            </a:lvl6pPr>
            <a:lvl7pPr marL="3200400" lvl="6" indent="-228600" algn="l">
              <a:spcBef>
                <a:spcPts val="180"/>
              </a:spcBef>
              <a:spcAft>
                <a:spcPts val="0"/>
              </a:spcAft>
              <a:buSzPts val="450"/>
              <a:buNone/>
              <a:defRPr sz="900"/>
            </a:lvl7pPr>
            <a:lvl8pPr marL="3657600" lvl="7" indent="-228600" algn="l">
              <a:spcBef>
                <a:spcPts val="180"/>
              </a:spcBef>
              <a:spcAft>
                <a:spcPts val="0"/>
              </a:spcAft>
              <a:buSzPts val="450"/>
              <a:buNone/>
              <a:defRPr sz="900"/>
            </a:lvl8pPr>
            <a:lvl9pPr marL="4114800" lvl="8" indent="-228600" algn="l">
              <a:spcBef>
                <a:spcPts val="180"/>
              </a:spcBef>
              <a:spcAft>
                <a:spcPts val="0"/>
              </a:spcAft>
              <a:buSzPts val="450"/>
              <a:buNone/>
              <a:defRPr sz="900"/>
            </a:lvl9pPr>
          </a:lstStyle>
          <a:p>
            <a:endParaRPr/>
          </a:p>
        </p:txBody>
      </p:sp>
      <p:sp>
        <p:nvSpPr>
          <p:cNvPr id="79" name="Google Shape;79;p10"/>
          <p:cNvSpPr txBox="1">
            <a:spLocks noGrp="1"/>
          </p:cNvSpPr>
          <p:nvPr>
            <p:ph type="dt" idx="10"/>
          </p:nvPr>
        </p:nvSpPr>
        <p:spPr>
          <a:xfrm>
            <a:off x="914400" y="6324600"/>
            <a:ext cx="1905000" cy="4572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10"/>
          <p:cNvSpPr txBox="1">
            <a:spLocks noGrp="1"/>
          </p:cNvSpPr>
          <p:nvPr>
            <p:ph type="ftr" idx="11"/>
          </p:nvPr>
        </p:nvSpPr>
        <p:spPr>
          <a:xfrm>
            <a:off x="2362200" y="6324600"/>
            <a:ext cx="4953000" cy="4572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10"/>
          <p:cNvSpPr txBox="1">
            <a:spLocks noGrp="1"/>
          </p:cNvSpPr>
          <p:nvPr>
            <p:ph type="sldNum" idx="12"/>
          </p:nvPr>
        </p:nvSpPr>
        <p:spPr>
          <a:xfrm>
            <a:off x="6781800" y="6324600"/>
            <a:ext cx="1905000" cy="457200"/>
          </a:xfrm>
          <a:prstGeom prst="rect">
            <a:avLst/>
          </a:prstGeom>
          <a:noFill/>
          <a:ln>
            <a:noFill/>
          </a:ln>
        </p:spPr>
        <p:txBody>
          <a:bodyPr spcFirstLastPara="1" wrap="square" lIns="91425" tIns="45700" rIns="91425" bIns="45700" anchor="b" anchorCtr="0">
            <a:noAutofit/>
          </a:bodyPr>
          <a:lstStyle>
            <a:lvl1pPr marL="0" lvl="0" indent="0" algn="r">
              <a:spcBef>
                <a:spcPts val="0"/>
              </a:spcBef>
              <a:spcAft>
                <a:spcPts val="0"/>
              </a:spcAft>
              <a:buNone/>
              <a:defRPr sz="1400" b="0" i="0" u="none" strike="noStrike" cap="none">
                <a:solidFill>
                  <a:schemeClr val="accent1"/>
                </a:solidFill>
                <a:latin typeface="Tahoma"/>
                <a:ea typeface="Tahoma"/>
                <a:cs typeface="Tahoma"/>
                <a:sym typeface="Tahoma"/>
              </a:defRPr>
            </a:lvl1pPr>
            <a:lvl2pPr marL="0" lvl="1" indent="0" algn="r">
              <a:spcBef>
                <a:spcPts val="0"/>
              </a:spcBef>
              <a:spcAft>
                <a:spcPts val="0"/>
              </a:spcAft>
              <a:buNone/>
              <a:defRPr sz="1400" b="0" i="0" u="none" strike="noStrike" cap="none">
                <a:solidFill>
                  <a:schemeClr val="accent1"/>
                </a:solidFill>
                <a:latin typeface="Tahoma"/>
                <a:ea typeface="Tahoma"/>
                <a:cs typeface="Tahoma"/>
                <a:sym typeface="Tahoma"/>
              </a:defRPr>
            </a:lvl2pPr>
            <a:lvl3pPr marL="0" lvl="2" indent="0" algn="r">
              <a:spcBef>
                <a:spcPts val="0"/>
              </a:spcBef>
              <a:spcAft>
                <a:spcPts val="0"/>
              </a:spcAft>
              <a:buNone/>
              <a:defRPr sz="1400" b="0" i="0" u="none" strike="noStrike" cap="none">
                <a:solidFill>
                  <a:schemeClr val="accent1"/>
                </a:solidFill>
                <a:latin typeface="Tahoma"/>
                <a:ea typeface="Tahoma"/>
                <a:cs typeface="Tahoma"/>
                <a:sym typeface="Tahoma"/>
              </a:defRPr>
            </a:lvl3pPr>
            <a:lvl4pPr marL="0" lvl="3" indent="0" algn="r">
              <a:spcBef>
                <a:spcPts val="0"/>
              </a:spcBef>
              <a:spcAft>
                <a:spcPts val="0"/>
              </a:spcAft>
              <a:buNone/>
              <a:defRPr sz="1400" b="0" i="0" u="none" strike="noStrike" cap="none">
                <a:solidFill>
                  <a:schemeClr val="accent1"/>
                </a:solidFill>
                <a:latin typeface="Tahoma"/>
                <a:ea typeface="Tahoma"/>
                <a:cs typeface="Tahoma"/>
                <a:sym typeface="Tahoma"/>
              </a:defRPr>
            </a:lvl4pPr>
            <a:lvl5pPr marL="0" lvl="4" indent="0" algn="r">
              <a:spcBef>
                <a:spcPts val="0"/>
              </a:spcBef>
              <a:spcAft>
                <a:spcPts val="0"/>
              </a:spcAft>
              <a:buNone/>
              <a:defRPr sz="1400" b="0" i="0" u="none" strike="noStrike" cap="none">
                <a:solidFill>
                  <a:schemeClr val="accent1"/>
                </a:solidFill>
                <a:latin typeface="Tahoma"/>
                <a:ea typeface="Tahoma"/>
                <a:cs typeface="Tahoma"/>
                <a:sym typeface="Tahoma"/>
              </a:defRPr>
            </a:lvl5pPr>
            <a:lvl6pPr marL="0" lvl="5" indent="0" algn="r">
              <a:spcBef>
                <a:spcPts val="0"/>
              </a:spcBef>
              <a:spcAft>
                <a:spcPts val="0"/>
              </a:spcAft>
              <a:buNone/>
              <a:defRPr sz="1400" b="0" i="0" u="none" strike="noStrike" cap="none">
                <a:solidFill>
                  <a:schemeClr val="accent1"/>
                </a:solidFill>
                <a:latin typeface="Tahoma"/>
                <a:ea typeface="Tahoma"/>
                <a:cs typeface="Tahoma"/>
                <a:sym typeface="Tahoma"/>
              </a:defRPr>
            </a:lvl6pPr>
            <a:lvl7pPr marL="0" lvl="6" indent="0" algn="r">
              <a:spcBef>
                <a:spcPts val="0"/>
              </a:spcBef>
              <a:spcAft>
                <a:spcPts val="0"/>
              </a:spcAft>
              <a:buNone/>
              <a:defRPr sz="1400" b="0" i="0" u="none" strike="noStrike" cap="none">
                <a:solidFill>
                  <a:schemeClr val="accent1"/>
                </a:solidFill>
                <a:latin typeface="Tahoma"/>
                <a:ea typeface="Tahoma"/>
                <a:cs typeface="Tahoma"/>
                <a:sym typeface="Tahoma"/>
              </a:defRPr>
            </a:lvl7pPr>
            <a:lvl8pPr marL="0" lvl="7" indent="0" algn="r">
              <a:spcBef>
                <a:spcPts val="0"/>
              </a:spcBef>
              <a:spcAft>
                <a:spcPts val="0"/>
              </a:spcAft>
              <a:buNone/>
              <a:defRPr sz="1400" b="0" i="0" u="none" strike="noStrike" cap="none">
                <a:solidFill>
                  <a:schemeClr val="accent1"/>
                </a:solidFill>
                <a:latin typeface="Tahoma"/>
                <a:ea typeface="Tahoma"/>
                <a:cs typeface="Tahoma"/>
                <a:sym typeface="Tahoma"/>
              </a:defRPr>
            </a:lvl8pPr>
            <a:lvl9pPr marL="0" lvl="8" indent="0" algn="r">
              <a:spcBef>
                <a:spcPts val="0"/>
              </a:spcBef>
              <a:spcAft>
                <a:spcPts val="0"/>
              </a:spcAft>
              <a:buNone/>
              <a:defRPr sz="1400" b="0" i="0" u="none" strike="noStrike" cap="none">
                <a:solidFill>
                  <a:schemeClr val="accent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標題及直排文字" type="vertTx">
  <p:cSld name="VERTICAL_TEXT">
    <p:spTree>
      <p:nvGrpSpPr>
        <p:cNvPr id="1" name="Shape 82"/>
        <p:cNvGrpSpPr/>
        <p:nvPr/>
      </p:nvGrpSpPr>
      <p:grpSpPr>
        <a:xfrm>
          <a:off x="0" y="0"/>
          <a:ext cx="0" cy="0"/>
          <a:chOff x="0" y="0"/>
          <a:chExt cx="0" cy="0"/>
        </a:xfrm>
      </p:grpSpPr>
      <p:sp>
        <p:nvSpPr>
          <p:cNvPr id="83" name="Google Shape;83;p11"/>
          <p:cNvSpPr txBox="1">
            <a:spLocks noGrp="1"/>
          </p:cNvSpPr>
          <p:nvPr>
            <p:ph type="title"/>
          </p:nvPr>
        </p:nvSpPr>
        <p:spPr>
          <a:xfrm>
            <a:off x="762000" y="381000"/>
            <a:ext cx="7793038" cy="9144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4" name="Google Shape;84;p11"/>
          <p:cNvSpPr txBox="1">
            <a:spLocks noGrp="1"/>
          </p:cNvSpPr>
          <p:nvPr>
            <p:ph type="body" idx="1"/>
          </p:nvPr>
        </p:nvSpPr>
        <p:spPr>
          <a:xfrm rot="5400000">
            <a:off x="2324100" y="-38100"/>
            <a:ext cx="4648200" cy="7772400"/>
          </a:xfrm>
          <a:prstGeom prst="rect">
            <a:avLst/>
          </a:prstGeom>
          <a:noFill/>
          <a:ln>
            <a:noFill/>
          </a:ln>
        </p:spPr>
        <p:txBody>
          <a:bodyPr spcFirstLastPara="1" wrap="square" lIns="91425" tIns="45700" rIns="91425" bIns="45700" anchor="t" anchorCtr="0">
            <a:noAutofit/>
          </a:bodyPr>
          <a:lstStyle>
            <a:lvl1pPr marL="457200" lvl="0" indent="-297180" algn="l">
              <a:spcBef>
                <a:spcPts val="360"/>
              </a:spcBef>
              <a:spcAft>
                <a:spcPts val="0"/>
              </a:spcAft>
              <a:buSzPts val="1080"/>
              <a:buChar char="■"/>
              <a:defRPr/>
            </a:lvl1pPr>
            <a:lvl2pPr marL="914400" lvl="1" indent="-291465" algn="l">
              <a:spcBef>
                <a:spcPts val="360"/>
              </a:spcBef>
              <a:spcAft>
                <a:spcPts val="0"/>
              </a:spcAft>
              <a:buSzPts val="990"/>
              <a:buChar char="■"/>
              <a:defRPr/>
            </a:lvl2pPr>
            <a:lvl3pPr marL="1371600" lvl="2" indent="-285750" algn="l">
              <a:spcBef>
                <a:spcPts val="360"/>
              </a:spcBef>
              <a:spcAft>
                <a:spcPts val="0"/>
              </a:spcAft>
              <a:buSzPts val="900"/>
              <a:buChar char="■"/>
              <a:defRPr/>
            </a:lvl3pPr>
            <a:lvl4pPr marL="1828800" lvl="3" indent="-291464" algn="l">
              <a:spcBef>
                <a:spcPts val="360"/>
              </a:spcBef>
              <a:spcAft>
                <a:spcPts val="0"/>
              </a:spcAft>
              <a:buSzPts val="990"/>
              <a:buChar char="■"/>
              <a:defRPr/>
            </a:lvl4pPr>
            <a:lvl5pPr marL="2286000" lvl="4" indent="-285750" algn="l">
              <a:spcBef>
                <a:spcPts val="360"/>
              </a:spcBef>
              <a:spcAft>
                <a:spcPts val="0"/>
              </a:spcAft>
              <a:buSzPts val="900"/>
              <a:buChar char="■"/>
              <a:defRPr/>
            </a:lvl5pPr>
            <a:lvl6pPr marL="2743200" lvl="5" indent="-285750" algn="l">
              <a:spcBef>
                <a:spcPts val="360"/>
              </a:spcBef>
              <a:spcAft>
                <a:spcPts val="0"/>
              </a:spcAft>
              <a:buSzPts val="900"/>
              <a:buChar char="■"/>
              <a:defRPr/>
            </a:lvl6pPr>
            <a:lvl7pPr marL="3200400" lvl="6" indent="-285750" algn="l">
              <a:spcBef>
                <a:spcPts val="360"/>
              </a:spcBef>
              <a:spcAft>
                <a:spcPts val="0"/>
              </a:spcAft>
              <a:buSzPts val="900"/>
              <a:buChar char="■"/>
              <a:defRPr/>
            </a:lvl7pPr>
            <a:lvl8pPr marL="3657600" lvl="7" indent="-285750" algn="l">
              <a:spcBef>
                <a:spcPts val="360"/>
              </a:spcBef>
              <a:spcAft>
                <a:spcPts val="0"/>
              </a:spcAft>
              <a:buSzPts val="900"/>
              <a:buChar char="■"/>
              <a:defRPr/>
            </a:lvl8pPr>
            <a:lvl9pPr marL="4114800" lvl="8" indent="-285750" algn="l">
              <a:spcBef>
                <a:spcPts val="360"/>
              </a:spcBef>
              <a:spcAft>
                <a:spcPts val="0"/>
              </a:spcAft>
              <a:buSzPts val="900"/>
              <a:buChar char="■"/>
              <a:defRPr/>
            </a:lvl9pPr>
          </a:lstStyle>
          <a:p>
            <a:endParaRPr/>
          </a:p>
        </p:txBody>
      </p:sp>
      <p:sp>
        <p:nvSpPr>
          <p:cNvPr id="85" name="Google Shape;85;p11"/>
          <p:cNvSpPr txBox="1">
            <a:spLocks noGrp="1"/>
          </p:cNvSpPr>
          <p:nvPr>
            <p:ph type="dt" idx="10"/>
          </p:nvPr>
        </p:nvSpPr>
        <p:spPr>
          <a:xfrm>
            <a:off x="914400" y="6324600"/>
            <a:ext cx="1905000" cy="4572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11"/>
          <p:cNvSpPr txBox="1">
            <a:spLocks noGrp="1"/>
          </p:cNvSpPr>
          <p:nvPr>
            <p:ph type="ftr" idx="11"/>
          </p:nvPr>
        </p:nvSpPr>
        <p:spPr>
          <a:xfrm>
            <a:off x="2362200" y="6324600"/>
            <a:ext cx="4953000" cy="4572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11"/>
          <p:cNvSpPr txBox="1">
            <a:spLocks noGrp="1"/>
          </p:cNvSpPr>
          <p:nvPr>
            <p:ph type="sldNum" idx="12"/>
          </p:nvPr>
        </p:nvSpPr>
        <p:spPr>
          <a:xfrm>
            <a:off x="6781800" y="6324600"/>
            <a:ext cx="1905000" cy="457200"/>
          </a:xfrm>
          <a:prstGeom prst="rect">
            <a:avLst/>
          </a:prstGeom>
          <a:noFill/>
          <a:ln>
            <a:noFill/>
          </a:ln>
        </p:spPr>
        <p:txBody>
          <a:bodyPr spcFirstLastPara="1" wrap="square" lIns="91425" tIns="45700" rIns="91425" bIns="45700" anchor="b" anchorCtr="0">
            <a:noAutofit/>
          </a:bodyPr>
          <a:lstStyle>
            <a:lvl1pPr marL="0" lvl="0" indent="0" algn="r">
              <a:spcBef>
                <a:spcPts val="0"/>
              </a:spcBef>
              <a:spcAft>
                <a:spcPts val="0"/>
              </a:spcAft>
              <a:buNone/>
              <a:defRPr sz="1400" b="0" i="0" u="none" strike="noStrike" cap="none">
                <a:solidFill>
                  <a:schemeClr val="accent1"/>
                </a:solidFill>
                <a:latin typeface="Tahoma"/>
                <a:ea typeface="Tahoma"/>
                <a:cs typeface="Tahoma"/>
                <a:sym typeface="Tahoma"/>
              </a:defRPr>
            </a:lvl1pPr>
            <a:lvl2pPr marL="0" lvl="1" indent="0" algn="r">
              <a:spcBef>
                <a:spcPts val="0"/>
              </a:spcBef>
              <a:spcAft>
                <a:spcPts val="0"/>
              </a:spcAft>
              <a:buNone/>
              <a:defRPr sz="1400" b="0" i="0" u="none" strike="noStrike" cap="none">
                <a:solidFill>
                  <a:schemeClr val="accent1"/>
                </a:solidFill>
                <a:latin typeface="Tahoma"/>
                <a:ea typeface="Tahoma"/>
                <a:cs typeface="Tahoma"/>
                <a:sym typeface="Tahoma"/>
              </a:defRPr>
            </a:lvl2pPr>
            <a:lvl3pPr marL="0" lvl="2" indent="0" algn="r">
              <a:spcBef>
                <a:spcPts val="0"/>
              </a:spcBef>
              <a:spcAft>
                <a:spcPts val="0"/>
              </a:spcAft>
              <a:buNone/>
              <a:defRPr sz="1400" b="0" i="0" u="none" strike="noStrike" cap="none">
                <a:solidFill>
                  <a:schemeClr val="accent1"/>
                </a:solidFill>
                <a:latin typeface="Tahoma"/>
                <a:ea typeface="Tahoma"/>
                <a:cs typeface="Tahoma"/>
                <a:sym typeface="Tahoma"/>
              </a:defRPr>
            </a:lvl3pPr>
            <a:lvl4pPr marL="0" lvl="3" indent="0" algn="r">
              <a:spcBef>
                <a:spcPts val="0"/>
              </a:spcBef>
              <a:spcAft>
                <a:spcPts val="0"/>
              </a:spcAft>
              <a:buNone/>
              <a:defRPr sz="1400" b="0" i="0" u="none" strike="noStrike" cap="none">
                <a:solidFill>
                  <a:schemeClr val="accent1"/>
                </a:solidFill>
                <a:latin typeface="Tahoma"/>
                <a:ea typeface="Tahoma"/>
                <a:cs typeface="Tahoma"/>
                <a:sym typeface="Tahoma"/>
              </a:defRPr>
            </a:lvl4pPr>
            <a:lvl5pPr marL="0" lvl="4" indent="0" algn="r">
              <a:spcBef>
                <a:spcPts val="0"/>
              </a:spcBef>
              <a:spcAft>
                <a:spcPts val="0"/>
              </a:spcAft>
              <a:buNone/>
              <a:defRPr sz="1400" b="0" i="0" u="none" strike="noStrike" cap="none">
                <a:solidFill>
                  <a:schemeClr val="accent1"/>
                </a:solidFill>
                <a:latin typeface="Tahoma"/>
                <a:ea typeface="Tahoma"/>
                <a:cs typeface="Tahoma"/>
                <a:sym typeface="Tahoma"/>
              </a:defRPr>
            </a:lvl5pPr>
            <a:lvl6pPr marL="0" lvl="5" indent="0" algn="r">
              <a:spcBef>
                <a:spcPts val="0"/>
              </a:spcBef>
              <a:spcAft>
                <a:spcPts val="0"/>
              </a:spcAft>
              <a:buNone/>
              <a:defRPr sz="1400" b="0" i="0" u="none" strike="noStrike" cap="none">
                <a:solidFill>
                  <a:schemeClr val="accent1"/>
                </a:solidFill>
                <a:latin typeface="Tahoma"/>
                <a:ea typeface="Tahoma"/>
                <a:cs typeface="Tahoma"/>
                <a:sym typeface="Tahoma"/>
              </a:defRPr>
            </a:lvl6pPr>
            <a:lvl7pPr marL="0" lvl="6" indent="0" algn="r">
              <a:spcBef>
                <a:spcPts val="0"/>
              </a:spcBef>
              <a:spcAft>
                <a:spcPts val="0"/>
              </a:spcAft>
              <a:buNone/>
              <a:defRPr sz="1400" b="0" i="0" u="none" strike="noStrike" cap="none">
                <a:solidFill>
                  <a:schemeClr val="accent1"/>
                </a:solidFill>
                <a:latin typeface="Tahoma"/>
                <a:ea typeface="Tahoma"/>
                <a:cs typeface="Tahoma"/>
                <a:sym typeface="Tahoma"/>
              </a:defRPr>
            </a:lvl7pPr>
            <a:lvl8pPr marL="0" lvl="7" indent="0" algn="r">
              <a:spcBef>
                <a:spcPts val="0"/>
              </a:spcBef>
              <a:spcAft>
                <a:spcPts val="0"/>
              </a:spcAft>
              <a:buNone/>
              <a:defRPr sz="1400" b="0" i="0" u="none" strike="noStrike" cap="none">
                <a:solidFill>
                  <a:schemeClr val="accent1"/>
                </a:solidFill>
                <a:latin typeface="Tahoma"/>
                <a:ea typeface="Tahoma"/>
                <a:cs typeface="Tahoma"/>
                <a:sym typeface="Tahoma"/>
              </a:defRPr>
            </a:lvl8pPr>
            <a:lvl9pPr marL="0" lvl="8" indent="0" algn="r">
              <a:spcBef>
                <a:spcPts val="0"/>
              </a:spcBef>
              <a:spcAft>
                <a:spcPts val="0"/>
              </a:spcAft>
              <a:buNone/>
              <a:defRPr sz="1400" b="0" i="0" u="none" strike="noStrike" cap="none">
                <a:solidFill>
                  <a:schemeClr val="accent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直排標題及文字" type="vertTitleAndTx">
  <p:cSld name="VERTICAL_TITLE_AND_VERTICAL_TEXT">
    <p:spTree>
      <p:nvGrpSpPr>
        <p:cNvPr id="1" name="Shape 88"/>
        <p:cNvGrpSpPr/>
        <p:nvPr/>
      </p:nvGrpSpPr>
      <p:grpSpPr>
        <a:xfrm>
          <a:off x="0" y="0"/>
          <a:ext cx="0" cy="0"/>
          <a:chOff x="0" y="0"/>
          <a:chExt cx="0" cy="0"/>
        </a:xfrm>
      </p:grpSpPr>
      <p:sp>
        <p:nvSpPr>
          <p:cNvPr id="89" name="Google Shape;89;p12"/>
          <p:cNvSpPr txBox="1">
            <a:spLocks noGrp="1"/>
          </p:cNvSpPr>
          <p:nvPr>
            <p:ph type="title"/>
          </p:nvPr>
        </p:nvSpPr>
        <p:spPr>
          <a:xfrm rot="5400000">
            <a:off x="4685507" y="2302668"/>
            <a:ext cx="5791200" cy="1947863"/>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90" name="Google Shape;90;p12"/>
          <p:cNvSpPr txBox="1">
            <a:spLocks noGrp="1"/>
          </p:cNvSpPr>
          <p:nvPr>
            <p:ph type="body" idx="1"/>
          </p:nvPr>
        </p:nvSpPr>
        <p:spPr>
          <a:xfrm rot="5400000">
            <a:off x="712788" y="430213"/>
            <a:ext cx="5791200" cy="5692775"/>
          </a:xfrm>
          <a:prstGeom prst="rect">
            <a:avLst/>
          </a:prstGeom>
          <a:noFill/>
          <a:ln>
            <a:noFill/>
          </a:ln>
        </p:spPr>
        <p:txBody>
          <a:bodyPr spcFirstLastPara="1" wrap="square" lIns="91425" tIns="45700" rIns="91425" bIns="45700" anchor="t" anchorCtr="0">
            <a:noAutofit/>
          </a:bodyPr>
          <a:lstStyle>
            <a:lvl1pPr marL="457200" lvl="0" indent="-297180" algn="l">
              <a:spcBef>
                <a:spcPts val="360"/>
              </a:spcBef>
              <a:spcAft>
                <a:spcPts val="0"/>
              </a:spcAft>
              <a:buSzPts val="1080"/>
              <a:buChar char="■"/>
              <a:defRPr/>
            </a:lvl1pPr>
            <a:lvl2pPr marL="914400" lvl="1" indent="-291465" algn="l">
              <a:spcBef>
                <a:spcPts val="360"/>
              </a:spcBef>
              <a:spcAft>
                <a:spcPts val="0"/>
              </a:spcAft>
              <a:buSzPts val="990"/>
              <a:buChar char="■"/>
              <a:defRPr/>
            </a:lvl2pPr>
            <a:lvl3pPr marL="1371600" lvl="2" indent="-285750" algn="l">
              <a:spcBef>
                <a:spcPts val="360"/>
              </a:spcBef>
              <a:spcAft>
                <a:spcPts val="0"/>
              </a:spcAft>
              <a:buSzPts val="900"/>
              <a:buChar char="■"/>
              <a:defRPr/>
            </a:lvl3pPr>
            <a:lvl4pPr marL="1828800" lvl="3" indent="-291464" algn="l">
              <a:spcBef>
                <a:spcPts val="360"/>
              </a:spcBef>
              <a:spcAft>
                <a:spcPts val="0"/>
              </a:spcAft>
              <a:buSzPts val="990"/>
              <a:buChar char="■"/>
              <a:defRPr/>
            </a:lvl4pPr>
            <a:lvl5pPr marL="2286000" lvl="4" indent="-285750" algn="l">
              <a:spcBef>
                <a:spcPts val="360"/>
              </a:spcBef>
              <a:spcAft>
                <a:spcPts val="0"/>
              </a:spcAft>
              <a:buSzPts val="900"/>
              <a:buChar char="■"/>
              <a:defRPr/>
            </a:lvl5pPr>
            <a:lvl6pPr marL="2743200" lvl="5" indent="-285750" algn="l">
              <a:spcBef>
                <a:spcPts val="360"/>
              </a:spcBef>
              <a:spcAft>
                <a:spcPts val="0"/>
              </a:spcAft>
              <a:buSzPts val="900"/>
              <a:buChar char="■"/>
              <a:defRPr/>
            </a:lvl6pPr>
            <a:lvl7pPr marL="3200400" lvl="6" indent="-285750" algn="l">
              <a:spcBef>
                <a:spcPts val="360"/>
              </a:spcBef>
              <a:spcAft>
                <a:spcPts val="0"/>
              </a:spcAft>
              <a:buSzPts val="900"/>
              <a:buChar char="■"/>
              <a:defRPr/>
            </a:lvl7pPr>
            <a:lvl8pPr marL="3657600" lvl="7" indent="-285750" algn="l">
              <a:spcBef>
                <a:spcPts val="360"/>
              </a:spcBef>
              <a:spcAft>
                <a:spcPts val="0"/>
              </a:spcAft>
              <a:buSzPts val="900"/>
              <a:buChar char="■"/>
              <a:defRPr/>
            </a:lvl8pPr>
            <a:lvl9pPr marL="4114800" lvl="8" indent="-285750" algn="l">
              <a:spcBef>
                <a:spcPts val="360"/>
              </a:spcBef>
              <a:spcAft>
                <a:spcPts val="0"/>
              </a:spcAft>
              <a:buSzPts val="900"/>
              <a:buChar char="■"/>
              <a:defRPr/>
            </a:lvl9pPr>
          </a:lstStyle>
          <a:p>
            <a:endParaRPr/>
          </a:p>
        </p:txBody>
      </p:sp>
      <p:sp>
        <p:nvSpPr>
          <p:cNvPr id="91" name="Google Shape;91;p12"/>
          <p:cNvSpPr txBox="1">
            <a:spLocks noGrp="1"/>
          </p:cNvSpPr>
          <p:nvPr>
            <p:ph type="dt" idx="10"/>
          </p:nvPr>
        </p:nvSpPr>
        <p:spPr>
          <a:xfrm>
            <a:off x="914400" y="6324600"/>
            <a:ext cx="1905000" cy="4572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2"/>
          <p:cNvSpPr txBox="1">
            <a:spLocks noGrp="1"/>
          </p:cNvSpPr>
          <p:nvPr>
            <p:ph type="ftr" idx="11"/>
          </p:nvPr>
        </p:nvSpPr>
        <p:spPr>
          <a:xfrm>
            <a:off x="2362200" y="6324600"/>
            <a:ext cx="4953000" cy="4572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12"/>
          <p:cNvSpPr txBox="1">
            <a:spLocks noGrp="1"/>
          </p:cNvSpPr>
          <p:nvPr>
            <p:ph type="sldNum" idx="12"/>
          </p:nvPr>
        </p:nvSpPr>
        <p:spPr>
          <a:xfrm>
            <a:off x="6781800" y="6324600"/>
            <a:ext cx="1905000" cy="457200"/>
          </a:xfrm>
          <a:prstGeom prst="rect">
            <a:avLst/>
          </a:prstGeom>
          <a:noFill/>
          <a:ln>
            <a:noFill/>
          </a:ln>
        </p:spPr>
        <p:txBody>
          <a:bodyPr spcFirstLastPara="1" wrap="square" lIns="91425" tIns="45700" rIns="91425" bIns="45700" anchor="b" anchorCtr="0">
            <a:noAutofit/>
          </a:bodyPr>
          <a:lstStyle>
            <a:lvl1pPr marL="0" lvl="0" indent="0" algn="r">
              <a:spcBef>
                <a:spcPts val="0"/>
              </a:spcBef>
              <a:spcAft>
                <a:spcPts val="0"/>
              </a:spcAft>
              <a:buNone/>
              <a:defRPr sz="1400" b="0" i="0" u="none" strike="noStrike" cap="none">
                <a:solidFill>
                  <a:schemeClr val="accent1"/>
                </a:solidFill>
                <a:latin typeface="Tahoma"/>
                <a:ea typeface="Tahoma"/>
                <a:cs typeface="Tahoma"/>
                <a:sym typeface="Tahoma"/>
              </a:defRPr>
            </a:lvl1pPr>
            <a:lvl2pPr marL="0" lvl="1" indent="0" algn="r">
              <a:spcBef>
                <a:spcPts val="0"/>
              </a:spcBef>
              <a:spcAft>
                <a:spcPts val="0"/>
              </a:spcAft>
              <a:buNone/>
              <a:defRPr sz="1400" b="0" i="0" u="none" strike="noStrike" cap="none">
                <a:solidFill>
                  <a:schemeClr val="accent1"/>
                </a:solidFill>
                <a:latin typeface="Tahoma"/>
                <a:ea typeface="Tahoma"/>
                <a:cs typeface="Tahoma"/>
                <a:sym typeface="Tahoma"/>
              </a:defRPr>
            </a:lvl2pPr>
            <a:lvl3pPr marL="0" lvl="2" indent="0" algn="r">
              <a:spcBef>
                <a:spcPts val="0"/>
              </a:spcBef>
              <a:spcAft>
                <a:spcPts val="0"/>
              </a:spcAft>
              <a:buNone/>
              <a:defRPr sz="1400" b="0" i="0" u="none" strike="noStrike" cap="none">
                <a:solidFill>
                  <a:schemeClr val="accent1"/>
                </a:solidFill>
                <a:latin typeface="Tahoma"/>
                <a:ea typeface="Tahoma"/>
                <a:cs typeface="Tahoma"/>
                <a:sym typeface="Tahoma"/>
              </a:defRPr>
            </a:lvl3pPr>
            <a:lvl4pPr marL="0" lvl="3" indent="0" algn="r">
              <a:spcBef>
                <a:spcPts val="0"/>
              </a:spcBef>
              <a:spcAft>
                <a:spcPts val="0"/>
              </a:spcAft>
              <a:buNone/>
              <a:defRPr sz="1400" b="0" i="0" u="none" strike="noStrike" cap="none">
                <a:solidFill>
                  <a:schemeClr val="accent1"/>
                </a:solidFill>
                <a:latin typeface="Tahoma"/>
                <a:ea typeface="Tahoma"/>
                <a:cs typeface="Tahoma"/>
                <a:sym typeface="Tahoma"/>
              </a:defRPr>
            </a:lvl4pPr>
            <a:lvl5pPr marL="0" lvl="4" indent="0" algn="r">
              <a:spcBef>
                <a:spcPts val="0"/>
              </a:spcBef>
              <a:spcAft>
                <a:spcPts val="0"/>
              </a:spcAft>
              <a:buNone/>
              <a:defRPr sz="1400" b="0" i="0" u="none" strike="noStrike" cap="none">
                <a:solidFill>
                  <a:schemeClr val="accent1"/>
                </a:solidFill>
                <a:latin typeface="Tahoma"/>
                <a:ea typeface="Tahoma"/>
                <a:cs typeface="Tahoma"/>
                <a:sym typeface="Tahoma"/>
              </a:defRPr>
            </a:lvl5pPr>
            <a:lvl6pPr marL="0" lvl="5" indent="0" algn="r">
              <a:spcBef>
                <a:spcPts val="0"/>
              </a:spcBef>
              <a:spcAft>
                <a:spcPts val="0"/>
              </a:spcAft>
              <a:buNone/>
              <a:defRPr sz="1400" b="0" i="0" u="none" strike="noStrike" cap="none">
                <a:solidFill>
                  <a:schemeClr val="accent1"/>
                </a:solidFill>
                <a:latin typeface="Tahoma"/>
                <a:ea typeface="Tahoma"/>
                <a:cs typeface="Tahoma"/>
                <a:sym typeface="Tahoma"/>
              </a:defRPr>
            </a:lvl6pPr>
            <a:lvl7pPr marL="0" lvl="6" indent="0" algn="r">
              <a:spcBef>
                <a:spcPts val="0"/>
              </a:spcBef>
              <a:spcAft>
                <a:spcPts val="0"/>
              </a:spcAft>
              <a:buNone/>
              <a:defRPr sz="1400" b="0" i="0" u="none" strike="noStrike" cap="none">
                <a:solidFill>
                  <a:schemeClr val="accent1"/>
                </a:solidFill>
                <a:latin typeface="Tahoma"/>
                <a:ea typeface="Tahoma"/>
                <a:cs typeface="Tahoma"/>
                <a:sym typeface="Tahoma"/>
              </a:defRPr>
            </a:lvl7pPr>
            <a:lvl8pPr marL="0" lvl="7" indent="0" algn="r">
              <a:spcBef>
                <a:spcPts val="0"/>
              </a:spcBef>
              <a:spcAft>
                <a:spcPts val="0"/>
              </a:spcAft>
              <a:buNone/>
              <a:defRPr sz="1400" b="0" i="0" u="none" strike="noStrike" cap="none">
                <a:solidFill>
                  <a:schemeClr val="accent1"/>
                </a:solidFill>
                <a:latin typeface="Tahoma"/>
                <a:ea typeface="Tahoma"/>
                <a:cs typeface="Tahoma"/>
                <a:sym typeface="Tahoma"/>
              </a:defRPr>
            </a:lvl8pPr>
            <a:lvl9pPr marL="0" lvl="8" indent="0" algn="r">
              <a:spcBef>
                <a:spcPts val="0"/>
              </a:spcBef>
              <a:spcAft>
                <a:spcPts val="0"/>
              </a:spcAft>
              <a:buNone/>
              <a:defRPr sz="1400" b="0" i="0" u="none" strike="noStrike" cap="none">
                <a:solidFill>
                  <a:schemeClr val="accent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762000" y="381000"/>
            <a:ext cx="7793038" cy="914400"/>
          </a:xfrm>
          <a:prstGeom prst="rect">
            <a:avLst/>
          </a:prstGeom>
          <a:noFill/>
          <a:ln>
            <a:noFill/>
          </a:ln>
        </p:spPr>
        <p:txBody>
          <a:bodyPr spcFirstLastPara="1" wrap="square" lIns="91425" tIns="45700" rIns="91425" bIns="45700" anchor="b" anchorCtr="0">
            <a:noAutofit/>
          </a:bodyPr>
          <a:lstStyle>
            <a:lvl1pPr marR="0" lvl="0" algn="ctr" rtl="0">
              <a:spcBef>
                <a:spcPts val="0"/>
              </a:spcBef>
              <a:spcAft>
                <a:spcPts val="0"/>
              </a:spcAft>
              <a:buSzPts val="1400"/>
              <a:buNone/>
              <a:defRPr sz="4400" b="0" i="0" u="none" strike="noStrike" cap="none">
                <a:solidFill>
                  <a:schemeClr val="dk2"/>
                </a:solidFill>
                <a:latin typeface="Tahoma"/>
                <a:ea typeface="Tahoma"/>
                <a:cs typeface="Tahoma"/>
                <a:sym typeface="Tahoma"/>
              </a:defRPr>
            </a:lvl1pPr>
            <a:lvl2pPr marR="0" lvl="1" algn="ctr" rtl="0">
              <a:spcBef>
                <a:spcPts val="0"/>
              </a:spcBef>
              <a:spcAft>
                <a:spcPts val="0"/>
              </a:spcAft>
              <a:buSzPts val="1400"/>
              <a:buNone/>
              <a:defRPr sz="4400" b="0" i="0" u="none" strike="noStrike" cap="none">
                <a:solidFill>
                  <a:schemeClr val="dk2"/>
                </a:solidFill>
                <a:latin typeface="Tahoma"/>
                <a:ea typeface="Tahoma"/>
                <a:cs typeface="Tahoma"/>
                <a:sym typeface="Tahoma"/>
              </a:defRPr>
            </a:lvl2pPr>
            <a:lvl3pPr marR="0" lvl="2" algn="ctr" rtl="0">
              <a:spcBef>
                <a:spcPts val="0"/>
              </a:spcBef>
              <a:spcAft>
                <a:spcPts val="0"/>
              </a:spcAft>
              <a:buSzPts val="1400"/>
              <a:buNone/>
              <a:defRPr sz="4400" b="0" i="0" u="none" strike="noStrike" cap="none">
                <a:solidFill>
                  <a:schemeClr val="dk2"/>
                </a:solidFill>
                <a:latin typeface="Tahoma"/>
                <a:ea typeface="Tahoma"/>
                <a:cs typeface="Tahoma"/>
                <a:sym typeface="Tahoma"/>
              </a:defRPr>
            </a:lvl3pPr>
            <a:lvl4pPr marR="0" lvl="3" algn="ctr" rtl="0">
              <a:spcBef>
                <a:spcPts val="0"/>
              </a:spcBef>
              <a:spcAft>
                <a:spcPts val="0"/>
              </a:spcAft>
              <a:buSzPts val="1400"/>
              <a:buNone/>
              <a:defRPr sz="4400" b="0" i="0" u="none" strike="noStrike" cap="none">
                <a:solidFill>
                  <a:schemeClr val="dk2"/>
                </a:solidFill>
                <a:latin typeface="Tahoma"/>
                <a:ea typeface="Tahoma"/>
                <a:cs typeface="Tahoma"/>
                <a:sym typeface="Tahoma"/>
              </a:defRPr>
            </a:lvl4pPr>
            <a:lvl5pPr marR="0" lvl="4" algn="ctr" rtl="0">
              <a:spcBef>
                <a:spcPts val="0"/>
              </a:spcBef>
              <a:spcAft>
                <a:spcPts val="0"/>
              </a:spcAft>
              <a:buSzPts val="1400"/>
              <a:buNone/>
              <a:defRPr sz="4400" b="0" i="0" u="none" strike="noStrike" cap="none">
                <a:solidFill>
                  <a:schemeClr val="dk2"/>
                </a:solidFill>
                <a:latin typeface="Tahoma"/>
                <a:ea typeface="Tahoma"/>
                <a:cs typeface="Tahoma"/>
                <a:sym typeface="Tahoma"/>
              </a:defRPr>
            </a:lvl5pPr>
            <a:lvl6pPr marR="0" lvl="5" algn="ctr" rtl="0">
              <a:spcBef>
                <a:spcPts val="0"/>
              </a:spcBef>
              <a:spcAft>
                <a:spcPts val="0"/>
              </a:spcAft>
              <a:buSzPts val="1400"/>
              <a:buNone/>
              <a:defRPr sz="4400" b="0" i="0" u="none" strike="noStrike" cap="none">
                <a:solidFill>
                  <a:schemeClr val="dk2"/>
                </a:solidFill>
                <a:latin typeface="Tahoma"/>
                <a:ea typeface="Tahoma"/>
                <a:cs typeface="Tahoma"/>
                <a:sym typeface="Tahoma"/>
              </a:defRPr>
            </a:lvl6pPr>
            <a:lvl7pPr marR="0" lvl="6" algn="ctr" rtl="0">
              <a:spcBef>
                <a:spcPts val="0"/>
              </a:spcBef>
              <a:spcAft>
                <a:spcPts val="0"/>
              </a:spcAft>
              <a:buSzPts val="1400"/>
              <a:buNone/>
              <a:defRPr sz="4400" b="0" i="0" u="none" strike="noStrike" cap="none">
                <a:solidFill>
                  <a:schemeClr val="dk2"/>
                </a:solidFill>
                <a:latin typeface="Tahoma"/>
                <a:ea typeface="Tahoma"/>
                <a:cs typeface="Tahoma"/>
                <a:sym typeface="Tahoma"/>
              </a:defRPr>
            </a:lvl7pPr>
            <a:lvl8pPr marR="0" lvl="7" algn="ctr" rtl="0">
              <a:spcBef>
                <a:spcPts val="0"/>
              </a:spcBef>
              <a:spcAft>
                <a:spcPts val="0"/>
              </a:spcAft>
              <a:buSzPts val="1400"/>
              <a:buNone/>
              <a:defRPr sz="4400" b="0" i="0" u="none" strike="noStrike" cap="none">
                <a:solidFill>
                  <a:schemeClr val="dk2"/>
                </a:solidFill>
                <a:latin typeface="Tahoma"/>
                <a:ea typeface="Tahoma"/>
                <a:cs typeface="Tahoma"/>
                <a:sym typeface="Tahoma"/>
              </a:defRPr>
            </a:lvl8pPr>
            <a:lvl9pPr marR="0" lvl="8" algn="ctr" rtl="0">
              <a:spcBef>
                <a:spcPts val="0"/>
              </a:spcBef>
              <a:spcAft>
                <a:spcPts val="0"/>
              </a:spcAft>
              <a:buSzPts val="1400"/>
              <a:buNone/>
              <a:defRPr sz="4400" b="0" i="0" u="none" strike="noStrike" cap="none">
                <a:solidFill>
                  <a:schemeClr val="dk2"/>
                </a:solidFill>
                <a:latin typeface="Tahoma"/>
                <a:ea typeface="Tahoma"/>
                <a:cs typeface="Tahoma"/>
                <a:sym typeface="Tahoma"/>
              </a:defRPr>
            </a:lvl9pPr>
          </a:lstStyle>
          <a:p>
            <a:endParaRPr/>
          </a:p>
        </p:txBody>
      </p:sp>
      <p:sp>
        <p:nvSpPr>
          <p:cNvPr id="11" name="Google Shape;11;p1"/>
          <p:cNvSpPr txBox="1">
            <a:spLocks noGrp="1"/>
          </p:cNvSpPr>
          <p:nvPr>
            <p:ph type="body" idx="1"/>
          </p:nvPr>
        </p:nvSpPr>
        <p:spPr>
          <a:xfrm>
            <a:off x="762000" y="1524000"/>
            <a:ext cx="7772400" cy="4648200"/>
          </a:xfrm>
          <a:prstGeom prst="rect">
            <a:avLst/>
          </a:prstGeom>
          <a:noFill/>
          <a:ln>
            <a:noFill/>
          </a:ln>
        </p:spPr>
        <p:txBody>
          <a:bodyPr spcFirstLastPara="1" wrap="square" lIns="91425" tIns="45700" rIns="91425" bIns="45700" anchor="t" anchorCtr="0">
            <a:noAutofit/>
          </a:bodyPr>
          <a:lstStyle>
            <a:lvl1pPr marL="457200" marR="0" lvl="0" indent="-350520" algn="l" rtl="0">
              <a:spcBef>
                <a:spcPts val="640"/>
              </a:spcBef>
              <a:spcAft>
                <a:spcPts val="0"/>
              </a:spcAft>
              <a:buClr>
                <a:schemeClr val="folHlink"/>
              </a:buClr>
              <a:buSzPts val="1920"/>
              <a:buFont typeface="Noto Sans Symbols"/>
              <a:buChar char="■"/>
              <a:defRPr sz="3200" b="0" i="0" u="none" strike="noStrike" cap="none">
                <a:solidFill>
                  <a:schemeClr val="dk1"/>
                </a:solidFill>
                <a:latin typeface="Tahoma"/>
                <a:ea typeface="Tahoma"/>
                <a:cs typeface="Tahoma"/>
                <a:sym typeface="Tahoma"/>
              </a:defRPr>
            </a:lvl1pPr>
            <a:lvl2pPr marL="914400" marR="0" lvl="1" indent="-326390" algn="l" rtl="0">
              <a:spcBef>
                <a:spcPts val="560"/>
              </a:spcBef>
              <a:spcAft>
                <a:spcPts val="0"/>
              </a:spcAft>
              <a:buClr>
                <a:schemeClr val="hlink"/>
              </a:buClr>
              <a:buSzPts val="1540"/>
              <a:buFont typeface="Noto Sans Symbols"/>
              <a:buChar char="■"/>
              <a:defRPr sz="2800" b="0" i="0" u="none" strike="noStrike" cap="none">
                <a:solidFill>
                  <a:schemeClr val="dk1"/>
                </a:solidFill>
                <a:latin typeface="Tahoma"/>
                <a:ea typeface="Tahoma"/>
                <a:cs typeface="Tahoma"/>
                <a:sym typeface="Tahoma"/>
              </a:defRPr>
            </a:lvl2pPr>
            <a:lvl3pPr marL="1371600" marR="0" lvl="2" indent="-304800" algn="l" rtl="0">
              <a:spcBef>
                <a:spcPts val="480"/>
              </a:spcBef>
              <a:spcAft>
                <a:spcPts val="0"/>
              </a:spcAft>
              <a:buClr>
                <a:schemeClr val="folHlink"/>
              </a:buClr>
              <a:buSzPts val="1200"/>
              <a:buFont typeface="Noto Sans Symbols"/>
              <a:buChar char="■"/>
              <a:defRPr sz="2400" b="0" i="0" u="none" strike="noStrike" cap="none">
                <a:solidFill>
                  <a:schemeClr val="dk1"/>
                </a:solidFill>
                <a:latin typeface="Tahoma"/>
                <a:ea typeface="Tahoma"/>
                <a:cs typeface="Tahoma"/>
                <a:sym typeface="Tahoma"/>
              </a:defRPr>
            </a:lvl3pPr>
            <a:lvl4pPr marL="1828800" marR="0" lvl="3" indent="-298450" algn="l" rtl="0">
              <a:spcBef>
                <a:spcPts val="400"/>
              </a:spcBef>
              <a:spcAft>
                <a:spcPts val="0"/>
              </a:spcAft>
              <a:buClr>
                <a:schemeClr val="accent2"/>
              </a:buClr>
              <a:buSzPts val="1100"/>
              <a:buFont typeface="Noto Sans Symbols"/>
              <a:buChar char="■"/>
              <a:defRPr sz="2000" b="0" i="0" u="none" strike="noStrike" cap="none">
                <a:solidFill>
                  <a:schemeClr val="dk1"/>
                </a:solidFill>
                <a:latin typeface="Tahoma"/>
                <a:ea typeface="Tahoma"/>
                <a:cs typeface="Tahoma"/>
                <a:sym typeface="Tahoma"/>
              </a:defRPr>
            </a:lvl4pPr>
            <a:lvl5pPr marL="2286000" marR="0" lvl="4" indent="-292100" algn="l" rtl="0">
              <a:spcBef>
                <a:spcPts val="400"/>
              </a:spcBef>
              <a:spcAft>
                <a:spcPts val="0"/>
              </a:spcAft>
              <a:buClr>
                <a:schemeClr val="accent1"/>
              </a:buClr>
              <a:buSzPts val="1000"/>
              <a:buFont typeface="Noto Sans Symbols"/>
              <a:buChar char="■"/>
              <a:defRPr sz="2000" b="0" i="0" u="none" strike="noStrike" cap="none">
                <a:solidFill>
                  <a:schemeClr val="dk1"/>
                </a:solidFill>
                <a:latin typeface="Tahoma"/>
                <a:ea typeface="Tahoma"/>
                <a:cs typeface="Tahoma"/>
                <a:sym typeface="Tahoma"/>
              </a:defRPr>
            </a:lvl5pPr>
            <a:lvl6pPr marL="2743200" marR="0" lvl="5" indent="-292100" algn="l" rtl="0">
              <a:spcBef>
                <a:spcPts val="400"/>
              </a:spcBef>
              <a:spcAft>
                <a:spcPts val="0"/>
              </a:spcAft>
              <a:buClr>
                <a:schemeClr val="accent1"/>
              </a:buClr>
              <a:buSzPts val="1000"/>
              <a:buFont typeface="Noto Sans Symbols"/>
              <a:buChar char="■"/>
              <a:defRPr sz="2000" b="0" i="0" u="none" strike="noStrike" cap="none">
                <a:solidFill>
                  <a:schemeClr val="dk1"/>
                </a:solidFill>
                <a:latin typeface="Tahoma"/>
                <a:ea typeface="Tahoma"/>
                <a:cs typeface="Tahoma"/>
                <a:sym typeface="Tahoma"/>
              </a:defRPr>
            </a:lvl6pPr>
            <a:lvl7pPr marL="3200400" marR="0" lvl="6" indent="-292100" algn="l" rtl="0">
              <a:spcBef>
                <a:spcPts val="400"/>
              </a:spcBef>
              <a:spcAft>
                <a:spcPts val="0"/>
              </a:spcAft>
              <a:buClr>
                <a:schemeClr val="accent1"/>
              </a:buClr>
              <a:buSzPts val="1000"/>
              <a:buFont typeface="Noto Sans Symbols"/>
              <a:buChar char="■"/>
              <a:defRPr sz="2000" b="0" i="0" u="none" strike="noStrike" cap="none">
                <a:solidFill>
                  <a:schemeClr val="dk1"/>
                </a:solidFill>
                <a:latin typeface="Tahoma"/>
                <a:ea typeface="Tahoma"/>
                <a:cs typeface="Tahoma"/>
                <a:sym typeface="Tahoma"/>
              </a:defRPr>
            </a:lvl7pPr>
            <a:lvl8pPr marL="3657600" marR="0" lvl="7" indent="-292100" algn="l" rtl="0">
              <a:spcBef>
                <a:spcPts val="400"/>
              </a:spcBef>
              <a:spcAft>
                <a:spcPts val="0"/>
              </a:spcAft>
              <a:buClr>
                <a:schemeClr val="accent1"/>
              </a:buClr>
              <a:buSzPts val="1000"/>
              <a:buFont typeface="Noto Sans Symbols"/>
              <a:buChar char="■"/>
              <a:defRPr sz="2000" b="0" i="0" u="none" strike="noStrike" cap="none">
                <a:solidFill>
                  <a:schemeClr val="dk1"/>
                </a:solidFill>
                <a:latin typeface="Tahoma"/>
                <a:ea typeface="Tahoma"/>
                <a:cs typeface="Tahoma"/>
                <a:sym typeface="Tahoma"/>
              </a:defRPr>
            </a:lvl8pPr>
            <a:lvl9pPr marL="4114800" marR="0" lvl="8" indent="-292100" algn="l" rtl="0">
              <a:spcBef>
                <a:spcPts val="400"/>
              </a:spcBef>
              <a:spcAft>
                <a:spcPts val="0"/>
              </a:spcAft>
              <a:buClr>
                <a:schemeClr val="accent1"/>
              </a:buClr>
              <a:buSzPts val="1000"/>
              <a:buFont typeface="Noto Sans Symbols"/>
              <a:buChar char="■"/>
              <a:defRPr sz="2000" b="0" i="0" u="none" strike="noStrike" cap="none">
                <a:solidFill>
                  <a:schemeClr val="dk1"/>
                </a:solidFill>
                <a:latin typeface="Tahoma"/>
                <a:ea typeface="Tahoma"/>
                <a:cs typeface="Tahoma"/>
                <a:sym typeface="Tahoma"/>
              </a:defRPr>
            </a:lvl9pPr>
          </a:lstStyle>
          <a:p>
            <a:endParaRPr/>
          </a:p>
        </p:txBody>
      </p:sp>
      <p:sp>
        <p:nvSpPr>
          <p:cNvPr id="12" name="Google Shape;12;p1"/>
          <p:cNvSpPr txBox="1">
            <a:spLocks noGrp="1"/>
          </p:cNvSpPr>
          <p:nvPr>
            <p:ph type="dt" idx="10"/>
          </p:nvPr>
        </p:nvSpPr>
        <p:spPr>
          <a:xfrm>
            <a:off x="914400" y="6324600"/>
            <a:ext cx="19050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400" b="0" i="0" u="none" strike="noStrike" cap="none">
                <a:solidFill>
                  <a:schemeClr val="accent1"/>
                </a:solidFill>
                <a:latin typeface="Tahoma"/>
                <a:ea typeface="Tahoma"/>
                <a:cs typeface="Tahoma"/>
                <a:sym typeface="Tahoma"/>
              </a:defRPr>
            </a:lvl1pPr>
            <a:lvl2pPr marR="0" lvl="1" algn="l" rtl="0">
              <a:spcBef>
                <a:spcPts val="0"/>
              </a:spcBef>
              <a:spcAft>
                <a:spcPts val="0"/>
              </a:spcAft>
              <a:buSzPts val="1400"/>
              <a:buNone/>
              <a:defRPr sz="24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24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24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24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24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24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24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2400" b="0" i="0" u="none" strike="noStrike" cap="none">
                <a:solidFill>
                  <a:schemeClr val="dk1"/>
                </a:solidFill>
                <a:latin typeface="Tahoma"/>
                <a:ea typeface="Tahoma"/>
                <a:cs typeface="Tahoma"/>
                <a:sym typeface="Tahoma"/>
              </a:defRPr>
            </a:lvl9pPr>
          </a:lstStyle>
          <a:p>
            <a:endParaRPr/>
          </a:p>
        </p:txBody>
      </p:sp>
      <p:sp>
        <p:nvSpPr>
          <p:cNvPr id="13" name="Google Shape;13;p1"/>
          <p:cNvSpPr txBox="1">
            <a:spLocks noGrp="1"/>
          </p:cNvSpPr>
          <p:nvPr>
            <p:ph type="ftr" idx="11"/>
          </p:nvPr>
        </p:nvSpPr>
        <p:spPr>
          <a:xfrm>
            <a:off x="2362200" y="6324600"/>
            <a:ext cx="4953000" cy="457200"/>
          </a:xfrm>
          <a:prstGeom prst="rect">
            <a:avLst/>
          </a:prstGeom>
          <a:noFill/>
          <a:ln>
            <a:noFill/>
          </a:ln>
        </p:spPr>
        <p:txBody>
          <a:bodyPr spcFirstLastPara="1" wrap="square" lIns="91425" tIns="45700" rIns="91425" bIns="45700" anchor="b" anchorCtr="0">
            <a:noAutofit/>
          </a:bodyPr>
          <a:lstStyle>
            <a:lvl1pPr marR="0" lvl="0" algn="ctr" rtl="0">
              <a:spcBef>
                <a:spcPts val="0"/>
              </a:spcBef>
              <a:spcAft>
                <a:spcPts val="0"/>
              </a:spcAft>
              <a:buSzPts val="1400"/>
              <a:buNone/>
              <a:defRPr sz="1400" b="0" i="0" u="none" strike="noStrike" cap="none">
                <a:solidFill>
                  <a:schemeClr val="accent1"/>
                </a:solidFill>
                <a:latin typeface="Tahoma"/>
                <a:ea typeface="Tahoma"/>
                <a:cs typeface="Tahoma"/>
                <a:sym typeface="Tahoma"/>
              </a:defRPr>
            </a:lvl1pPr>
            <a:lvl2pPr marR="0" lvl="1" algn="l" rtl="0">
              <a:spcBef>
                <a:spcPts val="0"/>
              </a:spcBef>
              <a:spcAft>
                <a:spcPts val="0"/>
              </a:spcAft>
              <a:buSzPts val="1400"/>
              <a:buNone/>
              <a:defRPr sz="24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24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24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24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24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24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24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2400" b="0" i="0" u="none" strike="noStrike" cap="none">
                <a:solidFill>
                  <a:schemeClr val="dk1"/>
                </a:solidFill>
                <a:latin typeface="Tahoma"/>
                <a:ea typeface="Tahoma"/>
                <a:cs typeface="Tahoma"/>
                <a:sym typeface="Tahoma"/>
              </a:defRPr>
            </a:lvl9pPr>
          </a:lstStyle>
          <a:p>
            <a:endParaRPr/>
          </a:p>
        </p:txBody>
      </p:sp>
      <p:sp>
        <p:nvSpPr>
          <p:cNvPr id="14" name="Google Shape;14;p1"/>
          <p:cNvSpPr txBox="1">
            <a:spLocks noGrp="1"/>
          </p:cNvSpPr>
          <p:nvPr>
            <p:ph type="sldNum" idx="12"/>
          </p:nvPr>
        </p:nvSpPr>
        <p:spPr>
          <a:xfrm>
            <a:off x="6781800" y="6324600"/>
            <a:ext cx="1905000" cy="457200"/>
          </a:xfrm>
          <a:prstGeom prst="rect">
            <a:avLst/>
          </a:prstGeom>
          <a:noFill/>
          <a:ln>
            <a:noFill/>
          </a:ln>
        </p:spPr>
        <p:txBody>
          <a:bodyPr spcFirstLastPara="1" wrap="square" lIns="91425" tIns="45700" rIns="91425" bIns="45700" anchor="b" anchorCtr="0">
            <a:noAutofit/>
          </a:bodyPr>
          <a:lstStyle>
            <a:lvl1pPr marL="0" marR="0" lvl="0" indent="0" algn="r" rtl="0">
              <a:spcBef>
                <a:spcPts val="0"/>
              </a:spcBef>
              <a:spcAft>
                <a:spcPts val="0"/>
              </a:spcAft>
              <a:buNone/>
              <a:defRPr sz="1400" b="0" i="0" u="none" strike="noStrike" cap="none">
                <a:solidFill>
                  <a:schemeClr val="accent1"/>
                </a:solidFill>
                <a:latin typeface="Tahoma"/>
                <a:ea typeface="Tahoma"/>
                <a:cs typeface="Tahoma"/>
                <a:sym typeface="Tahoma"/>
              </a:defRPr>
            </a:lvl1pPr>
            <a:lvl2pPr marL="0" marR="0" lvl="1" indent="0" algn="r" rtl="0">
              <a:spcBef>
                <a:spcPts val="0"/>
              </a:spcBef>
              <a:spcAft>
                <a:spcPts val="0"/>
              </a:spcAft>
              <a:buNone/>
              <a:defRPr sz="1400" b="0" i="0" u="none" strike="noStrike" cap="none">
                <a:solidFill>
                  <a:schemeClr val="accent1"/>
                </a:solidFill>
                <a:latin typeface="Tahoma"/>
                <a:ea typeface="Tahoma"/>
                <a:cs typeface="Tahoma"/>
                <a:sym typeface="Tahoma"/>
              </a:defRPr>
            </a:lvl2pPr>
            <a:lvl3pPr marL="0" marR="0" lvl="2" indent="0" algn="r" rtl="0">
              <a:spcBef>
                <a:spcPts val="0"/>
              </a:spcBef>
              <a:spcAft>
                <a:spcPts val="0"/>
              </a:spcAft>
              <a:buNone/>
              <a:defRPr sz="1400" b="0" i="0" u="none" strike="noStrike" cap="none">
                <a:solidFill>
                  <a:schemeClr val="accent1"/>
                </a:solidFill>
                <a:latin typeface="Tahoma"/>
                <a:ea typeface="Tahoma"/>
                <a:cs typeface="Tahoma"/>
                <a:sym typeface="Tahoma"/>
              </a:defRPr>
            </a:lvl3pPr>
            <a:lvl4pPr marL="0" marR="0" lvl="3" indent="0" algn="r" rtl="0">
              <a:spcBef>
                <a:spcPts val="0"/>
              </a:spcBef>
              <a:spcAft>
                <a:spcPts val="0"/>
              </a:spcAft>
              <a:buNone/>
              <a:defRPr sz="1400" b="0" i="0" u="none" strike="noStrike" cap="none">
                <a:solidFill>
                  <a:schemeClr val="accent1"/>
                </a:solidFill>
                <a:latin typeface="Tahoma"/>
                <a:ea typeface="Tahoma"/>
                <a:cs typeface="Tahoma"/>
                <a:sym typeface="Tahoma"/>
              </a:defRPr>
            </a:lvl4pPr>
            <a:lvl5pPr marL="0" marR="0" lvl="4" indent="0" algn="r" rtl="0">
              <a:spcBef>
                <a:spcPts val="0"/>
              </a:spcBef>
              <a:spcAft>
                <a:spcPts val="0"/>
              </a:spcAft>
              <a:buNone/>
              <a:defRPr sz="1400" b="0" i="0" u="none" strike="noStrike" cap="none">
                <a:solidFill>
                  <a:schemeClr val="accent1"/>
                </a:solidFill>
                <a:latin typeface="Tahoma"/>
                <a:ea typeface="Tahoma"/>
                <a:cs typeface="Tahoma"/>
                <a:sym typeface="Tahoma"/>
              </a:defRPr>
            </a:lvl5pPr>
            <a:lvl6pPr marL="0" marR="0" lvl="5" indent="0" algn="r" rtl="0">
              <a:spcBef>
                <a:spcPts val="0"/>
              </a:spcBef>
              <a:spcAft>
                <a:spcPts val="0"/>
              </a:spcAft>
              <a:buNone/>
              <a:defRPr sz="1400" b="0" i="0" u="none" strike="noStrike" cap="none">
                <a:solidFill>
                  <a:schemeClr val="accent1"/>
                </a:solidFill>
                <a:latin typeface="Tahoma"/>
                <a:ea typeface="Tahoma"/>
                <a:cs typeface="Tahoma"/>
                <a:sym typeface="Tahoma"/>
              </a:defRPr>
            </a:lvl6pPr>
            <a:lvl7pPr marL="0" marR="0" lvl="6" indent="0" algn="r" rtl="0">
              <a:spcBef>
                <a:spcPts val="0"/>
              </a:spcBef>
              <a:spcAft>
                <a:spcPts val="0"/>
              </a:spcAft>
              <a:buNone/>
              <a:defRPr sz="1400" b="0" i="0" u="none" strike="noStrike" cap="none">
                <a:solidFill>
                  <a:schemeClr val="accent1"/>
                </a:solidFill>
                <a:latin typeface="Tahoma"/>
                <a:ea typeface="Tahoma"/>
                <a:cs typeface="Tahoma"/>
                <a:sym typeface="Tahoma"/>
              </a:defRPr>
            </a:lvl7pPr>
            <a:lvl8pPr marL="0" marR="0" lvl="7" indent="0" algn="r" rtl="0">
              <a:spcBef>
                <a:spcPts val="0"/>
              </a:spcBef>
              <a:spcAft>
                <a:spcPts val="0"/>
              </a:spcAft>
              <a:buNone/>
              <a:defRPr sz="1400" b="0" i="0" u="none" strike="noStrike" cap="none">
                <a:solidFill>
                  <a:schemeClr val="accent1"/>
                </a:solidFill>
                <a:latin typeface="Tahoma"/>
                <a:ea typeface="Tahoma"/>
                <a:cs typeface="Tahoma"/>
                <a:sym typeface="Tahoma"/>
              </a:defRPr>
            </a:lvl8pPr>
            <a:lvl9pPr marL="0" marR="0" lvl="8" indent="0" algn="r" rtl="0">
              <a:spcBef>
                <a:spcPts val="0"/>
              </a:spcBef>
              <a:spcAft>
                <a:spcPts val="0"/>
              </a:spcAft>
              <a:buNone/>
              <a:defRPr sz="1400" b="0" i="0" u="none" strike="noStrike" cap="none">
                <a:solidFill>
                  <a:schemeClr val="accent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zh-TW"/>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3"/>
          <p:cNvSpPr txBox="1">
            <a:spLocks noGrp="1"/>
          </p:cNvSpPr>
          <p:nvPr>
            <p:ph type="sldNum" idx="12"/>
          </p:nvPr>
        </p:nvSpPr>
        <p:spPr>
          <a:xfrm>
            <a:off x="6781800" y="6324600"/>
            <a:ext cx="19050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altLang="zh-TW" sz="1400" b="0" i="0" u="none" strike="noStrike" cap="none">
                <a:solidFill>
                  <a:schemeClr val="accent1"/>
                </a:solidFill>
                <a:latin typeface="Tahoma"/>
                <a:ea typeface="Tahoma"/>
                <a:cs typeface="Tahoma"/>
                <a:sym typeface="Tahoma"/>
              </a:rPr>
              <a:t>1</a:t>
            </a:fld>
            <a:endParaRPr sz="1400" b="0" i="0" u="none" strike="noStrike" cap="none">
              <a:solidFill>
                <a:schemeClr val="accent1"/>
              </a:solidFill>
              <a:latin typeface="Tahoma"/>
              <a:ea typeface="Tahoma"/>
              <a:cs typeface="Tahoma"/>
              <a:sym typeface="Tahoma"/>
            </a:endParaRPr>
          </a:p>
        </p:txBody>
      </p:sp>
      <p:sp>
        <p:nvSpPr>
          <p:cNvPr id="100" name="Google Shape;100;p13"/>
          <p:cNvSpPr txBox="1">
            <a:spLocks noGrp="1"/>
          </p:cNvSpPr>
          <p:nvPr>
            <p:ph type="title"/>
          </p:nvPr>
        </p:nvSpPr>
        <p:spPr>
          <a:xfrm>
            <a:off x="533400" y="381000"/>
            <a:ext cx="7772400" cy="9144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ltLang="zh-TW" b="1" dirty="0">
                <a:latin typeface="Times New Roman"/>
                <a:ea typeface="Times New Roman"/>
                <a:cs typeface="Times New Roman"/>
                <a:sym typeface="Times New Roman"/>
              </a:rPr>
              <a:t>10703 : Free Spots</a:t>
            </a:r>
            <a:endParaRPr lang="en-US" dirty="0"/>
          </a:p>
        </p:txBody>
      </p:sp>
      <p:sp>
        <p:nvSpPr>
          <p:cNvPr id="101" name="Google Shape;101;p13"/>
          <p:cNvSpPr txBox="1">
            <a:spLocks noGrp="1"/>
          </p:cNvSpPr>
          <p:nvPr>
            <p:ph type="body" idx="1"/>
          </p:nvPr>
        </p:nvSpPr>
        <p:spPr>
          <a:xfrm>
            <a:off x="381000" y="1447800"/>
            <a:ext cx="8077200" cy="4789488"/>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440"/>
              <a:buChar char="■"/>
            </a:pPr>
            <a:r>
              <a:rPr lang="zh-TW" sz="2400" dirty="0">
                <a:solidFill>
                  <a:schemeClr val="hlink"/>
                </a:solidFill>
                <a:latin typeface="Times New Roman"/>
                <a:ea typeface="Times New Roman"/>
                <a:cs typeface="Times New Roman"/>
                <a:sym typeface="Times New Roman"/>
              </a:rPr>
              <a:t>★☆☆☆☆</a:t>
            </a:r>
            <a:endParaRPr dirty="0"/>
          </a:p>
          <a:p>
            <a:pPr marL="342900" lvl="0" indent="-342900" algn="l" rtl="0">
              <a:spcBef>
                <a:spcPts val="480"/>
              </a:spcBef>
              <a:spcAft>
                <a:spcPts val="0"/>
              </a:spcAft>
              <a:buSzPts val="1440"/>
              <a:buChar char="■"/>
            </a:pPr>
            <a:r>
              <a:rPr lang="zh-TW" sz="2400" b="1" dirty="0">
                <a:solidFill>
                  <a:srgbClr val="3BA943"/>
                </a:solidFill>
                <a:latin typeface="標楷體" panose="03000509000000000000" pitchFamily="65" charset="-120"/>
                <a:ea typeface="標楷體" panose="03000509000000000000" pitchFamily="65" charset="-120"/>
                <a:cs typeface="Times New Roman"/>
                <a:sym typeface="Times New Roman"/>
              </a:rPr>
              <a:t>題組：</a:t>
            </a:r>
            <a:r>
              <a:rPr lang="en-US" altLang="zh-TW" sz="2400" dirty="0">
                <a:latin typeface="Times New Roman"/>
                <a:ea typeface="Times New Roman"/>
                <a:cs typeface="Times New Roman"/>
                <a:sym typeface="Times New Roman"/>
              </a:rPr>
              <a:t>Contest</a:t>
            </a:r>
            <a:r>
              <a:rPr lang="zh-TW" sz="2400" dirty="0">
                <a:latin typeface="Times New Roman"/>
                <a:ea typeface="Times New Roman"/>
                <a:cs typeface="Times New Roman"/>
                <a:sym typeface="Times New Roman"/>
              </a:rPr>
              <a:t> Archive with Online Judge</a:t>
            </a:r>
            <a:endParaRPr dirty="0"/>
          </a:p>
          <a:p>
            <a:pPr marL="342900" lvl="0" indent="-342900" algn="l" rtl="0">
              <a:spcBef>
                <a:spcPts val="480"/>
              </a:spcBef>
              <a:spcAft>
                <a:spcPts val="0"/>
              </a:spcAft>
              <a:buSzPts val="1440"/>
              <a:buChar char="■"/>
            </a:pPr>
            <a:r>
              <a:rPr lang="zh-TW" sz="2400" b="1" dirty="0">
                <a:solidFill>
                  <a:srgbClr val="3BA943"/>
                </a:solidFill>
                <a:latin typeface="標楷體" panose="03000509000000000000" pitchFamily="65" charset="-120"/>
                <a:ea typeface="標楷體" panose="03000509000000000000" pitchFamily="65" charset="-120"/>
                <a:cs typeface="Times New Roman"/>
                <a:sym typeface="Times New Roman"/>
              </a:rPr>
              <a:t>題號：</a:t>
            </a:r>
            <a:r>
              <a:rPr lang="en-US" altLang="zh-TW" sz="2400" dirty="0">
                <a:latin typeface="Times New Roman"/>
                <a:ea typeface="Times New Roman"/>
                <a:cs typeface="Times New Roman"/>
                <a:sym typeface="Times New Roman"/>
              </a:rPr>
              <a:t>10703 : Free Spots</a:t>
            </a:r>
          </a:p>
          <a:p>
            <a:pPr marL="342900" lvl="0" indent="-342900" algn="l" rtl="0">
              <a:spcBef>
                <a:spcPts val="480"/>
              </a:spcBef>
              <a:spcAft>
                <a:spcPts val="0"/>
              </a:spcAft>
              <a:buSzPts val="1440"/>
              <a:buChar char="■"/>
            </a:pPr>
            <a:r>
              <a:rPr lang="zh-TW" sz="2400" b="1" dirty="0">
                <a:solidFill>
                  <a:srgbClr val="3BA943"/>
                </a:solidFill>
                <a:latin typeface="標楷體" panose="03000509000000000000" pitchFamily="65" charset="-120"/>
                <a:ea typeface="標楷體" panose="03000509000000000000" pitchFamily="65" charset="-120"/>
                <a:cs typeface="Times New Roman"/>
                <a:sym typeface="Times New Roman"/>
              </a:rPr>
              <a:t>解題者：</a:t>
            </a:r>
            <a:r>
              <a:rPr lang="zh-TW" altLang="en-US" sz="2400" dirty="0">
                <a:latin typeface="標楷體" panose="03000509000000000000" pitchFamily="65" charset="-120"/>
                <a:ea typeface="標楷體" panose="03000509000000000000" pitchFamily="65" charset="-120"/>
                <a:cs typeface="Times New Roman"/>
                <a:sym typeface="Times New Roman"/>
              </a:rPr>
              <a:t>蔡宇傑</a:t>
            </a:r>
            <a:endParaRPr sz="2400" dirty="0">
              <a:latin typeface="標楷體" panose="03000509000000000000" pitchFamily="65" charset="-120"/>
              <a:ea typeface="標楷體" panose="03000509000000000000" pitchFamily="65" charset="-120"/>
              <a:cs typeface="Times New Roman"/>
              <a:sym typeface="Times New Roman"/>
            </a:endParaRPr>
          </a:p>
          <a:p>
            <a:pPr marL="342900" lvl="0" indent="-342900" algn="l" rtl="0">
              <a:spcBef>
                <a:spcPts val="480"/>
              </a:spcBef>
              <a:spcAft>
                <a:spcPts val="0"/>
              </a:spcAft>
              <a:buSzPts val="1440"/>
              <a:buChar char="■"/>
            </a:pPr>
            <a:r>
              <a:rPr lang="zh-TW" sz="2400" b="1" dirty="0">
                <a:solidFill>
                  <a:srgbClr val="3BA943"/>
                </a:solidFill>
                <a:latin typeface="標楷體" panose="03000509000000000000" pitchFamily="65" charset="-120"/>
                <a:ea typeface="標楷體" panose="03000509000000000000" pitchFamily="65" charset="-120"/>
                <a:cs typeface="Times New Roman"/>
                <a:sym typeface="Times New Roman"/>
              </a:rPr>
              <a:t>解題日期：</a:t>
            </a:r>
            <a:r>
              <a:rPr lang="zh-TW" sz="2400" dirty="0">
                <a:latin typeface="Times New Roman" panose="02020603050405020304" pitchFamily="18" charset="0"/>
                <a:ea typeface="標楷體" panose="03000509000000000000" pitchFamily="65" charset="-120"/>
                <a:cs typeface="Times New Roman" panose="02020603050405020304" pitchFamily="18" charset="0"/>
                <a:sym typeface="Times New Roman"/>
              </a:rPr>
              <a:t>2</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Times New Roman"/>
              </a:rPr>
              <a:t>024</a:t>
            </a:r>
            <a:r>
              <a:rPr lang="zh-TW" sz="2400" dirty="0">
                <a:latin typeface="Times New Roman" panose="02020603050405020304" pitchFamily="18" charset="0"/>
                <a:ea typeface="標楷體" panose="03000509000000000000" pitchFamily="65" charset="-120"/>
                <a:cs typeface="Times New Roman" panose="02020603050405020304" pitchFamily="18" charset="0"/>
                <a:sym typeface="Times New Roman"/>
              </a:rPr>
              <a:t>年</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Times New Roman"/>
              </a:rPr>
              <a:t>3</a:t>
            </a:r>
            <a:r>
              <a:rPr lang="zh-TW" sz="2400" dirty="0">
                <a:latin typeface="Times New Roman" panose="02020603050405020304" pitchFamily="18" charset="0"/>
                <a:ea typeface="標楷體" panose="03000509000000000000" pitchFamily="65" charset="-120"/>
                <a:cs typeface="Times New Roman" panose="02020603050405020304" pitchFamily="18" charset="0"/>
                <a:sym typeface="Times New Roman"/>
              </a:rPr>
              <a:t>月</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Times New Roman"/>
              </a:rPr>
              <a:t>14</a:t>
            </a:r>
            <a:r>
              <a:rPr lang="zh-TW" sz="2400" dirty="0">
                <a:latin typeface="Times New Roman" panose="02020603050405020304" pitchFamily="18" charset="0"/>
                <a:ea typeface="標楷體" panose="03000509000000000000" pitchFamily="65" charset="-120"/>
                <a:cs typeface="Times New Roman" panose="02020603050405020304" pitchFamily="18" charset="0"/>
                <a:sym typeface="Times New Roman"/>
              </a:rPr>
              <a:t>日</a:t>
            </a:r>
            <a:endParaRPr sz="2400" dirty="0">
              <a:latin typeface="Times New Roman" panose="02020603050405020304" pitchFamily="18" charset="0"/>
              <a:ea typeface="標楷體" panose="03000509000000000000" pitchFamily="65" charset="-120"/>
              <a:cs typeface="Times New Roman" panose="02020603050405020304" pitchFamily="18" charset="0"/>
              <a:sym typeface="Times New Roman"/>
            </a:endParaRPr>
          </a:p>
          <a:p>
            <a:pPr marL="342900" lvl="0" indent="-342900" algn="l" rtl="0">
              <a:spcBef>
                <a:spcPts val="480"/>
              </a:spcBef>
              <a:spcAft>
                <a:spcPts val="0"/>
              </a:spcAft>
              <a:buSzPts val="1440"/>
              <a:buChar char="■"/>
            </a:pPr>
            <a:r>
              <a:rPr lang="zh-TW" sz="2400" b="1" dirty="0">
                <a:solidFill>
                  <a:srgbClr val="3BA943"/>
                </a:solidFill>
                <a:latin typeface="標楷體" panose="03000509000000000000" pitchFamily="65" charset="-120"/>
                <a:ea typeface="標楷體" panose="03000509000000000000" pitchFamily="65" charset="-120"/>
                <a:cs typeface="Times New Roman"/>
                <a:sym typeface="Times New Roman"/>
              </a:rPr>
              <a:t>題意：</a:t>
            </a:r>
            <a:r>
              <a:rPr lang="zh-TW" sz="2400" dirty="0">
                <a:latin typeface="Times New Roman" panose="02020603050405020304" pitchFamily="18" charset="0"/>
                <a:ea typeface="標楷體" panose="03000509000000000000" pitchFamily="65" charset="-120"/>
                <a:cs typeface="Times New Roman" panose="02020603050405020304" pitchFamily="18" charset="0"/>
                <a:sym typeface="Times New Roman"/>
              </a:rPr>
              <a:t>給</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Times New Roman"/>
              </a:rPr>
              <a:t>定一個</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Times New Roman"/>
              </a:rPr>
              <a:t>W(</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Times New Roman"/>
              </a:rPr>
              <a:t>寬</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Times New Roman"/>
              </a:rPr>
              <a:t>)</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Times New Roman"/>
              </a:rPr>
              <a:t>*</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Times New Roman"/>
              </a:rPr>
              <a:t>H(</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Times New Roman"/>
              </a:rPr>
              <a:t>高</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Times New Roman"/>
              </a:rPr>
              <a:t>)</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Times New Roman"/>
              </a:rPr>
              <a:t>的主要板子，和一堆四邊形子板，回傳主要板子上沒有被覆蓋到的點座標。        </a:t>
            </a:r>
            <a:endPar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Times New Roman"/>
            </a:endParaRPr>
          </a:p>
          <a:p>
            <a:pPr marL="342900" lvl="0" indent="-342900" algn="l" rtl="0">
              <a:spcBef>
                <a:spcPts val="480"/>
              </a:spcBef>
              <a:spcAft>
                <a:spcPts val="0"/>
              </a:spcAft>
              <a:buSzPts val="1440"/>
              <a:buChar char="■"/>
            </a:pPr>
            <a:endPar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Times New Roman"/>
            </a:endParaRPr>
          </a:p>
          <a:p>
            <a:pPr marL="0" lvl="0" indent="0" algn="l" rtl="0">
              <a:spcBef>
                <a:spcPts val="480"/>
              </a:spcBef>
              <a:spcAft>
                <a:spcPts val="0"/>
              </a:spcAft>
              <a:buSzPts val="1440"/>
              <a:buNone/>
            </a:pP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Times New Roman"/>
              </a:rPr>
              <a:t>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Times New Roman"/>
              </a:rPr>
              <a:t>input: W,H,N,x1,y1,x2,y2;1&lt;=W,H&lt;=500 </a:t>
            </a:r>
          </a:p>
          <a:p>
            <a:pPr marL="0" lvl="0" indent="0" algn="l" rtl="0">
              <a:spcBef>
                <a:spcPts val="480"/>
              </a:spcBef>
              <a:spcAft>
                <a:spcPts val="0"/>
              </a:spcAft>
              <a:buSzPts val="1440"/>
              <a:buNone/>
            </a:pP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Times New Roman"/>
              </a:rPr>
              <a:t>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Times New Roman"/>
              </a:rPr>
              <a:t>W</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Times New Roman"/>
              </a:rPr>
              <a:t>為寬、</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Times New Roman"/>
              </a:rPr>
              <a:t>H</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Times New Roman"/>
              </a:rPr>
              <a:t>為高、</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Times New Roman"/>
              </a:rPr>
              <a:t>N</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Times New Roman"/>
              </a:rPr>
              <a:t>為輸入的子板數量、</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Times New Roman"/>
              </a:rPr>
              <a:t>(x1,y1)</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Times New Roman"/>
              </a:rPr>
              <a:t>、</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Times New Roman"/>
              </a:rPr>
              <a:t>(x2,y2)</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Times New Roman"/>
              </a:rPr>
              <a:t>  </a:t>
            </a:r>
            <a:endPar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Times New Roman"/>
            </a:endParaRPr>
          </a:p>
          <a:p>
            <a:pPr marL="0" lvl="0" indent="0" algn="l" rtl="0">
              <a:spcBef>
                <a:spcPts val="480"/>
              </a:spcBef>
              <a:spcAft>
                <a:spcPts val="0"/>
              </a:spcAft>
              <a:buSzPts val="1440"/>
              <a:buNone/>
            </a:pP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Times New Roman"/>
              </a:rPr>
              <a:t>     為子板的隨機兩個點座標。遇到</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Times New Roman"/>
              </a:rPr>
              <a:t>0</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Times New Roman"/>
              </a:rPr>
              <a:t>視為輸入結束。</a:t>
            </a:r>
            <a:endPar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Times New Roman"/>
            </a:endParaRPr>
          </a:p>
          <a:p>
            <a:pPr marL="342900" lvl="0" indent="-342900" algn="l" rtl="0">
              <a:spcBef>
                <a:spcPts val="480"/>
              </a:spcBef>
              <a:spcAft>
                <a:spcPts val="0"/>
              </a:spcAft>
              <a:buSzPts val="1440"/>
              <a:buChar char="■"/>
            </a:pP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14"/>
          <p:cNvSpPr txBox="1">
            <a:spLocks noGrp="1"/>
          </p:cNvSpPr>
          <p:nvPr>
            <p:ph type="sldNum" idx="12"/>
          </p:nvPr>
        </p:nvSpPr>
        <p:spPr>
          <a:xfrm>
            <a:off x="6781800" y="6324600"/>
            <a:ext cx="19050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altLang="zh-TW" sz="1400" b="0" i="0" u="none" strike="noStrike" cap="none">
                <a:solidFill>
                  <a:schemeClr val="accent1"/>
                </a:solidFill>
                <a:latin typeface="Tahoma"/>
                <a:ea typeface="Tahoma"/>
                <a:cs typeface="Tahoma"/>
                <a:sym typeface="Tahoma"/>
              </a:rPr>
              <a:t>2</a:t>
            </a:fld>
            <a:endParaRPr sz="1400" b="0" i="0" u="none" strike="noStrike" cap="none">
              <a:solidFill>
                <a:schemeClr val="accent1"/>
              </a:solidFill>
              <a:latin typeface="Tahoma"/>
              <a:ea typeface="Tahoma"/>
              <a:cs typeface="Tahoma"/>
              <a:sym typeface="Tahoma"/>
            </a:endParaRPr>
          </a:p>
        </p:txBody>
      </p:sp>
      <p:sp>
        <p:nvSpPr>
          <p:cNvPr id="108" name="Google Shape;108;p14"/>
          <p:cNvSpPr txBox="1">
            <a:spLocks noGrp="1"/>
          </p:cNvSpPr>
          <p:nvPr>
            <p:ph type="body" idx="1"/>
          </p:nvPr>
        </p:nvSpPr>
        <p:spPr>
          <a:xfrm>
            <a:off x="381000" y="685800"/>
            <a:ext cx="8077200" cy="5622925"/>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SzPts val="1440"/>
              <a:buChar char="■"/>
            </a:pPr>
            <a:r>
              <a:rPr lang="zh-TW" sz="2400" b="1" dirty="0">
                <a:solidFill>
                  <a:srgbClr val="3BA943"/>
                </a:solidFill>
                <a:latin typeface="標楷體" panose="03000509000000000000" pitchFamily="65" charset="-120"/>
                <a:ea typeface="標楷體" panose="03000509000000000000" pitchFamily="65" charset="-120"/>
                <a:cs typeface="Times New Roman"/>
                <a:sym typeface="Times New Roman"/>
              </a:rPr>
              <a:t>題意範例：</a:t>
            </a:r>
            <a:r>
              <a:rPr lang="zh-TW" sz="2400" dirty="0">
                <a:solidFill>
                  <a:srgbClr val="3BA943"/>
                </a:solidFill>
                <a:latin typeface="標楷體" panose="03000509000000000000" pitchFamily="65" charset="-120"/>
                <a:ea typeface="標楷體" panose="03000509000000000000" pitchFamily="65" charset="-120"/>
                <a:cs typeface="Times New Roman"/>
                <a:sym typeface="Times New Roman"/>
              </a:rPr>
              <a:t> </a:t>
            </a:r>
            <a:r>
              <a:rPr lang="zh-TW" sz="2400" dirty="0">
                <a:latin typeface="Times New Roman" panose="02020603050405020304" pitchFamily="18" charset="0"/>
                <a:ea typeface="Times New Roman"/>
                <a:cs typeface="Times New Roman" panose="02020603050405020304" pitchFamily="18" charset="0"/>
                <a:sym typeface="Times New Roman"/>
              </a:rPr>
              <a:t>1 </a:t>
            </a:r>
            <a:r>
              <a:rPr lang="en-US" altLang="zh-TW" sz="2400" dirty="0">
                <a:latin typeface="Times New Roman" panose="02020603050405020304" pitchFamily="18" charset="0"/>
                <a:ea typeface="Times New Roman"/>
                <a:cs typeface="Times New Roman" panose="02020603050405020304" pitchFamily="18" charset="0"/>
                <a:sym typeface="Times New Roman"/>
              </a:rPr>
              <a:t>1 1                                                                                                        		  </a:t>
            </a:r>
            <a:r>
              <a:rPr lang="zh-TW" altLang="en-US" sz="2400" dirty="0">
                <a:latin typeface="Times New Roman" panose="02020603050405020304" pitchFamily="18" charset="0"/>
                <a:ea typeface="Times New Roman"/>
                <a:cs typeface="Times New Roman" panose="02020603050405020304" pitchFamily="18" charset="0"/>
                <a:sym typeface="Times New Roman"/>
              </a:rPr>
              <a:t> </a:t>
            </a:r>
            <a:r>
              <a:rPr lang="en-US" altLang="zh-TW" sz="2400" dirty="0">
                <a:latin typeface="Times New Roman" panose="02020603050405020304" pitchFamily="18" charset="0"/>
                <a:ea typeface="Times New Roman"/>
                <a:cs typeface="Times New Roman" panose="02020603050405020304" pitchFamily="18" charset="0"/>
                <a:sym typeface="Times New Roman"/>
              </a:rPr>
              <a:t>1 1 1 1                 </a:t>
            </a:r>
            <a:r>
              <a:rPr lang="en-US" altLang="zh-TW" sz="2400" dirty="0">
                <a:latin typeface="Times New Roman" panose="02020603050405020304" pitchFamily="18" charset="0"/>
                <a:cs typeface="Times New Roman" panose="02020603050405020304" pitchFamily="18" charset="0"/>
              </a:rPr>
              <a:t>There is no empty spots.</a:t>
            </a:r>
            <a:endParaRPr lang="en-US" altLang="zh-TW" sz="2400" dirty="0">
              <a:latin typeface="Times New Roman" panose="02020603050405020304" pitchFamily="18" charset="0"/>
              <a:ea typeface="Times New Roman"/>
              <a:cs typeface="Times New Roman" panose="02020603050405020304" pitchFamily="18" charset="0"/>
              <a:sym typeface="Times New Roman"/>
            </a:endParaRPr>
          </a:p>
          <a:p>
            <a:pPr marL="0" lvl="0" indent="0" algn="l" rtl="0">
              <a:lnSpc>
                <a:spcPct val="90000"/>
              </a:lnSpc>
              <a:spcBef>
                <a:spcPts val="0"/>
              </a:spcBef>
              <a:spcAft>
                <a:spcPts val="0"/>
              </a:spcAft>
              <a:buSzPts val="1440"/>
              <a:buNone/>
            </a:pPr>
            <a:r>
              <a:rPr lang="en-US" altLang="zh-TW" sz="2400" dirty="0">
                <a:latin typeface="Times New Roman" panose="02020603050405020304" pitchFamily="18" charset="0"/>
                <a:ea typeface="Times New Roman"/>
                <a:cs typeface="Times New Roman" panose="02020603050405020304" pitchFamily="18" charset="0"/>
                <a:sym typeface="Times New Roman"/>
              </a:rPr>
              <a:t>                          </a:t>
            </a:r>
          </a:p>
          <a:p>
            <a:pPr marL="0" lvl="0" indent="0" algn="l" rtl="0">
              <a:lnSpc>
                <a:spcPct val="90000"/>
              </a:lnSpc>
              <a:spcBef>
                <a:spcPts val="0"/>
              </a:spcBef>
              <a:spcAft>
                <a:spcPts val="0"/>
              </a:spcAft>
              <a:buSzPts val="1440"/>
              <a:buNone/>
            </a:pPr>
            <a:r>
              <a:rPr lang="en-US" altLang="zh-TW" sz="2400" dirty="0">
                <a:latin typeface="Times New Roman" panose="02020603050405020304" pitchFamily="18" charset="0"/>
                <a:ea typeface="Times New Roman"/>
                <a:cs typeface="Times New Roman" panose="02020603050405020304" pitchFamily="18" charset="0"/>
                <a:sym typeface="Times New Roman"/>
              </a:rPr>
              <a:t>                           2 2 2</a:t>
            </a:r>
          </a:p>
          <a:p>
            <a:pPr marL="0" lvl="0" indent="0" algn="l" rtl="0">
              <a:lnSpc>
                <a:spcPct val="90000"/>
              </a:lnSpc>
              <a:spcBef>
                <a:spcPts val="0"/>
              </a:spcBef>
              <a:spcAft>
                <a:spcPts val="0"/>
              </a:spcAft>
              <a:buSzPts val="1440"/>
              <a:buNone/>
            </a:pPr>
            <a:r>
              <a:rPr lang="en-US" altLang="zh-TW" sz="2400" dirty="0">
                <a:latin typeface="Times New Roman" panose="02020603050405020304" pitchFamily="18" charset="0"/>
                <a:ea typeface="Times New Roman"/>
                <a:cs typeface="Times New Roman" panose="02020603050405020304" pitchFamily="18" charset="0"/>
                <a:sym typeface="Times New Roman"/>
              </a:rPr>
              <a:t>                           1 1 1 2 </a:t>
            </a:r>
          </a:p>
          <a:p>
            <a:pPr marL="0" indent="0">
              <a:lnSpc>
                <a:spcPct val="90000"/>
              </a:lnSpc>
              <a:spcBef>
                <a:spcPts val="0"/>
              </a:spcBef>
              <a:buSzPts val="1440"/>
              <a:buNone/>
            </a:pPr>
            <a:r>
              <a:rPr lang="en-US" altLang="zh-TW" sz="2400" dirty="0">
                <a:latin typeface="Times New Roman" panose="02020603050405020304" pitchFamily="18" charset="0"/>
                <a:ea typeface="Times New Roman"/>
                <a:cs typeface="Times New Roman" panose="02020603050405020304" pitchFamily="18" charset="0"/>
                <a:sym typeface="Times New Roman"/>
              </a:rPr>
              <a:t>                           1 1 2 1                 </a:t>
            </a:r>
            <a:r>
              <a:rPr lang="en-US" altLang="zh-TW" sz="2400" dirty="0">
                <a:latin typeface="Times New Roman" panose="02020603050405020304" pitchFamily="18" charset="0"/>
                <a:cs typeface="Times New Roman" panose="02020603050405020304" pitchFamily="18" charset="0"/>
              </a:rPr>
              <a:t>There is one empty spot.</a:t>
            </a:r>
          </a:p>
          <a:p>
            <a:pPr marL="0" indent="0">
              <a:lnSpc>
                <a:spcPct val="90000"/>
              </a:lnSpc>
              <a:spcBef>
                <a:spcPts val="0"/>
              </a:spcBef>
              <a:buSzPts val="1440"/>
              <a:buNone/>
            </a:pPr>
            <a:endParaRPr lang="en-US" altLang="zh-TW" sz="2400" dirty="0">
              <a:latin typeface="Times New Roman" panose="02020603050405020304" pitchFamily="18" charset="0"/>
              <a:ea typeface="Times New Roman"/>
              <a:cs typeface="Times New Roman" panose="02020603050405020304" pitchFamily="18" charset="0"/>
              <a:sym typeface="Times New Roman"/>
            </a:endParaRPr>
          </a:p>
          <a:p>
            <a:pPr marL="342900" lvl="0" indent="-342900" algn="l" rtl="0">
              <a:lnSpc>
                <a:spcPct val="90000"/>
              </a:lnSpc>
              <a:spcBef>
                <a:spcPts val="0"/>
              </a:spcBef>
              <a:spcAft>
                <a:spcPts val="0"/>
              </a:spcAft>
              <a:buSzPts val="1440"/>
              <a:buChar char="■"/>
            </a:pPr>
            <a:r>
              <a:rPr lang="zh-TW" altLang="en-US" sz="2400" b="1" dirty="0">
                <a:solidFill>
                  <a:srgbClr val="3BA943"/>
                </a:solidFill>
                <a:latin typeface="標楷體" panose="03000509000000000000" pitchFamily="65" charset="-120"/>
                <a:ea typeface="標楷體" panose="03000509000000000000" pitchFamily="65" charset="-120"/>
                <a:cs typeface="Times New Roman"/>
                <a:sym typeface="Times New Roman"/>
              </a:rPr>
              <a:t>解法：</a:t>
            </a:r>
            <a:r>
              <a:rPr lang="zh-TW" altLang="en-US" sz="2400" dirty="0">
                <a:latin typeface="標楷體" panose="03000509000000000000" pitchFamily="65" charset="-120"/>
                <a:ea typeface="標楷體" panose="03000509000000000000" pitchFamily="65" charset="-120"/>
                <a:cs typeface="Times New Roman"/>
                <a:sym typeface="Times New Roman"/>
              </a:rPr>
              <a:t>用使用陣列紀錄輸入的子板座標，有覆蓋到的點座標設為</a:t>
            </a:r>
            <a:r>
              <a:rPr lang="en-US" altLang="zh-TW" sz="2400" dirty="0">
                <a:latin typeface="標楷體" panose="03000509000000000000" pitchFamily="65" charset="-120"/>
                <a:ea typeface="標楷體" panose="03000509000000000000" pitchFamily="65" charset="-120"/>
                <a:cs typeface="Times New Roman"/>
                <a:sym typeface="Times New Roman"/>
              </a:rPr>
              <a:t>1</a:t>
            </a:r>
            <a:r>
              <a:rPr lang="zh-TW" altLang="en-US" sz="2400" dirty="0">
                <a:latin typeface="標楷體" panose="03000509000000000000" pitchFamily="65" charset="-120"/>
                <a:ea typeface="標楷體" panose="03000509000000000000" pitchFamily="65" charset="-120"/>
                <a:cs typeface="Times New Roman"/>
                <a:sym typeface="Times New Roman"/>
              </a:rPr>
              <a:t>，否則為</a:t>
            </a:r>
            <a:r>
              <a:rPr lang="en-US" altLang="zh-TW" sz="2400" dirty="0">
                <a:latin typeface="標楷體" panose="03000509000000000000" pitchFamily="65" charset="-120"/>
                <a:ea typeface="標楷體" panose="03000509000000000000" pitchFamily="65" charset="-120"/>
                <a:cs typeface="Times New Roman"/>
                <a:sym typeface="Times New Roman"/>
              </a:rPr>
              <a:t>0</a:t>
            </a:r>
            <a:r>
              <a:rPr lang="zh-TW" altLang="en-US" sz="2400" dirty="0">
                <a:latin typeface="標楷體" panose="03000509000000000000" pitchFamily="65" charset="-120"/>
                <a:ea typeface="標楷體" panose="03000509000000000000" pitchFamily="65" charset="-120"/>
                <a:cs typeface="Times New Roman"/>
                <a:sym typeface="Times New Roman"/>
              </a:rPr>
              <a:t>。使用迴圈走訪子板當中的點座標，當輸入完成後只要計算</a:t>
            </a:r>
            <a:r>
              <a:rPr lang="en-US" altLang="zh-TW" sz="2400" dirty="0">
                <a:latin typeface="標楷體" panose="03000509000000000000" pitchFamily="65" charset="-120"/>
                <a:ea typeface="標楷體" panose="03000509000000000000" pitchFamily="65" charset="-120"/>
                <a:cs typeface="Times New Roman"/>
                <a:sym typeface="Times New Roman"/>
              </a:rPr>
              <a:t>0</a:t>
            </a:r>
            <a:r>
              <a:rPr lang="zh-TW" altLang="en-US" sz="2400" dirty="0">
                <a:latin typeface="標楷體" panose="03000509000000000000" pitchFamily="65" charset="-120"/>
                <a:ea typeface="標楷體" panose="03000509000000000000" pitchFamily="65" charset="-120"/>
                <a:cs typeface="Times New Roman"/>
                <a:sym typeface="Times New Roman"/>
              </a:rPr>
              <a:t>有多少點即可算出答案。</a:t>
            </a:r>
            <a:endParaRPr lang="zh-TW" altLang="en-US" sz="2400" b="1" dirty="0">
              <a:solidFill>
                <a:srgbClr val="3BA943"/>
              </a:solidFill>
              <a:latin typeface="標楷體" panose="03000509000000000000" pitchFamily="65" charset="-120"/>
              <a:ea typeface="標楷體" panose="03000509000000000000" pitchFamily="65" charset="-120"/>
              <a:cs typeface="Times New Roman"/>
              <a:sym typeface="Times New Roman"/>
            </a:endParaRPr>
          </a:p>
          <a:p>
            <a:pPr marL="342900" lvl="0" indent="-342900" algn="l" rtl="0">
              <a:lnSpc>
                <a:spcPct val="90000"/>
              </a:lnSpc>
              <a:spcBef>
                <a:spcPts val="480"/>
              </a:spcBef>
              <a:spcAft>
                <a:spcPts val="0"/>
              </a:spcAft>
              <a:buSzPts val="1440"/>
              <a:buChar char="■"/>
            </a:pPr>
            <a:r>
              <a:rPr lang="zh-TW" altLang="en-US" sz="2400" b="1" dirty="0">
                <a:solidFill>
                  <a:srgbClr val="3BA943"/>
                </a:solidFill>
                <a:latin typeface="標楷體" panose="03000509000000000000" pitchFamily="65" charset="-120"/>
                <a:ea typeface="標楷體" panose="03000509000000000000" pitchFamily="65" charset="-120"/>
                <a:cs typeface="Times New Roman"/>
                <a:sym typeface="Times New Roman"/>
              </a:rPr>
              <a:t>解法範例：</a:t>
            </a:r>
            <a:r>
              <a:rPr lang="zh-TW" altLang="en-US" sz="2400" dirty="0">
                <a:latin typeface="標楷體" panose="03000509000000000000" pitchFamily="65" charset="-120"/>
                <a:ea typeface="標楷體" panose="03000509000000000000" pitchFamily="65" charset="-120"/>
                <a:cs typeface="Times New Roman"/>
                <a:sym typeface="Times New Roman"/>
              </a:rPr>
              <a:t>無</a:t>
            </a:r>
            <a:endParaRPr lang="zh-TW" altLang="en-US" sz="2400" b="1" dirty="0">
              <a:solidFill>
                <a:srgbClr val="3BA943"/>
              </a:solidFill>
              <a:latin typeface="標楷體" panose="03000509000000000000" pitchFamily="65" charset="-120"/>
              <a:ea typeface="標楷體" panose="03000509000000000000" pitchFamily="65" charset="-120"/>
              <a:cs typeface="Times New Roman"/>
              <a:sym typeface="Times New Roman"/>
            </a:endParaRPr>
          </a:p>
          <a:p>
            <a:pPr marL="342900" lvl="0" indent="-342900" algn="l" rtl="0">
              <a:lnSpc>
                <a:spcPct val="90000"/>
              </a:lnSpc>
              <a:spcBef>
                <a:spcPts val="480"/>
              </a:spcBef>
              <a:spcAft>
                <a:spcPts val="0"/>
              </a:spcAft>
              <a:buSzPts val="1440"/>
              <a:buChar char="■"/>
            </a:pPr>
            <a:r>
              <a:rPr lang="zh-TW" sz="2400" b="1" dirty="0">
                <a:solidFill>
                  <a:srgbClr val="3BA943"/>
                </a:solidFill>
                <a:latin typeface="標楷體" panose="03000509000000000000" pitchFamily="65" charset="-120"/>
                <a:ea typeface="標楷體" panose="03000509000000000000" pitchFamily="65" charset="-120"/>
                <a:cs typeface="Times New Roman"/>
                <a:sym typeface="Times New Roman"/>
              </a:rPr>
              <a:t>討論：</a:t>
            </a:r>
            <a:endParaRPr dirty="0">
              <a:latin typeface="標楷體" panose="03000509000000000000" pitchFamily="65" charset="-120"/>
              <a:ea typeface="標楷體" panose="03000509000000000000" pitchFamily="65" charset="-120"/>
            </a:endParaRPr>
          </a:p>
          <a:p>
            <a:pPr marL="342900" lvl="0" indent="-342900" algn="l" rtl="0">
              <a:lnSpc>
                <a:spcPct val="90000"/>
              </a:lnSpc>
              <a:spcBef>
                <a:spcPts val="480"/>
              </a:spcBef>
              <a:spcAft>
                <a:spcPts val="0"/>
              </a:spcAft>
              <a:buSzPts val="1440"/>
              <a:buFont typeface="Noto Sans Symbols"/>
              <a:buNone/>
            </a:pPr>
            <a:r>
              <a:rPr lang="zh-TW" sz="2400" dirty="0">
                <a:latin typeface="Times New Roman"/>
                <a:ea typeface="Times New Roman"/>
                <a:cs typeface="Times New Roman"/>
                <a:sym typeface="Times New Roman"/>
              </a:rPr>
              <a:t>	</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Times New Roman"/>
              </a:rPr>
              <a:t>此題值得注意的是輸入的子板點座標並不會按照左右上下大小排好給你，所以需要先判斷</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Times New Roman"/>
              </a:rPr>
              <a:t>(x1,y1)(x2,y2)</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Times New Roman"/>
              </a:rPr>
              <a:t>哪個點座標在左邊，若</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Times New Roman"/>
              </a:rPr>
              <a:t>(x2,y2)</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Times New Roman"/>
              </a:rPr>
              <a:t>在左邊則交換兩點座標，接著判斷</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Times New Roman"/>
              </a:rPr>
              <a:t>y1,y2</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Times New Roman"/>
              </a:rPr>
              <a:t>何者在上何者在下，若</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Times New Roman"/>
              </a:rPr>
              <a:t>y2</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Times New Roman"/>
              </a:rPr>
              <a:t>在下，則交換</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Times New Roman"/>
              </a:rPr>
              <a:t>y1,y2</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Times New Roman"/>
              </a:rPr>
              <a:t>。</a:t>
            </a:r>
            <a:endParaRPr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 name="箭號: 向右 1">
            <a:extLst>
              <a:ext uri="{FF2B5EF4-FFF2-40B4-BE49-F238E27FC236}">
                <a16:creationId xmlns:a16="http://schemas.microsoft.com/office/drawing/2014/main" id="{D3A11D4D-52A1-7DA1-E368-4C3221EFCE09}"/>
              </a:ext>
            </a:extLst>
          </p:cNvPr>
          <p:cNvSpPr/>
          <p:nvPr/>
        </p:nvSpPr>
        <p:spPr>
          <a:xfrm>
            <a:off x="3791527" y="1006764"/>
            <a:ext cx="434109" cy="295563"/>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3" name="箭號: 向右 2">
            <a:extLst>
              <a:ext uri="{FF2B5EF4-FFF2-40B4-BE49-F238E27FC236}">
                <a16:creationId xmlns:a16="http://schemas.microsoft.com/office/drawing/2014/main" id="{747EC5C4-60F2-4CBF-7D66-4CCDCA8132D2}"/>
              </a:ext>
            </a:extLst>
          </p:cNvPr>
          <p:cNvSpPr/>
          <p:nvPr/>
        </p:nvSpPr>
        <p:spPr>
          <a:xfrm>
            <a:off x="3791526" y="2230582"/>
            <a:ext cx="434109" cy="295563"/>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zh-TW" altLang="en-US"/>
          </a:p>
        </p:txBody>
      </p:sp>
      <p:pic>
        <p:nvPicPr>
          <p:cNvPr id="7" name="圖片 6" descr="一張含有 圖表, 行, 設計 的圖片&#10;&#10;自動產生的描述">
            <a:extLst>
              <a:ext uri="{FF2B5EF4-FFF2-40B4-BE49-F238E27FC236}">
                <a16:creationId xmlns:a16="http://schemas.microsoft.com/office/drawing/2014/main" id="{E0638385-483E-53D6-1918-357C42E18B6C}"/>
              </a:ext>
            </a:extLst>
          </p:cNvPr>
          <p:cNvPicPr>
            <a:picLocks noChangeAspect="1"/>
          </p:cNvPicPr>
          <p:nvPr/>
        </p:nvPicPr>
        <p:blipFill>
          <a:blip r:embed="rId3"/>
          <a:stretch>
            <a:fillRect/>
          </a:stretch>
        </p:blipFill>
        <p:spPr>
          <a:xfrm>
            <a:off x="471101" y="1277833"/>
            <a:ext cx="1974146" cy="1744246"/>
          </a:xfrm>
          <a:prstGeom prst="rect">
            <a:avLst/>
          </a:prstGeom>
        </p:spPr>
      </p:pic>
    </p:spTree>
  </p:cSld>
  <p:clrMapOvr>
    <a:masterClrMapping/>
  </p:clrMapOvr>
</p:sld>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267</TotalTime>
  <Words>318</Words>
  <Application>Microsoft Office PowerPoint</Application>
  <PresentationFormat>如螢幕大小 (4:3)</PresentationFormat>
  <Paragraphs>25</Paragraphs>
  <Slides>2</Slides>
  <Notes>2</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2</vt:i4>
      </vt:variant>
    </vt:vector>
  </HeadingPairs>
  <TitlesOfParts>
    <vt:vector size="8" baseType="lpstr">
      <vt:lpstr>Noto Sans Symbols</vt:lpstr>
      <vt:lpstr>標楷體</vt:lpstr>
      <vt:lpstr>Arial</vt:lpstr>
      <vt:lpstr>Tahoma</vt:lpstr>
      <vt:lpstr>Times New Roman</vt:lpstr>
      <vt:lpstr>Blends</vt:lpstr>
      <vt:lpstr>10703 : Free Spots</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10703 : Free Spots</dc:title>
  <cp:lastModifiedBy>宇傑 蔡</cp:lastModifiedBy>
  <cp:revision>5</cp:revision>
  <dcterms:modified xsi:type="dcterms:W3CDTF">2024-03-14T05:01:23Z</dcterms:modified>
</cp:coreProperties>
</file>