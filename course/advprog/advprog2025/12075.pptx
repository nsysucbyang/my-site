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
  </p:notesMasterIdLst>
  <p:sldIdLst>
    <p:sldId id="307" r:id="rId2"/>
    <p:sldId id="311" r:id="rId3"/>
    <p:sldId id="312" r:id="rId4"/>
    <p:sldId id="310" r:id="rId5"/>
  </p:sldIdLst>
  <p:sldSz cx="9144000" cy="6858000" type="screen4x3"/>
  <p:notesSz cx="6832600" cy="9963150"/>
  <p:defaultTextStyle>
    <a:defPPr>
      <a:defRPr lang="en-US"/>
    </a:defPPr>
    <a:lvl1pPr algn="l" rtl="0" eaLnBrk="0" fontAlgn="base" hangingPunct="0">
      <a:spcBef>
        <a:spcPct val="0"/>
      </a:spcBef>
      <a:spcAft>
        <a:spcPct val="0"/>
      </a:spcAft>
      <a:defRPr kumimoji="1" sz="2400" kern="1200">
        <a:solidFill>
          <a:schemeClr val="tx1"/>
        </a:solidFill>
        <a:latin typeface="Tahoma" panose="020B060403050404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sz="2400" kern="1200">
        <a:solidFill>
          <a:schemeClr val="tx1"/>
        </a:solidFill>
        <a:latin typeface="Tahoma" panose="020B060403050404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sz="2400" kern="1200">
        <a:solidFill>
          <a:schemeClr val="tx1"/>
        </a:solidFill>
        <a:latin typeface="Tahoma" panose="020B060403050404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sz="2400" kern="1200">
        <a:solidFill>
          <a:schemeClr val="tx1"/>
        </a:solidFill>
        <a:latin typeface="Tahoma" panose="020B060403050404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sz="2400" kern="1200">
        <a:solidFill>
          <a:schemeClr val="tx1"/>
        </a:solidFill>
        <a:latin typeface="Tahoma" panose="020B0604030504040204" pitchFamily="34" charset="0"/>
        <a:ea typeface="新細明體" panose="02020500000000000000" pitchFamily="18" charset="-120"/>
        <a:cs typeface="+mn-cs"/>
      </a:defRPr>
    </a:lvl5pPr>
    <a:lvl6pPr marL="2286000" algn="l" defTabSz="914400" rtl="0" eaLnBrk="1" latinLnBrk="0" hangingPunct="1">
      <a:defRPr kumimoji="1" sz="2400" kern="1200">
        <a:solidFill>
          <a:schemeClr val="tx1"/>
        </a:solidFill>
        <a:latin typeface="Tahoma" panose="020B0604030504040204" pitchFamily="34" charset="0"/>
        <a:ea typeface="新細明體" panose="02020500000000000000" pitchFamily="18" charset="-120"/>
        <a:cs typeface="+mn-cs"/>
      </a:defRPr>
    </a:lvl6pPr>
    <a:lvl7pPr marL="2743200" algn="l" defTabSz="914400" rtl="0" eaLnBrk="1" latinLnBrk="0" hangingPunct="1">
      <a:defRPr kumimoji="1" sz="2400" kern="1200">
        <a:solidFill>
          <a:schemeClr val="tx1"/>
        </a:solidFill>
        <a:latin typeface="Tahoma" panose="020B0604030504040204" pitchFamily="34" charset="0"/>
        <a:ea typeface="新細明體" panose="02020500000000000000" pitchFamily="18" charset="-120"/>
        <a:cs typeface="+mn-cs"/>
      </a:defRPr>
    </a:lvl7pPr>
    <a:lvl8pPr marL="3200400" algn="l" defTabSz="914400" rtl="0" eaLnBrk="1" latinLnBrk="0" hangingPunct="1">
      <a:defRPr kumimoji="1" sz="2400" kern="1200">
        <a:solidFill>
          <a:schemeClr val="tx1"/>
        </a:solidFill>
        <a:latin typeface="Tahoma" panose="020B0604030504040204" pitchFamily="34" charset="0"/>
        <a:ea typeface="新細明體" panose="02020500000000000000" pitchFamily="18" charset="-120"/>
        <a:cs typeface="+mn-cs"/>
      </a:defRPr>
    </a:lvl8pPr>
    <a:lvl9pPr marL="3657600" algn="l" defTabSz="914400" rtl="0" eaLnBrk="1" latinLnBrk="0" hangingPunct="1">
      <a:defRPr kumimoji="1" sz="2400" kern="1200">
        <a:solidFill>
          <a:schemeClr val="tx1"/>
        </a:solidFill>
        <a:latin typeface="Tahoma" panose="020B060403050404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A943"/>
    <a:srgbClr val="20C428"/>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329" autoAdjust="0"/>
    <p:restoredTop sz="92138" autoAdjust="0"/>
  </p:normalViewPr>
  <p:slideViewPr>
    <p:cSldViewPr>
      <p:cViewPr varScale="1">
        <p:scale>
          <a:sx n="72" d="100"/>
          <a:sy n="72" d="100"/>
        </p:scale>
        <p:origin x="1334" y="67"/>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2453"/>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_rels/viewProps.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 Target="slides/slide3.xml"/><Relationship Id="rId1"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DBE36664-9E75-AE51-0F09-56B6CC11AF68}"/>
              </a:ext>
            </a:extLst>
          </p:cNvPr>
          <p:cNvSpPr>
            <a:spLocks noGrp="1" noChangeArrowheads="1"/>
          </p:cNvSpPr>
          <p:nvPr>
            <p:ph type="hdr" sz="quarter"/>
          </p:nvPr>
        </p:nvSpPr>
        <p:spPr bwMode="auto">
          <a:xfrm>
            <a:off x="0" y="0"/>
            <a:ext cx="2960688" cy="498475"/>
          </a:xfrm>
          <a:prstGeom prst="rect">
            <a:avLst/>
          </a:prstGeom>
          <a:noFill/>
          <a:ln w="9525">
            <a:noFill/>
            <a:miter lim="800000"/>
            <a:headEnd/>
            <a:tailEnd/>
          </a:ln>
          <a:effectLst/>
        </p:spPr>
        <p:txBody>
          <a:bodyPr vert="horz" wrap="square" lIns="91824" tIns="45912" rIns="91824" bIns="45912" numCol="1" anchor="t" anchorCtr="0" compatLnSpc="1">
            <a:prstTxWarp prst="textNoShape">
              <a:avLst/>
            </a:prstTxWarp>
          </a:bodyPr>
          <a:lstStyle>
            <a:lvl1pPr eaLnBrk="1" hangingPunct="1">
              <a:defRPr sz="1200"/>
            </a:lvl1pPr>
          </a:lstStyle>
          <a:p>
            <a:pPr>
              <a:defRPr/>
            </a:pPr>
            <a:endParaRPr lang="en-US" altLang="zh-TW"/>
          </a:p>
        </p:txBody>
      </p:sp>
      <p:sp>
        <p:nvSpPr>
          <p:cNvPr id="53251" name="Rectangle 3">
            <a:extLst>
              <a:ext uri="{FF2B5EF4-FFF2-40B4-BE49-F238E27FC236}">
                <a16:creationId xmlns:a16="http://schemas.microsoft.com/office/drawing/2014/main" id="{3D617C4F-2DCE-0B75-86D5-5F9829CF9EE9}"/>
              </a:ext>
            </a:extLst>
          </p:cNvPr>
          <p:cNvSpPr>
            <a:spLocks noGrp="1" noChangeArrowheads="1"/>
          </p:cNvSpPr>
          <p:nvPr>
            <p:ph type="dt" idx="1"/>
          </p:nvPr>
        </p:nvSpPr>
        <p:spPr bwMode="auto">
          <a:xfrm>
            <a:off x="3871913" y="0"/>
            <a:ext cx="2960687" cy="498475"/>
          </a:xfrm>
          <a:prstGeom prst="rect">
            <a:avLst/>
          </a:prstGeom>
          <a:noFill/>
          <a:ln w="9525">
            <a:noFill/>
            <a:miter lim="800000"/>
            <a:headEnd/>
            <a:tailEnd/>
          </a:ln>
          <a:effectLst/>
        </p:spPr>
        <p:txBody>
          <a:bodyPr vert="horz" wrap="square" lIns="91824" tIns="45912" rIns="91824" bIns="45912" numCol="1" anchor="t" anchorCtr="0" compatLnSpc="1">
            <a:prstTxWarp prst="textNoShape">
              <a:avLst/>
            </a:prstTxWarp>
          </a:bodyPr>
          <a:lstStyle>
            <a:lvl1pPr algn="r" eaLnBrk="1" hangingPunct="1">
              <a:defRPr sz="1200"/>
            </a:lvl1pPr>
          </a:lstStyle>
          <a:p>
            <a:pPr>
              <a:defRPr/>
            </a:pPr>
            <a:endParaRPr lang="en-US" altLang="zh-TW"/>
          </a:p>
        </p:txBody>
      </p:sp>
      <p:sp>
        <p:nvSpPr>
          <p:cNvPr id="3076" name="Rectangle 4">
            <a:extLst>
              <a:ext uri="{FF2B5EF4-FFF2-40B4-BE49-F238E27FC236}">
                <a16:creationId xmlns:a16="http://schemas.microsoft.com/office/drawing/2014/main" id="{7D704308-5B15-9696-9840-2678737929A1}"/>
              </a:ext>
            </a:extLst>
          </p:cNvPr>
          <p:cNvSpPr>
            <a:spLocks noGrp="1" noRot="1" noChangeAspect="1" noChangeArrowheads="1" noTextEdit="1"/>
          </p:cNvSpPr>
          <p:nvPr>
            <p:ph type="sldImg" idx="2"/>
          </p:nvPr>
        </p:nvSpPr>
        <p:spPr bwMode="auto">
          <a:xfrm>
            <a:off x="925513" y="747713"/>
            <a:ext cx="4981575" cy="3735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a:extLst>
              <a:ext uri="{FF2B5EF4-FFF2-40B4-BE49-F238E27FC236}">
                <a16:creationId xmlns:a16="http://schemas.microsoft.com/office/drawing/2014/main" id="{B8C6A4D4-1BAC-93A0-FA41-5C955309148D}"/>
              </a:ext>
            </a:extLst>
          </p:cNvPr>
          <p:cNvSpPr>
            <a:spLocks noGrp="1" noChangeArrowheads="1"/>
          </p:cNvSpPr>
          <p:nvPr>
            <p:ph type="body" sz="quarter" idx="3"/>
          </p:nvPr>
        </p:nvSpPr>
        <p:spPr bwMode="auto">
          <a:xfrm>
            <a:off x="911225" y="4732338"/>
            <a:ext cx="5010150" cy="4483100"/>
          </a:xfrm>
          <a:prstGeom prst="rect">
            <a:avLst/>
          </a:prstGeom>
          <a:noFill/>
          <a:ln w="9525">
            <a:noFill/>
            <a:miter lim="800000"/>
            <a:headEnd/>
            <a:tailEnd/>
          </a:ln>
          <a:effectLst/>
        </p:spPr>
        <p:txBody>
          <a:bodyPr vert="horz" wrap="square" lIns="91824" tIns="45912" rIns="91824" bIns="45912" numCol="1" anchor="t" anchorCtr="0" compatLnSpc="1">
            <a:prstTxWarp prst="textNoShape">
              <a:avLst/>
            </a:prstTxWarp>
          </a:bodyPr>
          <a:lstStyle/>
          <a:p>
            <a:pPr lvl="0"/>
            <a:r>
              <a:rPr lang="zh-TW" altLang="en-US" noProof="0"/>
              <a:t>按一下以編輯母片</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53254" name="Rectangle 6">
            <a:extLst>
              <a:ext uri="{FF2B5EF4-FFF2-40B4-BE49-F238E27FC236}">
                <a16:creationId xmlns:a16="http://schemas.microsoft.com/office/drawing/2014/main" id="{38E8E4FE-975B-A2E5-66A0-028B6F5BCA56}"/>
              </a:ext>
            </a:extLst>
          </p:cNvPr>
          <p:cNvSpPr>
            <a:spLocks noGrp="1" noChangeArrowheads="1"/>
          </p:cNvSpPr>
          <p:nvPr>
            <p:ph type="ftr" sz="quarter" idx="4"/>
          </p:nvPr>
        </p:nvSpPr>
        <p:spPr bwMode="auto">
          <a:xfrm>
            <a:off x="0" y="9464675"/>
            <a:ext cx="2960688" cy="498475"/>
          </a:xfrm>
          <a:prstGeom prst="rect">
            <a:avLst/>
          </a:prstGeom>
          <a:noFill/>
          <a:ln w="9525">
            <a:noFill/>
            <a:miter lim="800000"/>
            <a:headEnd/>
            <a:tailEnd/>
          </a:ln>
          <a:effectLst/>
        </p:spPr>
        <p:txBody>
          <a:bodyPr vert="horz" wrap="square" lIns="91824" tIns="45912" rIns="91824" bIns="45912" numCol="1" anchor="b" anchorCtr="0" compatLnSpc="1">
            <a:prstTxWarp prst="textNoShape">
              <a:avLst/>
            </a:prstTxWarp>
          </a:bodyPr>
          <a:lstStyle>
            <a:lvl1pPr eaLnBrk="1" hangingPunct="1">
              <a:defRPr sz="1200"/>
            </a:lvl1pPr>
          </a:lstStyle>
          <a:p>
            <a:pPr>
              <a:defRPr/>
            </a:pPr>
            <a:endParaRPr lang="en-US" altLang="zh-TW"/>
          </a:p>
        </p:txBody>
      </p:sp>
      <p:sp>
        <p:nvSpPr>
          <p:cNvPr id="53255" name="Rectangle 7">
            <a:extLst>
              <a:ext uri="{FF2B5EF4-FFF2-40B4-BE49-F238E27FC236}">
                <a16:creationId xmlns:a16="http://schemas.microsoft.com/office/drawing/2014/main" id="{9634C12D-5431-5435-5C78-437CE8352483}"/>
              </a:ext>
            </a:extLst>
          </p:cNvPr>
          <p:cNvSpPr>
            <a:spLocks noGrp="1" noChangeArrowheads="1"/>
          </p:cNvSpPr>
          <p:nvPr>
            <p:ph type="sldNum" sz="quarter" idx="5"/>
          </p:nvPr>
        </p:nvSpPr>
        <p:spPr bwMode="auto">
          <a:xfrm>
            <a:off x="3871913" y="9464675"/>
            <a:ext cx="2960687" cy="498475"/>
          </a:xfrm>
          <a:prstGeom prst="rect">
            <a:avLst/>
          </a:prstGeom>
          <a:noFill/>
          <a:ln w="9525">
            <a:noFill/>
            <a:miter lim="800000"/>
            <a:headEnd/>
            <a:tailEnd/>
          </a:ln>
          <a:effectLst/>
        </p:spPr>
        <p:txBody>
          <a:bodyPr vert="horz" wrap="square" lIns="91824" tIns="45912" rIns="91824" bIns="45912" numCol="1" anchor="b" anchorCtr="0" compatLnSpc="1">
            <a:prstTxWarp prst="textNoShape">
              <a:avLst/>
            </a:prstTxWarp>
          </a:bodyPr>
          <a:lstStyle>
            <a:lvl1pPr algn="r" eaLnBrk="1" hangingPunct="1">
              <a:defRPr sz="1200" smtClean="0"/>
            </a:lvl1pPr>
          </a:lstStyle>
          <a:p>
            <a:pPr>
              <a:defRPr/>
            </a:pPr>
            <a:fld id="{ADB5B262-0AD1-4EB1-BDDC-10092D544990}" type="slidenum">
              <a:rPr lang="zh-TW" altLang="en-US"/>
              <a:pPr>
                <a:defRPr/>
              </a:pPr>
              <a:t>‹#›</a:t>
            </a:fld>
            <a:endParaRPr lang="en-US" altLang="zh-TW"/>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charset="0"/>
        <a:ea typeface="新細明體" pitchFamily="18" charset="-120"/>
        <a:cs typeface="+mn-cs"/>
      </a:defRPr>
    </a:lvl1pPr>
    <a:lvl2pPr marL="457200" algn="l" rtl="0" eaLnBrk="0" fontAlgn="base" hangingPunct="0">
      <a:spcBef>
        <a:spcPct val="30000"/>
      </a:spcBef>
      <a:spcAft>
        <a:spcPct val="0"/>
      </a:spcAft>
      <a:defRPr kumimoji="1" sz="1200" kern="1200">
        <a:solidFill>
          <a:schemeClr val="tx1"/>
        </a:solidFill>
        <a:latin typeface="Times New Roman" charset="0"/>
        <a:ea typeface="新細明體" pitchFamily="18" charset="-120"/>
        <a:cs typeface="+mn-cs"/>
      </a:defRPr>
    </a:lvl2pPr>
    <a:lvl3pPr marL="914400" algn="l" rtl="0" eaLnBrk="0" fontAlgn="base" hangingPunct="0">
      <a:spcBef>
        <a:spcPct val="30000"/>
      </a:spcBef>
      <a:spcAft>
        <a:spcPct val="0"/>
      </a:spcAft>
      <a:defRPr kumimoji="1" sz="1200" kern="1200">
        <a:solidFill>
          <a:schemeClr val="tx1"/>
        </a:solidFill>
        <a:latin typeface="Times New Roman" charset="0"/>
        <a:ea typeface="新細明體" pitchFamily="18" charset="-120"/>
        <a:cs typeface="+mn-cs"/>
      </a:defRPr>
    </a:lvl3pPr>
    <a:lvl4pPr marL="1371600" algn="l" rtl="0" eaLnBrk="0" fontAlgn="base" hangingPunct="0">
      <a:spcBef>
        <a:spcPct val="30000"/>
      </a:spcBef>
      <a:spcAft>
        <a:spcPct val="0"/>
      </a:spcAft>
      <a:defRPr kumimoji="1" sz="1200" kern="1200">
        <a:solidFill>
          <a:schemeClr val="tx1"/>
        </a:solidFill>
        <a:latin typeface="Times New Roman" charset="0"/>
        <a:ea typeface="新細明體" pitchFamily="18" charset="-120"/>
        <a:cs typeface="+mn-cs"/>
      </a:defRPr>
    </a:lvl4pPr>
    <a:lvl5pPr marL="1828800" algn="l" rtl="0" eaLnBrk="0" fontAlgn="base" hangingPunct="0">
      <a:spcBef>
        <a:spcPct val="30000"/>
      </a:spcBef>
      <a:spcAft>
        <a:spcPct val="0"/>
      </a:spcAft>
      <a:defRPr kumimoji="1" sz="1200" kern="1200">
        <a:solidFill>
          <a:schemeClr val="tx1"/>
        </a:solidFill>
        <a:latin typeface="Times New Roman"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583D8F4A-FA6D-2622-1DC5-F0028B93DF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新細明體" panose="02020500000000000000" pitchFamily="18" charset="-120"/>
              </a:defRPr>
            </a:lvl1pPr>
            <a:lvl2pPr marL="742950" indent="-285750">
              <a:spcBef>
                <a:spcPct val="30000"/>
              </a:spcBef>
              <a:defRPr kumimoji="1" sz="1200">
                <a:solidFill>
                  <a:schemeClr val="tx1"/>
                </a:solidFill>
                <a:latin typeface="Times New Roman" panose="02020603050405020304" pitchFamily="18" charset="0"/>
                <a:ea typeface="新細明體" panose="02020500000000000000" pitchFamily="18" charset="-120"/>
              </a:defRPr>
            </a:lvl2pPr>
            <a:lvl3pPr marL="11430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3pPr>
            <a:lvl4pPr marL="16002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4pPr>
            <a:lvl5pPr marL="20574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9pPr>
          </a:lstStyle>
          <a:p>
            <a:pPr>
              <a:spcBef>
                <a:spcPct val="0"/>
              </a:spcBef>
            </a:pPr>
            <a:fld id="{EFED7940-3816-4426-A51B-4B1B54EBBDC6}" type="slidenum">
              <a:rPr lang="zh-TW" altLang="en-US">
                <a:latin typeface="Tahoma" panose="020B0604030504040204" pitchFamily="34" charset="0"/>
              </a:rPr>
              <a:pPr>
                <a:spcBef>
                  <a:spcPct val="0"/>
                </a:spcBef>
              </a:pPr>
              <a:t>1</a:t>
            </a:fld>
            <a:endParaRPr lang="en-US" altLang="zh-TW">
              <a:latin typeface="Tahoma" panose="020B0604030504040204" pitchFamily="34" charset="0"/>
            </a:endParaRPr>
          </a:p>
        </p:txBody>
      </p:sp>
      <p:sp>
        <p:nvSpPr>
          <p:cNvPr id="5123" name="Rectangle 2">
            <a:extLst>
              <a:ext uri="{FF2B5EF4-FFF2-40B4-BE49-F238E27FC236}">
                <a16:creationId xmlns:a16="http://schemas.microsoft.com/office/drawing/2014/main" id="{93D99D0A-81B7-EF85-15B2-6189C98889CA}"/>
              </a:ext>
            </a:extLst>
          </p:cNvPr>
          <p:cNvSpPr>
            <a:spLocks noGrp="1" noRot="1" noChangeAspect="1" noChangeArrowheads="1" noTextEdit="1"/>
          </p:cNvSpPr>
          <p:nvPr>
            <p:ph type="sldImg"/>
          </p:nvPr>
        </p:nvSpPr>
        <p:spPr>
          <a:solidFill>
            <a:srgbClr val="FFFFFF"/>
          </a:solidFill>
          <a:ln/>
        </p:spPr>
      </p:sp>
      <p:sp>
        <p:nvSpPr>
          <p:cNvPr id="5124" name="Rectangle 3">
            <a:extLst>
              <a:ext uri="{FF2B5EF4-FFF2-40B4-BE49-F238E27FC236}">
                <a16:creationId xmlns:a16="http://schemas.microsoft.com/office/drawing/2014/main" id="{B5C4362A-9C5D-99C2-137E-7902D01B777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zh-TW"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59C8F63C-23D6-A392-17DD-A281F13C7C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anose="020B0604030504040204" pitchFamily="34" charset="0"/>
                <a:ea typeface="新細明體" panose="02020500000000000000" pitchFamily="18" charset="-120"/>
              </a:defRPr>
            </a:lvl1pPr>
            <a:lvl2pPr marL="742950" indent="-285750" eaLnBrk="0" hangingPunct="0">
              <a:defRPr kumimoji="1" sz="2400">
                <a:solidFill>
                  <a:schemeClr val="tx1"/>
                </a:solidFill>
                <a:latin typeface="Tahoma" panose="020B0604030504040204" pitchFamily="34" charset="0"/>
                <a:ea typeface="新細明體" panose="02020500000000000000" pitchFamily="18" charset="-120"/>
              </a:defRPr>
            </a:lvl2pPr>
            <a:lvl3pPr marL="1143000" indent="-228600" eaLnBrk="0" hangingPunct="0">
              <a:defRPr kumimoji="1" sz="2400">
                <a:solidFill>
                  <a:schemeClr val="tx1"/>
                </a:solidFill>
                <a:latin typeface="Tahoma" panose="020B0604030504040204" pitchFamily="34" charset="0"/>
                <a:ea typeface="新細明體" panose="02020500000000000000" pitchFamily="18" charset="-120"/>
              </a:defRPr>
            </a:lvl3pPr>
            <a:lvl4pPr marL="1600200" indent="-228600" eaLnBrk="0" hangingPunct="0">
              <a:defRPr kumimoji="1" sz="2400">
                <a:solidFill>
                  <a:schemeClr val="tx1"/>
                </a:solidFill>
                <a:latin typeface="Tahoma" panose="020B0604030504040204" pitchFamily="34" charset="0"/>
                <a:ea typeface="新細明體" panose="02020500000000000000" pitchFamily="18" charset="-120"/>
              </a:defRPr>
            </a:lvl4pPr>
            <a:lvl5pPr marL="2057400" indent="-228600" eaLnBrk="0" hangingPunct="0">
              <a:defRPr kumimoji="1" sz="2400">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9pPr>
          </a:lstStyle>
          <a:p>
            <a:pPr eaLnBrk="1" hangingPunct="1"/>
            <a:fld id="{5FEAADEC-38D9-40BA-8F97-7C8486992CE2}" type="slidenum">
              <a:rPr lang="zh-TW" altLang="en-US" sz="1200"/>
              <a:pPr eaLnBrk="1" hangingPunct="1"/>
              <a:t>2</a:t>
            </a:fld>
            <a:endParaRPr lang="en-US" altLang="zh-TW" sz="1200"/>
          </a:p>
        </p:txBody>
      </p:sp>
      <p:sp>
        <p:nvSpPr>
          <p:cNvPr id="7171" name="Rectangle 2">
            <a:extLst>
              <a:ext uri="{FF2B5EF4-FFF2-40B4-BE49-F238E27FC236}">
                <a16:creationId xmlns:a16="http://schemas.microsoft.com/office/drawing/2014/main" id="{BE696C65-291E-F371-9ABE-AFF0897F6D2C}"/>
              </a:ext>
            </a:extLst>
          </p:cNvPr>
          <p:cNvSpPr>
            <a:spLocks noGrp="1" noRot="1" noChangeAspect="1" noChangeArrowheads="1" noTextEdit="1"/>
          </p:cNvSpPr>
          <p:nvPr>
            <p:ph type="sldImg"/>
          </p:nvPr>
        </p:nvSpPr>
        <p:spPr>
          <a:solidFill>
            <a:srgbClr val="FFFFFF"/>
          </a:solidFill>
          <a:ln/>
        </p:spPr>
      </p:sp>
      <p:sp>
        <p:nvSpPr>
          <p:cNvPr id="7172" name="Rectangle 3">
            <a:extLst>
              <a:ext uri="{FF2B5EF4-FFF2-40B4-BE49-F238E27FC236}">
                <a16:creationId xmlns:a16="http://schemas.microsoft.com/office/drawing/2014/main" id="{B7EF8567-B723-A480-95A5-C59929964256}"/>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zh-TW"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A5215-AAC3-999E-3CE0-028A252F38C1}"/>
            </a:ext>
          </a:extLst>
        </p:cNvPr>
        <p:cNvGrpSpPr/>
        <p:nvPr/>
      </p:nvGrpSpPr>
      <p:grpSpPr>
        <a:xfrm>
          <a:off x="0" y="0"/>
          <a:ext cx="0" cy="0"/>
          <a:chOff x="0" y="0"/>
          <a:chExt cx="0" cy="0"/>
        </a:xfrm>
      </p:grpSpPr>
      <p:sp>
        <p:nvSpPr>
          <p:cNvPr id="9218" name="Rectangle 7">
            <a:extLst>
              <a:ext uri="{FF2B5EF4-FFF2-40B4-BE49-F238E27FC236}">
                <a16:creationId xmlns:a16="http://schemas.microsoft.com/office/drawing/2014/main" id="{BE562F61-260E-C6AC-7229-3188F3E391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新細明體" panose="02020500000000000000" pitchFamily="18" charset="-120"/>
              </a:defRPr>
            </a:lvl1pPr>
            <a:lvl2pPr marL="742950" indent="-285750">
              <a:spcBef>
                <a:spcPct val="30000"/>
              </a:spcBef>
              <a:defRPr kumimoji="1" sz="1200">
                <a:solidFill>
                  <a:schemeClr val="tx1"/>
                </a:solidFill>
                <a:latin typeface="Times New Roman" panose="02020603050405020304" pitchFamily="18" charset="0"/>
                <a:ea typeface="新細明體" panose="02020500000000000000" pitchFamily="18" charset="-120"/>
              </a:defRPr>
            </a:lvl2pPr>
            <a:lvl3pPr marL="11430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3pPr>
            <a:lvl4pPr marL="16002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4pPr>
            <a:lvl5pPr marL="20574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9pPr>
          </a:lstStyle>
          <a:p>
            <a:pPr>
              <a:spcBef>
                <a:spcPct val="0"/>
              </a:spcBef>
            </a:pPr>
            <a:fld id="{1C65644E-545A-40E7-8F41-AFD1E64DA840}" type="slidenum">
              <a:rPr lang="zh-TW" altLang="en-US">
                <a:latin typeface="Tahoma" panose="020B0604030504040204" pitchFamily="34" charset="0"/>
              </a:rPr>
              <a:pPr>
                <a:spcBef>
                  <a:spcPct val="0"/>
                </a:spcBef>
              </a:pPr>
              <a:t>3</a:t>
            </a:fld>
            <a:endParaRPr lang="en-US" altLang="zh-TW">
              <a:latin typeface="Tahoma" panose="020B0604030504040204" pitchFamily="34" charset="0"/>
            </a:endParaRPr>
          </a:p>
        </p:txBody>
      </p:sp>
      <p:sp>
        <p:nvSpPr>
          <p:cNvPr id="9219" name="Rectangle 2">
            <a:extLst>
              <a:ext uri="{FF2B5EF4-FFF2-40B4-BE49-F238E27FC236}">
                <a16:creationId xmlns:a16="http://schemas.microsoft.com/office/drawing/2014/main" id="{697CF9FA-3EA6-740A-8202-6CB5C652070B}"/>
              </a:ext>
            </a:extLst>
          </p:cNvPr>
          <p:cNvSpPr>
            <a:spLocks noGrp="1" noRot="1" noChangeAspect="1" noChangeArrowheads="1" noTextEdit="1"/>
          </p:cNvSpPr>
          <p:nvPr>
            <p:ph type="sldImg"/>
          </p:nvPr>
        </p:nvSpPr>
        <p:spPr>
          <a:solidFill>
            <a:srgbClr val="FFFFFF"/>
          </a:solidFill>
          <a:ln/>
        </p:spPr>
      </p:sp>
      <p:sp>
        <p:nvSpPr>
          <p:cNvPr id="9220" name="Rectangle 3">
            <a:extLst>
              <a:ext uri="{FF2B5EF4-FFF2-40B4-BE49-F238E27FC236}">
                <a16:creationId xmlns:a16="http://schemas.microsoft.com/office/drawing/2014/main" id="{C9C5F427-17AF-952D-F80D-B582A0D6F127}"/>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zh-TW" altLang="en-US">
              <a:latin typeface="Times New Roman" panose="02020603050405020304" pitchFamily="18" charset="0"/>
            </a:endParaRPr>
          </a:p>
        </p:txBody>
      </p:sp>
    </p:spTree>
    <p:extLst>
      <p:ext uri="{BB962C8B-B14F-4D97-AF65-F5344CB8AC3E}">
        <p14:creationId xmlns:p14="http://schemas.microsoft.com/office/powerpoint/2010/main" val="1303724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B731A881-1B9C-42F9-BB0C-9EB794CADC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新細明體" panose="02020500000000000000" pitchFamily="18" charset="-120"/>
              </a:defRPr>
            </a:lvl1pPr>
            <a:lvl2pPr marL="742950" indent="-285750">
              <a:spcBef>
                <a:spcPct val="30000"/>
              </a:spcBef>
              <a:defRPr kumimoji="1" sz="1200">
                <a:solidFill>
                  <a:schemeClr val="tx1"/>
                </a:solidFill>
                <a:latin typeface="Times New Roman" panose="02020603050405020304" pitchFamily="18" charset="0"/>
                <a:ea typeface="新細明體" panose="02020500000000000000" pitchFamily="18" charset="-120"/>
              </a:defRPr>
            </a:lvl2pPr>
            <a:lvl3pPr marL="11430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3pPr>
            <a:lvl4pPr marL="16002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4pPr>
            <a:lvl5pPr marL="2057400" indent="-228600">
              <a:spcBef>
                <a:spcPct val="30000"/>
              </a:spcBef>
              <a:defRPr kumimoji="1" sz="12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9pPr>
          </a:lstStyle>
          <a:p>
            <a:pPr>
              <a:spcBef>
                <a:spcPct val="0"/>
              </a:spcBef>
            </a:pPr>
            <a:fld id="{1C65644E-545A-40E7-8F41-AFD1E64DA840}" type="slidenum">
              <a:rPr lang="zh-TW" altLang="en-US">
                <a:latin typeface="Tahoma" panose="020B0604030504040204" pitchFamily="34" charset="0"/>
              </a:rPr>
              <a:pPr>
                <a:spcBef>
                  <a:spcPct val="0"/>
                </a:spcBef>
              </a:pPr>
              <a:t>4</a:t>
            </a:fld>
            <a:endParaRPr lang="en-US" altLang="zh-TW">
              <a:latin typeface="Tahoma" panose="020B0604030504040204" pitchFamily="34" charset="0"/>
            </a:endParaRPr>
          </a:p>
        </p:txBody>
      </p:sp>
      <p:sp>
        <p:nvSpPr>
          <p:cNvPr id="9219" name="Rectangle 2">
            <a:extLst>
              <a:ext uri="{FF2B5EF4-FFF2-40B4-BE49-F238E27FC236}">
                <a16:creationId xmlns:a16="http://schemas.microsoft.com/office/drawing/2014/main" id="{1EE1BD42-6D2E-609C-F83E-ACE2139D2454}"/>
              </a:ext>
            </a:extLst>
          </p:cNvPr>
          <p:cNvSpPr>
            <a:spLocks noGrp="1" noRot="1" noChangeAspect="1" noChangeArrowheads="1" noTextEdit="1"/>
          </p:cNvSpPr>
          <p:nvPr>
            <p:ph type="sldImg"/>
          </p:nvPr>
        </p:nvSpPr>
        <p:spPr>
          <a:solidFill>
            <a:srgbClr val="FFFFFF"/>
          </a:solidFill>
          <a:ln/>
        </p:spPr>
      </p:sp>
      <p:sp>
        <p:nvSpPr>
          <p:cNvPr id="9220" name="Rectangle 3">
            <a:extLst>
              <a:ext uri="{FF2B5EF4-FFF2-40B4-BE49-F238E27FC236}">
                <a16:creationId xmlns:a16="http://schemas.microsoft.com/office/drawing/2014/main" id="{7A2E6FE4-FD3D-6584-1D76-F71F780C524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zh-TW"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1E79E6A6-CB85-CB7B-B705-342DC34FCE24}"/>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7FCFFCC6-BC11-10DB-42BA-EE22FCA30190}"/>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B070DFBF-27D0-93E2-2626-09C04DBDD9FF}"/>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新細明體" panose="02020500000000000000" pitchFamily="18" charset="-120"/>
                  </a:defRPr>
                </a:lvl1pPr>
                <a:lvl2pPr marL="742950" indent="-285750">
                  <a:defRPr kumimoji="1" sz="2400">
                    <a:solidFill>
                      <a:schemeClr val="tx1"/>
                    </a:solidFill>
                    <a:latin typeface="Tahoma" panose="020B0604030504040204" pitchFamily="34" charset="0"/>
                    <a:ea typeface="新細明體" panose="02020500000000000000" pitchFamily="18" charset="-120"/>
                  </a:defRPr>
                </a:lvl2pPr>
                <a:lvl3pPr marL="1143000" indent="-228600">
                  <a:defRPr kumimoji="1" sz="2400">
                    <a:solidFill>
                      <a:schemeClr val="tx1"/>
                    </a:solidFill>
                    <a:latin typeface="Tahoma" panose="020B0604030504040204" pitchFamily="34" charset="0"/>
                    <a:ea typeface="新細明體" panose="02020500000000000000" pitchFamily="18" charset="-120"/>
                  </a:defRPr>
                </a:lvl3pPr>
                <a:lvl4pPr marL="1600200" indent="-228600">
                  <a:defRPr kumimoji="1" sz="2400">
                    <a:solidFill>
                      <a:schemeClr val="tx1"/>
                    </a:solidFill>
                    <a:latin typeface="Tahoma" panose="020B0604030504040204" pitchFamily="34" charset="0"/>
                    <a:ea typeface="新細明體" panose="02020500000000000000" pitchFamily="18" charset="-120"/>
                  </a:defRPr>
                </a:lvl4pPr>
                <a:lvl5pPr marL="2057400" indent="-228600">
                  <a:defRPr kumimoji="1" sz="2400">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9pPr>
              </a:lstStyle>
              <a:p>
                <a:pPr eaLnBrk="1" hangingPunct="1"/>
                <a:endParaRPr lang="zh-TW" altLang="en-US"/>
              </a:p>
            </p:txBody>
          </p:sp>
          <p:sp>
            <p:nvSpPr>
              <p:cNvPr id="11" name="Rectangle 5">
                <a:extLst>
                  <a:ext uri="{FF2B5EF4-FFF2-40B4-BE49-F238E27FC236}">
                    <a16:creationId xmlns:a16="http://schemas.microsoft.com/office/drawing/2014/main" id="{7D5F9426-CFCE-E155-FA7F-9BF269B3790C}"/>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新細明體" panose="02020500000000000000" pitchFamily="18" charset="-120"/>
                  </a:defRPr>
                </a:lvl1pPr>
                <a:lvl2pPr marL="742950" indent="-285750">
                  <a:defRPr kumimoji="1" sz="2400">
                    <a:solidFill>
                      <a:schemeClr val="tx1"/>
                    </a:solidFill>
                    <a:latin typeface="Tahoma" panose="020B0604030504040204" pitchFamily="34" charset="0"/>
                    <a:ea typeface="新細明體" panose="02020500000000000000" pitchFamily="18" charset="-120"/>
                  </a:defRPr>
                </a:lvl2pPr>
                <a:lvl3pPr marL="1143000" indent="-228600">
                  <a:defRPr kumimoji="1" sz="2400">
                    <a:solidFill>
                      <a:schemeClr val="tx1"/>
                    </a:solidFill>
                    <a:latin typeface="Tahoma" panose="020B0604030504040204" pitchFamily="34" charset="0"/>
                    <a:ea typeface="新細明體" panose="02020500000000000000" pitchFamily="18" charset="-120"/>
                  </a:defRPr>
                </a:lvl3pPr>
                <a:lvl4pPr marL="1600200" indent="-228600">
                  <a:defRPr kumimoji="1" sz="2400">
                    <a:solidFill>
                      <a:schemeClr val="tx1"/>
                    </a:solidFill>
                    <a:latin typeface="Tahoma" panose="020B0604030504040204" pitchFamily="34" charset="0"/>
                    <a:ea typeface="新細明體" panose="02020500000000000000" pitchFamily="18" charset="-120"/>
                  </a:defRPr>
                </a:lvl4pPr>
                <a:lvl5pPr marL="2057400" indent="-228600">
                  <a:defRPr kumimoji="1" sz="2400">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9pPr>
              </a:lstStyle>
              <a:p>
                <a:pPr eaLnBrk="1" hangingPunct="1"/>
                <a:endParaRPr lang="zh-TW" altLang="en-US"/>
              </a:p>
            </p:txBody>
          </p:sp>
        </p:grpSp>
        <p:grpSp>
          <p:nvGrpSpPr>
            <p:cNvPr id="4" name="Group 6">
              <a:extLst>
                <a:ext uri="{FF2B5EF4-FFF2-40B4-BE49-F238E27FC236}">
                  <a16:creationId xmlns:a16="http://schemas.microsoft.com/office/drawing/2014/main" id="{68D2CCF5-916E-2B3B-0272-80E31B103295}"/>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E0BAEB93-0BB6-EA42-83A1-50EB70D976D6}"/>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新細明體" panose="02020500000000000000" pitchFamily="18" charset="-120"/>
                  </a:defRPr>
                </a:lvl1pPr>
                <a:lvl2pPr marL="742950" indent="-285750">
                  <a:defRPr kumimoji="1" sz="2400">
                    <a:solidFill>
                      <a:schemeClr val="tx1"/>
                    </a:solidFill>
                    <a:latin typeface="Tahoma" panose="020B0604030504040204" pitchFamily="34" charset="0"/>
                    <a:ea typeface="新細明體" panose="02020500000000000000" pitchFamily="18" charset="-120"/>
                  </a:defRPr>
                </a:lvl2pPr>
                <a:lvl3pPr marL="1143000" indent="-228600">
                  <a:defRPr kumimoji="1" sz="2400">
                    <a:solidFill>
                      <a:schemeClr val="tx1"/>
                    </a:solidFill>
                    <a:latin typeface="Tahoma" panose="020B0604030504040204" pitchFamily="34" charset="0"/>
                    <a:ea typeface="新細明體" panose="02020500000000000000" pitchFamily="18" charset="-120"/>
                  </a:defRPr>
                </a:lvl3pPr>
                <a:lvl4pPr marL="1600200" indent="-228600">
                  <a:defRPr kumimoji="1" sz="2400">
                    <a:solidFill>
                      <a:schemeClr val="tx1"/>
                    </a:solidFill>
                    <a:latin typeface="Tahoma" panose="020B0604030504040204" pitchFamily="34" charset="0"/>
                    <a:ea typeface="新細明體" panose="02020500000000000000" pitchFamily="18" charset="-120"/>
                  </a:defRPr>
                </a:lvl4pPr>
                <a:lvl5pPr marL="2057400" indent="-228600">
                  <a:defRPr kumimoji="1" sz="2400">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9pPr>
              </a:lstStyle>
              <a:p>
                <a:pPr eaLnBrk="1" hangingPunct="1"/>
                <a:endParaRPr lang="zh-TW" altLang="en-US"/>
              </a:p>
            </p:txBody>
          </p:sp>
          <p:sp>
            <p:nvSpPr>
              <p:cNvPr id="9" name="Rectangle 8">
                <a:extLst>
                  <a:ext uri="{FF2B5EF4-FFF2-40B4-BE49-F238E27FC236}">
                    <a16:creationId xmlns:a16="http://schemas.microsoft.com/office/drawing/2014/main" id="{6C1C8512-215B-AD7D-4500-0B3D789AC264}"/>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新細明體" panose="02020500000000000000" pitchFamily="18" charset="-120"/>
                  </a:defRPr>
                </a:lvl1pPr>
                <a:lvl2pPr marL="742950" indent="-285750">
                  <a:defRPr kumimoji="1" sz="2400">
                    <a:solidFill>
                      <a:schemeClr val="tx1"/>
                    </a:solidFill>
                    <a:latin typeface="Tahoma" panose="020B0604030504040204" pitchFamily="34" charset="0"/>
                    <a:ea typeface="新細明體" panose="02020500000000000000" pitchFamily="18" charset="-120"/>
                  </a:defRPr>
                </a:lvl2pPr>
                <a:lvl3pPr marL="1143000" indent="-228600">
                  <a:defRPr kumimoji="1" sz="2400">
                    <a:solidFill>
                      <a:schemeClr val="tx1"/>
                    </a:solidFill>
                    <a:latin typeface="Tahoma" panose="020B0604030504040204" pitchFamily="34" charset="0"/>
                    <a:ea typeface="新細明體" panose="02020500000000000000" pitchFamily="18" charset="-120"/>
                  </a:defRPr>
                </a:lvl3pPr>
                <a:lvl4pPr marL="1600200" indent="-228600">
                  <a:defRPr kumimoji="1" sz="2400">
                    <a:solidFill>
                      <a:schemeClr val="tx1"/>
                    </a:solidFill>
                    <a:latin typeface="Tahoma" panose="020B0604030504040204" pitchFamily="34" charset="0"/>
                    <a:ea typeface="新細明體" panose="02020500000000000000" pitchFamily="18" charset="-120"/>
                  </a:defRPr>
                </a:lvl4pPr>
                <a:lvl5pPr marL="2057400" indent="-228600">
                  <a:defRPr kumimoji="1" sz="2400">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9pPr>
              </a:lstStyle>
              <a:p>
                <a:pPr eaLnBrk="1" hangingPunct="1"/>
                <a:endParaRPr lang="zh-TW" altLang="en-US"/>
              </a:p>
            </p:txBody>
          </p:sp>
        </p:grpSp>
        <p:sp>
          <p:nvSpPr>
            <p:cNvPr id="5" name="Rectangle 9">
              <a:extLst>
                <a:ext uri="{FF2B5EF4-FFF2-40B4-BE49-F238E27FC236}">
                  <a16:creationId xmlns:a16="http://schemas.microsoft.com/office/drawing/2014/main" id="{D2CBB012-EF2C-E8E9-9E34-2FC6F82691D9}"/>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新細明體" panose="02020500000000000000" pitchFamily="18" charset="-120"/>
                </a:defRPr>
              </a:lvl1pPr>
              <a:lvl2pPr marL="742950" indent="-285750">
                <a:defRPr kumimoji="1" sz="2400">
                  <a:solidFill>
                    <a:schemeClr val="tx1"/>
                  </a:solidFill>
                  <a:latin typeface="Tahoma" panose="020B0604030504040204" pitchFamily="34" charset="0"/>
                  <a:ea typeface="新細明體" panose="02020500000000000000" pitchFamily="18" charset="-120"/>
                </a:defRPr>
              </a:lvl2pPr>
              <a:lvl3pPr marL="1143000" indent="-228600">
                <a:defRPr kumimoji="1" sz="2400">
                  <a:solidFill>
                    <a:schemeClr val="tx1"/>
                  </a:solidFill>
                  <a:latin typeface="Tahoma" panose="020B0604030504040204" pitchFamily="34" charset="0"/>
                  <a:ea typeface="新細明體" panose="02020500000000000000" pitchFamily="18" charset="-120"/>
                </a:defRPr>
              </a:lvl3pPr>
              <a:lvl4pPr marL="1600200" indent="-228600">
                <a:defRPr kumimoji="1" sz="2400">
                  <a:solidFill>
                    <a:schemeClr val="tx1"/>
                  </a:solidFill>
                  <a:latin typeface="Tahoma" panose="020B0604030504040204" pitchFamily="34" charset="0"/>
                  <a:ea typeface="新細明體" panose="02020500000000000000" pitchFamily="18" charset="-120"/>
                </a:defRPr>
              </a:lvl4pPr>
              <a:lvl5pPr marL="2057400" indent="-228600">
                <a:defRPr kumimoji="1" sz="2400">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9pPr>
            </a:lstStyle>
            <a:p>
              <a:pPr eaLnBrk="1" hangingPunct="1"/>
              <a:endParaRPr lang="zh-TW" altLang="en-US"/>
            </a:p>
          </p:txBody>
        </p:sp>
        <p:sp>
          <p:nvSpPr>
            <p:cNvPr id="6" name="Rectangle 10">
              <a:extLst>
                <a:ext uri="{FF2B5EF4-FFF2-40B4-BE49-F238E27FC236}">
                  <a16:creationId xmlns:a16="http://schemas.microsoft.com/office/drawing/2014/main" id="{B2D51C71-1DB5-55E8-2FC0-D5E0BE8EACAE}"/>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新細明體" panose="02020500000000000000" pitchFamily="18" charset="-120"/>
                </a:defRPr>
              </a:lvl1pPr>
              <a:lvl2pPr marL="742950" indent="-285750">
                <a:defRPr kumimoji="1" sz="2400">
                  <a:solidFill>
                    <a:schemeClr val="tx1"/>
                  </a:solidFill>
                  <a:latin typeface="Tahoma" panose="020B0604030504040204" pitchFamily="34" charset="0"/>
                  <a:ea typeface="新細明體" panose="02020500000000000000" pitchFamily="18" charset="-120"/>
                </a:defRPr>
              </a:lvl2pPr>
              <a:lvl3pPr marL="1143000" indent="-228600">
                <a:defRPr kumimoji="1" sz="2400">
                  <a:solidFill>
                    <a:schemeClr val="tx1"/>
                  </a:solidFill>
                  <a:latin typeface="Tahoma" panose="020B0604030504040204" pitchFamily="34" charset="0"/>
                  <a:ea typeface="新細明體" panose="02020500000000000000" pitchFamily="18" charset="-120"/>
                </a:defRPr>
              </a:lvl3pPr>
              <a:lvl4pPr marL="1600200" indent="-228600">
                <a:defRPr kumimoji="1" sz="2400">
                  <a:solidFill>
                    <a:schemeClr val="tx1"/>
                  </a:solidFill>
                  <a:latin typeface="Tahoma" panose="020B0604030504040204" pitchFamily="34" charset="0"/>
                  <a:ea typeface="新細明體" panose="02020500000000000000" pitchFamily="18" charset="-120"/>
                </a:defRPr>
              </a:lvl4pPr>
              <a:lvl5pPr marL="2057400" indent="-228600">
                <a:defRPr kumimoji="1" sz="2400">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9pPr>
            </a:lstStyle>
            <a:p>
              <a:pPr eaLnBrk="1" hangingPunct="1"/>
              <a:endParaRPr lang="zh-TW" altLang="en-US"/>
            </a:p>
          </p:txBody>
        </p:sp>
        <p:sp>
          <p:nvSpPr>
            <p:cNvPr id="7" name="Rectangle 11">
              <a:extLst>
                <a:ext uri="{FF2B5EF4-FFF2-40B4-BE49-F238E27FC236}">
                  <a16:creationId xmlns:a16="http://schemas.microsoft.com/office/drawing/2014/main" id="{3F256180-08FC-577E-4C04-F0CCA55250B4}"/>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新細明體" panose="02020500000000000000" pitchFamily="18" charset="-120"/>
                </a:defRPr>
              </a:lvl1pPr>
              <a:lvl2pPr marL="742950" indent="-285750">
                <a:defRPr kumimoji="1" sz="2400">
                  <a:solidFill>
                    <a:schemeClr val="tx1"/>
                  </a:solidFill>
                  <a:latin typeface="Tahoma" panose="020B0604030504040204" pitchFamily="34" charset="0"/>
                  <a:ea typeface="新細明體" panose="02020500000000000000" pitchFamily="18" charset="-120"/>
                </a:defRPr>
              </a:lvl2pPr>
              <a:lvl3pPr marL="1143000" indent="-228600">
                <a:defRPr kumimoji="1" sz="2400">
                  <a:solidFill>
                    <a:schemeClr val="tx1"/>
                  </a:solidFill>
                  <a:latin typeface="Tahoma" panose="020B0604030504040204" pitchFamily="34" charset="0"/>
                  <a:ea typeface="新細明體" panose="02020500000000000000" pitchFamily="18" charset="-120"/>
                </a:defRPr>
              </a:lvl3pPr>
              <a:lvl4pPr marL="1600200" indent="-228600">
                <a:defRPr kumimoji="1" sz="2400">
                  <a:solidFill>
                    <a:schemeClr val="tx1"/>
                  </a:solidFill>
                  <a:latin typeface="Tahoma" panose="020B0604030504040204" pitchFamily="34" charset="0"/>
                  <a:ea typeface="新細明體" panose="02020500000000000000" pitchFamily="18" charset="-120"/>
                </a:defRPr>
              </a:lvl4pPr>
              <a:lvl5pPr marL="2057400" indent="-228600">
                <a:defRPr kumimoji="1" sz="2400">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9pPr>
            </a:lstStyle>
            <a:p>
              <a:pPr eaLnBrk="1" hangingPunct="1"/>
              <a:endParaRPr lang="zh-TW" altLang="en-US"/>
            </a:p>
          </p:txBody>
        </p:sp>
      </p:grpSp>
      <p:sp>
        <p:nvSpPr>
          <p:cNvPr id="7180" name="Rectangle 12"/>
          <p:cNvSpPr>
            <a:spLocks noGrp="1" noChangeArrowheads="1"/>
          </p:cNvSpPr>
          <p:nvPr>
            <p:ph type="ctrTitle"/>
          </p:nvPr>
        </p:nvSpPr>
        <p:spPr>
          <a:xfrm>
            <a:off x="990600" y="1828800"/>
            <a:ext cx="7772400" cy="1143000"/>
          </a:xfrm>
        </p:spPr>
        <p:txBody>
          <a:bodyPr/>
          <a:lstStyle>
            <a:lvl1pPr>
              <a:defRPr/>
            </a:lvl1pPr>
          </a:lstStyle>
          <a:p>
            <a:r>
              <a:rPr lang="zh-TW" altLang="en-US"/>
              <a:t>按一下以編輯母片標題樣式</a:t>
            </a:r>
          </a:p>
        </p:txBody>
      </p:sp>
      <p:sp>
        <p:nvSpPr>
          <p:cNvPr id="7181"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TW" altLang="en-US"/>
              <a:t>按一下以編輯母片副標題樣式</a:t>
            </a:r>
          </a:p>
        </p:txBody>
      </p:sp>
      <p:sp>
        <p:nvSpPr>
          <p:cNvPr id="12" name="Rectangle 14">
            <a:extLst>
              <a:ext uri="{FF2B5EF4-FFF2-40B4-BE49-F238E27FC236}">
                <a16:creationId xmlns:a16="http://schemas.microsoft.com/office/drawing/2014/main" id="{3F53041A-C9EE-95D1-7711-D242A44C2C88}"/>
              </a:ext>
            </a:extLst>
          </p:cNvPr>
          <p:cNvSpPr>
            <a:spLocks noGrp="1" noChangeArrowheads="1"/>
          </p:cNvSpPr>
          <p:nvPr>
            <p:ph type="dt" sz="half" idx="10"/>
          </p:nvPr>
        </p:nvSpPr>
        <p:spPr>
          <a:xfrm>
            <a:off x="990600" y="6248400"/>
            <a:ext cx="1905000" cy="457200"/>
          </a:xfrm>
        </p:spPr>
        <p:txBody>
          <a:bodyPr/>
          <a:lstStyle>
            <a:lvl1pPr>
              <a:defRPr/>
            </a:lvl1pPr>
          </a:lstStyle>
          <a:p>
            <a:pPr>
              <a:defRPr/>
            </a:pPr>
            <a:fld id="{88FD398A-307D-4A59-B246-4B76E4BB6BE0}" type="datetime1">
              <a:rPr lang="zh-TW" altLang="en-US"/>
              <a:pPr>
                <a:defRPr/>
              </a:pPr>
              <a:t>2025/5/29</a:t>
            </a:fld>
            <a:endParaRPr lang="en-US" altLang="zh-TW"/>
          </a:p>
        </p:txBody>
      </p:sp>
      <p:sp>
        <p:nvSpPr>
          <p:cNvPr id="13" name="Rectangle 15">
            <a:extLst>
              <a:ext uri="{FF2B5EF4-FFF2-40B4-BE49-F238E27FC236}">
                <a16:creationId xmlns:a16="http://schemas.microsoft.com/office/drawing/2014/main" id="{FBEE051B-FCC9-27DF-C4D8-7793AB75EFE6}"/>
              </a:ext>
            </a:extLst>
          </p:cNvPr>
          <p:cNvSpPr>
            <a:spLocks noGrp="1" noChangeArrowheads="1"/>
          </p:cNvSpPr>
          <p:nvPr>
            <p:ph type="ftr" sz="quarter" idx="11"/>
          </p:nvPr>
        </p:nvSpPr>
        <p:spPr>
          <a:xfrm>
            <a:off x="2362200" y="6248400"/>
            <a:ext cx="4953000" cy="457200"/>
          </a:xfrm>
        </p:spPr>
        <p:txBody>
          <a:bodyPr/>
          <a:lstStyle>
            <a:lvl1pPr>
              <a:defRPr/>
            </a:lvl1pPr>
          </a:lstStyle>
          <a:p>
            <a:pPr>
              <a:defRPr/>
            </a:pPr>
            <a:r>
              <a:rPr lang="zh-TW" altLang="en-US"/>
              <a:t>1</a:t>
            </a:r>
            <a:endParaRPr lang="en-US" altLang="zh-TW"/>
          </a:p>
        </p:txBody>
      </p:sp>
      <p:sp>
        <p:nvSpPr>
          <p:cNvPr id="14" name="Rectangle 16">
            <a:extLst>
              <a:ext uri="{FF2B5EF4-FFF2-40B4-BE49-F238E27FC236}">
                <a16:creationId xmlns:a16="http://schemas.microsoft.com/office/drawing/2014/main" id="{B0963693-FC10-ACC1-895D-73C2E0CD89B7}"/>
              </a:ext>
            </a:extLst>
          </p:cNvPr>
          <p:cNvSpPr>
            <a:spLocks noGrp="1" noChangeArrowheads="1"/>
          </p:cNvSpPr>
          <p:nvPr>
            <p:ph type="sldNum" sz="quarter" idx="12"/>
          </p:nvPr>
        </p:nvSpPr>
        <p:spPr>
          <a:xfrm>
            <a:off x="6858000" y="6248400"/>
            <a:ext cx="1905000" cy="457200"/>
          </a:xfrm>
        </p:spPr>
        <p:txBody>
          <a:bodyPr/>
          <a:lstStyle>
            <a:lvl1pPr>
              <a:defRPr smtClean="0"/>
            </a:lvl1pPr>
          </a:lstStyle>
          <a:p>
            <a:pPr>
              <a:defRPr/>
            </a:pPr>
            <a:fld id="{84A9522C-8860-4477-B722-3815BC787837}" type="slidenum">
              <a:rPr lang="zh-TW" altLang="en-US"/>
              <a:pPr>
                <a:defRPr/>
              </a:pPr>
              <a:t>‹#›</a:t>
            </a:fld>
            <a:endParaRPr lang="en-US" altLang="zh-TW"/>
          </a:p>
        </p:txBody>
      </p:sp>
    </p:spTree>
    <p:extLst>
      <p:ext uri="{BB962C8B-B14F-4D97-AF65-F5344CB8AC3E}">
        <p14:creationId xmlns:p14="http://schemas.microsoft.com/office/powerpoint/2010/main" val="4160822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11">
            <a:extLst>
              <a:ext uri="{FF2B5EF4-FFF2-40B4-BE49-F238E27FC236}">
                <a16:creationId xmlns:a16="http://schemas.microsoft.com/office/drawing/2014/main" id="{1B53B461-8C5B-7A52-E5C6-A9067E9E3A88}"/>
              </a:ext>
            </a:extLst>
          </p:cNvPr>
          <p:cNvSpPr>
            <a:spLocks noGrp="1" noChangeArrowheads="1"/>
          </p:cNvSpPr>
          <p:nvPr>
            <p:ph type="dt" sz="half" idx="10"/>
          </p:nvPr>
        </p:nvSpPr>
        <p:spPr>
          <a:ln/>
        </p:spPr>
        <p:txBody>
          <a:bodyPr/>
          <a:lstStyle>
            <a:lvl1pPr>
              <a:defRPr/>
            </a:lvl1pPr>
          </a:lstStyle>
          <a:p>
            <a:pPr>
              <a:defRPr/>
            </a:pPr>
            <a:fld id="{FE75767C-C3E4-45E7-9479-DD7C7BFC37DE}" type="datetime1">
              <a:rPr lang="zh-TW" altLang="en-US"/>
              <a:pPr>
                <a:defRPr/>
              </a:pPr>
              <a:t>2025/5/29</a:t>
            </a:fld>
            <a:endParaRPr lang="en-US" altLang="zh-TW"/>
          </a:p>
        </p:txBody>
      </p:sp>
      <p:sp>
        <p:nvSpPr>
          <p:cNvPr id="5" name="Rectangle 12">
            <a:extLst>
              <a:ext uri="{FF2B5EF4-FFF2-40B4-BE49-F238E27FC236}">
                <a16:creationId xmlns:a16="http://schemas.microsoft.com/office/drawing/2014/main" id="{33185864-6C44-97F6-5D05-2D503E9419B4}"/>
              </a:ext>
            </a:extLst>
          </p:cNvPr>
          <p:cNvSpPr>
            <a:spLocks noGrp="1" noChangeArrowheads="1"/>
          </p:cNvSpPr>
          <p:nvPr>
            <p:ph type="ftr" sz="quarter" idx="11"/>
          </p:nvPr>
        </p:nvSpPr>
        <p:spPr>
          <a:ln/>
        </p:spPr>
        <p:txBody>
          <a:bodyPr/>
          <a:lstStyle>
            <a:lvl1pPr>
              <a:defRPr/>
            </a:lvl1pPr>
          </a:lstStyle>
          <a:p>
            <a:pPr>
              <a:defRPr/>
            </a:pPr>
            <a:endParaRPr lang="zh-TW" altLang="en-US"/>
          </a:p>
        </p:txBody>
      </p:sp>
      <p:sp>
        <p:nvSpPr>
          <p:cNvPr id="6" name="Rectangle 13">
            <a:extLst>
              <a:ext uri="{FF2B5EF4-FFF2-40B4-BE49-F238E27FC236}">
                <a16:creationId xmlns:a16="http://schemas.microsoft.com/office/drawing/2014/main" id="{08EB09F2-69E3-04D8-55A5-ED18A5047E56}"/>
              </a:ext>
            </a:extLst>
          </p:cNvPr>
          <p:cNvSpPr>
            <a:spLocks noGrp="1" noChangeArrowheads="1"/>
          </p:cNvSpPr>
          <p:nvPr>
            <p:ph type="sldNum" sz="quarter" idx="12"/>
          </p:nvPr>
        </p:nvSpPr>
        <p:spPr>
          <a:ln/>
        </p:spPr>
        <p:txBody>
          <a:bodyPr/>
          <a:lstStyle>
            <a:lvl1pPr>
              <a:defRPr/>
            </a:lvl1pPr>
          </a:lstStyle>
          <a:p>
            <a:pPr>
              <a:defRPr/>
            </a:pPr>
            <a:fld id="{84FF6838-1A06-4599-91F6-C50A79389D32}" type="slidenum">
              <a:rPr lang="zh-TW" altLang="en-US"/>
              <a:pPr>
                <a:defRPr/>
              </a:pPr>
              <a:t>‹#›</a:t>
            </a:fld>
            <a:endParaRPr lang="en-US" altLang="zh-TW"/>
          </a:p>
        </p:txBody>
      </p:sp>
    </p:spTree>
    <p:extLst>
      <p:ext uri="{BB962C8B-B14F-4D97-AF65-F5344CB8AC3E}">
        <p14:creationId xmlns:p14="http://schemas.microsoft.com/office/powerpoint/2010/main" val="478935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
        <p:nvSpPr>
          <p:cNvPr id="4" name="Rectangle 11">
            <a:extLst>
              <a:ext uri="{FF2B5EF4-FFF2-40B4-BE49-F238E27FC236}">
                <a16:creationId xmlns:a16="http://schemas.microsoft.com/office/drawing/2014/main" id="{B278BC04-13E8-AF6D-44B1-231C4AF1FE63}"/>
              </a:ext>
            </a:extLst>
          </p:cNvPr>
          <p:cNvSpPr>
            <a:spLocks noGrp="1" noChangeArrowheads="1"/>
          </p:cNvSpPr>
          <p:nvPr>
            <p:ph type="dt" sz="half" idx="10"/>
          </p:nvPr>
        </p:nvSpPr>
        <p:spPr>
          <a:ln/>
        </p:spPr>
        <p:txBody>
          <a:bodyPr/>
          <a:lstStyle>
            <a:lvl1pPr>
              <a:defRPr/>
            </a:lvl1pPr>
          </a:lstStyle>
          <a:p>
            <a:pPr>
              <a:defRPr/>
            </a:pPr>
            <a:fld id="{9ECED342-010A-4C59-BBDA-F79F125AF611}" type="datetime1">
              <a:rPr lang="zh-TW" altLang="en-US"/>
              <a:pPr>
                <a:defRPr/>
              </a:pPr>
              <a:t>2025/5/29</a:t>
            </a:fld>
            <a:endParaRPr lang="en-US" altLang="zh-TW"/>
          </a:p>
        </p:txBody>
      </p:sp>
      <p:sp>
        <p:nvSpPr>
          <p:cNvPr id="5" name="Rectangle 12">
            <a:extLst>
              <a:ext uri="{FF2B5EF4-FFF2-40B4-BE49-F238E27FC236}">
                <a16:creationId xmlns:a16="http://schemas.microsoft.com/office/drawing/2014/main" id="{308E7B39-3843-65FD-53D9-6237262352FD}"/>
              </a:ext>
            </a:extLst>
          </p:cNvPr>
          <p:cNvSpPr>
            <a:spLocks noGrp="1" noChangeArrowheads="1"/>
          </p:cNvSpPr>
          <p:nvPr>
            <p:ph type="ftr" sz="quarter" idx="11"/>
          </p:nvPr>
        </p:nvSpPr>
        <p:spPr>
          <a:ln/>
        </p:spPr>
        <p:txBody>
          <a:bodyPr/>
          <a:lstStyle>
            <a:lvl1pPr>
              <a:defRPr/>
            </a:lvl1pPr>
          </a:lstStyle>
          <a:p>
            <a:pPr>
              <a:defRPr/>
            </a:pPr>
            <a:endParaRPr lang="zh-TW" altLang="en-US"/>
          </a:p>
        </p:txBody>
      </p:sp>
      <p:sp>
        <p:nvSpPr>
          <p:cNvPr id="6" name="Rectangle 13">
            <a:extLst>
              <a:ext uri="{FF2B5EF4-FFF2-40B4-BE49-F238E27FC236}">
                <a16:creationId xmlns:a16="http://schemas.microsoft.com/office/drawing/2014/main" id="{500311B8-681D-22DA-F4C9-E417FA6D8F1D}"/>
              </a:ext>
            </a:extLst>
          </p:cNvPr>
          <p:cNvSpPr>
            <a:spLocks noGrp="1" noChangeArrowheads="1"/>
          </p:cNvSpPr>
          <p:nvPr>
            <p:ph type="sldNum" sz="quarter" idx="12"/>
          </p:nvPr>
        </p:nvSpPr>
        <p:spPr>
          <a:ln/>
        </p:spPr>
        <p:txBody>
          <a:bodyPr/>
          <a:lstStyle>
            <a:lvl1pPr>
              <a:defRPr/>
            </a:lvl1pPr>
          </a:lstStyle>
          <a:p>
            <a:pPr>
              <a:defRPr/>
            </a:pPr>
            <a:fld id="{CCFEEF15-D0C1-4B07-A2CA-3C34B0E2AFAE}" type="slidenum">
              <a:rPr lang="zh-TW" altLang="en-US"/>
              <a:pPr>
                <a:defRPr/>
              </a:pPr>
              <a:t>‹#›</a:t>
            </a:fld>
            <a:endParaRPr lang="en-US" altLang="zh-TW"/>
          </a:p>
        </p:txBody>
      </p:sp>
    </p:spTree>
    <p:extLst>
      <p:ext uri="{BB962C8B-B14F-4D97-AF65-F5344CB8AC3E}">
        <p14:creationId xmlns:p14="http://schemas.microsoft.com/office/powerpoint/2010/main" val="1149915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762000" y="15240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724400" y="15240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11">
            <a:extLst>
              <a:ext uri="{FF2B5EF4-FFF2-40B4-BE49-F238E27FC236}">
                <a16:creationId xmlns:a16="http://schemas.microsoft.com/office/drawing/2014/main" id="{B6ABD188-AD13-A83E-06A3-79CC30903191}"/>
              </a:ext>
            </a:extLst>
          </p:cNvPr>
          <p:cNvSpPr>
            <a:spLocks noGrp="1" noChangeArrowheads="1"/>
          </p:cNvSpPr>
          <p:nvPr>
            <p:ph type="dt" sz="half" idx="10"/>
          </p:nvPr>
        </p:nvSpPr>
        <p:spPr>
          <a:ln/>
        </p:spPr>
        <p:txBody>
          <a:bodyPr/>
          <a:lstStyle>
            <a:lvl1pPr>
              <a:defRPr/>
            </a:lvl1pPr>
          </a:lstStyle>
          <a:p>
            <a:pPr>
              <a:defRPr/>
            </a:pPr>
            <a:fld id="{30C866A4-80CF-4A75-A1DE-1D3AA1190585}" type="datetime1">
              <a:rPr lang="zh-TW" altLang="en-US"/>
              <a:pPr>
                <a:defRPr/>
              </a:pPr>
              <a:t>2025/5/29</a:t>
            </a:fld>
            <a:endParaRPr lang="en-US" altLang="zh-TW"/>
          </a:p>
        </p:txBody>
      </p:sp>
      <p:sp>
        <p:nvSpPr>
          <p:cNvPr id="6" name="Rectangle 12">
            <a:extLst>
              <a:ext uri="{FF2B5EF4-FFF2-40B4-BE49-F238E27FC236}">
                <a16:creationId xmlns:a16="http://schemas.microsoft.com/office/drawing/2014/main" id="{F1D9F06B-F18F-35B2-02AF-A2850E2AA9C7}"/>
              </a:ext>
            </a:extLst>
          </p:cNvPr>
          <p:cNvSpPr>
            <a:spLocks noGrp="1" noChangeArrowheads="1"/>
          </p:cNvSpPr>
          <p:nvPr>
            <p:ph type="ftr" sz="quarter" idx="11"/>
          </p:nvPr>
        </p:nvSpPr>
        <p:spPr>
          <a:ln/>
        </p:spPr>
        <p:txBody>
          <a:bodyPr/>
          <a:lstStyle>
            <a:lvl1pPr>
              <a:defRPr/>
            </a:lvl1pPr>
          </a:lstStyle>
          <a:p>
            <a:pPr>
              <a:defRPr/>
            </a:pPr>
            <a:endParaRPr lang="zh-TW" altLang="en-US"/>
          </a:p>
        </p:txBody>
      </p:sp>
      <p:sp>
        <p:nvSpPr>
          <p:cNvPr id="7" name="Rectangle 13">
            <a:extLst>
              <a:ext uri="{FF2B5EF4-FFF2-40B4-BE49-F238E27FC236}">
                <a16:creationId xmlns:a16="http://schemas.microsoft.com/office/drawing/2014/main" id="{BE2F35D0-299B-3543-8B72-2D369A2F10A4}"/>
              </a:ext>
            </a:extLst>
          </p:cNvPr>
          <p:cNvSpPr>
            <a:spLocks noGrp="1" noChangeArrowheads="1"/>
          </p:cNvSpPr>
          <p:nvPr>
            <p:ph type="sldNum" sz="quarter" idx="12"/>
          </p:nvPr>
        </p:nvSpPr>
        <p:spPr>
          <a:ln/>
        </p:spPr>
        <p:txBody>
          <a:bodyPr/>
          <a:lstStyle>
            <a:lvl1pPr>
              <a:defRPr/>
            </a:lvl1pPr>
          </a:lstStyle>
          <a:p>
            <a:pPr>
              <a:defRPr/>
            </a:pPr>
            <a:fld id="{5D99E6BB-79AD-4AD5-BDA9-C0953C9B77E0}" type="slidenum">
              <a:rPr lang="zh-TW" altLang="en-US"/>
              <a:pPr>
                <a:defRPr/>
              </a:pPr>
              <a:t>‹#›</a:t>
            </a:fld>
            <a:endParaRPr lang="en-US" altLang="zh-TW"/>
          </a:p>
        </p:txBody>
      </p:sp>
    </p:spTree>
    <p:extLst>
      <p:ext uri="{BB962C8B-B14F-4D97-AF65-F5344CB8AC3E}">
        <p14:creationId xmlns:p14="http://schemas.microsoft.com/office/powerpoint/2010/main" val="550486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11">
            <a:extLst>
              <a:ext uri="{FF2B5EF4-FFF2-40B4-BE49-F238E27FC236}">
                <a16:creationId xmlns:a16="http://schemas.microsoft.com/office/drawing/2014/main" id="{6D00CB28-6A38-6171-270D-5B3A66423D32}"/>
              </a:ext>
            </a:extLst>
          </p:cNvPr>
          <p:cNvSpPr>
            <a:spLocks noGrp="1" noChangeArrowheads="1"/>
          </p:cNvSpPr>
          <p:nvPr>
            <p:ph type="dt" sz="half" idx="10"/>
          </p:nvPr>
        </p:nvSpPr>
        <p:spPr>
          <a:ln/>
        </p:spPr>
        <p:txBody>
          <a:bodyPr/>
          <a:lstStyle>
            <a:lvl1pPr>
              <a:defRPr/>
            </a:lvl1pPr>
          </a:lstStyle>
          <a:p>
            <a:pPr>
              <a:defRPr/>
            </a:pPr>
            <a:fld id="{A47A7C5F-2F75-415B-AC57-E1479FDE8770}" type="datetime1">
              <a:rPr lang="zh-TW" altLang="en-US"/>
              <a:pPr>
                <a:defRPr/>
              </a:pPr>
              <a:t>2025/5/29</a:t>
            </a:fld>
            <a:endParaRPr lang="en-US" altLang="zh-TW"/>
          </a:p>
        </p:txBody>
      </p:sp>
      <p:sp>
        <p:nvSpPr>
          <p:cNvPr id="8" name="Rectangle 12">
            <a:extLst>
              <a:ext uri="{FF2B5EF4-FFF2-40B4-BE49-F238E27FC236}">
                <a16:creationId xmlns:a16="http://schemas.microsoft.com/office/drawing/2014/main" id="{4D441B31-57AC-7795-7FA4-563DC5B7AD8D}"/>
              </a:ext>
            </a:extLst>
          </p:cNvPr>
          <p:cNvSpPr>
            <a:spLocks noGrp="1" noChangeArrowheads="1"/>
          </p:cNvSpPr>
          <p:nvPr>
            <p:ph type="ftr" sz="quarter" idx="11"/>
          </p:nvPr>
        </p:nvSpPr>
        <p:spPr>
          <a:ln/>
        </p:spPr>
        <p:txBody>
          <a:bodyPr/>
          <a:lstStyle>
            <a:lvl1pPr>
              <a:defRPr/>
            </a:lvl1pPr>
          </a:lstStyle>
          <a:p>
            <a:pPr>
              <a:defRPr/>
            </a:pPr>
            <a:endParaRPr lang="zh-TW" altLang="en-US"/>
          </a:p>
        </p:txBody>
      </p:sp>
      <p:sp>
        <p:nvSpPr>
          <p:cNvPr id="9" name="Rectangle 13">
            <a:extLst>
              <a:ext uri="{FF2B5EF4-FFF2-40B4-BE49-F238E27FC236}">
                <a16:creationId xmlns:a16="http://schemas.microsoft.com/office/drawing/2014/main" id="{D1187A24-8F16-DAB4-9FE7-7776C54410E6}"/>
              </a:ext>
            </a:extLst>
          </p:cNvPr>
          <p:cNvSpPr>
            <a:spLocks noGrp="1" noChangeArrowheads="1"/>
          </p:cNvSpPr>
          <p:nvPr>
            <p:ph type="sldNum" sz="quarter" idx="12"/>
          </p:nvPr>
        </p:nvSpPr>
        <p:spPr>
          <a:ln/>
        </p:spPr>
        <p:txBody>
          <a:bodyPr/>
          <a:lstStyle>
            <a:lvl1pPr>
              <a:defRPr/>
            </a:lvl1pPr>
          </a:lstStyle>
          <a:p>
            <a:pPr>
              <a:defRPr/>
            </a:pPr>
            <a:fld id="{4DB88BFA-B468-41A1-A050-C596CD235A89}" type="slidenum">
              <a:rPr lang="zh-TW" altLang="en-US"/>
              <a:pPr>
                <a:defRPr/>
              </a:pPr>
              <a:t>‹#›</a:t>
            </a:fld>
            <a:endParaRPr lang="en-US" altLang="zh-TW"/>
          </a:p>
        </p:txBody>
      </p:sp>
    </p:spTree>
    <p:extLst>
      <p:ext uri="{BB962C8B-B14F-4D97-AF65-F5344CB8AC3E}">
        <p14:creationId xmlns:p14="http://schemas.microsoft.com/office/powerpoint/2010/main" val="3247765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Rectangle 11">
            <a:extLst>
              <a:ext uri="{FF2B5EF4-FFF2-40B4-BE49-F238E27FC236}">
                <a16:creationId xmlns:a16="http://schemas.microsoft.com/office/drawing/2014/main" id="{4F478999-0929-1109-7856-A9223C06C7AB}"/>
              </a:ext>
            </a:extLst>
          </p:cNvPr>
          <p:cNvSpPr>
            <a:spLocks noGrp="1" noChangeArrowheads="1"/>
          </p:cNvSpPr>
          <p:nvPr>
            <p:ph type="dt" sz="half" idx="10"/>
          </p:nvPr>
        </p:nvSpPr>
        <p:spPr>
          <a:ln/>
        </p:spPr>
        <p:txBody>
          <a:bodyPr/>
          <a:lstStyle>
            <a:lvl1pPr>
              <a:defRPr/>
            </a:lvl1pPr>
          </a:lstStyle>
          <a:p>
            <a:pPr>
              <a:defRPr/>
            </a:pPr>
            <a:fld id="{05ED4C18-47CE-4C99-94E1-A0FDC4E35FFC}" type="datetime1">
              <a:rPr lang="zh-TW" altLang="en-US"/>
              <a:pPr>
                <a:defRPr/>
              </a:pPr>
              <a:t>2025/5/29</a:t>
            </a:fld>
            <a:endParaRPr lang="en-US" altLang="zh-TW"/>
          </a:p>
        </p:txBody>
      </p:sp>
      <p:sp>
        <p:nvSpPr>
          <p:cNvPr id="4" name="Rectangle 12">
            <a:extLst>
              <a:ext uri="{FF2B5EF4-FFF2-40B4-BE49-F238E27FC236}">
                <a16:creationId xmlns:a16="http://schemas.microsoft.com/office/drawing/2014/main" id="{A1CF1884-E17A-2247-3277-D875C2A72DE5}"/>
              </a:ext>
            </a:extLst>
          </p:cNvPr>
          <p:cNvSpPr>
            <a:spLocks noGrp="1" noChangeArrowheads="1"/>
          </p:cNvSpPr>
          <p:nvPr>
            <p:ph type="ftr" sz="quarter" idx="11"/>
          </p:nvPr>
        </p:nvSpPr>
        <p:spPr>
          <a:ln/>
        </p:spPr>
        <p:txBody>
          <a:bodyPr/>
          <a:lstStyle>
            <a:lvl1pPr>
              <a:defRPr/>
            </a:lvl1pPr>
          </a:lstStyle>
          <a:p>
            <a:pPr>
              <a:defRPr/>
            </a:pPr>
            <a:endParaRPr lang="zh-TW" altLang="en-US"/>
          </a:p>
        </p:txBody>
      </p:sp>
      <p:sp>
        <p:nvSpPr>
          <p:cNvPr id="5" name="Rectangle 13">
            <a:extLst>
              <a:ext uri="{FF2B5EF4-FFF2-40B4-BE49-F238E27FC236}">
                <a16:creationId xmlns:a16="http://schemas.microsoft.com/office/drawing/2014/main" id="{09716135-21C1-5105-6014-7C26FAA11AC4}"/>
              </a:ext>
            </a:extLst>
          </p:cNvPr>
          <p:cNvSpPr>
            <a:spLocks noGrp="1" noChangeArrowheads="1"/>
          </p:cNvSpPr>
          <p:nvPr>
            <p:ph type="sldNum" sz="quarter" idx="12"/>
          </p:nvPr>
        </p:nvSpPr>
        <p:spPr>
          <a:ln/>
        </p:spPr>
        <p:txBody>
          <a:bodyPr/>
          <a:lstStyle>
            <a:lvl1pPr>
              <a:defRPr/>
            </a:lvl1pPr>
          </a:lstStyle>
          <a:p>
            <a:pPr>
              <a:defRPr/>
            </a:pPr>
            <a:fld id="{5FBB4CB6-4B45-413F-A49A-6BF5B397C9AC}" type="slidenum">
              <a:rPr lang="zh-TW" altLang="en-US"/>
              <a:pPr>
                <a:defRPr/>
              </a:pPr>
              <a:t>‹#›</a:t>
            </a:fld>
            <a:endParaRPr lang="en-US" altLang="zh-TW"/>
          </a:p>
        </p:txBody>
      </p:sp>
    </p:spTree>
    <p:extLst>
      <p:ext uri="{BB962C8B-B14F-4D97-AF65-F5344CB8AC3E}">
        <p14:creationId xmlns:p14="http://schemas.microsoft.com/office/powerpoint/2010/main" val="951800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EC8691F9-0133-6812-9425-FEB0210F847C}"/>
              </a:ext>
            </a:extLst>
          </p:cNvPr>
          <p:cNvSpPr>
            <a:spLocks noGrp="1" noChangeArrowheads="1"/>
          </p:cNvSpPr>
          <p:nvPr>
            <p:ph type="dt" sz="half" idx="10"/>
          </p:nvPr>
        </p:nvSpPr>
        <p:spPr>
          <a:ln/>
        </p:spPr>
        <p:txBody>
          <a:bodyPr/>
          <a:lstStyle>
            <a:lvl1pPr>
              <a:defRPr/>
            </a:lvl1pPr>
          </a:lstStyle>
          <a:p>
            <a:pPr>
              <a:defRPr/>
            </a:pPr>
            <a:fld id="{F3B65B09-83F0-4038-A2B8-DD3A5097A0E3}" type="datetime1">
              <a:rPr lang="zh-TW" altLang="en-US"/>
              <a:pPr>
                <a:defRPr/>
              </a:pPr>
              <a:t>2025/5/29</a:t>
            </a:fld>
            <a:endParaRPr lang="en-US" altLang="zh-TW"/>
          </a:p>
        </p:txBody>
      </p:sp>
      <p:sp>
        <p:nvSpPr>
          <p:cNvPr id="3" name="Rectangle 12">
            <a:extLst>
              <a:ext uri="{FF2B5EF4-FFF2-40B4-BE49-F238E27FC236}">
                <a16:creationId xmlns:a16="http://schemas.microsoft.com/office/drawing/2014/main" id="{6CF3CE96-EC2D-F57F-3827-C735055640BB}"/>
              </a:ext>
            </a:extLst>
          </p:cNvPr>
          <p:cNvSpPr>
            <a:spLocks noGrp="1" noChangeArrowheads="1"/>
          </p:cNvSpPr>
          <p:nvPr>
            <p:ph type="ftr" sz="quarter" idx="11"/>
          </p:nvPr>
        </p:nvSpPr>
        <p:spPr>
          <a:ln/>
        </p:spPr>
        <p:txBody>
          <a:bodyPr/>
          <a:lstStyle>
            <a:lvl1pPr>
              <a:defRPr/>
            </a:lvl1pPr>
          </a:lstStyle>
          <a:p>
            <a:pPr>
              <a:defRPr/>
            </a:pPr>
            <a:endParaRPr lang="zh-TW" altLang="en-US"/>
          </a:p>
        </p:txBody>
      </p:sp>
      <p:sp>
        <p:nvSpPr>
          <p:cNvPr id="4" name="Rectangle 13">
            <a:extLst>
              <a:ext uri="{FF2B5EF4-FFF2-40B4-BE49-F238E27FC236}">
                <a16:creationId xmlns:a16="http://schemas.microsoft.com/office/drawing/2014/main" id="{01023999-F19D-1022-454C-D20B148124B9}"/>
              </a:ext>
            </a:extLst>
          </p:cNvPr>
          <p:cNvSpPr>
            <a:spLocks noGrp="1" noChangeArrowheads="1"/>
          </p:cNvSpPr>
          <p:nvPr>
            <p:ph type="sldNum" sz="quarter" idx="12"/>
          </p:nvPr>
        </p:nvSpPr>
        <p:spPr>
          <a:ln/>
        </p:spPr>
        <p:txBody>
          <a:bodyPr/>
          <a:lstStyle>
            <a:lvl1pPr>
              <a:defRPr/>
            </a:lvl1pPr>
          </a:lstStyle>
          <a:p>
            <a:pPr>
              <a:defRPr/>
            </a:pPr>
            <a:fld id="{6DB78716-EEA1-4AF2-8B71-1218730D4A1E}" type="slidenum">
              <a:rPr lang="zh-TW" altLang="en-US"/>
              <a:pPr>
                <a:defRPr/>
              </a:pPr>
              <a:t>‹#›</a:t>
            </a:fld>
            <a:endParaRPr lang="en-US" altLang="zh-TW"/>
          </a:p>
        </p:txBody>
      </p:sp>
    </p:spTree>
    <p:extLst>
      <p:ext uri="{BB962C8B-B14F-4D97-AF65-F5344CB8AC3E}">
        <p14:creationId xmlns:p14="http://schemas.microsoft.com/office/powerpoint/2010/main" val="3756880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11">
            <a:extLst>
              <a:ext uri="{FF2B5EF4-FFF2-40B4-BE49-F238E27FC236}">
                <a16:creationId xmlns:a16="http://schemas.microsoft.com/office/drawing/2014/main" id="{636C4C63-B80A-61C7-9F5B-90C1E1871836}"/>
              </a:ext>
            </a:extLst>
          </p:cNvPr>
          <p:cNvSpPr>
            <a:spLocks noGrp="1" noChangeArrowheads="1"/>
          </p:cNvSpPr>
          <p:nvPr>
            <p:ph type="dt" sz="half" idx="10"/>
          </p:nvPr>
        </p:nvSpPr>
        <p:spPr>
          <a:ln/>
        </p:spPr>
        <p:txBody>
          <a:bodyPr/>
          <a:lstStyle>
            <a:lvl1pPr>
              <a:defRPr/>
            </a:lvl1pPr>
          </a:lstStyle>
          <a:p>
            <a:pPr>
              <a:defRPr/>
            </a:pPr>
            <a:fld id="{9170D20A-D177-41A6-98D1-AC4F21370652}" type="datetime1">
              <a:rPr lang="zh-TW" altLang="en-US"/>
              <a:pPr>
                <a:defRPr/>
              </a:pPr>
              <a:t>2025/5/29</a:t>
            </a:fld>
            <a:endParaRPr lang="en-US" altLang="zh-TW"/>
          </a:p>
        </p:txBody>
      </p:sp>
      <p:sp>
        <p:nvSpPr>
          <p:cNvPr id="6" name="Rectangle 12">
            <a:extLst>
              <a:ext uri="{FF2B5EF4-FFF2-40B4-BE49-F238E27FC236}">
                <a16:creationId xmlns:a16="http://schemas.microsoft.com/office/drawing/2014/main" id="{58C648D0-F18F-C0BF-74FE-89D64A546D9F}"/>
              </a:ext>
            </a:extLst>
          </p:cNvPr>
          <p:cNvSpPr>
            <a:spLocks noGrp="1" noChangeArrowheads="1"/>
          </p:cNvSpPr>
          <p:nvPr>
            <p:ph type="ftr" sz="quarter" idx="11"/>
          </p:nvPr>
        </p:nvSpPr>
        <p:spPr>
          <a:ln/>
        </p:spPr>
        <p:txBody>
          <a:bodyPr/>
          <a:lstStyle>
            <a:lvl1pPr>
              <a:defRPr/>
            </a:lvl1pPr>
          </a:lstStyle>
          <a:p>
            <a:pPr>
              <a:defRPr/>
            </a:pPr>
            <a:endParaRPr lang="zh-TW" altLang="en-US"/>
          </a:p>
        </p:txBody>
      </p:sp>
      <p:sp>
        <p:nvSpPr>
          <p:cNvPr id="7" name="Rectangle 13">
            <a:extLst>
              <a:ext uri="{FF2B5EF4-FFF2-40B4-BE49-F238E27FC236}">
                <a16:creationId xmlns:a16="http://schemas.microsoft.com/office/drawing/2014/main" id="{87AFAECE-AA1C-C582-3676-D06E18603CF1}"/>
              </a:ext>
            </a:extLst>
          </p:cNvPr>
          <p:cNvSpPr>
            <a:spLocks noGrp="1" noChangeArrowheads="1"/>
          </p:cNvSpPr>
          <p:nvPr>
            <p:ph type="sldNum" sz="quarter" idx="12"/>
          </p:nvPr>
        </p:nvSpPr>
        <p:spPr>
          <a:ln/>
        </p:spPr>
        <p:txBody>
          <a:bodyPr/>
          <a:lstStyle>
            <a:lvl1pPr>
              <a:defRPr/>
            </a:lvl1pPr>
          </a:lstStyle>
          <a:p>
            <a:pPr>
              <a:defRPr/>
            </a:pPr>
            <a:fld id="{45D51662-165C-4B5B-8057-A8F2238DAD3B}" type="slidenum">
              <a:rPr lang="zh-TW" altLang="en-US"/>
              <a:pPr>
                <a:defRPr/>
              </a:pPr>
              <a:t>‹#›</a:t>
            </a:fld>
            <a:endParaRPr lang="en-US" altLang="zh-TW"/>
          </a:p>
        </p:txBody>
      </p:sp>
    </p:spTree>
    <p:extLst>
      <p:ext uri="{BB962C8B-B14F-4D97-AF65-F5344CB8AC3E}">
        <p14:creationId xmlns:p14="http://schemas.microsoft.com/office/powerpoint/2010/main" val="2602851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11">
            <a:extLst>
              <a:ext uri="{FF2B5EF4-FFF2-40B4-BE49-F238E27FC236}">
                <a16:creationId xmlns:a16="http://schemas.microsoft.com/office/drawing/2014/main" id="{B9C34A29-F5FA-E76D-DE50-F6E45E736F30}"/>
              </a:ext>
            </a:extLst>
          </p:cNvPr>
          <p:cNvSpPr>
            <a:spLocks noGrp="1" noChangeArrowheads="1"/>
          </p:cNvSpPr>
          <p:nvPr>
            <p:ph type="dt" sz="half" idx="10"/>
          </p:nvPr>
        </p:nvSpPr>
        <p:spPr>
          <a:ln/>
        </p:spPr>
        <p:txBody>
          <a:bodyPr/>
          <a:lstStyle>
            <a:lvl1pPr>
              <a:defRPr/>
            </a:lvl1pPr>
          </a:lstStyle>
          <a:p>
            <a:pPr>
              <a:defRPr/>
            </a:pPr>
            <a:fld id="{04D75CE3-94CC-4211-ADBE-64277F163EDD}" type="datetime1">
              <a:rPr lang="zh-TW" altLang="en-US"/>
              <a:pPr>
                <a:defRPr/>
              </a:pPr>
              <a:t>2025/5/29</a:t>
            </a:fld>
            <a:endParaRPr lang="en-US" altLang="zh-TW"/>
          </a:p>
        </p:txBody>
      </p:sp>
      <p:sp>
        <p:nvSpPr>
          <p:cNvPr id="6" name="Rectangle 12">
            <a:extLst>
              <a:ext uri="{FF2B5EF4-FFF2-40B4-BE49-F238E27FC236}">
                <a16:creationId xmlns:a16="http://schemas.microsoft.com/office/drawing/2014/main" id="{5F4B83B0-F2DA-91E3-2EC5-22B9CCA19CD1}"/>
              </a:ext>
            </a:extLst>
          </p:cNvPr>
          <p:cNvSpPr>
            <a:spLocks noGrp="1" noChangeArrowheads="1"/>
          </p:cNvSpPr>
          <p:nvPr>
            <p:ph type="ftr" sz="quarter" idx="11"/>
          </p:nvPr>
        </p:nvSpPr>
        <p:spPr>
          <a:ln/>
        </p:spPr>
        <p:txBody>
          <a:bodyPr/>
          <a:lstStyle>
            <a:lvl1pPr>
              <a:defRPr/>
            </a:lvl1pPr>
          </a:lstStyle>
          <a:p>
            <a:pPr>
              <a:defRPr/>
            </a:pPr>
            <a:endParaRPr lang="zh-TW" altLang="en-US"/>
          </a:p>
        </p:txBody>
      </p:sp>
      <p:sp>
        <p:nvSpPr>
          <p:cNvPr id="7" name="Rectangle 13">
            <a:extLst>
              <a:ext uri="{FF2B5EF4-FFF2-40B4-BE49-F238E27FC236}">
                <a16:creationId xmlns:a16="http://schemas.microsoft.com/office/drawing/2014/main" id="{76DD2648-5260-E7BD-4150-6D675A5247C7}"/>
              </a:ext>
            </a:extLst>
          </p:cNvPr>
          <p:cNvSpPr>
            <a:spLocks noGrp="1" noChangeArrowheads="1"/>
          </p:cNvSpPr>
          <p:nvPr>
            <p:ph type="sldNum" sz="quarter" idx="12"/>
          </p:nvPr>
        </p:nvSpPr>
        <p:spPr>
          <a:ln/>
        </p:spPr>
        <p:txBody>
          <a:bodyPr/>
          <a:lstStyle>
            <a:lvl1pPr>
              <a:defRPr/>
            </a:lvl1pPr>
          </a:lstStyle>
          <a:p>
            <a:pPr>
              <a:defRPr/>
            </a:pPr>
            <a:fld id="{4219A62F-2448-44B7-B73B-ED55D17CBE7A}" type="slidenum">
              <a:rPr lang="zh-TW" altLang="en-US"/>
              <a:pPr>
                <a:defRPr/>
              </a:pPr>
              <a:t>‹#›</a:t>
            </a:fld>
            <a:endParaRPr lang="en-US" altLang="zh-TW"/>
          </a:p>
        </p:txBody>
      </p:sp>
    </p:spTree>
    <p:extLst>
      <p:ext uri="{BB962C8B-B14F-4D97-AF65-F5344CB8AC3E}">
        <p14:creationId xmlns:p14="http://schemas.microsoft.com/office/powerpoint/2010/main" val="109472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11">
            <a:extLst>
              <a:ext uri="{FF2B5EF4-FFF2-40B4-BE49-F238E27FC236}">
                <a16:creationId xmlns:a16="http://schemas.microsoft.com/office/drawing/2014/main" id="{C07A45F8-2866-CBF8-EB76-9202D8D190C4}"/>
              </a:ext>
            </a:extLst>
          </p:cNvPr>
          <p:cNvSpPr>
            <a:spLocks noGrp="1" noChangeArrowheads="1"/>
          </p:cNvSpPr>
          <p:nvPr>
            <p:ph type="dt" sz="half" idx="10"/>
          </p:nvPr>
        </p:nvSpPr>
        <p:spPr>
          <a:ln/>
        </p:spPr>
        <p:txBody>
          <a:bodyPr/>
          <a:lstStyle>
            <a:lvl1pPr>
              <a:defRPr/>
            </a:lvl1pPr>
          </a:lstStyle>
          <a:p>
            <a:pPr>
              <a:defRPr/>
            </a:pPr>
            <a:fld id="{CF4704A9-D0C3-4506-A831-2F382F8CA96C}" type="datetime1">
              <a:rPr lang="zh-TW" altLang="en-US"/>
              <a:pPr>
                <a:defRPr/>
              </a:pPr>
              <a:t>2025/5/29</a:t>
            </a:fld>
            <a:endParaRPr lang="en-US" altLang="zh-TW"/>
          </a:p>
        </p:txBody>
      </p:sp>
      <p:sp>
        <p:nvSpPr>
          <p:cNvPr id="5" name="Rectangle 12">
            <a:extLst>
              <a:ext uri="{FF2B5EF4-FFF2-40B4-BE49-F238E27FC236}">
                <a16:creationId xmlns:a16="http://schemas.microsoft.com/office/drawing/2014/main" id="{DD75EE1A-80B7-6817-83B1-E4DAB5AABEEA}"/>
              </a:ext>
            </a:extLst>
          </p:cNvPr>
          <p:cNvSpPr>
            <a:spLocks noGrp="1" noChangeArrowheads="1"/>
          </p:cNvSpPr>
          <p:nvPr>
            <p:ph type="ftr" sz="quarter" idx="11"/>
          </p:nvPr>
        </p:nvSpPr>
        <p:spPr>
          <a:ln/>
        </p:spPr>
        <p:txBody>
          <a:bodyPr/>
          <a:lstStyle>
            <a:lvl1pPr>
              <a:defRPr/>
            </a:lvl1pPr>
          </a:lstStyle>
          <a:p>
            <a:pPr>
              <a:defRPr/>
            </a:pPr>
            <a:endParaRPr lang="zh-TW" altLang="en-US"/>
          </a:p>
        </p:txBody>
      </p:sp>
      <p:sp>
        <p:nvSpPr>
          <p:cNvPr id="6" name="Rectangle 13">
            <a:extLst>
              <a:ext uri="{FF2B5EF4-FFF2-40B4-BE49-F238E27FC236}">
                <a16:creationId xmlns:a16="http://schemas.microsoft.com/office/drawing/2014/main" id="{2934CECC-EA8D-9CF9-9BC4-0027049EC5A6}"/>
              </a:ext>
            </a:extLst>
          </p:cNvPr>
          <p:cNvSpPr>
            <a:spLocks noGrp="1" noChangeArrowheads="1"/>
          </p:cNvSpPr>
          <p:nvPr>
            <p:ph type="sldNum" sz="quarter" idx="12"/>
          </p:nvPr>
        </p:nvSpPr>
        <p:spPr>
          <a:ln/>
        </p:spPr>
        <p:txBody>
          <a:bodyPr/>
          <a:lstStyle>
            <a:lvl1pPr>
              <a:defRPr/>
            </a:lvl1pPr>
          </a:lstStyle>
          <a:p>
            <a:pPr>
              <a:defRPr/>
            </a:pPr>
            <a:fld id="{85805800-4EA5-4EC2-BD7B-C49A05117462}" type="slidenum">
              <a:rPr lang="zh-TW" altLang="en-US"/>
              <a:pPr>
                <a:defRPr/>
              </a:pPr>
              <a:t>‹#›</a:t>
            </a:fld>
            <a:endParaRPr lang="en-US" altLang="zh-TW"/>
          </a:p>
        </p:txBody>
      </p:sp>
    </p:spTree>
    <p:extLst>
      <p:ext uri="{BB962C8B-B14F-4D97-AF65-F5344CB8AC3E}">
        <p14:creationId xmlns:p14="http://schemas.microsoft.com/office/powerpoint/2010/main" val="2966937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07175" y="381000"/>
            <a:ext cx="1947863" cy="5791200"/>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762000" y="381000"/>
            <a:ext cx="5692775" cy="579120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11">
            <a:extLst>
              <a:ext uri="{FF2B5EF4-FFF2-40B4-BE49-F238E27FC236}">
                <a16:creationId xmlns:a16="http://schemas.microsoft.com/office/drawing/2014/main" id="{CD39826D-8E2E-7F4A-D8F7-AF7678EDBC40}"/>
              </a:ext>
            </a:extLst>
          </p:cNvPr>
          <p:cNvSpPr>
            <a:spLocks noGrp="1" noChangeArrowheads="1"/>
          </p:cNvSpPr>
          <p:nvPr>
            <p:ph type="dt" sz="half" idx="10"/>
          </p:nvPr>
        </p:nvSpPr>
        <p:spPr>
          <a:ln/>
        </p:spPr>
        <p:txBody>
          <a:bodyPr/>
          <a:lstStyle>
            <a:lvl1pPr>
              <a:defRPr/>
            </a:lvl1pPr>
          </a:lstStyle>
          <a:p>
            <a:pPr>
              <a:defRPr/>
            </a:pPr>
            <a:fld id="{84D1A398-A8F0-4022-8193-DF8E02B24151}" type="datetime1">
              <a:rPr lang="zh-TW" altLang="en-US"/>
              <a:pPr>
                <a:defRPr/>
              </a:pPr>
              <a:t>2025/5/29</a:t>
            </a:fld>
            <a:endParaRPr lang="en-US" altLang="zh-TW"/>
          </a:p>
        </p:txBody>
      </p:sp>
      <p:sp>
        <p:nvSpPr>
          <p:cNvPr id="5" name="Rectangle 12">
            <a:extLst>
              <a:ext uri="{FF2B5EF4-FFF2-40B4-BE49-F238E27FC236}">
                <a16:creationId xmlns:a16="http://schemas.microsoft.com/office/drawing/2014/main" id="{6CE33AC9-5C97-63E3-FEAD-42B3861BC141}"/>
              </a:ext>
            </a:extLst>
          </p:cNvPr>
          <p:cNvSpPr>
            <a:spLocks noGrp="1" noChangeArrowheads="1"/>
          </p:cNvSpPr>
          <p:nvPr>
            <p:ph type="ftr" sz="quarter" idx="11"/>
          </p:nvPr>
        </p:nvSpPr>
        <p:spPr>
          <a:ln/>
        </p:spPr>
        <p:txBody>
          <a:bodyPr/>
          <a:lstStyle>
            <a:lvl1pPr>
              <a:defRPr/>
            </a:lvl1pPr>
          </a:lstStyle>
          <a:p>
            <a:pPr>
              <a:defRPr/>
            </a:pPr>
            <a:endParaRPr lang="zh-TW" altLang="en-US"/>
          </a:p>
        </p:txBody>
      </p:sp>
      <p:sp>
        <p:nvSpPr>
          <p:cNvPr id="6" name="Rectangle 13">
            <a:extLst>
              <a:ext uri="{FF2B5EF4-FFF2-40B4-BE49-F238E27FC236}">
                <a16:creationId xmlns:a16="http://schemas.microsoft.com/office/drawing/2014/main" id="{6C2E14E6-5B9F-E91E-E774-5D5D3C798B0E}"/>
              </a:ext>
            </a:extLst>
          </p:cNvPr>
          <p:cNvSpPr>
            <a:spLocks noGrp="1" noChangeArrowheads="1"/>
          </p:cNvSpPr>
          <p:nvPr>
            <p:ph type="sldNum" sz="quarter" idx="12"/>
          </p:nvPr>
        </p:nvSpPr>
        <p:spPr>
          <a:ln/>
        </p:spPr>
        <p:txBody>
          <a:bodyPr/>
          <a:lstStyle>
            <a:lvl1pPr>
              <a:defRPr/>
            </a:lvl1pPr>
          </a:lstStyle>
          <a:p>
            <a:pPr>
              <a:defRPr/>
            </a:pPr>
            <a:fld id="{91D6D6F1-30F7-4C3B-B506-49E54AA4AC58}" type="slidenum">
              <a:rPr lang="zh-TW" altLang="en-US"/>
              <a:pPr>
                <a:defRPr/>
              </a:pPr>
              <a:t>‹#›</a:t>
            </a:fld>
            <a:endParaRPr lang="en-US" altLang="zh-TW"/>
          </a:p>
        </p:txBody>
      </p:sp>
    </p:spTree>
    <p:extLst>
      <p:ext uri="{BB962C8B-B14F-4D97-AF65-F5344CB8AC3E}">
        <p14:creationId xmlns:p14="http://schemas.microsoft.com/office/powerpoint/2010/main" val="2736695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9">
            <a:extLst>
              <a:ext uri="{FF2B5EF4-FFF2-40B4-BE49-F238E27FC236}">
                <a16:creationId xmlns:a16="http://schemas.microsoft.com/office/drawing/2014/main" id="{EEFE622F-D670-14A0-A778-A6180AD8251E}"/>
              </a:ext>
            </a:extLst>
          </p:cNvPr>
          <p:cNvSpPr>
            <a:spLocks noGrp="1" noChangeArrowheads="1"/>
          </p:cNvSpPr>
          <p:nvPr>
            <p:ph type="title"/>
          </p:nvPr>
        </p:nvSpPr>
        <p:spPr bwMode="auto">
          <a:xfrm>
            <a:off x="762000" y="381000"/>
            <a:ext cx="77930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TW" altLang="en-US"/>
              <a:t>按一下以編輯母片標題樣式</a:t>
            </a:r>
          </a:p>
        </p:txBody>
      </p:sp>
      <p:sp>
        <p:nvSpPr>
          <p:cNvPr id="1027" name="Rectangle 10">
            <a:extLst>
              <a:ext uri="{FF2B5EF4-FFF2-40B4-BE49-F238E27FC236}">
                <a16:creationId xmlns:a16="http://schemas.microsoft.com/office/drawing/2014/main" id="{C1682514-3D78-0BA1-7E03-6FEA09AF9A45}"/>
              </a:ext>
            </a:extLst>
          </p:cNvPr>
          <p:cNvSpPr>
            <a:spLocks noGrp="1" noChangeArrowheads="1"/>
          </p:cNvSpPr>
          <p:nvPr>
            <p:ph type="body" idx="1"/>
          </p:nvPr>
        </p:nvSpPr>
        <p:spPr bwMode="auto">
          <a:xfrm>
            <a:off x="762000" y="15240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155" name="Rectangle 11">
            <a:extLst>
              <a:ext uri="{FF2B5EF4-FFF2-40B4-BE49-F238E27FC236}">
                <a16:creationId xmlns:a16="http://schemas.microsoft.com/office/drawing/2014/main" id="{84F8DD95-2E84-57F6-9CD7-B984F701960F}"/>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0" sz="1400">
                <a:solidFill>
                  <a:schemeClr val="accent1"/>
                </a:solidFill>
              </a:defRPr>
            </a:lvl1pPr>
          </a:lstStyle>
          <a:p>
            <a:pPr>
              <a:defRPr/>
            </a:pPr>
            <a:fld id="{A97396E9-2434-4EAC-A396-6226A9FA4A58}" type="datetime1">
              <a:rPr lang="zh-TW" altLang="en-US"/>
              <a:pPr>
                <a:defRPr/>
              </a:pPr>
              <a:t>2025/5/29</a:t>
            </a:fld>
            <a:endParaRPr lang="en-US" altLang="zh-TW"/>
          </a:p>
        </p:txBody>
      </p:sp>
      <p:sp>
        <p:nvSpPr>
          <p:cNvPr id="6156" name="Rectangle 12">
            <a:extLst>
              <a:ext uri="{FF2B5EF4-FFF2-40B4-BE49-F238E27FC236}">
                <a16:creationId xmlns:a16="http://schemas.microsoft.com/office/drawing/2014/main" id="{1FE31332-6597-E00A-F95D-5F177C2E0FC6}"/>
              </a:ext>
            </a:extLst>
          </p:cNvPr>
          <p:cNvSpPr>
            <a:spLocks noGrp="1" noChangeArrowheads="1"/>
          </p:cNvSpPr>
          <p:nvPr>
            <p:ph type="ftr" sz="quarter" idx="3"/>
          </p:nvPr>
        </p:nvSpPr>
        <p:spPr bwMode="auto">
          <a:xfrm>
            <a:off x="2362200" y="6324600"/>
            <a:ext cx="4953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kumimoji="0" sz="1400">
                <a:solidFill>
                  <a:schemeClr val="accent1"/>
                </a:solidFill>
              </a:defRPr>
            </a:lvl1pPr>
          </a:lstStyle>
          <a:p>
            <a:pPr>
              <a:defRPr/>
            </a:pPr>
            <a:endParaRPr lang="zh-TW" altLang="en-US"/>
          </a:p>
        </p:txBody>
      </p:sp>
      <p:sp>
        <p:nvSpPr>
          <p:cNvPr id="6157" name="Rectangle 13">
            <a:extLst>
              <a:ext uri="{FF2B5EF4-FFF2-40B4-BE49-F238E27FC236}">
                <a16:creationId xmlns:a16="http://schemas.microsoft.com/office/drawing/2014/main" id="{7F182DD2-3DCE-2D93-45E6-F002491B2769}"/>
              </a:ext>
            </a:extLst>
          </p:cNvPr>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0" sz="1400" smtClean="0">
                <a:solidFill>
                  <a:schemeClr val="accent1"/>
                </a:solidFill>
              </a:defRPr>
            </a:lvl1pPr>
          </a:lstStyle>
          <a:p>
            <a:pPr>
              <a:defRPr/>
            </a:pPr>
            <a:fld id="{D02AAB72-1862-4F82-B26F-2F88536CA44F}" type="slidenum">
              <a:rPr lang="zh-TW" altLang="en-US"/>
              <a:pPr>
                <a:defRPr/>
              </a:pPr>
              <a:t>‹#›</a:t>
            </a:fld>
            <a:endParaRPr lang="en-US" altLang="zh-TW"/>
          </a:p>
        </p:txBody>
      </p:sp>
    </p:spTree>
  </p:cSld>
  <p:clrMap bg1="lt1" tx1="dk1" bg2="lt2" tx2="dk2" accent1="accent1" accent2="accent2" accent3="accent3" accent4="accent4" accent5="accent5" accent6="accent6" hlink="hlink" folHlink="folHlink"/>
  <p:sldLayoutIdLst>
    <p:sldLayoutId id="2147483684"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ahoma" pitchFamily="34" charset="0"/>
          <a:ea typeface="標楷體" pitchFamily="65" charset="-120"/>
        </a:defRPr>
      </a:lvl2pPr>
      <a:lvl3pPr algn="ctr" rtl="0" eaLnBrk="0" fontAlgn="base" hangingPunct="0">
        <a:spcBef>
          <a:spcPct val="0"/>
        </a:spcBef>
        <a:spcAft>
          <a:spcPct val="0"/>
        </a:spcAft>
        <a:defRPr kumimoji="1" sz="4400">
          <a:solidFill>
            <a:schemeClr val="tx2"/>
          </a:solidFill>
          <a:latin typeface="Tahoma" pitchFamily="34" charset="0"/>
          <a:ea typeface="標楷體" pitchFamily="65" charset="-120"/>
        </a:defRPr>
      </a:lvl3pPr>
      <a:lvl4pPr algn="ctr" rtl="0" eaLnBrk="0" fontAlgn="base" hangingPunct="0">
        <a:spcBef>
          <a:spcPct val="0"/>
        </a:spcBef>
        <a:spcAft>
          <a:spcPct val="0"/>
        </a:spcAft>
        <a:defRPr kumimoji="1" sz="4400">
          <a:solidFill>
            <a:schemeClr val="tx2"/>
          </a:solidFill>
          <a:latin typeface="Tahoma" pitchFamily="34" charset="0"/>
          <a:ea typeface="標楷體" pitchFamily="65" charset="-120"/>
        </a:defRPr>
      </a:lvl4pPr>
      <a:lvl5pPr algn="ctr" rtl="0" eaLnBrk="0" fontAlgn="base" hangingPunct="0">
        <a:spcBef>
          <a:spcPct val="0"/>
        </a:spcBef>
        <a:spcAft>
          <a:spcPct val="0"/>
        </a:spcAft>
        <a:defRPr kumimoji="1" sz="4400">
          <a:solidFill>
            <a:schemeClr val="tx2"/>
          </a:solidFill>
          <a:latin typeface="Tahoma" pitchFamily="34" charset="0"/>
          <a:ea typeface="標楷體" pitchFamily="65" charset="-120"/>
        </a:defRPr>
      </a:lvl5pPr>
      <a:lvl6pPr marL="457200" algn="ctr" rtl="0" fontAlgn="base">
        <a:spcBef>
          <a:spcPct val="0"/>
        </a:spcBef>
        <a:spcAft>
          <a:spcPct val="0"/>
        </a:spcAft>
        <a:defRPr kumimoji="1" sz="4400">
          <a:solidFill>
            <a:schemeClr val="tx2"/>
          </a:solidFill>
          <a:latin typeface="Tahoma" pitchFamily="34" charset="0"/>
          <a:ea typeface="標楷體" pitchFamily="65" charset="-120"/>
        </a:defRPr>
      </a:lvl6pPr>
      <a:lvl7pPr marL="914400" algn="ctr" rtl="0" fontAlgn="base">
        <a:spcBef>
          <a:spcPct val="0"/>
        </a:spcBef>
        <a:spcAft>
          <a:spcPct val="0"/>
        </a:spcAft>
        <a:defRPr kumimoji="1" sz="4400">
          <a:solidFill>
            <a:schemeClr val="tx2"/>
          </a:solidFill>
          <a:latin typeface="Tahoma" pitchFamily="34" charset="0"/>
          <a:ea typeface="標楷體" pitchFamily="65" charset="-120"/>
        </a:defRPr>
      </a:lvl7pPr>
      <a:lvl8pPr marL="1371600" algn="ctr" rtl="0" fontAlgn="base">
        <a:spcBef>
          <a:spcPct val="0"/>
        </a:spcBef>
        <a:spcAft>
          <a:spcPct val="0"/>
        </a:spcAft>
        <a:defRPr kumimoji="1" sz="4400">
          <a:solidFill>
            <a:schemeClr val="tx2"/>
          </a:solidFill>
          <a:latin typeface="Tahoma" pitchFamily="34" charset="0"/>
          <a:ea typeface="標楷體" pitchFamily="65" charset="-120"/>
        </a:defRPr>
      </a:lvl8pPr>
      <a:lvl9pPr marL="1828800" algn="ctr" rtl="0" fontAlgn="base">
        <a:spcBef>
          <a:spcPct val="0"/>
        </a:spcBef>
        <a:spcAft>
          <a:spcPct val="0"/>
        </a:spcAft>
        <a:defRPr kumimoji="1" sz="4400">
          <a:solidFill>
            <a:schemeClr val="tx2"/>
          </a:solidFill>
          <a:latin typeface="Tahoma" pitchFamily="34" charset="0"/>
          <a:ea typeface="標楷體" pitchFamily="65" charset="-12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投影片編號版面配置區 5">
            <a:extLst>
              <a:ext uri="{FF2B5EF4-FFF2-40B4-BE49-F238E27FC236}">
                <a16:creationId xmlns:a16="http://schemas.microsoft.com/office/drawing/2014/main" id="{AB05620C-F09F-A956-AFB8-D97AE25A6C8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標楷體" panose="03000509000000000000" pitchFamily="65" charset="-12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標楷體" panose="03000509000000000000" pitchFamily="65" charset="-12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標楷體" panose="03000509000000000000" pitchFamily="65" charset="-120"/>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9pPr>
          </a:lstStyle>
          <a:p>
            <a:pPr>
              <a:spcBef>
                <a:spcPct val="0"/>
              </a:spcBef>
              <a:buClrTx/>
              <a:buSzTx/>
              <a:buFontTx/>
              <a:buNone/>
            </a:pPr>
            <a:fld id="{73A0B2A7-45DE-47E5-B3E0-0386591D9C7A}" type="slidenum">
              <a:rPr kumimoji="0" lang="zh-TW" altLang="en-US" sz="1400">
                <a:solidFill>
                  <a:schemeClr val="accent1"/>
                </a:solidFill>
                <a:ea typeface="新細明體" panose="02020500000000000000" pitchFamily="18" charset="-120"/>
              </a:rPr>
              <a:pPr>
                <a:spcBef>
                  <a:spcPct val="0"/>
                </a:spcBef>
                <a:buClrTx/>
                <a:buSzTx/>
                <a:buFontTx/>
                <a:buNone/>
              </a:pPr>
              <a:t>1</a:t>
            </a:fld>
            <a:endParaRPr kumimoji="0" lang="en-US" altLang="zh-TW" sz="1400">
              <a:solidFill>
                <a:schemeClr val="accent1"/>
              </a:solidFill>
              <a:ea typeface="新細明體" panose="02020500000000000000" pitchFamily="18" charset="-120"/>
            </a:endParaRPr>
          </a:p>
        </p:txBody>
      </p:sp>
      <p:sp>
        <p:nvSpPr>
          <p:cNvPr id="4099" name="Rectangle 2">
            <a:extLst>
              <a:ext uri="{FF2B5EF4-FFF2-40B4-BE49-F238E27FC236}">
                <a16:creationId xmlns:a16="http://schemas.microsoft.com/office/drawing/2014/main" id="{946C0072-3531-FFBE-382F-309B4BC2F8D6}"/>
              </a:ext>
            </a:extLst>
          </p:cNvPr>
          <p:cNvSpPr>
            <a:spLocks noGrp="1" noChangeArrowheads="1"/>
          </p:cNvSpPr>
          <p:nvPr>
            <p:ph type="title"/>
          </p:nvPr>
        </p:nvSpPr>
        <p:spPr>
          <a:xfrm>
            <a:off x="533400" y="381000"/>
            <a:ext cx="7772400" cy="914400"/>
          </a:xfrm>
        </p:spPr>
        <p:txBody>
          <a:bodyPr/>
          <a:lstStyle/>
          <a:p>
            <a:pPr eaLnBrk="1" hangingPunct="1"/>
            <a:r>
              <a:rPr lang="en-US" altLang="zh-TW" b="1" dirty="0">
                <a:latin typeface="Times New Roman" panose="02020603050405020304" pitchFamily="18" charset="0"/>
              </a:rPr>
              <a:t>12075: Counting Triangles</a:t>
            </a:r>
            <a:endParaRPr lang="en-US" altLang="zh-TW" dirty="0"/>
          </a:p>
        </p:txBody>
      </p:sp>
      <p:sp>
        <p:nvSpPr>
          <p:cNvPr id="4100" name="Rectangle 3">
            <a:extLst>
              <a:ext uri="{FF2B5EF4-FFF2-40B4-BE49-F238E27FC236}">
                <a16:creationId xmlns:a16="http://schemas.microsoft.com/office/drawing/2014/main" id="{8145C32B-85E1-94DB-9706-341A8BAE52C4}"/>
              </a:ext>
            </a:extLst>
          </p:cNvPr>
          <p:cNvSpPr>
            <a:spLocks noGrp="1" noChangeArrowheads="1"/>
          </p:cNvSpPr>
          <p:nvPr>
            <p:ph type="body" idx="1"/>
          </p:nvPr>
        </p:nvSpPr>
        <p:spPr>
          <a:xfrm>
            <a:off x="381000" y="1447800"/>
            <a:ext cx="8077200" cy="4789488"/>
          </a:xfrm>
        </p:spPr>
        <p:txBody>
          <a:bodyPr/>
          <a:lstStyle/>
          <a:p>
            <a:pPr eaLnBrk="1" hangingPunct="1"/>
            <a:r>
              <a:rPr lang="zh-TW" altLang="en-US" sz="2400" dirty="0">
                <a:solidFill>
                  <a:schemeClr val="hlink"/>
                </a:solidFill>
                <a:latin typeface="Times New Roman" panose="02020603050405020304" pitchFamily="18" charset="0"/>
                <a:ea typeface="+mj-ea"/>
                <a:cs typeface="Times New Roman" panose="02020603050405020304" pitchFamily="18" charset="0"/>
              </a:rPr>
              <a:t>★★★★★</a:t>
            </a:r>
          </a:p>
          <a:p>
            <a:pPr eaLnBrk="1" hangingPunct="1"/>
            <a:r>
              <a:rPr lang="zh-TW" altLang="en-US" sz="2400" b="1" dirty="0">
                <a:solidFill>
                  <a:srgbClr val="3BA943"/>
                </a:solidFill>
                <a:latin typeface="Times New Roman" panose="02020603050405020304" pitchFamily="18" charset="0"/>
                <a:ea typeface="+mj-ea"/>
                <a:cs typeface="Times New Roman" panose="02020603050405020304" pitchFamily="18" charset="0"/>
              </a:rPr>
              <a:t>題組：</a:t>
            </a:r>
            <a:r>
              <a:rPr lang="en-US" altLang="zh-TW" sz="2400" dirty="0">
                <a:latin typeface="Times New Roman" panose="02020603050405020304" pitchFamily="18" charset="0"/>
                <a:ea typeface="+mj-ea"/>
                <a:cs typeface="Times New Roman" panose="02020603050405020304" pitchFamily="18" charset="0"/>
              </a:rPr>
              <a:t>Problem Set Archive with Online Judge</a:t>
            </a:r>
          </a:p>
          <a:p>
            <a:pPr eaLnBrk="1" hangingPunct="1"/>
            <a:r>
              <a:rPr lang="zh-TW" altLang="en-US" sz="2400" b="1" dirty="0">
                <a:solidFill>
                  <a:srgbClr val="3BA943"/>
                </a:solidFill>
                <a:latin typeface="Times New Roman" panose="02020603050405020304" pitchFamily="18" charset="0"/>
                <a:ea typeface="+mj-ea"/>
                <a:cs typeface="Times New Roman" panose="02020603050405020304" pitchFamily="18" charset="0"/>
              </a:rPr>
              <a:t>題號：</a:t>
            </a:r>
            <a:r>
              <a:rPr lang="en-US" altLang="zh-TW" sz="2400">
                <a:latin typeface="Times New Roman" panose="02020603050405020304" pitchFamily="18" charset="0"/>
                <a:ea typeface="+mj-ea"/>
                <a:cs typeface="Times New Roman" panose="02020603050405020304" pitchFamily="18" charset="0"/>
              </a:rPr>
              <a:t>12075</a:t>
            </a:r>
            <a:r>
              <a:rPr lang="en-US" altLang="zh-TW" sz="2400" dirty="0">
                <a:latin typeface="Times New Roman" panose="02020603050405020304" pitchFamily="18" charset="0"/>
                <a:ea typeface="+mj-ea"/>
                <a:cs typeface="Times New Roman" panose="02020603050405020304" pitchFamily="18" charset="0"/>
              </a:rPr>
              <a:t>: Counting Triangles</a:t>
            </a:r>
          </a:p>
          <a:p>
            <a:pPr eaLnBrk="1" hangingPunct="1"/>
            <a:r>
              <a:rPr lang="zh-TW" altLang="en-US" sz="2400" b="1" dirty="0">
                <a:solidFill>
                  <a:srgbClr val="3BA943"/>
                </a:solidFill>
                <a:latin typeface="Times New Roman" panose="02020603050405020304" pitchFamily="18" charset="0"/>
                <a:ea typeface="+mj-ea"/>
                <a:cs typeface="Times New Roman" panose="02020603050405020304" pitchFamily="18" charset="0"/>
              </a:rPr>
              <a:t>解題者：</a:t>
            </a:r>
            <a:r>
              <a:rPr lang="zh-TW" altLang="en-US" sz="2400" dirty="0">
                <a:latin typeface="Times New Roman" panose="02020603050405020304" pitchFamily="18" charset="0"/>
                <a:ea typeface="+mj-ea"/>
                <a:cs typeface="Times New Roman" panose="02020603050405020304" pitchFamily="18" charset="0"/>
              </a:rPr>
              <a:t>李瑞紘</a:t>
            </a:r>
          </a:p>
          <a:p>
            <a:pPr eaLnBrk="1" hangingPunct="1"/>
            <a:r>
              <a:rPr lang="zh-TW" altLang="en-US" sz="2400" b="1" dirty="0">
                <a:solidFill>
                  <a:srgbClr val="3BA943"/>
                </a:solidFill>
                <a:latin typeface="Times New Roman" panose="02020603050405020304" pitchFamily="18" charset="0"/>
                <a:ea typeface="+mj-ea"/>
                <a:cs typeface="Times New Roman" panose="02020603050405020304" pitchFamily="18" charset="0"/>
              </a:rPr>
              <a:t>解題日期：</a:t>
            </a:r>
            <a:r>
              <a:rPr lang="zh-TW" altLang="en-US" sz="2400" dirty="0">
                <a:latin typeface="Times New Roman" panose="02020603050405020304" pitchFamily="18" charset="0"/>
                <a:ea typeface="+mj-ea"/>
                <a:cs typeface="Times New Roman" panose="02020603050405020304" pitchFamily="18" charset="0"/>
              </a:rPr>
              <a:t>20</a:t>
            </a:r>
            <a:r>
              <a:rPr lang="en-US" altLang="zh-TW" sz="2400" dirty="0">
                <a:latin typeface="Times New Roman" panose="02020603050405020304" pitchFamily="18" charset="0"/>
                <a:ea typeface="+mj-ea"/>
                <a:cs typeface="Times New Roman" panose="02020603050405020304" pitchFamily="18" charset="0"/>
              </a:rPr>
              <a:t>25</a:t>
            </a:r>
            <a:r>
              <a:rPr lang="zh-TW" altLang="en-US" sz="2400" dirty="0">
                <a:latin typeface="Times New Roman" panose="02020603050405020304" pitchFamily="18" charset="0"/>
                <a:ea typeface="+mj-ea"/>
                <a:cs typeface="Times New Roman" panose="02020603050405020304" pitchFamily="18" charset="0"/>
              </a:rPr>
              <a:t>年</a:t>
            </a:r>
            <a:r>
              <a:rPr lang="en-US" altLang="zh-TW" sz="2400" dirty="0">
                <a:latin typeface="Times New Roman" panose="02020603050405020304" pitchFamily="18" charset="0"/>
                <a:ea typeface="+mj-ea"/>
                <a:cs typeface="Times New Roman" panose="02020603050405020304" pitchFamily="18" charset="0"/>
              </a:rPr>
              <a:t>5</a:t>
            </a:r>
            <a:r>
              <a:rPr lang="zh-TW" altLang="en-US" sz="2400" dirty="0">
                <a:latin typeface="Times New Roman" panose="02020603050405020304" pitchFamily="18" charset="0"/>
                <a:ea typeface="+mj-ea"/>
                <a:cs typeface="Times New Roman" panose="02020603050405020304" pitchFamily="18" charset="0"/>
              </a:rPr>
              <a:t>月</a:t>
            </a:r>
            <a:r>
              <a:rPr lang="en-US" altLang="zh-TW" sz="2400" dirty="0">
                <a:latin typeface="Times New Roman" panose="02020603050405020304" pitchFamily="18" charset="0"/>
                <a:ea typeface="+mj-ea"/>
                <a:cs typeface="Times New Roman" panose="02020603050405020304" pitchFamily="18" charset="0"/>
              </a:rPr>
              <a:t>29</a:t>
            </a:r>
            <a:r>
              <a:rPr lang="zh-TW" altLang="en-US" sz="2400" dirty="0">
                <a:latin typeface="Times New Roman" panose="02020603050405020304" pitchFamily="18" charset="0"/>
                <a:ea typeface="+mj-ea"/>
                <a:cs typeface="Times New Roman" panose="02020603050405020304" pitchFamily="18" charset="0"/>
              </a:rPr>
              <a:t>日</a:t>
            </a:r>
          </a:p>
          <a:p>
            <a:pPr eaLnBrk="1" hangingPunct="1"/>
            <a:r>
              <a:rPr lang="zh-TW" altLang="en-US" sz="2400" b="1" dirty="0">
                <a:solidFill>
                  <a:srgbClr val="3BA943"/>
                </a:solidFill>
                <a:latin typeface="Times New Roman" panose="02020603050405020304" pitchFamily="18" charset="0"/>
                <a:ea typeface="+mj-ea"/>
                <a:cs typeface="Times New Roman" panose="02020603050405020304" pitchFamily="18" charset="0"/>
              </a:rPr>
              <a:t>題意：</a:t>
            </a:r>
            <a:r>
              <a:rPr lang="zh-TW" altLang="en-US" sz="2400" dirty="0">
                <a:latin typeface="Times New Roman" panose="02020603050405020304" pitchFamily="18" charset="0"/>
                <a:ea typeface="+mj-ea"/>
                <a:cs typeface="Times New Roman" panose="02020603050405020304" pitchFamily="18" charset="0"/>
              </a:rPr>
              <a:t>給定兩正整數</a:t>
            </a:r>
            <a:r>
              <a:rPr lang="en-US" altLang="zh-TW" sz="2400" dirty="0">
                <a:latin typeface="Times New Roman" panose="02020603050405020304" pitchFamily="18" charset="0"/>
                <a:ea typeface="+mj-ea"/>
                <a:cs typeface="Times New Roman" panose="02020603050405020304" pitchFamily="18" charset="0"/>
              </a:rPr>
              <a:t>M,</a:t>
            </a:r>
            <a:r>
              <a:rPr lang="zh-TW" altLang="en-US" sz="2400" dirty="0">
                <a:latin typeface="Times New Roman" panose="02020603050405020304" pitchFamily="18" charset="0"/>
                <a:ea typeface="+mj-ea"/>
                <a:cs typeface="Times New Roman" panose="02020603050405020304" pitchFamily="18" charset="0"/>
              </a:rPr>
              <a:t> </a:t>
            </a:r>
            <a:r>
              <a:rPr lang="en-US" altLang="zh-TW" sz="2400" dirty="0">
                <a:latin typeface="Times New Roman" panose="02020603050405020304" pitchFamily="18" charset="0"/>
                <a:ea typeface="+mj-ea"/>
                <a:cs typeface="Times New Roman" panose="02020603050405020304" pitchFamily="18" charset="0"/>
              </a:rPr>
              <a:t>N</a:t>
            </a:r>
            <a:r>
              <a:rPr lang="zh-TW" altLang="en-US" sz="2400" dirty="0">
                <a:latin typeface="Times New Roman" panose="02020603050405020304" pitchFamily="18" charset="0"/>
                <a:ea typeface="+mj-ea"/>
                <a:cs typeface="Times New Roman" panose="02020603050405020304" pitchFamily="18" charset="0"/>
              </a:rPr>
              <a:t>，找出矩陣</a:t>
            </a:r>
            <a:r>
              <a:rPr lang="en-US" altLang="zh-TW" sz="2400" dirty="0">
                <a:latin typeface="Times New Roman" panose="02020603050405020304" pitchFamily="18" charset="0"/>
                <a:ea typeface="+mj-ea"/>
                <a:cs typeface="Times New Roman" panose="02020603050405020304" pitchFamily="18" charset="0"/>
              </a:rPr>
              <a:t>M × N</a:t>
            </a:r>
            <a:r>
              <a:rPr lang="zh-TW" altLang="en-US" sz="2400" dirty="0">
                <a:latin typeface="Times New Roman" panose="02020603050405020304" pitchFamily="18" charset="0"/>
                <a:ea typeface="+mj-ea"/>
                <a:cs typeface="Times New Roman" panose="02020603050405020304" pitchFamily="18" charset="0"/>
              </a:rPr>
              <a:t>中含有多少三頂點的</a:t>
            </a:r>
            <a:r>
              <a:rPr lang="en-US" altLang="zh-TW" sz="2400" dirty="0">
                <a:latin typeface="Times New Roman" panose="02020603050405020304" pitchFamily="18" charset="0"/>
                <a:ea typeface="+mj-ea"/>
                <a:cs typeface="Times New Roman" panose="02020603050405020304" pitchFamily="18" charset="0"/>
              </a:rPr>
              <a:t>x, y</a:t>
            </a:r>
            <a:r>
              <a:rPr lang="zh-TW" altLang="en-US" sz="2400" dirty="0">
                <a:latin typeface="Times New Roman" panose="02020603050405020304" pitchFamily="18" charset="0"/>
                <a:ea typeface="+mj-ea"/>
                <a:cs typeface="Times New Roman" panose="02020603050405020304" pitchFamily="18" charset="0"/>
              </a:rPr>
              <a:t>座標皆為整數之三角形。</a:t>
            </a:r>
            <a:endParaRPr lang="en-US" altLang="zh-TW" sz="2400" dirty="0">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投影片編號版面配置區 5">
            <a:extLst>
              <a:ext uri="{FF2B5EF4-FFF2-40B4-BE49-F238E27FC236}">
                <a16:creationId xmlns:a16="http://schemas.microsoft.com/office/drawing/2014/main" id="{3140D5AA-4745-7874-C1BC-7C57BC37A3A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anose="020B0604030504040204" pitchFamily="34" charset="0"/>
                <a:ea typeface="新細明體" panose="02020500000000000000" pitchFamily="18" charset="-120"/>
              </a:defRPr>
            </a:lvl1pPr>
            <a:lvl2pPr marL="742950" indent="-285750" eaLnBrk="0" hangingPunct="0">
              <a:defRPr kumimoji="1" sz="2400">
                <a:solidFill>
                  <a:schemeClr val="tx1"/>
                </a:solidFill>
                <a:latin typeface="Tahoma" panose="020B0604030504040204" pitchFamily="34" charset="0"/>
                <a:ea typeface="新細明體" panose="02020500000000000000" pitchFamily="18" charset="-120"/>
              </a:defRPr>
            </a:lvl2pPr>
            <a:lvl3pPr marL="1143000" indent="-228600" eaLnBrk="0" hangingPunct="0">
              <a:defRPr kumimoji="1" sz="2400">
                <a:solidFill>
                  <a:schemeClr val="tx1"/>
                </a:solidFill>
                <a:latin typeface="Tahoma" panose="020B0604030504040204" pitchFamily="34" charset="0"/>
                <a:ea typeface="新細明體" panose="02020500000000000000" pitchFamily="18" charset="-120"/>
              </a:defRPr>
            </a:lvl3pPr>
            <a:lvl4pPr marL="1600200" indent="-228600" eaLnBrk="0" hangingPunct="0">
              <a:defRPr kumimoji="1" sz="2400">
                <a:solidFill>
                  <a:schemeClr val="tx1"/>
                </a:solidFill>
                <a:latin typeface="Tahoma" panose="020B0604030504040204" pitchFamily="34" charset="0"/>
                <a:ea typeface="新細明體" panose="02020500000000000000" pitchFamily="18" charset="-120"/>
              </a:defRPr>
            </a:lvl4pPr>
            <a:lvl5pPr marL="2057400" indent="-228600" eaLnBrk="0" hangingPunct="0">
              <a:defRPr kumimoji="1" sz="2400">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9pPr>
          </a:lstStyle>
          <a:p>
            <a:pPr eaLnBrk="1" hangingPunct="1"/>
            <a:fld id="{452FDFA7-94B3-42DF-98F0-7B6E81C5C80C}" type="slidenum">
              <a:rPr kumimoji="0" lang="zh-TW" altLang="en-US" sz="1400">
                <a:solidFill>
                  <a:schemeClr val="accent1"/>
                </a:solidFill>
              </a:rPr>
              <a:pPr eaLnBrk="1" hangingPunct="1"/>
              <a:t>2</a:t>
            </a:fld>
            <a:endParaRPr kumimoji="0" lang="en-US" altLang="zh-TW" sz="1400">
              <a:solidFill>
                <a:schemeClr val="accent1"/>
              </a:solidFill>
            </a:endParaRPr>
          </a:p>
        </p:txBody>
      </p:sp>
      <p:sp>
        <p:nvSpPr>
          <p:cNvPr id="4099" name="Rectangle 3">
            <a:extLst>
              <a:ext uri="{FF2B5EF4-FFF2-40B4-BE49-F238E27FC236}">
                <a16:creationId xmlns:a16="http://schemas.microsoft.com/office/drawing/2014/main" id="{318D1A5D-6A03-DEBD-A064-4AE11AE1B441}"/>
              </a:ext>
            </a:extLst>
          </p:cNvPr>
          <p:cNvSpPr>
            <a:spLocks noGrp="1" noChangeArrowheads="1"/>
          </p:cNvSpPr>
          <p:nvPr>
            <p:ph type="body" idx="1"/>
          </p:nvPr>
        </p:nvSpPr>
        <p:spPr>
          <a:xfrm>
            <a:off x="381000" y="685800"/>
            <a:ext cx="8077200" cy="5622925"/>
          </a:xfrm>
        </p:spPr>
        <p:txBody>
          <a:bodyPr/>
          <a:lstStyle/>
          <a:p>
            <a:pPr eaLnBrk="1" hangingPunct="1">
              <a:lnSpc>
                <a:spcPct val="90000"/>
              </a:lnSpc>
            </a:pPr>
            <a:r>
              <a:rPr lang="zh-TW" altLang="en-US" sz="2400" b="1" dirty="0">
                <a:solidFill>
                  <a:srgbClr val="3BA943"/>
                </a:solidFill>
                <a:latin typeface="Times New Roman" panose="02020603050405020304" pitchFamily="18" charset="0"/>
                <a:ea typeface="+mj-ea"/>
                <a:cs typeface="Times New Roman" panose="02020603050405020304" pitchFamily="18" charset="0"/>
              </a:rPr>
              <a:t>題意範例：</a:t>
            </a:r>
            <a:r>
              <a:rPr lang="zh-TW" altLang="en-US" sz="2400" dirty="0">
                <a:solidFill>
                  <a:srgbClr val="3BA943"/>
                </a:solidFill>
                <a:latin typeface="Times New Roman" panose="02020603050405020304" pitchFamily="18" charset="0"/>
                <a:ea typeface="+mj-ea"/>
                <a:cs typeface="Times New Roman" panose="02020603050405020304" pitchFamily="18" charset="0"/>
              </a:rPr>
              <a:t>  </a:t>
            </a:r>
            <a:r>
              <a:rPr lang="en-US" altLang="zh-TW" sz="2400" dirty="0">
                <a:latin typeface="Times New Roman" panose="02020603050405020304" pitchFamily="18" charset="0"/>
                <a:ea typeface="+mj-ea"/>
                <a:cs typeface="Times New Roman" panose="02020603050405020304" pitchFamily="18" charset="0"/>
              </a:rPr>
              <a:t>1 1</a:t>
            </a:r>
            <a:r>
              <a:rPr lang="zh-TW" altLang="en-US" sz="2400" dirty="0">
                <a:latin typeface="Times New Roman" panose="02020603050405020304" pitchFamily="18" charset="0"/>
                <a:ea typeface="+mj-ea"/>
                <a:cs typeface="Times New Roman" panose="02020603050405020304" pitchFamily="18" charset="0"/>
              </a:rPr>
              <a:t>  </a:t>
            </a:r>
            <a:r>
              <a:rPr lang="en-US" altLang="zh-TW" sz="2400" dirty="0">
                <a:latin typeface="Times New Roman" panose="02020603050405020304" pitchFamily="18" charset="0"/>
                <a:ea typeface="+mj-ea"/>
                <a:cs typeface="Times New Roman" panose="02020603050405020304" pitchFamily="18" charset="0"/>
                <a:sym typeface="Wingdings" panose="05000000000000000000" pitchFamily="2" charset="2"/>
              </a:rPr>
              <a:t></a:t>
            </a:r>
            <a:r>
              <a:rPr lang="zh-TW" altLang="en-US" sz="2400" dirty="0">
                <a:latin typeface="Times New Roman" panose="02020603050405020304" pitchFamily="18" charset="0"/>
                <a:ea typeface="+mj-ea"/>
                <a:cs typeface="Times New Roman" panose="02020603050405020304" pitchFamily="18" charset="0"/>
                <a:sym typeface="Wingdings" panose="05000000000000000000" pitchFamily="2" charset="2"/>
              </a:rPr>
              <a:t>  </a:t>
            </a:r>
            <a:r>
              <a:rPr lang="en-US" altLang="zh-TW" sz="2400" dirty="0">
                <a:latin typeface="Times New Roman" panose="02020603050405020304" pitchFamily="18" charset="0"/>
                <a:ea typeface="+mj-ea"/>
                <a:cs typeface="Times New Roman" panose="02020603050405020304" pitchFamily="18" charset="0"/>
              </a:rPr>
              <a:t>Case 1: 4</a:t>
            </a:r>
            <a:br>
              <a:rPr lang="zh-TW" altLang="zh-TW" sz="2400" dirty="0">
                <a:latin typeface="Times New Roman" panose="02020603050405020304" pitchFamily="18" charset="0"/>
                <a:ea typeface="+mj-ea"/>
                <a:cs typeface="Times New Roman" panose="02020603050405020304" pitchFamily="18" charset="0"/>
              </a:rPr>
            </a:br>
            <a:r>
              <a:rPr lang="zh-TW" altLang="zh-TW" sz="2400" dirty="0">
                <a:latin typeface="Times New Roman" panose="02020603050405020304" pitchFamily="18" charset="0"/>
                <a:ea typeface="+mj-ea"/>
                <a:cs typeface="Times New Roman" panose="02020603050405020304" pitchFamily="18" charset="0"/>
              </a:rPr>
              <a:t>                      </a:t>
            </a:r>
            <a:r>
              <a:rPr lang="en-US" altLang="zh-TW" sz="2400" dirty="0">
                <a:latin typeface="Times New Roman" panose="02020603050405020304" pitchFamily="18" charset="0"/>
                <a:ea typeface="+mj-ea"/>
                <a:cs typeface="Times New Roman" panose="02020603050405020304" pitchFamily="18" charset="0"/>
              </a:rPr>
              <a:t>1 2</a:t>
            </a:r>
            <a:r>
              <a:rPr lang="zh-TW" altLang="en-US" sz="2400" dirty="0">
                <a:latin typeface="Times New Roman" panose="02020603050405020304" pitchFamily="18" charset="0"/>
                <a:ea typeface="+mj-ea"/>
                <a:cs typeface="Times New Roman" panose="02020603050405020304" pitchFamily="18" charset="0"/>
              </a:rPr>
              <a:t>  </a:t>
            </a:r>
            <a:r>
              <a:rPr lang="en-US" altLang="zh-TW" sz="2400" dirty="0">
                <a:latin typeface="Times New Roman" panose="02020603050405020304" pitchFamily="18" charset="0"/>
                <a:ea typeface="+mj-ea"/>
                <a:cs typeface="Times New Roman" panose="02020603050405020304" pitchFamily="18" charset="0"/>
                <a:sym typeface="Wingdings" panose="05000000000000000000" pitchFamily="2" charset="2"/>
              </a:rPr>
              <a:t></a:t>
            </a:r>
            <a:r>
              <a:rPr lang="zh-TW" altLang="en-US" sz="2400" dirty="0">
                <a:latin typeface="Times New Roman" panose="02020603050405020304" pitchFamily="18" charset="0"/>
                <a:ea typeface="+mj-ea"/>
                <a:cs typeface="Times New Roman" panose="02020603050405020304" pitchFamily="18" charset="0"/>
                <a:sym typeface="Wingdings" panose="05000000000000000000" pitchFamily="2" charset="2"/>
              </a:rPr>
              <a:t>  </a:t>
            </a:r>
            <a:r>
              <a:rPr lang="en-US" altLang="zh-TW" sz="2400" dirty="0">
                <a:latin typeface="Times New Roman" panose="02020603050405020304" pitchFamily="18" charset="0"/>
                <a:ea typeface="+mj-ea"/>
                <a:cs typeface="Times New Roman" panose="02020603050405020304" pitchFamily="18" charset="0"/>
                <a:sym typeface="Wingdings" panose="05000000000000000000" pitchFamily="2" charset="2"/>
              </a:rPr>
              <a:t>Case 2: 18</a:t>
            </a:r>
            <a:endParaRPr lang="zh-TW" altLang="en-US" sz="2400" dirty="0">
              <a:solidFill>
                <a:srgbClr val="3BA943"/>
              </a:solidFill>
              <a:latin typeface="Times New Roman" panose="02020603050405020304" pitchFamily="18" charset="0"/>
              <a:ea typeface="+mj-ea"/>
              <a:cs typeface="Times New Roman" panose="02020603050405020304" pitchFamily="18" charset="0"/>
            </a:endParaRPr>
          </a:p>
          <a:p>
            <a:pPr eaLnBrk="1" hangingPunct="1">
              <a:lnSpc>
                <a:spcPct val="90000"/>
              </a:lnSpc>
            </a:pPr>
            <a:r>
              <a:rPr lang="zh-TW" altLang="en-US" sz="2400" b="1" dirty="0">
                <a:solidFill>
                  <a:srgbClr val="3BA943"/>
                </a:solidFill>
                <a:latin typeface="Times New Roman" panose="02020603050405020304" pitchFamily="18" charset="0"/>
                <a:ea typeface="+mj-ea"/>
                <a:cs typeface="Times New Roman" panose="02020603050405020304" pitchFamily="18" charset="0"/>
              </a:rPr>
              <a:t>解法：</a:t>
            </a:r>
            <a:r>
              <a:rPr lang="zh-TW" altLang="en-US" sz="2400" dirty="0">
                <a:latin typeface="Times New Roman" panose="02020603050405020304" pitchFamily="18" charset="0"/>
                <a:ea typeface="+mj-ea"/>
                <a:cs typeface="Times New Roman" panose="02020603050405020304" pitchFamily="18" charset="0"/>
                <a:sym typeface="Wingdings" panose="05000000000000000000" pitchFamily="2" charset="2"/>
              </a:rPr>
              <a:t>所有座標點任取三點組合的總數</a:t>
            </a:r>
            <a:r>
              <a:rPr lang="en-US" altLang="zh-TW" sz="2400" dirty="0">
                <a:latin typeface="Times New Roman" panose="02020603050405020304" pitchFamily="18" charset="0"/>
                <a:ea typeface="+mj-ea"/>
                <a:cs typeface="Times New Roman" panose="02020603050405020304" pitchFamily="18" charset="0"/>
                <a:sym typeface="Wingdings" panose="05000000000000000000" pitchFamily="2" charset="2"/>
              </a:rPr>
              <a:t>-</a:t>
            </a:r>
            <a:r>
              <a:rPr lang="zh-TW" altLang="en-US" sz="2400" dirty="0">
                <a:latin typeface="Times New Roman" panose="02020603050405020304" pitchFamily="18" charset="0"/>
                <a:ea typeface="+mj-ea"/>
                <a:cs typeface="Times New Roman" panose="02020603050405020304" pitchFamily="18" charset="0"/>
                <a:sym typeface="Wingdings" panose="05000000000000000000" pitchFamily="2" charset="2"/>
              </a:rPr>
              <a:t>三點共線的總數</a:t>
            </a:r>
            <a:endParaRPr lang="zh-TW" altLang="en-US" sz="2400" b="1" dirty="0">
              <a:solidFill>
                <a:srgbClr val="3BA943"/>
              </a:solidFill>
              <a:latin typeface="Times New Roman" panose="02020603050405020304" pitchFamily="18" charset="0"/>
              <a:ea typeface="+mj-ea"/>
              <a:cs typeface="Times New Roman" panose="02020603050405020304" pitchFamily="18" charset="0"/>
            </a:endParaRPr>
          </a:p>
          <a:p>
            <a:pPr eaLnBrk="1" hangingPunct="1">
              <a:lnSpc>
                <a:spcPct val="90000"/>
              </a:lnSpc>
            </a:pPr>
            <a:r>
              <a:rPr lang="zh-TW" altLang="en-US" sz="2400" b="1" dirty="0">
                <a:solidFill>
                  <a:srgbClr val="3BA943"/>
                </a:solidFill>
                <a:latin typeface="Times New Roman" panose="02020603050405020304" pitchFamily="18" charset="0"/>
                <a:ea typeface="+mj-ea"/>
                <a:cs typeface="Times New Roman" panose="02020603050405020304" pitchFamily="18" charset="0"/>
              </a:rPr>
              <a:t>討論：</a:t>
            </a:r>
          </a:p>
          <a:p>
            <a:pPr eaLnBrk="1" hangingPunct="1">
              <a:lnSpc>
                <a:spcPct val="90000"/>
              </a:lnSpc>
              <a:buFont typeface="Wingdings" panose="05000000000000000000" pitchFamily="2" charset="2"/>
              <a:buNone/>
            </a:pPr>
            <a:r>
              <a:rPr lang="zh-TW" altLang="en-US" sz="2400" dirty="0">
                <a:latin typeface="Times New Roman" panose="02020603050405020304" pitchFamily="18" charset="0"/>
                <a:ea typeface="+mj-ea"/>
                <a:cs typeface="Times New Roman" panose="02020603050405020304" pitchFamily="18" charset="0"/>
              </a:rPr>
              <a:t>	</a:t>
            </a:r>
            <a:r>
              <a:rPr lang="en-US" altLang="zh-TW" sz="2400" dirty="0">
                <a:latin typeface="Times New Roman" panose="02020603050405020304" pitchFamily="18" charset="0"/>
                <a:ea typeface="+mj-ea"/>
                <a:cs typeface="Times New Roman" panose="02020603050405020304" pitchFamily="18" charset="0"/>
              </a:rPr>
              <a:t>(1)</a:t>
            </a:r>
            <a:r>
              <a:rPr lang="zh-TW" altLang="en-US" sz="2400" dirty="0">
                <a:latin typeface="Times New Roman" panose="02020603050405020304" pitchFamily="18" charset="0"/>
                <a:ea typeface="+mj-ea"/>
                <a:cs typeface="Times New Roman" panose="02020603050405020304" pitchFamily="18" charset="0"/>
              </a:rPr>
              <a:t>題目的</a:t>
            </a:r>
            <a:r>
              <a:rPr lang="en-US" altLang="zh-TW" sz="2400" dirty="0">
                <a:latin typeface="Times New Roman" panose="02020603050405020304" pitchFamily="18" charset="0"/>
                <a:ea typeface="+mj-ea"/>
                <a:cs typeface="Times New Roman" panose="02020603050405020304" pitchFamily="18" charset="0"/>
              </a:rPr>
              <a:t>M</a:t>
            </a:r>
            <a:r>
              <a:rPr lang="zh-TW" altLang="en-US" sz="2400" dirty="0">
                <a:latin typeface="Times New Roman" panose="02020603050405020304" pitchFamily="18" charset="0"/>
                <a:ea typeface="+mj-ea"/>
                <a:cs typeface="Times New Roman" panose="02020603050405020304" pitchFamily="18" charset="0"/>
              </a:rPr>
              <a:t>和</a:t>
            </a:r>
            <a:r>
              <a:rPr lang="en-US" altLang="zh-TW" sz="2400" dirty="0">
                <a:latin typeface="Times New Roman" panose="02020603050405020304" pitchFamily="18" charset="0"/>
                <a:ea typeface="+mj-ea"/>
                <a:cs typeface="Times New Roman" panose="02020603050405020304" pitchFamily="18" charset="0"/>
              </a:rPr>
              <a:t>N</a:t>
            </a:r>
            <a:r>
              <a:rPr lang="zh-TW" altLang="en-US" sz="2400" dirty="0">
                <a:latin typeface="Times New Roman" panose="02020603050405020304" pitchFamily="18" charset="0"/>
                <a:ea typeface="+mj-ea"/>
                <a:cs typeface="Times New Roman" panose="02020603050405020304" pitchFamily="18" charset="0"/>
              </a:rPr>
              <a:t>皆</a:t>
            </a:r>
            <a:r>
              <a:rPr lang="en-US" altLang="zh-TW" sz="2400" dirty="0">
                <a:latin typeface="Times New Roman" panose="02020603050405020304" pitchFamily="18" charset="0"/>
                <a:ea typeface="+mj-ea"/>
                <a:cs typeface="Times New Roman" panose="02020603050405020304" pitchFamily="18" charset="0"/>
              </a:rPr>
              <a:t>≤1000</a:t>
            </a:r>
            <a:r>
              <a:rPr lang="zh-TW" altLang="en-US" sz="2400" dirty="0">
                <a:latin typeface="Times New Roman" panose="02020603050405020304" pitchFamily="18" charset="0"/>
                <a:ea typeface="+mj-ea"/>
                <a:cs typeface="Times New Roman" panose="02020603050405020304" pitchFamily="18" charset="0"/>
              </a:rPr>
              <a:t>，如果用枚舉的方法必定超時。</a:t>
            </a:r>
            <a:endParaRPr lang="en-US" altLang="zh-TW" sz="2400" dirty="0">
              <a:latin typeface="Times New Roman" panose="02020603050405020304" pitchFamily="18" charset="0"/>
              <a:ea typeface="+mj-ea"/>
              <a:cs typeface="Times New Roman" panose="02020603050405020304" pitchFamily="18" charset="0"/>
            </a:endParaRPr>
          </a:p>
          <a:p>
            <a:pPr eaLnBrk="1" hangingPunct="1">
              <a:lnSpc>
                <a:spcPct val="90000"/>
              </a:lnSpc>
              <a:buFont typeface="Wingdings" panose="05000000000000000000" pitchFamily="2" charset="2"/>
              <a:buNone/>
            </a:pPr>
            <a:r>
              <a:rPr lang="en-US" altLang="zh-TW" sz="2400" dirty="0">
                <a:latin typeface="Times New Roman" panose="02020603050405020304" pitchFamily="18" charset="0"/>
                <a:ea typeface="+mj-ea"/>
                <a:cs typeface="Times New Roman" panose="02020603050405020304" pitchFamily="18" charset="0"/>
              </a:rPr>
              <a:t>	(2)</a:t>
            </a:r>
            <a:r>
              <a:rPr lang="zh-TW" altLang="en-US" sz="2400" dirty="0">
                <a:latin typeface="Times New Roman" panose="02020603050405020304" pitchFamily="18" charset="0"/>
                <a:ea typeface="+mj-ea"/>
                <a:cs typeface="Times New Roman" panose="02020603050405020304" pitchFamily="18" charset="0"/>
              </a:rPr>
              <a:t>三點共線共分成三種可能性：</a:t>
            </a:r>
            <a:endParaRPr lang="en-US" altLang="zh-TW" sz="2400" dirty="0">
              <a:latin typeface="Times New Roman" panose="02020603050405020304" pitchFamily="18" charset="0"/>
              <a:ea typeface="+mj-ea"/>
              <a:cs typeface="Times New Roman" panose="02020603050405020304" pitchFamily="18" charset="0"/>
            </a:endParaRPr>
          </a:p>
          <a:p>
            <a:pPr eaLnBrk="1" hangingPunct="1">
              <a:lnSpc>
                <a:spcPct val="90000"/>
              </a:lnSpc>
              <a:buFont typeface="Wingdings" panose="05000000000000000000" pitchFamily="2" charset="2"/>
              <a:buNone/>
            </a:pPr>
            <a:r>
              <a:rPr lang="en-US" altLang="zh-TW" sz="2400" dirty="0">
                <a:latin typeface="Times New Roman" panose="02020603050405020304" pitchFamily="18" charset="0"/>
                <a:ea typeface="+mj-ea"/>
                <a:cs typeface="Times New Roman" panose="02020603050405020304" pitchFamily="18" charset="0"/>
              </a:rPr>
              <a:t>			1.</a:t>
            </a:r>
            <a:r>
              <a:rPr lang="zh-TW" altLang="en-US" sz="2400" dirty="0">
                <a:latin typeface="Times New Roman" panose="02020603050405020304" pitchFamily="18" charset="0"/>
                <a:ea typeface="+mj-ea"/>
                <a:cs typeface="Times New Roman" panose="02020603050405020304" pitchFamily="18" charset="0"/>
              </a:rPr>
              <a:t>水平線（平行於</a:t>
            </a:r>
            <a:r>
              <a:rPr lang="en-US" altLang="zh-TW" sz="2400" dirty="0">
                <a:latin typeface="Times New Roman" panose="02020603050405020304" pitchFamily="18" charset="0"/>
                <a:ea typeface="+mj-ea"/>
                <a:cs typeface="Times New Roman" panose="02020603050405020304" pitchFamily="18" charset="0"/>
              </a:rPr>
              <a:t>X</a:t>
            </a:r>
            <a:r>
              <a:rPr lang="zh-TW" altLang="en-US" sz="2400" dirty="0">
                <a:latin typeface="Times New Roman" panose="02020603050405020304" pitchFamily="18" charset="0"/>
                <a:ea typeface="+mj-ea"/>
                <a:cs typeface="Times New Roman" panose="02020603050405020304" pitchFamily="18" charset="0"/>
              </a:rPr>
              <a:t>軸）</a:t>
            </a:r>
            <a:endParaRPr lang="en-US" altLang="zh-TW" sz="2400" dirty="0">
              <a:latin typeface="Times New Roman" panose="02020603050405020304" pitchFamily="18" charset="0"/>
              <a:ea typeface="+mj-ea"/>
              <a:cs typeface="Times New Roman" panose="02020603050405020304" pitchFamily="18" charset="0"/>
            </a:endParaRPr>
          </a:p>
          <a:p>
            <a:pPr eaLnBrk="1" hangingPunct="1">
              <a:lnSpc>
                <a:spcPct val="90000"/>
              </a:lnSpc>
              <a:buFont typeface="Wingdings" panose="05000000000000000000" pitchFamily="2" charset="2"/>
              <a:buNone/>
            </a:pPr>
            <a:r>
              <a:rPr lang="en-US" altLang="zh-TW" sz="2400" dirty="0">
                <a:latin typeface="Times New Roman" panose="02020603050405020304" pitchFamily="18" charset="0"/>
                <a:ea typeface="+mj-ea"/>
                <a:cs typeface="Times New Roman" panose="02020603050405020304" pitchFamily="18" charset="0"/>
              </a:rPr>
              <a:t>			2.</a:t>
            </a:r>
            <a:r>
              <a:rPr lang="zh-TW" altLang="en-US" sz="2400" dirty="0">
                <a:latin typeface="Times New Roman" panose="02020603050405020304" pitchFamily="18" charset="0"/>
                <a:ea typeface="+mj-ea"/>
                <a:cs typeface="Times New Roman" panose="02020603050405020304" pitchFamily="18" charset="0"/>
              </a:rPr>
              <a:t>鉛直線（平行於</a:t>
            </a:r>
            <a:r>
              <a:rPr lang="en-US" altLang="zh-TW" sz="2400" dirty="0">
                <a:latin typeface="Times New Roman" panose="02020603050405020304" pitchFamily="18" charset="0"/>
                <a:ea typeface="+mj-ea"/>
                <a:cs typeface="Times New Roman" panose="02020603050405020304" pitchFamily="18" charset="0"/>
              </a:rPr>
              <a:t>Y</a:t>
            </a:r>
            <a:r>
              <a:rPr lang="zh-TW" altLang="en-US" sz="2400" dirty="0">
                <a:latin typeface="Times New Roman" panose="02020603050405020304" pitchFamily="18" charset="0"/>
                <a:ea typeface="+mj-ea"/>
                <a:cs typeface="Times New Roman" panose="02020603050405020304" pitchFamily="18" charset="0"/>
              </a:rPr>
              <a:t>軸）</a:t>
            </a:r>
            <a:endParaRPr lang="en-US" altLang="zh-TW" sz="2400" dirty="0">
              <a:latin typeface="Times New Roman" panose="02020603050405020304" pitchFamily="18" charset="0"/>
              <a:ea typeface="+mj-ea"/>
              <a:cs typeface="Times New Roman" panose="02020603050405020304" pitchFamily="18" charset="0"/>
            </a:endParaRPr>
          </a:p>
          <a:p>
            <a:pPr eaLnBrk="1" hangingPunct="1">
              <a:lnSpc>
                <a:spcPct val="90000"/>
              </a:lnSpc>
              <a:buFont typeface="Wingdings" panose="05000000000000000000" pitchFamily="2" charset="2"/>
              <a:buNone/>
            </a:pPr>
            <a:r>
              <a:rPr lang="en-US" altLang="zh-TW" sz="2400" dirty="0">
                <a:latin typeface="Times New Roman" panose="02020603050405020304" pitchFamily="18" charset="0"/>
                <a:ea typeface="+mj-ea"/>
                <a:cs typeface="Times New Roman" panose="02020603050405020304" pitchFamily="18" charset="0"/>
              </a:rPr>
              <a:t>			3.</a:t>
            </a:r>
            <a:r>
              <a:rPr lang="zh-TW" altLang="en-US" sz="2400" dirty="0">
                <a:latin typeface="Times New Roman" panose="02020603050405020304" pitchFamily="18" charset="0"/>
                <a:ea typeface="+mj-ea"/>
                <a:cs typeface="Times New Roman" panose="02020603050405020304" pitchFamily="18" charset="0"/>
              </a:rPr>
              <a:t>斜直線</a:t>
            </a:r>
            <a:endParaRPr lang="en-US" altLang="zh-TW" sz="2400" dirty="0">
              <a:latin typeface="Times New Roman" panose="02020603050405020304" pitchFamily="18" charset="0"/>
              <a:ea typeface="+mj-ea"/>
              <a:cs typeface="Times New Roman" panose="02020603050405020304" pitchFamily="18" charset="0"/>
            </a:endParaRPr>
          </a:p>
          <a:p>
            <a:pPr marL="712788" indent="-712788" eaLnBrk="1" hangingPunct="1">
              <a:lnSpc>
                <a:spcPct val="90000"/>
              </a:lnSpc>
              <a:buFont typeface="Wingdings" panose="05000000000000000000" pitchFamily="2" charset="2"/>
              <a:buNone/>
            </a:pPr>
            <a:r>
              <a:rPr lang="en-US" altLang="zh-TW" sz="2400" dirty="0">
                <a:latin typeface="Times New Roman" panose="02020603050405020304" pitchFamily="18" charset="0"/>
                <a:ea typeface="+mj-ea"/>
                <a:cs typeface="Times New Roman" panose="02020603050405020304" pitchFamily="18" charset="0"/>
              </a:rPr>
              <a:t>	</a:t>
            </a:r>
            <a:r>
              <a:rPr lang="zh-TW" altLang="en-US" sz="2400" dirty="0">
                <a:latin typeface="Times New Roman" panose="02020603050405020304" pitchFamily="18" charset="0"/>
                <a:ea typeface="+mj-ea"/>
                <a:cs typeface="Times New Roman" panose="02020603050405020304" pitchFamily="18" charset="0"/>
              </a:rPr>
              <a:t>其中，斜直線的計算是最麻煩的。</a:t>
            </a:r>
            <a:endParaRPr lang="en-US" altLang="zh-TW" sz="2400" dirty="0">
              <a:latin typeface="Times New Roman" panose="02020603050405020304" pitchFamily="18" charset="0"/>
              <a:ea typeface="+mj-ea"/>
              <a:cs typeface="Times New Roman" panose="02020603050405020304" pitchFamily="18" charset="0"/>
            </a:endParaRPr>
          </a:p>
          <a:p>
            <a:pPr marL="0" indent="361950" eaLnBrk="1" hangingPunct="1">
              <a:lnSpc>
                <a:spcPct val="90000"/>
              </a:lnSpc>
              <a:buFont typeface="Wingdings" panose="05000000000000000000" pitchFamily="2" charset="2"/>
              <a:buNone/>
            </a:pPr>
            <a:r>
              <a:rPr lang="en-US" altLang="zh-TW" sz="2400" dirty="0">
                <a:latin typeface="Times New Roman" panose="02020603050405020304" pitchFamily="18" charset="0"/>
                <a:ea typeface="+mj-ea"/>
                <a:cs typeface="Times New Roman" panose="02020603050405020304" pitchFamily="18" charset="0"/>
              </a:rPr>
              <a:t>(3)</a:t>
            </a:r>
            <a:r>
              <a:rPr lang="zh-TW" altLang="en-US" sz="2400" dirty="0">
                <a:latin typeface="Times New Roman" panose="02020603050405020304" pitchFamily="18" charset="0"/>
                <a:ea typeface="+mj-ea"/>
                <a:cs typeface="Times New Roman" panose="02020603050405020304" pitchFamily="18" charset="0"/>
              </a:rPr>
              <a:t>斜直線數量計算：使用動態規劃避免超時</a:t>
            </a:r>
            <a:endParaRPr lang="en-US" altLang="zh-TW" sz="2400" dirty="0">
              <a:latin typeface="Times New Roman" panose="02020603050405020304" pitchFamily="18" charset="0"/>
              <a:ea typeface="+mj-ea"/>
              <a:cs typeface="Times New Roman" panose="02020603050405020304" pitchFamily="18" charset="0"/>
            </a:endParaRPr>
          </a:p>
          <a:p>
            <a:pPr marL="0" indent="712788" eaLnBrk="1" hangingPunct="1">
              <a:lnSpc>
                <a:spcPct val="90000"/>
              </a:lnSpc>
              <a:buFont typeface="Wingdings" panose="05000000000000000000" pitchFamily="2" charset="2"/>
              <a:buNone/>
            </a:pPr>
            <a:r>
              <a:rPr lang="en-US" altLang="zh-TW" sz="2400" dirty="0" err="1">
                <a:latin typeface="Times New Roman" panose="02020603050405020304" pitchFamily="18" charset="0"/>
                <a:ea typeface="+mj-ea"/>
                <a:cs typeface="Times New Roman" panose="02020603050405020304" pitchFamily="18" charset="0"/>
              </a:rPr>
              <a:t>dp</a:t>
            </a:r>
            <a:r>
              <a:rPr lang="en-US" altLang="zh-TW" sz="2400" dirty="0">
                <a:latin typeface="Times New Roman" panose="02020603050405020304" pitchFamily="18" charset="0"/>
                <a:ea typeface="+mj-ea"/>
                <a:cs typeface="Times New Roman" panose="02020603050405020304" pitchFamily="18" charset="0"/>
              </a:rPr>
              <a:t>[</a:t>
            </a:r>
            <a:r>
              <a:rPr lang="en-US" altLang="zh-TW" sz="2400" dirty="0" err="1">
                <a:latin typeface="Times New Roman" panose="02020603050405020304" pitchFamily="18" charset="0"/>
                <a:ea typeface="+mj-ea"/>
                <a:cs typeface="Times New Roman" panose="02020603050405020304" pitchFamily="18" charset="0"/>
              </a:rPr>
              <a:t>i</a:t>
            </a:r>
            <a:r>
              <a:rPr lang="en-US" altLang="zh-TW" sz="2400" dirty="0">
                <a:latin typeface="Times New Roman" panose="02020603050405020304" pitchFamily="18" charset="0"/>
                <a:ea typeface="+mj-ea"/>
                <a:cs typeface="Times New Roman" panose="02020603050405020304" pitchFamily="18" charset="0"/>
              </a:rPr>
              <a:t>][j] = </a:t>
            </a:r>
            <a:r>
              <a:rPr lang="en-US" altLang="zh-TW" sz="2400" dirty="0" err="1">
                <a:latin typeface="Times New Roman" panose="02020603050405020304" pitchFamily="18" charset="0"/>
                <a:ea typeface="+mj-ea"/>
                <a:cs typeface="Times New Roman" panose="02020603050405020304" pitchFamily="18" charset="0"/>
              </a:rPr>
              <a:t>dp</a:t>
            </a:r>
            <a:r>
              <a:rPr lang="en-US" altLang="zh-TW" sz="2400" dirty="0">
                <a:latin typeface="Times New Roman" panose="02020603050405020304" pitchFamily="18" charset="0"/>
                <a:ea typeface="+mj-ea"/>
                <a:cs typeface="Times New Roman" panose="02020603050405020304" pitchFamily="18" charset="0"/>
              </a:rPr>
              <a:t>[i-1][j] + </a:t>
            </a:r>
            <a:r>
              <a:rPr lang="en-US" altLang="zh-TW" sz="2400" dirty="0" err="1">
                <a:latin typeface="Times New Roman" panose="02020603050405020304" pitchFamily="18" charset="0"/>
                <a:ea typeface="+mj-ea"/>
                <a:cs typeface="Times New Roman" panose="02020603050405020304" pitchFamily="18" charset="0"/>
              </a:rPr>
              <a:t>dp</a:t>
            </a:r>
            <a:r>
              <a:rPr lang="en-US" altLang="zh-TW" sz="2400" dirty="0">
                <a:latin typeface="Times New Roman" panose="02020603050405020304" pitchFamily="18" charset="0"/>
                <a:ea typeface="+mj-ea"/>
                <a:cs typeface="Times New Roman" panose="02020603050405020304" pitchFamily="18" charset="0"/>
              </a:rPr>
              <a:t>[</a:t>
            </a:r>
            <a:r>
              <a:rPr lang="en-US" altLang="zh-TW" sz="2400" dirty="0" err="1">
                <a:latin typeface="Times New Roman" panose="02020603050405020304" pitchFamily="18" charset="0"/>
                <a:ea typeface="+mj-ea"/>
                <a:cs typeface="Times New Roman" panose="02020603050405020304" pitchFamily="18" charset="0"/>
              </a:rPr>
              <a:t>i</a:t>
            </a:r>
            <a:r>
              <a:rPr lang="en-US" altLang="zh-TW" sz="2400" dirty="0">
                <a:latin typeface="Times New Roman" panose="02020603050405020304" pitchFamily="18" charset="0"/>
                <a:ea typeface="+mj-ea"/>
                <a:cs typeface="Times New Roman" panose="02020603050405020304" pitchFamily="18" charset="0"/>
              </a:rPr>
              <a:t>][j-1] - </a:t>
            </a:r>
            <a:r>
              <a:rPr lang="en-US" altLang="zh-TW" sz="2400" dirty="0" err="1">
                <a:latin typeface="Times New Roman" panose="02020603050405020304" pitchFamily="18" charset="0"/>
                <a:ea typeface="+mj-ea"/>
                <a:cs typeface="Times New Roman" panose="02020603050405020304" pitchFamily="18" charset="0"/>
              </a:rPr>
              <a:t>dp</a:t>
            </a:r>
            <a:r>
              <a:rPr lang="en-US" altLang="zh-TW" sz="2400" dirty="0">
                <a:latin typeface="Times New Roman" panose="02020603050405020304" pitchFamily="18" charset="0"/>
                <a:ea typeface="+mj-ea"/>
                <a:cs typeface="Times New Roman" panose="02020603050405020304" pitchFamily="18" charset="0"/>
              </a:rPr>
              <a:t>[i-1][j-1] + (</a:t>
            </a:r>
            <a:r>
              <a:rPr lang="en-US" altLang="zh-TW" sz="2400" dirty="0" err="1">
                <a:latin typeface="Times New Roman" panose="02020603050405020304" pitchFamily="18" charset="0"/>
                <a:ea typeface="+mj-ea"/>
                <a:cs typeface="Times New Roman" panose="02020603050405020304" pitchFamily="18" charset="0"/>
              </a:rPr>
              <a:t>gcd</a:t>
            </a:r>
            <a:r>
              <a:rPr lang="en-US" altLang="zh-TW" sz="2400" dirty="0">
                <a:latin typeface="Times New Roman" panose="02020603050405020304" pitchFamily="18" charset="0"/>
                <a:ea typeface="+mj-ea"/>
                <a:cs typeface="Times New Roman" panose="02020603050405020304" pitchFamily="18" charset="0"/>
              </a:rPr>
              <a:t>(</a:t>
            </a:r>
            <a:r>
              <a:rPr lang="en-US" altLang="zh-TW" sz="2400" dirty="0" err="1">
                <a:latin typeface="Times New Roman" panose="02020603050405020304" pitchFamily="18" charset="0"/>
                <a:ea typeface="+mj-ea"/>
                <a:cs typeface="Times New Roman" panose="02020603050405020304" pitchFamily="18" charset="0"/>
              </a:rPr>
              <a:t>i,j</a:t>
            </a:r>
            <a:r>
              <a:rPr lang="en-US" altLang="zh-TW" sz="2400" dirty="0">
                <a:latin typeface="Times New Roman" panose="02020603050405020304" pitchFamily="18" charset="0"/>
                <a:ea typeface="+mj-ea"/>
                <a:cs typeface="Times New Roman" panose="02020603050405020304" pitchFamily="18" charset="0"/>
              </a:rPr>
              <a:t>)-1);</a:t>
            </a:r>
          </a:p>
          <a:p>
            <a:pPr marL="712788" indent="0" eaLnBrk="1" hangingPunct="1">
              <a:lnSpc>
                <a:spcPct val="90000"/>
              </a:lnSpc>
              <a:buFont typeface="Wingdings" panose="05000000000000000000" pitchFamily="2" charset="2"/>
              <a:buNone/>
            </a:pPr>
            <a:r>
              <a:rPr lang="zh-TW" altLang="en-US" sz="2400" dirty="0">
                <a:latin typeface="Times New Roman" panose="02020603050405020304" pitchFamily="18" charset="0"/>
                <a:ea typeface="+mj-ea"/>
                <a:cs typeface="Times New Roman" panose="02020603050405020304" pitchFamily="18" charset="0"/>
              </a:rPr>
              <a:t>計算從</a:t>
            </a:r>
            <a:r>
              <a:rPr lang="en-US" altLang="zh-TW" sz="2400" dirty="0">
                <a:latin typeface="Times New Roman" panose="02020603050405020304" pitchFamily="18" charset="0"/>
                <a:ea typeface="+mj-ea"/>
                <a:cs typeface="Times New Roman" panose="02020603050405020304" pitchFamily="18" charset="0"/>
              </a:rPr>
              <a:t>(0, 0)</a:t>
            </a:r>
            <a:r>
              <a:rPr lang="zh-TW" altLang="en-US" sz="2400" dirty="0">
                <a:latin typeface="Times New Roman" panose="02020603050405020304" pitchFamily="18" charset="0"/>
                <a:ea typeface="+mj-ea"/>
                <a:cs typeface="Times New Roman" panose="02020603050405020304" pitchFamily="18" charset="0"/>
              </a:rPr>
              <a:t>到</a:t>
            </a:r>
            <a:r>
              <a:rPr lang="en-US" altLang="zh-TW" sz="2400" dirty="0">
                <a:latin typeface="Times New Roman" panose="02020603050405020304" pitchFamily="18" charset="0"/>
                <a:ea typeface="+mj-ea"/>
                <a:cs typeface="Times New Roman" panose="02020603050405020304" pitchFamily="18" charset="0"/>
              </a:rPr>
              <a:t>(</a:t>
            </a:r>
            <a:r>
              <a:rPr lang="en-US" altLang="zh-TW" sz="2400" dirty="0" err="1">
                <a:latin typeface="Times New Roman" panose="02020603050405020304" pitchFamily="18" charset="0"/>
                <a:ea typeface="+mj-ea"/>
                <a:cs typeface="Times New Roman" panose="02020603050405020304" pitchFamily="18" charset="0"/>
              </a:rPr>
              <a:t>i</a:t>
            </a:r>
            <a:r>
              <a:rPr lang="en-US" altLang="zh-TW" sz="2400" dirty="0">
                <a:latin typeface="Times New Roman" panose="02020603050405020304" pitchFamily="18" charset="0"/>
                <a:ea typeface="+mj-ea"/>
                <a:cs typeface="Times New Roman" panose="02020603050405020304" pitchFamily="18" charset="0"/>
              </a:rPr>
              <a:t>,  j)</a:t>
            </a:r>
            <a:r>
              <a:rPr lang="zh-TW" altLang="en-US" sz="2400" dirty="0">
                <a:latin typeface="Times New Roman" panose="02020603050405020304" pitchFamily="18" charset="0"/>
                <a:ea typeface="+mj-ea"/>
                <a:cs typeface="Times New Roman" panose="02020603050405020304" pitchFamily="18" charset="0"/>
              </a:rPr>
              <a:t>所有向量分別會在整個座標係多貢獻多少的共線數量。</a:t>
            </a:r>
            <a:endParaRPr lang="en-US" altLang="zh-TW" sz="2400" dirty="0">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9FD93-89A8-6DD4-2ADB-CE6E6AA2064A}"/>
            </a:ext>
          </a:extLst>
        </p:cNvPr>
        <p:cNvGrpSpPr/>
        <p:nvPr/>
      </p:nvGrpSpPr>
      <p:grpSpPr>
        <a:xfrm>
          <a:off x="0" y="0"/>
          <a:ext cx="0" cy="0"/>
          <a:chOff x="0" y="0"/>
          <a:chExt cx="0" cy="0"/>
        </a:xfrm>
      </p:grpSpPr>
      <p:sp>
        <p:nvSpPr>
          <p:cNvPr id="8194" name="投影片編號版面配置區 5">
            <a:extLst>
              <a:ext uri="{FF2B5EF4-FFF2-40B4-BE49-F238E27FC236}">
                <a16:creationId xmlns:a16="http://schemas.microsoft.com/office/drawing/2014/main" id="{B56A7665-89C8-8CAB-177B-5571F48351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標楷體" panose="03000509000000000000" pitchFamily="65" charset="-12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標楷體" panose="03000509000000000000" pitchFamily="65" charset="-12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標楷體" panose="03000509000000000000" pitchFamily="65" charset="-120"/>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9pPr>
          </a:lstStyle>
          <a:p>
            <a:pPr>
              <a:spcBef>
                <a:spcPct val="0"/>
              </a:spcBef>
              <a:buClrTx/>
              <a:buSzTx/>
              <a:buFontTx/>
              <a:buNone/>
            </a:pPr>
            <a:fld id="{5F52F032-9D83-4A83-9721-D8F8FF8AFAE2}" type="slidenum">
              <a:rPr kumimoji="0" lang="zh-TW" altLang="en-US" sz="1400">
                <a:solidFill>
                  <a:schemeClr val="accent1"/>
                </a:solidFill>
                <a:ea typeface="新細明體" panose="02020500000000000000" pitchFamily="18" charset="-120"/>
              </a:rPr>
              <a:pPr>
                <a:spcBef>
                  <a:spcPct val="0"/>
                </a:spcBef>
                <a:buClrTx/>
                <a:buSzTx/>
                <a:buFontTx/>
                <a:buNone/>
              </a:pPr>
              <a:t>3</a:t>
            </a:fld>
            <a:endParaRPr kumimoji="0" lang="en-US" altLang="zh-TW" sz="1400">
              <a:solidFill>
                <a:schemeClr val="accent1"/>
              </a:solidFill>
              <a:ea typeface="新細明體" panose="02020500000000000000" pitchFamily="18" charset="-120"/>
            </a:endParaRPr>
          </a:p>
        </p:txBody>
      </p:sp>
      <p:sp>
        <p:nvSpPr>
          <p:cNvPr id="8195" name="Rectangle 3">
            <a:extLst>
              <a:ext uri="{FF2B5EF4-FFF2-40B4-BE49-F238E27FC236}">
                <a16:creationId xmlns:a16="http://schemas.microsoft.com/office/drawing/2014/main" id="{BF800E03-6B4B-E7EB-FB0C-5197DADA178F}"/>
              </a:ext>
            </a:extLst>
          </p:cNvPr>
          <p:cNvSpPr>
            <a:spLocks noGrp="1" noChangeArrowheads="1"/>
          </p:cNvSpPr>
          <p:nvPr>
            <p:ph type="body" idx="1"/>
          </p:nvPr>
        </p:nvSpPr>
        <p:spPr>
          <a:xfrm>
            <a:off x="419099" y="617537"/>
            <a:ext cx="8305800" cy="5622925"/>
          </a:xfrm>
        </p:spPr>
        <p:txBody>
          <a:bodyPr/>
          <a:lstStyle/>
          <a:p>
            <a:pPr eaLnBrk="1" hangingPunct="1">
              <a:lnSpc>
                <a:spcPct val="90000"/>
              </a:lnSpc>
            </a:pPr>
            <a:r>
              <a:rPr lang="zh-TW" altLang="en-US" sz="2400" b="1" dirty="0">
                <a:solidFill>
                  <a:srgbClr val="3BA943"/>
                </a:solidFill>
                <a:latin typeface="Times New Roman" panose="02020603050405020304" pitchFamily="18" charset="0"/>
              </a:rPr>
              <a:t>討論：</a:t>
            </a:r>
          </a:p>
          <a:p>
            <a:pPr marL="457200" lvl="1" indent="0" eaLnBrk="1" hangingPunct="1">
              <a:lnSpc>
                <a:spcPct val="90000"/>
              </a:lnSpc>
              <a:buFont typeface="Wingdings" panose="05000000000000000000" pitchFamily="2" charset="2"/>
              <a:buNone/>
            </a:pPr>
            <a:endParaRPr lang="zh-TW" altLang="en-US" sz="2000" b="1" dirty="0">
              <a:solidFill>
                <a:srgbClr val="3BA943"/>
              </a:solidFill>
              <a:latin typeface="Times New Roman" panose="02020603050405020304" pitchFamily="18" charset="0"/>
            </a:endParaRPr>
          </a:p>
        </p:txBody>
      </p:sp>
      <p:sp>
        <p:nvSpPr>
          <p:cNvPr id="6" name="文字方塊 5">
            <a:extLst>
              <a:ext uri="{FF2B5EF4-FFF2-40B4-BE49-F238E27FC236}">
                <a16:creationId xmlns:a16="http://schemas.microsoft.com/office/drawing/2014/main" id="{708F75F9-9608-25A5-0154-147A3C1276FE}"/>
              </a:ext>
            </a:extLst>
          </p:cNvPr>
          <p:cNvSpPr txBox="1"/>
          <p:nvPr/>
        </p:nvSpPr>
        <p:spPr>
          <a:xfrm>
            <a:off x="334962" y="1157619"/>
            <a:ext cx="8474075" cy="5262979"/>
          </a:xfrm>
          <a:prstGeom prst="rect">
            <a:avLst/>
          </a:prstGeom>
          <a:noFill/>
        </p:spPr>
        <p:txBody>
          <a:bodyPr>
            <a:spAutoFit/>
          </a:bodyPr>
          <a:lstStyle/>
          <a:p>
            <a:pPr marL="808038" lvl="1" indent="-350838" eaLnBrk="1" hangingPunct="1">
              <a:defRPr/>
            </a:pP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(4)</a:t>
            </a:r>
            <a:r>
              <a:rPr lang="zh-TW" altLang="en-US" dirty="0">
                <a:latin typeface="Times New Roman" panose="02020603050405020304" pitchFamily="18" charset="0"/>
                <a:ea typeface="+mn-ea"/>
                <a:cs typeface="Times New Roman" panose="02020603050405020304" pitchFamily="18" charset="0"/>
                <a:sym typeface="Wingdings" panose="05000000000000000000" pitchFamily="2" charset="2"/>
              </a:rPr>
              <a:t>為什麼最後要加上</a:t>
            </a:r>
            <a:r>
              <a:rPr lang="en-US" altLang="zh-TW" sz="2400" dirty="0" err="1">
                <a:latin typeface="Times New Roman" panose="02020603050405020304" pitchFamily="18" charset="0"/>
                <a:ea typeface="+mj-ea"/>
                <a:cs typeface="Times New Roman" panose="02020603050405020304" pitchFamily="18" charset="0"/>
              </a:rPr>
              <a:t>gcd</a:t>
            </a:r>
            <a:r>
              <a:rPr lang="en-US" altLang="zh-TW" sz="2400" dirty="0">
                <a:latin typeface="Times New Roman" panose="02020603050405020304" pitchFamily="18" charset="0"/>
                <a:ea typeface="+mj-ea"/>
                <a:cs typeface="Times New Roman" panose="02020603050405020304" pitchFamily="18" charset="0"/>
              </a:rPr>
              <a:t>(</a:t>
            </a:r>
            <a:r>
              <a:rPr lang="en-US" altLang="zh-TW" sz="2400" dirty="0" err="1">
                <a:latin typeface="Times New Roman" panose="02020603050405020304" pitchFamily="18" charset="0"/>
                <a:ea typeface="+mj-ea"/>
                <a:cs typeface="Times New Roman" panose="02020603050405020304" pitchFamily="18" charset="0"/>
              </a:rPr>
              <a:t>i,j</a:t>
            </a:r>
            <a:r>
              <a:rPr lang="en-US" altLang="zh-TW" sz="2400" dirty="0">
                <a:latin typeface="Times New Roman" panose="02020603050405020304" pitchFamily="18" charset="0"/>
                <a:ea typeface="+mj-ea"/>
                <a:cs typeface="Times New Roman" panose="02020603050405020304" pitchFamily="18" charset="0"/>
              </a:rPr>
              <a:t>)</a:t>
            </a:r>
            <a:r>
              <a:rPr lang="zh-TW" altLang="en-US" sz="2400" dirty="0">
                <a:latin typeface="Times New Roman" panose="02020603050405020304" pitchFamily="18" charset="0"/>
                <a:ea typeface="+mj-ea"/>
                <a:cs typeface="Times New Roman" panose="02020603050405020304" pitchFamily="18" charset="0"/>
              </a:rPr>
              <a:t> </a:t>
            </a:r>
            <a:r>
              <a:rPr lang="en-US" altLang="zh-TW" sz="2400" dirty="0">
                <a:latin typeface="Times New Roman" panose="02020603050405020304" pitchFamily="18" charset="0"/>
                <a:ea typeface="+mj-ea"/>
                <a:cs typeface="Times New Roman" panose="02020603050405020304" pitchFamily="18" charset="0"/>
              </a:rPr>
              <a:t>-</a:t>
            </a:r>
            <a:r>
              <a:rPr lang="zh-TW" altLang="en-US" sz="2400" dirty="0">
                <a:latin typeface="Times New Roman" panose="02020603050405020304" pitchFamily="18" charset="0"/>
                <a:ea typeface="+mj-ea"/>
                <a:cs typeface="Times New Roman" panose="02020603050405020304" pitchFamily="18" charset="0"/>
              </a:rPr>
              <a:t> </a:t>
            </a:r>
            <a:r>
              <a:rPr lang="en-US" altLang="zh-TW" sz="2400" dirty="0">
                <a:latin typeface="Times New Roman" panose="02020603050405020304" pitchFamily="18" charset="0"/>
                <a:ea typeface="+mj-ea"/>
                <a:cs typeface="Times New Roman" panose="02020603050405020304" pitchFamily="18" charset="0"/>
              </a:rPr>
              <a:t>1</a:t>
            </a:r>
            <a:r>
              <a:rPr lang="zh-TW" altLang="en-US" sz="2400" dirty="0">
                <a:latin typeface="Times New Roman" panose="02020603050405020304" pitchFamily="18" charset="0"/>
                <a:ea typeface="+mj-ea"/>
                <a:cs typeface="Times New Roman" panose="02020603050405020304" pitchFamily="18" charset="0"/>
              </a:rPr>
              <a:t>？</a:t>
            </a:r>
            <a:endParaRPr lang="en-US" altLang="zh-TW" sz="2400" dirty="0">
              <a:latin typeface="Times New Roman" panose="02020603050405020304" pitchFamily="18" charset="0"/>
              <a:ea typeface="+mj-ea"/>
              <a:cs typeface="Times New Roman" panose="02020603050405020304" pitchFamily="18" charset="0"/>
            </a:endParaRPr>
          </a:p>
          <a:p>
            <a:pPr marL="808038" lvl="1" indent="-350838" eaLnBrk="1" hangingPunct="1">
              <a:defRPr/>
            </a:pPr>
            <a:r>
              <a:rPr lang="en-US" altLang="zh-TW" dirty="0">
                <a:latin typeface="Times New Roman" panose="02020603050405020304" pitchFamily="18" charset="0"/>
                <a:ea typeface="+mj-ea"/>
                <a:cs typeface="Times New Roman" panose="02020603050405020304" pitchFamily="18" charset="0"/>
              </a:rPr>
              <a:t>	</a:t>
            </a:r>
            <a:r>
              <a:rPr lang="en-US" altLang="zh-TW" dirty="0" err="1">
                <a:latin typeface="Times New Roman" panose="02020603050405020304" pitchFamily="18" charset="0"/>
                <a:ea typeface="+mj-ea"/>
                <a:cs typeface="Times New Roman" panose="02020603050405020304" pitchFamily="18" charset="0"/>
              </a:rPr>
              <a:t>gcd</a:t>
            </a:r>
            <a:r>
              <a:rPr lang="en-US" altLang="zh-TW" dirty="0">
                <a:latin typeface="Times New Roman" panose="02020603050405020304" pitchFamily="18" charset="0"/>
                <a:ea typeface="+mj-ea"/>
                <a:cs typeface="Times New Roman" panose="02020603050405020304" pitchFamily="18" charset="0"/>
              </a:rPr>
              <a:t>(</a:t>
            </a:r>
            <a:r>
              <a:rPr lang="en-US" altLang="zh-TW" dirty="0" err="1">
                <a:latin typeface="Times New Roman" panose="02020603050405020304" pitchFamily="18" charset="0"/>
                <a:ea typeface="+mj-ea"/>
                <a:cs typeface="Times New Roman" panose="02020603050405020304" pitchFamily="18" charset="0"/>
              </a:rPr>
              <a:t>i</a:t>
            </a:r>
            <a:r>
              <a:rPr lang="en-US" altLang="zh-TW" dirty="0">
                <a:latin typeface="Times New Roman" panose="02020603050405020304" pitchFamily="18" charset="0"/>
                <a:ea typeface="+mj-ea"/>
                <a:cs typeface="Times New Roman" panose="02020603050405020304" pitchFamily="18" charset="0"/>
              </a:rPr>
              <a:t>, j)</a:t>
            </a:r>
            <a:r>
              <a:rPr lang="zh-TW" altLang="en-US" dirty="0">
                <a:latin typeface="Times New Roman" panose="02020603050405020304" pitchFamily="18" charset="0"/>
                <a:ea typeface="+mj-ea"/>
                <a:cs typeface="Times New Roman" panose="02020603050405020304" pitchFamily="18" charset="0"/>
              </a:rPr>
              <a:t>代表的含義：假設</a:t>
            </a:r>
            <a:r>
              <a:rPr lang="en-US" altLang="zh-TW" dirty="0">
                <a:latin typeface="Times New Roman" panose="02020603050405020304" pitchFamily="18" charset="0"/>
                <a:ea typeface="+mj-ea"/>
                <a:cs typeface="Times New Roman" panose="02020603050405020304" pitchFamily="18" charset="0"/>
              </a:rPr>
              <a:t>(</a:t>
            </a:r>
            <a:r>
              <a:rPr lang="en-US" altLang="zh-TW" dirty="0" err="1">
                <a:latin typeface="Times New Roman" panose="02020603050405020304" pitchFamily="18" charset="0"/>
                <a:ea typeface="+mj-ea"/>
                <a:cs typeface="Times New Roman" panose="02020603050405020304" pitchFamily="18" charset="0"/>
              </a:rPr>
              <a:t>i</a:t>
            </a:r>
            <a:r>
              <a:rPr lang="en-US" altLang="zh-TW" dirty="0">
                <a:latin typeface="Times New Roman" panose="02020603050405020304" pitchFamily="18" charset="0"/>
                <a:ea typeface="+mj-ea"/>
                <a:cs typeface="Times New Roman" panose="02020603050405020304" pitchFamily="18" charset="0"/>
              </a:rPr>
              <a:t>, j)</a:t>
            </a:r>
            <a:r>
              <a:rPr lang="zh-TW" altLang="en-US" dirty="0">
                <a:latin typeface="Times New Roman" panose="02020603050405020304" pitchFamily="18" charset="0"/>
                <a:ea typeface="+mj-ea"/>
                <a:cs typeface="Times New Roman" panose="02020603050405020304" pitchFamily="18" charset="0"/>
              </a:rPr>
              <a:t>分別為</a:t>
            </a:r>
            <a:r>
              <a:rPr lang="en-US" altLang="zh-TW" dirty="0">
                <a:latin typeface="Times New Roman" panose="02020603050405020304" pitchFamily="18" charset="0"/>
                <a:ea typeface="+mj-ea"/>
                <a:cs typeface="Times New Roman" panose="02020603050405020304" pitchFamily="18" charset="0"/>
              </a:rPr>
              <a:t>(9, 6)</a:t>
            </a:r>
            <a:r>
              <a:rPr lang="zh-TW" altLang="en-US" dirty="0">
                <a:latin typeface="Times New Roman" panose="02020603050405020304" pitchFamily="18" charset="0"/>
                <a:ea typeface="+mj-ea"/>
                <a:cs typeface="Times New Roman" panose="02020603050405020304" pitchFamily="18" charset="0"/>
              </a:rPr>
              <a:t>，</a:t>
            </a:r>
            <a:r>
              <a:rPr lang="en-US" altLang="zh-TW" dirty="0" err="1">
                <a:latin typeface="Times New Roman" panose="02020603050405020304" pitchFamily="18" charset="0"/>
                <a:ea typeface="+mj-ea"/>
                <a:cs typeface="Times New Roman" panose="02020603050405020304" pitchFamily="18" charset="0"/>
              </a:rPr>
              <a:t>gcd</a:t>
            </a:r>
            <a:r>
              <a:rPr lang="en-US" altLang="zh-TW" dirty="0">
                <a:latin typeface="Times New Roman" panose="02020603050405020304" pitchFamily="18" charset="0"/>
                <a:ea typeface="+mj-ea"/>
                <a:cs typeface="Times New Roman" panose="02020603050405020304" pitchFamily="18" charset="0"/>
              </a:rPr>
              <a:t>(9, 6)=3</a:t>
            </a:r>
          </a:p>
          <a:p>
            <a:pPr marL="808038" lvl="1" indent="-350838" eaLnBrk="1" hangingPunct="1">
              <a:defRPr/>
            </a:pPr>
            <a:r>
              <a:rPr lang="en-US" altLang="zh-TW" dirty="0">
                <a:latin typeface="Times New Roman" panose="02020603050405020304" pitchFamily="18" charset="0"/>
                <a:ea typeface="+mj-ea"/>
                <a:cs typeface="Times New Roman" panose="02020603050405020304" pitchFamily="18" charset="0"/>
              </a:rPr>
              <a:t>	</a:t>
            </a:r>
            <a:r>
              <a:rPr lang="zh-TW" altLang="en-US" dirty="0">
                <a:latin typeface="Times New Roman" panose="02020603050405020304" pitchFamily="18" charset="0"/>
                <a:ea typeface="+mj-ea"/>
                <a:cs typeface="Times New Roman" panose="02020603050405020304" pitchFamily="18" charset="0"/>
              </a:rPr>
              <a:t>－</a:t>
            </a:r>
            <a:r>
              <a:rPr lang="en-US" altLang="zh-TW" dirty="0">
                <a:latin typeface="Times New Roman" panose="02020603050405020304" pitchFamily="18" charset="0"/>
                <a:ea typeface="+mj-ea"/>
                <a:cs typeface="Times New Roman" panose="02020603050405020304" pitchFamily="18" charset="0"/>
              </a:rPr>
              <a:t>&gt;</a:t>
            </a:r>
            <a:r>
              <a:rPr lang="zh-TW" altLang="en-US" dirty="0">
                <a:latin typeface="Times New Roman" panose="02020603050405020304" pitchFamily="18" charset="0"/>
                <a:ea typeface="+mj-ea"/>
                <a:cs typeface="Times New Roman" panose="02020603050405020304" pitchFamily="18" charset="0"/>
              </a:rPr>
              <a:t>為最簡方向（在這個例子為</a:t>
            </a:r>
            <a:r>
              <a:rPr lang="en-US" altLang="zh-TW" dirty="0">
                <a:latin typeface="Times New Roman" panose="02020603050405020304" pitchFamily="18" charset="0"/>
                <a:ea typeface="+mj-ea"/>
                <a:cs typeface="Times New Roman" panose="02020603050405020304" pitchFamily="18" charset="0"/>
              </a:rPr>
              <a:t>(3, 2)</a:t>
            </a:r>
            <a:r>
              <a:rPr lang="zh-TW" altLang="en-US" dirty="0">
                <a:latin typeface="Times New Roman" panose="02020603050405020304" pitchFamily="18" charset="0"/>
                <a:ea typeface="+mj-ea"/>
                <a:cs typeface="Times New Roman" panose="02020603050405020304" pitchFamily="18" charset="0"/>
              </a:rPr>
              <a:t>）的三倍延伸。而這個向量會經過的格點數為：</a:t>
            </a:r>
            <a:r>
              <a:rPr lang="en-US" altLang="zh-TW" dirty="0" err="1">
                <a:latin typeface="Times New Roman" panose="02020603050405020304" pitchFamily="18" charset="0"/>
                <a:ea typeface="+mj-ea"/>
                <a:cs typeface="Times New Roman" panose="02020603050405020304" pitchFamily="18" charset="0"/>
              </a:rPr>
              <a:t>gcd</a:t>
            </a:r>
            <a:r>
              <a:rPr lang="en-US" altLang="zh-TW" dirty="0">
                <a:latin typeface="Times New Roman" panose="02020603050405020304" pitchFamily="18" charset="0"/>
                <a:ea typeface="+mj-ea"/>
                <a:cs typeface="Times New Roman" panose="02020603050405020304" pitchFamily="18" charset="0"/>
              </a:rPr>
              <a:t>(9, 6)</a:t>
            </a:r>
            <a:r>
              <a:rPr lang="zh-TW" altLang="en-US" dirty="0">
                <a:latin typeface="Times New Roman" panose="02020603050405020304" pitchFamily="18" charset="0"/>
                <a:ea typeface="+mj-ea"/>
                <a:cs typeface="Times New Roman" panose="02020603050405020304" pitchFamily="18" charset="0"/>
              </a:rPr>
              <a:t> </a:t>
            </a:r>
            <a:r>
              <a:rPr lang="en-US" altLang="zh-TW" dirty="0">
                <a:latin typeface="Times New Roman" panose="02020603050405020304" pitchFamily="18" charset="0"/>
                <a:ea typeface="+mj-ea"/>
                <a:cs typeface="Times New Roman" panose="02020603050405020304" pitchFamily="18" charset="0"/>
              </a:rPr>
              <a:t>+</a:t>
            </a:r>
            <a:r>
              <a:rPr lang="zh-TW" altLang="en-US" dirty="0">
                <a:latin typeface="Times New Roman" panose="02020603050405020304" pitchFamily="18" charset="0"/>
                <a:ea typeface="+mj-ea"/>
                <a:cs typeface="Times New Roman" panose="02020603050405020304" pitchFamily="18" charset="0"/>
              </a:rPr>
              <a:t> </a:t>
            </a:r>
            <a:r>
              <a:rPr lang="en-US" altLang="zh-TW" dirty="0">
                <a:latin typeface="Times New Roman" panose="02020603050405020304" pitchFamily="18" charset="0"/>
                <a:ea typeface="+mj-ea"/>
                <a:cs typeface="Times New Roman" panose="02020603050405020304" pitchFamily="18" charset="0"/>
              </a:rPr>
              <a:t>1</a:t>
            </a:r>
            <a:r>
              <a:rPr lang="zh-TW" altLang="en-US" dirty="0">
                <a:latin typeface="Times New Roman" panose="02020603050405020304" pitchFamily="18" charset="0"/>
                <a:ea typeface="+mj-ea"/>
                <a:cs typeface="Times New Roman" panose="02020603050405020304" pitchFamily="18" charset="0"/>
              </a:rPr>
              <a:t>（</a:t>
            </a:r>
            <a:r>
              <a:rPr lang="en-US" altLang="zh-TW" dirty="0">
                <a:latin typeface="Times New Roman" panose="02020603050405020304" pitchFamily="18" charset="0"/>
                <a:ea typeface="+mj-ea"/>
                <a:cs typeface="Times New Roman" panose="02020603050405020304" pitchFamily="18" charset="0"/>
              </a:rPr>
              <a:t>(0, 0), (3, 2), (6, 4), (9, 6)</a:t>
            </a:r>
            <a:r>
              <a:rPr lang="zh-TW" altLang="en-US" dirty="0">
                <a:latin typeface="Times New Roman" panose="02020603050405020304" pitchFamily="18" charset="0"/>
                <a:ea typeface="+mj-ea"/>
                <a:cs typeface="Times New Roman" panose="02020603050405020304" pitchFamily="18" charset="0"/>
              </a:rPr>
              <a:t>）</a:t>
            </a:r>
            <a:r>
              <a:rPr lang="en-US" altLang="zh-TW" dirty="0">
                <a:latin typeface="Times New Roman" panose="02020603050405020304" pitchFamily="18" charset="0"/>
                <a:ea typeface="+mj-ea"/>
                <a:cs typeface="Times New Roman" panose="02020603050405020304" pitchFamily="18" charset="0"/>
              </a:rPr>
              <a:t>=4</a:t>
            </a:r>
            <a:r>
              <a:rPr lang="zh-TW" altLang="en-US" dirty="0">
                <a:latin typeface="Times New Roman" panose="02020603050405020304" pitchFamily="18" charset="0"/>
                <a:ea typeface="+mj-ea"/>
                <a:cs typeface="Times New Roman" panose="02020603050405020304" pitchFamily="18" charset="0"/>
              </a:rPr>
              <a:t>個。若要求這四點共可以連出多少的三點共線，應該是用</a:t>
            </a:r>
            <a:r>
              <a:rPr lang="en-US" altLang="zh-TW" dirty="0">
                <a:latin typeface="Times New Roman" panose="02020603050405020304" pitchFamily="18" charset="0"/>
                <a:ea typeface="+mj-ea"/>
                <a:cs typeface="Times New Roman" panose="02020603050405020304" pitchFamily="18" charset="0"/>
              </a:rPr>
              <a:t>C(</a:t>
            </a:r>
            <a:r>
              <a:rPr lang="en-US" altLang="zh-TW" dirty="0" err="1">
                <a:latin typeface="Times New Roman" panose="02020603050405020304" pitchFamily="18" charset="0"/>
                <a:ea typeface="+mj-ea"/>
                <a:cs typeface="Times New Roman" panose="02020603050405020304" pitchFamily="18" charset="0"/>
              </a:rPr>
              <a:t>gcd</a:t>
            </a:r>
            <a:r>
              <a:rPr lang="en-US" altLang="zh-TW" dirty="0">
                <a:latin typeface="Times New Roman" panose="02020603050405020304" pitchFamily="18" charset="0"/>
                <a:ea typeface="+mj-ea"/>
                <a:cs typeface="Times New Roman" panose="02020603050405020304" pitchFamily="18" charset="0"/>
              </a:rPr>
              <a:t>(</a:t>
            </a:r>
            <a:r>
              <a:rPr lang="en-US" altLang="zh-TW" dirty="0" err="1">
                <a:latin typeface="Times New Roman" panose="02020603050405020304" pitchFamily="18" charset="0"/>
                <a:ea typeface="+mj-ea"/>
                <a:cs typeface="Times New Roman" panose="02020603050405020304" pitchFamily="18" charset="0"/>
              </a:rPr>
              <a:t>i</a:t>
            </a:r>
            <a:r>
              <a:rPr lang="en-US" altLang="zh-TW" dirty="0">
                <a:latin typeface="Times New Roman" panose="02020603050405020304" pitchFamily="18" charset="0"/>
                <a:ea typeface="+mj-ea"/>
                <a:cs typeface="Times New Roman" panose="02020603050405020304" pitchFamily="18" charset="0"/>
              </a:rPr>
              <a:t>, j)+1, 3)</a:t>
            </a:r>
            <a:r>
              <a:rPr lang="zh-TW" altLang="en-US" dirty="0">
                <a:latin typeface="Times New Roman" panose="02020603050405020304" pitchFamily="18" charset="0"/>
                <a:ea typeface="+mj-ea"/>
                <a:cs typeface="Times New Roman" panose="02020603050405020304" pitchFamily="18" charset="0"/>
              </a:rPr>
              <a:t>得出。但如果這樣算的話，後面同方向的向量在計算時將會重複計算到非常多次。所以改用一種更保守的方式：只加上這條線上中間的格點數，也就是 </a:t>
            </a:r>
            <a:r>
              <a:rPr lang="en-US" altLang="zh-TW" dirty="0" err="1">
                <a:latin typeface="Times New Roman" panose="02020603050405020304" pitchFamily="18" charset="0"/>
                <a:ea typeface="+mj-ea"/>
                <a:cs typeface="Times New Roman" panose="02020603050405020304" pitchFamily="18" charset="0"/>
              </a:rPr>
              <a:t>gcd</a:t>
            </a:r>
            <a:r>
              <a:rPr lang="en-US" altLang="zh-TW" dirty="0">
                <a:latin typeface="Times New Roman" panose="02020603050405020304" pitchFamily="18" charset="0"/>
                <a:ea typeface="+mj-ea"/>
                <a:cs typeface="Times New Roman" panose="02020603050405020304" pitchFamily="18" charset="0"/>
              </a:rPr>
              <a:t>(</a:t>
            </a:r>
            <a:r>
              <a:rPr lang="en-US" altLang="zh-TW" dirty="0" err="1">
                <a:latin typeface="Times New Roman" panose="02020603050405020304" pitchFamily="18" charset="0"/>
                <a:ea typeface="+mj-ea"/>
                <a:cs typeface="Times New Roman" panose="02020603050405020304" pitchFamily="18" charset="0"/>
              </a:rPr>
              <a:t>i</a:t>
            </a:r>
            <a:r>
              <a:rPr lang="en-US" altLang="zh-TW" dirty="0">
                <a:latin typeface="Times New Roman" panose="02020603050405020304" pitchFamily="18" charset="0"/>
                <a:ea typeface="+mj-ea"/>
                <a:cs typeface="Times New Roman" panose="02020603050405020304" pitchFamily="18" charset="0"/>
              </a:rPr>
              <a:t>, j) - 1</a:t>
            </a:r>
            <a:r>
              <a:rPr lang="zh-TW" altLang="en-US" dirty="0">
                <a:latin typeface="Times New Roman" panose="02020603050405020304" pitchFamily="18" charset="0"/>
                <a:ea typeface="+mj-ea"/>
                <a:cs typeface="Times New Roman" panose="02020603050405020304" pitchFamily="18" charset="0"/>
              </a:rPr>
              <a:t>，這樣可以視為這個方向向量對整個座標系所造成的額外的共線三點貢獻。</a:t>
            </a:r>
            <a:endParaRPr lang="en-US" altLang="zh-TW" dirty="0">
              <a:latin typeface="Times New Roman" panose="02020603050405020304" pitchFamily="18" charset="0"/>
              <a:ea typeface="+mj-ea"/>
              <a:cs typeface="Times New Roman" panose="02020603050405020304" pitchFamily="18" charset="0"/>
            </a:endParaRPr>
          </a:p>
          <a:p>
            <a:pPr marL="808038" lvl="1" indent="-350838" eaLnBrk="1" hangingPunct="1">
              <a:defRPr/>
            </a:pPr>
            <a:r>
              <a:rPr lang="en-US" altLang="zh-TW" dirty="0">
                <a:latin typeface="Times New Roman" panose="02020603050405020304" pitchFamily="18" charset="0"/>
                <a:ea typeface="+mj-ea"/>
                <a:cs typeface="Times New Roman" panose="02020603050405020304" pitchFamily="18" charset="0"/>
              </a:rPr>
              <a:t>	</a:t>
            </a:r>
            <a:r>
              <a:rPr lang="zh-TW" altLang="en-US" dirty="0">
                <a:latin typeface="Times New Roman" panose="02020603050405020304" pitchFamily="18" charset="0"/>
                <a:ea typeface="+mj-ea"/>
                <a:cs typeface="Times New Roman" panose="02020603050405020304" pitchFamily="18" charset="0"/>
              </a:rPr>
              <a:t>換句話說，在加上 </a:t>
            </a:r>
            <a:r>
              <a:rPr lang="en-US" altLang="zh-TW" dirty="0" err="1">
                <a:latin typeface="Times New Roman" panose="02020603050405020304" pitchFamily="18" charset="0"/>
                <a:ea typeface="+mj-ea"/>
                <a:cs typeface="Times New Roman" panose="02020603050405020304" pitchFamily="18" charset="0"/>
              </a:rPr>
              <a:t>gcd</a:t>
            </a:r>
            <a:r>
              <a:rPr lang="en-US" altLang="zh-TW" dirty="0">
                <a:latin typeface="Times New Roman" panose="02020603050405020304" pitchFamily="18" charset="0"/>
                <a:ea typeface="+mj-ea"/>
                <a:cs typeface="Times New Roman" panose="02020603050405020304" pitchFamily="18" charset="0"/>
              </a:rPr>
              <a:t>(</a:t>
            </a:r>
            <a:r>
              <a:rPr lang="en-US" altLang="zh-TW" dirty="0" err="1">
                <a:latin typeface="Times New Roman" panose="02020603050405020304" pitchFamily="18" charset="0"/>
                <a:ea typeface="+mj-ea"/>
                <a:cs typeface="Times New Roman" panose="02020603050405020304" pitchFamily="18" charset="0"/>
              </a:rPr>
              <a:t>i,j</a:t>
            </a:r>
            <a:r>
              <a:rPr lang="en-US" altLang="zh-TW" dirty="0">
                <a:latin typeface="Times New Roman" panose="02020603050405020304" pitchFamily="18" charset="0"/>
                <a:ea typeface="+mj-ea"/>
                <a:cs typeface="Times New Roman" panose="02020603050405020304" pitchFamily="18" charset="0"/>
              </a:rPr>
              <a:t>) – 1</a:t>
            </a:r>
            <a:r>
              <a:rPr lang="zh-TW" altLang="en-US" dirty="0">
                <a:latin typeface="Times New Roman" panose="02020603050405020304" pitchFamily="18" charset="0"/>
                <a:ea typeface="+mj-ea"/>
                <a:cs typeface="Times New Roman" panose="02020603050405020304" pitchFamily="18" charset="0"/>
              </a:rPr>
              <a:t>後，就是把這個方向上多出來的中間格點數統計起來，稍後再進一步推算整個矩形中所有這些方向出現的可能起點位置，進而得到總的共線貢獻。</a:t>
            </a:r>
            <a:endParaRPr lang="en-US" altLang="zh-TW"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3992653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投影片編號版面配置區 5">
            <a:extLst>
              <a:ext uri="{FF2B5EF4-FFF2-40B4-BE49-F238E27FC236}">
                <a16:creationId xmlns:a16="http://schemas.microsoft.com/office/drawing/2014/main" id="{7350CAED-CC14-FE70-FB7A-77FA430081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標楷體" panose="03000509000000000000" pitchFamily="65" charset="-120"/>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標楷體" panose="03000509000000000000" pitchFamily="65" charset="-120"/>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標楷體" panose="03000509000000000000" pitchFamily="65" charset="-120"/>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標楷體" panose="03000509000000000000" pitchFamily="65" charset="-120"/>
              </a:defRPr>
            </a:lvl9pPr>
          </a:lstStyle>
          <a:p>
            <a:pPr>
              <a:spcBef>
                <a:spcPct val="0"/>
              </a:spcBef>
              <a:buClrTx/>
              <a:buSzTx/>
              <a:buFontTx/>
              <a:buNone/>
            </a:pPr>
            <a:fld id="{5F52F032-9D83-4A83-9721-D8F8FF8AFAE2}" type="slidenum">
              <a:rPr kumimoji="0" lang="zh-TW" altLang="en-US" sz="1400">
                <a:solidFill>
                  <a:schemeClr val="accent1"/>
                </a:solidFill>
                <a:ea typeface="新細明體" panose="02020500000000000000" pitchFamily="18" charset="-120"/>
              </a:rPr>
              <a:pPr>
                <a:spcBef>
                  <a:spcPct val="0"/>
                </a:spcBef>
                <a:buClrTx/>
                <a:buSzTx/>
                <a:buFontTx/>
                <a:buNone/>
              </a:pPr>
              <a:t>4</a:t>
            </a:fld>
            <a:endParaRPr kumimoji="0" lang="en-US" altLang="zh-TW" sz="1400">
              <a:solidFill>
                <a:schemeClr val="accent1"/>
              </a:solidFill>
              <a:ea typeface="新細明體" panose="02020500000000000000" pitchFamily="18" charset="-120"/>
            </a:endParaRPr>
          </a:p>
        </p:txBody>
      </p:sp>
      <p:sp>
        <p:nvSpPr>
          <p:cNvPr id="8195" name="Rectangle 3">
            <a:extLst>
              <a:ext uri="{FF2B5EF4-FFF2-40B4-BE49-F238E27FC236}">
                <a16:creationId xmlns:a16="http://schemas.microsoft.com/office/drawing/2014/main" id="{21D8E9CD-551F-0BF4-70A6-43BEED5812CF}"/>
              </a:ext>
            </a:extLst>
          </p:cNvPr>
          <p:cNvSpPr>
            <a:spLocks noGrp="1" noChangeArrowheads="1"/>
          </p:cNvSpPr>
          <p:nvPr>
            <p:ph type="body" idx="1"/>
          </p:nvPr>
        </p:nvSpPr>
        <p:spPr>
          <a:xfrm>
            <a:off x="539552" y="952757"/>
            <a:ext cx="8305800" cy="567085"/>
          </a:xfrm>
        </p:spPr>
        <p:txBody>
          <a:bodyPr/>
          <a:lstStyle/>
          <a:p>
            <a:pPr eaLnBrk="1" hangingPunct="1">
              <a:lnSpc>
                <a:spcPct val="90000"/>
              </a:lnSpc>
            </a:pPr>
            <a:r>
              <a:rPr lang="zh-TW" altLang="en-US" sz="2400" b="1" dirty="0">
                <a:solidFill>
                  <a:srgbClr val="3BA943"/>
                </a:solidFill>
                <a:latin typeface="Times New Roman" panose="02020603050405020304" pitchFamily="18" charset="0"/>
              </a:rPr>
              <a:t>討論：</a:t>
            </a:r>
            <a:endParaRPr lang="en-US" altLang="zh-TW" sz="2400" b="1" dirty="0">
              <a:solidFill>
                <a:srgbClr val="3BA943"/>
              </a:solidFill>
              <a:latin typeface="Times New Roman" panose="02020603050405020304" pitchFamily="18" charset="0"/>
            </a:endParaRPr>
          </a:p>
          <a:p>
            <a:pPr marL="457200" lvl="1" indent="0" eaLnBrk="1" hangingPunct="1">
              <a:lnSpc>
                <a:spcPct val="90000"/>
              </a:lnSpc>
              <a:buFont typeface="Wingdings" panose="05000000000000000000" pitchFamily="2" charset="2"/>
              <a:buNone/>
            </a:pPr>
            <a:endParaRPr lang="zh-TW" altLang="en-US" sz="2000" b="1" dirty="0">
              <a:solidFill>
                <a:srgbClr val="3BA943"/>
              </a:solidFill>
              <a:latin typeface="Times New Roman" panose="02020603050405020304" pitchFamily="18" charset="0"/>
            </a:endParaRPr>
          </a:p>
        </p:txBody>
      </p:sp>
      <p:sp>
        <p:nvSpPr>
          <p:cNvPr id="6" name="文字方塊 5">
            <a:extLst>
              <a:ext uri="{FF2B5EF4-FFF2-40B4-BE49-F238E27FC236}">
                <a16:creationId xmlns:a16="http://schemas.microsoft.com/office/drawing/2014/main" id="{AC274243-F0C2-52CA-5B57-3C95F078B3CE}"/>
              </a:ext>
            </a:extLst>
          </p:cNvPr>
          <p:cNvSpPr txBox="1"/>
          <p:nvPr/>
        </p:nvSpPr>
        <p:spPr>
          <a:xfrm>
            <a:off x="334963" y="1679142"/>
            <a:ext cx="8351838" cy="3785652"/>
          </a:xfrm>
          <a:prstGeom prst="rect">
            <a:avLst/>
          </a:prstGeom>
          <a:noFill/>
        </p:spPr>
        <p:txBody>
          <a:bodyPr wrap="square">
            <a:spAutoFit/>
          </a:bodyPr>
          <a:lstStyle/>
          <a:p>
            <a:pPr marL="808038" lvl="1" indent="-350838" eaLnBrk="1" hangingPunct="1">
              <a:defRPr/>
            </a:pP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(5)</a:t>
            </a:r>
            <a:r>
              <a:rPr lang="zh-TW" altLang="en-US" dirty="0">
                <a:latin typeface="Times New Roman" panose="02020603050405020304" pitchFamily="18" charset="0"/>
                <a:ea typeface="+mn-ea"/>
                <a:cs typeface="Times New Roman" panose="02020603050405020304" pitchFamily="18" charset="0"/>
                <a:sym typeface="Wingdings" panose="05000000000000000000" pitchFamily="2" charset="2"/>
              </a:rPr>
              <a:t>在計算完成所有向量對座標係新增了多少的共線數後，使用</a:t>
            </a:r>
            <a:endPar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endParaRPr>
          </a:p>
          <a:p>
            <a:pPr marL="808038" lvl="1" indent="-350838" eaLnBrk="1" hangingPunct="1">
              <a:defRPr/>
            </a:pP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altLang="zh-TW" dirty="0" err="1">
                <a:latin typeface="Times New Roman" panose="02020603050405020304" pitchFamily="18" charset="0"/>
                <a:ea typeface="+mn-ea"/>
                <a:cs typeface="Times New Roman" panose="02020603050405020304" pitchFamily="18" charset="0"/>
                <a:sym typeface="Wingdings" panose="05000000000000000000" pitchFamily="2" charset="2"/>
              </a:rPr>
              <a:t>ans</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a:t>
            </a:r>
            <a:r>
              <a:rPr lang="en-US" altLang="zh-TW" dirty="0" err="1">
                <a:latin typeface="Times New Roman" panose="02020603050405020304" pitchFamily="18" charset="0"/>
                <a:ea typeface="+mn-ea"/>
                <a:cs typeface="Times New Roman" panose="02020603050405020304" pitchFamily="18" charset="0"/>
                <a:sym typeface="Wingdings" panose="05000000000000000000" pitchFamily="2" charset="2"/>
              </a:rPr>
              <a:t>i</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][j] = </a:t>
            </a:r>
            <a:r>
              <a:rPr lang="en-US" altLang="zh-TW" dirty="0" err="1">
                <a:latin typeface="Times New Roman" panose="02020603050405020304" pitchFamily="18" charset="0"/>
                <a:ea typeface="+mn-ea"/>
                <a:cs typeface="Times New Roman" panose="02020603050405020304" pitchFamily="18" charset="0"/>
                <a:sym typeface="Wingdings" panose="05000000000000000000" pitchFamily="2" charset="2"/>
              </a:rPr>
              <a:t>ans</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[i-1][j] + </a:t>
            </a:r>
            <a:r>
              <a:rPr lang="en-US" altLang="zh-TW" dirty="0" err="1">
                <a:latin typeface="Times New Roman" panose="02020603050405020304" pitchFamily="18" charset="0"/>
                <a:ea typeface="+mn-ea"/>
                <a:cs typeface="Times New Roman" panose="02020603050405020304" pitchFamily="18" charset="0"/>
                <a:sym typeface="Wingdings" panose="05000000000000000000" pitchFamily="2" charset="2"/>
              </a:rPr>
              <a:t>ans</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a:t>
            </a:r>
            <a:r>
              <a:rPr lang="en-US" altLang="zh-TW" dirty="0" err="1">
                <a:latin typeface="Times New Roman" panose="02020603050405020304" pitchFamily="18" charset="0"/>
                <a:ea typeface="+mn-ea"/>
                <a:cs typeface="Times New Roman" panose="02020603050405020304" pitchFamily="18" charset="0"/>
                <a:sym typeface="Wingdings" panose="05000000000000000000" pitchFamily="2" charset="2"/>
              </a:rPr>
              <a:t>i</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][j-1] - </a:t>
            </a:r>
            <a:r>
              <a:rPr lang="en-US" altLang="zh-TW" dirty="0" err="1">
                <a:latin typeface="Times New Roman" panose="02020603050405020304" pitchFamily="18" charset="0"/>
                <a:ea typeface="+mn-ea"/>
                <a:cs typeface="Times New Roman" panose="02020603050405020304" pitchFamily="18" charset="0"/>
                <a:sym typeface="Wingdings" panose="05000000000000000000" pitchFamily="2" charset="2"/>
              </a:rPr>
              <a:t>ans</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[i-1][j-1] + </a:t>
            </a:r>
            <a:r>
              <a:rPr lang="en-US" altLang="zh-TW" dirty="0" err="1">
                <a:latin typeface="Times New Roman" panose="02020603050405020304" pitchFamily="18" charset="0"/>
                <a:ea typeface="+mn-ea"/>
                <a:cs typeface="Times New Roman" panose="02020603050405020304" pitchFamily="18" charset="0"/>
                <a:sym typeface="Wingdings" panose="05000000000000000000" pitchFamily="2" charset="2"/>
              </a:rPr>
              <a:t>dp</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a:t>
            </a:r>
            <a:r>
              <a:rPr lang="en-US" altLang="zh-TW" dirty="0" err="1">
                <a:latin typeface="Times New Roman" panose="02020603050405020304" pitchFamily="18" charset="0"/>
                <a:ea typeface="+mn-ea"/>
                <a:cs typeface="Times New Roman" panose="02020603050405020304" pitchFamily="18" charset="0"/>
                <a:sym typeface="Wingdings" panose="05000000000000000000" pitchFamily="2" charset="2"/>
              </a:rPr>
              <a:t>i</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][j];</a:t>
            </a:r>
          </a:p>
          <a:p>
            <a:pPr marL="808038" lvl="1" indent="-350838" eaLnBrk="1" hangingPunct="1">
              <a:defRPr/>
            </a:pP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	</a:t>
            </a:r>
            <a:r>
              <a:rPr lang="zh-TW" altLang="en-US" dirty="0">
                <a:latin typeface="Times New Roman" panose="02020603050405020304" pitchFamily="18" charset="0"/>
                <a:ea typeface="+mn-ea"/>
                <a:cs typeface="Times New Roman" panose="02020603050405020304" pitchFamily="18" charset="0"/>
                <a:sym typeface="Wingdings" panose="05000000000000000000" pitchFamily="2" charset="2"/>
              </a:rPr>
              <a:t>去得到總共的共線數，再用</a:t>
            </a:r>
            <a:endPar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endParaRPr>
          </a:p>
          <a:p>
            <a:pPr marL="808038" lvl="1" indent="-350838" eaLnBrk="1" hangingPunct="1">
              <a:defRPr/>
            </a:pP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	</a:t>
            </a:r>
            <a:r>
              <a:rPr lang="zh-TW" altLang="en-US" dirty="0">
                <a:latin typeface="Times New Roman" panose="02020603050405020304" pitchFamily="18" charset="0"/>
                <a:ea typeface="+mn-ea"/>
                <a:cs typeface="Times New Roman" panose="02020603050405020304" pitchFamily="18" charset="0"/>
                <a:sym typeface="Wingdings" panose="05000000000000000000" pitchFamily="2" charset="2"/>
              </a:rPr>
              <a:t>整個矩陣的所有三點組合數 </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a:t>
            </a:r>
            <a:r>
              <a:rPr lang="zh-TW" altLang="en-US" dirty="0">
                <a:latin typeface="Times New Roman" panose="02020603050405020304" pitchFamily="18" charset="0"/>
                <a:ea typeface="+mn-ea"/>
                <a:cs typeface="Times New Roman" panose="02020603050405020304" pitchFamily="18" charset="0"/>
                <a:sym typeface="Wingdings" panose="05000000000000000000" pitchFamily="2" charset="2"/>
              </a:rPr>
              <a:t> 水平共線 </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a:t>
            </a:r>
            <a:r>
              <a:rPr lang="zh-TW" altLang="en-US" dirty="0">
                <a:latin typeface="Times New Roman" panose="02020603050405020304" pitchFamily="18" charset="0"/>
                <a:ea typeface="+mn-ea"/>
                <a:cs typeface="Times New Roman" panose="02020603050405020304" pitchFamily="18" charset="0"/>
                <a:sym typeface="Wingdings" panose="05000000000000000000" pitchFamily="2" charset="2"/>
              </a:rPr>
              <a:t> 鉛值共線 </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a:t>
            </a:r>
            <a:r>
              <a:rPr lang="zh-TW" altLang="en-US" dirty="0">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a:t>
            </a:r>
            <a:r>
              <a:rPr lang="zh-TW" altLang="en-US" dirty="0">
                <a:latin typeface="Times New Roman" panose="02020603050405020304" pitchFamily="18" charset="0"/>
                <a:ea typeface="+mn-ea"/>
                <a:cs typeface="Times New Roman" panose="02020603050405020304" pitchFamily="18" charset="0"/>
                <a:sym typeface="Wingdings" panose="05000000000000000000" pitchFamily="2" charset="2"/>
              </a:rPr>
              <a:t>斜直共線 </a:t>
            </a:r>
            <a:r>
              <a:rPr lang="en-US" altLang="zh-TW" sz="2400" dirty="0">
                <a:latin typeface="Times New Roman" panose="02020603050405020304" pitchFamily="18" charset="0"/>
                <a:ea typeface="+mj-ea"/>
                <a:cs typeface="Times New Roman" panose="02020603050405020304" pitchFamily="18" charset="0"/>
              </a:rPr>
              <a:t>×</a:t>
            </a:r>
            <a:r>
              <a:rPr lang="zh-TW" altLang="en-US" sz="2400" dirty="0">
                <a:latin typeface="Times New Roman" panose="02020603050405020304" pitchFamily="18" charset="0"/>
                <a:ea typeface="+mj-ea"/>
                <a:cs typeface="Times New Roman" panose="02020603050405020304" pitchFamily="18" charset="0"/>
              </a:rPr>
              <a:t> </a:t>
            </a:r>
            <a:r>
              <a:rPr lang="en-US" altLang="zh-TW" sz="2400" dirty="0">
                <a:latin typeface="Times New Roman" panose="02020603050405020304" pitchFamily="18" charset="0"/>
                <a:ea typeface="+mj-ea"/>
                <a:cs typeface="Times New Roman" panose="02020603050405020304" pitchFamily="18" charset="0"/>
              </a:rPr>
              <a:t>2</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a:t>
            </a:r>
            <a:r>
              <a:rPr lang="zh-TW" altLang="en-US" dirty="0">
                <a:latin typeface="Times New Roman" panose="02020603050405020304" pitchFamily="18" charset="0"/>
                <a:ea typeface="+mn-ea"/>
                <a:cs typeface="Times New Roman" panose="02020603050405020304" pitchFamily="18" charset="0"/>
                <a:sym typeface="Wingdings" panose="05000000000000000000" pitchFamily="2" charset="2"/>
              </a:rPr>
              <a:t>就可以得到答案了。</a:t>
            </a:r>
            <a:endPar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endParaRPr>
          </a:p>
          <a:p>
            <a:pPr marL="808038" lvl="1" indent="-350838" eaLnBrk="1" hangingPunct="1">
              <a:defRPr/>
            </a:pP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(6)</a:t>
            </a:r>
            <a:r>
              <a:rPr lang="zh-TW" altLang="en-US" dirty="0">
                <a:latin typeface="Times New Roman" panose="02020603050405020304" pitchFamily="18" charset="0"/>
                <a:ea typeface="+mn-ea"/>
                <a:cs typeface="Times New Roman" panose="02020603050405020304" pitchFamily="18" charset="0"/>
                <a:sym typeface="Wingdings" panose="05000000000000000000" pitchFamily="2" charset="2"/>
              </a:rPr>
              <a:t>為什麼最後斜直線要乘上</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2</a:t>
            </a:r>
            <a:r>
              <a:rPr lang="zh-TW" altLang="en-US" dirty="0">
                <a:latin typeface="Times New Roman" panose="02020603050405020304" pitchFamily="18" charset="0"/>
                <a:ea typeface="+mn-ea"/>
                <a:cs typeface="Times New Roman" panose="02020603050405020304" pitchFamily="18" charset="0"/>
                <a:sym typeface="Wingdings" panose="05000000000000000000" pitchFamily="2" charset="2"/>
              </a:rPr>
              <a:t>？</a:t>
            </a:r>
            <a:endPar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endParaRPr>
          </a:p>
          <a:p>
            <a:pPr marL="808038" lvl="1" indent="-350838" eaLnBrk="1" hangingPunct="1">
              <a:defRPr/>
            </a:pP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	</a:t>
            </a:r>
            <a:r>
              <a:rPr lang="zh-TW" altLang="en-US" dirty="0">
                <a:latin typeface="Times New Roman" panose="02020603050405020304" pitchFamily="18" charset="0"/>
                <a:ea typeface="+mn-ea"/>
                <a:cs typeface="Times New Roman" panose="02020603050405020304" pitchFamily="18" charset="0"/>
                <a:sym typeface="Wingdings" panose="05000000000000000000" pitchFamily="2" charset="2"/>
              </a:rPr>
              <a:t>我們在計算所有向量貢獻時，只計算了斜率為正</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(dx, </a:t>
            </a:r>
            <a:r>
              <a:rPr lang="en-US" altLang="zh-TW" dirty="0" err="1">
                <a:latin typeface="Times New Roman" panose="02020603050405020304" pitchFamily="18" charset="0"/>
                <a:ea typeface="+mn-ea"/>
                <a:cs typeface="Times New Roman" panose="02020603050405020304" pitchFamily="18" charset="0"/>
                <a:sym typeface="Wingdings" panose="05000000000000000000" pitchFamily="2" charset="2"/>
              </a:rPr>
              <a:t>dy</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a:t>
            </a:r>
            <a:r>
              <a:rPr lang="zh-TW" altLang="en-US" dirty="0">
                <a:latin typeface="Times New Roman" panose="02020603050405020304" pitchFamily="18" charset="0"/>
                <a:ea typeface="+mn-ea"/>
                <a:cs typeface="Times New Roman" panose="02020603050405020304" pitchFamily="18" charset="0"/>
                <a:sym typeface="Wingdings" panose="05000000000000000000" pitchFamily="2" charset="2"/>
              </a:rPr>
              <a:t>的向量，在最後扣掉時要把斜率為負</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(-dx, </a:t>
            </a:r>
            <a:r>
              <a:rPr lang="en-US" altLang="zh-TW" dirty="0" err="1">
                <a:latin typeface="Times New Roman" panose="02020603050405020304" pitchFamily="18" charset="0"/>
                <a:ea typeface="+mn-ea"/>
                <a:cs typeface="Times New Roman" panose="02020603050405020304" pitchFamily="18" charset="0"/>
                <a:sym typeface="Wingdings" panose="05000000000000000000" pitchFamily="2" charset="2"/>
              </a:rPr>
              <a:t>dy</a:t>
            </a:r>
            <a:r>
              <a:rPr lang="en-US" altLang="zh-TW" dirty="0">
                <a:latin typeface="Times New Roman" panose="02020603050405020304" pitchFamily="18" charset="0"/>
                <a:ea typeface="+mn-ea"/>
                <a:cs typeface="Times New Roman" panose="02020603050405020304" pitchFamily="18" charset="0"/>
                <a:sym typeface="Wingdings" panose="05000000000000000000" pitchFamily="2" charset="2"/>
              </a:rPr>
              <a:t>)</a:t>
            </a:r>
            <a:r>
              <a:rPr lang="zh-TW" altLang="en-US" dirty="0">
                <a:latin typeface="Times New Roman" panose="02020603050405020304" pitchFamily="18" charset="0"/>
                <a:ea typeface="+mn-ea"/>
                <a:cs typeface="Times New Roman" panose="02020603050405020304" pitchFamily="18" charset="0"/>
                <a:sym typeface="Wingdings" panose="05000000000000000000" pitchFamily="2" charset="2"/>
              </a:rPr>
              <a:t>的一起補上。</a:t>
            </a:r>
            <a:endParaRPr lang="en-US" altLang="zh-TW" dirty="0">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標楷體"/>
        <a:cs typeface=""/>
      </a:majorFont>
      <a:minorFont>
        <a:latin typeface="Tahoma"/>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ahoma" pitchFamily="34"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ahoma" pitchFamily="34" charset="0"/>
            <a:ea typeface="新細明體" pitchFamily="18" charset="-12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2750</TotalTime>
  <Words>695</Words>
  <Application>Microsoft Office PowerPoint</Application>
  <PresentationFormat>如螢幕大小 (4:3)</PresentationFormat>
  <Paragraphs>39</Paragraphs>
  <Slides>4</Slides>
  <Notes>4</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4</vt:i4>
      </vt:variant>
    </vt:vector>
  </HeadingPairs>
  <TitlesOfParts>
    <vt:vector size="9" baseType="lpstr">
      <vt:lpstr>新細明體</vt:lpstr>
      <vt:lpstr>Tahoma</vt:lpstr>
      <vt:lpstr>Times New Roman</vt:lpstr>
      <vt:lpstr>Wingdings</vt:lpstr>
      <vt:lpstr>Blends</vt:lpstr>
      <vt:lpstr>12075: Counting Triangles</vt:lpstr>
      <vt:lpstr>PowerPoint 簡報</vt:lpstr>
      <vt:lpstr>PowerPoint 簡報</vt:lpstr>
      <vt:lpstr>PowerPoint 簡報</vt:lpstr>
    </vt:vector>
  </TitlesOfParts>
  <Company>nsysu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 3 Greedy methods</dc:title>
  <dc:creator>cby</dc:creator>
  <cp:lastModifiedBy>B123245023</cp:lastModifiedBy>
  <cp:revision>120</cp:revision>
  <dcterms:created xsi:type="dcterms:W3CDTF">1601-01-01T00:00:00Z</dcterms:created>
  <dcterms:modified xsi:type="dcterms:W3CDTF">2025-05-28T19:03:49Z</dcterms:modified>
</cp:coreProperties>
</file>