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"/>
  </p:notesMasterIdLst>
  <p:sldIdLst>
    <p:sldId id="307" r:id="rId2"/>
    <p:sldId id="309" r:id="rId3"/>
    <p:sldId id="310" r:id="rId4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9" autoAdjust="0"/>
    <p:restoredTop sz="92138" autoAdjust="0"/>
  </p:normalViewPr>
  <p:slideViewPr>
    <p:cSldViewPr>
      <p:cViewPr varScale="1">
        <p:scale>
          <a:sx n="110" d="100"/>
          <a:sy n="110" d="100"/>
        </p:scale>
        <p:origin x="128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0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2023/5/4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dirty="0">
                <a:latin typeface="Times New Roman" panose="02020603050405020304" pitchFamily="18" charset="0"/>
              </a:rPr>
              <a:t>10171 : Meeting Prof. Miguel	</a:t>
            </a:r>
            <a:endParaRPr lang="en-US" altLang="zh-TW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★★★☆☆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en-US" altLang="zh-TW" sz="2400" dirty="0">
                <a:latin typeface="Times New Roman" panose="02020603050405020304" pitchFamily="18" charset="0"/>
              </a:rPr>
              <a:t> 10171 : The Meeting Prof. Miguel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林宥廷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23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4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r>
              <a:rPr lang="zh-TW" altLang="en-US" sz="2400" dirty="0">
                <a:latin typeface="Times New Roman" panose="02020603050405020304" pitchFamily="18" charset="0"/>
              </a:rPr>
              <a:t>給定兩人能夠行走的路線和該路線的</a:t>
            </a:r>
            <a:r>
              <a:rPr lang="en-US" altLang="zh-TW" sz="2400" dirty="0">
                <a:latin typeface="Times New Roman" panose="02020603050405020304" pitchFamily="18" charset="0"/>
              </a:rPr>
              <a:t>cost</a:t>
            </a:r>
            <a:r>
              <a:rPr lang="zh-TW" altLang="en-US" sz="2400" dirty="0">
                <a:latin typeface="PMingLiU" panose="02020500000000000000" pitchFamily="18" charset="-120"/>
                <a:ea typeface="PMingLiU" panose="02020500000000000000" pitchFamily="18" charset="-120"/>
              </a:rPr>
              <a:t>，</a:t>
            </a: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找到</a:t>
            </a:r>
            <a:r>
              <a:rPr lang="zh-TW" altLang="en-US" sz="2400" dirty="0">
                <a:latin typeface="Times New Roman" panose="02020603050405020304" pitchFamily="18" charset="0"/>
              </a:rPr>
              <a:t>兩人能夠會合的最小的</a:t>
            </a:r>
            <a:r>
              <a:rPr lang="en-US" altLang="zh-TW" sz="2400" dirty="0">
                <a:latin typeface="Times New Roman" panose="02020603050405020304" pitchFamily="18" charset="0"/>
              </a:rPr>
              <a:t>cost</a:t>
            </a:r>
            <a:r>
              <a:rPr lang="zh-TW" altLang="en-US" sz="2400" dirty="0">
                <a:latin typeface="Times New Roman" panose="02020603050405020304" pitchFamily="18" charset="0"/>
              </a:rPr>
              <a:t>和地點</a:t>
            </a:r>
            <a:r>
              <a:rPr lang="zh-TW" altLang="en-US" sz="2400" dirty="0">
                <a:latin typeface="PMingLiU" panose="02020500000000000000" pitchFamily="18" charset="-120"/>
                <a:ea typeface="PMingLiU" panose="02020500000000000000" pitchFamily="18" charset="-120"/>
              </a:rPr>
              <a:t>，</a:t>
            </a: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找不到就輸出</a:t>
            </a:r>
            <a:r>
              <a:rPr lang="en-US" altLang="zh-TW" sz="2400" dirty="0"/>
              <a:t>You will never meet.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 </a:t>
            </a:r>
            <a:r>
              <a:rPr lang="en-US" altLang="zh-TW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:</a:t>
            </a:r>
            <a:r>
              <a:rPr lang="es-ES" altLang="zh-TW" sz="2400" dirty="0"/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s-ES" altLang="zh-TW" sz="2400" dirty="0">
                <a:latin typeface="+mn-ea"/>
              </a:rPr>
              <a:t>Input:</a:t>
            </a:r>
            <a:r>
              <a:rPr lang="zh-TW" altLang="en-US" sz="2400" dirty="0">
                <a:latin typeface="+mn-ea"/>
              </a:rPr>
              <a:t> </a:t>
            </a:r>
            <a:endParaRPr lang="en-US" altLang="zh-TW" sz="2400" dirty="0">
              <a:latin typeface="+mn-ea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s-ES" altLang="zh-TW" sz="2400" dirty="0">
                <a:latin typeface="+mn-ea"/>
                <a:cs typeface="Times New Roman" panose="02020603050405020304" pitchFamily="18" charset="0"/>
              </a:rPr>
              <a:t>   4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s-ES" altLang="zh-TW" sz="2400" dirty="0">
                <a:latin typeface="+mn-ea"/>
                <a:cs typeface="Times New Roman" panose="02020603050405020304" pitchFamily="18" charset="0"/>
              </a:rPr>
              <a:t>Y U A B 4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s-ES" altLang="zh-TW" sz="2400" dirty="0">
                <a:latin typeface="+mn-ea"/>
                <a:cs typeface="Times New Roman" panose="02020603050405020304" pitchFamily="18" charset="0"/>
              </a:rPr>
              <a:t>Y U C A 1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s-ES" altLang="zh-TW" sz="2400" dirty="0">
                <a:latin typeface="+mn-ea"/>
                <a:cs typeface="Times New Roman" panose="02020603050405020304" pitchFamily="18" charset="0"/>
              </a:rPr>
              <a:t>M</a:t>
            </a: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s-ES" altLang="zh-TW" sz="2400" dirty="0">
                <a:latin typeface="+mn-ea"/>
                <a:cs typeface="Times New Roman" panose="02020603050405020304" pitchFamily="18" charset="0"/>
              </a:rPr>
              <a:t>U D B 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s-ES" altLang="zh-TW" sz="2400" dirty="0">
                <a:latin typeface="+mn-ea"/>
                <a:cs typeface="Times New Roman" panose="02020603050405020304" pitchFamily="18" charset="0"/>
              </a:rPr>
              <a:t>M</a:t>
            </a: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s-ES" altLang="zh-TW" sz="2400" dirty="0">
                <a:latin typeface="+mn-ea"/>
                <a:cs typeface="Times New Roman" panose="02020603050405020304" pitchFamily="18" charset="0"/>
              </a:rPr>
              <a:t>B C D 2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D</a:t>
            </a:r>
            <a:r>
              <a:rPr lang="es-ES" altLang="zh-TW" sz="2400" dirty="0">
                <a:latin typeface="+mn-ea"/>
                <a:cs typeface="Times New Roman" panose="02020603050405020304" pitchFamily="18" charset="0"/>
              </a:rPr>
              <a:t> </a:t>
            </a:r>
            <a:endParaRPr lang="es-ES" altLang="zh-TW" sz="2400" dirty="0">
              <a:latin typeface="+mn-ea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+mn-ea"/>
              </a:rPr>
              <a:t>Output: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  10</a:t>
            </a: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B</a:t>
            </a: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+mn-ea"/>
              </a:rPr>
              <a:t>使用兩個二維陣列儲存兩人可以走的路和</a:t>
            </a:r>
            <a:r>
              <a:rPr lang="en-US" altLang="zh-TW" sz="2400" dirty="0">
                <a:latin typeface="+mn-ea"/>
              </a:rPr>
              <a:t>cost</a:t>
            </a:r>
            <a:r>
              <a:rPr lang="zh-TW" altLang="en-US" sz="2400" dirty="0">
                <a:latin typeface="+mn-ea"/>
              </a:rPr>
              <a:t>，使用最短路徑演算法計算任兩點最小的</a:t>
            </a:r>
            <a:r>
              <a:rPr lang="en-US" altLang="zh-TW" sz="2400" dirty="0">
                <a:latin typeface="+mn-ea"/>
              </a:rPr>
              <a:t>cost</a:t>
            </a:r>
            <a:r>
              <a:rPr lang="zh-TW" altLang="en-US" sz="2400" dirty="0">
                <a:latin typeface="+mn-ea"/>
              </a:rPr>
              <a:t>，再用迴圈尋找兩人從起點到某一點的最小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cost</a:t>
            </a:r>
            <a:r>
              <a:rPr lang="zh-TW" altLang="en-US" sz="2400" dirty="0">
                <a:latin typeface="+mn-ea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zh-TW" altLang="en-US" sz="2400" dirty="0">
                <a:latin typeface="Times New Roman" panose="02020603050405020304" pitchFamily="18" charset="0"/>
              </a:rPr>
              <a:t>無	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03F34BFA-1ACB-4BFF-8EDA-B6C1B7B11705}"/>
              </a:ext>
            </a:extLst>
          </p:cNvPr>
          <p:cNvSpPr/>
          <p:nvPr/>
        </p:nvSpPr>
        <p:spPr bwMode="auto">
          <a:xfrm>
            <a:off x="3275856" y="1108199"/>
            <a:ext cx="504056" cy="504056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C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D413A88-2A52-4BF8-AA14-812624927D28}"/>
              </a:ext>
            </a:extLst>
          </p:cNvPr>
          <p:cNvSpPr/>
          <p:nvPr/>
        </p:nvSpPr>
        <p:spPr bwMode="auto">
          <a:xfrm>
            <a:off x="6643468" y="1108199"/>
            <a:ext cx="504056" cy="504056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B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049F8137-EFBA-48CE-975D-B9E922ECAB40}"/>
              </a:ext>
            </a:extLst>
          </p:cNvPr>
          <p:cNvSpPr/>
          <p:nvPr/>
        </p:nvSpPr>
        <p:spPr bwMode="auto">
          <a:xfrm>
            <a:off x="4959662" y="1108199"/>
            <a:ext cx="504056" cy="504056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A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6F3DCFE-19C9-427B-9B91-005A4EF0C64B}"/>
              </a:ext>
            </a:extLst>
          </p:cNvPr>
          <p:cNvCxnSpPr>
            <a:stCxn id="2" idx="6"/>
            <a:endCxn id="10" idx="2"/>
          </p:cNvCxnSpPr>
          <p:nvPr/>
        </p:nvCxnSpPr>
        <p:spPr bwMode="auto">
          <a:xfrm>
            <a:off x="3779912" y="1360227"/>
            <a:ext cx="117975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320BC38-222D-4C64-BE71-F0E71FF667CF}"/>
              </a:ext>
            </a:extLst>
          </p:cNvPr>
          <p:cNvCxnSpPr/>
          <p:nvPr/>
        </p:nvCxnSpPr>
        <p:spPr bwMode="auto">
          <a:xfrm>
            <a:off x="5463718" y="1360227"/>
            <a:ext cx="117975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724B9B7-C8BA-44C7-AD08-6DC7F8F2B0AA}"/>
              </a:ext>
            </a:extLst>
          </p:cNvPr>
          <p:cNvSpPr txBox="1"/>
          <p:nvPr/>
        </p:nvSpPr>
        <p:spPr>
          <a:xfrm>
            <a:off x="4193296" y="1346721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A6610CB-B184-4029-9212-8E733F41B60E}"/>
              </a:ext>
            </a:extLst>
          </p:cNvPr>
          <p:cNvSpPr txBox="1"/>
          <p:nvPr/>
        </p:nvSpPr>
        <p:spPr>
          <a:xfrm>
            <a:off x="5877102" y="1377144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2120AFC-C1A7-495C-929A-44670527CC73}"/>
              </a:ext>
            </a:extLst>
          </p:cNvPr>
          <p:cNvSpPr/>
          <p:nvPr/>
        </p:nvSpPr>
        <p:spPr bwMode="auto">
          <a:xfrm>
            <a:off x="3275856" y="2507680"/>
            <a:ext cx="504056" cy="504056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C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193FFAF1-90BF-4D70-B6A3-DF59D1C4B88B}"/>
              </a:ext>
            </a:extLst>
          </p:cNvPr>
          <p:cNvSpPr/>
          <p:nvPr/>
        </p:nvSpPr>
        <p:spPr bwMode="auto">
          <a:xfrm>
            <a:off x="6643468" y="2507680"/>
            <a:ext cx="504056" cy="504056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B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6294579B-D938-44E7-9A5C-ED9870B86DC2}"/>
              </a:ext>
            </a:extLst>
          </p:cNvPr>
          <p:cNvSpPr/>
          <p:nvPr/>
        </p:nvSpPr>
        <p:spPr bwMode="auto">
          <a:xfrm>
            <a:off x="4959662" y="2507680"/>
            <a:ext cx="504056" cy="504056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D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EC73E87-41C8-48C0-B104-8C333EB89959}"/>
              </a:ext>
            </a:extLst>
          </p:cNvPr>
          <p:cNvCxnSpPr>
            <a:stCxn id="16" idx="6"/>
            <a:endCxn id="18" idx="2"/>
          </p:cNvCxnSpPr>
          <p:nvPr/>
        </p:nvCxnSpPr>
        <p:spPr bwMode="auto">
          <a:xfrm>
            <a:off x="3779912" y="2759708"/>
            <a:ext cx="117975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C951CA6-1DA1-434C-9907-D711112BB161}"/>
              </a:ext>
            </a:extLst>
          </p:cNvPr>
          <p:cNvCxnSpPr/>
          <p:nvPr/>
        </p:nvCxnSpPr>
        <p:spPr bwMode="auto">
          <a:xfrm>
            <a:off x="5463718" y="2759708"/>
            <a:ext cx="117975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847405A-FFEB-4506-B235-536702288A71}"/>
              </a:ext>
            </a:extLst>
          </p:cNvPr>
          <p:cNvSpPr txBox="1"/>
          <p:nvPr/>
        </p:nvSpPr>
        <p:spPr>
          <a:xfrm>
            <a:off x="4193296" y="2746202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985F012-5848-4FC4-B482-3F27C753C46D}"/>
              </a:ext>
            </a:extLst>
          </p:cNvPr>
          <p:cNvSpPr txBox="1"/>
          <p:nvPr/>
        </p:nvSpPr>
        <p:spPr>
          <a:xfrm>
            <a:off x="5877102" y="277662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F672492-F1F9-4E2A-B452-534C620E94F2}"/>
              </a:ext>
            </a:extLst>
          </p:cNvPr>
          <p:cNvCxnSpPr>
            <a:stCxn id="16" idx="6"/>
            <a:endCxn id="18" idx="2"/>
          </p:cNvCxnSpPr>
          <p:nvPr/>
        </p:nvCxnSpPr>
        <p:spPr bwMode="auto">
          <a:xfrm>
            <a:off x="3779912" y="2759708"/>
            <a:ext cx="117975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/>
            <a:tailEnd type="triangle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1.</a:t>
            </a:r>
            <a:r>
              <a:rPr lang="zh-TW" altLang="zh-TW" sz="2400" dirty="0">
                <a:latin typeface="+mn-ea"/>
                <a:cs typeface="Times New Roman" panose="02020603050405020304" pitchFamily="18" charset="0"/>
              </a:rPr>
              <a:t>若有多個解，需依照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Ascii code</a:t>
            </a:r>
            <a:r>
              <a:rPr lang="zh-TW" altLang="zh-TW" sz="2400" dirty="0">
                <a:latin typeface="+mn-ea"/>
                <a:cs typeface="Times New Roman" panose="02020603050405020304" pitchFamily="18" charset="0"/>
              </a:rPr>
              <a:t>的順序輸出。</a:t>
            </a:r>
          </a:p>
          <a:p>
            <a:pPr marL="0" indent="0">
              <a:buNone/>
            </a:pP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zh-TW" altLang="zh-TW" sz="2400" dirty="0"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:10 B D</a:t>
            </a:r>
            <a:endParaRPr lang="zh-TW" altLang="zh-TW" sz="2400" dirty="0">
              <a:latin typeface="+mn-ea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2. </a:t>
            </a:r>
            <a:r>
              <a:rPr lang="zh-TW" altLang="zh-TW" sz="2400" dirty="0">
                <a:latin typeface="+mn-ea"/>
                <a:cs typeface="Times New Roman" panose="02020603050405020304" pitchFamily="18" charset="0"/>
              </a:rPr>
              <a:t>同一點的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cost</a:t>
            </a:r>
            <a:r>
              <a:rPr lang="zh-TW" altLang="zh-TW" sz="2400" dirty="0">
                <a:latin typeface="+mn-ea"/>
                <a:cs typeface="Times New Roman" panose="02020603050405020304" pitchFamily="18" charset="0"/>
              </a:rPr>
              <a:t>為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0</a:t>
            </a:r>
            <a:r>
              <a:rPr lang="zh-TW" altLang="zh-TW" sz="2400" dirty="0">
                <a:latin typeface="+mn-ea"/>
                <a:cs typeface="Times New Roman" panose="02020603050405020304" pitchFamily="18" charset="0"/>
              </a:rPr>
              <a:t>，若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Input</a:t>
            </a:r>
            <a:r>
              <a:rPr lang="zh-TW" altLang="zh-TW" sz="2400" dirty="0">
                <a:latin typeface="+mn-ea"/>
                <a:cs typeface="Times New Roman" panose="02020603050405020304" pitchFamily="18" charset="0"/>
              </a:rPr>
              <a:t>資料有出現下列情況需要特別處理。</a:t>
            </a:r>
          </a:p>
          <a:p>
            <a:pPr marL="0" indent="0">
              <a:buNone/>
            </a:pPr>
            <a:r>
              <a:rPr lang="zh-TW" altLang="en-US" sz="2400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zh-TW" altLang="zh-TW" sz="2400" dirty="0"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TW" sz="2400" dirty="0">
                <a:latin typeface="+mn-ea"/>
                <a:cs typeface="Times New Roman" panose="02020603050405020304" pitchFamily="18" charset="0"/>
              </a:rPr>
              <a:t>:Y U K K 40</a:t>
            </a:r>
            <a:endParaRPr lang="zh-TW" altLang="zh-TW" sz="24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206857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2622</TotalTime>
  <Words>235</Words>
  <Application>Microsoft Office PowerPoint</Application>
  <PresentationFormat>如螢幕大小 (4:3)</PresentationFormat>
  <Paragraphs>40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新細明體</vt:lpstr>
      <vt:lpstr>標楷體</vt:lpstr>
      <vt:lpstr>Tahoma</vt:lpstr>
      <vt:lpstr>Times New Roman</vt:lpstr>
      <vt:lpstr>Wingdings</vt:lpstr>
      <vt:lpstr>Blends</vt:lpstr>
      <vt:lpstr>10171 : Meeting Prof. Miguel 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user</cp:lastModifiedBy>
  <cp:revision>144</cp:revision>
  <dcterms:created xsi:type="dcterms:W3CDTF">1601-01-01T00:00:00Z</dcterms:created>
  <dcterms:modified xsi:type="dcterms:W3CDTF">2023-05-04T04:51:48Z</dcterms:modified>
</cp:coreProperties>
</file>