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307" r:id="rId2"/>
    <p:sldId id="309" r:id="rId3"/>
    <p:sldId id="311" r:id="rId4"/>
    <p:sldId id="310" r:id="rId5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A9D8C9-5446-481D-BCCA-85A5C4CDC34E}" v="46" dt="2023-05-11T03:32:20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 varScale="1">
        <p:scale>
          <a:sx n="105" d="100"/>
          <a:sy n="105" d="100"/>
        </p:scale>
        <p:origin x="84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许 仕康" userId="bb36afb9214b1614" providerId="LiveId" clId="{84A9D8C9-5446-481D-BCCA-85A5C4CDC34E}"/>
    <pc:docChg chg="custSel modSld">
      <pc:chgData name="许 仕康" userId="bb36afb9214b1614" providerId="LiveId" clId="{84A9D8C9-5446-481D-BCCA-85A5C4CDC34E}" dt="2023-05-11T03:32:28.077" v="145" actId="113"/>
      <pc:docMkLst>
        <pc:docMk/>
      </pc:docMkLst>
      <pc:sldChg chg="modSp mod">
        <pc:chgData name="许 仕康" userId="bb36afb9214b1614" providerId="LiveId" clId="{84A9D8C9-5446-481D-BCCA-85A5C4CDC34E}" dt="2023-05-11T03:32:28.077" v="145" actId="113"/>
        <pc:sldMkLst>
          <pc:docMk/>
          <pc:sldMk cId="3309324540" sldId="310"/>
        </pc:sldMkLst>
        <pc:spChg chg="mod">
          <ac:chgData name="许 仕康" userId="bb36afb9214b1614" providerId="LiveId" clId="{84A9D8C9-5446-481D-BCCA-85A5C4CDC34E}" dt="2023-05-11T03:32:28.077" v="145" actId="113"/>
          <ac:spMkLst>
            <pc:docMk/>
            <pc:sldMk cId="3309324540" sldId="310"/>
            <ac:spMk id="4" creationId="{3DFF8F16-5E5F-EA13-26AF-5DAD383D61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2023/5/11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10123: N</a:t>
            </a:r>
            <a:r>
              <a:rPr lang="en-US" altLang="zh-CN" b="1" dirty="0">
                <a:latin typeface="Times New Roman" panose="02020603050405020304" pitchFamily="18" charset="0"/>
              </a:rPr>
              <a:t>o Tipping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★★★☆☆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zh-TW" altLang="en-US" sz="2400" dirty="0">
                <a:latin typeface="Times New Roman" panose="02020603050405020304" pitchFamily="18" charset="0"/>
              </a:rPr>
              <a:t>10</a:t>
            </a:r>
            <a:r>
              <a:rPr lang="en-MY" altLang="zh-TW" sz="2400" dirty="0">
                <a:latin typeface="Times New Roman" panose="02020603050405020304" pitchFamily="18" charset="0"/>
              </a:rPr>
              <a:t>123</a:t>
            </a:r>
            <a:r>
              <a:rPr lang="zh-TW" altLang="en-US" sz="2400" dirty="0">
                <a:latin typeface="Times New Roman" panose="02020603050405020304" pitchFamily="18" charset="0"/>
              </a:rPr>
              <a:t>: </a:t>
            </a:r>
            <a:r>
              <a:rPr lang="en-MY" altLang="zh-TW" sz="2400" dirty="0">
                <a:latin typeface="Times New Roman" panose="02020603050405020304" pitchFamily="18" charset="0"/>
              </a:rPr>
              <a:t>No Tipping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CN" altLang="en-US" sz="2400" dirty="0">
                <a:latin typeface="Times New Roman" panose="02020603050405020304" pitchFamily="18" charset="0"/>
              </a:rPr>
              <a:t>許仕康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23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4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CN" altLang="en-US" sz="2400" dirty="0">
                <a:latin typeface="Times New Roman" panose="02020603050405020304" pitchFamily="18" charset="0"/>
              </a:rPr>
              <a:t>有一個木板重</a:t>
            </a:r>
            <a:r>
              <a:rPr lang="en-MY" altLang="zh-CN" sz="2400" dirty="0">
                <a:latin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</a:rPr>
              <a:t>kg</a:t>
            </a:r>
            <a:r>
              <a:rPr lang="zh-CN" altLang="en-US" sz="2400" dirty="0">
                <a:latin typeface="Times New Roman" panose="02020603050405020304" pitchFamily="18" charset="0"/>
              </a:rPr>
              <a:t>，中心的左右</a:t>
            </a:r>
            <a:r>
              <a:rPr lang="en-MY" altLang="zh-CN" sz="2400" dirty="0">
                <a:latin typeface="Times New Roman" panose="02020603050405020304" pitchFamily="18" charset="0"/>
              </a:rPr>
              <a:t>1.5</a:t>
            </a:r>
            <a:r>
              <a:rPr lang="zh-CN" altLang="en-US" sz="2400" dirty="0">
                <a:latin typeface="Times New Roman" panose="02020603050405020304" pitchFamily="18" charset="0"/>
              </a:rPr>
              <a:t>各自有一個支撐，木板上有</a:t>
            </a:r>
            <a:r>
              <a:rPr lang="en-MY" altLang="zh-CN" sz="2400" dirty="0">
                <a:latin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</a:rPr>
              <a:t>個物品，你需要將木板上所有的物品拿走，並且過程中要保持木板的平衡。</a:t>
            </a:r>
            <a:endParaRPr lang="zh-TW" altLang="en-US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3" name="圖片 2" descr="一張含有 文字, 行, 字型, 數字 的圖片&#10;&#10;自動產生的描述">
            <a:extLst>
              <a:ext uri="{FF2B5EF4-FFF2-40B4-BE49-F238E27FC236}">
                <a16:creationId xmlns:a16="http://schemas.microsoft.com/office/drawing/2014/main" id="{1342AAE1-83E7-5B85-40EF-F53637FD3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797152"/>
            <a:ext cx="6771529" cy="19846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r>
              <a:rPr lang="zh-TW" altLang="en-US" sz="2400" dirty="0">
                <a:solidFill>
                  <a:srgbClr val="3BA943"/>
                </a:solidFill>
                <a:latin typeface="Times New Roman" panose="02020603050405020304" pitchFamily="18" charset="0"/>
              </a:rPr>
              <a:t> </a:t>
            </a:r>
            <a:endParaRPr lang="en-MY" altLang="zh-TW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輸入：</a:t>
            </a:r>
            <a:r>
              <a:rPr lang="zh-TW" altLang="en-US" sz="2400" b="1" dirty="0">
                <a:latin typeface="Times New Roman" panose="02020603050405020304" pitchFamily="18" charset="0"/>
              </a:rPr>
              <a:t> </a:t>
            </a:r>
            <a:endParaRPr lang="en-MY" altLang="zh-TW" sz="2400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20 3 6 </a:t>
            </a:r>
            <a:r>
              <a:rPr lang="en-MY" sz="2400" dirty="0">
                <a:solidFill>
                  <a:srgbClr val="FF0000"/>
                </a:solidFill>
                <a:latin typeface="+mj-ea"/>
                <a:ea typeface="+mj-ea"/>
              </a:rPr>
              <a:t>L(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木板長度）</a:t>
            </a:r>
            <a:r>
              <a:rPr lang="en-MY" sz="2400" dirty="0">
                <a:solidFill>
                  <a:srgbClr val="FF0000"/>
                </a:solidFill>
                <a:latin typeface="+mj-ea"/>
                <a:ea typeface="+mj-ea"/>
              </a:rPr>
              <a:t> M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（木板重量）</a:t>
            </a:r>
            <a:r>
              <a:rPr lang="en-MY" sz="2400" dirty="0">
                <a:solidFill>
                  <a:srgbClr val="FF0000"/>
                </a:solidFill>
                <a:latin typeface="+mj-ea"/>
                <a:ea typeface="+mj-ea"/>
              </a:rPr>
              <a:t> N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（物品數量）</a:t>
            </a:r>
            <a:endParaRPr lang="en-MY" sz="2400" dirty="0">
              <a:latin typeface="+mj-ea"/>
              <a:ea typeface="+mj-ea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-8 4	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物品在的位置 物品重量</a:t>
            </a:r>
            <a:endParaRPr lang="en-MY" sz="2400" dirty="0">
              <a:latin typeface="+mj-ea"/>
              <a:ea typeface="+mj-ea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-4 10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-3 10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2 4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5 7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8 8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30 10 2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-8 100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9 91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MY" sz="2400" dirty="0">
                <a:latin typeface="+mj-ea"/>
                <a:ea typeface="+mj-ea"/>
              </a:rPr>
              <a:t>0 0 0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D72FBD-C821-11B0-7268-6DDD5D10C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166" y="2780928"/>
            <a:ext cx="7061834" cy="1838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778171-9C69-067F-16C0-0E23CE222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20688"/>
            <a:ext cx="7772400" cy="46482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+mj-ea"/>
                <a:ea typeface="+mj-ea"/>
              </a:rPr>
              <a:t>輸出：</a:t>
            </a:r>
            <a:endParaRPr lang="en-MY" altLang="zh-CN" sz="2400" b="1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Case 1: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-4 10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8 8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-8 4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5 7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-3 10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2 4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Case 2: </a:t>
            </a:r>
          </a:p>
          <a:p>
            <a:pPr marL="0" indent="0">
              <a:buNone/>
            </a:pPr>
            <a:r>
              <a:rPr lang="en-MY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Impossible</a:t>
            </a:r>
            <a:endParaRPr lang="en-MY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4D6FCD-1F3D-6037-A193-7F846AE8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5471-C1FF-4B8B-A461-8AF6123C81A5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058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2ACC3C-D121-5512-4967-3EDBB906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96857-00BC-40BA-B495-4E883453E128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F8F16-5E5F-EA13-26AF-5DAD383D61B9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16632"/>
            <a:ext cx="8077200" cy="5983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TW" altLang="en-US" sz="2400" b="1" kern="0" dirty="0">
                <a:solidFill>
                  <a:srgbClr val="3BA943"/>
                </a:solidFill>
                <a:latin typeface="Times New Roman" panose="02020603050405020304" pitchFamily="18" charset="0"/>
              </a:rPr>
              <a:t>解法</a:t>
            </a:r>
            <a:r>
              <a:rPr lang="zh-CN" altLang="en-US" sz="2400" b="1" kern="0" dirty="0">
                <a:solidFill>
                  <a:srgbClr val="3BA943"/>
                </a:solidFill>
                <a:latin typeface="Times New Roman" panose="02020603050405020304" pitchFamily="18" charset="0"/>
              </a:rPr>
              <a:t>：</a:t>
            </a:r>
            <a:endParaRPr lang="en-MY" altLang="zh-CN" sz="2400" b="1" kern="0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力矩公式：力</a:t>
            </a:r>
            <a:r>
              <a:rPr lang="en-MY" altLang="zh-CN" sz="2400" kern="0" dirty="0">
                <a:latin typeface="Times New Roman" panose="02020603050405020304" pitchFamily="18" charset="0"/>
              </a:rPr>
              <a:t>*</a:t>
            </a:r>
            <a:r>
              <a:rPr lang="zh-CN" altLang="en-US" sz="2400" kern="0" dirty="0">
                <a:latin typeface="Times New Roman" panose="02020603050405020304" pitchFamily="18" charset="0"/>
              </a:rPr>
              <a:t>物品與支點的距離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把題目想成一個空的木板，目標是把所有物品放上去，最後只要能保持平衡就代表題目有解，反之無解。根據放置的順序反向輸出即可。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處於兩個支點之間的物品有增加穩固性的功能，所以最先放入，其放入順序根據輸入的順序反著來。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想要把物品放上木板，且保持平衡，就需要放入對木板影響最小的物品，也就是放上力矩最小的物品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將物品分類左半邊和右半邊，算出各個物品的力矩，力矩大小順序排列。假如左邊某個物品的力矩最小就先放入，接著繼續放左邊的物品，直到發現繼續放左邊的物品傾斜發生就停止，放右邊的物品，以此類推，反之亦然。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如果發現左邊右邊的物品都不能使木板平衡就代表</a:t>
            </a:r>
            <a:r>
              <a:rPr lang="en-US" altLang="zh-CN" sz="2400" kern="0" dirty="0">
                <a:latin typeface="Times New Roman" panose="02020603050405020304" pitchFamily="18" charset="0"/>
              </a:rPr>
              <a:t>impossible</a:t>
            </a:r>
            <a:r>
              <a:rPr lang="zh-CN" altLang="en-US" sz="2400" kern="0" dirty="0">
                <a:latin typeface="Times New Roman" panose="02020603050405020304" pitchFamily="18" charset="0"/>
              </a:rPr>
              <a:t>所有物品都放上去且保持平衡就代表題目有解。</a:t>
            </a:r>
            <a:endParaRPr lang="en-MY" altLang="zh-CN" sz="2400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endParaRPr lang="zh-TW" altLang="en-US" sz="2400" b="1" kern="0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kern="0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endParaRPr lang="en-MY" altLang="zh-TW" sz="2400" b="1" kern="0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kern="0" dirty="0">
                <a:latin typeface="Times New Roman" panose="02020603050405020304" pitchFamily="18" charset="0"/>
              </a:rPr>
              <a:t>網站上的</a:t>
            </a:r>
            <a:r>
              <a:rPr lang="en-US" altLang="zh-CN" sz="2400" kern="0" dirty="0">
                <a:latin typeface="Times New Roman" panose="02020603050405020304" pitchFamily="18" charset="0"/>
              </a:rPr>
              <a:t>case 2</a:t>
            </a:r>
            <a:r>
              <a:rPr lang="zh-CN" altLang="en-US" sz="2400" kern="0" dirty="0">
                <a:latin typeface="Times New Roman" panose="02020603050405020304" pitchFamily="18" charset="0"/>
              </a:rPr>
              <a:t>的</a:t>
            </a:r>
            <a:r>
              <a:rPr lang="en-US" altLang="zh-CN" sz="2400" kern="0" dirty="0">
                <a:latin typeface="Times New Roman" panose="02020603050405020304" pitchFamily="18" charset="0"/>
              </a:rPr>
              <a:t>output</a:t>
            </a:r>
            <a:r>
              <a:rPr lang="zh-CN" altLang="en-US" sz="2400" kern="0" dirty="0">
                <a:latin typeface="Times New Roman" panose="02020603050405020304" pitchFamily="18" charset="0"/>
              </a:rPr>
              <a:t>是錯的。</a:t>
            </a:r>
            <a:endParaRPr lang="zh-TW" altLang="en-US" sz="2400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TW" altLang="en-US" sz="2400" kern="0" dirty="0"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0932454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2675</TotalTime>
  <Words>380</Words>
  <Application>Microsoft Office PowerPoint</Application>
  <PresentationFormat>如螢幕大小 (4:3)</PresentationFormat>
  <Paragraphs>47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標楷體</vt:lpstr>
      <vt:lpstr>Tahoma</vt:lpstr>
      <vt:lpstr>Times New Roman</vt:lpstr>
      <vt:lpstr>Wingdings</vt:lpstr>
      <vt:lpstr>Blends</vt:lpstr>
      <vt:lpstr>10123: No Tipping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许 仕康</cp:lastModifiedBy>
  <cp:revision>107</cp:revision>
  <dcterms:created xsi:type="dcterms:W3CDTF">1601-01-01T00:00:00Z</dcterms:created>
  <dcterms:modified xsi:type="dcterms:W3CDTF">2023-05-11T03:32:37Z</dcterms:modified>
</cp:coreProperties>
</file>