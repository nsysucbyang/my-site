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Action1.xml" ContentType="application/vnd.ms-office.inkAction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7"/>
  </p:notesMasterIdLst>
  <p:sldIdLst>
    <p:sldId id="307" r:id="rId2"/>
    <p:sldId id="309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8" r:id="rId18"/>
    <p:sldId id="341" r:id="rId19"/>
    <p:sldId id="325" r:id="rId20"/>
    <p:sldId id="330" r:id="rId21"/>
    <p:sldId id="339" r:id="rId22"/>
    <p:sldId id="331" r:id="rId23"/>
    <p:sldId id="332" r:id="rId24"/>
    <p:sldId id="333" r:id="rId25"/>
    <p:sldId id="334" r:id="rId26"/>
    <p:sldId id="336" r:id="rId27"/>
    <p:sldId id="335" r:id="rId28"/>
    <p:sldId id="337" r:id="rId29"/>
    <p:sldId id="340" r:id="rId30"/>
    <p:sldId id="338" r:id="rId31"/>
    <p:sldId id="327" r:id="rId32"/>
    <p:sldId id="342" r:id="rId33"/>
    <p:sldId id="343" r:id="rId34"/>
    <p:sldId id="345" r:id="rId35"/>
    <p:sldId id="326" r:id="rId36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3BA943"/>
    <a:srgbClr val="20C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2138" autoAdjust="0"/>
  </p:normalViewPr>
  <p:slideViewPr>
    <p:cSldViewPr>
      <p:cViewPr varScale="1">
        <p:scale>
          <a:sx n="108" d="100"/>
          <a:sy n="108" d="100"/>
        </p:scale>
        <p:origin x="13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3.xml"/><Relationship Id="rId18" Type="http://schemas.openxmlformats.org/officeDocument/2006/relationships/slide" Target="slides/slide18.xml"/><Relationship Id="rId26" Type="http://schemas.openxmlformats.org/officeDocument/2006/relationships/slide" Target="slides/slide26.xml"/><Relationship Id="rId3" Type="http://schemas.openxmlformats.org/officeDocument/2006/relationships/slide" Target="slides/slide3.xml"/><Relationship Id="rId21" Type="http://schemas.openxmlformats.org/officeDocument/2006/relationships/slide" Target="slides/slide21.xml"/><Relationship Id="rId34" Type="http://schemas.openxmlformats.org/officeDocument/2006/relationships/slide" Target="slides/slide34.xml"/><Relationship Id="rId7" Type="http://schemas.openxmlformats.org/officeDocument/2006/relationships/slide" Target="slides/slide7.xml"/><Relationship Id="rId12" Type="http://schemas.openxmlformats.org/officeDocument/2006/relationships/slide" Target="slides/slide12.xml"/><Relationship Id="rId17" Type="http://schemas.openxmlformats.org/officeDocument/2006/relationships/slide" Target="slides/slide17.xml"/><Relationship Id="rId25" Type="http://schemas.openxmlformats.org/officeDocument/2006/relationships/slide" Target="slides/slide25.xml"/><Relationship Id="rId33" Type="http://schemas.openxmlformats.org/officeDocument/2006/relationships/slide" Target="slides/slide33.xml"/><Relationship Id="rId2" Type="http://schemas.openxmlformats.org/officeDocument/2006/relationships/slide" Target="slides/slide2.xml"/><Relationship Id="rId16" Type="http://schemas.openxmlformats.org/officeDocument/2006/relationships/slide" Target="slides/slide16.xml"/><Relationship Id="rId20" Type="http://schemas.openxmlformats.org/officeDocument/2006/relationships/slide" Target="slides/slide20.xml"/><Relationship Id="rId29" Type="http://schemas.openxmlformats.org/officeDocument/2006/relationships/slide" Target="slides/slide29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1.xml"/><Relationship Id="rId24" Type="http://schemas.openxmlformats.org/officeDocument/2006/relationships/slide" Target="slides/slide24.xml"/><Relationship Id="rId32" Type="http://schemas.openxmlformats.org/officeDocument/2006/relationships/slide" Target="slides/slide32.xml"/><Relationship Id="rId5" Type="http://schemas.openxmlformats.org/officeDocument/2006/relationships/slide" Target="slides/slide5.xml"/><Relationship Id="rId15" Type="http://schemas.openxmlformats.org/officeDocument/2006/relationships/slide" Target="slides/slide15.xml"/><Relationship Id="rId23" Type="http://schemas.openxmlformats.org/officeDocument/2006/relationships/slide" Target="slides/slide23.xml"/><Relationship Id="rId28" Type="http://schemas.openxmlformats.org/officeDocument/2006/relationships/slide" Target="slides/slide28.xml"/><Relationship Id="rId10" Type="http://schemas.openxmlformats.org/officeDocument/2006/relationships/slide" Target="slides/slide10.xml"/><Relationship Id="rId19" Type="http://schemas.openxmlformats.org/officeDocument/2006/relationships/slide" Target="slides/slide19.xml"/><Relationship Id="rId31" Type="http://schemas.openxmlformats.org/officeDocument/2006/relationships/slide" Target="slides/slide31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4.xml"/><Relationship Id="rId22" Type="http://schemas.openxmlformats.org/officeDocument/2006/relationships/slide" Target="slides/slide22.xml"/><Relationship Id="rId27" Type="http://schemas.openxmlformats.org/officeDocument/2006/relationships/slide" Target="slides/slide27.xml"/><Relationship Id="rId30" Type="http://schemas.openxmlformats.org/officeDocument/2006/relationships/slide" Target="slides/slide30.xml"/><Relationship Id="rId35" Type="http://schemas.openxmlformats.org/officeDocument/2006/relationships/slide" Target="slides/slide35.xml"/><Relationship Id="rId8" Type="http://schemas.openxmlformats.org/officeDocument/2006/relationships/slide" Target="slides/slide8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2-05-09T03:11:45.6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7794">
    <iact:property name="dataType"/>
    <iact:actionData xml:id="d0">
      <inkml:trace xmlns:inkml="http://www.w3.org/2003/InkML" xml:id="stk0" contextRef="#ctx0" brushRef="#br0">16983 12001 0,'0'38'32,"0"0"-31,0 0 6,-38-38-6,0 0 2,38 38 0,-38-38-1,38 38 0,-38 0 1,0-38 3,38 38-4,-38-38 0,0 39 3,0-1 3,38 0-4,-38-38-1,0 0 1,38 38-2,-38-38 2,-1 38 2,1 0 3,0-38-3,38 38-3,-38-38 2,38 38-3,-38 0 6,0-38 0,0 38-5,38 1 3,-38-39-5,38 38 2,-38-38 1,38 38-3,-38-38 1,0 0 0,38 38 1,-38-38 1,38 38-2,-38 0 1,-1-38 4,39 38-4,-38-38 4,38 38-3,-38-38-2,38 38 14,-38-38-12,38 38 11,-38-38-13,0 0 9,38 39-9,-38-39 3,0 38 6,0-38-3,0 38 1,38 0-6,-38-38 3,0 0 3,38 38-5,-39-38 1,39 38 3,-38-38-5,0 0 3,38 38 0,-38-38 6,38 38 2</inkml:trace>
    </iact:actionData>
  </iact:action>
  <iact:action type="add" startTime="38555">
    <iact:property name="dataType"/>
    <iact:actionData xml:id="d1">
      <inkml:trace xmlns:inkml="http://www.w3.org/2003/InkML" xml:id="stk1" contextRef="#ctx0" brushRef="#br0">15536 12687 0,'38'0'27,"-38"38"-12,0 0-1,0 0-4,0 0-2,0 0-5,-38 0 4,0 0 1,38 0 1,-38-38-6,38 38-1,0 1 7,0-1 5,-38-38-5,38 38 1,0 0 5,0 0 64,0 0 22,38-38-98,0 0 8,0 0-6,0 0 6,-38 38-10,39-38 4,-1 38 2,0-38-5,0 0 2,0 0-1,0 0 1,0 0-1,0 0 0,0 0 1,0 0 2,0 0-4,0 0 3,1 0 1,-1 0 2,0 0-5</inkml:trace>
    </iact:actionData>
  </iact:action>
  <iact:action type="add" startTime="46648">
    <iact:property name="dataType"/>
    <iact:actionData xml:id="d2">
      <inkml:trace xmlns:inkml="http://www.w3.org/2003/InkML" xml:id="stk2" contextRef="#ctx0" brushRef="#br0">5788 10439 0,'38'0'12,"38"0"-10,-38 0 2,0 0-2,0 0 1,0 0 2,0 0-2,0 0-1,39 0 0,-39 38 1,38-38-1,0 0 1,0 0 1,-38 0-1,38 0 0,-38 0-1,1 0 3,-1 0-4,0 0 1,0 0 2,0 0 0,0 0 0,0 0 10,0 0 13,0 0-13,0 0-8,0 0 6,-38 38 62,-38-38-33,0 0-36,0 0 4,0 0-1,0 0-3,0 0-3,0 0 3,0 0-2,0 0 3,0 0-4,-1 0 2,-37 0-1,38 0 3,0 0-5,0 0 4,0 0-3,0 0 2,0 0-1,0 0 1,0 0 2,0 0 3,-1 0 42,1 0-24,0 0-13,0 0 10,0 0 13,0 0 83</inkml:trace>
    </iact:actionData>
  </iact:action>
  <iact:action type="add" startTime="48482">
    <iact:property name="dataType"/>
    <iact:actionData xml:id="d3">
      <inkml:trace xmlns:inkml="http://www.w3.org/2003/InkML" xml:id="stk3" contextRef="#ctx0" brushRef="#br0">18012 8229 0,'0'38'56,"0"0"-51,0 0-2,0 0 3,0 0-3,0 0 1,0 1-1,0-1 0,0 0 1,0 38 2,-38-76-3,38 38-1,0 0 3,0 0-1,0 0-2,0 0 3,0 1 2,-39-1-1,39 0-3,0 0 3,0 0 1,-38 0-2,38 0-2,0 0 1,-38-38-2,38 38 2,0 0 1,0 1-3,-38-39 1,38 38 0,0 0 2,0 0 0,-38 0-2,38 0 2,0 0 1,-38 0 0,38 0-2,-38 0 3,38 1 0,0-1 5,-38 0-6,38 0 9,0 0-6,0 0 6,-38-38-10,38 38-1,0 0 0,0 0 4,0 0 2,0 1-1,0-1-5,0 0 3,0 0 0,0 0-2,-38-38-2,38 38 0,0 0 3,0 0 5,-38-38 14,38 38-14,0 0-3,0 1 2,0-1-3,0 0 0,0 0-2,-38 0 5,38 0 1,0 0 27,0 0-6,0 0-8</inkml:trace>
    </iact:actionData>
  </iact:action>
  <iact:action type="add" startTime="49516">
    <iact:property name="dataType"/>
    <iact:actionData xml:id="d4">
      <inkml:trace xmlns:inkml="http://www.w3.org/2003/InkML" xml:id="stk4" contextRef="#ctx0" brushRef="#br0">17060 10401 0,'38'0'7,"0"0"13,0 0-7,0 0-4,0 0-3,0 38 1,0 0 2,-38 0-3,38-38-3,0 0-1,0 38 5,1 0 5,-1-38 6,-38 38-13,0 0 15,38-38-9,0 0 48,0 0 72,0 0-118,267-152-11,-267 152-1,-38-38 1,76 38-1,-38-38 1,0 38 0,-38-38-1,76 38 1,-38 0-1,-38-39 0,76 1 1,-38 38 0,-38-38-1,39 38 1,-1 0 0,-38-38-1,38 38 3</inkml:trace>
    </iact:actionData>
  </iact:action>
  <iact:action type="add" startTime="55536">
    <iact:property name="dataType"/>
    <iact:actionData xml:id="d5">
      <inkml:trace xmlns:inkml="http://www.w3.org/2003/InkML" xml:id="stk5" contextRef="#ctx0" brushRef="#br0">5635 10591 0,'38'38'7,"-38"0"-1,38-38-1,1 0 7,-39 38-9,38-38 1,0 38 1,0 1 1,0-39-2,-38 38-2,38-38 2,0 38-1,0-38-1,-38 38 0,38 0 1,0-38 0,0 38 0,0 0 3,1 0-4,-1-38 3,0 38-2,0-38 0,0 38 2,0-38 1,-38 39-3,38-39-1,-38 38 0,38-38 4,0 38 0,0-38 6,-38 38-8,38-38 4,-38 38-3,0 0 0,38-38-3,1 38 7,-1 0 4,0 0-1,-38 0-9,38-38 4,0 39-3,0-39 11,-38 38-11,38-38 7,-38 38-9,0 0 9,38-38-7,0 38 15</inkml:trace>
    </iact:actionData>
  </iact:action>
  <iact:action type="add" startTime="56241">
    <iact:property name="dataType"/>
    <iact:actionData xml:id="d6">
      <inkml:trace xmlns:inkml="http://www.w3.org/2003/InkML" xml:id="stk6" contextRef="#ctx0" brushRef="#br0">5635 11696 0,'0'-38'41,"38"38"-39,0-38 0,1 38 1,-1 0 0,-38-38-1,38 38-1,0-38 2,0 38-1,0-39 0,-38 1 0,38 38 1,0 0-2,-38-38 1,38 38 0,0-38 1,0 0-1,0 38 0,1-38 0,-1 0 2,0 38-1,0-38-1,0 0 4,-38 0 3,38 38-7,-38-39 6,38 39-2,0-38-4,-38 0 2,38 0 6,-38 0-3,38 38-1,-38-38-2,38 0 1,0 38 0,-38-38 0,39 0 3,-1 38 2,-38-38-8,0-1 8,38 39-1</inkml:trace>
    </iact:actionData>
  </iact:action>
  <iact:action type="add" startTime="59433">
    <iact:property name="dataType"/>
    <iact:actionData xml:id="d7">
      <inkml:trace xmlns:inkml="http://www.w3.org/2003/InkML" xml:id="stk7" contextRef="#ctx0" brushRef="#br0">9177 8305 0,'-38'0'34,"0"0"-14,0 0-13,0 0 10,-1 0-4,1 0 7,0-38-16,0 38 25,38-38-24,0 0 8,-38 38-7,38-38 5,-38 38 5,38-38-14,-38 38 5,38-39-2,0 1 0,0 0 5,0 0 2,-38 38-10,38-38 11,0 0-4,0 0 40,0 0-34,0 0 0,0 0-5,0-1 29,0 1-26,0 0-2,0 0-3,0 0-1,0 0 7,38 38-12,0 0 7,-38-38-5,38 38 6,-38-38-2,0 0-4,38 38-1,0-38 12,0 38-14,0 0 10,-38-39-9,77 1 18,-77 0-12,38 38 12,0 0-5,0 0-2,0 0-4,0 0 11,0 0 6,0 0-10,0 0-7,-38 38-3,0 0 4,38-38-1,-38 39 14,38-39-11,-38 38-5,0 0 6,0 0-7,39-38-3,-39 38 5,0 0 4,0 0 2,0 0-12,0 0 13,0 0 0,0 1-3,0-1 4,0 0-6,0 0 3,0 0 0,0 0-10,0 0 11,0 0-1,0 0 6,-39-38-15,39 38 1,0 1 16,0-1 12,-38-38-21,38 38-4,0 0 1,-38-38-3,38 38 4,-38-38-8,38 38 16,-38-38-16,38 38 19,-38-38-15,38 38 30,-38-38-33,0 0 10,38 38-7,-38-38 8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33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00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80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6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489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7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058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8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158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9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371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10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326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11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505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34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066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59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815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16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37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17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2096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18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23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19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3833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20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5090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21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963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676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7105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1791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233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26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778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27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2035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28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0975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29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4294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30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3647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31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2271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2081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1026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5272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957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2022/5/9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9.m4a"/><Relationship Id="rId1" Type="http://schemas.microsoft.com/office/2007/relationships/media" Target="../media/media2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2.m4a"/><Relationship Id="rId1" Type="http://schemas.microsoft.com/office/2007/relationships/media" Target="../media/media3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3.m4a"/><Relationship Id="rId1" Type="http://schemas.microsoft.com/office/2007/relationships/media" Target="../media/media3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6" Type="http://schemas.openxmlformats.org/officeDocument/2006/relationships/image" Target="../media/image2.png"/><Relationship Id="rId5" Type="http://schemas.microsoft.com/office/2011/relationships/inkAction" Target="../ink/inkAction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5.m4a"/><Relationship Id="rId1" Type="http://schemas.microsoft.com/office/2007/relationships/media" Target="../media/media3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12582: Wedding of Sultan</a:t>
            </a:r>
            <a:endParaRPr lang="en-US" altLang="zh-TW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★★★☆☆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en-US" altLang="zh-TW" sz="2400" dirty="0">
                <a:latin typeface="Times New Roman" panose="02020603050405020304" pitchFamily="18" charset="0"/>
              </a:rPr>
              <a:t>12582</a:t>
            </a:r>
            <a:r>
              <a:rPr lang="zh-TW" altLang="en-US" sz="2400" dirty="0">
                <a:latin typeface="Times New Roman" panose="02020603050405020304" pitchFamily="18" charset="0"/>
              </a:rPr>
              <a:t>: </a:t>
            </a:r>
            <a:r>
              <a:rPr lang="en-US" altLang="zh-TW" sz="2400" dirty="0">
                <a:latin typeface="Times New Roman" panose="02020603050405020304" pitchFamily="18" charset="0"/>
              </a:rPr>
              <a:t>Wedding of Sultan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</a:rPr>
              <a:t>林其璜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22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12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r>
              <a:rPr lang="zh-TW" altLang="en-US" sz="2400" dirty="0">
                <a:latin typeface="Times New Roman" panose="02020603050405020304" pitchFamily="18" charset="0"/>
              </a:rPr>
              <a:t>此題的目標是要算出樹上每個節點的 </a:t>
            </a:r>
            <a:r>
              <a:rPr lang="en-US" altLang="zh-TW" sz="2400" dirty="0">
                <a:latin typeface="Times New Roman" panose="02020603050405020304" pitchFamily="18" charset="0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</a:rPr>
              <a:t>，題目只給定一個全大寫字串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例：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”GBBHHG”)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，由左而右，記錄了遍歷整棵樹的過程，第一次遇到的字母代表進入此節點，若是第二次遇到，則代表離開此節點。</a:t>
            </a:r>
            <a:b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此樹最多只有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~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共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26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個節點，字串的第一個字母可以看作是根節點。</a:t>
            </a:r>
          </a:p>
        </p:txBody>
      </p:sp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11A667E3-9F27-6537-28BD-6FA942C603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25133">
        <p159:morph option="byObject"/>
      </p:transition>
    </mc:Choice>
    <mc:Fallback>
      <p:transition advTm="2513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8" x="3302000" y="6432550"/>
          <p14:tracePt t="1195" x="26988" y="2716213"/>
          <p14:tracePt t="1200" x="41275" y="2716213"/>
          <p14:tracePt t="1203" x="55563" y="2716213"/>
          <p14:tracePt t="1205" x="82550" y="2716213"/>
          <p14:tracePt t="1208" x="95250" y="2716213"/>
          <p14:tracePt t="1211" x="123825" y="2716213"/>
          <p14:tracePt t="1215" x="150813" y="2716213"/>
          <p14:tracePt t="1217" x="165100" y="2716213"/>
          <p14:tracePt t="1218" x="177800" y="2716213"/>
          <p14:tracePt t="1223" x="206375" y="2716213"/>
          <p14:tracePt t="1225" x="219075" y="2716213"/>
          <p14:tracePt t="1226" x="246063" y="2716213"/>
          <p14:tracePt t="1229" x="260350" y="2716213"/>
          <p14:tracePt t="1230" x="274638" y="2716213"/>
          <p14:tracePt t="1232" x="287338" y="2716213"/>
          <p14:tracePt t="1234" x="315913" y="2716213"/>
          <p14:tracePt t="1234" x="328613" y="2716213"/>
          <p14:tracePt t="1236" x="342900" y="2716213"/>
          <p14:tracePt t="1237" x="357188" y="2716213"/>
          <p14:tracePt t="1240" x="384175" y="2716213"/>
          <p14:tracePt t="1240" x="396875" y="2716213"/>
          <p14:tracePt t="1244" x="425450" y="2716213"/>
          <p14:tracePt t="1244" x="452438" y="2716213"/>
          <p14:tracePt t="1246" x="466725" y="2728913"/>
          <p14:tracePt t="1247" x="479425" y="2728913"/>
          <p14:tracePt t="1251" x="520700" y="2728913"/>
          <p14:tracePt t="1251" x="534988" y="2728913"/>
          <p14:tracePt t="1254" x="561975" y="2728913"/>
          <p14:tracePt t="1255" x="576263" y="2728913"/>
          <p14:tracePt t="1257" x="617538" y="2728913"/>
          <p14:tracePt t="1260" x="630238" y="2728913"/>
          <p14:tracePt t="1261" x="644525" y="2743200"/>
          <p14:tracePt t="1263" x="658813" y="2743200"/>
          <p14:tracePt t="1264" x="685800" y="2743200"/>
          <p14:tracePt t="1265" x="698500" y="2743200"/>
          <p14:tracePt t="1266" x="712788" y="2743200"/>
          <p14:tracePt t="1269" x="727075" y="2757488"/>
          <p14:tracePt t="1269" x="754063" y="2757488"/>
          <p14:tracePt t="1272" x="768350" y="2757488"/>
          <p14:tracePt t="1273" x="781050" y="2757488"/>
          <p14:tracePt t="1275" x="795338" y="2757488"/>
          <p14:tracePt t="1276" x="822325" y="2757488"/>
          <p14:tracePt t="1279" x="836613" y="2757488"/>
          <p14:tracePt t="1280" x="849313" y="2757488"/>
          <p14:tracePt t="1282" x="877888" y="2757488"/>
          <p14:tracePt t="1284" x="890588" y="2757488"/>
          <p14:tracePt t="1286" x="904875" y="2757488"/>
          <p14:tracePt t="1287" x="919163" y="2757488"/>
          <p14:tracePt t="1288" x="931863" y="2757488"/>
          <p14:tracePt t="1291" x="946150" y="2757488"/>
          <p14:tracePt t="1293" x="958850" y="2770188"/>
          <p14:tracePt t="1294" x="973138" y="2770188"/>
          <p14:tracePt t="1297" x="987425" y="2770188"/>
          <p14:tracePt t="1299" x="1000125" y="2784475"/>
          <p14:tracePt t="1301" x="1014413" y="2784475"/>
          <p14:tracePt t="1303" x="1028700" y="2784475"/>
          <p14:tracePt t="1307" x="1041400" y="2784475"/>
          <p14:tracePt t="1313" x="1055688" y="2784475"/>
          <p14:tracePt t="1314" x="1069975" y="2784475"/>
          <p14:tracePt t="1319" x="1082675" y="2784475"/>
          <p14:tracePt t="1324" x="1096963" y="2784475"/>
          <p14:tracePt t="1328" x="1096963" y="2798763"/>
          <p14:tracePt t="1330" x="1109663" y="2798763"/>
          <p14:tracePt t="1333" x="1123950" y="2798763"/>
          <p14:tracePt t="1340" x="1138238" y="2798763"/>
          <p14:tracePt t="1348" x="1150938" y="2798763"/>
          <p14:tracePt t="1355" x="1165225" y="2798763"/>
          <p14:tracePt t="1361" x="1179513" y="2798763"/>
          <p14:tracePt t="1362" x="1179513" y="2811463"/>
          <p14:tracePt t="1367" x="1192213" y="2811463"/>
          <p14:tracePt t="1374" x="1206500" y="2811463"/>
          <p14:tracePt t="1376" x="1206500" y="2825750"/>
          <p14:tracePt t="1378" x="1220788" y="2825750"/>
          <p14:tracePt t="1383" x="1233488" y="2838450"/>
          <p14:tracePt t="1386" x="1247775" y="2838450"/>
          <p14:tracePt t="1392" x="1260475" y="2838450"/>
          <p14:tracePt t="1393" x="1260475" y="2852738"/>
          <p14:tracePt t="1394" x="1289050" y="2852738"/>
          <p14:tracePt t="1399" x="1301750" y="2852738"/>
          <p14:tracePt t="1401" x="1316038" y="2852738"/>
          <p14:tracePt t="1403" x="1316038" y="2867025"/>
          <p14:tracePt t="1404" x="1330325" y="2867025"/>
          <p14:tracePt t="1409" x="1343025" y="2867025"/>
          <p14:tracePt t="1411" x="1357313" y="2879725"/>
          <p14:tracePt t="1413" x="1371600" y="2879725"/>
          <p14:tracePt t="1415" x="1384300" y="2894013"/>
          <p14:tracePt t="1418" x="1411288" y="2894013"/>
          <p14:tracePt t="1423" x="1439863" y="2894013"/>
          <p14:tracePt t="1426" x="1452563" y="2908300"/>
          <p14:tracePt t="1430" x="1481138" y="2908300"/>
          <p14:tracePt t="1433" x="1493838" y="2921000"/>
          <p14:tracePt t="1438" x="1522413" y="2921000"/>
          <p14:tracePt t="1439" x="1522413" y="2935288"/>
          <p14:tracePt t="1441" x="1535113" y="2935288"/>
          <p14:tracePt t="1443" x="1535113" y="2949575"/>
          <p14:tracePt t="1445" x="1549400" y="2949575"/>
          <p14:tracePt t="1446" x="1562100" y="2949575"/>
          <p14:tracePt t="1448" x="1576388" y="2962275"/>
          <p14:tracePt t="1452" x="1590675" y="2976563"/>
          <p14:tracePt t="1456" x="1617663" y="2990850"/>
          <p14:tracePt t="1459" x="1617663" y="3003550"/>
          <p14:tracePt t="1460" x="1631950" y="3003550"/>
          <p14:tracePt t="1462" x="1644650" y="3003550"/>
          <p14:tracePt t="1463" x="1644650" y="3017838"/>
          <p14:tracePt t="1464" x="1658938" y="3017838"/>
          <p14:tracePt t="1467" x="1673225" y="3017838"/>
          <p14:tracePt t="1468" x="1673225" y="3030538"/>
          <p14:tracePt t="1469" x="1685925" y="3030538"/>
          <p14:tracePt t="1471" x="1685925" y="3044825"/>
          <p14:tracePt t="1474" x="1712913" y="3059113"/>
          <p14:tracePt t="1475" x="1727200" y="3059113"/>
          <p14:tracePt t="1477" x="1741488" y="3071813"/>
          <p14:tracePt t="1480" x="1754188" y="3071813"/>
          <p14:tracePt t="1481" x="1782763" y="3086100"/>
          <p14:tracePt t="1487" x="1809750" y="3100388"/>
          <p14:tracePt t="1487" x="1824038" y="3100388"/>
          <p14:tracePt t="1489" x="1836738" y="3113088"/>
          <p14:tracePt t="1491" x="1851025" y="3127375"/>
          <p14:tracePt t="1517" x="1863725" y="3127375"/>
          <p14:tracePt t="1519" x="1878013" y="3127375"/>
          <p14:tracePt t="1521" x="1892300" y="3141663"/>
          <p14:tracePt t="1522" x="1919288" y="3141663"/>
          <p14:tracePt t="1526" x="1933575" y="3154363"/>
          <p14:tracePt t="1527" x="1946275" y="3154363"/>
          <p14:tracePt t="1528" x="1960563" y="3154363"/>
          <p14:tracePt t="1530" x="1974850" y="3154363"/>
          <p14:tracePt t="1532" x="1987550" y="3154363"/>
          <p14:tracePt t="1533" x="2001838" y="3154363"/>
          <p14:tracePt t="1539" x="2014538" y="3154363"/>
          <p14:tracePt t="1540" x="2028825" y="3154363"/>
          <p14:tracePt t="1542" x="2043113" y="3154363"/>
          <p14:tracePt t="1545" x="2055813" y="3154363"/>
          <p14:tracePt t="1547" x="2070100" y="3154363"/>
          <p14:tracePt t="1552" x="2084388" y="3154363"/>
          <p14:tracePt t="1557" x="2111375" y="3154363"/>
          <p14:tracePt t="1563" x="2125663" y="3154363"/>
          <p14:tracePt t="1576" x="2138363" y="3154363"/>
          <p14:tracePt t="1658" x="2152650" y="3154363"/>
          <p14:tracePt t="1661" x="2165350" y="3154363"/>
          <p14:tracePt t="1665" x="2179638" y="3154363"/>
          <p14:tracePt t="1667" x="2179638" y="3141663"/>
          <p14:tracePt t="1669" x="2179638" y="3127375"/>
          <p14:tracePt t="1672" x="2193925" y="3127375"/>
          <p14:tracePt t="1676" x="2206625" y="3127375"/>
          <p14:tracePt t="1679" x="2206625" y="3113088"/>
          <p14:tracePt t="1688" x="2220913" y="3113088"/>
          <p14:tracePt t="1694" x="2220913" y="3100388"/>
          <p14:tracePt t="1697" x="2235200" y="3100388"/>
          <p14:tracePt t="1710" x="2235200" y="3086100"/>
          <p14:tracePt t="1716" x="2247900" y="3086100"/>
          <p14:tracePt t="1721" x="2247900" y="3071813"/>
          <p14:tracePt t="1731" x="2262188" y="3071813"/>
          <p14:tracePt t="1740" x="2276475" y="3071813"/>
          <p14:tracePt t="1746" x="2289175" y="3071813"/>
          <p14:tracePt t="1751" x="2303463" y="3071813"/>
          <p14:tracePt t="1754" x="2316163" y="3059113"/>
          <p14:tracePt t="1758" x="2330450" y="3059113"/>
          <p14:tracePt t="1762" x="2344738" y="3059113"/>
          <p14:tracePt t="1765" x="2357438" y="3059113"/>
          <p14:tracePt t="1766" x="2371725" y="3059113"/>
          <p14:tracePt t="1768" x="2371725" y="3044825"/>
          <p14:tracePt t="1772" x="2386013" y="3044825"/>
          <p14:tracePt t="1777" x="2398713" y="3044825"/>
          <p14:tracePt t="1785" x="2413000" y="3044825"/>
          <p14:tracePt t="1786" x="2427288" y="3044825"/>
          <p14:tracePt t="2124" x="2439988" y="3044825"/>
          <p14:tracePt t="2134" x="2454275" y="3044825"/>
          <p14:tracePt t="2136" x="2454275" y="3030538"/>
          <p14:tracePt t="2139" x="2454275" y="3017838"/>
          <p14:tracePt t="2144" x="2466975" y="3017838"/>
          <p14:tracePt t="2193" x="2466975" y="3003550"/>
          <p14:tracePt t="2203" x="2481263" y="3003550"/>
          <p14:tracePt t="2207" x="2481263" y="2990850"/>
          <p14:tracePt t="2213" x="2481263" y="2976563"/>
          <p14:tracePt t="2217" x="2495550" y="2962275"/>
          <p14:tracePt t="2223" x="2495550" y="2949575"/>
          <p14:tracePt t="2228" x="2508250" y="2949575"/>
          <p14:tracePt t="2229" x="2508250" y="2935288"/>
          <p14:tracePt t="2238" x="2508250" y="2921000"/>
          <p14:tracePt t="2240" x="2522538" y="2908300"/>
          <p14:tracePt t="2248" x="2536825" y="2908300"/>
          <p14:tracePt t="2254" x="2536825" y="2894013"/>
          <p14:tracePt t="2259" x="2549525" y="2894013"/>
          <p14:tracePt t="2263" x="2549525" y="2879725"/>
          <p14:tracePt t="2266" x="2563813" y="2879725"/>
          <p14:tracePt t="2269" x="2578100" y="2879725"/>
          <p14:tracePt t="2273" x="2590800" y="2879725"/>
          <p14:tracePt t="2275" x="2605088" y="2867025"/>
          <p14:tracePt t="2278" x="2605088" y="2852738"/>
          <p14:tracePt t="2279" x="2632075" y="2852738"/>
          <p14:tracePt t="2283" x="2646363" y="2852738"/>
          <p14:tracePt t="2285" x="2659063" y="2852738"/>
          <p14:tracePt t="2286" x="2673350" y="2852738"/>
          <p14:tracePt t="2288" x="2673350" y="2838450"/>
          <p14:tracePt t="2289" x="2687638" y="2838450"/>
          <p14:tracePt t="2292" x="2700338" y="2838450"/>
          <p14:tracePt t="2294" x="2714625" y="2825750"/>
          <p14:tracePt t="2298" x="2728913" y="2825750"/>
          <p14:tracePt t="2299" x="2741613" y="2825750"/>
          <p14:tracePt t="2300" x="2741613" y="2811463"/>
          <p14:tracePt t="2302" x="2755900" y="2811463"/>
          <p14:tracePt t="2303" x="2755900" y="2798763"/>
          <p14:tracePt t="2304" x="2768600" y="2798763"/>
          <p14:tracePt t="2307" x="2782888" y="2798763"/>
          <p14:tracePt t="2309" x="2797175" y="2798763"/>
          <p14:tracePt t="2310" x="2797175" y="2784475"/>
          <p14:tracePt t="2311" x="2809875" y="2784475"/>
          <p14:tracePt t="2314" x="2824163" y="2784475"/>
          <p14:tracePt t="2316" x="2838450" y="2784475"/>
          <p14:tracePt t="2317" x="2838450" y="2770188"/>
          <p14:tracePt t="2319" x="2851150" y="2770188"/>
          <p14:tracePt t="2321" x="2865438" y="2770188"/>
          <p14:tracePt t="2324" x="2878138" y="2757488"/>
          <p14:tracePt t="2326" x="2892425" y="2757488"/>
          <p14:tracePt t="2328" x="2906713" y="2757488"/>
          <p14:tracePt t="2331" x="2919413" y="2743200"/>
          <p14:tracePt t="2331" x="2933700" y="2743200"/>
          <p14:tracePt t="2334" x="2947988" y="2743200"/>
          <p14:tracePt t="2335" x="2960688" y="2743200"/>
          <p14:tracePt t="2337" x="2960688" y="2728913"/>
          <p14:tracePt t="2338" x="2989263" y="2728913"/>
          <p14:tracePt t="2341" x="3001963" y="2728913"/>
          <p14:tracePt t="2342" x="3016250" y="2716213"/>
          <p14:tracePt t="2344" x="3028950" y="2716213"/>
          <p14:tracePt t="2345" x="3043238" y="2716213"/>
          <p14:tracePt t="2348" x="3057525" y="2716213"/>
          <p14:tracePt t="2348" x="3070225" y="2701925"/>
          <p14:tracePt t="2352" x="3098800" y="2687638"/>
          <p14:tracePt t="2354" x="3111500" y="2687638"/>
          <p14:tracePt t="2355" x="3125788" y="2674938"/>
          <p14:tracePt t="2356" x="3140075" y="2674938"/>
          <p14:tracePt t="2357" x="3152775" y="2660650"/>
          <p14:tracePt t="2358" x="3167063" y="2660650"/>
          <p14:tracePt t="2359" x="3194050" y="2660650"/>
          <p14:tracePt t="2362" x="3221038" y="2647950"/>
          <p14:tracePt t="2363" x="3235325" y="2647950"/>
          <p14:tracePt t="2365" x="3262313" y="2633663"/>
          <p14:tracePt t="2368" x="3276600" y="2633663"/>
          <p14:tracePt t="2369" x="3303588" y="2633663"/>
          <p14:tracePt t="2370" x="3330575" y="2633663"/>
          <p14:tracePt t="2371" x="3344863" y="2633663"/>
          <p14:tracePt t="2373" x="3359150" y="2633663"/>
          <p14:tracePt t="2375" x="3400425" y="2633663"/>
          <p14:tracePt t="2377" x="3427413" y="2633663"/>
          <p14:tracePt t="2379" x="3454400" y="2633663"/>
          <p14:tracePt t="2382" x="3481388" y="2619375"/>
          <p14:tracePt t="2383" x="3509963" y="2619375"/>
          <p14:tracePt t="2385" x="3536950" y="2619375"/>
          <p14:tracePt t="2386" x="3578225" y="2606675"/>
          <p14:tracePt t="2387" x="3592513" y="2606675"/>
          <p14:tracePt t="2389" x="3619500" y="2592388"/>
          <p14:tracePt t="2390" x="3632200" y="2592388"/>
          <p14:tracePt t="2391" x="3660775" y="2592388"/>
          <p14:tracePt t="2392" x="3687763" y="2592388"/>
          <p14:tracePt t="2393" x="3702050" y="2592388"/>
          <p14:tracePt t="2396" x="3729038" y="2578100"/>
          <p14:tracePt t="2397" x="3756025" y="2578100"/>
          <p14:tracePt t="2397" x="3797300" y="2565400"/>
          <p14:tracePt t="2399" x="3824288" y="2565400"/>
          <p14:tracePt t="2400" x="3838575" y="2551113"/>
          <p14:tracePt t="2401" x="3865563" y="2551113"/>
          <p14:tracePt t="2403" x="3894138" y="2551113"/>
          <p14:tracePt t="2405" x="3921125" y="2551113"/>
          <p14:tracePt t="2406" x="3933825" y="2551113"/>
          <p14:tracePt t="2407" x="3948113" y="2551113"/>
          <p14:tracePt t="2408" x="3962400" y="2551113"/>
          <p14:tracePt t="2410" x="3975100" y="2551113"/>
          <p14:tracePt t="2411" x="3989388" y="2551113"/>
          <p14:tracePt t="2411" x="4016375" y="2551113"/>
          <p14:tracePt t="2414" x="4044950" y="2551113"/>
          <p14:tracePt t="2415" x="4057650" y="2551113"/>
          <p14:tracePt t="2417" x="4084638" y="2551113"/>
          <p14:tracePt t="2418" x="4098925" y="2551113"/>
          <p14:tracePt t="2419" x="4113213" y="2551113"/>
          <p14:tracePt t="2420" x="4140200" y="2551113"/>
          <p14:tracePt t="2422" x="4154488" y="2551113"/>
          <p14:tracePt t="2424" x="4167188" y="2551113"/>
          <p14:tracePt t="2425" x="4181475" y="2551113"/>
          <p14:tracePt t="2427" x="4195763" y="2551113"/>
          <p14:tracePt t="2429" x="4222750" y="2551113"/>
          <p14:tracePt t="2431" x="4235450" y="2551113"/>
          <p14:tracePt t="2433" x="4249738" y="2551113"/>
          <p14:tracePt t="2437" x="4264025" y="2551113"/>
          <p14:tracePt t="2438" x="4276725" y="2551113"/>
          <p14:tracePt t="2443" x="4291013" y="2551113"/>
          <p14:tracePt t="2445" x="4305300" y="2551113"/>
          <p14:tracePt t="2521" x="4291013" y="2551113"/>
          <p14:tracePt t="2524" x="4291013" y="2565400"/>
          <p14:tracePt t="2528" x="4276725" y="2565400"/>
          <p14:tracePt t="2533" x="4276725" y="2578100"/>
          <p14:tracePt t="2534" x="4264025" y="2578100"/>
          <p14:tracePt t="2539" x="4249738" y="2592388"/>
          <p14:tracePt t="2542" x="4235450" y="2592388"/>
          <p14:tracePt t="2544" x="4222750" y="2606675"/>
          <p14:tracePt t="2548" x="4208463" y="2619375"/>
          <p14:tracePt t="2552" x="4181475" y="2619375"/>
          <p14:tracePt t="2555" x="4181475" y="2633663"/>
          <p14:tracePt t="2557" x="4167188" y="2633663"/>
          <p14:tracePt t="2559" x="4154488" y="2633663"/>
          <p14:tracePt t="2561" x="4140200" y="2647950"/>
          <p14:tracePt t="2564" x="4125913" y="2647950"/>
          <p14:tracePt t="2567" x="4113213" y="2660650"/>
          <p14:tracePt t="2569" x="4113213" y="2674938"/>
          <p14:tracePt t="2572" x="4098925" y="2674938"/>
          <p14:tracePt t="2572" x="4084638" y="2674938"/>
          <p14:tracePt t="2578" x="4071938" y="2674938"/>
          <p14:tracePt t="2582" x="4057650" y="2674938"/>
          <p14:tracePt t="2583" x="4057650" y="2687638"/>
          <p14:tracePt t="2591" x="4044950" y="2687638"/>
          <p14:tracePt t="2596" x="4030663" y="2687638"/>
          <p14:tracePt t="2678" x="4030663" y="2701925"/>
          <p14:tracePt t="3051" x="4044950" y="2701925"/>
          <p14:tracePt t="3062" x="4044950" y="2687638"/>
          <p14:tracePt t="3064" x="4057650" y="2687638"/>
          <p14:tracePt t="3068" x="4057650" y="2674938"/>
          <p14:tracePt t="3384" x="4057650" y="2687638"/>
          <p14:tracePt t="3386" x="4044950" y="2687638"/>
          <p14:tracePt t="3388" x="4044950" y="2701925"/>
          <p14:tracePt t="3393" x="4030663" y="2701925"/>
          <p14:tracePt t="3395" x="4016375" y="2716213"/>
          <p14:tracePt t="3400" x="4016375" y="2728913"/>
          <p14:tracePt t="3403" x="4003675" y="2728913"/>
          <p14:tracePt t="3411" x="3989388" y="2728913"/>
          <p14:tracePt t="3418" x="3962400" y="2728913"/>
          <p14:tracePt t="3423" x="3948113" y="2728913"/>
          <p14:tracePt t="3425" x="3933825" y="2743200"/>
          <p14:tracePt t="3429" x="3921125" y="2743200"/>
          <p14:tracePt t="3431" x="3906838" y="2757488"/>
          <p14:tracePt t="3432" x="3894138" y="2757488"/>
          <p14:tracePt t="3435" x="3879850" y="2757488"/>
          <p14:tracePt t="3437" x="3865563" y="2757488"/>
          <p14:tracePt t="3439" x="3852863" y="2757488"/>
          <p14:tracePt t="3440" x="3852863" y="2770188"/>
          <p14:tracePt t="3440" x="3838575" y="2770188"/>
          <p14:tracePt t="3442" x="3824288" y="2770188"/>
          <p14:tracePt t="3445" x="3811588" y="2770188"/>
          <p14:tracePt t="3447" x="3783013" y="2770188"/>
          <p14:tracePt t="3452" x="3770313" y="2770188"/>
          <p14:tracePt t="3453" x="3756025" y="2770188"/>
          <p14:tracePt t="3459" x="3743325" y="2770188"/>
          <p14:tracePt t="3462" x="3729038" y="2770188"/>
          <p14:tracePt t="3466" x="3714750" y="2770188"/>
          <p14:tracePt t="3540" x="3687763" y="2770188"/>
          <p14:tracePt t="3548" x="3673475" y="2770188"/>
          <p14:tracePt t="3551" x="3660775" y="2770188"/>
          <p14:tracePt t="3554" x="3646488" y="2770188"/>
          <p14:tracePt t="3555" x="3632200" y="2770188"/>
          <p14:tracePt t="3558" x="3619500" y="2770188"/>
          <p14:tracePt t="3561" x="3605213" y="2770188"/>
          <p14:tracePt t="3563" x="3592513" y="2770188"/>
          <p14:tracePt t="3565" x="3578225" y="2770188"/>
          <p14:tracePt t="3569" x="3563938" y="2770188"/>
          <p14:tracePt t="3572" x="3551238" y="2770188"/>
          <p14:tracePt t="3574" x="3536950" y="2770188"/>
          <p14:tracePt t="3577" x="3522663" y="2770188"/>
          <p14:tracePt t="3582" x="3509963" y="2770188"/>
          <p14:tracePt t="3591" x="3495675" y="2770188"/>
          <p14:tracePt t="3598" x="3481388" y="2770188"/>
          <p14:tracePt t="3727" x="3481388" y="2798763"/>
          <p14:tracePt t="3729" x="3481388" y="2811463"/>
          <p14:tracePt t="3733" x="3495675" y="2825750"/>
          <p14:tracePt t="3734" x="3495675" y="2838450"/>
          <p14:tracePt t="3735" x="3495675" y="2867025"/>
          <p14:tracePt t="3736" x="3509963" y="2867025"/>
          <p14:tracePt t="3738" x="3522663" y="2879725"/>
          <p14:tracePt t="3741" x="3536950" y="2908300"/>
          <p14:tracePt t="3742" x="3551238" y="2908300"/>
          <p14:tracePt t="3743" x="3563938" y="2935288"/>
          <p14:tracePt t="3744" x="3578225" y="2949575"/>
          <p14:tracePt t="3746" x="3605213" y="2962275"/>
          <p14:tracePt t="3747" x="3605213" y="2976563"/>
          <p14:tracePt t="3750" x="3632200" y="2990850"/>
          <p14:tracePt t="3752" x="3646488" y="3003550"/>
          <p14:tracePt t="3756" x="3660775" y="3017838"/>
          <p14:tracePt t="3757" x="3687763" y="3030538"/>
          <p14:tracePt t="3759" x="3687763" y="3044825"/>
          <p14:tracePt t="3760" x="3702050" y="3044825"/>
          <p14:tracePt t="3764" x="3714750" y="3044825"/>
          <p14:tracePt t="3765" x="3714750" y="3059113"/>
          <p14:tracePt t="3766" x="3729038" y="3059113"/>
          <p14:tracePt t="3768" x="3743325" y="3059113"/>
          <p14:tracePt t="3772" x="3756025" y="3059113"/>
          <p14:tracePt t="3778" x="3770313" y="3059113"/>
          <p14:tracePt t="3785" x="3783013" y="3059113"/>
          <p14:tracePt t="3786" x="3797300" y="3059113"/>
          <p14:tracePt t="3798" x="3811588" y="3030538"/>
          <p14:tracePt t="3799" x="3811588" y="3017838"/>
          <p14:tracePt t="4015" x="3811588" y="3030538"/>
          <p14:tracePt t="4017" x="3824288" y="3030538"/>
          <p14:tracePt t="4018" x="3824288" y="3044825"/>
          <p14:tracePt t="4019" x="3838575" y="3044825"/>
          <p14:tracePt t="4022" x="3852863" y="3059113"/>
          <p14:tracePt t="4031" x="3852863" y="3071813"/>
          <p14:tracePt t="5268" x="3865563" y="3071813"/>
          <p14:tracePt t="5283" x="3879850" y="3071813"/>
          <p14:tracePt t="5285" x="3894138" y="3071813"/>
          <p14:tracePt t="5288" x="3906838" y="3071813"/>
          <p14:tracePt t="5292" x="3921125" y="3071813"/>
          <p14:tracePt t="5293" x="3933825" y="3071813"/>
          <p14:tracePt t="5297" x="3948113" y="3071813"/>
          <p14:tracePt t="5299" x="3962400" y="3071813"/>
          <p14:tracePt t="5300" x="3975100" y="3086100"/>
          <p14:tracePt t="5301" x="3989388" y="3086100"/>
          <p14:tracePt t="5303" x="4003675" y="3086100"/>
          <p14:tracePt t="5306" x="4016375" y="3086100"/>
          <p14:tracePt t="5309" x="4030663" y="3086100"/>
          <p14:tracePt t="5310" x="4044950" y="3086100"/>
          <p14:tracePt t="5313" x="4071938" y="3100388"/>
          <p14:tracePt t="5315" x="4084638" y="3100388"/>
          <p14:tracePt t="5317" x="4098925" y="3100388"/>
          <p14:tracePt t="5320" x="4125913" y="3100388"/>
          <p14:tracePt t="5322" x="4140200" y="3100388"/>
          <p14:tracePt t="5323" x="4154488" y="3100388"/>
          <p14:tracePt t="5327" x="4167188" y="3100388"/>
          <p14:tracePt t="5328" x="4195763" y="3113088"/>
          <p14:tracePt t="5331" x="4208463" y="3113088"/>
          <p14:tracePt t="5334" x="4222750" y="3113088"/>
          <p14:tracePt t="5335" x="4235450" y="3127375"/>
          <p14:tracePt t="5337" x="4264025" y="3127375"/>
          <p14:tracePt t="5339" x="4276725" y="3127375"/>
          <p14:tracePt t="5342" x="4291013" y="3127375"/>
          <p14:tracePt t="5343" x="4305300" y="3127375"/>
          <p14:tracePt t="5345" x="4318000" y="3127375"/>
          <p14:tracePt t="5349" x="4332288" y="3127375"/>
          <p14:tracePt t="5351" x="4346575" y="3127375"/>
          <p14:tracePt t="5352" x="4359275" y="3127375"/>
          <p14:tracePt t="5355" x="4373563" y="3127375"/>
          <p14:tracePt t="5357" x="4386263" y="3127375"/>
          <p14:tracePt t="5358" x="4400550" y="3127375"/>
          <p14:tracePt t="5361" x="4414838" y="3127375"/>
          <p14:tracePt t="5366" x="4427538" y="3127375"/>
          <p14:tracePt t="5374" x="4441825" y="3127375"/>
          <p14:tracePt t="5674" x="4456113" y="3127375"/>
          <p14:tracePt t="5681" x="4468813" y="3127375"/>
          <p14:tracePt t="5695" x="4483100" y="3127375"/>
          <p14:tracePt t="5713" x="4497388" y="3127375"/>
          <p14:tracePt t="5742" x="4510088" y="3127375"/>
          <p14:tracePt t="5931" x="4524375" y="3127375"/>
          <p14:tracePt t="6006" x="4537075" y="3127375"/>
          <p14:tracePt t="6014" x="4551363" y="3127375"/>
          <p14:tracePt t="6024" x="4565650" y="3127375"/>
          <p14:tracePt t="6034" x="4578350" y="3127375"/>
          <p14:tracePt t="6049" x="4592638" y="3127375"/>
          <p14:tracePt t="6063" x="4606925" y="3127375"/>
          <p14:tracePt t="6077" x="4619625" y="3127375"/>
          <p14:tracePt t="6083" x="4633913" y="3127375"/>
          <p14:tracePt t="6209" x="4646613" y="3127375"/>
          <p14:tracePt t="6252" x="4660900" y="3127375"/>
          <p14:tracePt t="6259" x="4660900" y="3141663"/>
          <p14:tracePt t="6854" x="4675188" y="3141663"/>
          <p14:tracePt t="6862" x="4687888" y="3141663"/>
          <p14:tracePt t="6868" x="4702175" y="3141663"/>
          <p14:tracePt t="6874" x="4716463" y="3141663"/>
          <p14:tracePt t="6881" x="4729163" y="3141663"/>
          <p14:tracePt t="6883" x="4743450" y="3141663"/>
          <p14:tracePt t="6891" x="4757738" y="3141663"/>
          <p14:tracePt t="6895" x="4757738" y="3154363"/>
          <p14:tracePt t="6898" x="4770438" y="3154363"/>
          <p14:tracePt t="6904" x="4784725" y="3154363"/>
          <p14:tracePt t="6905" x="4797425" y="3154363"/>
          <p14:tracePt t="6908" x="4797425" y="3168650"/>
          <p14:tracePt t="6910" x="4811713" y="3168650"/>
          <p14:tracePt t="6912" x="4826000" y="3168650"/>
          <p14:tracePt t="6918" x="4838700" y="3168650"/>
          <p14:tracePt t="6918" x="4852988" y="3168650"/>
          <p14:tracePt t="6923" x="4867275" y="3168650"/>
          <p14:tracePt t="6925" x="4879975" y="3168650"/>
          <p14:tracePt t="6932" x="4894263" y="3181350"/>
          <p14:tracePt t="6935" x="4908550" y="3181350"/>
          <p14:tracePt t="6941" x="4921250" y="3181350"/>
          <p14:tracePt t="6948" x="4935538" y="3181350"/>
          <p14:tracePt t="6957" x="4935538" y="3195638"/>
          <p14:tracePt t="6962" x="4948238" y="3195638"/>
          <p14:tracePt t="6969" x="4962525" y="3195638"/>
          <p14:tracePt t="6980" x="4976813" y="3209925"/>
          <p14:tracePt t="6992" x="4989513" y="3222625"/>
          <p14:tracePt t="7003" x="5003800" y="3222625"/>
          <p14:tracePt t="7015" x="5018088" y="3222625"/>
          <p14:tracePt t="7017" x="5018088" y="3236913"/>
          <p14:tracePt t="7026" x="5030788" y="3236913"/>
          <p14:tracePt t="7036" x="5045075" y="3236913"/>
          <p14:tracePt t="7042" x="5059363" y="3251200"/>
          <p14:tracePt t="7046" x="5072063" y="3251200"/>
          <p14:tracePt t="7055" x="5086350" y="3263900"/>
          <p14:tracePt t="7059" x="5086350" y="3278188"/>
          <p14:tracePt t="7062" x="5099050" y="3278188"/>
          <p14:tracePt t="7067" x="5099050" y="3292475"/>
          <p14:tracePt t="7070" x="5113338" y="3292475"/>
          <p14:tracePt t="7074" x="5113338" y="3305175"/>
          <p14:tracePt t="7074" x="5127625" y="3305175"/>
          <p14:tracePt t="7077" x="5140325" y="3305175"/>
          <p14:tracePt t="7079" x="5140325" y="3319463"/>
          <p14:tracePt t="7081" x="5154613" y="3319463"/>
          <p14:tracePt t="7082" x="5154613" y="3333750"/>
          <p14:tracePt t="7085" x="5168900" y="3333750"/>
          <p14:tracePt t="7088" x="5168900" y="3346450"/>
          <p14:tracePt t="7090" x="5181600" y="3346450"/>
          <p14:tracePt t="7093" x="5195888" y="3346450"/>
          <p14:tracePt t="7094" x="5195888" y="3360738"/>
          <p14:tracePt t="7097" x="5210175" y="3360738"/>
          <p14:tracePt t="7101" x="5222875" y="3360738"/>
          <p14:tracePt t="7103" x="5222875" y="3373438"/>
          <p14:tracePt t="7104" x="5237163" y="3373438"/>
          <p14:tracePt t="7107" x="5249863" y="3373438"/>
          <p14:tracePt t="7108" x="5249863" y="3387725"/>
          <p14:tracePt t="7114" x="5264150" y="3387725"/>
          <p14:tracePt t="7117" x="5278438" y="3387725"/>
          <p14:tracePt t="7119" x="5278438" y="3402013"/>
          <p14:tracePt t="7122" x="5291138" y="3402013"/>
          <p14:tracePt t="7125" x="5305425" y="3402013"/>
          <p14:tracePt t="7134" x="5319713" y="3402013"/>
          <p14:tracePt t="7223" x="5332413" y="3402013"/>
          <p14:tracePt t="7228" x="5332413" y="3414713"/>
          <p14:tracePt t="7229" x="5332413" y="3429000"/>
          <p14:tracePt t="7230" x="5332413" y="3443288"/>
          <p14:tracePt t="7234" x="5332413" y="3455988"/>
          <p14:tracePt t="7237" x="5332413" y="3470275"/>
          <p14:tracePt t="7240" x="5332413" y="3484563"/>
          <p14:tracePt t="7243" x="5332413" y="3497263"/>
          <p14:tracePt t="7245" x="5332413" y="3511550"/>
          <p14:tracePt t="7251" x="5332413" y="3538538"/>
          <p14:tracePt t="7252" x="5332413" y="3552825"/>
          <p14:tracePt t="7254" x="5332413" y="3565525"/>
          <p14:tracePt t="7258" x="5332413" y="3579813"/>
          <p14:tracePt t="7260" x="5332413" y="3594100"/>
          <p14:tracePt t="7261" x="5332413" y="3606800"/>
          <p14:tracePt t="7264" x="5332413" y="3621088"/>
          <p14:tracePt t="7265" x="5332413" y="3635375"/>
          <p14:tracePt t="7268" x="5332413" y="3648075"/>
          <p14:tracePt t="7272" x="5332413" y="3662363"/>
          <p14:tracePt t="7274" x="5319713" y="3676650"/>
          <p14:tracePt t="7275" x="5319713" y="3689350"/>
          <p14:tracePt t="7278" x="5319713" y="3703638"/>
          <p14:tracePt t="7283" x="5319713" y="3716338"/>
          <p14:tracePt t="7285" x="5319713" y="3730625"/>
          <p14:tracePt t="7286" x="5319713" y="3744913"/>
          <p14:tracePt t="7288" x="5305425" y="3744913"/>
          <p14:tracePt t="7291" x="5305425" y="3757613"/>
          <p14:tracePt t="7293" x="5291138" y="3757613"/>
          <p14:tracePt t="7293" x="5291138" y="3771900"/>
          <p14:tracePt t="7296" x="5291138" y="3786188"/>
          <p14:tracePt t="7298" x="5291138" y="3798888"/>
          <p14:tracePt t="7301" x="5278438" y="3813175"/>
          <p14:tracePt t="7306" x="5278438" y="3827463"/>
          <p14:tracePt t="7308" x="5264150" y="3827463"/>
          <p14:tracePt t="7309" x="5264150" y="3840163"/>
          <p14:tracePt t="7314" x="5264150" y="3854450"/>
          <p14:tracePt t="7316" x="5249863" y="3854450"/>
          <p14:tracePt t="7318" x="5249863" y="3867150"/>
          <p14:tracePt t="7322" x="5237163" y="3867150"/>
          <p14:tracePt t="7326" x="5237163" y="3881438"/>
          <p14:tracePt t="7333" x="5237163" y="3895725"/>
          <p14:tracePt t="7335" x="5222875" y="3895725"/>
          <p14:tracePt t="7341" x="5222875" y="3908425"/>
          <p14:tracePt t="7346" x="5222875" y="3922713"/>
          <p14:tracePt t="7348" x="5210175" y="3922713"/>
          <p14:tracePt t="7350" x="5210175" y="3937000"/>
          <p14:tracePt t="7356" x="5210175" y="3949700"/>
          <p14:tracePt t="7356" x="5195888" y="3949700"/>
          <p14:tracePt t="7362" x="5181600" y="3963988"/>
          <p14:tracePt t="7363" x="5181600" y="3978275"/>
          <p14:tracePt t="7367" x="5168900" y="3990975"/>
          <p14:tracePt t="7369" x="5168900" y="4005263"/>
          <p14:tracePt t="7373" x="5154613" y="4019550"/>
          <p14:tracePt t="7375" x="5154613" y="4032250"/>
          <p14:tracePt t="7378" x="5140325" y="4046538"/>
          <p14:tracePt t="7381" x="5127625" y="4046538"/>
          <p14:tracePt t="7382" x="5127625" y="4073525"/>
          <p14:tracePt t="7387" x="5127625" y="4087813"/>
          <p14:tracePt t="7389" x="5113338" y="4087813"/>
          <p14:tracePt t="7391" x="5113338" y="4100513"/>
          <p14:tracePt t="7396" x="5113338" y="4114800"/>
          <p14:tracePt t="7398" x="5113338" y="4129088"/>
          <p14:tracePt t="7403" x="5099050" y="4129088"/>
          <p14:tracePt t="7404" x="5099050" y="4141788"/>
          <p14:tracePt t="7410" x="5099050" y="4156075"/>
          <p14:tracePt t="7417" x="5099050" y="4170363"/>
          <p14:tracePt t="7419" x="5099050" y="4183063"/>
          <p14:tracePt t="7428" x="5099050" y="4197350"/>
          <p14:tracePt t="7440" x="5099050" y="4210050"/>
          <p14:tracePt t="7455" x="5099050" y="4224338"/>
          <p14:tracePt t="7458" x="5099050" y="4238625"/>
          <p14:tracePt t="7465" x="5099050" y="4251325"/>
          <p14:tracePt t="7472" x="5099050" y="4265613"/>
          <p14:tracePt t="7475" x="5099050" y="4279900"/>
          <p14:tracePt t="7478" x="5099050" y="4292600"/>
          <p14:tracePt t="7481" x="5099050" y="4306888"/>
          <p14:tracePt t="7484" x="5099050" y="4321175"/>
          <p14:tracePt t="7488" x="5099050" y="4333875"/>
          <p14:tracePt t="7490" x="5099050" y="4348163"/>
          <p14:tracePt t="7494" x="5099050" y="4362450"/>
          <p14:tracePt t="7498" x="5099050" y="4375150"/>
          <p14:tracePt t="7503" x="5099050" y="4389438"/>
          <p14:tracePt t="7505" x="5099050" y="4402138"/>
          <p14:tracePt t="7513" x="5099050" y="4416425"/>
          <p14:tracePt t="7519" x="5099050" y="4430713"/>
          <p14:tracePt t="7535" x="5099050" y="4443413"/>
          <p14:tracePt t="7576" x="5099050" y="4457700"/>
          <p14:tracePt t="7589" x="5113338" y="4457700"/>
          <p14:tracePt t="7594" x="5113338" y="4471988"/>
          <p14:tracePt t="7601" x="5127625" y="4471988"/>
          <p14:tracePt t="7608" x="5140325" y="4471988"/>
          <p14:tracePt t="7618" x="5140325" y="4484688"/>
          <p14:tracePt t="7619" x="5154613" y="4484688"/>
          <p14:tracePt t="7637" x="5168900" y="4484688"/>
          <p14:tracePt t="7645" x="5168900" y="4498975"/>
          <p14:tracePt t="7648" x="5181600" y="4498975"/>
          <p14:tracePt t="7655" x="5195888" y="4498975"/>
          <p14:tracePt t="7656" x="5195888" y="4513263"/>
          <p14:tracePt t="7661" x="5210175" y="4513263"/>
          <p14:tracePt t="7664" x="5222875" y="4513263"/>
          <p14:tracePt t="7670" x="5237163" y="4513263"/>
          <p14:tracePt t="7675" x="5249863" y="4513263"/>
          <p14:tracePt t="7679" x="5264150" y="4513263"/>
          <p14:tracePt t="7682" x="5278438" y="4513263"/>
          <p14:tracePt t="7686" x="5291138" y="4513263"/>
          <p14:tracePt t="7688" x="5305425" y="4513263"/>
          <p14:tracePt t="7691" x="5319713" y="4513263"/>
          <p14:tracePt t="7696" x="5332413" y="4513263"/>
          <p14:tracePt t="7698" x="5346700" y="4513263"/>
          <p14:tracePt t="7702" x="5360988" y="4513263"/>
          <p14:tracePt t="7706" x="5373688" y="4513263"/>
          <p14:tracePt t="7713" x="5387975" y="4513263"/>
          <p14:tracePt t="7722" x="5400675" y="4513263"/>
          <p14:tracePt t="7724" x="5414963" y="4513263"/>
          <p14:tracePt t="7792" x="5429250" y="4513263"/>
          <p14:tracePt t="7802" x="5441950" y="4513263"/>
          <p14:tracePt t="7809" x="5456238" y="4513263"/>
          <p14:tracePt t="7812" x="5470525" y="4513263"/>
          <p14:tracePt t="7819" x="5483225" y="4513263"/>
          <p14:tracePt t="7826" x="5497513" y="4513263"/>
          <p14:tracePt t="7834" x="5497513" y="4498975"/>
          <p14:tracePt t="7836" x="5511800" y="4498975"/>
          <p14:tracePt t="7841" x="5524500" y="4498975"/>
          <p14:tracePt t="7854" x="5538788" y="4498975"/>
          <p14:tracePt t="7861" x="5551488" y="4498975"/>
          <p14:tracePt t="7867" x="5565775" y="4498975"/>
          <p14:tracePt t="7869" x="5580063" y="4498975"/>
          <p14:tracePt t="7875" x="5592763" y="4498975"/>
          <p14:tracePt t="7881" x="5607050" y="4498975"/>
          <p14:tracePt t="7885" x="5621338" y="4498975"/>
          <p14:tracePt t="7890" x="5634038" y="4498975"/>
          <p14:tracePt t="7891" x="5648325" y="4498975"/>
          <p14:tracePt t="7896" x="5662613" y="4498975"/>
          <p14:tracePt t="7901" x="5675313" y="4498975"/>
          <p14:tracePt t="7903" x="5689600" y="4498975"/>
          <p14:tracePt t="7904" x="5702300" y="4498975"/>
          <p14:tracePt t="7907" x="5716588" y="4498975"/>
          <p14:tracePt t="7911" x="5730875" y="4498975"/>
          <p14:tracePt t="7913" x="5743575" y="4498975"/>
          <p14:tracePt t="7917" x="5757863" y="4498975"/>
          <p14:tracePt t="7918" x="5772150" y="4498975"/>
          <p14:tracePt t="7919" x="5784850" y="4498975"/>
          <p14:tracePt t="7924" x="5799138" y="4498975"/>
          <p14:tracePt t="7925" x="5813425" y="4498975"/>
          <p14:tracePt t="7928" x="5826125" y="4498975"/>
          <p14:tracePt t="7930" x="5840413" y="4498975"/>
          <p14:tracePt t="7933" x="5853113" y="4498975"/>
          <p14:tracePt t="7938" x="5867400" y="4498975"/>
          <p14:tracePt t="7942" x="5881688" y="4498975"/>
          <p14:tracePt t="7943" x="5894388" y="4498975"/>
          <p14:tracePt t="7954" x="5908675" y="4498975"/>
          <p14:tracePt t="8036" x="5894388" y="4498975"/>
          <p14:tracePt t="8038" x="5881688" y="4498975"/>
          <p14:tracePt t="8040" x="5881688" y="4513263"/>
          <p14:tracePt t="8042" x="5867400" y="4513263"/>
          <p14:tracePt t="8044" x="5853113" y="4513263"/>
          <p14:tracePt t="8046" x="5840413" y="4513263"/>
          <p14:tracePt t="8047" x="5826125" y="4513263"/>
          <p14:tracePt t="8050" x="5813425" y="4513263"/>
          <p14:tracePt t="8051" x="5784850" y="4513263"/>
          <p14:tracePt t="8053" x="5772150" y="4525963"/>
          <p14:tracePt t="8056" x="5743575" y="4525963"/>
          <p14:tracePt t="8056" x="5730875" y="4525963"/>
          <p14:tracePt t="8058" x="5716588" y="4525963"/>
          <p14:tracePt t="8059" x="5702300" y="4525963"/>
          <p14:tracePt t="8061" x="5662613" y="4525963"/>
          <p14:tracePt t="8063" x="5648325" y="4525963"/>
          <p14:tracePt t="8064" x="5621338" y="4525963"/>
          <p14:tracePt t="8066" x="5592763" y="4540250"/>
          <p14:tracePt t="8067" x="5580063" y="4540250"/>
          <p14:tracePt t="8068" x="5565775" y="4540250"/>
          <p14:tracePt t="8070" x="5538788" y="4540250"/>
          <p14:tracePt t="8071" x="5511800" y="4552950"/>
          <p14:tracePt t="8072" x="5497513" y="4552950"/>
          <p14:tracePt t="8073" x="5483225" y="4552950"/>
          <p14:tracePt t="8074" x="5456238" y="4552950"/>
          <p14:tracePt t="8075" x="5441950" y="4552950"/>
          <p14:tracePt t="8076" x="5429250" y="4552950"/>
          <p14:tracePt t="8077" x="5414963" y="4552950"/>
          <p14:tracePt t="8078" x="5387975" y="4552950"/>
          <p14:tracePt t="8080" x="5373688" y="4552950"/>
          <p14:tracePt t="8081" x="5360988" y="4552950"/>
          <p14:tracePt t="8082" x="5332413" y="4552950"/>
          <p14:tracePt t="8084" x="5319713" y="4552950"/>
          <p14:tracePt t="8085" x="5291138" y="4552950"/>
          <p14:tracePt t="8086" x="5264150" y="4552950"/>
          <p14:tracePt t="8088" x="5237163" y="4552950"/>
          <p14:tracePt t="8091" x="5210175" y="4552950"/>
          <p14:tracePt t="8091" x="5168900" y="4552950"/>
          <p14:tracePt t="8092" x="5154613" y="4552950"/>
          <p14:tracePt t="8093" x="5140325" y="4552950"/>
          <p14:tracePt t="8094" x="5127625" y="4552950"/>
          <p14:tracePt t="8095" x="5113338" y="4552950"/>
          <p14:tracePt t="8096" x="5099050" y="4552950"/>
          <p14:tracePt t="8097" x="5086350" y="4552950"/>
          <p14:tracePt t="8098" x="5059363" y="4552950"/>
          <p14:tracePt t="8099" x="5045075" y="4552950"/>
          <p14:tracePt t="8100" x="5030788" y="4552950"/>
          <p14:tracePt t="8101" x="5018088" y="4552950"/>
          <p14:tracePt t="8102" x="5003800" y="4552950"/>
          <p14:tracePt t="8103" x="4989513" y="4552950"/>
          <p14:tracePt t="8104" x="4962525" y="4552950"/>
          <p14:tracePt t="8105" x="4948238" y="4552950"/>
          <p14:tracePt t="8107" x="4921250" y="4552950"/>
          <p14:tracePt t="8109" x="4908550" y="4552950"/>
          <p14:tracePt t="8112" x="4867275" y="4552950"/>
          <p14:tracePt t="8113" x="4852988" y="4552950"/>
          <p14:tracePt t="8115" x="4826000" y="4552950"/>
          <p14:tracePt t="8119" x="4811713" y="4552950"/>
          <p14:tracePt t="8119" x="4797425" y="4552950"/>
          <p14:tracePt t="8121" x="4784725" y="4552950"/>
          <p14:tracePt t="8125" x="4757738" y="4552950"/>
          <p14:tracePt t="8127" x="4743450" y="4552950"/>
          <p14:tracePt t="8132" x="4729163" y="4552950"/>
          <p14:tracePt t="8136" x="4716463" y="4552950"/>
          <p14:tracePt t="8268" x="4729163" y="4552950"/>
          <p14:tracePt t="8270" x="4743450" y="4552950"/>
          <p14:tracePt t="8273" x="4757738" y="4552950"/>
          <p14:tracePt t="8275" x="4770438" y="4552950"/>
          <p14:tracePt t="8277" x="4784725" y="4552950"/>
          <p14:tracePt t="8278" x="4797425" y="4552950"/>
          <p14:tracePt t="8279" x="4811713" y="4552950"/>
          <p14:tracePt t="8283" x="4826000" y="4552950"/>
          <p14:tracePt t="8284" x="4838700" y="4552950"/>
          <p14:tracePt t="8285" x="4867275" y="4552950"/>
          <p14:tracePt t="8287" x="4879975" y="4552950"/>
          <p14:tracePt t="8288" x="4908550" y="4552950"/>
          <p14:tracePt t="8290" x="4935538" y="4552950"/>
          <p14:tracePt t="8292" x="4948238" y="4552950"/>
          <p14:tracePt t="8293" x="4962525" y="4552950"/>
          <p14:tracePt t="8294" x="4989513" y="4552950"/>
          <p14:tracePt t="8296" x="5003800" y="4540250"/>
          <p14:tracePt t="8297" x="5030788" y="4540250"/>
          <p14:tracePt t="8299" x="5045075" y="4540250"/>
          <p14:tracePt t="8300" x="5072063" y="4540250"/>
          <p14:tracePt t="8301" x="5086350" y="4540250"/>
          <p14:tracePt t="8302" x="5099050" y="4540250"/>
          <p14:tracePt t="8303" x="5113338" y="4540250"/>
          <p14:tracePt t="8304" x="5127625" y="4540250"/>
          <p14:tracePt t="8306" x="5140325" y="4525963"/>
          <p14:tracePt t="8306" x="5168900" y="4525963"/>
          <p14:tracePt t="8307" x="5195888" y="4525963"/>
          <p14:tracePt t="8308" x="5210175" y="4525963"/>
          <p14:tracePt t="8309" x="5222875" y="4525963"/>
          <p14:tracePt t="8310" x="5249863" y="4525963"/>
          <p14:tracePt t="8311" x="5264150" y="4525963"/>
          <p14:tracePt t="8313" x="5278438" y="4525963"/>
          <p14:tracePt t="8313" x="5305425" y="4525963"/>
          <p14:tracePt t="8317" x="5332413" y="4525963"/>
          <p14:tracePt t="8318" x="5346700" y="4525963"/>
          <p14:tracePt t="8318" x="5373688" y="4525963"/>
          <p14:tracePt t="8319" x="5400675" y="4525963"/>
          <p14:tracePt t="8320" x="5414963" y="4513263"/>
          <p14:tracePt t="8321" x="5441950" y="4513263"/>
          <p14:tracePt t="8322" x="5456238" y="4513263"/>
          <p14:tracePt t="8323" x="5470525" y="4498975"/>
          <p14:tracePt t="8324" x="5497513" y="4498975"/>
          <p14:tracePt t="8325" x="5511800" y="4498975"/>
          <p14:tracePt t="8326" x="5524500" y="4498975"/>
          <p14:tracePt t="8327" x="5538788" y="4498975"/>
          <p14:tracePt t="8328" x="5551488" y="4498975"/>
          <p14:tracePt t="8329" x="5580063" y="4498975"/>
          <p14:tracePt t="8330" x="5592763" y="4498975"/>
          <p14:tracePt t="8331" x="5621338" y="4498975"/>
          <p14:tracePt t="8332" x="5634038" y="4498975"/>
          <p14:tracePt t="8333" x="5648325" y="4498975"/>
          <p14:tracePt t="8334" x="5662613" y="4484688"/>
          <p14:tracePt t="8335" x="5675313" y="4484688"/>
          <p14:tracePt t="8336" x="5689600" y="4484688"/>
          <p14:tracePt t="8337" x="5716588" y="4484688"/>
          <p14:tracePt t="8338" x="5730875" y="4471988"/>
          <p14:tracePt t="8341" x="5743575" y="4471988"/>
          <p14:tracePt t="8341" x="5757863" y="4471988"/>
          <p14:tracePt t="8342" x="5784850" y="4471988"/>
          <p14:tracePt t="8344" x="5813425" y="4471988"/>
          <p14:tracePt t="8347" x="5826125" y="4471988"/>
          <p14:tracePt t="8348" x="5840413" y="4471988"/>
          <p14:tracePt t="8350" x="5853113" y="4471988"/>
          <p14:tracePt t="8352" x="5867400" y="4457700"/>
          <p14:tracePt t="8353" x="5881688" y="4457700"/>
          <p14:tracePt t="8355" x="5894388" y="4457700"/>
          <p14:tracePt t="8362" x="5908675" y="4457700"/>
          <p14:tracePt t="8366" x="5908675" y="4443413"/>
          <p14:tracePt t="8664" x="5922963" y="4443413"/>
          <p14:tracePt t="8669" x="5935663" y="4443413"/>
          <p14:tracePt t="8674" x="5949950" y="4443413"/>
          <p14:tracePt t="8678" x="5964238" y="4443413"/>
          <p14:tracePt t="8679" x="5964238" y="4457700"/>
          <p14:tracePt t="8682" x="5976938" y="4457700"/>
          <p14:tracePt t="8685" x="5991225" y="4457700"/>
          <p14:tracePt t="8686" x="6003925" y="4457700"/>
          <p14:tracePt t="8688" x="6018213" y="4457700"/>
          <p14:tracePt t="8689" x="6018213" y="4471988"/>
          <p14:tracePt t="8691" x="6032500" y="4471988"/>
          <p14:tracePt t="8692" x="6045200" y="4471988"/>
          <p14:tracePt t="8695" x="6059488" y="4471988"/>
          <p14:tracePt t="8696" x="6073775" y="4471988"/>
          <p14:tracePt t="8698" x="6086475" y="4471988"/>
          <p14:tracePt t="8700" x="6100763" y="4484688"/>
          <p14:tracePt t="8702" x="6127750" y="4484688"/>
          <p14:tracePt t="8704" x="6142038" y="4498975"/>
          <p14:tracePt t="8705" x="6169025" y="4498975"/>
          <p14:tracePt t="8707" x="6183313" y="4498975"/>
          <p14:tracePt t="8709" x="6196013" y="4498975"/>
          <p14:tracePt t="8710" x="6224588" y="4498975"/>
          <p14:tracePt t="8712" x="6237288" y="4498975"/>
          <p14:tracePt t="8713" x="6251575" y="4498975"/>
          <p14:tracePt t="8714" x="6251575" y="4513263"/>
          <p14:tracePt t="8716" x="6278563" y="4513263"/>
          <p14:tracePt t="8717" x="6292850" y="4513263"/>
          <p14:tracePt t="8719" x="6305550" y="4513263"/>
          <p14:tracePt t="8720" x="6319838" y="4513263"/>
          <p14:tracePt t="8721" x="6334125" y="4513263"/>
          <p14:tracePt t="8723" x="6346825" y="4513263"/>
          <p14:tracePt t="8724" x="6361113" y="4513263"/>
          <p14:tracePt t="8726" x="6375400" y="4513263"/>
          <p14:tracePt t="8727" x="6388100" y="4513263"/>
          <p14:tracePt t="8729" x="6402388" y="4513263"/>
          <p14:tracePt t="8730" x="6415088" y="4513263"/>
          <p14:tracePt t="8732" x="6443663" y="4513263"/>
          <p14:tracePt t="8737" x="6456363" y="4513263"/>
          <p14:tracePt t="8737" x="6484938" y="4513263"/>
          <p14:tracePt t="8739" x="6497638" y="4513263"/>
          <p14:tracePt t="8743" x="6511925" y="4525963"/>
          <p14:tracePt t="8744" x="6526213" y="4525963"/>
          <p14:tracePt t="8746" x="6538913" y="4525963"/>
          <p14:tracePt t="8748" x="6553200" y="4525963"/>
          <p14:tracePt t="8751" x="6565900" y="4525963"/>
          <p14:tracePt t="8752" x="6580188" y="4525963"/>
          <p14:tracePt t="8755" x="6594475" y="4525963"/>
          <p14:tracePt t="8757" x="6607175" y="4525963"/>
          <p14:tracePt t="8759" x="6621463" y="4525963"/>
          <p14:tracePt t="8763" x="6635750" y="4525963"/>
          <p14:tracePt t="8764" x="6648450" y="4525963"/>
          <p14:tracePt t="8766" x="6648450" y="4540250"/>
          <p14:tracePt t="8769" x="6662738" y="4540250"/>
          <p14:tracePt t="8770" x="6677025" y="4540250"/>
          <p14:tracePt t="8772" x="6689725" y="4540250"/>
          <p14:tracePt t="8775" x="6704013" y="4540250"/>
          <p14:tracePt t="8779" x="6731000" y="4540250"/>
          <p14:tracePt t="8782" x="6745288" y="4540250"/>
          <p14:tracePt t="8785" x="6757988" y="4540250"/>
          <p14:tracePt t="8788" x="6772275" y="4540250"/>
          <p14:tracePt t="8792" x="6799263" y="4552950"/>
          <p14:tracePt t="8795" x="6813550" y="4552950"/>
          <p14:tracePt t="8799" x="6827838" y="4552950"/>
          <p14:tracePt t="8801" x="6840538" y="4552950"/>
          <p14:tracePt t="8804" x="6854825" y="4552950"/>
          <p14:tracePt t="8806" x="6867525" y="4552950"/>
          <p14:tracePt t="8810" x="6881813" y="4552950"/>
          <p14:tracePt t="8814" x="6896100" y="4552950"/>
          <p14:tracePt t="8819" x="6908800" y="4552950"/>
          <p14:tracePt t="8821" x="6923088" y="4552950"/>
          <p14:tracePt t="8827" x="6937375" y="4552950"/>
          <p14:tracePt t="8835" x="6950075" y="4552950"/>
          <p14:tracePt t="8843" x="6964363" y="4552950"/>
          <p14:tracePt t="8856" x="6978650" y="4552950"/>
          <p14:tracePt t="10422" x="6964363" y="4552950"/>
          <p14:tracePt t="10429" x="6950075" y="4552950"/>
          <p14:tracePt t="10433" x="6937375" y="4552950"/>
          <p14:tracePt t="10438" x="6923088" y="4552950"/>
          <p14:tracePt t="10442" x="6908800" y="4552950"/>
          <p14:tracePt t="10446" x="6896100" y="4552950"/>
          <p14:tracePt t="10453" x="6881813" y="4552950"/>
          <p14:tracePt t="10461" x="6867525" y="4552950"/>
          <p14:tracePt t="10469" x="6854825" y="4552950"/>
          <p14:tracePt t="10490" x="6840538" y="4552950"/>
          <p14:tracePt t="10512" x="6827838" y="4552950"/>
          <p14:tracePt t="10521" x="6813550" y="4552950"/>
          <p14:tracePt t="10529" x="6799263" y="4552950"/>
          <p14:tracePt t="10534" x="6786563" y="4552950"/>
          <p14:tracePt t="10541" x="6772275" y="4552950"/>
          <p14:tracePt t="10547" x="6757988" y="4552950"/>
          <p14:tracePt t="10548" x="6757988" y="4540250"/>
          <p14:tracePt t="10556" x="6745288" y="4540250"/>
          <p14:tracePt t="10559" x="6731000" y="4540250"/>
          <p14:tracePt t="10568" x="6731000" y="4525963"/>
          <p14:tracePt t="10573" x="6716713" y="4525963"/>
          <p14:tracePt t="11503" x="6704013" y="4525963"/>
          <p14:tracePt t="11514" x="6704013" y="4513263"/>
          <p14:tracePt t="12950" x="6716713" y="4513263"/>
          <p14:tracePt t="12994" x="6731000" y="4513263"/>
          <p14:tracePt t="13012" x="6745288" y="4513263"/>
          <p14:tracePt t="13029" x="6757988" y="4513263"/>
          <p14:tracePt t="13044" x="6772275" y="4513263"/>
          <p14:tracePt t="13061" x="6786563" y="4525963"/>
          <p14:tracePt t="13076" x="6799263" y="4525963"/>
          <p14:tracePt t="14607" x="6813550" y="4525963"/>
          <p14:tracePt t="14616" x="6827838" y="4525963"/>
          <p14:tracePt t="14624" x="6840538" y="4525963"/>
          <p14:tracePt t="14631" x="6854825" y="4525963"/>
          <p14:tracePt t="14633" x="6867525" y="4525963"/>
          <p14:tracePt t="14640" x="6881813" y="4525963"/>
          <p14:tracePt t="14647" x="6896100" y="4525963"/>
          <p14:tracePt t="14654" x="6908800" y="4525963"/>
          <p14:tracePt t="14655" x="6923088" y="4525963"/>
          <p14:tracePt t="14661" x="6937375" y="4525963"/>
          <p14:tracePt t="14666" x="6950075" y="4525963"/>
          <p14:tracePt t="14671" x="6964363" y="4525963"/>
          <p14:tracePt t="14673" x="6978650" y="4525963"/>
          <p14:tracePt t="14677" x="6991350" y="4525963"/>
          <p14:tracePt t="14679" x="7005638" y="4525963"/>
          <p14:tracePt t="14679" x="7018338" y="4525963"/>
          <p14:tracePt t="14682" x="7032625" y="4525963"/>
          <p14:tracePt t="14684" x="7046913" y="4525963"/>
          <p14:tracePt t="14688" x="7059613" y="4525963"/>
          <p14:tracePt t="14690" x="7073900" y="4525963"/>
          <p14:tracePt t="14692" x="7088188" y="4525963"/>
          <p14:tracePt t="14694" x="7100888" y="4525963"/>
          <p14:tracePt t="14696" x="7115175" y="4525963"/>
          <p14:tracePt t="14696" x="7129463" y="4525963"/>
          <p14:tracePt t="14697" x="7142163" y="4525963"/>
          <p14:tracePt t="14699" x="7156450" y="4525963"/>
          <p14:tracePt t="14702" x="7169150" y="4525963"/>
          <p14:tracePt t="14702" x="7183438" y="4525963"/>
          <p14:tracePt t="14704" x="7197725" y="4525963"/>
          <p14:tracePt t="14707" x="7224713" y="4525963"/>
          <p14:tracePt t="14709" x="7239000" y="4525963"/>
          <p14:tracePt t="14710" x="7251700" y="4525963"/>
          <p14:tracePt t="14712" x="7265988" y="4525963"/>
          <p14:tracePt t="14713" x="7280275" y="4525963"/>
          <p14:tracePt t="14715" x="7307263" y="4525963"/>
          <p14:tracePt t="14717" x="7334250" y="4525963"/>
          <p14:tracePt t="14719" x="7348538" y="4525963"/>
          <p14:tracePt t="14721" x="7375525" y="4525963"/>
          <p14:tracePt t="14723" x="7402513" y="4525963"/>
          <p14:tracePt t="14725" x="7431088" y="4525963"/>
          <p14:tracePt t="14727" x="7443788" y="4525963"/>
          <p14:tracePt t="14729" x="7470775" y="4525963"/>
          <p14:tracePt t="14731" x="7485063" y="4525963"/>
          <p14:tracePt t="14733" x="7512050" y="4525963"/>
          <p14:tracePt t="14736" x="7540625" y="4525963"/>
          <p14:tracePt t="14738" x="7553325" y="4525963"/>
          <p14:tracePt t="14739" x="7567613" y="4525963"/>
          <p14:tracePt t="14741" x="7581900" y="4525963"/>
          <p14:tracePt t="14743" x="7594600" y="4525963"/>
          <p14:tracePt t="14744" x="7608888" y="4525963"/>
          <p14:tracePt t="14746" x="7621588" y="4525963"/>
          <p14:tracePt t="14748" x="7635875" y="4525963"/>
          <p14:tracePt t="14750" x="7650163" y="4525963"/>
          <p14:tracePt t="14752" x="7662863" y="4525963"/>
          <p14:tracePt t="14756" x="7677150" y="4525963"/>
          <p14:tracePt t="14758" x="7691438" y="4525963"/>
          <p14:tracePt t="14761" x="7704138" y="4525963"/>
          <p14:tracePt t="14765" x="7718425" y="4525963"/>
          <p14:tracePt t="14766" x="7732713" y="4525963"/>
          <p14:tracePt t="14772" x="7745413" y="4525963"/>
          <p14:tracePt t="14787" x="7759700" y="4525963"/>
          <p14:tracePt t="14840" x="7772400" y="4525963"/>
          <p14:tracePt t="14848" x="7786688" y="4525963"/>
          <p14:tracePt t="14858" x="7800975" y="4525963"/>
          <p14:tracePt t="14866" x="7813675" y="4525963"/>
          <p14:tracePt t="14876" x="7827963" y="4525963"/>
          <p14:tracePt t="14885" x="7842250" y="4525963"/>
          <p14:tracePt t="14905" x="7854950" y="4525963"/>
          <p14:tracePt t="14942" x="7869238" y="4525963"/>
          <p14:tracePt t="14958" x="7883525" y="4525963"/>
          <p14:tracePt t="14960" x="7896225" y="4525963"/>
          <p14:tracePt t="14966" x="7910513" y="4525963"/>
          <p14:tracePt t="14973" x="7923213" y="4525963"/>
          <p14:tracePt t="14981" x="7937500" y="4525963"/>
          <p14:tracePt t="14982" x="7951788" y="4525963"/>
          <p14:tracePt t="14992" x="7964488" y="4525963"/>
          <p14:tracePt t="14998" x="7978775" y="4525963"/>
          <p14:tracePt t="15012" x="7993063" y="4525963"/>
          <p14:tracePt t="15017" x="8005763" y="4525963"/>
          <p14:tracePt t="15022" x="8020050" y="4525963"/>
          <p14:tracePt t="15283" x="8034338" y="4525963"/>
          <p14:tracePt t="15321" x="8047038" y="4525963"/>
          <p14:tracePt t="15332" x="8061325" y="4525963"/>
          <p14:tracePt t="15361" x="8074025" y="4525963"/>
          <p14:tracePt t="15384" x="8088313" y="4525963"/>
          <p14:tracePt t="15403" x="8102600" y="4525963"/>
          <p14:tracePt t="15416" x="8115300" y="4525963"/>
          <p14:tracePt t="15425" x="8129588" y="4525963"/>
          <p14:tracePt t="15436" x="8143875" y="4525963"/>
          <p14:tracePt t="15455" x="8156575" y="4525963"/>
          <p14:tracePt t="15483" x="8170863" y="4525963"/>
          <p14:tracePt t="15499" x="8185150" y="4525963"/>
          <p14:tracePt t="15517" x="8197850" y="4525963"/>
          <p14:tracePt t="15634" x="8212138" y="4525963"/>
          <p14:tracePt t="15675" x="8224838" y="4525963"/>
          <p14:tracePt t="15682" x="8239125" y="4525963"/>
          <p14:tracePt t="15717" x="8253413" y="4525963"/>
          <p14:tracePt t="15731" x="8266113" y="4525963"/>
          <p14:tracePt t="15743" x="8280400" y="4525963"/>
          <p14:tracePt t="15751" x="8294688" y="4525963"/>
          <p14:tracePt t="15767" x="8307388" y="4525963"/>
          <p14:tracePt t="15819" x="8321675" y="4525963"/>
          <p14:tracePt t="15829" x="8321675" y="4540250"/>
          <p14:tracePt t="15843" x="8334375" y="4540250"/>
          <p14:tracePt t="15856" x="8348663" y="4552950"/>
          <p14:tracePt t="15880" x="8348663" y="4567238"/>
          <p14:tracePt t="15890" x="8362950" y="4567238"/>
          <p14:tracePt t="15894" x="8362950" y="4581525"/>
          <p14:tracePt t="15899" x="8362950" y="4594225"/>
          <p14:tracePt t="15920" x="8362950" y="4608513"/>
          <p14:tracePt t="15962" x="8362950" y="4622800"/>
          <p14:tracePt t="15971" x="8375650" y="4622800"/>
          <p14:tracePt t="15978" x="8375650" y="4635500"/>
          <p14:tracePt t="15988" x="8375650" y="4649788"/>
          <p14:tracePt t="15998" x="8375650" y="4664075"/>
          <p14:tracePt t="16012" x="8375650" y="4676775"/>
          <p14:tracePt t="16022" x="8375650" y="4691063"/>
          <p14:tracePt t="16028" x="8375650" y="4705350"/>
          <p14:tracePt t="16036" x="8375650" y="4718050"/>
          <p14:tracePt t="16047" x="8375650" y="4732338"/>
          <p14:tracePt t="16052" x="8362950" y="4732338"/>
          <p14:tracePt t="16059" x="8362950" y="4745038"/>
          <p14:tracePt t="16072" x="8362950" y="4759325"/>
          <p14:tracePt t="16114" x="8362950" y="4773613"/>
          <p14:tracePt t="16116" x="8348663" y="4773613"/>
          <p14:tracePt t="16415" x="8348663" y="4786313"/>
          <p14:tracePt t="16444" x="8334375" y="4800600"/>
          <p14:tracePt t="16484" x="8334375" y="4814888"/>
          <p14:tracePt t="16494" x="8321675" y="4814888"/>
          <p14:tracePt t="16762" x="8307388" y="4814888"/>
          <p14:tracePt t="16770" x="8294688" y="4814888"/>
          <p14:tracePt t="16772" x="8280400" y="4827588"/>
          <p14:tracePt t="16779" x="8266113" y="4827588"/>
          <p14:tracePt t="16782" x="8253413" y="4827588"/>
          <p14:tracePt t="16786" x="8253413" y="4841875"/>
          <p14:tracePt t="16789" x="8239125" y="4841875"/>
          <p14:tracePt t="16790" x="8224838" y="4841875"/>
          <p14:tracePt t="16794" x="8212138" y="4841875"/>
          <p14:tracePt t="16800" x="8197850" y="4841875"/>
          <p14:tracePt t="16805" x="8185150" y="4856163"/>
          <p14:tracePt t="16808" x="8170863" y="4856163"/>
          <p14:tracePt t="16812" x="8156575" y="4856163"/>
          <p14:tracePt t="16817" x="8143875" y="4856163"/>
          <p14:tracePt t="16824" x="8115300" y="4856163"/>
          <p14:tracePt t="16830" x="8102600" y="4856163"/>
          <p14:tracePt t="16834" x="8088313" y="4856163"/>
          <p14:tracePt t="16838" x="8074025" y="4856163"/>
          <p14:tracePt t="16841" x="8061325" y="4856163"/>
          <p14:tracePt t="16847" x="8047038" y="4856163"/>
          <p14:tracePt t="16852" x="8034338" y="4856163"/>
          <p14:tracePt t="16857" x="8020050" y="4856163"/>
          <p14:tracePt t="16858" x="8005763" y="4856163"/>
          <p14:tracePt t="16863" x="7993063" y="4856163"/>
          <p14:tracePt t="16869" x="7978775" y="4856163"/>
          <p14:tracePt t="16876" x="7964488" y="4856163"/>
          <p14:tracePt t="16877" x="7951788" y="4856163"/>
          <p14:tracePt t="16882" x="7937500" y="4856163"/>
          <p14:tracePt t="16888" x="7923213" y="4856163"/>
          <p14:tracePt t="16893" x="7910513" y="4856163"/>
          <p14:tracePt t="16900" x="7896225" y="4856163"/>
          <p14:tracePt t="16904" x="7883525" y="4856163"/>
          <p14:tracePt t="16909" x="7869238" y="4856163"/>
          <p14:tracePt t="16915" x="7854950" y="4856163"/>
          <p14:tracePt t="16922" x="7842250" y="4856163"/>
          <p14:tracePt t="16925" x="7827963" y="4856163"/>
          <p14:tracePt t="16932" x="7813675" y="4856163"/>
          <p14:tracePt t="16937" x="7800975" y="4856163"/>
          <p14:tracePt t="16944" x="7786688" y="4856163"/>
          <p14:tracePt t="16948" x="7772400" y="4856163"/>
          <p14:tracePt t="16953" x="7772400" y="4841875"/>
          <p14:tracePt t="16959" x="7759700" y="4841875"/>
          <p14:tracePt t="16974" x="7745413" y="4841875"/>
          <p14:tracePt t="16992" x="7732713" y="4841875"/>
          <p14:tracePt t="16993" x="7718425" y="4841875"/>
          <p14:tracePt t="17005" x="7704138" y="4841875"/>
          <p14:tracePt t="17013" x="7691438" y="4827588"/>
          <p14:tracePt t="17018" x="7677150" y="4827588"/>
          <p14:tracePt t="17021" x="7662863" y="4827588"/>
          <p14:tracePt t="17028" x="7650163" y="4827588"/>
          <p14:tracePt t="17031" x="7635875" y="4827588"/>
          <p14:tracePt t="17035" x="7621588" y="4827588"/>
          <p14:tracePt t="17038" x="7608888" y="4814888"/>
          <p14:tracePt t="17042" x="7594600" y="4814888"/>
          <p14:tracePt t="17047" x="7581900" y="4814888"/>
          <p14:tracePt t="17049" x="7581900" y="4800600"/>
          <p14:tracePt t="17050" x="7567613" y="4800600"/>
          <p14:tracePt t="17054" x="7553325" y="4800600"/>
          <p14:tracePt t="17058" x="7540625" y="4800600"/>
          <p14:tracePt t="17063" x="7526338" y="4800600"/>
          <p14:tracePt t="17068" x="7512050" y="4800600"/>
          <p14:tracePt t="17074" x="7499350" y="4800600"/>
          <p14:tracePt t="17081" x="7485063" y="4800600"/>
          <p14:tracePt t="17097" x="7470775" y="4800600"/>
          <p14:tracePt t="17483" x="7458075" y="4800600"/>
          <p14:tracePt t="17484" x="7443788" y="4800600"/>
          <p14:tracePt t="17488" x="7431088" y="4800600"/>
          <p14:tracePt t="17493" x="7416800" y="4800600"/>
          <p14:tracePt t="17494" x="7402513" y="4800600"/>
          <p14:tracePt t="17495" x="7389813" y="4800600"/>
          <p14:tracePt t="17497" x="7375525" y="4800600"/>
          <p14:tracePt t="17500" x="7361238" y="4800600"/>
          <p14:tracePt t="17504" x="7334250" y="4800600"/>
          <p14:tracePt t="17505" x="7319963" y="4800600"/>
          <p14:tracePt t="17508" x="7292975" y="4800600"/>
          <p14:tracePt t="17509" x="7280275" y="4800600"/>
          <p14:tracePt t="17510" x="7265988" y="4800600"/>
          <p14:tracePt t="17512" x="7239000" y="4800600"/>
          <p14:tracePt t="17514" x="7224713" y="4800600"/>
          <p14:tracePt t="17515" x="7210425" y="4800600"/>
          <p14:tracePt t="17515" x="7197725" y="4800600"/>
          <p14:tracePt t="17517" x="7156450" y="4800600"/>
          <p14:tracePt t="17519" x="7142163" y="4800600"/>
          <p14:tracePt t="17519" x="7115175" y="4800600"/>
          <p14:tracePt t="17521" x="7100888" y="4800600"/>
          <p14:tracePt t="17521" x="7073900" y="4800600"/>
          <p14:tracePt t="17522" x="7046913" y="4800600"/>
          <p14:tracePt t="17524" x="7032625" y="4800600"/>
          <p14:tracePt t="17525" x="7018338" y="4800600"/>
          <p14:tracePt t="17526" x="6991350" y="4800600"/>
          <p14:tracePt t="17528" x="6964363" y="4800600"/>
          <p14:tracePt t="17529" x="6950075" y="4800600"/>
          <p14:tracePt t="17530" x="6923088" y="4800600"/>
          <p14:tracePt t="17531" x="6896100" y="4800600"/>
          <p14:tracePt t="17532" x="6867525" y="4800600"/>
          <p14:tracePt t="17533" x="6840538" y="4800600"/>
          <p14:tracePt t="17534" x="6813550" y="4800600"/>
          <p14:tracePt t="17535" x="6786563" y="4800600"/>
          <p14:tracePt t="17536" x="6757988" y="4800600"/>
          <p14:tracePt t="17537" x="6745288" y="4800600"/>
          <p14:tracePt t="17538" x="6716713" y="4800600"/>
          <p14:tracePt t="17540" x="6677025" y="4800600"/>
          <p14:tracePt t="17542" x="6621463" y="4800600"/>
          <p14:tracePt t="17543" x="6594475" y="4800600"/>
          <p14:tracePt t="17544" x="6565900" y="4800600"/>
          <p14:tracePt t="17545" x="6538913" y="4800600"/>
          <p14:tracePt t="17546" x="6511925" y="4800600"/>
          <p14:tracePt t="17547" x="6470650" y="4800600"/>
          <p14:tracePt t="17549" x="6443663" y="4800600"/>
          <p14:tracePt t="17550" x="6429375" y="4800600"/>
          <p14:tracePt t="17551" x="6402388" y="4800600"/>
          <p14:tracePt t="17552" x="6375400" y="4800600"/>
          <p14:tracePt t="17553" x="6346825" y="4800600"/>
          <p14:tracePt t="17554" x="6319838" y="4800600"/>
          <p14:tracePt t="17556" x="6292850" y="4800600"/>
          <p14:tracePt t="17556" x="6265863" y="4800600"/>
          <p14:tracePt t="17557" x="6251575" y="4800600"/>
          <p14:tracePt t="17558" x="6224588" y="4800600"/>
          <p14:tracePt t="17560" x="6196013" y="4800600"/>
          <p14:tracePt t="17562" x="6169025" y="4800600"/>
          <p14:tracePt t="17563" x="6154738" y="4800600"/>
          <p14:tracePt t="17563" x="6142038" y="4786313"/>
          <p14:tracePt t="17564" x="6115050" y="4786313"/>
          <p14:tracePt t="17565" x="6086475" y="4786313"/>
          <p14:tracePt t="17566" x="6073775" y="4786313"/>
          <p14:tracePt t="17567" x="6045200" y="4786313"/>
          <p14:tracePt t="17568" x="6018213" y="4773613"/>
          <p14:tracePt t="17570" x="5991225" y="4773613"/>
          <p14:tracePt t="17571" x="5976938" y="4773613"/>
          <p14:tracePt t="17572" x="5964238" y="4773613"/>
          <p14:tracePt t="17573" x="5935663" y="4773613"/>
          <p14:tracePt t="17574" x="5922963" y="4773613"/>
          <p14:tracePt t="17577" x="5853113" y="4759325"/>
          <p14:tracePt t="17579" x="5826125" y="4759325"/>
          <p14:tracePt t="17580" x="5799138" y="4759325"/>
          <p14:tracePt t="17581" x="5784850" y="4759325"/>
          <p14:tracePt t="17582" x="5772150" y="4745038"/>
          <p14:tracePt t="17583" x="5743575" y="4745038"/>
          <p14:tracePt t="17585" x="5716588" y="4745038"/>
          <p14:tracePt t="17586" x="5702300" y="4745038"/>
          <p14:tracePt t="17588" x="5675313" y="4745038"/>
          <p14:tracePt t="17590" x="5662613" y="4745038"/>
          <p14:tracePt t="17591" x="5648325" y="4745038"/>
          <p14:tracePt t="17592" x="5634038" y="4745038"/>
          <p14:tracePt t="17593" x="5607050" y="4732338"/>
          <p14:tracePt t="17597" x="5580063" y="4732338"/>
          <p14:tracePt t="17599" x="5551488" y="4732338"/>
          <p14:tracePt t="17600" x="5538788" y="4732338"/>
          <p14:tracePt t="17601" x="5524500" y="4718050"/>
          <p14:tracePt t="17603" x="5511800" y="4718050"/>
          <p14:tracePt t="17607" x="5497513" y="4718050"/>
          <p14:tracePt t="17608" x="5483225" y="4718050"/>
          <p14:tracePt t="17610" x="5470525" y="4718050"/>
          <p14:tracePt t="17613" x="5456238" y="4718050"/>
          <p14:tracePt t="17615" x="5441950" y="4718050"/>
          <p14:tracePt t="17619" x="5429250" y="4718050"/>
          <p14:tracePt t="17621" x="5429250" y="4705350"/>
          <p14:tracePt t="17706" x="5414963" y="4705350"/>
          <p14:tracePt t="17716" x="5400675" y="4705350"/>
          <p14:tracePt t="17722" x="5400675" y="4691063"/>
          <p14:tracePt t="17726" x="5387975" y="4691063"/>
          <p14:tracePt t="17731" x="5373688" y="4691063"/>
          <p14:tracePt t="17735" x="5373688" y="4676775"/>
          <p14:tracePt t="17740" x="5360988" y="4664075"/>
          <p14:tracePt t="17745" x="5346700" y="4664075"/>
          <p14:tracePt t="17752" x="5346700" y="4649788"/>
          <p14:tracePt t="17756" x="5332413" y="4649788"/>
          <p14:tracePt t="17759" x="5319713" y="4649788"/>
          <p14:tracePt t="17764" x="5319713" y="4635500"/>
          <p14:tracePt t="17766" x="5305425" y="4635500"/>
          <p14:tracePt t="17772" x="5291138" y="4635500"/>
          <p14:tracePt t="17776" x="5278438" y="4622800"/>
          <p14:tracePt t="17783" x="5278438" y="4608513"/>
          <p14:tracePt t="17786" x="5264150" y="4608513"/>
          <p14:tracePt t="17790" x="5249863" y="4608513"/>
          <p14:tracePt t="17799" x="5237163" y="4608513"/>
          <p14:tracePt t="17806" x="5222875" y="4608513"/>
          <p14:tracePt t="17807" x="5222875" y="4594225"/>
          <p14:tracePt t="17871" x="5210175" y="4594225"/>
          <p14:tracePt t="17875" x="5195888" y="4594225"/>
          <p14:tracePt t="17878" x="5195888" y="4581525"/>
          <p14:tracePt t="17883" x="5181600" y="4581525"/>
          <p14:tracePt t="17885" x="5168900" y="4581525"/>
          <p14:tracePt t="17891" x="5154613" y="4567238"/>
          <p14:tracePt t="17895" x="5140325" y="4567238"/>
          <p14:tracePt t="17897" x="5140325" y="4552950"/>
          <p14:tracePt t="17899" x="5127625" y="4552950"/>
          <p14:tracePt t="17904" x="5113338" y="4552950"/>
          <p14:tracePt t="17907" x="5099050" y="4552950"/>
          <p14:tracePt t="17911" x="5086350" y="4552950"/>
          <p14:tracePt t="17918" x="5072063" y="4552950"/>
          <p14:tracePt t="17948" x="5059363" y="4552950"/>
          <p14:tracePt t="18044" x="5059363" y="4540250"/>
          <p14:tracePt t="18473" x="5072063" y="4540250"/>
          <p14:tracePt t="18483" x="5086350" y="4540250"/>
          <p14:tracePt t="18497" x="5099050" y="4540250"/>
          <p14:tracePt t="18505" x="5113338" y="4540250"/>
          <p14:tracePt t="18522" x="5127625" y="4540250"/>
          <p14:tracePt t="18594" x="5140325" y="4540250"/>
          <p14:tracePt t="18615" x="5154613" y="4540250"/>
          <p14:tracePt t="18633" x="5168900" y="4540250"/>
          <p14:tracePt t="18645" x="5181600" y="4540250"/>
          <p14:tracePt t="18659" x="5195888" y="4540250"/>
          <p14:tracePt t="18668" x="5210175" y="4540250"/>
          <p14:tracePt t="18679" x="5222875" y="4540250"/>
          <p14:tracePt t="18681" x="5237163" y="4540250"/>
          <p14:tracePt t="18689" x="5249863" y="4540250"/>
          <p14:tracePt t="18695" x="5264150" y="4540250"/>
          <p14:tracePt t="18702" x="5278438" y="4540250"/>
          <p14:tracePt t="18705" x="5291138" y="4540250"/>
          <p14:tracePt t="18713" x="5305425" y="4540250"/>
          <p14:tracePt t="18722" x="5319713" y="4540250"/>
          <p14:tracePt t="18735" x="5332413" y="4540250"/>
          <p14:tracePt t="18769" x="5346700" y="4540250"/>
          <p14:tracePt t="18788" x="5360988" y="4540250"/>
          <p14:tracePt t="18799" x="5373688" y="4540250"/>
          <p14:tracePt t="18810" x="5387975" y="4540250"/>
          <p14:tracePt t="18813" x="5400675" y="4540250"/>
          <p14:tracePt t="18822" x="5414963" y="4540250"/>
          <p14:tracePt t="18834" x="5429250" y="4540250"/>
          <p14:tracePt t="18852" x="5441950" y="4540250"/>
          <p14:tracePt t="18858" x="5456238" y="4540250"/>
          <p14:tracePt t="18869" x="5470525" y="4540250"/>
          <p14:tracePt t="18883" x="5483225" y="4540250"/>
          <p14:tracePt t="18894" x="5497513" y="4540250"/>
          <p14:tracePt t="18900" x="5511800" y="4540250"/>
          <p14:tracePt t="18908" x="5524500" y="4540250"/>
          <p14:tracePt t="18915" x="5538788" y="4540250"/>
          <p14:tracePt t="18926" x="5551488" y="4540250"/>
          <p14:tracePt t="18929" x="5565775" y="4540250"/>
          <p14:tracePt t="18936" x="5580063" y="4540250"/>
          <p14:tracePt t="18943" x="5592763" y="4540250"/>
          <p14:tracePt t="18950" x="5607050" y="4540250"/>
          <p14:tracePt t="18957" x="5621338" y="4540250"/>
          <p14:tracePt t="18959" x="5634038" y="4540250"/>
          <p14:tracePt t="18966" x="5648325" y="4540250"/>
          <p14:tracePt t="18975" x="5662613" y="4540250"/>
          <p14:tracePt t="18986" x="5675313" y="4540250"/>
          <p14:tracePt t="18992" x="5689600" y="4540250"/>
          <p14:tracePt t="19006" x="5702300" y="4540250"/>
          <p14:tracePt t="19050" x="5716588" y="4540250"/>
          <p14:tracePt t="19069" x="5730875" y="4540250"/>
          <p14:tracePt t="19077" x="5743575" y="4540250"/>
          <p14:tracePt t="19093" x="5757863" y="4540250"/>
          <p14:tracePt t="19110" x="5772150" y="4540250"/>
          <p14:tracePt t="19124" x="5784850" y="4540250"/>
          <p14:tracePt t="19130" x="5799138" y="4540250"/>
          <p14:tracePt t="19142" x="5813425" y="4540250"/>
          <p14:tracePt t="19154" x="5826125" y="4540250"/>
          <p14:tracePt t="19164" x="5840413" y="4540250"/>
          <p14:tracePt t="19166" x="5853113" y="4540250"/>
          <p14:tracePt t="19173" x="5867400" y="4540250"/>
          <p14:tracePt t="19181" x="5881688" y="4540250"/>
          <p14:tracePt t="19187" x="5894388" y="4540250"/>
          <p14:tracePt t="19190" x="5908675" y="4540250"/>
          <p14:tracePt t="19198" x="5922963" y="4540250"/>
          <p14:tracePt t="19203" x="5935663" y="4540250"/>
          <p14:tracePt t="19213" x="5949950" y="4540250"/>
          <p14:tracePt t="19216" x="5964238" y="4540250"/>
          <p14:tracePt t="19227" x="5976938" y="4540250"/>
          <p14:tracePt t="19239" x="5991225" y="4540250"/>
          <p14:tracePt t="19249" x="6003925" y="4540250"/>
          <p14:tracePt t="19263" x="6018213" y="4540250"/>
          <p14:tracePt t="19269" x="6032500" y="4540250"/>
          <p14:tracePt t="19285" x="6045200" y="4540250"/>
          <p14:tracePt t="19447" x="6059488" y="4540250"/>
          <p14:tracePt t="19465" x="6073775" y="4540250"/>
          <p14:tracePt t="19472" x="6086475" y="4540250"/>
          <p14:tracePt t="19486" x="6100763" y="4540250"/>
          <p14:tracePt t="19545" x="6115050" y="4540250"/>
          <p14:tracePt t="19569" x="6127750" y="4540250"/>
          <p14:tracePt t="19575" x="6142038" y="4540250"/>
          <p14:tracePt t="19589" x="6154738" y="4540250"/>
          <p14:tracePt t="19624" x="6169025" y="4540250"/>
          <p14:tracePt t="19815" x="6183313" y="4540250"/>
          <p14:tracePt t="19918" x="6196013" y="4540250"/>
          <p14:tracePt t="19935" x="6210300" y="4540250"/>
          <p14:tracePt t="20018" x="6224588" y="4540250"/>
          <p14:tracePt t="20412" x="6210300" y="4552950"/>
          <p14:tracePt t="20414" x="6210300" y="4567238"/>
          <p14:tracePt t="20415" x="6196013" y="4567238"/>
          <p14:tracePt t="20417" x="6183313" y="4567238"/>
          <p14:tracePt t="20418" x="6183313" y="4581525"/>
          <p14:tracePt t="20420" x="6169025" y="4581525"/>
          <p14:tracePt t="20423" x="6169025" y="4594225"/>
          <p14:tracePt t="20424" x="6154738" y="4594225"/>
          <p14:tracePt t="20427" x="6142038" y="4608513"/>
          <p14:tracePt t="20427" x="6127750" y="4608513"/>
          <p14:tracePt t="20428" x="6127750" y="4622800"/>
          <p14:tracePt t="20429" x="6115050" y="4622800"/>
          <p14:tracePt t="20433" x="6100763" y="4635500"/>
          <p14:tracePt t="20435" x="6086475" y="4635500"/>
          <p14:tracePt t="20435" x="6073775" y="4649788"/>
          <p14:tracePt t="20438" x="6059488" y="4649788"/>
          <p14:tracePt t="20440" x="6059488" y="4664075"/>
          <p14:tracePt t="20441" x="6045200" y="4676775"/>
          <p14:tracePt t="20442" x="6032500" y="4676775"/>
          <p14:tracePt t="20445" x="6018213" y="4691063"/>
          <p14:tracePt t="20447" x="5991225" y="4691063"/>
          <p14:tracePt t="20447" x="5991225" y="4705350"/>
          <p14:tracePt t="20449" x="5976938" y="4705350"/>
          <p14:tracePt t="20450" x="5976938" y="4718050"/>
          <p14:tracePt t="20453" x="5964238" y="4718050"/>
          <p14:tracePt t="20454" x="5949950" y="4718050"/>
          <p14:tracePt t="20455" x="5949950" y="4732338"/>
          <p14:tracePt t="20456" x="5935663" y="4732338"/>
          <p14:tracePt t="20458" x="5922963" y="4732338"/>
          <p14:tracePt t="20460" x="5908675" y="4745038"/>
          <p14:tracePt t="20462" x="5894388" y="4745038"/>
          <p14:tracePt t="20463" x="5881688" y="4759325"/>
          <p14:tracePt t="20465" x="5867400" y="4773613"/>
          <p14:tracePt t="20467" x="5853113" y="4773613"/>
          <p14:tracePt t="20468" x="5840413" y="4773613"/>
          <p14:tracePt t="20469" x="5840413" y="4786313"/>
          <p14:tracePt t="20469" x="5826125" y="4786313"/>
          <p14:tracePt t="20472" x="5813425" y="4786313"/>
          <p14:tracePt t="20473" x="5813425" y="4800600"/>
          <p14:tracePt t="20475" x="5784850" y="4800600"/>
          <p14:tracePt t="20477" x="5772150" y="4814888"/>
          <p14:tracePt t="20480" x="5757863" y="4814888"/>
          <p14:tracePt t="20480" x="5743575" y="4814888"/>
          <p14:tracePt t="20483" x="5743575" y="4827588"/>
          <p14:tracePt t="20485" x="5730875" y="4827588"/>
          <p14:tracePt t="20486" x="5716588" y="4827588"/>
          <p14:tracePt t="20488" x="5702300" y="4827588"/>
          <p14:tracePt t="20490" x="5689600" y="4841875"/>
          <p14:tracePt t="20495" x="5662613" y="4856163"/>
          <p14:tracePt t="20498" x="5648325" y="4856163"/>
          <p14:tracePt t="20502" x="5634038" y="4856163"/>
          <p14:tracePt t="20505" x="5621338" y="4868863"/>
          <p14:tracePt t="20508" x="5607050" y="4868863"/>
          <p14:tracePt t="20509" x="5592763" y="4868863"/>
          <p14:tracePt t="20514" x="5580063" y="4868863"/>
          <p14:tracePt t="20518" x="5565775" y="4883150"/>
          <p14:tracePt t="20521" x="5551488" y="4883150"/>
          <p14:tracePt t="20524" x="5538788" y="4883150"/>
          <p14:tracePt t="20528" x="5524500" y="4883150"/>
          <p14:tracePt t="20534" x="5497513" y="4883150"/>
          <p14:tracePt t="20538" x="5483225" y="4883150"/>
          <p14:tracePt t="20540" x="5470525" y="4883150"/>
          <p14:tracePt t="20542" x="5456238" y="4895850"/>
          <p14:tracePt t="20545" x="5441950" y="4895850"/>
          <p14:tracePt t="20546" x="5441950" y="4910138"/>
          <p14:tracePt t="20548" x="5429250" y="4910138"/>
          <p14:tracePt t="20549" x="5414963" y="4910138"/>
          <p14:tracePt t="20553" x="5400675" y="4910138"/>
          <p14:tracePt t="20553" x="5387975" y="4910138"/>
          <p14:tracePt t="20555" x="5387975" y="4924425"/>
          <p14:tracePt t="20556" x="5360988" y="4924425"/>
          <p14:tracePt t="20559" x="5346700" y="4924425"/>
          <p14:tracePt t="20561" x="5319713" y="4937125"/>
          <p14:tracePt t="20563" x="5305425" y="4937125"/>
          <p14:tracePt t="20565" x="5291138" y="4951413"/>
          <p14:tracePt t="20566" x="5264150" y="4951413"/>
          <p14:tracePt t="20571" x="5237163" y="4965700"/>
          <p14:tracePt t="20571" x="5222875" y="4965700"/>
          <p14:tracePt t="20572" x="5210175" y="4965700"/>
          <p14:tracePt t="20573" x="5195888" y="4965700"/>
          <p14:tracePt t="20575" x="5168900" y="4978400"/>
          <p14:tracePt t="20577" x="5154613" y="4978400"/>
          <p14:tracePt t="20578" x="5140325" y="4992688"/>
          <p14:tracePt t="20579" x="5127625" y="4992688"/>
          <p14:tracePt t="20580" x="5099050" y="4992688"/>
          <p14:tracePt t="20582" x="5072063" y="4992688"/>
          <p14:tracePt t="20585" x="5045075" y="5006975"/>
          <p14:tracePt t="20586" x="5030788" y="5019675"/>
          <p14:tracePt t="20587" x="5003800" y="5019675"/>
          <p14:tracePt t="20589" x="4989513" y="5019675"/>
          <p14:tracePt t="20590" x="4976813" y="5019675"/>
          <p14:tracePt t="20591" x="4962525" y="5019675"/>
          <p14:tracePt t="20592" x="4948238" y="5033963"/>
          <p14:tracePt t="20593" x="4935538" y="5033963"/>
          <p14:tracePt t="20594" x="4921250" y="5048250"/>
          <p14:tracePt t="20596" x="4908550" y="5048250"/>
          <p14:tracePt t="20598" x="4894263" y="5048250"/>
          <p14:tracePt t="20599" x="4879975" y="5048250"/>
          <p14:tracePt t="20600" x="4867275" y="5048250"/>
          <p14:tracePt t="20601" x="4852988" y="5060950"/>
          <p14:tracePt t="20603" x="4826000" y="5060950"/>
          <p14:tracePt t="20605" x="4797425" y="5060950"/>
          <p14:tracePt t="20608" x="4784725" y="5075238"/>
          <p14:tracePt t="20611" x="4743450" y="5087938"/>
          <p14:tracePt t="20612" x="4716463" y="5087938"/>
          <p14:tracePt t="20614" x="4702175" y="5087938"/>
          <p14:tracePt t="20615" x="4687888" y="5087938"/>
          <p14:tracePt t="20617" x="4675188" y="5102225"/>
          <p14:tracePt t="20618" x="4660900" y="5102225"/>
          <p14:tracePt t="20619" x="4646613" y="5116513"/>
          <p14:tracePt t="20621" x="4633913" y="5116513"/>
          <p14:tracePt t="20623" x="4606925" y="5116513"/>
          <p14:tracePt t="20626" x="4592638" y="5116513"/>
          <p14:tracePt t="20626" x="4578350" y="5129213"/>
          <p14:tracePt t="20629" x="4565650" y="5129213"/>
          <p14:tracePt t="20631" x="4537075" y="5129213"/>
          <p14:tracePt t="20632" x="4537075" y="5143500"/>
          <p14:tracePt t="20633" x="4524375" y="5143500"/>
          <p14:tracePt t="20634" x="4510088" y="5157788"/>
          <p14:tracePt t="20635" x="4497388" y="5157788"/>
          <p14:tracePt t="20637" x="4483100" y="5157788"/>
          <p14:tracePt t="20639" x="4468813" y="5157788"/>
          <p14:tracePt t="20641" x="4456113" y="5157788"/>
          <p14:tracePt t="20643" x="4441825" y="5157788"/>
          <p14:tracePt t="20644" x="4441825" y="5170488"/>
          <p14:tracePt t="20647" x="4427538" y="5170488"/>
          <p14:tracePt t="20649" x="4414838" y="5170488"/>
          <p14:tracePt t="20653" x="4400550" y="5170488"/>
          <p14:tracePt t="20655" x="4386263" y="5170488"/>
          <p14:tracePt t="20660" x="4373563" y="5170488"/>
          <p14:tracePt t="20662" x="4359275" y="5170488"/>
          <p14:tracePt t="20665" x="4346575" y="5170488"/>
          <p14:tracePt t="20666" x="4346575" y="5184775"/>
          <p14:tracePt t="20667" x="4332288" y="5184775"/>
          <p14:tracePt t="20672" x="4318000" y="5184775"/>
          <p14:tracePt t="20673" x="4305300" y="5184775"/>
          <p14:tracePt t="20675" x="4291013" y="5184775"/>
          <p14:tracePt t="20676" x="4276725" y="5184775"/>
          <p14:tracePt t="20678" x="4264025" y="5184775"/>
          <p14:tracePt t="20681" x="4249738" y="5184775"/>
          <p14:tracePt t="20681" x="4235450" y="5199063"/>
          <p14:tracePt t="20683" x="4222750" y="5199063"/>
          <p14:tracePt t="20685" x="4208463" y="5199063"/>
          <p14:tracePt t="20688" x="4181475" y="5211763"/>
          <p14:tracePt t="20689" x="4167188" y="5211763"/>
          <p14:tracePt t="20691" x="4140200" y="5211763"/>
          <p14:tracePt t="20693" x="4125913" y="5211763"/>
          <p14:tracePt t="20696" x="4084638" y="5226050"/>
          <p14:tracePt t="20697" x="4071938" y="5226050"/>
          <p14:tracePt t="20699" x="4057650" y="5226050"/>
          <p14:tracePt t="20700" x="4044950" y="5226050"/>
          <p14:tracePt t="20702" x="4030663" y="5238750"/>
          <p14:tracePt t="20703" x="4016375" y="5238750"/>
          <p14:tracePt t="20705" x="4003675" y="5238750"/>
          <p14:tracePt t="20708" x="3989388" y="5238750"/>
          <p14:tracePt t="20709" x="3975100" y="5238750"/>
          <p14:tracePt t="20710" x="3962400" y="5238750"/>
          <p14:tracePt t="20715" x="3948113" y="5253038"/>
          <p14:tracePt t="20719" x="3933825" y="5253038"/>
          <p14:tracePt t="20720" x="3921125" y="5253038"/>
          <p14:tracePt t="20729" x="3906838" y="5253038"/>
          <p14:tracePt t="20733" x="3894138" y="5253038"/>
          <p14:tracePt t="20738" x="3879850" y="5267325"/>
          <p14:tracePt t="20743" x="3865563" y="5267325"/>
          <p14:tracePt t="20752" x="3852863" y="5280025"/>
          <p14:tracePt t="20758" x="3838575" y="5280025"/>
          <p14:tracePt t="20765" x="3824288" y="5280025"/>
          <p14:tracePt t="20775" x="3811588" y="5280025"/>
          <p14:tracePt t="20779" x="3797300" y="5280025"/>
          <p14:tracePt t="20788" x="3783013" y="5280025"/>
          <p14:tracePt t="20795" x="3770313" y="5280025"/>
          <p14:tracePt t="20799" x="3756025" y="5280025"/>
          <p14:tracePt t="20800" x="3743325" y="5280025"/>
          <p14:tracePt t="20805" x="3729038" y="5280025"/>
          <p14:tracePt t="20810" x="3702050" y="5280025"/>
          <p14:tracePt t="20813" x="3687763" y="5294313"/>
          <p14:tracePt t="20818" x="3660775" y="5294313"/>
          <p14:tracePt t="20820" x="3646488" y="5294313"/>
          <p14:tracePt t="20821" x="3632200" y="5294313"/>
          <p14:tracePt t="20823" x="3619500" y="5294313"/>
          <p14:tracePt t="20827" x="3592513" y="5294313"/>
          <p14:tracePt t="20828" x="3563938" y="5308600"/>
          <p14:tracePt t="20830" x="3551238" y="5308600"/>
          <p14:tracePt t="20832" x="3536950" y="5308600"/>
          <p14:tracePt t="20833" x="3522663" y="5308600"/>
          <p14:tracePt t="20834" x="3509963" y="5308600"/>
          <p14:tracePt t="20835" x="3495675" y="5308600"/>
          <p14:tracePt t="20837" x="3481388" y="5308600"/>
          <p14:tracePt t="20838" x="3468688" y="5308600"/>
          <p14:tracePt t="20841" x="3441700" y="5308600"/>
          <p14:tracePt t="20843" x="3427413" y="5321300"/>
          <p14:tracePt t="20843" x="3413125" y="5321300"/>
          <p14:tracePt t="20847" x="3386138" y="5321300"/>
          <p14:tracePt t="20848" x="3371850" y="5321300"/>
          <p14:tracePt t="20850" x="3344863" y="5321300"/>
          <p14:tracePt t="20854" x="3330575" y="5321300"/>
          <p14:tracePt t="20855" x="3317875" y="5321300"/>
          <p14:tracePt t="20857" x="3303588" y="5321300"/>
          <p14:tracePt t="20860" x="3290888" y="5321300"/>
          <p14:tracePt t="20862" x="3276600" y="5335588"/>
          <p14:tracePt t="20863" x="3262313" y="5335588"/>
          <p14:tracePt t="20865" x="3249613" y="5349875"/>
          <p14:tracePt t="20866" x="3235325" y="5349875"/>
          <p14:tracePt t="20870" x="3221038" y="5349875"/>
          <p14:tracePt t="20872" x="3208338" y="5349875"/>
          <p14:tracePt t="20873" x="3194050" y="5349875"/>
          <p14:tracePt t="20875" x="3179763" y="5349875"/>
          <p14:tracePt t="20876" x="3179763" y="5362575"/>
          <p14:tracePt t="20878" x="3167063" y="5362575"/>
          <p14:tracePt t="20880" x="3152775" y="5362575"/>
          <p14:tracePt t="20882" x="3140075" y="5362575"/>
          <p14:tracePt t="20884" x="3125788" y="5362575"/>
          <p14:tracePt t="20884" x="3111500" y="5362575"/>
          <p14:tracePt t="20885" x="3111500" y="5376863"/>
          <p14:tracePt t="20886" x="3098800" y="5376863"/>
          <p14:tracePt t="20889" x="3084513" y="5376863"/>
          <p14:tracePt t="20891" x="3070225" y="5391150"/>
          <p14:tracePt t="20893" x="3043238" y="5391150"/>
          <p14:tracePt t="20893" x="3043238" y="5403850"/>
          <p14:tracePt t="20896" x="3016250" y="5403850"/>
          <p14:tracePt t="20898" x="3001963" y="5403850"/>
          <p14:tracePt t="20899" x="2989263" y="5418138"/>
          <p14:tracePt t="20903" x="2974975" y="5430838"/>
          <p14:tracePt t="20904" x="2960688" y="5430838"/>
          <p14:tracePt t="20905" x="2947988" y="5430838"/>
          <p14:tracePt t="20907" x="2933700" y="5430838"/>
          <p14:tracePt t="20909" x="2933700" y="5445125"/>
          <p14:tracePt t="20910" x="2919413" y="5445125"/>
          <p14:tracePt t="20912" x="2906713" y="5445125"/>
          <p14:tracePt t="20914" x="2892425" y="5445125"/>
          <p14:tracePt t="20915" x="2878138" y="5445125"/>
          <p14:tracePt t="20918" x="2865438" y="5445125"/>
          <p14:tracePt t="20920" x="2851150" y="5459413"/>
          <p14:tracePt t="20924" x="2824163" y="5459413"/>
          <p14:tracePt t="20927" x="2809875" y="5459413"/>
          <p14:tracePt t="20930" x="2797175" y="5459413"/>
          <p14:tracePt t="20932" x="2782888" y="5472113"/>
          <p14:tracePt t="20935" x="2768600" y="5472113"/>
          <p14:tracePt t="20938" x="2768600" y="5486400"/>
          <p14:tracePt t="20939" x="2741613" y="5486400"/>
          <p14:tracePt t="20942" x="2728913" y="5486400"/>
          <p14:tracePt t="20944" x="2714625" y="5486400"/>
          <p14:tracePt t="20946" x="2700338" y="5486400"/>
          <p14:tracePt t="20947" x="2700338" y="5500688"/>
          <p14:tracePt t="20949" x="2673350" y="5513388"/>
          <p14:tracePt t="20953" x="2659063" y="5513388"/>
          <p14:tracePt t="20957" x="2646363" y="5513388"/>
          <p14:tracePt t="20962" x="2632075" y="5513388"/>
          <p14:tracePt t="20965" x="2617788" y="5527675"/>
          <p14:tracePt t="20971" x="2605088" y="5527675"/>
          <p14:tracePt t="20978" x="2605088" y="5541963"/>
          <p14:tracePt t="21034" x="2617788" y="5541963"/>
          <p14:tracePt t="21036" x="2632075" y="5541963"/>
          <p14:tracePt t="21040" x="2646363" y="5541963"/>
          <p14:tracePt t="21041" x="2646363" y="5554663"/>
          <p14:tracePt t="21042" x="2659063" y="5554663"/>
          <p14:tracePt t="21047" x="2673350" y="5554663"/>
          <p14:tracePt t="21049" x="2687638" y="5554663"/>
          <p14:tracePt t="21050" x="2700338" y="5554663"/>
          <p14:tracePt t="21053" x="2714625" y="5554663"/>
          <p14:tracePt t="21055" x="2728913" y="5554663"/>
          <p14:tracePt t="21056" x="2728913" y="5568950"/>
          <p14:tracePt t="21057" x="2741613" y="5568950"/>
          <p14:tracePt t="21059" x="2755900" y="5568950"/>
          <p14:tracePt t="21061" x="2768600" y="5568950"/>
          <p14:tracePt t="21063" x="2782888" y="5581650"/>
          <p14:tracePt t="21064" x="2797175" y="5581650"/>
          <p14:tracePt t="21068" x="2809875" y="5581650"/>
          <p14:tracePt t="21069" x="2838450" y="5581650"/>
          <p14:tracePt t="21070" x="2851150" y="5581650"/>
          <p14:tracePt t="21072" x="2865438" y="5581650"/>
          <p14:tracePt t="21073" x="2878138" y="5581650"/>
          <p14:tracePt t="21074" x="2892425" y="5581650"/>
          <p14:tracePt t="21075" x="2906713" y="5595938"/>
          <p14:tracePt t="21077" x="2919413" y="5595938"/>
          <p14:tracePt t="21079" x="2933700" y="5595938"/>
          <p14:tracePt t="21080" x="2947988" y="5595938"/>
          <p14:tracePt t="21081" x="2974975" y="5595938"/>
          <p14:tracePt t="21084" x="2989263" y="5595938"/>
          <p14:tracePt t="21085" x="3016250" y="5595938"/>
          <p14:tracePt t="21086" x="3016250" y="5610225"/>
          <p14:tracePt t="21087" x="3028950" y="5610225"/>
          <p14:tracePt t="21088" x="3043238" y="5610225"/>
          <p14:tracePt t="21089" x="3057525" y="5610225"/>
          <p14:tracePt t="21091" x="3084513" y="5610225"/>
          <p14:tracePt t="21092" x="3098800" y="5610225"/>
          <p14:tracePt t="21093" x="3111500" y="5610225"/>
          <p14:tracePt t="21094" x="3125788" y="5610225"/>
          <p14:tracePt t="21095" x="3152775" y="5610225"/>
          <p14:tracePt t="21097" x="3179763" y="5610225"/>
          <p14:tracePt t="21099" x="3208338" y="5622925"/>
          <p14:tracePt t="21101" x="3221038" y="5622925"/>
          <p14:tracePt t="21102" x="3249613" y="5622925"/>
          <p14:tracePt t="21104" x="3262313" y="5622925"/>
          <p14:tracePt t="21105" x="3290888" y="5622925"/>
          <p14:tracePt t="21107" x="3303588" y="5622925"/>
          <p14:tracePt t="21108" x="3330575" y="5622925"/>
          <p14:tracePt t="21109" x="3344863" y="5622925"/>
          <p14:tracePt t="21111" x="3359150" y="5622925"/>
          <p14:tracePt t="21112" x="3371850" y="5622925"/>
          <p14:tracePt t="21113" x="3386138" y="5622925"/>
          <p14:tracePt t="21114" x="3400425" y="5622925"/>
          <p14:tracePt t="21115" x="3413125" y="5622925"/>
          <p14:tracePt t="21116" x="3427413" y="5622925"/>
          <p14:tracePt t="21117" x="3441700" y="5622925"/>
          <p14:tracePt t="21119" x="3454400" y="5622925"/>
          <p14:tracePt t="21120" x="3468688" y="5622925"/>
          <p14:tracePt t="21121" x="3481388" y="5622925"/>
          <p14:tracePt t="21122" x="3495675" y="5622925"/>
          <p14:tracePt t="21123" x="3509963" y="5622925"/>
          <p14:tracePt t="21125" x="3522663" y="5622925"/>
          <p14:tracePt t="21126" x="3536950" y="5622925"/>
          <p14:tracePt t="21128" x="3563938" y="5622925"/>
          <p14:tracePt t="21130" x="3578225" y="5622925"/>
          <p14:tracePt t="21132" x="3592513" y="5637213"/>
          <p14:tracePt t="21133" x="3605213" y="5637213"/>
          <p14:tracePt t="21135" x="3619500" y="5637213"/>
          <p14:tracePt t="21136" x="3632200" y="5637213"/>
          <p14:tracePt t="21139" x="3646488" y="5637213"/>
          <p14:tracePt t="21141" x="3660775" y="5651500"/>
          <p14:tracePt t="21145" x="3687763" y="5651500"/>
          <p14:tracePt t="21149" x="3702050" y="5651500"/>
          <p14:tracePt t="21152" x="3714750" y="5651500"/>
          <p14:tracePt t="21157" x="3729038" y="5651500"/>
          <p14:tracePt t="21158" x="3743325" y="5651500"/>
          <p14:tracePt t="21169" x="3756025" y="5651500"/>
          <p14:tracePt t="21280" x="3770313" y="5651500"/>
          <p14:tracePt t="21313" x="3783013" y="5651500"/>
          <p14:tracePt t="21325" x="3797300" y="5651500"/>
          <p14:tracePt t="21330" x="3811588" y="5651500"/>
          <p14:tracePt t="21335" x="3824288" y="5651500"/>
          <p14:tracePt t="21341" x="3838575" y="5651500"/>
          <p14:tracePt t="21346" x="3865563" y="5651500"/>
          <p14:tracePt t="21351" x="3879850" y="5651500"/>
          <p14:tracePt t="21352" x="3894138" y="5651500"/>
          <p14:tracePt t="21356" x="3906838" y="5651500"/>
          <p14:tracePt t="21362" x="3921125" y="5651500"/>
          <p14:tracePt t="21364" x="3933825" y="5651500"/>
          <p14:tracePt t="21367" x="3948113" y="5651500"/>
          <p14:tracePt t="21372" x="3962400" y="5651500"/>
          <p14:tracePt t="21375" x="3975100" y="5651500"/>
          <p14:tracePt t="21382" x="3989388" y="5651500"/>
          <p14:tracePt t="21390" x="4003675" y="5651500"/>
          <p14:tracePt t="21401" x="4016375" y="5651500"/>
          <p14:tracePt t="21479" x="4030663" y="5651500"/>
          <p14:tracePt t="21489" x="4044950" y="5651500"/>
          <p14:tracePt t="21502" x="4057650" y="5651500"/>
          <p14:tracePt t="21508" x="4071938" y="5651500"/>
          <p14:tracePt t="21525" x="4084638" y="5651500"/>
          <p14:tracePt t="21578" x="4098925" y="5651500"/>
          <p14:tracePt t="21582" x="4098925" y="5637213"/>
          <p14:tracePt t="21585" x="4113213" y="5637213"/>
          <p14:tracePt t="21591" x="4125913" y="5637213"/>
          <p14:tracePt t="21596" x="4140200" y="5637213"/>
          <p14:tracePt t="21599" x="4154488" y="5637213"/>
          <p14:tracePt t="21604" x="4167188" y="5637213"/>
          <p14:tracePt t="21609" x="4181475" y="5637213"/>
          <p14:tracePt t="21615" x="4195763" y="5622925"/>
          <p14:tracePt t="21621" x="4208463" y="5622925"/>
          <p14:tracePt t="21628" x="4222750" y="5622925"/>
          <p14:tracePt t="21632" x="4235450" y="5622925"/>
          <p14:tracePt t="21645" x="4249738" y="5622925"/>
          <p14:tracePt t="21663" x="4264025" y="5622925"/>
          <p14:tracePt t="21684" x="4276725" y="5622925"/>
          <p14:tracePt t="21699" x="4291013" y="5622925"/>
          <p14:tracePt t="21718" x="4305300" y="5622925"/>
          <p14:tracePt t="21726" x="4318000" y="5622925"/>
          <p14:tracePt t="21736" x="4332288" y="5622925"/>
          <p14:tracePt t="21738" x="4346575" y="5622925"/>
          <p14:tracePt t="21747" x="4359275" y="5622925"/>
          <p14:tracePt t="21757" x="4373563" y="5622925"/>
          <p14:tracePt t="21769" x="4386263" y="5622925"/>
          <p14:tracePt t="21781" x="4400550" y="5622925"/>
          <p14:tracePt t="21792" x="4414838" y="5622925"/>
          <p14:tracePt t="21813" x="4427538" y="5622925"/>
          <p14:tracePt t="21847" x="4441825" y="5622925"/>
          <p14:tracePt t="21863" x="4456113" y="5622925"/>
          <p14:tracePt t="21867" x="4468813" y="5622925"/>
          <p14:tracePt t="21878" x="4483100" y="5622925"/>
          <p14:tracePt t="21893" x="4497388" y="5622925"/>
          <p14:tracePt t="22152" x="4483100" y="5622925"/>
          <p14:tracePt t="22160" x="4468813" y="5622925"/>
          <p14:tracePt t="22162" x="4456113" y="5622925"/>
          <p14:tracePt t="22170" x="4441825" y="5622925"/>
          <p14:tracePt t="22177" x="4427538" y="5622925"/>
          <p14:tracePt t="22182" x="4414838" y="5622925"/>
          <p14:tracePt t="22185" x="4400550" y="5622925"/>
          <p14:tracePt t="22190" x="4386263" y="5622925"/>
          <p14:tracePt t="22193" x="4373563" y="5622925"/>
          <p14:tracePt t="22196" x="4359275" y="5622925"/>
          <p14:tracePt t="22201" x="4346575" y="5622925"/>
          <p14:tracePt t="22202" x="4332288" y="5622925"/>
          <p14:tracePt t="22206" x="4318000" y="5622925"/>
          <p14:tracePt t="22208" x="4305300" y="5622925"/>
          <p14:tracePt t="22213" x="4291013" y="5622925"/>
          <p14:tracePt t="22213" x="4276725" y="5637213"/>
          <p14:tracePt t="22217" x="4264025" y="5637213"/>
          <p14:tracePt t="22222" x="4249738" y="5637213"/>
          <p14:tracePt t="22224" x="4235450" y="5637213"/>
          <p14:tracePt t="22226" x="4222750" y="5637213"/>
          <p14:tracePt t="22230" x="4208463" y="5637213"/>
          <p14:tracePt t="22235" x="4208463" y="5651500"/>
          <p14:tracePt t="22237" x="4195763" y="5651500"/>
          <p14:tracePt t="22249" x="4181475" y="5651500"/>
          <p14:tracePt t="22317" x="4167188" y="5651500"/>
          <p14:tracePt t="22730" x="4181475" y="5651500"/>
          <p14:tracePt t="22740" x="4195763" y="5651500"/>
          <p14:tracePt t="22750" x="4208463" y="5651500"/>
          <p14:tracePt t="22755" x="4222750" y="5651500"/>
          <p14:tracePt t="22758" x="4235450" y="5651500"/>
          <p14:tracePt t="22763" x="4249738" y="5651500"/>
          <p14:tracePt t="22765" x="4264025" y="5651500"/>
          <p14:tracePt t="22770" x="4291013" y="5651500"/>
          <p14:tracePt t="22773" x="4305300" y="5651500"/>
          <p14:tracePt t="22774" x="4318000" y="5651500"/>
          <p14:tracePt t="22778" x="4332288" y="5651500"/>
          <p14:tracePt t="22779" x="4346575" y="5651500"/>
          <p14:tracePt t="22783" x="4373563" y="5651500"/>
          <p14:tracePt t="22786" x="4386263" y="5651500"/>
          <p14:tracePt t="22788" x="4400550" y="5651500"/>
          <p14:tracePt t="22792" x="4427538" y="5651500"/>
          <p14:tracePt t="22794" x="4441825" y="5651500"/>
          <p14:tracePt t="22797" x="4456113" y="5651500"/>
          <p14:tracePt t="22799" x="4468813" y="5651500"/>
          <p14:tracePt t="22802" x="4483100" y="5651500"/>
          <p14:tracePt t="22803" x="4497388" y="5651500"/>
          <p14:tracePt t="22806" x="4510088" y="5651500"/>
          <p14:tracePt t="22807" x="4524375" y="5651500"/>
          <p14:tracePt t="22808" x="4537075" y="5651500"/>
          <p14:tracePt t="22810" x="4551363" y="5651500"/>
          <p14:tracePt t="22813" x="4565650" y="5651500"/>
          <p14:tracePt t="22814" x="4578350" y="5651500"/>
          <p14:tracePt t="22816" x="4592638" y="5651500"/>
          <p14:tracePt t="22818" x="4606925" y="5651500"/>
          <p14:tracePt t="22819" x="4619625" y="5651500"/>
          <p14:tracePt t="22822" x="4633913" y="5651500"/>
          <p14:tracePt t="22825" x="4660900" y="5651500"/>
          <p14:tracePt t="22827" x="4675188" y="5651500"/>
          <p14:tracePt t="22828" x="4687888" y="5651500"/>
          <p14:tracePt t="22830" x="4702175" y="5651500"/>
          <p14:tracePt t="22832" x="4716463" y="5651500"/>
          <p14:tracePt t="22834" x="4729163" y="5637213"/>
          <p14:tracePt t="22836" x="4743450" y="5637213"/>
          <p14:tracePt t="22838" x="4757738" y="5637213"/>
          <p14:tracePt t="22841" x="4784725" y="5637213"/>
          <p14:tracePt t="22843" x="4797425" y="5637213"/>
          <p14:tracePt t="22846" x="4811713" y="5637213"/>
          <p14:tracePt t="22848" x="4826000" y="5637213"/>
          <p14:tracePt t="22852" x="4838700" y="5637213"/>
          <p14:tracePt t="22853" x="4852988" y="5637213"/>
          <p14:tracePt t="22855" x="4867275" y="5637213"/>
          <p14:tracePt t="22857" x="4879975" y="5637213"/>
          <p14:tracePt t="22859" x="4894263" y="5637213"/>
          <p14:tracePt t="22864" x="4908550" y="5637213"/>
          <p14:tracePt t="22864" x="4921250" y="5637213"/>
          <p14:tracePt t="22869" x="4935538" y="5637213"/>
          <p14:tracePt t="22873" x="4948238" y="5637213"/>
          <p14:tracePt t="22876" x="4962525" y="5637213"/>
          <p14:tracePt t="22883" x="4976813" y="5637213"/>
          <p14:tracePt t="22903" x="4989513" y="5637213"/>
          <p14:tracePt t="22912" x="4989513" y="5622925"/>
          <p14:tracePt t="23684" x="5003800" y="5622925"/>
          <p14:tracePt t="23685" x="5018088" y="5622925"/>
          <p14:tracePt t="23689" x="5030788" y="5622925"/>
          <p14:tracePt t="23691" x="5045075" y="5622925"/>
          <p14:tracePt t="23691" x="5059363" y="5622925"/>
          <p14:tracePt t="23694" x="5072063" y="5622925"/>
          <p14:tracePt t="23696" x="5086350" y="5622925"/>
          <p14:tracePt t="23698" x="5099050" y="5622925"/>
          <p14:tracePt t="23698" x="5113338" y="5622925"/>
          <p14:tracePt t="23699" x="5127625" y="5622925"/>
          <p14:tracePt t="23701" x="5140325" y="5622925"/>
          <p14:tracePt t="23703" x="5168900" y="5622925"/>
          <p14:tracePt t="23704" x="5181600" y="5622925"/>
          <p14:tracePt t="23705" x="5210175" y="5622925"/>
          <p14:tracePt t="23706" x="5237163" y="5622925"/>
          <p14:tracePt t="23708" x="5249863" y="5622925"/>
          <p14:tracePt t="23709" x="5278438" y="5622925"/>
          <p14:tracePt t="23710" x="5291138" y="5622925"/>
          <p14:tracePt t="23711" x="5305425" y="5622925"/>
          <p14:tracePt t="23711" x="5332413" y="5622925"/>
          <p14:tracePt t="23713" x="5360988" y="5622925"/>
          <p14:tracePt t="23715" x="5400675" y="5622925"/>
          <p14:tracePt t="23716" x="5441950" y="5622925"/>
          <p14:tracePt t="23717" x="5470525" y="5622925"/>
          <p14:tracePt t="23718" x="5483225" y="5622925"/>
          <p14:tracePt t="23719" x="5497513" y="5622925"/>
          <p14:tracePt t="23720" x="5511800" y="5622925"/>
          <p14:tracePt t="23722" x="5524500" y="5622925"/>
          <p14:tracePt t="23723" x="5551488" y="5622925"/>
          <p14:tracePt t="23724" x="5565775" y="5622925"/>
          <p14:tracePt t="23724" x="5580063" y="5622925"/>
          <p14:tracePt t="23725" x="5607050" y="5622925"/>
          <p14:tracePt t="23729" x="5621338" y="5622925"/>
          <p14:tracePt t="23730" x="5648325" y="5622925"/>
          <p14:tracePt t="23731" x="5662613" y="5622925"/>
          <p14:tracePt t="23731" x="5675313" y="5622925"/>
          <p14:tracePt t="23732" x="5702300" y="5622925"/>
          <p14:tracePt t="23733" x="5716588" y="5622925"/>
          <p14:tracePt t="23734" x="5730875" y="5622925"/>
          <p14:tracePt t="23736" x="5743575" y="5622925"/>
          <p14:tracePt t="23737" x="5757863" y="5622925"/>
          <p14:tracePt t="23738" x="5772150" y="5622925"/>
          <p14:tracePt t="23739" x="5799138" y="5637213"/>
          <p14:tracePt t="23741" x="5813425" y="5637213"/>
          <p14:tracePt t="23743" x="5826125" y="5637213"/>
          <p14:tracePt t="23744" x="5840413" y="5637213"/>
          <p14:tracePt t="23745" x="5867400" y="5637213"/>
          <p14:tracePt t="23746" x="5867400" y="5651500"/>
          <p14:tracePt t="23747" x="5894388" y="5651500"/>
          <p14:tracePt t="23748" x="5908675" y="5651500"/>
          <p14:tracePt t="23750" x="5922963" y="5651500"/>
          <p14:tracePt t="23751" x="5935663" y="5651500"/>
          <p14:tracePt t="23751" x="5964238" y="5651500"/>
          <p14:tracePt t="23752" x="5976938" y="5651500"/>
          <p14:tracePt t="23753" x="5991225" y="5664200"/>
          <p14:tracePt t="23754" x="6003925" y="5664200"/>
          <p14:tracePt t="23755" x="6032500" y="5664200"/>
          <p14:tracePt t="23757" x="6059488" y="5664200"/>
          <p14:tracePt t="23758" x="6073775" y="5664200"/>
          <p14:tracePt t="23759" x="6086475" y="5664200"/>
          <p14:tracePt t="23760" x="6115050" y="5664200"/>
          <p14:tracePt t="23761" x="6127750" y="5678488"/>
          <p14:tracePt t="23764" x="6142038" y="5678488"/>
          <p14:tracePt t="23765" x="6154738" y="5678488"/>
          <p14:tracePt t="23766" x="6183313" y="5678488"/>
          <p14:tracePt t="23770" x="6210300" y="5678488"/>
          <p14:tracePt t="23771" x="6224588" y="5678488"/>
          <p14:tracePt t="23773" x="6237288" y="5678488"/>
          <p14:tracePt t="23774" x="6251575" y="5678488"/>
          <p14:tracePt t="23779" x="6265863" y="5678488"/>
          <p14:tracePt t="23904" x="6265863" y="5692775"/>
          <p14:tracePt t="23924" x="6265863" y="5705475"/>
          <p14:tracePt t="23940" x="6251575" y="5705475"/>
          <p14:tracePt t="23944" x="6237288" y="5705475"/>
          <p14:tracePt t="23952" x="6224588" y="5705475"/>
          <p14:tracePt t="23956" x="6210300" y="5705475"/>
          <p14:tracePt t="23962" x="6196013" y="5705475"/>
          <p14:tracePt t="23965" x="6183313" y="5705475"/>
          <p14:tracePt t="23969" x="6169025" y="5705475"/>
          <p14:tracePt t="23973" x="6154738" y="5705475"/>
          <p14:tracePt t="23978" x="6142038" y="5705475"/>
          <p14:tracePt t="23979" x="6127750" y="5705475"/>
          <p14:tracePt t="23985" x="6115050" y="5705475"/>
          <p14:tracePt t="23991" x="6100763" y="5705475"/>
          <p14:tracePt t="23997" x="6086475" y="5705475"/>
          <p14:tracePt t="24002" x="6073775" y="5705475"/>
          <p14:tracePt t="24010" x="6059488" y="5692775"/>
          <p14:tracePt t="24022" x="6045200" y="5692775"/>
          <p14:tracePt t="24034" x="6032500" y="5692775"/>
          <p14:tracePt t="24039" x="6018213" y="5692775"/>
          <p14:tracePt t="24052" x="6003925" y="5692775"/>
          <p14:tracePt t="24061" x="5991225" y="5692775"/>
          <p14:tracePt t="24070" x="5976938" y="5692775"/>
          <p14:tracePt t="24072" x="5976938" y="5678488"/>
          <p14:tracePt t="24073" x="5964238" y="5678488"/>
          <p14:tracePt t="24082" x="5949950" y="5678488"/>
          <p14:tracePt t="24092" x="5935663" y="5678488"/>
          <p14:tracePt t="24104" x="5935663" y="5664200"/>
          <p14:tracePt t="24105" x="5922963" y="5664200"/>
          <p14:tracePt t="24182" x="5908675" y="566420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TW" sz="2400" dirty="0">
                <a:latin typeface="Times New Roman" panose="02020603050405020304" pitchFamily="18" charset="0"/>
              </a:rPr>
              <a:t>Output: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TW" sz="2400" dirty="0">
                <a:latin typeface="Times New Roman" panose="02020603050405020304" pitchFamily="18" charset="0"/>
              </a:rPr>
              <a:t>Case 1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r>
              <a:rPr lang="pt-BR" altLang="zh-TW" sz="2400" dirty="0">
                <a:latin typeface="Times New Roman" panose="02020603050405020304" pitchFamily="18" charset="0"/>
              </a:rPr>
              <a:t>A = 2 B = 3 C = 1 D = 1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TW" sz="2400" dirty="0">
                <a:latin typeface="Times New Roman" panose="02020603050405020304" pitchFamily="18" charset="0"/>
              </a:rPr>
              <a:t>E = 3 F = 1 G = 1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BC20730F-D554-BC5B-8033-CC54B17ECE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5187">
        <p:fade/>
      </p:transition>
    </mc:Choice>
    <mc:Fallback>
      <p:transition advTm="3518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73" x="5908675" y="5651500"/>
          <p14:tracePt t="677" x="5908675" y="5637213"/>
          <p14:tracePt t="680" x="5908675" y="5622925"/>
          <p14:tracePt t="683" x="5908675" y="5610225"/>
          <p14:tracePt t="686" x="5908675" y="5595938"/>
          <p14:tracePt t="689" x="5908675" y="5581650"/>
          <p14:tracePt t="690" x="5908675" y="5568950"/>
          <p14:tracePt t="692" x="5922963" y="5568950"/>
          <p14:tracePt t="693" x="5922963" y="5554663"/>
          <p14:tracePt t="697" x="5922963" y="5541963"/>
          <p14:tracePt t="698" x="5935663" y="5541963"/>
          <p14:tracePt t="701" x="5935663" y="5527675"/>
          <p14:tracePt t="703" x="5935663" y="5513388"/>
          <p14:tracePt t="707" x="5949950" y="5500688"/>
          <p14:tracePt t="710" x="5964238" y="5472113"/>
          <p14:tracePt t="714" x="5976938" y="5459413"/>
          <p14:tracePt t="716" x="5976938" y="5445125"/>
          <p14:tracePt t="720" x="5991225" y="5430838"/>
          <p14:tracePt t="721" x="5991225" y="5418138"/>
          <p14:tracePt t="724" x="6018213" y="5403850"/>
          <p14:tracePt t="727" x="6018213" y="5376863"/>
          <p14:tracePt t="730" x="6032500" y="5376863"/>
          <p14:tracePt t="731" x="6045200" y="5349875"/>
          <p14:tracePt t="734" x="6045200" y="5335588"/>
          <p14:tracePt t="735" x="6059488" y="5321300"/>
          <p14:tracePt t="737" x="6059488" y="5308600"/>
          <p14:tracePt t="738" x="6073775" y="5308600"/>
          <p14:tracePt t="739" x="6073775" y="5294313"/>
          <p14:tracePt t="740" x="6086475" y="5294313"/>
          <p14:tracePt t="742" x="6086475" y="5267325"/>
          <p14:tracePt t="744" x="6100763" y="5253038"/>
          <p14:tracePt t="746" x="6115050" y="5253038"/>
          <p14:tracePt t="747" x="6115050" y="5238750"/>
          <p14:tracePt t="749" x="6127750" y="5226050"/>
          <p14:tracePt t="750" x="6142038" y="5211763"/>
          <p14:tracePt t="752" x="6142038" y="5199063"/>
          <p14:tracePt t="753" x="6154738" y="5199063"/>
          <p14:tracePt t="754" x="6154738" y="5184775"/>
          <p14:tracePt t="756" x="6169025" y="5170488"/>
          <p14:tracePt t="758" x="6183313" y="5157788"/>
          <p14:tracePt t="759" x="6196013" y="5143500"/>
          <p14:tracePt t="761" x="6196013" y="5129213"/>
          <p14:tracePt t="762" x="6210300" y="5116513"/>
          <p14:tracePt t="764" x="6224588" y="5102225"/>
          <p14:tracePt t="766" x="6237288" y="5087938"/>
          <p14:tracePt t="768" x="6251575" y="5075238"/>
          <p14:tracePt t="769" x="6265863" y="5060950"/>
          <p14:tracePt t="770" x="6265863" y="5048250"/>
          <p14:tracePt t="771" x="6278563" y="5048250"/>
          <p14:tracePt t="773" x="6292850" y="5033963"/>
          <p14:tracePt t="774" x="6305550" y="5019675"/>
          <p14:tracePt t="776" x="6319838" y="5006975"/>
          <p14:tracePt t="777" x="6319838" y="4992688"/>
          <p14:tracePt t="779" x="6334125" y="4978400"/>
          <p14:tracePt t="780" x="6346825" y="4978400"/>
          <p14:tracePt t="781" x="6346825" y="4951413"/>
          <p14:tracePt t="783" x="6361113" y="4951413"/>
          <p14:tracePt t="784" x="6361113" y="4937125"/>
          <p14:tracePt t="785" x="6375400" y="4937125"/>
          <p14:tracePt t="786" x="6375400" y="4924425"/>
          <p14:tracePt t="787" x="6388100" y="4910138"/>
          <p14:tracePt t="788" x="6388100" y="4895850"/>
          <p14:tracePt t="789" x="6402388" y="4895850"/>
          <p14:tracePt t="790" x="6402388" y="4883150"/>
          <p14:tracePt t="792" x="6415088" y="4868863"/>
          <p14:tracePt t="793" x="6415088" y="4856163"/>
          <p14:tracePt t="794" x="6429375" y="4856163"/>
          <p14:tracePt t="795" x="6429375" y="4841875"/>
          <p14:tracePt t="796" x="6443663" y="4827588"/>
          <p14:tracePt t="798" x="6443663" y="4814888"/>
          <p14:tracePt t="799" x="6456363" y="4800600"/>
          <p14:tracePt t="800" x="6456363" y="4786313"/>
          <p14:tracePt t="802" x="6470650" y="4773613"/>
          <p14:tracePt t="804" x="6470650" y="4759325"/>
          <p14:tracePt t="805" x="6484938" y="4759325"/>
          <p14:tracePt t="806" x="6484938" y="4732338"/>
          <p14:tracePt t="807" x="6497638" y="4732338"/>
          <p14:tracePt t="808" x="6497638" y="4718050"/>
          <p14:tracePt t="810" x="6511925" y="4705350"/>
          <p14:tracePt t="811" x="6511925" y="4691063"/>
          <p14:tracePt t="812" x="6526213" y="4691063"/>
          <p14:tracePt t="814" x="6526213" y="4664075"/>
          <p14:tracePt t="816" x="6538913" y="4649788"/>
          <p14:tracePt t="818" x="6538913" y="4622800"/>
          <p14:tracePt t="820" x="6553200" y="4608513"/>
          <p14:tracePt t="822" x="6580188" y="4581525"/>
          <p14:tracePt t="824" x="6580188" y="4567238"/>
          <p14:tracePt t="826" x="6594475" y="4540250"/>
          <p14:tracePt t="828" x="6607175" y="4525963"/>
          <p14:tracePt t="829" x="6607175" y="4513263"/>
          <p14:tracePt t="830" x="6607175" y="4498975"/>
          <p14:tracePt t="832" x="6607175" y="4484688"/>
          <p14:tracePt t="833" x="6621463" y="4471988"/>
          <p14:tracePt t="835" x="6621463" y="4457700"/>
          <p14:tracePt t="836" x="6621463" y="4443413"/>
          <p14:tracePt t="837" x="6635750" y="4430713"/>
          <p14:tracePt t="838" x="6635750" y="4416425"/>
          <p14:tracePt t="839" x="6648450" y="4416425"/>
          <p14:tracePt t="840" x="6648450" y="4402138"/>
          <p14:tracePt t="841" x="6648450" y="4389438"/>
          <p14:tracePt t="843" x="6648450" y="4375150"/>
          <p14:tracePt t="844" x="6662738" y="4362450"/>
          <p14:tracePt t="846" x="6662738" y="4333875"/>
          <p14:tracePt t="848" x="6677025" y="4321175"/>
          <p14:tracePt t="850" x="6677025" y="4306888"/>
          <p14:tracePt t="851" x="6689725" y="4292600"/>
          <p14:tracePt t="853" x="6689725" y="4279900"/>
          <p14:tracePt t="854" x="6689725" y="4265613"/>
          <p14:tracePt t="856" x="6689725" y="4251325"/>
          <p14:tracePt t="857" x="6704013" y="4251325"/>
          <p14:tracePt t="858" x="6704013" y="4238625"/>
          <p14:tracePt t="860" x="6704013" y="4224338"/>
          <p14:tracePt t="862" x="6716713" y="4210050"/>
          <p14:tracePt t="863" x="6716713" y="4197350"/>
          <p14:tracePt t="865" x="6716713" y="4183063"/>
          <p14:tracePt t="866" x="6731000" y="4183063"/>
          <p14:tracePt t="867" x="6731000" y="4170363"/>
          <p14:tracePt t="869" x="6731000" y="4156075"/>
          <p14:tracePt t="872" x="6731000" y="4141788"/>
          <p14:tracePt t="874" x="6745288" y="4129088"/>
          <p14:tracePt t="875" x="6745288" y="4114800"/>
          <p14:tracePt t="878" x="6745288" y="4100513"/>
          <p14:tracePt t="880" x="6745288" y="4087813"/>
          <p14:tracePt t="882" x="6757988" y="4073525"/>
          <p14:tracePt t="884" x="6757988" y="4059238"/>
          <p14:tracePt t="887" x="6757988" y="4032250"/>
          <p14:tracePt t="890" x="6772275" y="4032250"/>
          <p14:tracePt t="891" x="6772275" y="4019550"/>
          <p14:tracePt t="894" x="6772275" y="3990975"/>
          <p14:tracePt t="898" x="6772275" y="3963988"/>
          <p14:tracePt t="901" x="6772275" y="3949700"/>
          <p14:tracePt t="903" x="6772275" y="3937000"/>
          <p14:tracePt t="907" x="6772275" y="3922713"/>
          <p14:tracePt t="908" x="6772275" y="3908425"/>
          <p14:tracePt t="910" x="6772275" y="3895725"/>
          <p14:tracePt t="913" x="6772275" y="3881438"/>
          <p14:tracePt t="916" x="6772275" y="3854450"/>
          <p14:tracePt t="918" x="6772275" y="3840163"/>
          <p14:tracePt t="920" x="6772275" y="3827463"/>
          <p14:tracePt t="922" x="6772275" y="3798888"/>
          <p14:tracePt t="925" x="6772275" y="3786188"/>
          <p14:tracePt t="926" x="6772275" y="3757613"/>
          <p14:tracePt t="928" x="6772275" y="3730625"/>
          <p14:tracePt t="929" x="6772275" y="3716338"/>
          <p14:tracePt t="930" x="6772275" y="3703638"/>
          <p14:tracePt t="931" x="6772275" y="3676650"/>
          <p14:tracePt t="932" x="6772275" y="3662363"/>
          <p14:tracePt t="933" x="6772275" y="3648075"/>
          <p14:tracePt t="934" x="6772275" y="3635375"/>
          <p14:tracePt t="937" x="6772275" y="3594100"/>
          <p14:tracePt t="939" x="6772275" y="3565525"/>
          <p14:tracePt t="941" x="6772275" y="3538538"/>
          <p14:tracePt t="943" x="6772275" y="3511550"/>
          <p14:tracePt t="944" x="6772275" y="3497263"/>
          <p14:tracePt t="945" x="6772275" y="3470275"/>
          <p14:tracePt t="946" x="6757988" y="3443288"/>
          <p14:tracePt t="947" x="6757988" y="3414713"/>
          <p14:tracePt t="949" x="6757988" y="3387725"/>
          <p14:tracePt t="951" x="6745288" y="3360738"/>
          <p14:tracePt t="953" x="6745288" y="3333750"/>
          <p14:tracePt t="955" x="6745288" y="3305175"/>
          <p14:tracePt t="956" x="6745288" y="3292475"/>
          <p14:tracePt t="957" x="6745288" y="3278188"/>
          <p14:tracePt t="958" x="6745288" y="3251200"/>
          <p14:tracePt t="959" x="6731000" y="3236913"/>
          <p14:tracePt t="960" x="6731000" y="3222625"/>
          <p14:tracePt t="961" x="6731000" y="3195638"/>
          <p14:tracePt t="963" x="6716713" y="3168650"/>
          <p14:tracePt t="964" x="6716713" y="3154363"/>
          <p14:tracePt t="965" x="6716713" y="3141663"/>
          <p14:tracePt t="966" x="6704013" y="3113088"/>
          <p14:tracePt t="968" x="6704013" y="3100388"/>
          <p14:tracePt t="969" x="6704013" y="3071813"/>
          <p14:tracePt t="970" x="6704013" y="3059113"/>
          <p14:tracePt t="971" x="6704013" y="3044825"/>
          <p14:tracePt t="972" x="6704013" y="3030538"/>
          <p14:tracePt t="973" x="6704013" y="3017838"/>
          <p14:tracePt t="974" x="6704013" y="3003550"/>
          <p14:tracePt t="975" x="6704013" y="2990850"/>
          <p14:tracePt t="977" x="6704013" y="2976563"/>
          <p14:tracePt t="978" x="6689725" y="2949575"/>
          <p14:tracePt t="980" x="6689725" y="2935288"/>
          <p14:tracePt t="981" x="6689725" y="2921000"/>
          <p14:tracePt t="982" x="6689725" y="2908300"/>
          <p14:tracePt t="984" x="6689725" y="2894013"/>
          <p14:tracePt t="985" x="6689725" y="2867025"/>
          <p14:tracePt t="987" x="6689725" y="2852738"/>
          <p14:tracePt t="989" x="6689725" y="2825750"/>
          <p14:tracePt t="991" x="6689725" y="2811463"/>
          <p14:tracePt t="994" x="6689725" y="2798763"/>
          <p14:tracePt t="995" x="6689725" y="2784475"/>
          <p14:tracePt t="997" x="6689725" y="2757488"/>
          <p14:tracePt t="998" x="6689725" y="2743200"/>
          <p14:tracePt t="1001" x="6689725" y="2728913"/>
          <p14:tracePt t="1002" x="6689725" y="2716213"/>
          <p14:tracePt t="1004" x="6689725" y="2687638"/>
          <p14:tracePt t="1006" x="6689725" y="2674938"/>
          <p14:tracePt t="1009" x="6689725" y="2660650"/>
          <p14:tracePt t="1010" x="6689725" y="2647950"/>
          <p14:tracePt t="1012" x="6689725" y="2633663"/>
          <p14:tracePt t="1015" x="6689725" y="2619375"/>
          <p14:tracePt t="1016" x="6689725" y="2606675"/>
          <p14:tracePt t="1018" x="6689725" y="2592388"/>
          <p14:tracePt t="1021" x="6689725" y="2578100"/>
          <p14:tracePt t="1023" x="6689725" y="2565400"/>
          <p14:tracePt t="1026" x="6689725" y="2551113"/>
          <p14:tracePt t="1029" x="6689725" y="2524125"/>
          <p14:tracePt t="1032" x="6689725" y="2509838"/>
          <p14:tracePt t="1036" x="6689725" y="2495550"/>
          <p14:tracePt t="1038" x="6689725" y="2482850"/>
          <p14:tracePt t="1040" x="6689725" y="2468563"/>
          <p14:tracePt t="1042" x="6689725" y="2455863"/>
          <p14:tracePt t="1044" x="6677025" y="2455863"/>
          <p14:tracePt t="1045" x="6677025" y="2441575"/>
          <p14:tracePt t="1048" x="6677025" y="2427288"/>
          <p14:tracePt t="1050" x="6677025" y="2414588"/>
          <p14:tracePt t="1052" x="6662738" y="2414588"/>
          <p14:tracePt t="1053" x="6662738" y="2400300"/>
          <p14:tracePt t="1057" x="6662738" y="2386013"/>
          <p14:tracePt t="1060" x="6662738" y="2373313"/>
          <p14:tracePt t="1063" x="6662738" y="2344738"/>
          <p14:tracePt t="1067" x="6662738" y="2332038"/>
          <p14:tracePt t="1069" x="6662738" y="2317750"/>
          <p14:tracePt t="1070" x="6648450" y="2317750"/>
          <p14:tracePt t="1073" x="6648450" y="2305050"/>
          <p14:tracePt t="1076" x="6648450" y="2290763"/>
          <p14:tracePt t="1077" x="6635750" y="2290763"/>
          <p14:tracePt t="1079" x="6635750" y="2276475"/>
          <p14:tracePt t="1080" x="6621463" y="2263775"/>
          <p14:tracePt t="1082" x="6621463" y="2249488"/>
          <p14:tracePt t="1085" x="6607175" y="2235200"/>
          <p14:tracePt t="1088" x="6607175" y="2222500"/>
          <p14:tracePt t="1089" x="6607175" y="2208213"/>
          <p14:tracePt t="1090" x="6594475" y="2208213"/>
          <p14:tracePt t="1092" x="6594475" y="2193925"/>
          <p14:tracePt t="1095" x="6580188" y="2181225"/>
          <p14:tracePt t="1098" x="6580188" y="2166938"/>
          <p14:tracePt t="1100" x="6580188" y="2152650"/>
          <p14:tracePt t="1101" x="6565900" y="2152650"/>
          <p14:tracePt t="1103" x="6565900" y="2139950"/>
          <p14:tracePt t="1105" x="6553200" y="2139950"/>
          <p14:tracePt t="1107" x="6553200" y="2125663"/>
          <p14:tracePt t="1110" x="6538913" y="2125663"/>
          <p14:tracePt t="1112" x="6538913" y="2112963"/>
          <p14:tracePt t="1114" x="6538913" y="2098675"/>
          <p14:tracePt t="1115" x="6526213" y="2098675"/>
          <p14:tracePt t="1118" x="6526213" y="2084388"/>
          <p14:tracePt t="1121" x="6511925" y="2084388"/>
          <p14:tracePt t="1123" x="6497638" y="2071688"/>
          <p14:tracePt t="1127" x="6484938" y="2071688"/>
          <p14:tracePt t="1129" x="6484938" y="2057400"/>
          <p14:tracePt t="1133" x="6484938" y="2043113"/>
          <p14:tracePt t="1134" x="6470650" y="2043113"/>
          <p14:tracePt t="1137" x="6456363" y="2043113"/>
          <p14:tracePt t="1139" x="6456363" y="2030413"/>
          <p14:tracePt t="1141" x="6443663" y="2030413"/>
          <p14:tracePt t="1143" x="6429375" y="2030413"/>
          <p14:tracePt t="1147" x="6429375" y="2016125"/>
          <p14:tracePt t="1149" x="6415088" y="2016125"/>
          <p14:tracePt t="1151" x="6402388" y="2016125"/>
          <p14:tracePt t="1154" x="6388100" y="2001838"/>
          <p14:tracePt t="1159" x="6375400" y="1989138"/>
          <p14:tracePt t="1163" x="6361113" y="1989138"/>
          <p14:tracePt t="1168" x="6346825" y="1989138"/>
          <p14:tracePt t="1169" x="6334125" y="1989138"/>
          <p14:tracePt t="1171" x="6334125" y="1974850"/>
          <p14:tracePt t="1173" x="6319838" y="1974850"/>
          <p14:tracePt t="1176" x="6305550" y="1974850"/>
          <p14:tracePt t="1180" x="6292850" y="1974850"/>
          <p14:tracePt t="1182" x="6278563" y="1962150"/>
          <p14:tracePt t="1184" x="6265863" y="1962150"/>
          <p14:tracePt t="1186" x="6251575" y="1962150"/>
          <p14:tracePt t="1188" x="6237288" y="1962150"/>
          <p14:tracePt t="1189" x="6224588" y="1962150"/>
          <p14:tracePt t="1191" x="6224588" y="1947863"/>
          <p14:tracePt t="1192" x="6210300" y="1947863"/>
          <p14:tracePt t="1194" x="6196013" y="1933575"/>
          <p14:tracePt t="1196" x="6183313" y="1933575"/>
          <p14:tracePt t="1197" x="6154738" y="1933575"/>
          <p14:tracePt t="1199" x="6142038" y="1920875"/>
          <p14:tracePt t="1200" x="6127750" y="1920875"/>
          <p14:tracePt t="1201" x="6100763" y="1920875"/>
          <p14:tracePt t="1202" x="6100763" y="1906588"/>
          <p14:tracePt t="1203" x="6086475" y="1906588"/>
          <p14:tracePt t="1204" x="6073775" y="1906588"/>
          <p14:tracePt t="1205" x="6059488" y="1906588"/>
          <p14:tracePt t="1207" x="6032500" y="1892300"/>
          <p14:tracePt t="1209" x="6003925" y="1879600"/>
          <p14:tracePt t="1210" x="5991225" y="1879600"/>
          <p14:tracePt t="1212" x="5964238" y="1865313"/>
          <p14:tracePt t="1214" x="5949950" y="1865313"/>
          <p14:tracePt t="1216" x="5922963" y="1838325"/>
          <p14:tracePt t="1217" x="5908675" y="1838325"/>
          <p14:tracePt t="1218" x="5881688" y="1838325"/>
          <p14:tracePt t="1219" x="5867400" y="1824038"/>
          <p14:tracePt t="1220" x="5853113" y="1824038"/>
          <p14:tracePt t="1221" x="5840413" y="1809750"/>
          <p14:tracePt t="1223" x="5799138" y="1797050"/>
          <p14:tracePt t="1225" x="5772150" y="1782763"/>
          <p14:tracePt t="1227" x="5743575" y="1782763"/>
          <p14:tracePt t="1228" x="5730875" y="1782763"/>
          <p14:tracePt t="1230" x="5689600" y="1755775"/>
          <p14:tracePt t="1231" x="5675313" y="1755775"/>
          <p14:tracePt t="1232" x="5662613" y="1755775"/>
          <p14:tracePt t="1233" x="5648325" y="1741488"/>
          <p14:tracePt t="1234" x="5621338" y="1728788"/>
          <p14:tracePt t="1235" x="5607050" y="1728788"/>
          <p14:tracePt t="1237" x="5592763" y="1728788"/>
          <p14:tracePt t="1238" x="5551488" y="1714500"/>
          <p14:tracePt t="1239" x="5524500" y="1700213"/>
          <p14:tracePt t="1241" x="5497513" y="1700213"/>
          <p14:tracePt t="1242" x="5483225" y="1687513"/>
          <p14:tracePt t="1243" x="5470525" y="1687513"/>
          <p14:tracePt t="1245" x="5456238" y="1687513"/>
          <p14:tracePt t="1245" x="5414963" y="1673225"/>
          <p14:tracePt t="1247" x="5400675" y="1673225"/>
          <p14:tracePt t="1248" x="5360988" y="1658938"/>
          <p14:tracePt t="1250" x="5332413" y="1658938"/>
          <p14:tracePt t="1252" x="5305425" y="1646238"/>
          <p14:tracePt t="1253" x="5278438" y="1646238"/>
          <p14:tracePt t="1254" x="5264150" y="1646238"/>
          <p14:tracePt t="1256" x="5249863" y="1646238"/>
          <p14:tracePt t="1257" x="5222875" y="1646238"/>
          <p14:tracePt t="1258" x="5222875" y="1631950"/>
          <p14:tracePt t="1259" x="5195888" y="1631950"/>
          <p14:tracePt t="1261" x="5181600" y="1619250"/>
          <p14:tracePt t="1262" x="5154613" y="1619250"/>
          <p14:tracePt t="1263" x="5140325" y="1619250"/>
          <p14:tracePt t="1265" x="5113338" y="1604963"/>
          <p14:tracePt t="1266" x="5099050" y="1604963"/>
          <p14:tracePt t="1267" x="5086350" y="1604963"/>
          <p14:tracePt t="1268" x="5072063" y="1590675"/>
          <p14:tracePt t="1269" x="5059363" y="1590675"/>
          <p14:tracePt t="1270" x="5045075" y="1590675"/>
          <p14:tracePt t="1271" x="5030788" y="1590675"/>
          <p14:tracePt t="1272" x="5018088" y="1590675"/>
          <p14:tracePt t="1273" x="5003800" y="1577975"/>
          <p14:tracePt t="1274" x="4989513" y="1577975"/>
          <p14:tracePt t="1276" x="4962525" y="1563688"/>
          <p14:tracePt t="1277" x="4948238" y="1563688"/>
          <p14:tracePt t="1279" x="4935538" y="1563688"/>
          <p14:tracePt t="1280" x="4908550" y="1563688"/>
          <p14:tracePt t="1282" x="4894263" y="1549400"/>
          <p14:tracePt t="1284" x="4867275" y="1549400"/>
          <p14:tracePt t="1286" x="4852988" y="1549400"/>
          <p14:tracePt t="1287" x="4838700" y="1549400"/>
          <p14:tracePt t="1288" x="4826000" y="1549400"/>
          <p14:tracePt t="1289" x="4811713" y="1549400"/>
          <p14:tracePt t="1291" x="4797425" y="1536700"/>
          <p14:tracePt t="1292" x="4784725" y="1536700"/>
          <p14:tracePt t="1294" x="4757738" y="1536700"/>
          <p14:tracePt t="1295" x="4743450" y="1522413"/>
          <p14:tracePt t="1297" x="4729163" y="1522413"/>
          <p14:tracePt t="1298" x="4716463" y="1522413"/>
          <p14:tracePt t="1300" x="4687888" y="1522413"/>
          <p14:tracePt t="1302" x="4675188" y="1522413"/>
          <p14:tracePt t="1303" x="4660900" y="1522413"/>
          <p14:tracePt t="1304" x="4646613" y="1522413"/>
          <p14:tracePt t="1306" x="4633913" y="1522413"/>
          <p14:tracePt t="1307" x="4619625" y="1522413"/>
          <p14:tracePt t="1308" x="4606925" y="1522413"/>
          <p14:tracePt t="1309" x="4592638" y="1522413"/>
          <p14:tracePt t="1311" x="4578350" y="1522413"/>
          <p14:tracePt t="1312" x="4565650" y="1522413"/>
          <p14:tracePt t="1313" x="4551363" y="1522413"/>
          <p14:tracePt t="1315" x="4537075" y="1522413"/>
          <p14:tracePt t="1316" x="4524375" y="1522413"/>
          <p14:tracePt t="1318" x="4510088" y="1522413"/>
          <p14:tracePt t="1320" x="4483100" y="1522413"/>
          <p14:tracePt t="1321" x="4468813" y="1508125"/>
          <p14:tracePt t="1322" x="4456113" y="1508125"/>
          <p14:tracePt t="1324" x="4441825" y="1508125"/>
          <p14:tracePt t="1325" x="4427538" y="1508125"/>
          <p14:tracePt t="1327" x="4414838" y="1508125"/>
          <p14:tracePt t="1328" x="4400550" y="1508125"/>
          <p14:tracePt t="1330" x="4386263" y="1508125"/>
          <p14:tracePt t="1332" x="4373563" y="1508125"/>
          <p14:tracePt t="1334" x="4359275" y="1508125"/>
          <p14:tracePt t="1336" x="4346575" y="1495425"/>
          <p14:tracePt t="1339" x="4332288" y="1495425"/>
          <p14:tracePt t="1342" x="4318000" y="1495425"/>
          <p14:tracePt t="1344" x="4305300" y="1495425"/>
          <p14:tracePt t="1348" x="4291013" y="1481138"/>
          <p14:tracePt t="1352" x="4276725" y="1481138"/>
          <p14:tracePt t="1357" x="4264025" y="1466850"/>
          <p14:tracePt t="1362" x="4249738" y="1466850"/>
          <p14:tracePt t="1363" x="4249738" y="1454150"/>
          <p14:tracePt t="1365" x="4235450" y="1454150"/>
          <p14:tracePt t="1370" x="4222750" y="1454150"/>
          <p14:tracePt t="1373" x="4208463" y="1439863"/>
          <p14:tracePt t="1376" x="4195763" y="1439863"/>
          <p14:tracePt t="1380" x="4181475" y="1439863"/>
          <p14:tracePt t="1383" x="4181475" y="1427163"/>
          <p14:tracePt t="1384" x="4167188" y="1427163"/>
          <p14:tracePt t="1386" x="4154488" y="1427163"/>
          <p14:tracePt t="1390" x="4140200" y="1427163"/>
          <p14:tracePt t="1392" x="4140200" y="1412875"/>
          <p14:tracePt t="1394" x="4125913" y="1412875"/>
          <p14:tracePt t="1398" x="4113213" y="1412875"/>
          <p14:tracePt t="1405" x="4098925" y="1398588"/>
          <p14:tracePt t="1408" x="4084638" y="1398588"/>
          <p14:tracePt t="1413" x="4071938" y="1398588"/>
          <p14:tracePt t="1418" x="4057650" y="1398588"/>
          <p14:tracePt t="1425" x="4057650" y="1385888"/>
          <p14:tracePt t="1426" x="4044950" y="1385888"/>
          <p14:tracePt t="1428" x="4030663" y="1385888"/>
          <p14:tracePt t="1436" x="4016375" y="1385888"/>
          <p14:tracePt t="1445" x="4003675" y="1385888"/>
          <p14:tracePt t="1455" x="3989388" y="1385888"/>
          <p14:tracePt t="1464" x="3975100" y="1385888"/>
          <p14:tracePt t="1473" x="3975100" y="1371600"/>
          <p14:tracePt t="1475" x="3962400" y="1371600"/>
          <p14:tracePt t="1481" x="3948113" y="1371600"/>
          <p14:tracePt t="1487" x="3948113" y="1357313"/>
          <p14:tracePt t="1489" x="3933825" y="1344613"/>
          <p14:tracePt t="1492" x="3921125" y="1344613"/>
          <p14:tracePt t="1497" x="3921125" y="1330325"/>
          <p14:tracePt t="1498" x="3906838" y="1330325"/>
          <p14:tracePt t="1503" x="3894138" y="1330325"/>
          <p14:tracePt t="1505" x="3894138" y="1316038"/>
          <p14:tracePt t="1508" x="3879850" y="1316038"/>
          <p14:tracePt t="1510" x="3865563" y="1303338"/>
          <p14:tracePt t="1515" x="3865563" y="1289050"/>
          <p14:tracePt t="1516" x="3852863" y="1289050"/>
          <p14:tracePt t="1519" x="3838575" y="1289050"/>
          <p14:tracePt t="1522" x="3838575" y="1276350"/>
          <p14:tracePt t="1523" x="3824288" y="1276350"/>
          <p14:tracePt t="1525" x="3811588" y="1276350"/>
          <p14:tracePt t="1526" x="3811588" y="1262063"/>
          <p14:tracePt t="1529" x="3797300" y="1262063"/>
          <p14:tracePt t="1532" x="3770313" y="1247775"/>
          <p14:tracePt t="1536" x="3756025" y="1235075"/>
          <p14:tracePt t="1540" x="3743325" y="1235075"/>
          <p14:tracePt t="1542" x="3729038" y="1235075"/>
          <p14:tracePt t="1545" x="3714750" y="1235075"/>
          <p14:tracePt t="1549" x="3702050" y="1220788"/>
          <p14:tracePt t="1551" x="3687763" y="1220788"/>
          <p14:tracePt t="1554" x="3673475" y="1220788"/>
          <p14:tracePt t="1558" x="3660775" y="1220788"/>
          <p14:tracePt t="1565" x="3646488" y="1220788"/>
          <p14:tracePt t="1567" x="3646488" y="1206500"/>
          <p14:tracePt t="1570" x="3632200" y="1206500"/>
          <p14:tracePt t="1572" x="3619500" y="1206500"/>
          <p14:tracePt t="1581" x="3619500" y="1193800"/>
          <p14:tracePt t="1582" x="3605213" y="1193800"/>
          <p14:tracePt t="1595" x="3592513" y="1193800"/>
          <p14:tracePt t="1603" x="3578225" y="1179513"/>
          <p14:tracePt t="1610" x="3563938" y="1179513"/>
          <p14:tracePt t="1620" x="3563938" y="1165225"/>
          <p14:tracePt t="1623" x="3551238" y="1165225"/>
          <p14:tracePt t="1734" x="3536950" y="1165225"/>
          <p14:tracePt t="1744" x="3522663" y="1165225"/>
          <p14:tracePt t="1749" x="3509963" y="1165225"/>
          <p14:tracePt t="1760" x="3509963" y="1152525"/>
          <p14:tracePt t="1808" x="3495675" y="1152525"/>
          <p14:tracePt t="1863" x="3481388" y="1152525"/>
          <p14:tracePt t="1865" x="3481388" y="1138238"/>
          <p14:tracePt t="1883" x="3468688" y="1138238"/>
          <p14:tracePt t="1898" x="3454400" y="1138238"/>
          <p14:tracePt t="1918" x="3441700" y="1138238"/>
          <p14:tracePt t="2016" x="3427413" y="1138238"/>
          <p14:tracePt t="2237" x="3441700" y="1138238"/>
          <p14:tracePt t="2247" x="3454400" y="1138238"/>
          <p14:tracePt t="2254" x="3468688" y="1138238"/>
          <p14:tracePt t="2263" x="3481388" y="1138238"/>
          <p14:tracePt t="2268" x="3495675" y="1138238"/>
          <p14:tracePt t="2275" x="3509963" y="1152525"/>
          <p14:tracePt t="2280" x="3522663" y="1152525"/>
          <p14:tracePt t="2286" x="3536950" y="1152525"/>
          <p14:tracePt t="2291" x="3551238" y="1152525"/>
          <p14:tracePt t="2294" x="3563938" y="1152525"/>
          <p14:tracePt t="2295" x="3563938" y="1165225"/>
          <p14:tracePt t="2297" x="3578225" y="1165225"/>
          <p14:tracePt t="2301" x="3605213" y="1165225"/>
          <p14:tracePt t="2307" x="3619500" y="1165225"/>
          <p14:tracePt t="2310" x="3632200" y="1165225"/>
          <p14:tracePt t="2314" x="3646488" y="1165225"/>
          <p14:tracePt t="2316" x="3660775" y="1179513"/>
          <p14:tracePt t="2318" x="3673475" y="1193800"/>
          <p14:tracePt t="2321" x="3687763" y="1193800"/>
          <p14:tracePt t="2322" x="3702050" y="1193800"/>
          <p14:tracePt t="2325" x="3714750" y="1193800"/>
          <p14:tracePt t="2328" x="3743325" y="1193800"/>
          <p14:tracePt t="2331" x="3756025" y="1206500"/>
          <p14:tracePt t="2334" x="3770313" y="1206500"/>
          <p14:tracePt t="2336" x="3783013" y="1206500"/>
          <p14:tracePt t="2338" x="3797300" y="1206500"/>
          <p14:tracePt t="2341" x="3824288" y="1206500"/>
          <p14:tracePt t="2342" x="3838575" y="1206500"/>
          <p14:tracePt t="2345" x="3852863" y="1220788"/>
          <p14:tracePt t="2348" x="3879850" y="1220788"/>
          <p14:tracePt t="2351" x="3894138" y="1220788"/>
          <p14:tracePt t="2352" x="3906838" y="1220788"/>
          <p14:tracePt t="2355" x="3921125" y="1235075"/>
          <p14:tracePt t="2356" x="3933825" y="1235075"/>
          <p14:tracePt t="2360" x="3962400" y="1235075"/>
          <p14:tracePt t="2362" x="3975100" y="1235075"/>
          <p14:tracePt t="2363" x="3989388" y="1235075"/>
          <p14:tracePt t="2365" x="4003675" y="1235075"/>
          <p14:tracePt t="2366" x="4016375" y="1247775"/>
          <p14:tracePt t="2369" x="4044950" y="1247775"/>
          <p14:tracePt t="2371" x="4057650" y="1247775"/>
          <p14:tracePt t="2373" x="4084638" y="1247775"/>
          <p14:tracePt t="2376" x="4098925" y="1247775"/>
          <p14:tracePt t="2378" x="4113213" y="1247775"/>
          <p14:tracePt t="2379" x="4125913" y="1262063"/>
          <p14:tracePt t="2380" x="4140200" y="1262063"/>
          <p14:tracePt t="2383" x="4167188" y="1262063"/>
          <p14:tracePt t="2384" x="4181475" y="1262063"/>
          <p14:tracePt t="2386" x="4195763" y="1262063"/>
          <p14:tracePt t="2388" x="4208463" y="1262063"/>
          <p14:tracePt t="2390" x="4235450" y="1262063"/>
          <p14:tracePt t="2391" x="4249738" y="1262063"/>
          <p14:tracePt t="2393" x="4264025" y="1262063"/>
          <p14:tracePt t="2395" x="4276725" y="1262063"/>
          <p14:tracePt t="2397" x="4305300" y="1276350"/>
          <p14:tracePt t="2398" x="4318000" y="1276350"/>
          <p14:tracePt t="2400" x="4332288" y="1276350"/>
          <p14:tracePt t="2401" x="4346575" y="1276350"/>
          <p14:tracePt t="2402" x="4359275" y="1276350"/>
          <p14:tracePt t="2404" x="4373563" y="1276350"/>
          <p14:tracePt t="2405" x="4386263" y="1276350"/>
          <p14:tracePt t="2406" x="4400550" y="1276350"/>
          <p14:tracePt t="2408" x="4414838" y="1276350"/>
          <p14:tracePt t="2410" x="4441825" y="1276350"/>
          <p14:tracePt t="2411" x="4456113" y="1276350"/>
          <p14:tracePt t="2414" x="4483100" y="1276350"/>
          <p14:tracePt t="2415" x="4497388" y="1276350"/>
          <p14:tracePt t="2416" x="4510088" y="1276350"/>
          <p14:tracePt t="2418" x="4524375" y="1276350"/>
          <p14:tracePt t="2419" x="4537075" y="1276350"/>
          <p14:tracePt t="2421" x="4565650" y="1276350"/>
          <p14:tracePt t="2423" x="4578350" y="1276350"/>
          <p14:tracePt t="2425" x="4606925" y="1276350"/>
          <p14:tracePt t="2427" x="4619625" y="1276350"/>
          <p14:tracePt t="2428" x="4633913" y="1276350"/>
          <p14:tracePt t="2430" x="4646613" y="1276350"/>
          <p14:tracePt t="2432" x="4675188" y="1276350"/>
          <p14:tracePt t="2434" x="4687888" y="1276350"/>
          <p14:tracePt t="2436" x="4716463" y="1276350"/>
          <p14:tracePt t="2438" x="4729163" y="1276350"/>
          <p14:tracePt t="2439" x="4743450" y="1276350"/>
          <p14:tracePt t="2441" x="4757738" y="1276350"/>
          <p14:tracePt t="2444" x="4770438" y="1276350"/>
          <p14:tracePt t="2446" x="4797425" y="1276350"/>
          <p14:tracePt t="2448" x="4811713" y="1276350"/>
          <p14:tracePt t="2450" x="4826000" y="1276350"/>
          <p14:tracePt t="2452" x="4838700" y="1276350"/>
          <p14:tracePt t="2455" x="4867275" y="1276350"/>
          <p14:tracePt t="2458" x="4879975" y="1276350"/>
          <p14:tracePt t="2462" x="4894263" y="1276350"/>
          <p14:tracePt t="2464" x="4908550" y="1276350"/>
          <p14:tracePt t="2467" x="4921250" y="1276350"/>
          <p14:tracePt t="2471" x="4935538" y="1276350"/>
          <p14:tracePt t="2474" x="4948238" y="1276350"/>
          <p14:tracePt t="2480" x="4962525" y="1276350"/>
          <p14:tracePt t="2482" x="4976813" y="1276350"/>
          <p14:tracePt t="2488" x="4989513" y="1276350"/>
          <p14:tracePt t="2494" x="5003800" y="1276350"/>
          <p14:tracePt t="2498" x="5018088" y="1276350"/>
          <p14:tracePt t="2499" x="5030788" y="1276350"/>
          <p14:tracePt t="2503" x="5045075" y="1276350"/>
          <p14:tracePt t="2508" x="5059363" y="1276350"/>
          <p14:tracePt t="2509" x="5072063" y="1276350"/>
          <p14:tracePt t="2512" x="5086350" y="1276350"/>
          <p14:tracePt t="2514" x="5086350" y="1262063"/>
          <p14:tracePt t="2515" x="5099050" y="1262063"/>
          <p14:tracePt t="2518" x="5113338" y="1262063"/>
          <p14:tracePt t="2522" x="5140325" y="1262063"/>
          <p14:tracePt t="2524" x="5154613" y="1262063"/>
          <p14:tracePt t="2527" x="5168900" y="1247775"/>
          <p14:tracePt t="2528" x="5195888" y="1247775"/>
          <p14:tracePt t="2531" x="5210175" y="1247775"/>
          <p14:tracePt t="2533" x="5222875" y="1247775"/>
          <p14:tracePt t="2536" x="5249863" y="1247775"/>
          <p14:tracePt t="2538" x="5264150" y="1247775"/>
          <p14:tracePt t="2541" x="5291138" y="1235075"/>
          <p14:tracePt t="2543" x="5305425" y="1235075"/>
          <p14:tracePt t="2545" x="5319713" y="1235075"/>
          <p14:tracePt t="2546" x="5332413" y="1235075"/>
          <p14:tracePt t="2549" x="5346700" y="1235075"/>
          <p14:tracePt t="2551" x="5373688" y="1235075"/>
          <p14:tracePt t="2552" x="5373688" y="1220788"/>
          <p14:tracePt t="2553" x="5387975" y="1220788"/>
          <p14:tracePt t="2555" x="5414963" y="1220788"/>
          <p14:tracePt t="2558" x="5429250" y="1206500"/>
          <p14:tracePt t="2560" x="5456238" y="1206500"/>
          <p14:tracePt t="2562" x="5470525" y="1206500"/>
          <p14:tracePt t="2564" x="5483225" y="1206500"/>
          <p14:tracePt t="2566" x="5497513" y="1206500"/>
          <p14:tracePt t="2567" x="5497513" y="1193800"/>
          <p14:tracePt t="2568" x="5511800" y="1193800"/>
          <p14:tracePt t="2570" x="5538788" y="1193800"/>
          <p14:tracePt t="2572" x="5551488" y="1193800"/>
          <p14:tracePt t="2574" x="5565775" y="1193800"/>
          <p14:tracePt t="2577" x="5580063" y="1179513"/>
          <p14:tracePt t="2579" x="5592763" y="1179513"/>
          <p14:tracePt t="2581" x="5607050" y="1179513"/>
          <p14:tracePt t="2583" x="5621338" y="1179513"/>
          <p14:tracePt t="2586" x="5634038" y="1179513"/>
          <p14:tracePt t="2589" x="5648325" y="1179513"/>
          <p14:tracePt t="2591" x="5662613" y="1179513"/>
          <p14:tracePt t="2592" x="5662613" y="1165225"/>
          <p14:tracePt t="2595" x="5675313" y="1165225"/>
          <p14:tracePt t="2599" x="5689600" y="1165225"/>
          <p14:tracePt t="2605" x="5702300" y="1165225"/>
          <p14:tracePt t="2606" x="5716588" y="1165225"/>
          <p14:tracePt t="2614" x="5730875" y="1165225"/>
          <p14:tracePt t="2625" x="5743575" y="1165225"/>
          <p14:tracePt t="2638" x="5757863" y="1165225"/>
          <p14:tracePt t="2646" x="5772150" y="1165225"/>
          <p14:tracePt t="2659" x="5784850" y="1165225"/>
          <p14:tracePt t="2675" x="5799138" y="1165225"/>
          <p14:tracePt t="2693" x="5813425" y="1165225"/>
          <p14:tracePt t="2702" x="5826125" y="1165225"/>
          <p14:tracePt t="2717" x="5840413" y="1165225"/>
          <p14:tracePt t="2733" x="5853113" y="1165225"/>
          <p14:tracePt t="2746" x="5867400" y="1165225"/>
          <p14:tracePt t="2752" x="5881688" y="1165225"/>
          <p14:tracePt t="2769" x="5894388" y="1165225"/>
          <p14:tracePt t="4203" x="5922963" y="1179513"/>
          <p14:tracePt t="4206" x="5935663" y="1193800"/>
          <p14:tracePt t="4208" x="5949950" y="1206500"/>
          <p14:tracePt t="4209" x="5949950" y="1220788"/>
          <p14:tracePt t="4210" x="5964238" y="1220788"/>
          <p14:tracePt t="4211" x="5976938" y="1235075"/>
          <p14:tracePt t="4213" x="5991225" y="1247775"/>
          <p14:tracePt t="4215" x="6003925" y="1276350"/>
          <p14:tracePt t="4217" x="6032500" y="1289050"/>
          <p14:tracePt t="4218" x="6045200" y="1303338"/>
          <p14:tracePt t="4220" x="6073775" y="1316038"/>
          <p14:tracePt t="4221" x="6073775" y="1330325"/>
          <p14:tracePt t="4223" x="6100763" y="1344613"/>
          <p14:tracePt t="4224" x="6115050" y="1357313"/>
          <p14:tracePt t="4225" x="6127750" y="1371600"/>
          <p14:tracePt t="4226" x="6142038" y="1385888"/>
          <p14:tracePt t="4227" x="6154738" y="1385888"/>
          <p14:tracePt t="4228" x="6154738" y="1398588"/>
          <p14:tracePt t="4230" x="6169025" y="1412875"/>
          <p14:tracePt t="4231" x="6196013" y="1439863"/>
          <p14:tracePt t="4233" x="6210300" y="1454150"/>
          <p14:tracePt t="4234" x="6224588" y="1466850"/>
          <p14:tracePt t="4237" x="6237288" y="1495425"/>
          <p14:tracePt t="4238" x="6251575" y="1508125"/>
          <p14:tracePt t="4239" x="6265863" y="1522413"/>
          <p14:tracePt t="4240" x="6265863" y="1536700"/>
          <p14:tracePt t="4241" x="6265863" y="1549400"/>
          <p14:tracePt t="4242" x="6265863" y="1563688"/>
          <p14:tracePt t="4244" x="6265863" y="1577975"/>
          <p14:tracePt t="4245" x="6265863" y="1590675"/>
          <p14:tracePt t="4247" x="6265863" y="1604963"/>
          <p14:tracePt t="4251" x="6265863" y="1619250"/>
          <p14:tracePt t="4253" x="6265863" y="1631950"/>
          <p14:tracePt t="4256" x="6265863" y="1646238"/>
          <p14:tracePt t="4258" x="6278563" y="1658938"/>
          <p14:tracePt t="4261" x="6278563" y="1673225"/>
          <p14:tracePt t="4262" x="6292850" y="1673225"/>
          <p14:tracePt t="4264" x="6292850" y="1687513"/>
          <p14:tracePt t="4266" x="6305550" y="1687513"/>
          <p14:tracePt t="4267" x="6319838" y="1687513"/>
          <p14:tracePt t="4268" x="6319838" y="1700213"/>
          <p14:tracePt t="4269" x="6319838" y="1714500"/>
          <p14:tracePt t="4270" x="6334125" y="1714500"/>
          <p14:tracePt t="4272" x="6334125" y="1728788"/>
          <p14:tracePt t="4273" x="6346825" y="1728788"/>
          <p14:tracePt t="4276" x="6361113" y="1741488"/>
          <p14:tracePt t="4279" x="6375400" y="1755775"/>
          <p14:tracePt t="4281" x="6375400" y="1770063"/>
          <p14:tracePt t="4282" x="6388100" y="1770063"/>
          <p14:tracePt t="4284" x="6388100" y="1782763"/>
          <p14:tracePt t="4286" x="6415088" y="1797050"/>
          <p14:tracePt t="4290" x="6415088" y="1809750"/>
          <p14:tracePt t="4291" x="6429375" y="1809750"/>
          <p14:tracePt t="4292" x="6429375" y="1824038"/>
          <p14:tracePt t="4296" x="6456363" y="1851025"/>
          <p14:tracePt t="4300" x="6456363" y="1865313"/>
          <p14:tracePt t="4304" x="6470650" y="1892300"/>
          <p14:tracePt t="4308" x="6484938" y="1906588"/>
          <p14:tracePt t="4310" x="6484938" y="1920875"/>
          <p14:tracePt t="4312" x="6484938" y="1933575"/>
          <p14:tracePt t="4314" x="6497638" y="1933575"/>
          <p14:tracePt t="4315" x="6497638" y="1947863"/>
          <p14:tracePt t="4318" x="6497638" y="1962150"/>
          <p14:tracePt t="4320" x="6497638" y="1974850"/>
          <p14:tracePt t="4323" x="6497638" y="1989138"/>
          <p14:tracePt t="4326" x="6497638" y="2001838"/>
          <p14:tracePt t="4331" x="6497638" y="2016125"/>
          <p14:tracePt t="4334" x="6497638" y="2030413"/>
          <p14:tracePt t="4336" x="6497638" y="2043113"/>
          <p14:tracePt t="4341" x="6484938" y="2057400"/>
          <p14:tracePt t="4343" x="6484938" y="2071688"/>
          <p14:tracePt t="4348" x="6484938" y="2084388"/>
          <p14:tracePt t="4352" x="6484938" y="2098675"/>
          <p14:tracePt t="4359" x="6484938" y="2112963"/>
          <p14:tracePt t="4405" x="6470650" y="2112963"/>
          <p14:tracePt t="4406" x="6470650" y="2139950"/>
          <p14:tracePt t="4407" x="6456363" y="2139950"/>
          <p14:tracePt t="4409" x="6456363" y="2152650"/>
          <p14:tracePt t="4411" x="6443663" y="2152650"/>
          <p14:tracePt t="4412" x="6429375" y="2166938"/>
          <p14:tracePt t="4415" x="6429375" y="2181225"/>
          <p14:tracePt t="4417" x="6415088" y="2193925"/>
          <p14:tracePt t="4419" x="6402388" y="2193925"/>
          <p14:tracePt t="4420" x="6388100" y="2193925"/>
          <p14:tracePt t="4421" x="6388100" y="2208213"/>
          <p14:tracePt t="4422" x="6375400" y="2222500"/>
          <p14:tracePt t="4424" x="6361113" y="2222500"/>
          <p14:tracePt t="4425" x="6346825" y="2249488"/>
          <p14:tracePt t="4428" x="6334125" y="2263775"/>
          <p14:tracePt t="4430" x="6319838" y="2263775"/>
          <p14:tracePt t="4431" x="6305550" y="2276475"/>
          <p14:tracePt t="4433" x="6292850" y="2290763"/>
          <p14:tracePt t="4434" x="6292850" y="2305050"/>
          <p14:tracePt t="4436" x="6265863" y="2317750"/>
          <p14:tracePt t="4438" x="6251575" y="2332038"/>
          <p14:tracePt t="4439" x="6237288" y="2344738"/>
          <p14:tracePt t="4441" x="6224588" y="2359025"/>
          <p14:tracePt t="4442" x="6210300" y="2373313"/>
          <p14:tracePt t="4444" x="6196013" y="2386013"/>
          <p14:tracePt t="4446" x="6183313" y="2400300"/>
          <p14:tracePt t="4447" x="6183313" y="2414588"/>
          <p14:tracePt t="4448" x="6154738" y="2427288"/>
          <p14:tracePt t="4450" x="6142038" y="2441575"/>
          <p14:tracePt t="4452" x="6142038" y="2455863"/>
          <p14:tracePt t="4453" x="6115050" y="2468563"/>
          <p14:tracePt t="4455" x="6100763" y="2495550"/>
          <p14:tracePt t="4456" x="6086475" y="2495550"/>
          <p14:tracePt t="4457" x="6086475" y="2509838"/>
          <p14:tracePt t="4459" x="6073775" y="2536825"/>
          <p14:tracePt t="4460" x="6059488" y="2536825"/>
          <p14:tracePt t="4462" x="6045200" y="2565400"/>
          <p14:tracePt t="4463" x="6032500" y="2565400"/>
          <p14:tracePt t="4464" x="6018213" y="2592388"/>
          <p14:tracePt t="4467" x="6003925" y="2606675"/>
          <p14:tracePt t="4468" x="6003925" y="2633663"/>
          <p14:tracePt t="4469" x="5991225" y="2633663"/>
          <p14:tracePt t="4470" x="5976938" y="2647950"/>
          <p14:tracePt t="4473" x="5949950" y="2674938"/>
          <p14:tracePt t="4474" x="5949950" y="2687638"/>
          <p14:tracePt t="4476" x="5935663" y="2701925"/>
          <p14:tracePt t="4480" x="5922963" y="2716213"/>
          <p14:tracePt t="4482" x="5922963" y="2728913"/>
          <p14:tracePt t="4484" x="5908675" y="2728913"/>
          <p14:tracePt t="4619" x="5894388" y="2728913"/>
          <p14:tracePt t="4621" x="5881688" y="2728913"/>
          <p14:tracePt t="4628" x="5867400" y="2728913"/>
          <p14:tracePt t="4637" x="5853113" y="2728913"/>
          <p14:tracePt t="4647" x="5840413" y="2728913"/>
          <p14:tracePt t="4650" x="5826125" y="2728913"/>
          <p14:tracePt t="4655" x="5813425" y="2728913"/>
          <p14:tracePt t="4660" x="5799138" y="2728913"/>
          <p14:tracePt t="4662" x="5784850" y="2728913"/>
          <p14:tracePt t="4666" x="5757863" y="2728913"/>
          <p14:tracePt t="4668" x="5730875" y="2728913"/>
          <p14:tracePt t="4669" x="5716588" y="2716213"/>
          <p14:tracePt t="4671" x="5702300" y="2716213"/>
          <p14:tracePt t="4672" x="5689600" y="2716213"/>
          <p14:tracePt t="4674" x="5662613" y="2716213"/>
          <p14:tracePt t="4675" x="5648325" y="2701925"/>
          <p14:tracePt t="4677" x="5634038" y="2701925"/>
          <p14:tracePt t="4678" x="5607050" y="2701925"/>
          <p14:tracePt t="4680" x="5592763" y="2701925"/>
          <p14:tracePt t="4681" x="5565775" y="2701925"/>
          <p14:tracePt t="4682" x="5551488" y="2701925"/>
          <p14:tracePt t="4684" x="5524500" y="2687638"/>
          <p14:tracePt t="4685" x="5511800" y="2687638"/>
          <p14:tracePt t="4686" x="5497513" y="2687638"/>
          <p14:tracePt t="4687" x="5483225" y="2687638"/>
          <p14:tracePt t="4688" x="5470525" y="2687638"/>
          <p14:tracePt t="4690" x="5441950" y="2674938"/>
          <p14:tracePt t="4691" x="5429250" y="2674938"/>
          <p14:tracePt t="4692" x="5414963" y="2674938"/>
          <p14:tracePt t="4693" x="5387975" y="2674938"/>
          <p14:tracePt t="4695" x="5373688" y="2660650"/>
          <p14:tracePt t="4696" x="5346700" y="2660650"/>
          <p14:tracePt t="4698" x="5332413" y="2660650"/>
          <p14:tracePt t="4699" x="5305425" y="2660650"/>
          <p14:tracePt t="4700" x="5278438" y="2660650"/>
          <p14:tracePt t="4702" x="5264150" y="2660650"/>
          <p14:tracePt t="4703" x="5249863" y="2660650"/>
          <p14:tracePt t="4704" x="5222875" y="2660650"/>
          <p14:tracePt t="4706" x="5210175" y="2660650"/>
          <p14:tracePt t="4707" x="5181600" y="2660650"/>
          <p14:tracePt t="4709" x="5154613" y="2660650"/>
          <p14:tracePt t="4710" x="5140325" y="2660650"/>
          <p14:tracePt t="4712" x="5113338" y="2660650"/>
          <p14:tracePt t="4713" x="5099050" y="2660650"/>
          <p14:tracePt t="4714" x="5086350" y="2660650"/>
          <p14:tracePt t="4716" x="5072063" y="2660650"/>
          <p14:tracePt t="4717" x="5045075" y="2660650"/>
          <p14:tracePt t="4718" x="5018088" y="2660650"/>
          <p14:tracePt t="4719" x="5003800" y="2660650"/>
          <p14:tracePt t="4720" x="4989513" y="2660650"/>
          <p14:tracePt t="4721" x="4976813" y="2660650"/>
          <p14:tracePt t="4722" x="4962525" y="2660650"/>
          <p14:tracePt t="4723" x="4948238" y="2660650"/>
          <p14:tracePt t="4724" x="4921250" y="2660650"/>
          <p14:tracePt t="4726" x="4908550" y="2660650"/>
          <p14:tracePt t="4727" x="4879975" y="2660650"/>
          <p14:tracePt t="4728" x="4867275" y="2660650"/>
          <p14:tracePt t="4730" x="4826000" y="2660650"/>
          <p14:tracePt t="4731" x="4811713" y="2660650"/>
          <p14:tracePt t="4732" x="4797425" y="2660650"/>
          <p14:tracePt t="4733" x="4784725" y="2660650"/>
          <p14:tracePt t="4734" x="4757738" y="2660650"/>
          <p14:tracePt t="4735" x="4743450" y="2660650"/>
          <p14:tracePt t="4737" x="4716463" y="2660650"/>
          <p14:tracePt t="4738" x="4687888" y="2660650"/>
          <p14:tracePt t="4739" x="4660900" y="2660650"/>
          <p14:tracePt t="4740" x="4646613" y="2660650"/>
          <p14:tracePt t="4741" x="4633913" y="2660650"/>
          <p14:tracePt t="4742" x="4619625" y="2660650"/>
          <p14:tracePt t="4743" x="4592638" y="2660650"/>
          <p14:tracePt t="4744" x="4565650" y="2660650"/>
          <p14:tracePt t="4746" x="4537075" y="2660650"/>
          <p14:tracePt t="4747" x="4510088" y="2660650"/>
          <p14:tracePt t="4749" x="4483100" y="2660650"/>
          <p14:tracePt t="4750" x="4468813" y="2660650"/>
          <p14:tracePt t="4751" x="4441825" y="2660650"/>
          <p14:tracePt t="4753" x="4414838" y="2660650"/>
          <p14:tracePt t="4754" x="4386263" y="2660650"/>
          <p14:tracePt t="4755" x="4373563" y="2660650"/>
          <p14:tracePt t="4756" x="4346575" y="2660650"/>
          <p14:tracePt t="4758" x="4332288" y="2660650"/>
          <p14:tracePt t="4759" x="4305300" y="2660650"/>
          <p14:tracePt t="4761" x="4276725" y="2660650"/>
          <p14:tracePt t="4762" x="4264025" y="2660650"/>
          <p14:tracePt t="4763" x="4235450" y="2660650"/>
          <p14:tracePt t="4764" x="4208463" y="2660650"/>
          <p14:tracePt t="4765" x="4181475" y="2660650"/>
          <p14:tracePt t="4767" x="4154488" y="2660650"/>
          <p14:tracePt t="4768" x="4125913" y="2660650"/>
          <p14:tracePt t="4769" x="4098925" y="2660650"/>
          <p14:tracePt t="4770" x="4084638" y="2660650"/>
          <p14:tracePt t="4772" x="4044950" y="2660650"/>
          <p14:tracePt t="4773" x="4030663" y="2660650"/>
          <p14:tracePt t="4774" x="4003675" y="2660650"/>
          <p14:tracePt t="4775" x="3975100" y="2660650"/>
          <p14:tracePt t="4777" x="3948113" y="2660650"/>
          <p14:tracePt t="4778" x="3921125" y="2660650"/>
          <p14:tracePt t="4779" x="3894138" y="2660650"/>
          <p14:tracePt t="4780" x="3865563" y="2660650"/>
          <p14:tracePt t="4781" x="3824288" y="2660650"/>
          <p14:tracePt t="4782" x="3797300" y="2660650"/>
          <p14:tracePt t="4783" x="3770313" y="2660650"/>
          <p14:tracePt t="4784" x="3729038" y="2660650"/>
          <p14:tracePt t="4785" x="3702050" y="2660650"/>
          <p14:tracePt t="4786" x="3673475" y="2660650"/>
          <p14:tracePt t="4787" x="3646488" y="2660650"/>
          <p14:tracePt t="4788" x="3619500" y="2660650"/>
          <p14:tracePt t="4789" x="3578225" y="2660650"/>
          <p14:tracePt t="4790" x="3563938" y="2660650"/>
          <p14:tracePt t="4791" x="3551238" y="2660650"/>
          <p14:tracePt t="4792" x="3522663" y="2660650"/>
          <p14:tracePt t="4793" x="3495675" y="2660650"/>
          <p14:tracePt t="4794" x="3454400" y="2660650"/>
          <p14:tracePt t="4795" x="3441700" y="2660650"/>
          <p14:tracePt t="4796" x="3413125" y="2660650"/>
          <p14:tracePt t="4797" x="3386138" y="2660650"/>
          <p14:tracePt t="4798" x="3344863" y="2660650"/>
          <p14:tracePt t="4799" x="3303588" y="2660650"/>
          <p14:tracePt t="4801" x="3276600" y="2660650"/>
          <p14:tracePt t="4802" x="3249613" y="2660650"/>
          <p14:tracePt t="4803" x="3221038" y="2660650"/>
          <p14:tracePt t="4804" x="3179763" y="2660650"/>
          <p14:tracePt t="4805" x="3152775" y="2660650"/>
          <p14:tracePt t="4807" x="3125788" y="2660650"/>
          <p14:tracePt t="4809" x="3098800" y="2660650"/>
          <p14:tracePt t="4811" x="3070225" y="2660650"/>
          <p14:tracePt t="4813" x="3043238" y="2660650"/>
          <p14:tracePt t="4815" x="3016250" y="2660650"/>
          <p14:tracePt t="4817" x="2974975" y="2660650"/>
          <p14:tracePt t="4819" x="2947988" y="2660650"/>
          <p14:tracePt t="4820" x="2933700" y="2660650"/>
          <p14:tracePt t="4821" x="2906713" y="2660650"/>
          <p14:tracePt t="4822" x="2878138" y="2660650"/>
          <p14:tracePt t="4823" x="2851150" y="2660650"/>
          <p14:tracePt t="4824" x="2838450" y="2660650"/>
          <p14:tracePt t="4825" x="2809875" y="2660650"/>
          <p14:tracePt t="4827" x="2782888" y="2660650"/>
          <p14:tracePt t="4828" x="2755900" y="2660650"/>
          <p14:tracePt t="4829" x="2728913" y="2660650"/>
          <p14:tracePt t="4830" x="2700338" y="2660650"/>
          <p14:tracePt t="4832" x="2687638" y="2660650"/>
          <p14:tracePt t="4833" x="2659063" y="2660650"/>
          <p14:tracePt t="4835" x="2617788" y="2660650"/>
          <p14:tracePt t="4836" x="2605088" y="2660650"/>
          <p14:tracePt t="4837" x="2578100" y="2660650"/>
          <p14:tracePt t="4838" x="2549525" y="2674938"/>
          <p14:tracePt t="4839" x="2536825" y="2674938"/>
          <p14:tracePt t="4841" x="2495550" y="2674938"/>
          <p14:tracePt t="4843" x="2466975" y="2674938"/>
          <p14:tracePt t="4844" x="2454275" y="2674938"/>
          <p14:tracePt t="4845" x="2439988" y="2687638"/>
          <p14:tracePt t="4846" x="2413000" y="2687638"/>
          <p14:tracePt t="4848" x="2371725" y="2687638"/>
          <p14:tracePt t="4850" x="2344738" y="2687638"/>
          <p14:tracePt t="4851" x="2330450" y="2687638"/>
          <p14:tracePt t="4852" x="2303463" y="2687638"/>
          <p14:tracePt t="4855" x="2276475" y="2701925"/>
          <p14:tracePt t="4856" x="2247900" y="2701925"/>
          <p14:tracePt t="4857" x="2235200" y="2701925"/>
          <p14:tracePt t="4858" x="2220913" y="2716213"/>
          <p14:tracePt t="4859" x="2206625" y="2716213"/>
          <p14:tracePt t="4860" x="2193925" y="2716213"/>
          <p14:tracePt t="4862" x="2179638" y="2716213"/>
          <p14:tracePt t="4863" x="2165350" y="2716213"/>
          <p14:tracePt t="4864" x="2152650" y="2716213"/>
          <p14:tracePt t="4866" x="2125663" y="2728913"/>
          <p14:tracePt t="4867" x="2097088" y="2728913"/>
          <p14:tracePt t="4869" x="2084388" y="2728913"/>
          <p14:tracePt t="4870" x="2070100" y="2743200"/>
          <p14:tracePt t="4872" x="2043113" y="2743200"/>
          <p14:tracePt t="4873" x="2028825" y="2743200"/>
          <p14:tracePt t="4876" x="1987550" y="2757488"/>
          <p14:tracePt t="4878" x="1960563" y="2757488"/>
          <p14:tracePt t="4879" x="1946275" y="2770188"/>
          <p14:tracePt t="4881" x="1933575" y="2770188"/>
          <p14:tracePt t="4883" x="1919288" y="2770188"/>
          <p14:tracePt t="4884" x="1905000" y="2770188"/>
          <p14:tracePt t="4884" x="1878013" y="2784475"/>
          <p14:tracePt t="4885" x="1878013" y="2798763"/>
          <p14:tracePt t="4886" x="1863725" y="2798763"/>
          <p14:tracePt t="4888" x="1824038" y="2798763"/>
          <p14:tracePt t="4890" x="1809750" y="2811463"/>
          <p14:tracePt t="4891" x="1795463" y="2811463"/>
          <p14:tracePt t="4892" x="1768475" y="2825750"/>
          <p14:tracePt t="4893" x="1754188" y="2838450"/>
          <p14:tracePt t="4895" x="1741488" y="2838450"/>
          <p14:tracePt t="4897" x="1712913" y="2838450"/>
          <p14:tracePt t="4898" x="1700213" y="2838450"/>
          <p14:tracePt t="4899" x="1685925" y="2852738"/>
          <p14:tracePt t="4900" x="1658938" y="2867025"/>
          <p14:tracePt t="4902" x="1644650" y="2867025"/>
          <p14:tracePt t="4904" x="1603375" y="2879725"/>
          <p14:tracePt t="4905" x="1590675" y="2879725"/>
          <p14:tracePt t="4906" x="1576388" y="2879725"/>
          <p14:tracePt t="4908" x="1549400" y="2894013"/>
          <p14:tracePt t="4910" x="1535113" y="2894013"/>
          <p14:tracePt t="4912" x="1508125" y="2908300"/>
          <p14:tracePt t="4914" x="1481138" y="2908300"/>
          <p14:tracePt t="4915" x="1466850" y="2908300"/>
          <p14:tracePt t="4916" x="1452563" y="2921000"/>
          <p14:tracePt t="4918" x="1425575" y="2935288"/>
          <p14:tracePt t="4919" x="1411288" y="2935288"/>
          <p14:tracePt t="4920" x="1398588" y="2935288"/>
          <p14:tracePt t="4921" x="1384300" y="2949575"/>
          <p14:tracePt t="4922" x="1371600" y="2949575"/>
          <p14:tracePt t="4923" x="1343025" y="2949575"/>
          <p14:tracePt t="4925" x="1343025" y="2962275"/>
          <p14:tracePt t="4926" x="1316038" y="2976563"/>
          <p14:tracePt t="4927" x="1301750" y="2976563"/>
          <p14:tracePt t="4929" x="1274763" y="2976563"/>
          <p14:tracePt t="4931" x="1260475" y="3003550"/>
          <p14:tracePt t="4933" x="1233488" y="3003550"/>
          <p14:tracePt t="4935" x="1206500" y="3003550"/>
          <p14:tracePt t="4936" x="1192213" y="3017838"/>
          <p14:tracePt t="4938" x="1179513" y="3030538"/>
          <p14:tracePt t="4940" x="1150938" y="3030538"/>
          <p14:tracePt t="4942" x="1138238" y="3044825"/>
          <p14:tracePt t="4943" x="1123950" y="3044825"/>
          <p14:tracePt t="4944" x="1109663" y="3044825"/>
          <p14:tracePt t="4945" x="1096963" y="3059113"/>
          <p14:tracePt t="4947" x="1082675" y="3071813"/>
          <p14:tracePt t="4949" x="1069975" y="3071813"/>
          <p14:tracePt t="4950" x="1055688" y="3086100"/>
          <p14:tracePt t="4951" x="1041400" y="3086100"/>
          <p14:tracePt t="4953" x="1028700" y="3100388"/>
          <p14:tracePt t="4955" x="1028700" y="3113088"/>
          <p14:tracePt t="4956" x="1000125" y="3113088"/>
          <p14:tracePt t="4958" x="1000125" y="3127375"/>
          <p14:tracePt t="4960" x="987425" y="3141663"/>
          <p14:tracePt t="4961" x="987425" y="3154363"/>
          <p14:tracePt t="4962" x="973138" y="3154363"/>
          <p14:tracePt t="4964" x="958850" y="3168650"/>
          <p14:tracePt t="4965" x="958850" y="3181350"/>
          <p14:tracePt t="4967" x="946150" y="3181350"/>
          <p14:tracePt t="4968" x="946150" y="3195638"/>
          <p14:tracePt t="4970" x="931863" y="3209925"/>
          <p14:tracePt t="4972" x="931863" y="3222625"/>
          <p14:tracePt t="4974" x="919163" y="3236913"/>
          <p14:tracePt t="4975" x="919163" y="3251200"/>
          <p14:tracePt t="4978" x="919163" y="3263900"/>
          <p14:tracePt t="4979" x="919163" y="3278188"/>
          <p14:tracePt t="4980" x="904875" y="3278188"/>
          <p14:tracePt t="4981" x="890588" y="3292475"/>
          <p14:tracePt t="4983" x="890588" y="3305175"/>
          <p14:tracePt t="4984" x="890588" y="3319463"/>
          <p14:tracePt t="4985" x="890588" y="3333750"/>
          <p14:tracePt t="4987" x="877888" y="3346450"/>
          <p14:tracePt t="4989" x="877888" y="3373438"/>
          <p14:tracePt t="4991" x="877888" y="3387725"/>
          <p14:tracePt t="4992" x="877888" y="3402013"/>
          <p14:tracePt t="4994" x="877888" y="3414713"/>
          <p14:tracePt t="4996" x="877888" y="3429000"/>
          <p14:tracePt t="4998" x="877888" y="3455988"/>
          <p14:tracePt t="5000" x="877888" y="3484563"/>
          <p14:tracePt t="5002" x="877888" y="3497263"/>
          <p14:tracePt t="5004" x="877888" y="3524250"/>
          <p14:tracePt t="5005" x="877888" y="3538538"/>
          <p14:tracePt t="5007" x="877888" y="3565525"/>
          <p14:tracePt t="5009" x="877888" y="3579813"/>
          <p14:tracePt t="5011" x="877888" y="3594100"/>
          <p14:tracePt t="5012" x="877888" y="3606800"/>
          <p14:tracePt t="5013" x="877888" y="3621088"/>
          <p14:tracePt t="5014" x="877888" y="3648075"/>
          <p14:tracePt t="5015" x="877888" y="3662363"/>
          <p14:tracePt t="5016" x="877888" y="3676650"/>
          <p14:tracePt t="5017" x="877888" y="3689350"/>
          <p14:tracePt t="5018" x="877888" y="3716338"/>
          <p14:tracePt t="5019" x="877888" y="3730625"/>
          <p14:tracePt t="5020" x="877888" y="3744913"/>
          <p14:tracePt t="5021" x="904875" y="3771900"/>
          <p14:tracePt t="5023" x="904875" y="3786188"/>
          <p14:tracePt t="5024" x="904875" y="3798888"/>
          <p14:tracePt t="5025" x="904875" y="3813175"/>
          <p14:tracePt t="5026" x="904875" y="3840163"/>
          <p14:tracePt t="5027" x="919163" y="3854450"/>
          <p14:tracePt t="5029" x="919163" y="3881438"/>
          <p14:tracePt t="5030" x="919163" y="3908425"/>
          <p14:tracePt t="5031" x="919163" y="3922713"/>
          <p14:tracePt t="5032" x="919163" y="3963988"/>
          <p14:tracePt t="5033" x="919163" y="3990975"/>
          <p14:tracePt t="5034" x="919163" y="4019550"/>
          <p14:tracePt t="5035" x="919163" y="4059238"/>
          <p14:tracePt t="5036" x="919163" y="4087813"/>
          <p14:tracePt t="5037" x="919163" y="4129088"/>
          <p14:tracePt t="5039" x="919163" y="4156075"/>
          <p14:tracePt t="5040" x="919163" y="4183063"/>
          <p14:tracePt t="5041" x="919163" y="4224338"/>
          <p14:tracePt t="5042" x="919163" y="4265613"/>
          <p14:tracePt t="5043" x="919163" y="4306888"/>
          <p14:tracePt t="5044" x="919163" y="4333875"/>
          <p14:tracePt t="5045" x="919163" y="4375150"/>
          <p14:tracePt t="5046" x="919163" y="4416425"/>
          <p14:tracePt t="5047" x="919163" y="4457700"/>
          <p14:tracePt t="5048" x="919163" y="4498975"/>
          <p14:tracePt t="5049" x="919163" y="4540250"/>
          <p14:tracePt t="5050" x="919163" y="4581525"/>
          <p14:tracePt t="5051" x="919163" y="4608513"/>
          <p14:tracePt t="5052" x="919163" y="4649788"/>
          <p14:tracePt t="5053" x="919163" y="4691063"/>
          <p14:tracePt t="5054" x="919163" y="4732338"/>
          <p14:tracePt t="5055" x="919163" y="4759325"/>
          <p14:tracePt t="5056" x="919163" y="4800600"/>
          <p14:tracePt t="5057" x="919163" y="4827588"/>
          <p14:tracePt t="5058" x="919163" y="4868863"/>
          <p14:tracePt t="5059" x="919163" y="4895850"/>
          <p14:tracePt t="5060" x="919163" y="4937125"/>
          <p14:tracePt t="5061" x="919163" y="4965700"/>
          <p14:tracePt t="5062" x="904875" y="4992688"/>
          <p14:tracePt t="5063" x="890588" y="5033963"/>
          <p14:tracePt t="5064" x="890588" y="5075238"/>
          <p14:tracePt t="5065" x="890588" y="5116513"/>
          <p14:tracePt t="5067" x="890588" y="5157788"/>
          <p14:tracePt t="5068" x="890588" y="5199063"/>
          <p14:tracePt t="5069" x="890588" y="5238750"/>
          <p14:tracePt t="5070" x="890588" y="5267325"/>
          <p14:tracePt t="5071" x="890588" y="5308600"/>
          <p14:tracePt t="5072" x="890588" y="5349875"/>
          <p14:tracePt t="5073" x="890588" y="5376863"/>
          <p14:tracePt t="5074" x="890588" y="5403850"/>
          <p14:tracePt t="5075" x="890588" y="5430838"/>
          <p14:tracePt t="5076" x="890588" y="5472113"/>
          <p14:tracePt t="5077" x="890588" y="5500688"/>
          <p14:tracePt t="5078" x="890588" y="5527675"/>
          <p14:tracePt t="5079" x="877888" y="5568950"/>
          <p14:tracePt t="5080" x="877888" y="5595938"/>
          <p14:tracePt t="5081" x="877888" y="5622925"/>
          <p14:tracePt t="5083" x="877888" y="5651500"/>
          <p14:tracePt t="5084" x="877888" y="5678488"/>
          <p14:tracePt t="5085" x="877888" y="5705475"/>
          <p14:tracePt t="5086" x="877888" y="5734050"/>
          <p14:tracePt t="5087" x="877888" y="5761038"/>
          <p14:tracePt t="5088" x="877888" y="5802313"/>
          <p14:tracePt t="5089" x="877888" y="5829300"/>
          <p14:tracePt t="5091" x="877888" y="5843588"/>
          <p14:tracePt t="5092" x="877888" y="5870575"/>
          <p14:tracePt t="5093" x="877888" y="5884863"/>
          <p14:tracePt t="5094" x="877888" y="5911850"/>
          <p14:tracePt t="5095" x="877888" y="5924550"/>
          <p14:tracePt t="5096" x="877888" y="5938838"/>
          <p14:tracePt t="5098" x="890588" y="5980113"/>
          <p14:tracePt t="5100" x="904875" y="6007100"/>
          <p14:tracePt t="5101" x="904875" y="6021388"/>
          <p14:tracePt t="5102" x="904875" y="6035675"/>
          <p14:tracePt t="5103" x="904875" y="6048375"/>
          <p14:tracePt t="5104" x="919163" y="6048375"/>
          <p14:tracePt t="5105" x="919163" y="6076950"/>
          <p14:tracePt t="5107" x="919163" y="6089650"/>
          <p14:tracePt t="5108" x="931863" y="6116638"/>
          <p14:tracePt t="5110" x="931863" y="6145213"/>
          <p14:tracePt t="5112" x="946150" y="6157913"/>
          <p14:tracePt t="5114" x="958850" y="6186488"/>
          <p14:tracePt t="5116" x="973138" y="6199188"/>
          <p14:tracePt t="5119" x="973138" y="6213475"/>
          <p14:tracePt t="5119" x="987425" y="6227763"/>
          <p14:tracePt t="5121" x="1000125" y="6254750"/>
          <p14:tracePt t="5123" x="1014413" y="6267450"/>
          <p14:tracePt t="5125" x="1041400" y="6281738"/>
          <p14:tracePt t="5126" x="1041400" y="6296025"/>
          <p14:tracePt t="5127" x="1041400" y="6308725"/>
          <p14:tracePt t="5128" x="1055688" y="6308725"/>
          <p14:tracePt t="5130" x="1069975" y="6323013"/>
          <p14:tracePt t="5131" x="1082675" y="6337300"/>
          <p14:tracePt t="5132" x="1082675" y="6350000"/>
          <p14:tracePt t="5133" x="1096963" y="6350000"/>
          <p14:tracePt t="5134" x="1109663" y="6364288"/>
          <p14:tracePt t="5135" x="1123950" y="6378575"/>
          <p14:tracePt t="5136" x="1138238" y="6391275"/>
          <p14:tracePt t="5138" x="1150938" y="6405563"/>
          <p14:tracePt t="5139" x="1165225" y="6419850"/>
          <p14:tracePt t="5141" x="1206500" y="6432550"/>
          <p14:tracePt t="5142" x="1206500" y="6446838"/>
          <p14:tracePt t="5143" x="1220788" y="6446838"/>
          <p14:tracePt t="5144" x="1233488" y="6459538"/>
          <p14:tracePt t="5145" x="1247775" y="6473825"/>
          <p14:tracePt t="5146" x="1274763" y="6488113"/>
          <p14:tracePt t="5147" x="1289050" y="6500813"/>
          <p14:tracePt t="5148" x="1316038" y="6500813"/>
          <p14:tracePt t="5150" x="1343025" y="6529388"/>
          <p14:tracePt t="5151" x="1357313" y="6542088"/>
          <p14:tracePt t="5153" x="1384300" y="6556375"/>
          <p14:tracePt t="5154" x="1398588" y="6556375"/>
          <p14:tracePt t="5155" x="1425575" y="6570663"/>
          <p14:tracePt t="5157" x="1439863" y="6583363"/>
          <p14:tracePt t="5158" x="1452563" y="6583363"/>
          <p14:tracePt t="5159" x="1466850" y="6597650"/>
          <p14:tracePt t="5160" x="1481138" y="6597650"/>
          <p14:tracePt t="5161" x="1508125" y="6624638"/>
          <p14:tracePt t="5162" x="1522413" y="6624638"/>
          <p14:tracePt t="5163" x="1549400" y="6638925"/>
          <p14:tracePt t="5165" x="1562100" y="6665913"/>
          <p14:tracePt t="5167" x="1590675" y="6665913"/>
          <p14:tracePt t="5168" x="1617663" y="6680200"/>
          <p14:tracePt t="5169" x="1631950" y="6692900"/>
          <p14:tracePt t="5170" x="1658938" y="6692900"/>
          <p14:tracePt t="5172" x="1685925" y="6707188"/>
          <p14:tracePt t="5174" x="1712913" y="6721475"/>
          <p14:tracePt t="5176" x="1741488" y="6734175"/>
          <p14:tracePt t="5177" x="1768475" y="6734175"/>
          <p14:tracePt t="5178" x="1795463" y="6748463"/>
          <p14:tracePt t="5179" x="1809750" y="6762750"/>
          <p14:tracePt t="5180" x="1836738" y="6762750"/>
          <p14:tracePt t="5181" x="1851025" y="6762750"/>
          <p14:tracePt t="5182" x="1878013" y="6789738"/>
          <p14:tracePt t="5183" x="1892300" y="6789738"/>
          <p14:tracePt t="5184" x="1905000" y="6789738"/>
          <p14:tracePt t="5185" x="1933575" y="6789738"/>
          <p14:tracePt t="5186" x="1974850" y="6802438"/>
          <p14:tracePt t="5187" x="1987550" y="6802438"/>
          <p14:tracePt t="5188" x="2014538" y="6816725"/>
          <p14:tracePt t="5189" x="2028825" y="6831013"/>
          <p14:tracePt t="5190" x="2070100" y="6831013"/>
          <p14:tracePt t="5191" x="2084388" y="6843713"/>
          <p14:tracePt t="5192" x="2111375" y="6843713"/>
          <p14:tracePt t="5193" x="2138363" y="6843713"/>
          <p14:tracePt t="5341" x="7431088" y="6843713"/>
          <p14:tracePt t="5342" x="7470775" y="6831013"/>
          <p14:tracePt t="5344" x="7499350" y="6816725"/>
          <p14:tracePt t="5344" x="7512050" y="6816725"/>
          <p14:tracePt t="5346" x="7540625" y="6816725"/>
          <p14:tracePt t="5348" x="7567613" y="6802438"/>
          <p14:tracePt t="5349" x="7594600" y="6789738"/>
          <p14:tracePt t="5350" x="7621588" y="6789738"/>
          <p14:tracePt t="5351" x="7635875" y="6789738"/>
          <p14:tracePt t="5352" x="7650163" y="6775450"/>
          <p14:tracePt t="5353" x="7677150" y="6762750"/>
          <p14:tracePt t="5355" x="7718425" y="6762750"/>
          <p14:tracePt t="5357" x="7759700" y="6748463"/>
          <p14:tracePt t="5358" x="7772400" y="6748463"/>
          <p14:tracePt t="5359" x="7772400" y="6734175"/>
          <p14:tracePt t="5362" x="7827963" y="6734175"/>
          <p14:tracePt t="5365" x="7854950" y="6734175"/>
          <p14:tracePt t="5366" x="7854950" y="6721475"/>
          <p14:tracePt t="5367" x="7869238" y="6721475"/>
          <p14:tracePt t="5369" x="7883525" y="6707188"/>
          <p14:tracePt t="5370" x="7910513" y="6707188"/>
          <p14:tracePt t="5371" x="7923213" y="6707188"/>
          <p14:tracePt t="5372" x="7937500" y="6692900"/>
          <p14:tracePt t="5373" x="7951788" y="6692900"/>
          <p14:tracePt t="5376" x="7978775" y="6692900"/>
          <p14:tracePt t="5376" x="7993063" y="6680200"/>
          <p14:tracePt t="5378" x="8005763" y="6665913"/>
          <p14:tracePt t="5379" x="8034338" y="6665913"/>
          <p14:tracePt t="5381" x="8047038" y="6651625"/>
          <p14:tracePt t="5382" x="8061325" y="6651625"/>
          <p14:tracePt t="5384" x="8074025" y="6651625"/>
          <p14:tracePt t="5385" x="8088313" y="6638925"/>
          <p14:tracePt t="5387" x="8102600" y="6638925"/>
          <p14:tracePt t="5388" x="8115300" y="6624638"/>
          <p14:tracePt t="5390" x="8129588" y="6624638"/>
          <p14:tracePt t="5391" x="8143875" y="6624638"/>
          <p14:tracePt t="5393" x="8156575" y="6624638"/>
          <p14:tracePt t="5395" x="8170863" y="6624638"/>
          <p14:tracePt t="5396" x="8170863" y="6610350"/>
          <p14:tracePt t="5397" x="8197850" y="6597650"/>
          <p14:tracePt t="5399" x="8212138" y="6597650"/>
          <p14:tracePt t="5401" x="8224838" y="6597650"/>
          <p14:tracePt t="5403" x="8239125" y="6583363"/>
          <p14:tracePt t="5406" x="8253413" y="6583363"/>
          <p14:tracePt t="5407" x="8266113" y="6583363"/>
          <p14:tracePt t="5408" x="8280400" y="6570663"/>
          <p14:tracePt t="5412" x="8294688" y="6556375"/>
          <p14:tracePt t="5415" x="8321675" y="6556375"/>
          <p14:tracePt t="5419" x="8348663" y="6542088"/>
          <p14:tracePt t="5422" x="8362950" y="6542088"/>
          <p14:tracePt t="5425" x="8375650" y="6515100"/>
          <p14:tracePt t="5427" x="8389938" y="6515100"/>
          <p14:tracePt t="5429" x="8404225" y="6515100"/>
          <p14:tracePt t="5432" x="8416925" y="6500813"/>
          <p14:tracePt t="5436" x="8431213" y="6500813"/>
          <p14:tracePt t="5440" x="8445500" y="6488113"/>
          <p14:tracePt t="5445" x="8445500" y="6473825"/>
          <p14:tracePt t="5447" x="8458200" y="6473825"/>
          <p14:tracePt t="5449" x="8458200" y="6459538"/>
          <p14:tracePt t="5454" x="8472488" y="6459538"/>
          <p14:tracePt t="5455" x="8485188" y="6446838"/>
          <p14:tracePt t="5459" x="8485188" y="6432550"/>
          <p14:tracePt t="5460" x="8485188" y="6419850"/>
          <p14:tracePt t="5462" x="8485188" y="6405563"/>
          <p14:tracePt t="5463" x="8499475" y="6405563"/>
          <p14:tracePt t="5464" x="8499475" y="6391275"/>
          <p14:tracePt t="5466" x="8499475" y="6378575"/>
          <p14:tracePt t="5468" x="8499475" y="6364288"/>
          <p14:tracePt t="5471" x="8526463" y="6350000"/>
          <p14:tracePt t="5473" x="8526463" y="6323013"/>
          <p14:tracePt t="5474" x="8526463" y="6296025"/>
          <p14:tracePt t="5476" x="8540750" y="6296025"/>
          <p14:tracePt t="5477" x="8540750" y="6281738"/>
          <p14:tracePt t="5478" x="8540750" y="6267450"/>
          <p14:tracePt t="5480" x="8555038" y="6254750"/>
          <p14:tracePt t="5481" x="8555038" y="6240463"/>
          <p14:tracePt t="5482" x="8555038" y="6227763"/>
          <p14:tracePt t="5484" x="8555038" y="6186488"/>
          <p14:tracePt t="5487" x="8567738" y="6172200"/>
          <p14:tracePt t="5488" x="8567738" y="6157913"/>
          <p14:tracePt t="5489" x="8567738" y="6145213"/>
          <p14:tracePt t="5490" x="8567738" y="6130925"/>
          <p14:tracePt t="5491" x="8567738" y="6116638"/>
          <p14:tracePt t="5492" x="8567738" y="6103938"/>
          <p14:tracePt t="5494" x="8567738" y="6076950"/>
          <p14:tracePt t="5496" x="8567738" y="6062663"/>
          <p14:tracePt t="5497" x="8567738" y="6048375"/>
          <p14:tracePt t="5499" x="8567738" y="6035675"/>
          <p14:tracePt t="5500" x="8567738" y="6007100"/>
          <p14:tracePt t="5503" x="8567738" y="5980113"/>
          <p14:tracePt t="5505" x="8567738" y="5965825"/>
          <p14:tracePt t="5506" x="8567738" y="5953125"/>
          <p14:tracePt t="5508" x="8567738" y="5924550"/>
          <p14:tracePt t="5509" x="8567738" y="5911850"/>
          <p14:tracePt t="5510" x="8567738" y="5897563"/>
          <p14:tracePt t="5511" x="8567738" y="5884863"/>
          <p14:tracePt t="5513" x="8567738" y="5870575"/>
          <p14:tracePt t="5515" x="8567738" y="5843588"/>
          <p14:tracePt t="5517" x="8567738" y="5815013"/>
          <p14:tracePt t="5518" x="8567738" y="5802313"/>
          <p14:tracePt t="5519" x="8567738" y="5788025"/>
          <p14:tracePt t="5521" x="8567738" y="5773738"/>
          <p14:tracePt t="5523" x="8567738" y="5734050"/>
          <p14:tracePt t="5525" x="8567738" y="5719763"/>
          <p14:tracePt t="5527" x="8567738" y="5692775"/>
          <p14:tracePt t="5529" x="8567738" y="5664200"/>
          <p14:tracePt t="5531" x="8567738" y="5637213"/>
          <p14:tracePt t="5533" x="8567738" y="5622925"/>
          <p14:tracePt t="5534" x="8567738" y="5610225"/>
          <p14:tracePt t="5536" x="8567738" y="5595938"/>
          <p14:tracePt t="5537" x="8567738" y="5581650"/>
          <p14:tracePt t="5539" x="8567738" y="5568950"/>
          <p14:tracePt t="5540" x="8567738" y="5554663"/>
          <p14:tracePt t="5541" x="8567738" y="5527675"/>
          <p14:tracePt t="5543" x="8567738" y="5500688"/>
          <p14:tracePt t="5545" x="8567738" y="5486400"/>
          <p14:tracePt t="5547" x="8567738" y="5459413"/>
          <p14:tracePt t="5548" x="8567738" y="5445125"/>
          <p14:tracePt t="5550" x="8567738" y="5418138"/>
          <p14:tracePt t="5552" x="8567738" y="5403850"/>
          <p14:tracePt t="5553" x="8567738" y="5391150"/>
          <p14:tracePt t="5555" x="8567738" y="5376863"/>
          <p14:tracePt t="5556" x="8567738" y="5362575"/>
          <p14:tracePt t="5558" x="8567738" y="5349875"/>
          <p14:tracePt t="5559" x="8567738" y="5335588"/>
          <p14:tracePt t="5561" x="8567738" y="5308600"/>
          <p14:tracePt t="5562" x="8567738" y="5294313"/>
          <p14:tracePt t="5564" x="8567738" y="5280025"/>
          <p14:tracePt t="5565" x="8567738" y="5267325"/>
          <p14:tracePt t="5566" x="8567738" y="5238750"/>
          <p14:tracePt t="5568" x="8567738" y="5226050"/>
          <p14:tracePt t="5569" x="8567738" y="5211763"/>
          <p14:tracePt t="5571" x="8567738" y="5199063"/>
          <p14:tracePt t="5572" x="8555038" y="5184775"/>
          <p14:tracePt t="5573" x="8555038" y="5170488"/>
          <p14:tracePt t="5574" x="8555038" y="5157788"/>
          <p14:tracePt t="5576" x="8555038" y="5143500"/>
          <p14:tracePt t="5578" x="8555038" y="5129213"/>
          <p14:tracePt t="5579" x="8555038" y="5116513"/>
          <p14:tracePt t="5580" x="8555038" y="5102225"/>
          <p14:tracePt t="5582" x="8555038" y="5087938"/>
          <p14:tracePt t="5583" x="8555038" y="5075238"/>
          <p14:tracePt t="5585" x="8555038" y="5048250"/>
          <p14:tracePt t="5587" x="8555038" y="5033963"/>
          <p14:tracePt t="5588" x="8540750" y="5033963"/>
          <p14:tracePt t="5589" x="8540750" y="5019675"/>
          <p14:tracePt t="5591" x="8540750" y="5006975"/>
          <p14:tracePt t="5592" x="8540750" y="4992688"/>
          <p14:tracePt t="5594" x="8540750" y="4978400"/>
          <p14:tracePt t="5596" x="8540750" y="4965700"/>
          <p14:tracePt t="5597" x="8540750" y="4951413"/>
          <p14:tracePt t="5599" x="8540750" y="4937125"/>
          <p14:tracePt t="5601" x="8540750" y="4924425"/>
          <p14:tracePt t="5603" x="8540750" y="4910138"/>
          <p14:tracePt t="5605" x="8540750" y="4895850"/>
          <p14:tracePt t="5607" x="8540750" y="4883150"/>
          <p14:tracePt t="5609" x="8540750" y="4868863"/>
          <p14:tracePt t="5612" x="8540750" y="4856163"/>
          <p14:tracePt t="5613" x="8540750" y="4841875"/>
          <p14:tracePt t="5615" x="8540750" y="4827588"/>
          <p14:tracePt t="5617" x="8540750" y="4814888"/>
          <p14:tracePt t="5619" x="8526463" y="4800600"/>
          <p14:tracePt t="5623" x="8526463" y="4786313"/>
          <p14:tracePt t="5626" x="8526463" y="4773613"/>
          <p14:tracePt t="5628" x="8526463" y="4759325"/>
          <p14:tracePt t="5631" x="8526463" y="4745038"/>
          <p14:tracePt t="5633" x="8513763" y="4745038"/>
          <p14:tracePt t="5634" x="8513763" y="4732338"/>
          <p14:tracePt t="5638" x="8513763" y="4718050"/>
          <p14:tracePt t="5640" x="8513763" y="4705350"/>
          <p14:tracePt t="5643" x="8513763" y="4691063"/>
          <p14:tracePt t="5647" x="8499475" y="4676775"/>
          <p14:tracePt t="5650" x="8499475" y="4664075"/>
          <p14:tracePt t="5654" x="8499475" y="4649788"/>
          <p14:tracePt t="5656" x="8485188" y="4635500"/>
          <p14:tracePt t="5659" x="8485188" y="4622800"/>
          <p14:tracePt t="5663" x="8485188" y="4608513"/>
          <p14:tracePt t="5666" x="8485188" y="4594225"/>
          <p14:tracePt t="5669" x="8485188" y="4581525"/>
          <p14:tracePt t="5673" x="8485188" y="4567238"/>
          <p14:tracePt t="5675" x="8485188" y="4552950"/>
          <p14:tracePt t="5678" x="8485188" y="4540250"/>
          <p14:tracePt t="5681" x="8485188" y="4525963"/>
          <p14:tracePt t="5685" x="8485188" y="4513263"/>
          <p14:tracePt t="5686" x="8485188" y="4498975"/>
          <p14:tracePt t="5690" x="8485188" y="4484688"/>
          <p14:tracePt t="5693" x="8485188" y="4471988"/>
          <p14:tracePt t="5697" x="8485188" y="4457700"/>
          <p14:tracePt t="5699" x="8485188" y="4443413"/>
          <p14:tracePt t="5702" x="8485188" y="4430713"/>
          <p14:tracePt t="5705" x="8485188" y="4416425"/>
          <p14:tracePt t="5710" x="8485188" y="4402138"/>
          <p14:tracePt t="5712" x="8485188" y="4389438"/>
          <p14:tracePt t="5717" x="8485188" y="4375150"/>
          <p14:tracePt t="5723" x="8485188" y="4362450"/>
          <p14:tracePt t="7354" x="8472488" y="4362450"/>
          <p14:tracePt t="7355" x="8472488" y="4333875"/>
          <p14:tracePt t="7356" x="8458200" y="4333875"/>
          <p14:tracePt t="7357" x="8458200" y="4321175"/>
          <p14:tracePt t="7358" x="8445500" y="4321175"/>
          <p14:tracePt t="7359" x="8431213" y="4306888"/>
          <p14:tracePt t="7361" x="8416925" y="4279900"/>
          <p14:tracePt t="7363" x="8404225" y="4265613"/>
          <p14:tracePt t="7364" x="8389938" y="4251325"/>
          <p14:tracePt t="7365" x="8375650" y="4224338"/>
          <p14:tracePt t="7367" x="8362950" y="4197350"/>
          <p14:tracePt t="7369" x="8334375" y="4183063"/>
          <p14:tracePt t="7371" x="8321675" y="4156075"/>
          <p14:tracePt t="7373" x="8294688" y="4129088"/>
          <p14:tracePt t="7374" x="8280400" y="4114800"/>
          <p14:tracePt t="7375" x="8266113" y="4100513"/>
          <p14:tracePt t="7376" x="8266113" y="4073525"/>
          <p14:tracePt t="7377" x="8239125" y="4073525"/>
          <p14:tracePt t="7378" x="8224838" y="4046538"/>
          <p14:tracePt t="7379" x="8212138" y="4046538"/>
          <p14:tracePt t="7380" x="8197850" y="4032250"/>
          <p14:tracePt t="7381" x="8185150" y="4019550"/>
          <p14:tracePt t="7382" x="8156575" y="4005263"/>
          <p14:tracePt t="7383" x="8156575" y="3990975"/>
          <p14:tracePt t="7384" x="8115300" y="3978275"/>
          <p14:tracePt t="7385" x="8102600" y="3963988"/>
          <p14:tracePt t="7386" x="8074025" y="3949700"/>
          <p14:tracePt t="7387" x="8047038" y="3937000"/>
          <p14:tracePt t="7388" x="8020050" y="3922713"/>
          <p14:tracePt t="7389" x="7993063" y="3922713"/>
          <p14:tracePt t="7390" x="7978775" y="3881438"/>
          <p14:tracePt t="7391" x="7951788" y="3881438"/>
          <p14:tracePt t="7392" x="7937500" y="3881438"/>
          <p14:tracePt t="7394" x="7923213" y="3867150"/>
          <p14:tracePt t="7395" x="7883525" y="3854450"/>
          <p14:tracePt t="7396" x="7854950" y="3854450"/>
          <p14:tracePt t="7398" x="7800975" y="3813175"/>
          <p14:tracePt t="7399" x="7759700" y="3813175"/>
          <p14:tracePt t="7400" x="7718425" y="3798888"/>
          <p14:tracePt t="7401" x="7662863" y="3771900"/>
          <p14:tracePt t="7402" x="7621588" y="3757613"/>
          <p14:tracePt t="7403" x="7581900" y="3757613"/>
          <p14:tracePt t="7404" x="7540625" y="3730625"/>
          <p14:tracePt t="7405" x="7499350" y="3716338"/>
          <p14:tracePt t="7407" x="7458075" y="3703638"/>
          <p14:tracePt t="7409" x="7416800" y="3703638"/>
          <p14:tracePt t="7410" x="7361238" y="3689350"/>
          <p14:tracePt t="7411" x="7319963" y="3676650"/>
          <p14:tracePt t="7412" x="7280275" y="3662363"/>
          <p14:tracePt t="7413" x="7239000" y="3648075"/>
          <p14:tracePt t="7414" x="7197725" y="3635375"/>
          <p14:tracePt t="7415" x="7156450" y="3621088"/>
          <p14:tracePt t="7416" x="7115175" y="3606800"/>
          <p14:tracePt t="7417" x="7046913" y="3594100"/>
          <p14:tracePt t="7419" x="7005638" y="3579813"/>
          <p14:tracePt t="7420" x="6964363" y="3565525"/>
          <p14:tracePt t="7421" x="6908800" y="3552825"/>
          <p14:tracePt t="7422" x="6867525" y="3538538"/>
          <p14:tracePt t="7423" x="6813550" y="3538538"/>
          <p14:tracePt t="7424" x="6772275" y="3524250"/>
          <p14:tracePt t="7425" x="6731000" y="3511550"/>
          <p14:tracePt t="7427" x="6689725" y="3497263"/>
          <p14:tracePt t="7428" x="6662738" y="3497263"/>
          <p14:tracePt t="7432" x="6607175" y="3470275"/>
          <p14:tracePt t="7433" x="6565900" y="3455988"/>
          <p14:tracePt t="7435" x="6538913" y="3455988"/>
          <p14:tracePt t="7436" x="6526213" y="3455988"/>
          <p14:tracePt t="7437" x="6497638" y="3443288"/>
          <p14:tracePt t="7438" x="6470650" y="3429000"/>
          <p14:tracePt t="7439" x="6456363" y="3429000"/>
          <p14:tracePt t="7440" x="6429375" y="3414713"/>
          <p14:tracePt t="7441" x="6415088" y="3414713"/>
          <p14:tracePt t="7443" x="6375400" y="3402013"/>
          <p14:tracePt t="7445" x="6334125" y="3387725"/>
          <p14:tracePt t="7446" x="6305550" y="3373438"/>
          <p14:tracePt t="7447" x="6305550" y="3360738"/>
          <p14:tracePt t="7448" x="6292850" y="3360738"/>
          <p14:tracePt t="7449" x="6265863" y="3346450"/>
          <p14:tracePt t="7450" x="6251575" y="3333750"/>
          <p14:tracePt t="7451" x="6237288" y="3333750"/>
          <p14:tracePt t="7452" x="6224588" y="3319463"/>
          <p14:tracePt t="7453" x="6210300" y="3319463"/>
          <p14:tracePt t="7454" x="6196013" y="3305175"/>
          <p14:tracePt t="7456" x="6169025" y="3292475"/>
          <p14:tracePt t="7457" x="6169025" y="3278188"/>
          <p14:tracePt t="7458" x="6154738" y="3278188"/>
          <p14:tracePt t="7459" x="6154738" y="3263900"/>
          <p14:tracePt t="7460" x="6142038" y="3263900"/>
          <p14:tracePt t="7461" x="6142038" y="3251200"/>
          <p14:tracePt t="7462" x="6127750" y="3236913"/>
          <p14:tracePt t="7463" x="6115050" y="3236913"/>
          <p14:tracePt t="7464" x="6115050" y="3222625"/>
          <p14:tracePt t="7466" x="6100763" y="3209925"/>
          <p14:tracePt t="7468" x="6086475" y="3195638"/>
          <p14:tracePt t="7469" x="6073775" y="3195638"/>
          <p14:tracePt t="7470" x="6073775" y="3181350"/>
          <p14:tracePt t="7472" x="6059488" y="3168650"/>
          <p14:tracePt t="7475" x="6059488" y="3154363"/>
          <p14:tracePt t="7476" x="6045200" y="3141663"/>
          <p14:tracePt t="7479" x="6032500" y="3127375"/>
          <p14:tracePt t="7482" x="6018213" y="3113088"/>
          <p14:tracePt t="7485" x="6003925" y="3100388"/>
          <p14:tracePt t="7487" x="6003925" y="3086100"/>
          <p14:tracePt t="7488" x="6003925" y="3071813"/>
          <p14:tracePt t="7489" x="5991225" y="3071813"/>
          <p14:tracePt t="7490" x="5991225" y="3059113"/>
          <p14:tracePt t="7492" x="5991225" y="3044825"/>
          <p14:tracePt t="7494" x="5991225" y="3030538"/>
          <p14:tracePt t="7496" x="5976938" y="3003550"/>
          <p14:tracePt t="7498" x="5964238" y="2990850"/>
          <p14:tracePt t="7767" x="5976938" y="2990850"/>
          <p14:tracePt t="7768" x="5991225" y="2990850"/>
          <p14:tracePt t="7771" x="6003925" y="2990850"/>
          <p14:tracePt t="7776" x="6018213" y="2990850"/>
          <p14:tracePt t="7777" x="6045200" y="2990850"/>
          <p14:tracePt t="7781" x="6059488" y="2990850"/>
          <p14:tracePt t="7782" x="6073775" y="3003550"/>
          <p14:tracePt t="7783" x="6086475" y="3003550"/>
          <p14:tracePt t="7785" x="6100763" y="3003550"/>
          <p14:tracePt t="7788" x="6115050" y="3003550"/>
          <p14:tracePt t="8039" x="6100763" y="3003550"/>
          <p14:tracePt t="8041" x="6086475" y="3003550"/>
          <p14:tracePt t="8042" x="6086475" y="2990850"/>
          <p14:tracePt t="8043" x="6059488" y="2976563"/>
          <p14:tracePt t="8046" x="6045200" y="2976563"/>
          <p14:tracePt t="8047" x="6032500" y="2962275"/>
          <p14:tracePt t="8049" x="6018213" y="2949575"/>
          <p14:tracePt t="8051" x="5976938" y="2949575"/>
          <p14:tracePt t="8053" x="5964238" y="2949575"/>
          <p14:tracePt t="8054" x="5964238" y="2935288"/>
          <p14:tracePt t="8055" x="5935663" y="2935288"/>
          <p14:tracePt t="8057" x="5922963" y="2935288"/>
          <p14:tracePt t="8058" x="5894388" y="2921000"/>
          <p14:tracePt t="8059" x="5894388" y="2908300"/>
          <p14:tracePt t="8060" x="5867400" y="2908300"/>
          <p14:tracePt t="8061" x="5853113" y="2908300"/>
          <p14:tracePt t="8063" x="5826125" y="2908300"/>
          <p14:tracePt t="8064" x="5813425" y="2894013"/>
          <p14:tracePt t="8065" x="5799138" y="2894013"/>
          <p14:tracePt t="8067" x="5772150" y="2879725"/>
          <p14:tracePt t="8068" x="5743575" y="2879725"/>
          <p14:tracePt t="8070" x="5716588" y="2879725"/>
          <p14:tracePt t="8072" x="5702300" y="2867025"/>
          <p14:tracePt t="8074" x="5689600" y="2852738"/>
          <p14:tracePt t="8075" x="5662613" y="2852738"/>
          <p14:tracePt t="8076" x="5648325" y="2852738"/>
          <p14:tracePt t="8077" x="5634038" y="2852738"/>
          <p14:tracePt t="8079" x="5607050" y="2852738"/>
          <p14:tracePt t="8080" x="5592763" y="2852738"/>
          <p14:tracePt t="8081" x="5592763" y="2838450"/>
          <p14:tracePt t="8082" x="5580063" y="2838450"/>
          <p14:tracePt t="8084" x="5565775" y="2838450"/>
          <p14:tracePt t="8085" x="5551488" y="2838450"/>
          <p14:tracePt t="8087" x="5551488" y="2825750"/>
          <p14:tracePt t="8089" x="5538788" y="2825750"/>
          <p14:tracePt t="8098" x="5524500" y="2825750"/>
          <p14:tracePt t="8103" x="5524500" y="2811463"/>
          <p14:tracePt t="8138" x="5524500" y="2798763"/>
          <p14:tracePt t="8365" x="5524500" y="2811463"/>
          <p14:tracePt t="8367" x="5524500" y="2825750"/>
          <p14:tracePt t="8373" x="5524500" y="2838450"/>
          <p14:tracePt t="8376" x="5524500" y="2852738"/>
          <p14:tracePt t="8379" x="5524500" y="2867025"/>
          <p14:tracePt t="8386" x="5524500" y="2879725"/>
          <p14:tracePt t="8393" x="5524500" y="2894013"/>
          <p14:tracePt t="8399" x="5538788" y="2894013"/>
          <p14:tracePt t="8402" x="5538788" y="2908300"/>
          <p14:tracePt t="8412" x="5538788" y="2921000"/>
          <p14:tracePt t="8418" x="5551488" y="2921000"/>
          <p14:tracePt t="8420" x="5551488" y="2935288"/>
          <p14:tracePt t="8426" x="5565775" y="2935288"/>
          <p14:tracePt t="8433" x="5565775" y="2949575"/>
          <p14:tracePt t="8444" x="5580063" y="2949575"/>
          <p14:tracePt t="8449" x="5580063" y="2962275"/>
          <p14:tracePt t="8459" x="5592763" y="2962275"/>
          <p14:tracePt t="8472" x="5592763" y="2976563"/>
          <p14:tracePt t="8473" x="5607050" y="2976563"/>
          <p14:tracePt t="8479" x="5621338" y="2976563"/>
          <p14:tracePt t="8743" x="5621338" y="2962275"/>
          <p14:tracePt t="8764" x="5621338" y="2949575"/>
          <p14:tracePt t="8870" x="5607050" y="2949575"/>
          <p14:tracePt t="8873" x="5607050" y="2935288"/>
          <p14:tracePt t="8877" x="5607050" y="2921000"/>
          <p14:tracePt t="8878" x="5592763" y="2921000"/>
          <p14:tracePt t="8897" x="5580063" y="2921000"/>
          <p14:tracePt t="9067" x="5580063" y="2908300"/>
          <p14:tracePt t="9075" x="5565775" y="2908300"/>
          <p14:tracePt t="9137" x="5551488" y="2908300"/>
          <p14:tracePt t="9144" x="5551488" y="2894013"/>
          <p14:tracePt t="9156" x="5551488" y="2879725"/>
          <p14:tracePt t="9170" x="5551488" y="2867025"/>
          <p14:tracePt t="9177" x="5551488" y="2852738"/>
          <p14:tracePt t="9186" x="5551488" y="2838450"/>
          <p14:tracePt t="9189" x="5551488" y="2811463"/>
          <p14:tracePt t="9192" x="5551488" y="2798763"/>
          <p14:tracePt t="9194" x="5551488" y="2784475"/>
          <p14:tracePt t="9196" x="5551488" y="2770188"/>
          <p14:tracePt t="9197" x="5551488" y="2757488"/>
          <p14:tracePt t="9198" x="5551488" y="2743200"/>
          <p14:tracePt t="9200" x="5551488" y="2728913"/>
          <p14:tracePt t="9202" x="5551488" y="2716213"/>
          <p14:tracePt t="9203" x="5551488" y="2701925"/>
          <p14:tracePt t="9205" x="5551488" y="2674938"/>
          <p14:tracePt t="9208" x="5551488" y="2647950"/>
          <p14:tracePt t="9210" x="5551488" y="2633663"/>
          <p14:tracePt t="9212" x="5551488" y="2606675"/>
          <p14:tracePt t="9214" x="5551488" y="2592388"/>
          <p14:tracePt t="9216" x="5551488" y="2565400"/>
          <p14:tracePt t="9218" x="5551488" y="2551113"/>
          <p14:tracePt t="9219" x="5551488" y="2536825"/>
          <p14:tracePt t="9220" x="5551488" y="2524125"/>
          <p14:tracePt t="9223" x="5551488" y="2495550"/>
          <p14:tracePt t="9224" x="5551488" y="2482850"/>
          <p14:tracePt t="9226" x="5551488" y="2455863"/>
          <p14:tracePt t="9228" x="5538788" y="2441575"/>
          <p14:tracePt t="9230" x="5524500" y="2414588"/>
          <p14:tracePt t="9232" x="5524500" y="2400300"/>
          <p14:tracePt t="9233" x="5511800" y="2386013"/>
          <p14:tracePt t="9235" x="5497513" y="2344738"/>
          <p14:tracePt t="9237" x="5497513" y="2332038"/>
          <p14:tracePt t="9238" x="5483225" y="2317750"/>
          <p14:tracePt t="9240" x="5483225" y="2305050"/>
          <p14:tracePt t="9242" x="5470525" y="2276475"/>
          <p14:tracePt t="9245" x="5456238" y="2235200"/>
          <p14:tracePt t="9246" x="5441950" y="2222500"/>
          <p14:tracePt t="9247" x="5441950" y="2208213"/>
          <p14:tracePt t="9248" x="5429250" y="2208213"/>
          <p14:tracePt t="9250" x="5414963" y="2181225"/>
          <p14:tracePt t="9252" x="5414963" y="2166938"/>
          <p14:tracePt t="9253" x="5414963" y="2152650"/>
          <p14:tracePt t="9254" x="5400675" y="2139950"/>
          <p14:tracePt t="9256" x="5387975" y="2125663"/>
          <p14:tracePt t="9257" x="5373688" y="2112963"/>
          <p14:tracePt t="9258" x="5373688" y="2098675"/>
          <p14:tracePt t="9259" x="5373688" y="2084388"/>
          <p14:tracePt t="9261" x="5360988" y="2071688"/>
          <p14:tracePt t="9262" x="5346700" y="2057400"/>
          <p14:tracePt t="9264" x="5346700" y="2043113"/>
          <p14:tracePt t="9265" x="5319713" y="2030413"/>
          <p14:tracePt t="9266" x="5319713" y="2016125"/>
          <p14:tracePt t="9268" x="5319713" y="2001838"/>
          <p14:tracePt t="9269" x="5319713" y="1974850"/>
          <p14:tracePt t="9272" x="5305425" y="1962150"/>
          <p14:tracePt t="9272" x="5291138" y="1947863"/>
          <p14:tracePt t="9273" x="5291138" y="1933575"/>
          <p14:tracePt t="9274" x="5278438" y="1933575"/>
          <p14:tracePt t="9275" x="5278438" y="1920875"/>
          <p14:tracePt t="9276" x="5264150" y="1920875"/>
          <p14:tracePt t="9277" x="5264150" y="1906588"/>
          <p14:tracePt t="9278" x="5264150" y="1892300"/>
          <p14:tracePt t="9279" x="5249863" y="1879600"/>
          <p14:tracePt t="9281" x="5237163" y="1865313"/>
          <p14:tracePt t="9282" x="5237163" y="1851025"/>
          <p14:tracePt t="9284" x="5222875" y="1838325"/>
          <p14:tracePt t="9286" x="5210175" y="1824038"/>
          <p14:tracePt t="9287" x="5210175" y="1809750"/>
          <p14:tracePt t="9288" x="5195888" y="1809750"/>
          <p14:tracePt t="9290" x="5195888" y="1782763"/>
          <p14:tracePt t="9291" x="5181600" y="1782763"/>
          <p14:tracePt t="9292" x="5168900" y="1770063"/>
          <p14:tracePt t="9294" x="5168900" y="1755775"/>
          <p14:tracePt t="9295" x="5154613" y="1741488"/>
          <p14:tracePt t="9298" x="5127625" y="1714500"/>
          <p14:tracePt t="9300" x="5127625" y="1700213"/>
          <p14:tracePt t="9302" x="5113338" y="1687513"/>
          <p14:tracePt t="9305" x="5099050" y="1673225"/>
          <p14:tracePt t="9307" x="5086350" y="1646238"/>
          <p14:tracePt t="9310" x="5072063" y="1631950"/>
          <p14:tracePt t="9312" x="5059363" y="1619250"/>
          <p14:tracePt t="9316" x="5045075" y="1590675"/>
          <p14:tracePt t="9319" x="5045075" y="1577975"/>
          <p14:tracePt t="9322" x="5018088" y="1577975"/>
          <p14:tracePt t="9324" x="5018088" y="1563688"/>
          <p14:tracePt t="9329" x="5003800" y="1549400"/>
          <p14:tracePt t="9331" x="4989513" y="1536700"/>
          <p14:tracePt t="9337" x="4976813" y="1522413"/>
          <p14:tracePt t="9338" x="4962525" y="1522413"/>
          <p14:tracePt t="9341" x="4962525" y="1508125"/>
          <p14:tracePt t="9343" x="4948238" y="1508125"/>
          <p14:tracePt t="9346" x="4935538" y="1495425"/>
          <p14:tracePt t="9348" x="4921250" y="1481138"/>
          <p14:tracePt t="9351" x="4894263" y="1481138"/>
          <p14:tracePt t="9352" x="4894263" y="1466850"/>
          <p14:tracePt t="9353" x="4879975" y="1454150"/>
          <p14:tracePt t="9356" x="4867275" y="1454150"/>
          <p14:tracePt t="9357" x="4838700" y="1439863"/>
          <p14:tracePt t="9358" x="4826000" y="1439863"/>
          <p14:tracePt t="9360" x="4811713" y="1427163"/>
          <p14:tracePt t="9362" x="4784725" y="1412875"/>
          <p14:tracePt t="9363" x="4770438" y="1412875"/>
          <p14:tracePt t="9364" x="4757738" y="1398588"/>
          <p14:tracePt t="9366" x="4743450" y="1398588"/>
          <p14:tracePt t="9367" x="4716463" y="1385888"/>
          <p14:tracePt t="9370" x="4702175" y="1385888"/>
          <p14:tracePt t="9370" x="4687888" y="1371600"/>
          <p14:tracePt t="9371" x="4675188" y="1371600"/>
          <p14:tracePt t="9372" x="4675188" y="1357313"/>
          <p14:tracePt t="9373" x="4646613" y="1357313"/>
          <p14:tracePt t="9376" x="4619625" y="1344613"/>
          <p14:tracePt t="9377" x="4592638" y="1344613"/>
          <p14:tracePt t="9379" x="4565650" y="1330325"/>
          <p14:tracePt t="9381" x="4537075" y="1316038"/>
          <p14:tracePt t="9383" x="4510088" y="1303338"/>
          <p14:tracePt t="9385" x="4497388" y="1289050"/>
          <p14:tracePt t="9386" x="4483100" y="1289050"/>
          <p14:tracePt t="9387" x="4468813" y="1289050"/>
          <p14:tracePt t="9388" x="4456113" y="1289050"/>
          <p14:tracePt t="9389" x="4456113" y="1276350"/>
          <p14:tracePt t="9391" x="4427538" y="1276350"/>
          <p14:tracePt t="9393" x="4400550" y="1262063"/>
          <p14:tracePt t="9395" x="4386263" y="1247775"/>
          <p14:tracePt t="9397" x="4373563" y="1247775"/>
          <p14:tracePt t="9398" x="4359275" y="1247775"/>
          <p14:tracePt t="9401" x="4332288" y="1235075"/>
          <p14:tracePt t="9404" x="4318000" y="1220788"/>
          <p14:tracePt t="9407" x="4305300" y="1220788"/>
          <p14:tracePt t="9410" x="4291013" y="1220788"/>
          <p14:tracePt t="9413" x="4291013" y="1206500"/>
          <p14:tracePt t="9418" x="4276725" y="1206500"/>
          <p14:tracePt t="9485" x="4249738" y="1206500"/>
          <p14:tracePt t="9488" x="4235450" y="1206500"/>
          <p14:tracePt t="9490" x="4222750" y="1206500"/>
          <p14:tracePt t="9494" x="4208463" y="1206500"/>
          <p14:tracePt t="9495" x="4195763" y="1206500"/>
          <p14:tracePt t="9497" x="4195763" y="1193800"/>
          <p14:tracePt t="9498" x="4181475" y="1193800"/>
          <p14:tracePt t="9499" x="4167188" y="1193800"/>
          <p14:tracePt t="9501" x="4154488" y="1193800"/>
          <p14:tracePt t="9504" x="4140200" y="1193800"/>
          <p14:tracePt t="9505" x="4140200" y="1179513"/>
          <p14:tracePt t="9507" x="4125913" y="1179513"/>
          <p14:tracePt t="9508" x="4113213" y="1165225"/>
          <p14:tracePt t="9511" x="4098925" y="1165225"/>
          <p14:tracePt t="9536" x="4071938" y="1165225"/>
          <p14:tracePt t="9541" x="4057650" y="1165225"/>
          <p14:tracePt t="9544" x="4044950" y="1165225"/>
          <p14:tracePt t="9546" x="4030663" y="1165225"/>
          <p14:tracePt t="9548" x="4016375" y="1165225"/>
          <p14:tracePt t="9550" x="3989388" y="1165225"/>
          <p14:tracePt t="9552" x="3975100" y="1165225"/>
          <p14:tracePt t="9554" x="3948113" y="1165225"/>
          <p14:tracePt t="9555" x="3933825" y="1165225"/>
          <p14:tracePt t="9557" x="3906838" y="1165225"/>
          <p14:tracePt t="9559" x="3879850" y="1165225"/>
          <p14:tracePt t="9561" x="3865563" y="1165225"/>
          <p14:tracePt t="9562" x="3838575" y="1165225"/>
          <p14:tracePt t="9563" x="3824288" y="1165225"/>
          <p14:tracePt t="9565" x="3811588" y="1165225"/>
          <p14:tracePt t="9566" x="3797300" y="1165225"/>
          <p14:tracePt t="9567" x="3783013" y="1165225"/>
          <p14:tracePt t="9569" x="3756025" y="1165225"/>
          <p14:tracePt t="9571" x="3743325" y="1165225"/>
          <p14:tracePt t="9572" x="3729038" y="1165225"/>
          <p14:tracePt t="9573" x="3714750" y="1165225"/>
          <p14:tracePt t="9575" x="3687763" y="1165225"/>
          <p14:tracePt t="9577" x="3673475" y="1165225"/>
          <p14:tracePt t="9579" x="3660775" y="1165225"/>
          <p14:tracePt t="9580" x="3646488" y="1165225"/>
          <p14:tracePt t="9582" x="3632200" y="1165225"/>
          <p14:tracePt t="9584" x="3619500" y="1165225"/>
          <p14:tracePt t="9588" x="3592513" y="1165225"/>
          <p14:tracePt t="9591" x="3578225" y="1165225"/>
          <p14:tracePt t="9595" x="3563938" y="1165225"/>
          <p14:tracePt t="9600" x="3536950" y="1165225"/>
          <p14:tracePt t="9602" x="3536950" y="1179513"/>
          <p14:tracePt t="9612" x="3522663" y="1179513"/>
          <p14:tracePt t="9625" x="3509963" y="1179513"/>
          <p14:tracePt t="9726" x="3495675" y="1179513"/>
          <p14:tracePt t="9728" x="3481388" y="1179513"/>
          <p14:tracePt t="9736" x="3468688" y="1179513"/>
          <p14:tracePt t="9747" x="3454400" y="1179513"/>
          <p14:tracePt t="9757" x="3454400" y="1165225"/>
          <p14:tracePt t="9764" x="3454400" y="1152525"/>
          <p14:tracePt t="9765" x="3441700" y="1152525"/>
          <p14:tracePt t="9779" x="3427413" y="1152525"/>
          <p14:tracePt t="9800" x="3427413" y="1138238"/>
          <p14:tracePt t="9802" x="3413125" y="1138238"/>
          <p14:tracePt t="9815" x="3400425" y="1138238"/>
          <p14:tracePt t="9820" x="3400425" y="1123950"/>
          <p14:tracePt t="9825" x="3386138" y="1123950"/>
          <p14:tracePt t="9833" x="3371850" y="1123950"/>
          <p14:tracePt t="9835" x="3371850" y="1111250"/>
          <p14:tracePt t="9842" x="3371850" y="1096963"/>
          <p14:tracePt t="9844" x="3359150" y="1096963"/>
          <p14:tracePt t="9856" x="3344863" y="1096963"/>
          <p14:tracePt t="10222" x="3359150" y="1096963"/>
          <p14:tracePt t="10239" x="3371850" y="1096963"/>
          <p14:tracePt t="10240" x="3371850" y="1084263"/>
          <p14:tracePt t="10251" x="3386138" y="1084263"/>
          <p14:tracePt t="10277" x="3400425" y="1084263"/>
          <p14:tracePt t="10305" x="3413125" y="1084263"/>
          <p14:tracePt t="10326" x="3427413" y="1084263"/>
          <p14:tracePt t="10335" x="3441700" y="1084263"/>
          <p14:tracePt t="10372" x="3454400" y="1084263"/>
          <p14:tracePt t="10410" x="3468688" y="1084263"/>
          <p14:tracePt t="10428" x="3481388" y="1084263"/>
          <p14:tracePt t="10436" x="3495675" y="1084263"/>
          <p14:tracePt t="10452" x="3509963" y="1084263"/>
          <p14:tracePt t="10462" x="3522663" y="1084263"/>
          <p14:tracePt t="10468" x="3522663" y="1069975"/>
          <p14:tracePt t="10478" x="3536950" y="1069975"/>
          <p14:tracePt t="10490" x="3551238" y="1069975"/>
          <p14:tracePt t="10513" x="3563938" y="1069975"/>
          <p14:tracePt t="10523" x="3578225" y="1069975"/>
          <p14:tracePt t="10536" x="3592513" y="1069975"/>
          <p14:tracePt t="10544" x="3605213" y="1069975"/>
          <p14:tracePt t="10560" x="3619500" y="1069975"/>
          <p14:tracePt t="10572" x="3632200" y="1069975"/>
          <p14:tracePt t="10593" x="3646488" y="1069975"/>
          <p14:tracePt t="10610" x="3660775" y="1069975"/>
          <p14:tracePt t="10633" x="3673475" y="1069975"/>
          <p14:tracePt t="10647" x="3687763" y="1069975"/>
          <p14:tracePt t="10657" x="3702050" y="1069975"/>
          <p14:tracePt t="10667" x="3714750" y="1069975"/>
          <p14:tracePt t="10670" x="3729038" y="1069975"/>
          <p14:tracePt t="10679" x="3743325" y="1069975"/>
          <p14:tracePt t="10682" x="3756025" y="1069975"/>
          <p14:tracePt t="10688" x="3770313" y="1069975"/>
          <p14:tracePt t="10691" x="3783013" y="1069975"/>
          <p14:tracePt t="10696" x="3797300" y="1069975"/>
          <p14:tracePt t="10699" x="3811588" y="1069975"/>
          <p14:tracePt t="10703" x="3824288" y="1069975"/>
          <p14:tracePt t="10705" x="3838575" y="1069975"/>
          <p14:tracePt t="10708" x="3852863" y="1069975"/>
          <p14:tracePt t="10711" x="3865563" y="1069975"/>
          <p14:tracePt t="10716" x="3894138" y="1069975"/>
          <p14:tracePt t="10720" x="3906838" y="1069975"/>
          <p14:tracePt t="10724" x="3921125" y="1069975"/>
          <p14:tracePt t="10728" x="3933825" y="1069975"/>
          <p14:tracePt t="10730" x="3948113" y="1069975"/>
          <p14:tracePt t="10734" x="3962400" y="1069975"/>
          <p14:tracePt t="10739" x="3975100" y="1069975"/>
          <p14:tracePt t="10745" x="3989388" y="1069975"/>
          <p14:tracePt t="10749" x="4003675" y="1069975"/>
          <p14:tracePt t="10756" x="4016375" y="1069975"/>
          <p14:tracePt t="10766" x="4030663" y="1069975"/>
          <p14:tracePt t="10776" x="4044950" y="1069975"/>
          <p14:tracePt t="10781" x="4057650" y="1069975"/>
          <p14:tracePt t="10789" x="4071938" y="1069975"/>
          <p14:tracePt t="10795" x="4084638" y="1069975"/>
          <p14:tracePt t="10802" x="4098925" y="1069975"/>
          <p14:tracePt t="10803" x="4113213" y="1069975"/>
          <p14:tracePt t="10810" x="4125913" y="1069975"/>
          <p14:tracePt t="10814" x="4140200" y="1069975"/>
          <p14:tracePt t="10819" x="4154488" y="1069975"/>
          <p14:tracePt t="10823" x="4167188" y="1069975"/>
          <p14:tracePt t="10825" x="4181475" y="1069975"/>
          <p14:tracePt t="10829" x="4195763" y="1069975"/>
          <p14:tracePt t="10834" x="4208463" y="1069975"/>
          <p14:tracePt t="10837" x="4222750" y="1069975"/>
          <p14:tracePt t="10838" x="4235450" y="1069975"/>
          <p14:tracePt t="10842" x="4249738" y="1069975"/>
          <p14:tracePt t="10845" x="4276725" y="1069975"/>
          <p14:tracePt t="10849" x="4291013" y="1069975"/>
          <p14:tracePt t="10852" x="4305300" y="1069975"/>
          <p14:tracePt t="10855" x="4318000" y="1069975"/>
          <p14:tracePt t="10856" x="4332288" y="1069975"/>
          <p14:tracePt t="10859" x="4346575" y="1069975"/>
          <p14:tracePt t="10863" x="4359275" y="1069975"/>
          <p14:tracePt t="10865" x="4373563" y="1069975"/>
          <p14:tracePt t="10867" x="4386263" y="1069975"/>
          <p14:tracePt t="10869" x="4400550" y="1069975"/>
          <p14:tracePt t="10871" x="4414838" y="1069975"/>
          <p14:tracePt t="10876" x="4427538" y="1069975"/>
          <p14:tracePt t="10877" x="4441825" y="1069975"/>
          <p14:tracePt t="10879" x="4456113" y="1069975"/>
          <p14:tracePt t="10883" x="4468813" y="1069975"/>
          <p14:tracePt t="10884" x="4483100" y="1069975"/>
          <p14:tracePt t="10888" x="4497388" y="1069975"/>
          <p14:tracePt t="10891" x="4510088" y="1069975"/>
          <p14:tracePt t="10896" x="4524375" y="1069975"/>
          <p14:tracePt t="10897" x="4537075" y="1069975"/>
          <p14:tracePt t="10902" x="4551363" y="1069975"/>
          <p14:tracePt t="10906" x="4565650" y="1069975"/>
          <p14:tracePt t="10911" x="4578350" y="1069975"/>
          <p14:tracePt t="10918" x="4606925" y="1069975"/>
          <p14:tracePt t="10925" x="4619625" y="1069975"/>
          <p14:tracePt t="10931" x="4633913" y="1069975"/>
          <p14:tracePt t="10935" x="4646613" y="1069975"/>
          <p14:tracePt t="10938" x="4660900" y="1069975"/>
          <p14:tracePt t="10942" x="4675188" y="1069975"/>
          <p14:tracePt t="10946" x="4687888" y="1069975"/>
          <p14:tracePt t="10950" x="4702175" y="1069975"/>
          <p14:tracePt t="10952" x="4716463" y="1069975"/>
          <p14:tracePt t="10956" x="4729163" y="1069975"/>
          <p14:tracePt t="10959" x="4743450" y="1069975"/>
          <p14:tracePt t="10962" x="4743450" y="1055688"/>
          <p14:tracePt t="10964" x="4757738" y="1055688"/>
          <p14:tracePt t="10967" x="4770438" y="1055688"/>
          <p14:tracePt t="10971" x="4784725" y="1055688"/>
          <p14:tracePt t="10979" x="4797425" y="1055688"/>
          <p14:tracePt t="10989" x="4811713" y="1055688"/>
          <p14:tracePt t="10999" x="4826000" y="1055688"/>
          <p14:tracePt t="11009" x="4838700" y="1055688"/>
          <p14:tracePt t="11020" x="4852988" y="1055688"/>
          <p14:tracePt t="11029" x="4867275" y="1055688"/>
          <p14:tracePt t="11032" x="4879975" y="1055688"/>
          <p14:tracePt t="11039" x="4894263" y="1055688"/>
          <p14:tracePt t="11046" x="4908550" y="1055688"/>
          <p14:tracePt t="11050" x="4921250" y="1055688"/>
          <p14:tracePt t="11053" x="4935538" y="1055688"/>
          <p14:tracePt t="11058" x="4948238" y="1055688"/>
          <p14:tracePt t="11063" x="4962525" y="1055688"/>
          <p14:tracePt t="11067" x="4989513" y="1055688"/>
          <p14:tracePt t="11070" x="5003800" y="1055688"/>
          <p14:tracePt t="11073" x="5018088" y="1055688"/>
          <p14:tracePt t="11078" x="5030788" y="1055688"/>
          <p14:tracePt t="11080" x="5045075" y="1055688"/>
          <p14:tracePt t="11084" x="5059363" y="1055688"/>
          <p14:tracePt t="11087" x="5072063" y="1055688"/>
          <p14:tracePt t="11089" x="5086350" y="1055688"/>
          <p14:tracePt t="11093" x="5099050" y="1055688"/>
          <p14:tracePt t="11098" x="5113338" y="1055688"/>
          <p14:tracePt t="11101" x="5127625" y="1055688"/>
          <p14:tracePt t="11105" x="5140325" y="1055688"/>
          <p14:tracePt t="11109" x="5154613" y="1055688"/>
          <p14:tracePt t="11113" x="5168900" y="1055688"/>
          <p14:tracePt t="11117" x="5181600" y="1055688"/>
          <p14:tracePt t="11119" x="5195888" y="1055688"/>
          <p14:tracePt t="11123" x="5210175" y="1055688"/>
          <p14:tracePt t="11127" x="5222875" y="1055688"/>
          <p14:tracePt t="11131" x="5237163" y="1055688"/>
          <p14:tracePt t="11135" x="5249863" y="1042988"/>
          <p14:tracePt t="11138" x="5264150" y="1042988"/>
          <p14:tracePt t="11142" x="5278438" y="1042988"/>
          <p14:tracePt t="11145" x="5291138" y="1042988"/>
          <p14:tracePt t="11149" x="5305425" y="1042988"/>
          <p14:tracePt t="11151" x="5319713" y="1042988"/>
          <p14:tracePt t="11154" x="5332413" y="1042988"/>
          <p14:tracePt t="11159" x="5346700" y="1042988"/>
          <p14:tracePt t="11161" x="5360988" y="1042988"/>
          <p14:tracePt t="11167" x="5373688" y="1042988"/>
          <p14:tracePt t="11170" x="5387975" y="1042988"/>
          <p14:tracePt t="11174" x="5400675" y="1042988"/>
          <p14:tracePt t="11175" x="5414963" y="1042988"/>
          <p14:tracePt t="11180" x="5429250" y="1042988"/>
          <p14:tracePt t="11183" x="5429250" y="1028700"/>
          <p14:tracePt t="11185" x="5441950" y="1028700"/>
          <p14:tracePt t="11188" x="5456238" y="1028700"/>
          <p14:tracePt t="11189" x="5470525" y="1028700"/>
          <p14:tracePt t="11193" x="5483225" y="1028700"/>
          <p14:tracePt t="11200" x="5497513" y="1028700"/>
          <p14:tracePt t="11201" x="5511800" y="1028700"/>
          <p14:tracePt t="11211" x="5524500" y="1028700"/>
          <p14:tracePt t="11223" x="5538788" y="1028700"/>
          <p14:tracePt t="11238" x="5551488" y="1028700"/>
          <p14:tracePt t="11244" x="5565775" y="1028700"/>
          <p14:tracePt t="11252" x="5580063" y="1028700"/>
          <p14:tracePt t="11259" x="5592763" y="1028700"/>
          <p14:tracePt t="11264" x="5607050" y="1028700"/>
          <p14:tracePt t="11268" x="5621338" y="1028700"/>
          <p14:tracePt t="11271" x="5634038" y="1028700"/>
          <p14:tracePt t="11274" x="5648325" y="1028700"/>
          <p14:tracePt t="11278" x="5662613" y="1028700"/>
          <p14:tracePt t="11283" x="5675313" y="1028700"/>
          <p14:tracePt t="11284" x="5689600" y="1028700"/>
          <p14:tracePt t="11287" x="5702300" y="1028700"/>
          <p14:tracePt t="11292" x="5716588" y="1028700"/>
          <p14:tracePt t="11296" x="5730875" y="1028700"/>
          <p14:tracePt t="11298" x="5743575" y="1028700"/>
          <p14:tracePt t="11302" x="5757863" y="1028700"/>
          <p14:tracePt t="11308" x="5772150" y="1028700"/>
          <p14:tracePt t="11314" x="5784850" y="1028700"/>
          <p14:tracePt t="11319" x="5799138" y="1028700"/>
          <p14:tracePt t="11327" x="5813425" y="1028700"/>
          <p14:tracePt t="11340" x="5826125" y="1028700"/>
          <p14:tracePt t="11365" x="5840413" y="1028700"/>
          <p14:tracePt t="11382" x="5853113" y="1028700"/>
          <p14:tracePt t="11407" x="5867400" y="1028700"/>
          <p14:tracePt t="11414" x="5867400" y="1014413"/>
          <p14:tracePt t="11420" x="5881688" y="1014413"/>
          <p14:tracePt t="11454" x="5894388" y="1014413"/>
          <p14:tracePt t="11509" x="5908675" y="1014413"/>
          <p14:tracePt t="11530" x="5922963" y="1014413"/>
          <p14:tracePt t="11547" x="5935663" y="1014413"/>
          <p14:tracePt t="11561" x="5949950" y="1014413"/>
          <p14:tracePt t="11566" x="5964238" y="1014413"/>
          <p14:tracePt t="11667" x="5976938" y="1014413"/>
          <p14:tracePt t="11921" x="5991225" y="1014413"/>
          <p14:tracePt t="11944" x="6003925" y="1014413"/>
          <p14:tracePt t="11959" x="6018213" y="1014413"/>
          <p14:tracePt t="12038" x="6032500" y="1014413"/>
          <p14:tracePt t="12040" x="6032500" y="1028700"/>
          <p14:tracePt t="12057" x="6045200" y="1028700"/>
          <p14:tracePt t="12818" x="6045200" y="1055688"/>
          <p14:tracePt t="12822" x="6032500" y="1069975"/>
          <p14:tracePt t="12824" x="6018213" y="1069975"/>
          <p14:tracePt t="12826" x="6018213" y="1084263"/>
          <p14:tracePt t="12828" x="6003925" y="1096963"/>
          <p14:tracePt t="12830" x="6003925" y="1111250"/>
          <p14:tracePt t="12831" x="5991225" y="1111250"/>
          <p14:tracePt t="12834" x="5991225" y="1123950"/>
          <p14:tracePt t="12836" x="5976938" y="1138238"/>
          <p14:tracePt t="12838" x="5964238" y="1152525"/>
          <p14:tracePt t="12841" x="5949950" y="1165225"/>
          <p14:tracePt t="12844" x="5935663" y="1179513"/>
          <p14:tracePt t="12845" x="5935663" y="1193800"/>
          <p14:tracePt t="12848" x="5908675" y="1206500"/>
          <p14:tracePt t="12851" x="5894388" y="1220788"/>
          <p14:tracePt t="12852" x="5894388" y="1235075"/>
          <p14:tracePt t="12856" x="5881688" y="1247775"/>
          <p14:tracePt t="12859" x="5867400" y="1276350"/>
          <p14:tracePt t="12860" x="5853113" y="1276350"/>
          <p14:tracePt t="12864" x="5840413" y="1303338"/>
          <p14:tracePt t="12866" x="5826125" y="1316038"/>
          <p14:tracePt t="12867" x="5826125" y="1330325"/>
          <p14:tracePt t="12869" x="5813425" y="1330325"/>
          <p14:tracePt t="12870" x="5813425" y="1344613"/>
          <p14:tracePt t="12872" x="5799138" y="1344613"/>
          <p14:tracePt t="12873" x="5799138" y="1357313"/>
          <p14:tracePt t="12874" x="5784850" y="1357313"/>
          <p14:tracePt t="12877" x="5772150" y="1371600"/>
          <p14:tracePt t="12878" x="5772150" y="1385888"/>
          <p14:tracePt t="12878" x="5757863" y="1385888"/>
          <p14:tracePt t="12879" x="5757863" y="1398588"/>
          <p14:tracePt t="12883" x="5743575" y="1412875"/>
          <p14:tracePt t="12884" x="5743575" y="1427163"/>
          <p14:tracePt t="12886" x="5730875" y="1427163"/>
          <p14:tracePt t="12887" x="5716588" y="1439863"/>
          <p14:tracePt t="12890" x="5702300" y="1466850"/>
          <p14:tracePt t="12894" x="5702300" y="1481138"/>
          <p14:tracePt t="12895" x="5689600" y="1481138"/>
          <p14:tracePt t="12897" x="5689600" y="1495425"/>
          <p14:tracePt t="12898" x="5675313" y="1495425"/>
          <p14:tracePt t="12899" x="5675313" y="1508125"/>
          <p14:tracePt t="12901" x="5662613" y="1522413"/>
          <p14:tracePt t="12904" x="5662613" y="1536700"/>
          <p14:tracePt t="12907" x="5662613" y="1549400"/>
          <p14:tracePt t="12909" x="5648325" y="1549400"/>
          <p14:tracePt t="12910" x="5634038" y="1563688"/>
          <p14:tracePt t="12913" x="5634038" y="1577975"/>
          <p14:tracePt t="12915" x="5634038" y="1590675"/>
          <p14:tracePt t="12917" x="5621338" y="1590675"/>
          <p14:tracePt t="12919" x="5621338" y="1604963"/>
          <p14:tracePt t="12921" x="5621338" y="1619250"/>
          <p14:tracePt t="12923" x="5607050" y="1619250"/>
          <p14:tracePt t="12925" x="5607050" y="1631950"/>
          <p14:tracePt t="12928" x="5607050" y="1646238"/>
          <p14:tracePt t="12931" x="5592763" y="1658938"/>
          <p14:tracePt t="12933" x="5580063" y="1658938"/>
          <p14:tracePt t="12934" x="5580063" y="1673225"/>
          <p14:tracePt t="12936" x="5580063" y="1687513"/>
          <p14:tracePt t="12939" x="5565775" y="1700213"/>
          <p14:tracePt t="12942" x="5565775" y="1714500"/>
          <p14:tracePt t="12943" x="5551488" y="1714500"/>
          <p14:tracePt t="12944" x="5551488" y="1728788"/>
          <p14:tracePt t="12946" x="5551488" y="1741488"/>
          <p14:tracePt t="12948" x="5538788" y="1755775"/>
          <p14:tracePt t="12950" x="5524500" y="1755775"/>
          <p14:tracePt t="12951" x="5524500" y="1770063"/>
          <p14:tracePt t="12953" x="5524500" y="1782763"/>
          <p14:tracePt t="12954" x="5524500" y="1797050"/>
          <p14:tracePt t="12955" x="5511800" y="1797050"/>
          <p14:tracePt t="12957" x="5511800" y="1809750"/>
          <p14:tracePt t="12959" x="5511800" y="1824038"/>
          <p14:tracePt t="12961" x="5497513" y="1838325"/>
          <p14:tracePt t="12964" x="5497513" y="1851025"/>
          <p14:tracePt t="12966" x="5483225" y="1865313"/>
          <p14:tracePt t="12968" x="5483225" y="1879600"/>
          <p14:tracePt t="12969" x="5470525" y="1879600"/>
          <p14:tracePt t="12971" x="5470525" y="1892300"/>
          <p14:tracePt t="12975" x="5470525" y="1906588"/>
          <p14:tracePt t="12978" x="5456238" y="1920875"/>
          <p14:tracePt t="12980" x="5456238" y="1933575"/>
          <p14:tracePt t="12982" x="5456238" y="1947863"/>
          <p14:tracePt t="12985" x="5456238" y="1962150"/>
          <p14:tracePt t="12988" x="5456238" y="1974850"/>
          <p14:tracePt t="12990" x="5441950" y="1989138"/>
          <p14:tracePt t="12994" x="5441950" y="2001838"/>
          <p14:tracePt t="12997" x="5441950" y="2016125"/>
          <p14:tracePt t="12999" x="5429250" y="2030413"/>
          <p14:tracePt t="13002" x="5429250" y="2043113"/>
          <p14:tracePt t="13007" x="5429250" y="2057400"/>
          <p14:tracePt t="13009" x="5429250" y="2071688"/>
          <p14:tracePt t="13011" x="5429250" y="2084388"/>
          <p14:tracePt t="13015" x="5429250" y="2098675"/>
          <p14:tracePt t="13018" x="5429250" y="2112963"/>
          <p14:tracePt t="13022" x="5429250" y="2125663"/>
          <p14:tracePt t="13027" x="5429250" y="2139950"/>
          <p14:tracePt t="13029" x="5429250" y="2152650"/>
          <p14:tracePt t="13033" x="5429250" y="2166938"/>
          <p14:tracePt t="13039" x="5429250" y="2181225"/>
          <p14:tracePt t="13046" x="5429250" y="2193925"/>
          <p14:tracePt t="13050" x="5429250" y="2208213"/>
          <p14:tracePt t="13059" x="5429250" y="2222500"/>
          <p14:tracePt t="13070" x="5429250" y="2235200"/>
          <p14:tracePt t="13079" x="5429250" y="2249488"/>
          <p14:tracePt t="13084" x="5429250" y="2263775"/>
          <p14:tracePt t="13091" x="5441950" y="2276475"/>
          <p14:tracePt t="13098" x="5441950" y="2290763"/>
          <p14:tracePt t="13105" x="5441950" y="2305050"/>
          <p14:tracePt t="13111" x="5441950" y="2317750"/>
          <p14:tracePt t="13117" x="5456238" y="2317750"/>
          <p14:tracePt t="13120" x="5456238" y="2332038"/>
          <p14:tracePt t="13129" x="5456238" y="2344738"/>
          <p14:tracePt t="13139" x="5456238" y="2359025"/>
          <p14:tracePt t="13144" x="5456238" y="2373313"/>
          <p14:tracePt t="13154" x="5456238" y="2386013"/>
          <p14:tracePt t="13167" x="5456238" y="2400300"/>
          <p14:tracePt t="13179" x="5456238" y="2414588"/>
          <p14:tracePt t="13186" x="5456238" y="2427288"/>
          <p14:tracePt t="13197" x="5456238" y="2441575"/>
          <p14:tracePt t="13205" x="5456238" y="2455863"/>
          <p14:tracePt t="13211" x="5456238" y="2468563"/>
          <p14:tracePt t="13216" x="5456238" y="2482850"/>
          <p14:tracePt t="13219" x="5456238" y="2495550"/>
          <p14:tracePt t="13224" x="5456238" y="2509838"/>
          <p14:tracePt t="13228" x="5456238" y="2524125"/>
          <p14:tracePt t="13230" x="5456238" y="2536825"/>
          <p14:tracePt t="13233" x="5456238" y="2551113"/>
          <p14:tracePt t="13237" x="5441950" y="2565400"/>
          <p14:tracePt t="13240" x="5441950" y="2578100"/>
          <p14:tracePt t="13242" x="5429250" y="2578100"/>
          <p14:tracePt t="13244" x="5429250" y="2606675"/>
          <p14:tracePt t="13248" x="5429250" y="2619375"/>
          <p14:tracePt t="13251" x="5429250" y="2633663"/>
          <p14:tracePt t="13253" x="5414963" y="2633663"/>
          <p14:tracePt t="13254" x="5414963" y="2647950"/>
          <p14:tracePt t="13255" x="5414963" y="2660650"/>
          <p14:tracePt t="13258" x="5414963" y="2674938"/>
          <p14:tracePt t="13261" x="5414963" y="2687638"/>
          <p14:tracePt t="13263" x="5400675" y="2687638"/>
          <p14:tracePt t="13265" x="5400675" y="2701925"/>
          <p14:tracePt t="13267" x="5400675" y="2716213"/>
          <p14:tracePt t="13269" x="5400675" y="2728913"/>
          <p14:tracePt t="13273" x="5400675" y="2743200"/>
          <p14:tracePt t="13275" x="5400675" y="2757488"/>
          <p14:tracePt t="13279" x="5387975" y="2757488"/>
          <p14:tracePt t="13279" x="5387975" y="2770188"/>
          <p14:tracePt t="13286" x="5387975" y="2784475"/>
          <p14:tracePt t="13297" x="5387975" y="2798763"/>
          <p14:tracePt t="13301" x="5373688" y="2798763"/>
          <p14:tracePt t="13337" x="5373688" y="2811463"/>
          <p14:tracePt t="13365" x="5373688" y="2825750"/>
          <p14:tracePt t="13374" x="5373688" y="2838450"/>
          <p14:tracePt t="13390" x="5373688" y="2852738"/>
          <p14:tracePt t="13465" x="5373688" y="2867025"/>
          <p14:tracePt t="13467" x="5360988" y="2867025"/>
          <p14:tracePt t="13468" x="5360988" y="2879725"/>
          <p14:tracePt t="13471" x="5346700" y="2879725"/>
          <p14:tracePt t="13474" x="5346700" y="2894013"/>
          <p14:tracePt t="13476" x="5346700" y="2908300"/>
          <p14:tracePt t="13478" x="5332413" y="2921000"/>
          <p14:tracePt t="13480" x="5319713" y="2921000"/>
          <p14:tracePt t="13481" x="5319713" y="2935288"/>
          <p14:tracePt t="13483" x="5305425" y="2949575"/>
          <p14:tracePt t="13485" x="5305425" y="2962275"/>
          <p14:tracePt t="13487" x="5291138" y="2976563"/>
          <p14:tracePt t="13488" x="5278438" y="2976563"/>
          <p14:tracePt t="13490" x="5278438" y="2990850"/>
          <p14:tracePt t="13491" x="5264150" y="3003550"/>
          <p14:tracePt t="13493" x="5264150" y="3017838"/>
          <p14:tracePt t="13495" x="5249863" y="3030538"/>
          <p14:tracePt t="13498" x="5249863" y="3044825"/>
          <p14:tracePt t="13499" x="5237163" y="3059113"/>
          <p14:tracePt t="13501" x="5222875" y="3071813"/>
          <p14:tracePt t="13503" x="5210175" y="3100388"/>
          <p14:tracePt t="13506" x="5195888" y="3113088"/>
          <p14:tracePt t="13508" x="5181600" y="3113088"/>
          <p14:tracePt t="13509" x="5181600" y="3141663"/>
          <p14:tracePt t="13512" x="5154613" y="3154363"/>
          <p14:tracePt t="13513" x="5154613" y="3168650"/>
          <p14:tracePt t="13515" x="5140325" y="3181350"/>
          <p14:tracePt t="13518" x="5140325" y="3195638"/>
          <p14:tracePt t="13520" x="5127625" y="3195638"/>
          <p14:tracePt t="13522" x="5127625" y="3209925"/>
          <p14:tracePt t="13522" x="5127625" y="3222625"/>
          <p14:tracePt t="13523" x="5113338" y="3222625"/>
          <p14:tracePt t="13526" x="5099050" y="3236913"/>
          <p14:tracePt t="13529" x="5099050" y="3251200"/>
          <p14:tracePt t="13530" x="5086350" y="3251200"/>
          <p14:tracePt t="13535" x="5086350" y="3263900"/>
          <p14:tracePt t="13536" x="5072063" y="3278188"/>
          <p14:tracePt t="13544" x="5059363" y="3292475"/>
          <p14:tracePt t="13551" x="5045075" y="3292475"/>
          <p14:tracePt t="13589" x="5045075" y="3305175"/>
          <p14:tracePt t="13607" x="5030788" y="3305175"/>
          <p14:tracePt t="13609" x="5030788" y="3319463"/>
          <p14:tracePt t="13612" x="5018088" y="3319463"/>
          <p14:tracePt t="13613" x="5018088" y="3333750"/>
          <p14:tracePt t="13619" x="4989513" y="3333750"/>
          <p14:tracePt t="13620" x="4989513" y="3346450"/>
          <p14:tracePt t="13626" x="4989513" y="3360738"/>
          <p14:tracePt t="13626" x="4976813" y="3360738"/>
          <p14:tracePt t="13631" x="4962525" y="3373438"/>
          <p14:tracePt t="13633" x="4948238" y="3373438"/>
          <p14:tracePt t="13634" x="4948238" y="3387725"/>
          <p14:tracePt t="13640" x="4935538" y="3402013"/>
          <p14:tracePt t="13643" x="4921250" y="3402013"/>
          <p14:tracePt t="13645" x="4921250" y="3414713"/>
          <p14:tracePt t="13648" x="4908550" y="3414713"/>
          <p14:tracePt t="13650" x="4894263" y="3429000"/>
          <p14:tracePt t="13654" x="4894263" y="3443288"/>
          <p14:tracePt t="13656" x="4879975" y="3443288"/>
          <p14:tracePt t="13661" x="4867275" y="3443288"/>
          <p14:tracePt t="13662" x="4867275" y="3455988"/>
          <p14:tracePt t="13668" x="4852988" y="3455988"/>
          <p14:tracePt t="13670" x="4852988" y="3470275"/>
          <p14:tracePt t="13671" x="4838700" y="3470275"/>
          <p14:tracePt t="13679" x="4826000" y="3470275"/>
          <p14:tracePt t="13681" x="4826000" y="3484563"/>
          <p14:tracePt t="13683" x="4826000" y="3497263"/>
          <p14:tracePt t="13689" x="4811713" y="3497263"/>
          <p14:tracePt t="13694" x="4797425" y="3511550"/>
          <p14:tracePt t="13699" x="4784725" y="3511550"/>
          <p14:tracePt t="13701" x="4784725" y="3524250"/>
          <p14:tracePt t="13703" x="4770438" y="3524250"/>
          <p14:tracePt t="13708" x="4757738" y="3538538"/>
          <p14:tracePt t="13709" x="4757738" y="3552825"/>
          <p14:tracePt t="13712" x="4729163" y="3552825"/>
          <p14:tracePt t="13714" x="4729163" y="3565525"/>
          <p14:tracePt t="13715" x="4716463" y="3565525"/>
          <p14:tracePt t="13716" x="4716463" y="3579813"/>
          <p14:tracePt t="13717" x="4702175" y="3579813"/>
          <p14:tracePt t="13719" x="4687888" y="3594100"/>
          <p14:tracePt t="13720" x="4675188" y="3606800"/>
          <p14:tracePt t="13724" x="4646613" y="3621088"/>
          <p14:tracePt t="13725" x="4633913" y="3621088"/>
          <p14:tracePt t="13727" x="4619625" y="3635375"/>
          <p14:tracePt t="13730" x="4592638" y="3648075"/>
          <p14:tracePt t="13732" x="4578350" y="3648075"/>
          <p14:tracePt t="13733" x="4565650" y="3662363"/>
          <p14:tracePt t="13735" x="4551363" y="3676650"/>
          <p14:tracePt t="13737" x="4524375" y="3676650"/>
          <p14:tracePt t="13738" x="4524375" y="3689350"/>
          <p14:tracePt t="13739" x="4510088" y="3689350"/>
          <p14:tracePt t="13740" x="4497388" y="3689350"/>
          <p14:tracePt t="13741" x="4483100" y="3703638"/>
          <p14:tracePt t="13742" x="4468813" y="3716338"/>
          <p14:tracePt t="13744" x="4456113" y="3716338"/>
          <p14:tracePt t="13745" x="4441825" y="3716338"/>
          <p14:tracePt t="13746" x="4441825" y="3730625"/>
          <p14:tracePt t="13747" x="4427538" y="3730625"/>
          <p14:tracePt t="13748" x="4414838" y="3730625"/>
          <p14:tracePt t="13749" x="4400550" y="3744913"/>
          <p14:tracePt t="13750" x="4400550" y="3757613"/>
          <p14:tracePt t="13751" x="4386263" y="3757613"/>
          <p14:tracePt t="13752" x="4373563" y="3757613"/>
          <p14:tracePt t="13754" x="4359275" y="3771900"/>
          <p14:tracePt t="13755" x="4346575" y="3771900"/>
          <p14:tracePt t="13756" x="4332288" y="3771900"/>
          <p14:tracePt t="13758" x="4318000" y="3786188"/>
          <p14:tracePt t="13759" x="4305300" y="3786188"/>
          <p14:tracePt t="13760" x="4291013" y="3786188"/>
          <p14:tracePt t="13762" x="4276725" y="3798888"/>
          <p14:tracePt t="13764" x="4249738" y="3798888"/>
          <p14:tracePt t="13766" x="4235450" y="3813175"/>
          <p14:tracePt t="13768" x="4222750" y="3813175"/>
          <p14:tracePt t="13770" x="4195763" y="3827463"/>
          <p14:tracePt t="13772" x="4181475" y="3827463"/>
          <p14:tracePt t="13774" x="4167188" y="3827463"/>
          <p14:tracePt t="13775" x="4154488" y="3827463"/>
          <p14:tracePt t="13776" x="4154488" y="3840163"/>
          <p14:tracePt t="13778" x="4125913" y="3854450"/>
          <p14:tracePt t="13781" x="4113213" y="3854450"/>
          <p14:tracePt t="13782" x="4098925" y="3854450"/>
          <p14:tracePt t="13783" x="4084638" y="3854450"/>
          <p14:tracePt t="13785" x="4071938" y="3867150"/>
          <p14:tracePt t="13786" x="4057650" y="3867150"/>
          <p14:tracePt t="13789" x="4044950" y="3881438"/>
          <p14:tracePt t="13790" x="4016375" y="3881438"/>
          <p14:tracePt t="13793" x="4003675" y="3895725"/>
          <p14:tracePt t="13794" x="3989388" y="3895725"/>
          <p14:tracePt t="13796" x="3975100" y="3895725"/>
          <p14:tracePt t="13797" x="3962400" y="3895725"/>
          <p14:tracePt t="13799" x="3933825" y="3908425"/>
          <p14:tracePt t="13801" x="3921125" y="3922713"/>
          <p14:tracePt t="13803" x="3906838" y="3922713"/>
          <p14:tracePt t="13805" x="3894138" y="3922713"/>
          <p14:tracePt t="13806" x="3879850" y="3937000"/>
          <p14:tracePt t="13808" x="3865563" y="3937000"/>
          <p14:tracePt t="13810" x="3852863" y="3937000"/>
          <p14:tracePt t="13812" x="3838575" y="3949700"/>
          <p14:tracePt t="13813" x="3824288" y="3949700"/>
          <p14:tracePt t="13815" x="3811588" y="3949700"/>
          <p14:tracePt t="13818" x="3783013" y="3963988"/>
          <p14:tracePt t="13821" x="3770313" y="3978275"/>
          <p14:tracePt t="13823" x="3756025" y="3978275"/>
          <p14:tracePt t="13826" x="3743325" y="3978275"/>
          <p14:tracePt t="13828" x="3743325" y="3990975"/>
          <p14:tracePt t="13830" x="3729038" y="3990975"/>
          <p14:tracePt t="13835" x="3714750" y="3990975"/>
          <p14:tracePt t="13836" x="3702050" y="3990975"/>
          <p14:tracePt t="13838" x="3702050" y="4005263"/>
          <p14:tracePt t="13841" x="3702050" y="4019550"/>
          <p14:tracePt t="13844" x="3687763" y="4019550"/>
          <p14:tracePt t="13849" x="3687763" y="4032250"/>
          <p14:tracePt t="13851" x="3673475" y="4032250"/>
          <p14:tracePt t="13856" x="3673475" y="4046538"/>
          <p14:tracePt t="13859" x="3660775" y="4046538"/>
          <p14:tracePt t="13862" x="3646488" y="4059238"/>
          <p14:tracePt t="13863" x="3646488" y="4073525"/>
          <p14:tracePt t="13868" x="3632200" y="4087813"/>
          <p14:tracePt t="13871" x="3619500" y="4100513"/>
          <p14:tracePt t="13873" x="3619500" y="4114800"/>
          <p14:tracePt t="13874" x="3619500" y="4129088"/>
          <p14:tracePt t="13876" x="3605213" y="4129088"/>
          <p14:tracePt t="13877" x="3592513" y="4141788"/>
          <p14:tracePt t="13879" x="3592513" y="4156075"/>
          <p14:tracePt t="13883" x="3563938" y="4170363"/>
          <p14:tracePt t="13884" x="3563938" y="4197350"/>
          <p14:tracePt t="13887" x="3551238" y="4210050"/>
          <p14:tracePt t="13888" x="3536950" y="4210050"/>
          <p14:tracePt t="13890" x="3536950" y="4224338"/>
          <p14:tracePt t="13891" x="3522663" y="4238625"/>
          <p14:tracePt t="13892" x="3522663" y="4251325"/>
          <p14:tracePt t="13895" x="3509963" y="4265613"/>
          <p14:tracePt t="13898" x="3495675" y="4279900"/>
          <p14:tracePt t="13898" x="3495675" y="4292600"/>
          <p14:tracePt t="13900" x="3481388" y="4292600"/>
          <p14:tracePt t="13901" x="3481388" y="4306888"/>
          <p14:tracePt t="13904" x="3468688" y="4306888"/>
          <p14:tracePt t="13905" x="3468688" y="4321175"/>
          <p14:tracePt t="13908" x="3454400" y="4333875"/>
          <p14:tracePt t="13913" x="3441700" y="4348163"/>
          <p14:tracePt t="13915" x="3427413" y="4362450"/>
          <p14:tracePt t="13921" x="3413125" y="4375150"/>
          <p14:tracePt t="13930" x="3400425" y="4402138"/>
          <p14:tracePt t="13934" x="3386138" y="4402138"/>
          <p14:tracePt t="13945" x="3386138" y="4416425"/>
          <p14:tracePt t="14043" x="3371850" y="4416425"/>
          <p14:tracePt t="14052" x="3371850" y="4430713"/>
          <p14:tracePt t="14065" x="3371850" y="4443413"/>
          <p14:tracePt t="14069" x="3371850" y="4457700"/>
          <p14:tracePt t="14076" x="3359150" y="4471988"/>
          <p14:tracePt t="14078" x="3359150" y="4484688"/>
          <p14:tracePt t="14080" x="3359150" y="4498975"/>
          <p14:tracePt t="14085" x="3344863" y="4513263"/>
          <p14:tracePt t="14086" x="3330575" y="4525963"/>
          <p14:tracePt t="14088" x="3330575" y="4540250"/>
          <p14:tracePt t="14091" x="3317875" y="4552950"/>
          <p14:tracePt t="14092" x="3317875" y="4567238"/>
          <p14:tracePt t="14093" x="3303588" y="4567238"/>
          <p14:tracePt t="14096" x="3290888" y="4594225"/>
          <p14:tracePt t="14099" x="3290888" y="4608513"/>
          <p14:tracePt t="14100" x="3276600" y="4608513"/>
          <p14:tracePt t="14102" x="3276600" y="4622800"/>
          <p14:tracePt t="14103" x="3262313" y="4622800"/>
          <p14:tracePt t="14105" x="3262313" y="4649788"/>
          <p14:tracePt t="14107" x="3249613" y="4664075"/>
          <p14:tracePt t="14108" x="3235325" y="4664075"/>
          <p14:tracePt t="14109" x="3235325" y="4676775"/>
          <p14:tracePt t="14111" x="3221038" y="4705350"/>
          <p14:tracePt t="14113" x="3208338" y="4705350"/>
          <p14:tracePt t="14113" x="3208338" y="4718050"/>
          <p14:tracePt t="14115" x="3194050" y="4732338"/>
          <p14:tracePt t="14117" x="3179763" y="4759325"/>
          <p14:tracePt t="14119" x="3167063" y="4773613"/>
          <p14:tracePt t="14120" x="3152775" y="4786313"/>
          <p14:tracePt t="14123" x="3140075" y="4800600"/>
          <p14:tracePt t="14124" x="3125788" y="4814888"/>
          <p14:tracePt t="14126" x="3125788" y="4827588"/>
          <p14:tracePt t="14127" x="3111500" y="4841875"/>
          <p14:tracePt t="14128" x="3111500" y="4856163"/>
          <p14:tracePt t="14130" x="3098800" y="4868863"/>
          <p14:tracePt t="14133" x="3084513" y="4883150"/>
          <p14:tracePt t="14135" x="3070225" y="4895850"/>
          <p14:tracePt t="14136" x="3070225" y="4910138"/>
          <p14:tracePt t="14137" x="3057525" y="4910138"/>
          <p14:tracePt t="14139" x="3057525" y="4924425"/>
          <p14:tracePt t="14141" x="3043238" y="4937125"/>
          <p14:tracePt t="14142" x="3043238" y="4951413"/>
          <p14:tracePt t="14144" x="3028950" y="4965700"/>
          <p14:tracePt t="14146" x="3016250" y="4965700"/>
          <p14:tracePt t="14148" x="3016250" y="4978400"/>
          <p14:tracePt t="14150" x="3016250" y="4992688"/>
          <p14:tracePt t="14153" x="3001963" y="5006975"/>
          <p14:tracePt t="14156" x="3001963" y="5019675"/>
          <p14:tracePt t="14159" x="2989263" y="5033963"/>
          <p14:tracePt t="14161" x="2974975" y="5048250"/>
          <p14:tracePt t="14164" x="2974975" y="5060950"/>
          <p14:tracePt t="14168" x="2960688" y="5075238"/>
          <p14:tracePt t="14174" x="2960688" y="5102225"/>
          <p14:tracePt t="14176" x="2947988" y="5102225"/>
          <p14:tracePt t="14178" x="2947988" y="5116513"/>
          <p14:tracePt t="14183" x="2947988" y="5129213"/>
          <p14:tracePt t="14186" x="2947988" y="5143500"/>
          <p14:tracePt t="14191" x="2933700" y="5157788"/>
          <p14:tracePt t="14435" x="2947988" y="5157788"/>
          <p14:tracePt t="14440" x="2947988" y="5143500"/>
          <p14:tracePt t="14446" x="2947988" y="5129213"/>
          <p14:tracePt t="14459" x="2947988" y="5116513"/>
          <p14:tracePt t="14469" x="2947988" y="5102225"/>
          <p14:tracePt t="14478" x="2947988" y="5087938"/>
          <p14:tracePt t="14480" x="2947988" y="5075238"/>
          <p14:tracePt t="14487" x="2947988" y="5060950"/>
          <p14:tracePt t="14494" x="2947988" y="5048250"/>
          <p14:tracePt t="14499" x="2947988" y="5033963"/>
          <p14:tracePt t="14502" x="2947988" y="5019675"/>
          <p14:tracePt t="14508" x="2947988" y="5006975"/>
          <p14:tracePt t="14513" x="2947988" y="4992688"/>
          <p14:tracePt t="14517" x="2947988" y="4978400"/>
          <p14:tracePt t="14521" x="2947988" y="4965700"/>
          <p14:tracePt t="14527" x="2947988" y="4951413"/>
          <p14:tracePt t="14533" x="2947988" y="4937125"/>
          <p14:tracePt t="14543" x="2947988" y="4924425"/>
          <p14:tracePt t="14548" x="2947988" y="4910138"/>
          <p14:tracePt t="14557" x="2947988" y="4895850"/>
          <p14:tracePt t="14563" x="2947988" y="4883150"/>
          <p14:tracePt t="14566" x="2947988" y="4868863"/>
          <p14:tracePt t="14571" x="2947988" y="4856163"/>
          <p14:tracePt t="14572" x="2960688" y="4856163"/>
          <p14:tracePt t="14573" x="2960688" y="4841875"/>
          <p14:tracePt t="14576" x="2960688" y="4827588"/>
          <p14:tracePt t="14578" x="2974975" y="4827588"/>
          <p14:tracePt t="14580" x="2974975" y="4800600"/>
          <p14:tracePt t="14582" x="2989263" y="4800600"/>
          <p14:tracePt t="14585" x="2989263" y="4786313"/>
          <p14:tracePt t="14587" x="2989263" y="4773613"/>
          <p14:tracePt t="14589" x="3001963" y="4773613"/>
          <p14:tracePt t="14590" x="3001963" y="4759325"/>
          <p14:tracePt t="14591" x="3001963" y="4745038"/>
          <p14:tracePt t="14594" x="3016250" y="4732338"/>
          <p14:tracePt t="14596" x="3016250" y="4718050"/>
          <p14:tracePt t="14598" x="3016250" y="4705350"/>
          <p14:tracePt t="14599" x="3016250" y="4691063"/>
          <p14:tracePt t="14600" x="3028950" y="4691063"/>
          <p14:tracePt t="14602" x="3043238" y="4676775"/>
          <p14:tracePt t="14603" x="3043238" y="4664075"/>
          <p14:tracePt t="14605" x="3043238" y="4649788"/>
          <p14:tracePt t="14607" x="3057525" y="4635500"/>
          <p14:tracePt t="14609" x="3057525" y="4622800"/>
          <p14:tracePt t="14610" x="3057525" y="4608513"/>
          <p14:tracePt t="14612" x="3070225" y="4608513"/>
          <p14:tracePt t="14613" x="3070225" y="4594225"/>
          <p14:tracePt t="14614" x="3070225" y="4581525"/>
          <p14:tracePt t="14615" x="3084513" y="4581525"/>
          <p14:tracePt t="14616" x="3084513" y="4567238"/>
          <p14:tracePt t="14617" x="3084513" y="4552950"/>
          <p14:tracePt t="14619" x="3098800" y="4540250"/>
          <p14:tracePt t="14620" x="3098800" y="4525963"/>
          <p14:tracePt t="14623" x="3098800" y="4513263"/>
          <p14:tracePt t="14626" x="3125788" y="4471988"/>
          <p14:tracePt t="14628" x="3125788" y="4457700"/>
          <p14:tracePt t="14631" x="3140075" y="4430713"/>
          <p14:tracePt t="14633" x="3152775" y="4416425"/>
          <p14:tracePt t="14635" x="3152775" y="4402138"/>
          <p14:tracePt t="14637" x="3152775" y="4389438"/>
          <p14:tracePt t="14638" x="3167063" y="4375150"/>
          <p14:tracePt t="14641" x="3167063" y="4348163"/>
          <p14:tracePt t="14643" x="3167063" y="4333875"/>
          <p14:tracePt t="14645" x="3167063" y="4306888"/>
          <p14:tracePt t="14647" x="3179763" y="4292600"/>
          <p14:tracePt t="14649" x="3179763" y="4279900"/>
          <p14:tracePt t="14650" x="3179763" y="4265613"/>
          <p14:tracePt t="14651" x="3179763" y="4251325"/>
          <p14:tracePt t="14652" x="3194050" y="4238625"/>
          <p14:tracePt t="14655" x="3208338" y="4210050"/>
          <p14:tracePt t="14656" x="3208338" y="4197350"/>
          <p14:tracePt t="14658" x="3208338" y="4170363"/>
          <p14:tracePt t="14660" x="3221038" y="4141788"/>
          <p14:tracePt t="14663" x="3221038" y="4129088"/>
          <p14:tracePt t="14664" x="3235325" y="4100513"/>
          <p14:tracePt t="14666" x="3235325" y="4073525"/>
          <p14:tracePt t="14668" x="3235325" y="4059238"/>
          <p14:tracePt t="14669" x="3235325" y="4046538"/>
          <p14:tracePt t="14670" x="3249613" y="4032250"/>
          <p14:tracePt t="14671" x="3262313" y="4005263"/>
          <p14:tracePt t="14672" x="3262313" y="3990975"/>
          <p14:tracePt t="14675" x="3262313" y="3963988"/>
          <p14:tracePt t="14676" x="3276600" y="3922713"/>
          <p14:tracePt t="14677" x="3290888" y="3895725"/>
          <p14:tracePt t="14679" x="3290888" y="3867150"/>
          <p14:tracePt t="14680" x="3290888" y="3854450"/>
          <p14:tracePt t="14681" x="3303588" y="3840163"/>
          <p14:tracePt t="14682" x="3317875" y="3813175"/>
          <p14:tracePt t="14683" x="3317875" y="3786188"/>
          <p14:tracePt t="14684" x="3317875" y="3771900"/>
          <p14:tracePt t="14685" x="3330575" y="3744913"/>
          <p14:tracePt t="14686" x="3344863" y="3730625"/>
          <p14:tracePt t="14687" x="3359150" y="3703638"/>
          <p14:tracePt t="14689" x="3371850" y="3676650"/>
          <p14:tracePt t="14690" x="3386138" y="3648075"/>
          <p14:tracePt t="14692" x="3386138" y="3621088"/>
          <p14:tracePt t="14693" x="3400425" y="3606800"/>
          <p14:tracePt t="14694" x="3413125" y="3594100"/>
          <p14:tracePt t="14695" x="3413125" y="3552825"/>
          <p14:tracePt t="14696" x="3441700" y="3524250"/>
          <p14:tracePt t="14698" x="3454400" y="3497263"/>
          <p14:tracePt t="14699" x="3468688" y="3470275"/>
          <p14:tracePt t="14700" x="3481388" y="3443288"/>
          <p14:tracePt t="14701" x="3481388" y="3414713"/>
          <p14:tracePt t="14702" x="3495675" y="3402013"/>
          <p14:tracePt t="14703" x="3522663" y="3373438"/>
          <p14:tracePt t="14705" x="3522663" y="3346450"/>
          <p14:tracePt t="14706" x="3536950" y="3333750"/>
          <p14:tracePt t="14707" x="3551238" y="3305175"/>
          <p14:tracePt t="14708" x="3551238" y="3292475"/>
          <p14:tracePt t="14709" x="3563938" y="3263900"/>
          <p14:tracePt t="14710" x="3592513" y="3236913"/>
          <p14:tracePt t="14711" x="3592513" y="3209925"/>
          <p14:tracePt t="14712" x="3605213" y="3181350"/>
          <p14:tracePt t="14713" x="3619500" y="3154363"/>
          <p14:tracePt t="14714" x="3632200" y="3127375"/>
          <p14:tracePt t="14715" x="3632200" y="3100388"/>
          <p14:tracePt t="14716" x="3646488" y="3071813"/>
          <p14:tracePt t="14717" x="3660775" y="3059113"/>
          <p14:tracePt t="14718" x="3660775" y="3030538"/>
          <p14:tracePt t="14719" x="3673475" y="3003550"/>
          <p14:tracePt t="14720" x="3687763" y="2976563"/>
          <p14:tracePt t="14721" x="3687763" y="2949575"/>
          <p14:tracePt t="14722" x="3687763" y="2921000"/>
          <p14:tracePt t="14723" x="3702050" y="2894013"/>
          <p14:tracePt t="14724" x="3702050" y="2867025"/>
          <p14:tracePt t="14725" x="3714750" y="2838450"/>
          <p14:tracePt t="14726" x="3714750" y="2811463"/>
          <p14:tracePt t="14727" x="3714750" y="2784475"/>
          <p14:tracePt t="14728" x="3729038" y="2757488"/>
          <p14:tracePt t="14730" x="3729038" y="2716213"/>
          <p14:tracePt t="14732" x="3729038" y="2687638"/>
          <p14:tracePt t="14733" x="3729038" y="2660650"/>
          <p14:tracePt t="14734" x="3729038" y="2647950"/>
          <p14:tracePt t="14735" x="3729038" y="2633663"/>
          <p14:tracePt t="14736" x="3729038" y="2592388"/>
          <p14:tracePt t="14737" x="3729038" y="2565400"/>
          <p14:tracePt t="14739" x="3729038" y="2536825"/>
          <p14:tracePt t="14740" x="3729038" y="2524125"/>
          <p14:tracePt t="14741" x="3729038" y="2495550"/>
          <p14:tracePt t="14742" x="3729038" y="2482850"/>
          <p14:tracePt t="14743" x="3729038" y="2468563"/>
          <p14:tracePt t="14744" x="3729038" y="2441575"/>
          <p14:tracePt t="14745" x="3729038" y="2427288"/>
          <p14:tracePt t="14746" x="3729038" y="2414588"/>
          <p14:tracePt t="14747" x="3729038" y="2400300"/>
          <p14:tracePt t="14748" x="3729038" y="2386013"/>
          <p14:tracePt t="14749" x="3729038" y="2373313"/>
          <p14:tracePt t="14751" x="3729038" y="2332038"/>
          <p14:tracePt t="14753" x="3729038" y="2317750"/>
          <p14:tracePt t="14754" x="3729038" y="2305050"/>
          <p14:tracePt t="14755" x="3729038" y="2290763"/>
          <p14:tracePt t="14757" x="3729038" y="2276475"/>
          <p14:tracePt t="14759" x="3729038" y="2249488"/>
          <p14:tracePt t="14761" x="3729038" y="2235200"/>
          <p14:tracePt t="14763" x="3729038" y="2208213"/>
          <p14:tracePt t="14765" x="3729038" y="2181225"/>
          <p14:tracePt t="14767" x="3729038" y="2166938"/>
          <p14:tracePt t="14772" x="3729038" y="2139950"/>
          <p14:tracePt t="14774" x="3729038" y="2125663"/>
          <p14:tracePt t="14777" x="3729038" y="2112963"/>
          <p14:tracePt t="14779" x="3729038" y="2098675"/>
          <p14:tracePt t="14781" x="3729038" y="2084388"/>
          <p14:tracePt t="14782" x="3729038" y="2071688"/>
          <p14:tracePt t="14786" x="3729038" y="2057400"/>
          <p14:tracePt t="14788" x="3729038" y="2043113"/>
          <p14:tracePt t="14791" x="3729038" y="2030413"/>
          <p14:tracePt t="14795" x="3729038" y="2016125"/>
          <p14:tracePt t="14798" x="3729038" y="2001838"/>
          <p14:tracePt t="14800" x="3729038" y="1989138"/>
          <p14:tracePt t="14803" x="3729038" y="1974850"/>
          <p14:tracePt t="14807" x="3729038" y="1962150"/>
          <p14:tracePt t="14813" x="3729038" y="1947863"/>
          <p14:tracePt t="14814" x="3729038" y="1933575"/>
          <p14:tracePt t="14818" x="3729038" y="1920875"/>
          <p14:tracePt t="14823" x="3729038" y="1906588"/>
          <p14:tracePt t="14828" x="3729038" y="1892300"/>
          <p14:tracePt t="14831" x="3729038" y="1879600"/>
          <p14:tracePt t="14838" x="3729038" y="1865313"/>
          <p14:tracePt t="14849" x="3729038" y="1851025"/>
          <p14:tracePt t="15031" x="3729038" y="1838325"/>
          <p14:tracePt t="15035" x="3729038" y="1824038"/>
          <p14:tracePt t="15039" x="3714750" y="1824038"/>
          <p14:tracePt t="15040" x="3714750" y="1809750"/>
          <p14:tracePt t="15042" x="3714750" y="1797050"/>
          <p14:tracePt t="15043" x="3702050" y="1797050"/>
          <p14:tracePt t="15046" x="3702050" y="1770063"/>
          <p14:tracePt t="15047" x="3687763" y="1770063"/>
          <p14:tracePt t="15050" x="3673475" y="1755775"/>
          <p14:tracePt t="15052" x="3673475" y="1741488"/>
          <p14:tracePt t="15054" x="3660775" y="1728788"/>
          <p14:tracePt t="15057" x="3660775" y="1714500"/>
          <p14:tracePt t="15059" x="3646488" y="1714500"/>
          <p14:tracePt t="15061" x="3646488" y="1700213"/>
          <p14:tracePt t="15062" x="3632200" y="1687513"/>
          <p14:tracePt t="15065" x="3632200" y="1673225"/>
          <p14:tracePt t="15066" x="3619500" y="1658938"/>
          <p14:tracePt t="15070" x="3619500" y="1646238"/>
          <p14:tracePt t="15072" x="3605213" y="1631950"/>
          <p14:tracePt t="15074" x="3605213" y="1619250"/>
          <p14:tracePt t="15076" x="3592513" y="1619250"/>
          <p14:tracePt t="15078" x="3592513" y="1590675"/>
          <p14:tracePt t="15081" x="3578225" y="1577975"/>
          <p14:tracePt t="15084" x="3578225" y="1563688"/>
          <p14:tracePt t="15086" x="3563938" y="1563688"/>
          <p14:tracePt t="15087" x="3563938" y="1549400"/>
          <p14:tracePt t="15089" x="3563938" y="1536700"/>
          <p14:tracePt t="15091" x="3563938" y="1522413"/>
          <p14:tracePt t="15092" x="3551238" y="1522413"/>
          <p14:tracePt t="15094" x="3551238" y="1508125"/>
          <p14:tracePt t="15095" x="3536950" y="1508125"/>
          <p14:tracePt t="15096" x="3536950" y="1495425"/>
          <p14:tracePt t="15099" x="3522663" y="1481138"/>
          <p14:tracePt t="15103" x="3522663" y="1466850"/>
          <p14:tracePt t="15106" x="3509963" y="1454150"/>
          <p14:tracePt t="15108" x="3509963" y="1439863"/>
          <p14:tracePt t="15110" x="3495675" y="1439863"/>
          <p14:tracePt t="15113" x="3481388" y="1427163"/>
          <p14:tracePt t="15119" x="3481388" y="1412875"/>
          <p14:tracePt t="15120" x="3468688" y="1412875"/>
          <p14:tracePt t="15127" x="3468688" y="1398588"/>
          <p14:tracePt t="15130" x="3454400" y="1398588"/>
          <p14:tracePt t="15135" x="3454400" y="1385888"/>
          <p14:tracePt t="15167" x="3454400" y="1371600"/>
          <p14:tracePt t="15171" x="3441700" y="1371600"/>
          <p14:tracePt t="15174" x="3441700" y="1357313"/>
          <p14:tracePt t="15181" x="3441700" y="1344613"/>
          <p14:tracePt t="15183" x="3441700" y="1330325"/>
          <p14:tracePt t="15186" x="3427413" y="1330325"/>
          <p14:tracePt t="15190" x="3427413" y="1316038"/>
          <p14:tracePt t="15197" x="3427413" y="1303338"/>
          <p14:tracePt t="15202" x="3427413" y="1289050"/>
          <p14:tracePt t="15205" x="3427413" y="1276350"/>
          <p14:tracePt t="15206" x="3413125" y="1276350"/>
          <p14:tracePt t="15211" x="3413125" y="1262063"/>
          <p14:tracePt t="15218" x="3413125" y="1247775"/>
          <p14:tracePt t="15225" x="3413125" y="1235075"/>
          <p14:tracePt t="15233" x="3413125" y="1220788"/>
          <p14:tracePt t="15237" x="3413125" y="1206500"/>
          <p14:tracePt t="15244" x="3413125" y="1193800"/>
          <p14:tracePt t="15249" x="3413125" y="1179513"/>
          <p14:tracePt t="15256" x="3413125" y="1152525"/>
          <p14:tracePt t="15263" x="3413125" y="1138238"/>
          <p14:tracePt t="15272" x="3413125" y="1123950"/>
          <p14:tracePt t="15282" x="3413125" y="1111250"/>
          <p14:tracePt t="15286" x="3413125" y="1096963"/>
          <p14:tracePt t="15298" x="3400425" y="1096963"/>
          <p14:tracePt t="15303" x="3400425" y="1084263"/>
          <p14:tracePt t="15613" x="3386138" y="1084263"/>
          <p14:tracePt t="15624" x="3371850" y="1084263"/>
          <p14:tracePt t="15664" x="3359150" y="1084263"/>
          <p14:tracePt t="15813" x="3344863" y="1084263"/>
          <p14:tracePt t="16533" x="3359150" y="1084263"/>
          <p14:tracePt t="16543" x="3359150" y="1096963"/>
          <p14:tracePt t="16544" x="3371850" y="1096963"/>
          <p14:tracePt t="16547" x="3386138" y="1111250"/>
          <p14:tracePt t="16557" x="3400425" y="1138238"/>
          <p14:tracePt t="16560" x="3413125" y="1165225"/>
          <p14:tracePt t="16564" x="3427413" y="1179513"/>
          <p14:tracePt t="16566" x="3441700" y="1179513"/>
          <p14:tracePt t="16568" x="3441700" y="1193800"/>
          <p14:tracePt t="16571" x="3454400" y="1206500"/>
          <p14:tracePt t="16573" x="3454400" y="1220788"/>
          <p14:tracePt t="16574" x="3468688" y="1220788"/>
          <p14:tracePt t="16576" x="3481388" y="1235075"/>
          <p14:tracePt t="16578" x="3481388" y="1247775"/>
          <p14:tracePt t="16579" x="3481388" y="1262063"/>
          <p14:tracePt t="16580" x="3495675" y="1262063"/>
          <p14:tracePt t="16581" x="3495675" y="1276350"/>
          <p14:tracePt t="16584" x="3509963" y="1289050"/>
          <p14:tracePt t="16585" x="3509963" y="1303338"/>
          <p14:tracePt t="16587" x="3509963" y="1316038"/>
          <p14:tracePt t="16589" x="3522663" y="1330325"/>
          <p14:tracePt t="16590" x="3536950" y="1330325"/>
          <p14:tracePt t="16591" x="3536950" y="1344613"/>
          <p14:tracePt t="16593" x="3536950" y="1357313"/>
          <p14:tracePt t="16594" x="3551238" y="1371600"/>
          <p14:tracePt t="16596" x="3551238" y="1398588"/>
          <p14:tracePt t="16598" x="3563938" y="1427163"/>
          <p14:tracePt t="16600" x="3578225" y="1439863"/>
          <p14:tracePt t="16601" x="3578225" y="1454150"/>
          <p14:tracePt t="16602" x="3578225" y="1466850"/>
          <p14:tracePt t="16603" x="3592513" y="1481138"/>
          <p14:tracePt t="16605" x="3605213" y="1495425"/>
          <p14:tracePt t="16606" x="3605213" y="1508125"/>
          <p14:tracePt t="16607" x="3619500" y="1536700"/>
          <p14:tracePt t="16609" x="3619500" y="1549400"/>
          <p14:tracePt t="16612" x="3632200" y="1577975"/>
          <p14:tracePt t="16613" x="3646488" y="1604963"/>
          <p14:tracePt t="16614" x="3646488" y="1619250"/>
          <p14:tracePt t="16616" x="3660775" y="1646238"/>
          <p14:tracePt t="16619" x="3673475" y="1673225"/>
          <p14:tracePt t="16619" x="3673475" y="1687513"/>
          <p14:tracePt t="16620" x="3702050" y="1700213"/>
          <p14:tracePt t="16621" x="3702050" y="1728788"/>
          <p14:tracePt t="16623" x="3702050" y="1741488"/>
          <p14:tracePt t="16624" x="3714750" y="1741488"/>
          <p14:tracePt t="16626" x="3729038" y="1782763"/>
          <p14:tracePt t="16627" x="3756025" y="1797050"/>
          <p14:tracePt t="16628" x="3756025" y="1809750"/>
          <p14:tracePt t="16629" x="3756025" y="1824038"/>
          <p14:tracePt t="16630" x="3770313" y="1838325"/>
          <p14:tracePt t="16631" x="3770313" y="1851025"/>
          <p14:tracePt t="16633" x="3783013" y="1865313"/>
          <p14:tracePt t="16633" x="3783013" y="1892300"/>
          <p14:tracePt t="16635" x="3797300" y="1892300"/>
          <p14:tracePt t="16637" x="3811588" y="1920875"/>
          <p14:tracePt t="16638" x="3824288" y="1920875"/>
          <p14:tracePt t="16640" x="3824288" y="1947863"/>
          <p14:tracePt t="16641" x="3852863" y="1962150"/>
          <p14:tracePt t="16642" x="3852863" y="1974850"/>
          <p14:tracePt t="16644" x="3865563" y="1989138"/>
          <p14:tracePt t="16645" x="3865563" y="2001838"/>
          <p14:tracePt t="16646" x="3865563" y="2016125"/>
          <p14:tracePt t="16648" x="3879850" y="2016125"/>
          <p14:tracePt t="16649" x="3894138" y="2043113"/>
          <p14:tracePt t="16652" x="3906838" y="2057400"/>
          <p14:tracePt t="16654" x="3921125" y="2084388"/>
          <p14:tracePt t="16655" x="3933825" y="2084388"/>
          <p14:tracePt t="16656" x="3933825" y="2098675"/>
          <p14:tracePt t="16657" x="3933825" y="2112963"/>
          <p14:tracePt t="16658" x="3948113" y="2112963"/>
          <p14:tracePt t="16660" x="3962400" y="2125663"/>
          <p14:tracePt t="16662" x="3975100" y="2152650"/>
          <p14:tracePt t="16664" x="3975100" y="2166938"/>
          <p14:tracePt t="16665" x="3989388" y="2166938"/>
          <p14:tracePt t="16666" x="3989388" y="2181225"/>
          <p14:tracePt t="16667" x="4003675" y="2181225"/>
          <p14:tracePt t="16670" x="4016375" y="2208213"/>
          <p14:tracePt t="16672" x="4016375" y="2222500"/>
          <p14:tracePt t="16673" x="4030663" y="2222500"/>
          <p14:tracePt t="16675" x="4044950" y="2222500"/>
          <p14:tracePt t="16676" x="4044950" y="2235200"/>
          <p14:tracePt t="16677" x="4057650" y="2249488"/>
          <p14:tracePt t="16680" x="4071938" y="2249488"/>
          <p14:tracePt t="16682" x="4071938" y="2263775"/>
          <p14:tracePt t="16684" x="4084638" y="2290763"/>
          <p14:tracePt t="16685" x="4098925" y="2290763"/>
          <p14:tracePt t="16689" x="4113213" y="2305050"/>
          <p14:tracePt t="16692" x="4125913" y="2317750"/>
          <p14:tracePt t="16693" x="4140200" y="2317750"/>
          <p14:tracePt t="16697" x="4154488" y="2332038"/>
          <p14:tracePt t="16699" x="4154488" y="2344738"/>
          <p14:tracePt t="16703" x="4167188" y="2359025"/>
          <p14:tracePt t="16707" x="4181475" y="2359025"/>
          <p14:tracePt t="16709" x="4181475" y="2373313"/>
          <p14:tracePt t="16713" x="4195763" y="2386013"/>
          <p14:tracePt t="16717" x="4195763" y="2400300"/>
          <p14:tracePt t="16720" x="4208463" y="2400300"/>
          <p14:tracePt t="16727" x="4208463" y="2414588"/>
          <p14:tracePt t="16733" x="4222750" y="2414588"/>
          <p14:tracePt t="16738" x="4235450" y="2427288"/>
          <p14:tracePt t="16753" x="4235450" y="2441575"/>
          <p14:tracePt t="16759" x="4249738" y="2441575"/>
          <p14:tracePt t="16766" x="4249738" y="2455863"/>
          <p14:tracePt t="16786" x="4264025" y="2455863"/>
          <p14:tracePt t="16796" x="4264025" y="2468563"/>
          <p14:tracePt t="16802" x="4276725" y="2468563"/>
          <p14:tracePt t="16807" x="4291013" y="2468563"/>
          <p14:tracePt t="16810" x="4291013" y="2482850"/>
          <p14:tracePt t="16819" x="4305300" y="2495550"/>
          <p14:tracePt t="16822" x="4305300" y="2509838"/>
          <p14:tracePt t="16825" x="4318000" y="2509838"/>
          <p14:tracePt t="16828" x="4318000" y="2524125"/>
          <p14:tracePt t="16831" x="4332288" y="2524125"/>
          <p14:tracePt t="16835" x="4346575" y="2536825"/>
          <p14:tracePt t="16842" x="4359275" y="2551113"/>
          <p14:tracePt t="16843" x="4359275" y="2565400"/>
          <p14:tracePt t="16846" x="4373563" y="2565400"/>
          <p14:tracePt t="16848" x="4373563" y="2578100"/>
          <p14:tracePt t="16855" x="4386263" y="2592388"/>
          <p14:tracePt t="16856" x="4400550" y="2592388"/>
          <p14:tracePt t="16861" x="4400550" y="2606675"/>
          <p14:tracePt t="16862" x="4414838" y="2619375"/>
          <p14:tracePt t="16867" x="4427538" y="2633663"/>
          <p14:tracePt t="16875" x="4441825" y="2647950"/>
          <p14:tracePt t="17023" x="4441825" y="2619375"/>
          <p14:tracePt t="17026" x="4441825" y="2606675"/>
          <p14:tracePt t="17027" x="4427538" y="2592388"/>
          <p14:tracePt t="17029" x="4414838" y="2578100"/>
          <p14:tracePt t="17031" x="4414838" y="2565400"/>
          <p14:tracePt t="17032" x="4400550" y="2551113"/>
          <p14:tracePt t="17034" x="4386263" y="2536825"/>
          <p14:tracePt t="17035" x="4373563" y="2524125"/>
          <p14:tracePt t="17037" x="4373563" y="2509838"/>
          <p14:tracePt t="17039" x="4359275" y="2482850"/>
          <p14:tracePt t="17041" x="4346575" y="2468563"/>
          <p14:tracePt t="17042" x="4332288" y="2455863"/>
          <p14:tracePt t="17044" x="4318000" y="2441575"/>
          <p14:tracePt t="17045" x="4305300" y="2414588"/>
          <p14:tracePt t="17047" x="4291013" y="2400300"/>
          <p14:tracePt t="17048" x="4291013" y="2386013"/>
          <p14:tracePt t="17049" x="4276725" y="2373313"/>
          <p14:tracePt t="17051" x="4264025" y="2359025"/>
          <p14:tracePt t="17052" x="4249738" y="2332038"/>
          <p14:tracePt t="17053" x="4235450" y="2317750"/>
          <p14:tracePt t="17055" x="4235450" y="2305050"/>
          <p14:tracePt t="17057" x="4222750" y="2276475"/>
          <p14:tracePt t="17058" x="4208463" y="2263775"/>
          <p14:tracePt t="17059" x="4208463" y="2235200"/>
          <p14:tracePt t="17060" x="4195763" y="2222500"/>
          <p14:tracePt t="17061" x="4181475" y="2222500"/>
          <p14:tracePt t="17062" x="4167188" y="2193925"/>
          <p14:tracePt t="17063" x="4167188" y="2181225"/>
          <p14:tracePt t="17065" x="4154488" y="2166938"/>
          <p14:tracePt t="17066" x="4140200" y="2139950"/>
          <p14:tracePt t="17068" x="4125913" y="2112963"/>
          <p14:tracePt t="17070" x="4113213" y="2098675"/>
          <p14:tracePt t="17071" x="4113213" y="2071688"/>
          <p14:tracePt t="17072" x="4098925" y="2071688"/>
          <p14:tracePt t="17073" x="4098925" y="2043113"/>
          <p14:tracePt t="17074" x="4084638" y="2030413"/>
          <p14:tracePt t="17077" x="4057650" y="1989138"/>
          <p14:tracePt t="17079" x="4057650" y="1962150"/>
          <p14:tracePt t="17080" x="4044950" y="1962150"/>
          <p14:tracePt t="17081" x="4044950" y="1947863"/>
          <p14:tracePt t="17082" x="4030663" y="1933575"/>
          <p14:tracePt t="17083" x="4030663" y="1920875"/>
          <p14:tracePt t="17085" x="4030663" y="1906588"/>
          <p14:tracePt t="17086" x="4016375" y="1906588"/>
          <p14:tracePt t="17087" x="4016375" y="1879600"/>
          <p14:tracePt t="17088" x="4003675" y="1865313"/>
          <p14:tracePt t="17089" x="3989388" y="1851025"/>
          <p14:tracePt t="17091" x="3989388" y="1838325"/>
          <p14:tracePt t="17092" x="3989388" y="1824038"/>
          <p14:tracePt t="17093" x="3975100" y="1809750"/>
          <p14:tracePt t="17094" x="3975100" y="1797050"/>
          <p14:tracePt t="17095" x="3975100" y="1782763"/>
          <p14:tracePt t="17096" x="3962400" y="1782763"/>
          <p14:tracePt t="17098" x="3948113" y="1770063"/>
          <p14:tracePt t="17099" x="3948113" y="1741488"/>
          <p14:tracePt t="17100" x="3933825" y="1741488"/>
          <p14:tracePt t="17101" x="3933825" y="1728788"/>
          <p14:tracePt t="17102" x="3921125" y="1714500"/>
          <p14:tracePt t="17103" x="3906838" y="1700213"/>
          <p14:tracePt t="17105" x="3894138" y="1673225"/>
          <p14:tracePt t="17107" x="3879850" y="1658938"/>
          <p14:tracePt t="17108" x="3879850" y="1646238"/>
          <p14:tracePt t="17109" x="3865563" y="1646238"/>
          <p14:tracePt t="17110" x="3865563" y="1631950"/>
          <p14:tracePt t="17112" x="3852863" y="1604963"/>
          <p14:tracePt t="17113" x="3838575" y="1604963"/>
          <p14:tracePt t="17115" x="3824288" y="1590675"/>
          <p14:tracePt t="17116" x="3811588" y="1577975"/>
          <p14:tracePt t="17117" x="3811588" y="1563688"/>
          <p14:tracePt t="17119" x="3797300" y="1549400"/>
          <p14:tracePt t="17120" x="3783013" y="1536700"/>
          <p14:tracePt t="17121" x="3783013" y="1522413"/>
          <p14:tracePt t="17123" x="3756025" y="1508125"/>
          <p14:tracePt t="17124" x="3756025" y="1495425"/>
          <p14:tracePt t="17126" x="3743325" y="1495425"/>
          <p14:tracePt t="17127" x="3729038" y="1481138"/>
          <p14:tracePt t="17129" x="3702050" y="1454150"/>
          <p14:tracePt t="17133" x="3687763" y="1427163"/>
          <p14:tracePt t="17135" x="3673475" y="1412875"/>
          <p14:tracePt t="17137" x="3660775" y="1412875"/>
          <p14:tracePt t="17138" x="3646488" y="1385888"/>
          <p14:tracePt t="17141" x="3632200" y="1385888"/>
          <p14:tracePt t="17142" x="3632200" y="1371600"/>
          <p14:tracePt t="17143" x="3619500" y="1371600"/>
          <p14:tracePt t="17145" x="3605213" y="1344613"/>
          <p14:tracePt t="17149" x="3592513" y="1344613"/>
          <p14:tracePt t="17150" x="3592513" y="1330325"/>
          <p14:tracePt t="17151" x="3592513" y="1316038"/>
          <p14:tracePt t="17152" x="3578225" y="1316038"/>
          <p14:tracePt t="17154" x="3563938" y="1316038"/>
          <p14:tracePt t="17156" x="3563938" y="1303338"/>
          <p14:tracePt t="17157" x="3551238" y="1303338"/>
          <p14:tracePt t="17159" x="3551238" y="1289050"/>
          <p14:tracePt t="17161" x="3536950" y="1289050"/>
          <p14:tracePt t="17163" x="3536950" y="1276350"/>
          <p14:tracePt t="17167" x="3522663" y="1276350"/>
          <p14:tracePt t="17169" x="3509963" y="1276350"/>
          <p14:tracePt t="17170" x="3509963" y="1262063"/>
          <p14:tracePt t="17173" x="3509963" y="1247775"/>
          <p14:tracePt t="17175" x="3495675" y="1247775"/>
          <p14:tracePt t="17181" x="3481388" y="1235075"/>
          <p14:tracePt t="17185" x="3468688" y="1235075"/>
          <p14:tracePt t="17189" x="3468688" y="1220788"/>
          <p14:tracePt t="17191" x="3454400" y="1220788"/>
          <p14:tracePt t="17201" x="3441700" y="1220788"/>
          <p14:tracePt t="17206" x="3441700" y="1206500"/>
          <p14:tracePt t="17223" x="3441700" y="1193800"/>
          <p14:tracePt t="17227" x="3427413" y="1193800"/>
          <p14:tracePt t="17238" x="3427413" y="1179513"/>
          <p14:tracePt t="17240" x="3413125" y="1179513"/>
          <p14:tracePt t="17248" x="3400425" y="1165225"/>
          <p14:tracePt t="17255" x="3386138" y="1165225"/>
          <p14:tracePt t="17256" x="3386138" y="1152525"/>
          <p14:tracePt t="17260" x="3371850" y="1138238"/>
          <p14:tracePt t="17268" x="3359150" y="1123950"/>
          <p14:tracePt t="17272" x="3344863" y="1123950"/>
          <p14:tracePt t="17275" x="3344863" y="1111250"/>
          <p14:tracePt t="17279" x="3330575" y="1111250"/>
          <p14:tracePt t="17282" x="3330575" y="1096963"/>
          <p14:tracePt t="17286" x="3317875" y="1096963"/>
          <p14:tracePt t="17289" x="3317875" y="1084263"/>
          <p14:tracePt t="17293" x="3303588" y="1084263"/>
          <p14:tracePt t="17405" x="3303588" y="1096963"/>
          <p14:tracePt t="17407" x="3303588" y="1111250"/>
          <p14:tracePt t="17410" x="3303588" y="1123950"/>
          <p14:tracePt t="17411" x="3303588" y="1138238"/>
          <p14:tracePt t="17413" x="3303588" y="1152525"/>
          <p14:tracePt t="17415" x="3303588" y="1165225"/>
          <p14:tracePt t="17416" x="3303588" y="1179513"/>
          <p14:tracePt t="17418" x="3317875" y="1193800"/>
          <p14:tracePt t="17420" x="3330575" y="1220788"/>
          <p14:tracePt t="17422" x="3330575" y="1235075"/>
          <p14:tracePt t="17423" x="3344863" y="1247775"/>
          <p14:tracePt t="17426" x="3359150" y="1262063"/>
          <p14:tracePt t="17427" x="3371850" y="1289050"/>
          <p14:tracePt t="17429" x="3371850" y="1303338"/>
          <p14:tracePt t="17430" x="3386138" y="1316038"/>
          <p14:tracePt t="17432" x="3400425" y="1330325"/>
          <p14:tracePt t="17433" x="3413125" y="1330325"/>
          <p14:tracePt t="17434" x="3413125" y="1357313"/>
          <p14:tracePt t="17439" x="3454400" y="1398588"/>
          <p14:tracePt t="17440" x="3454400" y="1412875"/>
          <p14:tracePt t="17441" x="3468688" y="1412875"/>
          <p14:tracePt t="17442" x="3468688" y="1427163"/>
          <p14:tracePt t="17443" x="3495675" y="1439863"/>
          <p14:tracePt t="17445" x="3509963" y="1454150"/>
          <p14:tracePt t="17446" x="3509963" y="1466850"/>
          <p14:tracePt t="17447" x="3536950" y="1481138"/>
          <p14:tracePt t="17448" x="3536950" y="1495425"/>
          <p14:tracePt t="17450" x="3551238" y="1508125"/>
          <p14:tracePt t="17452" x="3563938" y="1508125"/>
          <p14:tracePt t="17453" x="3592513" y="1536700"/>
          <p14:tracePt t="17454" x="3605213" y="1549400"/>
          <p14:tracePt t="17456" x="3619500" y="1563688"/>
          <p14:tracePt t="17458" x="3632200" y="1577975"/>
          <p14:tracePt t="17461" x="3660775" y="1604963"/>
          <p14:tracePt t="17461" x="3673475" y="1619250"/>
          <p14:tracePt t="17462" x="3702050" y="1619250"/>
          <p14:tracePt t="17463" x="3714750" y="1646238"/>
          <p14:tracePt t="17466" x="3729038" y="1658938"/>
          <p14:tracePt t="17468" x="3770313" y="1700213"/>
          <p14:tracePt t="17469" x="3797300" y="1700213"/>
          <p14:tracePt t="17470" x="3811588" y="1714500"/>
          <p14:tracePt t="17473" x="3838575" y="1741488"/>
          <p14:tracePt t="17474" x="3852863" y="1741488"/>
          <p14:tracePt t="17476" x="3894138" y="1770063"/>
          <p14:tracePt t="17477" x="3906838" y="1782763"/>
          <p14:tracePt t="17478" x="3933825" y="1809750"/>
          <p14:tracePt t="17481" x="3962400" y="1838325"/>
          <p14:tracePt t="17482" x="3989388" y="1851025"/>
          <p14:tracePt t="17483" x="4003675" y="1879600"/>
          <p14:tracePt t="17484" x="4030663" y="1892300"/>
          <p14:tracePt t="17485" x="4044950" y="1906588"/>
          <p14:tracePt t="17486" x="4057650" y="1920875"/>
          <p14:tracePt t="17488" x="4098925" y="1947863"/>
          <p14:tracePt t="17489" x="4125913" y="1974850"/>
          <p14:tracePt t="17490" x="4125913" y="1989138"/>
          <p14:tracePt t="17491" x="4140200" y="2001838"/>
          <p14:tracePt t="17492" x="4167188" y="2016125"/>
          <p14:tracePt t="17493" x="4181475" y="2030413"/>
          <p14:tracePt t="17494" x="4195763" y="2043113"/>
          <p14:tracePt t="17495" x="4235450" y="2071688"/>
          <p14:tracePt t="17496" x="4235450" y="2084388"/>
          <p14:tracePt t="17497" x="4249738" y="2098675"/>
          <p14:tracePt t="17498" x="4264025" y="2112963"/>
          <p14:tracePt t="17499" x="4291013" y="2139950"/>
          <p14:tracePt t="17500" x="4305300" y="2139950"/>
          <p14:tracePt t="17501" x="4305300" y="2166938"/>
          <p14:tracePt t="17502" x="4332288" y="2181225"/>
          <p14:tracePt t="17503" x="4346575" y="2193925"/>
          <p14:tracePt t="17504" x="4359275" y="2222500"/>
          <p14:tracePt t="17506" x="4386263" y="2249488"/>
          <p14:tracePt t="17507" x="4400550" y="2263775"/>
          <p14:tracePt t="17508" x="4414838" y="2276475"/>
          <p14:tracePt t="17510" x="4427538" y="2290763"/>
          <p14:tracePt t="17512" x="4441825" y="2317750"/>
          <p14:tracePt t="17513" x="4441825" y="2332038"/>
          <p14:tracePt t="17514" x="4456113" y="2332038"/>
          <p14:tracePt t="17516" x="4468813" y="2359025"/>
          <p14:tracePt t="17517" x="4497388" y="2386013"/>
          <p14:tracePt t="17519" x="4510088" y="2400300"/>
          <p14:tracePt t="17520" x="4524375" y="2414588"/>
          <p14:tracePt t="17521" x="4537075" y="2427288"/>
          <p14:tracePt t="17523" x="4537075" y="2441575"/>
          <p14:tracePt t="17524" x="4551363" y="2441575"/>
          <p14:tracePt t="17525" x="4565650" y="2468563"/>
          <p14:tracePt t="17526" x="4578350" y="2468563"/>
          <p14:tracePt t="17527" x="4578350" y="2482850"/>
          <p14:tracePt t="17528" x="4592638" y="2482850"/>
          <p14:tracePt t="17529" x="4606925" y="2495550"/>
          <p14:tracePt t="17530" x="4606925" y="2509838"/>
          <p14:tracePt t="17533" x="4633913" y="2524125"/>
          <p14:tracePt t="17535" x="4633913" y="2551113"/>
          <p14:tracePt t="17536" x="4646613" y="2551113"/>
          <p14:tracePt t="17538" x="4660900" y="2565400"/>
          <p14:tracePt t="17540" x="4660900" y="2578100"/>
          <p14:tracePt t="17542" x="4675188" y="2592388"/>
          <p14:tracePt t="17544" x="4687888" y="2592388"/>
          <p14:tracePt t="17545" x="4702175" y="2606675"/>
          <p14:tracePt t="17547" x="4702175" y="2619375"/>
          <p14:tracePt t="17549" x="4716463" y="2619375"/>
          <p14:tracePt t="17550" x="4716463" y="2633663"/>
          <p14:tracePt t="17554" x="4729163" y="2647950"/>
          <p14:tracePt t="17558" x="4729163" y="2660650"/>
          <p14:tracePt t="17559" x="4743450" y="2660650"/>
          <p14:tracePt t="17562" x="4757738" y="2674938"/>
          <p14:tracePt t="17564" x="4757738" y="2687638"/>
          <p14:tracePt t="17567" x="4757738" y="2701925"/>
          <p14:tracePt t="17568" x="4770438" y="2701925"/>
          <p14:tracePt t="17571" x="4770438" y="2716213"/>
          <p14:tracePt t="17575" x="4770438" y="2728913"/>
          <p14:tracePt t="17577" x="4770438" y="2743200"/>
          <p14:tracePt t="17578" x="4784725" y="2743200"/>
          <p14:tracePt t="17581" x="4784725" y="2757488"/>
          <p14:tracePt t="17584" x="4784725" y="2770188"/>
          <p14:tracePt t="17585" x="4784725" y="2784475"/>
          <p14:tracePt t="17589" x="4784725" y="2798763"/>
          <p14:tracePt t="17594" x="4784725" y="2811463"/>
          <p14:tracePt t="17598" x="4784725" y="2838450"/>
          <p14:tracePt t="17602" x="4784725" y="2852738"/>
          <p14:tracePt t="17606" x="4784725" y="2867025"/>
          <p14:tracePt t="17610" x="4797425" y="2879725"/>
          <p14:tracePt t="17614" x="4797425" y="2894013"/>
          <p14:tracePt t="17616" x="4797425" y="2908300"/>
          <p14:tracePt t="17620" x="4797425" y="2921000"/>
          <p14:tracePt t="17626" x="4797425" y="2935288"/>
          <p14:tracePt t="17630" x="4797425" y="2949575"/>
          <p14:tracePt t="17633" x="4797425" y="2962275"/>
          <p14:tracePt t="17635" x="4811713" y="2962275"/>
          <p14:tracePt t="17637" x="4811713" y="2976563"/>
          <p14:tracePt t="17641" x="4826000" y="2976563"/>
          <p14:tracePt t="17642" x="4826000" y="2990850"/>
          <p14:tracePt t="17647" x="4826000" y="3003550"/>
          <p14:tracePt t="17648" x="4826000" y="3017838"/>
          <p14:tracePt t="17651" x="4826000" y="3030538"/>
          <p14:tracePt t="17655" x="4826000" y="3059113"/>
          <p14:tracePt t="17659" x="4826000" y="3071813"/>
          <p14:tracePt t="17661" x="4826000" y="3100388"/>
          <p14:tracePt t="17664" x="4826000" y="3113088"/>
          <p14:tracePt t="17666" x="4826000" y="3127375"/>
          <p14:tracePt t="17668" x="4826000" y="3141663"/>
          <p14:tracePt t="17669" x="4826000" y="3154363"/>
          <p14:tracePt t="17672" x="4826000" y="3168650"/>
          <p14:tracePt t="17674" x="4826000" y="3181350"/>
          <p14:tracePt t="17676" x="4826000" y="3195638"/>
          <p14:tracePt t="17678" x="4826000" y="3209925"/>
          <p14:tracePt t="17679" x="4826000" y="3222625"/>
          <p14:tracePt t="17681" x="4826000" y="3236913"/>
          <p14:tracePt t="17683" x="4826000" y="3251200"/>
          <p14:tracePt t="17686" x="4826000" y="3263900"/>
          <p14:tracePt t="17689" x="4826000" y="3278188"/>
          <p14:tracePt t="17689" x="4826000" y="3292475"/>
          <p14:tracePt t="17691" x="4826000" y="3305175"/>
          <p14:tracePt t="17694" x="4826000" y="3319463"/>
          <p14:tracePt t="17697" x="4826000" y="3333750"/>
          <p14:tracePt t="17701" x="4826000" y="3346450"/>
          <p14:tracePt t="17703" x="4826000" y="3360738"/>
          <p14:tracePt t="17710" x="4826000" y="3373438"/>
          <p14:tracePt t="17718" x="4826000" y="3387725"/>
          <p14:tracePt t="17822" x="4826000" y="3373438"/>
          <p14:tracePt t="17825" x="4826000" y="3360738"/>
          <p14:tracePt t="17826" x="4811713" y="3360738"/>
          <p14:tracePt t="17827" x="4811713" y="3346450"/>
          <p14:tracePt t="17830" x="4811713" y="3333750"/>
          <p14:tracePt t="17831" x="4797425" y="3333750"/>
          <p14:tracePt t="17833" x="4797425" y="3319463"/>
          <p14:tracePt t="17836" x="4784725" y="3305175"/>
          <p14:tracePt t="17837" x="4784725" y="3292475"/>
          <p14:tracePt t="17840" x="4770438" y="3278188"/>
          <p14:tracePt t="17844" x="4757738" y="3251200"/>
          <p14:tracePt t="17848" x="4743450" y="3236913"/>
          <p14:tracePt t="17851" x="4729163" y="3222625"/>
          <p14:tracePt t="17854" x="4716463" y="3209925"/>
          <p14:tracePt t="17856" x="4716463" y="3195638"/>
          <p14:tracePt t="17858" x="4702175" y="3195638"/>
          <p14:tracePt t="17860" x="4702175" y="3181350"/>
          <p14:tracePt t="17863" x="4687888" y="3181350"/>
          <p14:tracePt t="17869" x="4675188" y="3168650"/>
          <p14:tracePt t="17873" x="4660900" y="3168650"/>
          <p14:tracePt t="17880" x="4646613" y="3168650"/>
          <p14:tracePt t="17888" x="4633913" y="3168650"/>
          <p14:tracePt t="17895" x="4619625" y="3168650"/>
          <p14:tracePt t="17901" x="4606925" y="3168650"/>
          <p14:tracePt t="17904" x="4592638" y="3168650"/>
          <p14:tracePt t="17907" x="4578350" y="3168650"/>
          <p14:tracePt t="17911" x="4565650" y="3168650"/>
          <p14:tracePt t="17917" x="4551363" y="3168650"/>
          <p14:tracePt t="17919" x="4537075" y="3168650"/>
          <p14:tracePt t="17920" x="4537075" y="3181350"/>
          <p14:tracePt t="17923" x="4524375" y="3181350"/>
          <p14:tracePt t="17925" x="4524375" y="3209925"/>
          <p14:tracePt t="17928" x="4510088" y="3209925"/>
          <p14:tracePt t="17929" x="4497388" y="3222625"/>
          <p14:tracePt t="17932" x="4497388" y="3236913"/>
          <p14:tracePt t="17934" x="4483100" y="3236913"/>
          <p14:tracePt t="17936" x="4483100" y="3251200"/>
          <p14:tracePt t="17937" x="4483100" y="3263900"/>
          <p14:tracePt t="17939" x="4468813" y="3263900"/>
          <p14:tracePt t="17941" x="4468813" y="3278188"/>
          <p14:tracePt t="17943" x="4456113" y="3292475"/>
          <p14:tracePt t="17946" x="4441825" y="3305175"/>
          <p14:tracePt t="17947" x="4441825" y="3319463"/>
          <p14:tracePt t="17949" x="4441825" y="3333750"/>
          <p14:tracePt t="17950" x="4427538" y="3346450"/>
          <p14:tracePt t="17953" x="4414838" y="3360738"/>
          <p14:tracePt t="17956" x="4400550" y="3373438"/>
          <p14:tracePt t="17958" x="4400550" y="3387725"/>
          <p14:tracePt t="17959" x="4400550" y="3402013"/>
          <p14:tracePt t="17960" x="4386263" y="3402013"/>
          <p14:tracePt t="17961" x="4386263" y="3414713"/>
          <p14:tracePt t="17963" x="4373563" y="3429000"/>
          <p14:tracePt t="17965" x="4373563" y="3443288"/>
          <p14:tracePt t="17967" x="4373563" y="3455988"/>
          <p14:tracePt t="17969" x="4359275" y="3470275"/>
          <p14:tracePt t="17971" x="4359275" y="3484563"/>
          <p14:tracePt t="17973" x="4359275" y="3497263"/>
          <p14:tracePt t="17976" x="4359275" y="3511550"/>
          <p14:tracePt t="17977" x="4359275" y="3524250"/>
          <p14:tracePt t="17980" x="4359275" y="3538538"/>
          <p14:tracePt t="17982" x="4359275" y="3552825"/>
          <p14:tracePt t="17983" x="4346575" y="3552825"/>
          <p14:tracePt t="17987" x="4346575" y="3579813"/>
          <p14:tracePt t="17991" x="4346575" y="3594100"/>
          <p14:tracePt t="17995" x="4346575" y="3606800"/>
          <p14:tracePt t="17999" x="4359275" y="3635375"/>
          <p14:tracePt t="18004" x="4373563" y="3648075"/>
          <p14:tracePt t="18008" x="4373563" y="3662363"/>
          <p14:tracePt t="18010" x="4386263" y="3662363"/>
          <p14:tracePt t="18011" x="4386263" y="3676650"/>
          <p14:tracePt t="18015" x="4400550" y="3689350"/>
          <p14:tracePt t="18017" x="4414838" y="3703638"/>
          <p14:tracePt t="18020" x="4427538" y="3716338"/>
          <p14:tracePt t="18023" x="4441825" y="3730625"/>
          <p14:tracePt t="18025" x="4456113" y="3730625"/>
          <p14:tracePt t="18027" x="4468813" y="3744913"/>
          <p14:tracePt t="18030" x="4483100" y="3744913"/>
          <p14:tracePt t="18032" x="4497388" y="3757613"/>
          <p14:tracePt t="18034" x="4510088" y="3757613"/>
          <p14:tracePt t="18035" x="4510088" y="3771900"/>
          <p14:tracePt t="18037" x="4524375" y="3771900"/>
          <p14:tracePt t="18039" x="4537075" y="3771900"/>
          <p14:tracePt t="18040" x="4551363" y="3771900"/>
          <p14:tracePt t="18042" x="4565650" y="3786188"/>
          <p14:tracePt t="18044" x="4578350" y="3786188"/>
          <p14:tracePt t="18046" x="4592638" y="3786188"/>
          <p14:tracePt t="18047" x="4606925" y="3786188"/>
          <p14:tracePt t="18050" x="4633913" y="3786188"/>
          <p14:tracePt t="18052" x="4646613" y="3786188"/>
          <p14:tracePt t="18054" x="4660900" y="3786188"/>
          <p14:tracePt t="18055" x="4675188" y="3786188"/>
          <p14:tracePt t="18058" x="4716463" y="3786188"/>
          <p14:tracePt t="18060" x="4729163" y="3786188"/>
          <p14:tracePt t="18061" x="4743450" y="3786188"/>
          <p14:tracePt t="18063" x="4757738" y="3786188"/>
          <p14:tracePt t="18064" x="4784725" y="3786188"/>
          <p14:tracePt t="18066" x="4797425" y="3786188"/>
          <p14:tracePt t="18067" x="4811713" y="3786188"/>
          <p14:tracePt t="18070" x="4826000" y="3786188"/>
          <p14:tracePt t="18071" x="4838700" y="3786188"/>
          <p14:tracePt t="18073" x="4852988" y="3786188"/>
          <p14:tracePt t="18074" x="4867275" y="3786188"/>
          <p14:tracePt t="18076" x="4879975" y="3786188"/>
          <p14:tracePt t="18078" x="4894263" y="3786188"/>
          <p14:tracePt t="18080" x="4908550" y="3786188"/>
          <p14:tracePt t="18082" x="4921250" y="3786188"/>
          <p14:tracePt t="18083" x="4921250" y="3771900"/>
          <p14:tracePt t="18084" x="4935538" y="3771900"/>
          <p14:tracePt t="18087" x="4962525" y="3757613"/>
          <p14:tracePt t="18092" x="4989513" y="3757613"/>
          <p14:tracePt t="18092" x="4989513" y="3744913"/>
          <p14:tracePt t="18094" x="5003800" y="3744913"/>
          <p14:tracePt t="18096" x="5018088" y="3744913"/>
          <p14:tracePt t="18098" x="5018088" y="3730625"/>
          <p14:tracePt t="18100" x="5030788" y="3730625"/>
          <p14:tracePt t="18102" x="5045075" y="3716338"/>
          <p14:tracePt t="18105" x="5059363" y="3716338"/>
          <p14:tracePt t="18110" x="5072063" y="3703638"/>
          <p14:tracePt t="18113" x="5086350" y="3703638"/>
          <p14:tracePt t="18116" x="5086350" y="3689350"/>
          <p14:tracePt t="18118" x="5099050" y="3689350"/>
          <p14:tracePt t="18124" x="5099050" y="3676650"/>
          <p14:tracePt t="18126" x="5113338" y="3676650"/>
          <p14:tracePt t="18127" x="5113338" y="3662363"/>
          <p14:tracePt t="18133" x="5127625" y="3648075"/>
          <p14:tracePt t="18140" x="5127625" y="3635375"/>
          <p14:tracePt t="18145" x="5127625" y="3621088"/>
          <p14:tracePt t="18147" x="5140325" y="3606800"/>
          <p14:tracePt t="18151" x="5140325" y="3594100"/>
          <p14:tracePt t="18153" x="5154613" y="3594100"/>
          <p14:tracePt t="18155" x="5154613" y="3579813"/>
          <p14:tracePt t="18157" x="5154613" y="3565525"/>
          <p14:tracePt t="18159" x="5154613" y="3552825"/>
          <p14:tracePt t="18161" x="5154613" y="3538538"/>
          <p14:tracePt t="18165" x="5154613" y="3524250"/>
          <p14:tracePt t="18167" x="5154613" y="3511550"/>
          <p14:tracePt t="18169" x="5154613" y="3497263"/>
          <p14:tracePt t="18172" x="5154613" y="3484563"/>
          <p14:tracePt t="18175" x="5154613" y="3455988"/>
          <p14:tracePt t="18178" x="5154613" y="3443288"/>
          <p14:tracePt t="18181" x="5154613" y="3414713"/>
          <p14:tracePt t="18185" x="5154613" y="3402013"/>
          <p14:tracePt t="18188" x="5154613" y="3387725"/>
          <p14:tracePt t="18191" x="5154613" y="3373438"/>
          <p14:tracePt t="18192" x="5154613" y="3360738"/>
          <p14:tracePt t="18196" x="5154613" y="3346450"/>
          <p14:tracePt t="18200" x="5154613" y="3333750"/>
          <p14:tracePt t="18205" x="5154613" y="3319463"/>
          <p14:tracePt t="18273" x="5154613" y="3305175"/>
          <p14:tracePt t="18350" x="5154613" y="3278188"/>
          <p14:tracePt t="18352" x="5140325" y="3263900"/>
          <p14:tracePt t="18354" x="5140325" y="3236913"/>
          <p14:tracePt t="18356" x="5127625" y="3222625"/>
          <p14:tracePt t="18357" x="5127625" y="3209925"/>
          <p14:tracePt t="18359" x="5113338" y="3195638"/>
          <p14:tracePt t="18360" x="5099050" y="3168650"/>
          <p14:tracePt t="18362" x="5099050" y="3154363"/>
          <p14:tracePt t="18363" x="5086350" y="3127375"/>
          <p14:tracePt t="18365" x="5072063" y="3113088"/>
          <p14:tracePt t="18366" x="5072063" y="3100388"/>
          <p14:tracePt t="18367" x="5059363" y="3086100"/>
          <p14:tracePt t="18369" x="5045075" y="3059113"/>
          <p14:tracePt t="18370" x="5030788" y="3044825"/>
          <p14:tracePt t="18371" x="5030788" y="3030538"/>
          <p14:tracePt t="18372" x="5018088" y="3017838"/>
          <p14:tracePt t="18374" x="5003800" y="2990850"/>
          <p14:tracePt t="18376" x="5003800" y="2976563"/>
          <p14:tracePt t="18377" x="4989513" y="2962275"/>
          <p14:tracePt t="18378" x="4976813" y="2949575"/>
          <p14:tracePt t="18379" x="4962525" y="2935288"/>
          <p14:tracePt t="18380" x="4948238" y="2908300"/>
          <p14:tracePt t="18381" x="4948238" y="2894013"/>
          <p14:tracePt t="18383" x="4921250" y="2879725"/>
          <p14:tracePt t="18384" x="4921250" y="2852738"/>
          <p14:tracePt t="18385" x="4894263" y="2838450"/>
          <p14:tracePt t="18387" x="4879975" y="2811463"/>
          <p14:tracePt t="18388" x="4852988" y="2784475"/>
          <p14:tracePt t="18389" x="4838700" y="2757488"/>
          <p14:tracePt t="18390" x="4811713" y="2728913"/>
          <p14:tracePt t="18391" x="4811713" y="2716213"/>
          <p14:tracePt t="18392" x="4770438" y="2687638"/>
          <p14:tracePt t="18393" x="4757738" y="2660650"/>
          <p14:tracePt t="18394" x="4743450" y="2647950"/>
          <p14:tracePt t="18395" x="4716463" y="2633663"/>
          <p14:tracePt t="18396" x="4702175" y="2592388"/>
          <p14:tracePt t="18398" x="4660900" y="2551113"/>
          <p14:tracePt t="18399" x="4633913" y="2536825"/>
          <p14:tracePt t="18400" x="4606925" y="2509838"/>
          <p14:tracePt t="18402" x="4578350" y="2468563"/>
          <p14:tracePt t="18403" x="4551363" y="2455863"/>
          <p14:tracePt t="18405" x="4537075" y="2441575"/>
          <p14:tracePt t="18406" x="4524375" y="2427288"/>
          <p14:tracePt t="18407" x="4497388" y="2400300"/>
          <p14:tracePt t="18408" x="4483100" y="2386013"/>
          <p14:tracePt t="18409" x="4456113" y="2373313"/>
          <p14:tracePt t="18410" x="4441825" y="2344738"/>
          <p14:tracePt t="18411" x="4414838" y="2332038"/>
          <p14:tracePt t="18412" x="4386263" y="2305050"/>
          <p14:tracePt t="18413" x="4373563" y="2290763"/>
          <p14:tracePt t="18414" x="4346575" y="2263775"/>
          <p14:tracePt t="18415" x="4332288" y="2249488"/>
          <p14:tracePt t="18416" x="4305300" y="2222500"/>
          <p14:tracePt t="18417" x="4276725" y="2193925"/>
          <p14:tracePt t="18418" x="4249738" y="2181225"/>
          <p14:tracePt t="18419" x="4235450" y="2166938"/>
          <p14:tracePt t="18420" x="4222750" y="2166938"/>
          <p14:tracePt t="18421" x="4208463" y="2139950"/>
          <p14:tracePt t="18422" x="4167188" y="2125663"/>
          <p14:tracePt t="18423" x="4154488" y="2084388"/>
          <p14:tracePt t="18424" x="4140200" y="2084388"/>
          <p14:tracePt t="18425" x="4113213" y="2057400"/>
          <p14:tracePt t="18426" x="4084638" y="2043113"/>
          <p14:tracePt t="18427" x="4057650" y="2016125"/>
          <p14:tracePt t="18429" x="4044950" y="2001838"/>
          <p14:tracePt t="18430" x="4030663" y="1974850"/>
          <p14:tracePt t="18432" x="3989388" y="1947863"/>
          <p14:tracePt t="18439" x="3894138" y="1851025"/>
          <p14:tracePt t="18441" x="3879850" y="1838325"/>
          <p14:tracePt t="18442" x="3879850" y="1824038"/>
          <p14:tracePt t="18443" x="3865563" y="1809750"/>
          <p14:tracePt t="18444" x="3852863" y="1797050"/>
          <p14:tracePt t="18446" x="3838575" y="1782763"/>
          <p14:tracePt t="18447" x="3838575" y="1770063"/>
          <p14:tracePt t="18448" x="3824288" y="1755775"/>
          <p14:tracePt t="18449" x="3824288" y="1741488"/>
          <p14:tracePt t="18450" x="3811588" y="1741488"/>
          <p14:tracePt t="18451" x="3811588" y="1728788"/>
          <p14:tracePt t="18453" x="3797300" y="1700213"/>
          <p14:tracePt t="18456" x="3797300" y="1687513"/>
          <p14:tracePt t="18458" x="3783013" y="1673225"/>
          <p14:tracePt t="18460" x="3783013" y="1658938"/>
          <p14:tracePt t="18462" x="3783013" y="1646238"/>
          <p14:tracePt t="18463" x="3770313" y="1646238"/>
          <p14:tracePt t="18466" x="3770313" y="1619250"/>
          <p14:tracePt t="18471" x="3756025" y="1604963"/>
          <p14:tracePt t="18473" x="3756025" y="1590675"/>
          <p14:tracePt t="18477" x="3743325" y="1577975"/>
          <p14:tracePt t="18480" x="3743325" y="1563688"/>
          <p14:tracePt t="18483" x="3743325" y="1549400"/>
          <p14:tracePt t="18485" x="3743325" y="1536700"/>
          <p14:tracePt t="18488" x="3743325" y="1522413"/>
          <p14:tracePt t="18492" x="3743325" y="1508125"/>
          <p14:tracePt t="18497" x="3743325" y="1495425"/>
          <p14:tracePt t="18498" x="3743325" y="1481138"/>
          <p14:tracePt t="18504" x="3729038" y="1466850"/>
          <p14:tracePt t="18510" x="3729038" y="1454150"/>
          <p14:tracePt t="18519" x="3714750" y="1439863"/>
          <p14:tracePt t="18527" x="3702050" y="1427163"/>
          <p14:tracePt t="18542" x="3702050" y="1412875"/>
          <p14:tracePt t="18544" x="3687763" y="1412875"/>
          <p14:tracePt t="18552" x="3687763" y="1398588"/>
          <p14:tracePt t="18559" x="3673475" y="1398588"/>
          <p14:tracePt t="18560" x="3673475" y="1385888"/>
          <p14:tracePt t="18569" x="3673475" y="1371600"/>
          <p14:tracePt t="18572" x="3673475" y="1357313"/>
          <p14:tracePt t="18574" x="3660775" y="1357313"/>
          <p14:tracePt t="18577" x="3660775" y="1344613"/>
          <p14:tracePt t="18585" x="3646488" y="1330325"/>
          <p14:tracePt t="18592" x="3646488" y="1316038"/>
          <p14:tracePt t="18593" x="3632200" y="1316038"/>
          <p14:tracePt t="18595" x="3632200" y="1303338"/>
          <p14:tracePt t="18600" x="3632200" y="1289050"/>
          <p14:tracePt t="18605" x="3619500" y="1289050"/>
          <p14:tracePt t="18608" x="3619500" y="1276350"/>
          <p14:tracePt t="18612" x="3605213" y="1276350"/>
          <p14:tracePt t="18614" x="3605213" y="1262063"/>
          <p14:tracePt t="18617" x="3592513" y="1247775"/>
          <p14:tracePt t="18619" x="3578225" y="1247775"/>
          <p14:tracePt t="18623" x="3578225" y="1235075"/>
          <p14:tracePt t="18626" x="3563938" y="1235075"/>
          <p14:tracePt t="18630" x="3551238" y="1220788"/>
          <p14:tracePt t="18637" x="3536950" y="1206500"/>
          <p14:tracePt t="18639" x="3522663" y="1193800"/>
          <p14:tracePt t="18644" x="3509963" y="1193800"/>
          <p14:tracePt t="18648" x="3509963" y="1179513"/>
          <p14:tracePt t="18650" x="3495675" y="1179513"/>
          <p14:tracePt t="18657" x="3481388" y="1165225"/>
          <p14:tracePt t="18662" x="3468688" y="1165225"/>
          <p14:tracePt t="18669" x="3468688" y="1152525"/>
          <p14:tracePt t="18671" x="3454400" y="1152525"/>
          <p14:tracePt t="18675" x="3454400" y="1138238"/>
          <p14:tracePt t="18684" x="3441700" y="1138238"/>
          <p14:tracePt t="18686" x="3441700" y="1123950"/>
          <p14:tracePt t="18697" x="3427413" y="1111250"/>
          <p14:tracePt t="18707" x="3413125" y="1111250"/>
          <p14:tracePt t="18710" x="3413125" y="1096963"/>
          <p14:tracePt t="18718" x="3400425" y="1084263"/>
          <p14:tracePt t="18729" x="3400425" y="1069975"/>
          <p14:tracePt t="18731" x="3386138" y="1069975"/>
          <p14:tracePt t="18737" x="3386138" y="1055688"/>
          <p14:tracePt t="18739" x="3371850" y="1055688"/>
          <p14:tracePt t="18742" x="3359150" y="1042988"/>
          <p14:tracePt t="18746" x="3359150" y="1028700"/>
          <p14:tracePt t="18749" x="3344863" y="1028700"/>
          <p14:tracePt t="18752" x="3344863" y="1014413"/>
          <p14:tracePt t="18759" x="3330575" y="1014413"/>
          <p14:tracePt t="18761" x="3330575" y="1001713"/>
          <p14:tracePt t="18775" x="3317875" y="987425"/>
          <p14:tracePt t="19066" x="3317875" y="1001713"/>
          <p14:tracePt t="19071" x="3330575" y="1001713"/>
          <p14:tracePt t="19073" x="3330575" y="1014413"/>
          <p14:tracePt t="19077" x="3330575" y="1028700"/>
          <p14:tracePt t="19080" x="3344863" y="1028700"/>
          <p14:tracePt t="19089" x="3359150" y="1042988"/>
          <p14:tracePt t="19106" x="3371850" y="1055688"/>
          <p14:tracePt t="19120" x="3386138" y="1069975"/>
          <p14:tracePt t="19144" x="3386138" y="1084263"/>
          <p14:tracePt t="19299" x="3371850" y="1084263"/>
          <p14:tracePt t="19306" x="3359150" y="1084263"/>
          <p14:tracePt t="19311" x="3344863" y="1069975"/>
          <p14:tracePt t="19320" x="3330575" y="1069975"/>
          <p14:tracePt t="19331" x="3317875" y="1069975"/>
          <p14:tracePt t="19345" x="3303588" y="1055688"/>
          <p14:tracePt t="19351" x="3290888" y="1055688"/>
          <p14:tracePt t="19368" x="3276600" y="1055688"/>
          <p14:tracePt t="19536" x="3290888" y="1055688"/>
          <p14:tracePt t="19540" x="3303588" y="1055688"/>
          <p14:tracePt t="19550" x="3317875" y="1055688"/>
          <p14:tracePt t="19559" x="3330575" y="1055688"/>
          <p14:tracePt t="19570" x="3344863" y="1055688"/>
          <p14:tracePt t="19576" x="3359150" y="1055688"/>
          <p14:tracePt t="19586" x="3371850" y="1069975"/>
          <p14:tracePt t="19665" x="3386138" y="1069975"/>
          <p14:tracePt t="19921" x="3400425" y="1069975"/>
          <p14:tracePt t="19925" x="3413125" y="1069975"/>
          <p14:tracePt t="19927" x="3413125" y="1084263"/>
          <p14:tracePt t="20097" x="3400425" y="1084263"/>
          <p14:tracePt t="20111" x="3386138" y="1084263"/>
          <p14:tracePt t="20125" x="3371850" y="1084263"/>
          <p14:tracePt t="20140" x="3359150" y="1084263"/>
          <p14:tracePt t="20151" x="3344863" y="1069975"/>
          <p14:tracePt t="20289" x="3359150" y="1069975"/>
          <p14:tracePt t="20299" x="3371850" y="1069975"/>
          <p14:tracePt t="20309" x="3386138" y="1084263"/>
          <p14:tracePt t="20316" x="3400425" y="1084263"/>
          <p14:tracePt t="20319" x="3413125" y="1084263"/>
          <p14:tracePt t="20322" x="3413125" y="1096963"/>
          <p14:tracePt t="20325" x="3427413" y="1096963"/>
          <p14:tracePt t="20328" x="3427413" y="1111250"/>
          <p14:tracePt t="20330" x="3441700" y="1111250"/>
          <p14:tracePt t="20332" x="3441700" y="1123950"/>
          <p14:tracePt t="20334" x="3441700" y="1138238"/>
          <p14:tracePt t="20336" x="3468688" y="1138238"/>
          <p14:tracePt t="20338" x="3481388" y="1152525"/>
          <p14:tracePt t="20339" x="3495675" y="1165225"/>
          <p14:tracePt t="20342" x="3522663" y="1179513"/>
          <p14:tracePt t="20343" x="3536950" y="1193800"/>
          <p14:tracePt t="20344" x="3551238" y="1206500"/>
          <p14:tracePt t="20346" x="3551238" y="1220788"/>
          <p14:tracePt t="20348" x="3578225" y="1235075"/>
          <p14:tracePt t="20350" x="3592513" y="1247775"/>
          <p14:tracePt t="20352" x="3605213" y="1262063"/>
          <p14:tracePt t="20355" x="3632200" y="1276350"/>
          <p14:tracePt t="20356" x="3632200" y="1289050"/>
          <p14:tracePt t="20358" x="3660775" y="1316038"/>
          <p14:tracePt t="20360" x="3673475" y="1344613"/>
          <p14:tracePt t="20362" x="3714750" y="1357313"/>
          <p14:tracePt t="20363" x="3729038" y="1385888"/>
          <p14:tracePt t="20365" x="3756025" y="1412875"/>
          <p14:tracePt t="20366" x="3770313" y="1427163"/>
          <p14:tracePt t="20369" x="3797300" y="1454150"/>
          <p14:tracePt t="20370" x="3811588" y="1466850"/>
          <p14:tracePt t="20372" x="3838575" y="1495425"/>
          <p14:tracePt t="20373" x="3865563" y="1508125"/>
          <p14:tracePt t="20374" x="3865563" y="1522413"/>
          <p14:tracePt t="20377" x="3894138" y="1536700"/>
          <p14:tracePt t="20378" x="3906838" y="1563688"/>
          <p14:tracePt t="20379" x="3933825" y="1577975"/>
          <p14:tracePt t="20380" x="3933825" y="1590675"/>
          <p14:tracePt t="20383" x="3962400" y="1604963"/>
          <p14:tracePt t="20384" x="3962400" y="1619250"/>
          <p14:tracePt t="20384" x="3975100" y="1631950"/>
          <p14:tracePt t="20386" x="4003675" y="1658938"/>
          <p14:tracePt t="20387" x="4016375" y="1658938"/>
          <p14:tracePt t="20388" x="4016375" y="1673225"/>
          <p14:tracePt t="20390" x="4030663" y="1687513"/>
          <p14:tracePt t="20391" x="4044950" y="1700213"/>
          <p14:tracePt t="20392" x="4057650" y="1714500"/>
          <p14:tracePt t="20394" x="4071938" y="1728788"/>
          <p14:tracePt t="20395" x="4084638" y="1741488"/>
          <p14:tracePt t="20397" x="4098925" y="1755775"/>
          <p14:tracePt t="20398" x="4113213" y="1770063"/>
          <p14:tracePt t="20400" x="4125913" y="1782763"/>
          <p14:tracePt t="20403" x="4140200" y="1809750"/>
          <p14:tracePt t="20405" x="4154488" y="1809750"/>
          <p14:tracePt t="20406" x="4154488" y="1824038"/>
          <p14:tracePt t="20407" x="4167188" y="1824038"/>
          <p14:tracePt t="20409" x="4181475" y="1851025"/>
          <p14:tracePt t="20411" x="4195763" y="1851025"/>
          <p14:tracePt t="20412" x="4195763" y="1865313"/>
          <p14:tracePt t="20415" x="4208463" y="1879600"/>
          <p14:tracePt t="20416" x="4208463" y="1892300"/>
          <p14:tracePt t="20418" x="4208463" y="1906588"/>
          <p14:tracePt t="20420" x="4222750" y="1906588"/>
          <p14:tracePt t="20421" x="4235450" y="1920875"/>
          <p14:tracePt t="20424" x="4235450" y="1933575"/>
          <p14:tracePt t="20426" x="4249738" y="1947863"/>
          <p14:tracePt t="20429" x="4264025" y="1962150"/>
          <p14:tracePt t="20432" x="4264025" y="1974850"/>
          <p14:tracePt t="20433" x="4264025" y="1989138"/>
          <p14:tracePt t="20435" x="4276725" y="2001838"/>
          <p14:tracePt t="20439" x="4276725" y="2016125"/>
          <p14:tracePt t="20439" x="4291013" y="2016125"/>
          <p14:tracePt t="20440" x="4291013" y="2030413"/>
          <p14:tracePt t="20442" x="4291013" y="2043113"/>
          <p14:tracePt t="20445" x="4305300" y="2057400"/>
          <p14:tracePt t="20448" x="4305300" y="2084388"/>
          <p14:tracePt t="20450" x="4318000" y="2084388"/>
          <p14:tracePt t="20451" x="4318000" y="2098675"/>
          <p14:tracePt t="20454" x="4318000" y="2112963"/>
          <p14:tracePt t="20455" x="4332288" y="2112963"/>
          <p14:tracePt t="20456" x="4332288" y="2125663"/>
          <p14:tracePt t="20457" x="4346575" y="2125663"/>
          <p14:tracePt t="20458" x="4346575" y="2139950"/>
          <p14:tracePt t="20460" x="4346575" y="2152650"/>
          <p14:tracePt t="20462" x="4359275" y="2152650"/>
          <p14:tracePt t="20463" x="4359275" y="2166938"/>
          <p14:tracePt t="20465" x="4373563" y="2181225"/>
          <p14:tracePt t="20467" x="4373563" y="2193925"/>
          <p14:tracePt t="20470" x="4386263" y="2208213"/>
          <p14:tracePt t="20473" x="4400550" y="2222500"/>
          <p14:tracePt t="20475" x="4414838" y="2222500"/>
          <p14:tracePt t="20477" x="4414838" y="2235200"/>
          <p14:tracePt t="20478" x="4414838" y="2249488"/>
          <p14:tracePt t="20480" x="4427538" y="2249488"/>
          <p14:tracePt t="20483" x="4427538" y="2263775"/>
          <p14:tracePt t="20484" x="4441825" y="2263775"/>
          <p14:tracePt t="20487" x="4456113" y="2276475"/>
          <p14:tracePt t="20491" x="4468813" y="2290763"/>
          <p14:tracePt t="20494" x="4468813" y="2305050"/>
          <p14:tracePt t="20496" x="4483100" y="2305050"/>
          <p14:tracePt t="20498" x="4483100" y="2317750"/>
          <p14:tracePt t="20501" x="4497388" y="2317750"/>
          <p14:tracePt t="20504" x="4497388" y="2332038"/>
          <p14:tracePt t="20505" x="4510088" y="2332038"/>
          <p14:tracePt t="20509" x="4510088" y="2344738"/>
          <p14:tracePt t="20512" x="4524375" y="2359025"/>
          <p14:tracePt t="20519" x="4524375" y="2373313"/>
          <p14:tracePt t="20521" x="4537075" y="2373313"/>
          <p14:tracePt t="20522" x="4537075" y="2386013"/>
          <p14:tracePt t="20529" x="4551363" y="2414588"/>
          <p14:tracePt t="20533" x="4565650" y="2427288"/>
          <p14:tracePt t="20537" x="4565650" y="2441575"/>
          <p14:tracePt t="20540" x="4578350" y="2441575"/>
          <p14:tracePt t="20541" x="4578350" y="2468563"/>
          <p14:tracePt t="20545" x="4592638" y="2482850"/>
          <p14:tracePt t="20548" x="4592638" y="2495550"/>
          <p14:tracePt t="20550" x="4606925" y="2495550"/>
          <p14:tracePt t="20551" x="4619625" y="2509838"/>
          <p14:tracePt t="20552" x="4619625" y="2524125"/>
          <p14:tracePt t="20555" x="4619625" y="2536825"/>
          <p14:tracePt t="20557" x="4633913" y="2551113"/>
          <p14:tracePt t="20559" x="4633913" y="2565400"/>
          <p14:tracePt t="20561" x="4646613" y="2578100"/>
          <p14:tracePt t="20564" x="4646613" y="2592388"/>
          <p14:tracePt t="20565" x="4660900" y="2592388"/>
          <p14:tracePt t="20567" x="4660900" y="2606675"/>
          <p14:tracePt t="20568" x="4675188" y="2606675"/>
          <p14:tracePt t="20569" x="4675188" y="2619375"/>
          <p14:tracePt t="20571" x="4675188" y="2633663"/>
          <p14:tracePt t="20573" x="4687888" y="2633663"/>
          <p14:tracePt t="20575" x="4687888" y="2647950"/>
          <p14:tracePt t="20577" x="4702175" y="2660650"/>
          <p14:tracePt t="20579" x="4702175" y="2674938"/>
          <p14:tracePt t="20584" x="4716463" y="2687638"/>
          <p14:tracePt t="20587" x="4729163" y="2687638"/>
          <p14:tracePt t="20588" x="4729163" y="2701925"/>
          <p14:tracePt t="20594" x="4743450" y="2716213"/>
          <p14:tracePt t="20599" x="4743450" y="2728913"/>
          <p14:tracePt t="20602" x="4757738" y="2728913"/>
          <p14:tracePt t="20618" x="4757738" y="2743200"/>
          <p14:tracePt t="20624" x="4770438" y="2743200"/>
          <p14:tracePt t="20645" x="4784725" y="2757488"/>
          <p14:tracePt t="20662" x="4784725" y="2770188"/>
          <p14:tracePt t="20666" x="4784725" y="2784475"/>
          <p14:tracePt t="20676" x="4797425" y="2784475"/>
          <p14:tracePt t="20677" x="4797425" y="2798763"/>
          <p14:tracePt t="20690" x="4797425" y="2811463"/>
          <p14:tracePt t="20869" x="4797425" y="2825750"/>
          <p14:tracePt t="20872" x="4797425" y="2838450"/>
          <p14:tracePt t="20890" x="4797425" y="2852738"/>
          <p14:tracePt t="20902" x="4784725" y="2852738"/>
          <p14:tracePt t="20907" x="4784725" y="2867025"/>
          <p14:tracePt t="20917" x="4770438" y="2867025"/>
          <p14:tracePt t="20951" x="4770438" y="2879725"/>
          <p14:tracePt t="20959" x="4757738" y="2879725"/>
          <p14:tracePt t="20967" x="4757738" y="2894013"/>
          <p14:tracePt t="20970" x="4743450" y="2894013"/>
          <p14:tracePt t="20974" x="4743450" y="2908300"/>
          <p14:tracePt t="20981" x="4729163" y="2908300"/>
          <p14:tracePt t="20986" x="4716463" y="2908300"/>
          <p14:tracePt t="21029" x="4702175" y="2908300"/>
          <p14:tracePt t="21046" x="4702175" y="2921000"/>
          <p14:tracePt t="21061" x="4687888" y="2921000"/>
          <p14:tracePt t="21128" x="4675188" y="2921000"/>
          <p14:tracePt t="21131" x="4660900" y="2921000"/>
          <p14:tracePt t="21135" x="4646613" y="2921000"/>
          <p14:tracePt t="21139" x="4633913" y="2935288"/>
          <p14:tracePt t="21142" x="4619625" y="2935288"/>
          <p14:tracePt t="21144" x="4606925" y="2949575"/>
          <p14:tracePt t="21147" x="4592638" y="2962275"/>
          <p14:tracePt t="21149" x="4578350" y="2962275"/>
          <p14:tracePt t="21151" x="4578350" y="2976563"/>
          <p14:tracePt t="21152" x="4565650" y="2976563"/>
          <p14:tracePt t="21153" x="4551363" y="2976563"/>
          <p14:tracePt t="21154" x="4551363" y="2990850"/>
          <p14:tracePt t="21157" x="4537075" y="3003550"/>
          <p14:tracePt t="21159" x="4524375" y="3003550"/>
          <p14:tracePt t="21161" x="4524375" y="3017838"/>
          <p14:tracePt t="21162" x="4510088" y="3017838"/>
          <p14:tracePt t="21163" x="4497388" y="3017838"/>
          <p14:tracePt t="21164" x="4497388" y="3030538"/>
          <p14:tracePt t="21165" x="4483100" y="3030538"/>
          <p14:tracePt t="21167" x="4468813" y="3030538"/>
          <p14:tracePt t="21168" x="4468813" y="3044825"/>
          <p14:tracePt t="21169" x="4441825" y="3044825"/>
          <p14:tracePt t="21172" x="4427538" y="3059113"/>
          <p14:tracePt t="21174" x="4414838" y="3071813"/>
          <p14:tracePt t="21176" x="4400550" y="3071813"/>
          <p14:tracePt t="21179" x="4386263" y="3086100"/>
          <p14:tracePt t="21183" x="4373563" y="3100388"/>
          <p14:tracePt t="21185" x="4373563" y="3113088"/>
          <p14:tracePt t="21186" x="4359275" y="3113088"/>
          <p14:tracePt t="21190" x="4346575" y="3127375"/>
          <p14:tracePt t="21194" x="4332288" y="3141663"/>
          <p14:tracePt t="21198" x="4318000" y="3141663"/>
          <p14:tracePt t="21199" x="4318000" y="3154363"/>
          <p14:tracePt t="21201" x="4318000" y="3168650"/>
          <p14:tracePt t="21203" x="4305300" y="3168650"/>
          <p14:tracePt t="21206" x="4291013" y="3181350"/>
          <p14:tracePt t="21211" x="4291013" y="3195638"/>
          <p14:tracePt t="21213" x="4276725" y="3195638"/>
          <p14:tracePt t="21214" x="4276725" y="3209925"/>
          <p14:tracePt t="21218" x="4276725" y="3222625"/>
          <p14:tracePt t="21220" x="4276725" y="3236913"/>
          <p14:tracePt t="21224" x="4264025" y="3251200"/>
          <p14:tracePt t="21228" x="4264025" y="3263900"/>
          <p14:tracePt t="21231" x="4264025" y="3278188"/>
          <p14:tracePt t="21233" x="4264025" y="3292475"/>
          <p14:tracePt t="21238" x="4264025" y="3305175"/>
          <p14:tracePt t="21242" x="4264025" y="3319463"/>
          <p14:tracePt t="21247" x="4264025" y="3333750"/>
          <p14:tracePt t="21249" x="4264025" y="3346450"/>
          <p14:tracePt t="21254" x="4264025" y="3360738"/>
          <p14:tracePt t="21258" x="4276725" y="3360738"/>
          <p14:tracePt t="21260" x="4276725" y="3373438"/>
          <p14:tracePt t="21265" x="4291013" y="3387725"/>
          <p14:tracePt t="21267" x="4305300" y="3402013"/>
          <p14:tracePt t="21272" x="4318000" y="3414713"/>
          <p14:tracePt t="21275" x="4332288" y="3414713"/>
          <p14:tracePt t="21277" x="4332288" y="3429000"/>
          <p14:tracePt t="21280" x="4346575" y="3429000"/>
          <p14:tracePt t="21282" x="4346575" y="3443288"/>
          <p14:tracePt t="21283" x="4359275" y="3443288"/>
          <p14:tracePt t="21286" x="4359275" y="3455988"/>
          <p14:tracePt t="21287" x="4373563" y="3455988"/>
          <p14:tracePt t="21290" x="4373563" y="3470275"/>
          <p14:tracePt t="21291" x="4386263" y="3470275"/>
          <p14:tracePt t="21295" x="4400550" y="3484563"/>
          <p14:tracePt t="21296" x="4414838" y="3484563"/>
          <p14:tracePt t="21300" x="4427538" y="3497263"/>
          <p14:tracePt t="21302" x="4441825" y="3511550"/>
          <p14:tracePt t="21307" x="4468813" y="3524250"/>
          <p14:tracePt t="21309" x="4483100" y="3524250"/>
          <p14:tracePt t="21311" x="4497388" y="3524250"/>
          <p14:tracePt t="21312" x="4497388" y="3538538"/>
          <p14:tracePt t="21314" x="4510088" y="3552825"/>
          <p14:tracePt t="21316" x="4537075" y="3552825"/>
          <p14:tracePt t="21320" x="4551363" y="3565525"/>
          <p14:tracePt t="21321" x="4565650" y="3565525"/>
          <p14:tracePt t="21323" x="4578350" y="3565525"/>
          <p14:tracePt t="21325" x="4592638" y="3565525"/>
          <p14:tracePt t="21327" x="4606925" y="3579813"/>
          <p14:tracePt t="21330" x="4633913" y="3579813"/>
          <p14:tracePt t="21331" x="4633913" y="3594100"/>
          <p14:tracePt t="21332" x="4646613" y="3594100"/>
          <p14:tracePt t="21335" x="4660900" y="3594100"/>
          <p14:tracePt t="21336" x="4675188" y="3594100"/>
          <p14:tracePt t="21339" x="4687888" y="3594100"/>
          <p14:tracePt t="21341" x="4702175" y="3594100"/>
          <p14:tracePt t="21342" x="4716463" y="3606800"/>
          <p14:tracePt t="21344" x="4729163" y="3606800"/>
          <p14:tracePt t="21346" x="4743450" y="3606800"/>
          <p14:tracePt t="21348" x="4757738" y="3606800"/>
          <p14:tracePt t="21350" x="4770438" y="3606800"/>
          <p14:tracePt t="21352" x="4784725" y="3606800"/>
          <p14:tracePt t="21355" x="4797425" y="3621088"/>
          <p14:tracePt t="21356" x="4811713" y="3621088"/>
          <p14:tracePt t="21358" x="4826000" y="3621088"/>
          <p14:tracePt t="21362" x="4838700" y="3621088"/>
          <p14:tracePt t="21363" x="4852988" y="3621088"/>
          <p14:tracePt t="21364" x="4867275" y="3621088"/>
          <p14:tracePt t="21367" x="4879975" y="3621088"/>
          <p14:tracePt t="21369" x="4894263" y="3621088"/>
          <p14:tracePt t="21370" x="4908550" y="3621088"/>
          <p14:tracePt t="21373" x="4921250" y="3621088"/>
          <p14:tracePt t="21376" x="4935538" y="3621088"/>
          <p14:tracePt t="21378" x="4948238" y="3621088"/>
          <p14:tracePt t="21379" x="4962525" y="3621088"/>
          <p14:tracePt t="21381" x="4976813" y="3621088"/>
          <p14:tracePt t="21385" x="4989513" y="3621088"/>
          <p14:tracePt t="21388" x="5003800" y="3621088"/>
          <p14:tracePt t="21390" x="5018088" y="3621088"/>
          <p14:tracePt t="21392" x="5030788" y="3621088"/>
          <p14:tracePt t="21397" x="5045075" y="3621088"/>
          <p14:tracePt t="21400" x="5059363" y="3621088"/>
          <p14:tracePt t="21402" x="5072063" y="3621088"/>
          <p14:tracePt t="21405" x="5086350" y="3621088"/>
          <p14:tracePt t="21411" x="5099050" y="3621088"/>
          <p14:tracePt t="21418" x="5113338" y="3621088"/>
          <p14:tracePt t="21420" x="5127625" y="3606800"/>
          <p14:tracePt t="21431" x="5127625" y="3594100"/>
          <p14:tracePt t="21433" x="5140325" y="3594100"/>
          <p14:tracePt t="21434" x="5140325" y="3579813"/>
          <p14:tracePt t="21439" x="5154613" y="3565525"/>
          <p14:tracePt t="21446" x="5154613" y="3552825"/>
          <p14:tracePt t="21447" x="5168900" y="3552825"/>
          <p14:tracePt t="21452" x="5168900" y="3538538"/>
          <p14:tracePt t="21453" x="5181600" y="3538538"/>
          <p14:tracePt t="21456" x="5181600" y="3524250"/>
          <p14:tracePt t="21458" x="5181600" y="3511550"/>
          <p14:tracePt t="21461" x="5195888" y="3511550"/>
          <p14:tracePt t="21462" x="5195888" y="3497263"/>
          <p14:tracePt t="21466" x="5210175" y="3497263"/>
          <p14:tracePt t="21468" x="5210175" y="3484563"/>
          <p14:tracePt t="21471" x="5210175" y="3470275"/>
          <p14:tracePt t="21473" x="5210175" y="3455988"/>
          <p14:tracePt t="21474" x="5222875" y="3455988"/>
          <p14:tracePt t="21475" x="5237163" y="3455988"/>
          <p14:tracePt t="21478" x="5237163" y="3443288"/>
          <p14:tracePt t="21482" x="5237163" y="3429000"/>
          <p14:tracePt t="21488" x="5237163" y="3414713"/>
          <p14:tracePt t="21492" x="5237163" y="3402013"/>
          <p14:tracePt t="21496" x="5249863" y="3402013"/>
          <p14:tracePt t="21499" x="5249863" y="3387725"/>
          <p14:tracePt t="21512" x="5249863" y="3373438"/>
          <p14:tracePt t="21531" x="5249863" y="3360738"/>
          <p14:tracePt t="21539" x="5249863" y="3346450"/>
          <p14:tracePt t="21552" x="5249863" y="3333750"/>
          <p14:tracePt t="21562" x="5237163" y="3319463"/>
          <p14:tracePt t="21570" x="5237163" y="3305175"/>
          <p14:tracePt t="21573" x="5222875" y="3292475"/>
          <p14:tracePt t="21582" x="5222875" y="3278188"/>
          <p14:tracePt t="21603" x="5222875" y="3263900"/>
          <p14:tracePt t="21653" x="5210175" y="3263900"/>
          <p14:tracePt t="21717" x="5210175" y="3251200"/>
          <p14:tracePt t="21718" x="5210175" y="3236913"/>
          <p14:tracePt t="21723" x="5210175" y="3222625"/>
          <p14:tracePt t="21724" x="5195888" y="3222625"/>
          <p14:tracePt t="21725" x="5195888" y="3209925"/>
          <p14:tracePt t="21728" x="5181600" y="3195638"/>
          <p14:tracePt t="21730" x="5168900" y="3181350"/>
          <p14:tracePt t="21733" x="5168900" y="3168650"/>
          <p14:tracePt t="21735" x="5140325" y="3141663"/>
          <p14:tracePt t="21738" x="5140325" y="3127375"/>
          <p14:tracePt t="21739" x="5127625" y="3127375"/>
          <p14:tracePt t="21740" x="5127625" y="3113088"/>
          <p14:tracePt t="21741" x="5127625" y="3100388"/>
          <p14:tracePt t="21742" x="5113338" y="3100388"/>
          <p14:tracePt t="21744" x="5113338" y="3086100"/>
          <p14:tracePt t="21746" x="5099050" y="3059113"/>
          <p14:tracePt t="21747" x="5086350" y="3059113"/>
          <p14:tracePt t="21748" x="5086350" y="3044825"/>
          <p14:tracePt t="21750" x="5072063" y="3030538"/>
          <p14:tracePt t="21752" x="5072063" y="3017838"/>
          <p14:tracePt t="21753" x="5059363" y="3003550"/>
          <p14:tracePt t="21754" x="5045075" y="2990850"/>
          <p14:tracePt t="21756" x="5045075" y="2976563"/>
          <p14:tracePt t="21757" x="5030788" y="2976563"/>
          <p14:tracePt t="21758" x="5030788" y="2949575"/>
          <p14:tracePt t="21759" x="5018088" y="2949575"/>
          <p14:tracePt t="21761" x="5018088" y="2921000"/>
          <p14:tracePt t="21762" x="5003800" y="2921000"/>
          <p14:tracePt t="21763" x="4989513" y="2908300"/>
          <p14:tracePt t="21765" x="4976813" y="2894013"/>
          <p14:tracePt t="21767" x="4976813" y="2867025"/>
          <p14:tracePt t="21768" x="4962525" y="2852738"/>
          <p14:tracePt t="21770" x="4935538" y="2825750"/>
          <p14:tracePt t="21773" x="4921250" y="2811463"/>
          <p14:tracePt t="21774" x="4921250" y="2798763"/>
          <p14:tracePt t="21775" x="4908550" y="2784475"/>
          <p14:tracePt t="21777" x="4894263" y="2757488"/>
          <p14:tracePt t="21779" x="4879975" y="2743200"/>
          <p14:tracePt t="21781" x="4867275" y="2728913"/>
          <p14:tracePt t="21783" x="4838700" y="2701925"/>
          <p14:tracePt t="21785" x="4838700" y="2687638"/>
          <p14:tracePt t="21787" x="4811713" y="2674938"/>
          <p14:tracePt t="21789" x="4811713" y="2660650"/>
          <p14:tracePt t="21790" x="4797425" y="2660650"/>
          <p14:tracePt t="21791" x="4797425" y="2647950"/>
          <p14:tracePt t="21792" x="4797425" y="2633663"/>
          <p14:tracePt t="21794" x="4784725" y="2619375"/>
          <p14:tracePt t="21797" x="4770438" y="2606675"/>
          <p14:tracePt t="21798" x="4757738" y="2606675"/>
          <p14:tracePt t="21800" x="4757738" y="2592388"/>
          <p14:tracePt t="21802" x="4743450" y="2578100"/>
          <p14:tracePt t="21804" x="4743450" y="2565400"/>
          <p14:tracePt t="21807" x="4729163" y="2551113"/>
          <p14:tracePt t="21810" x="4729163" y="2536825"/>
          <p14:tracePt t="21811" x="4716463" y="2524125"/>
          <p14:tracePt t="21815" x="4716463" y="2509838"/>
          <p14:tracePt t="21817" x="4716463" y="2495550"/>
          <p14:tracePt t="21819" x="4702175" y="2495550"/>
          <p14:tracePt t="21820" x="4702175" y="2482850"/>
          <p14:tracePt t="21822" x="4702175" y="2468563"/>
          <p14:tracePt t="21824" x="4702175" y="2455863"/>
          <p14:tracePt t="21828" x="4702175" y="2441575"/>
          <p14:tracePt t="21831" x="4687888" y="2414588"/>
          <p14:tracePt t="21836" x="4687888" y="2400300"/>
          <p14:tracePt t="21838" x="4687888" y="2386013"/>
          <p14:tracePt t="21841" x="4687888" y="2373313"/>
          <p14:tracePt t="21842" x="4675188" y="2359025"/>
          <p14:tracePt t="21847" x="4675188" y="2344738"/>
          <p14:tracePt t="21848" x="4675188" y="2332038"/>
          <p14:tracePt t="21851" x="4675188" y="2317750"/>
          <p14:tracePt t="21853" x="4675188" y="2305050"/>
          <p14:tracePt t="21855" x="4675188" y="2290763"/>
          <p14:tracePt t="21857" x="4675188" y="2276475"/>
          <p14:tracePt t="21859" x="4675188" y="2263775"/>
          <p14:tracePt t="21862" x="4660900" y="2249488"/>
          <p14:tracePt t="21863" x="4660900" y="2235200"/>
          <p14:tracePt t="21865" x="4660900" y="2222500"/>
          <p14:tracePt t="21866" x="4660900" y="2208213"/>
          <p14:tracePt t="21868" x="4660900" y="2193925"/>
          <p14:tracePt t="21870" x="4660900" y="2181225"/>
          <p14:tracePt t="21873" x="4660900" y="2166938"/>
          <p14:tracePt t="21876" x="4660900" y="2139950"/>
          <p14:tracePt t="21878" x="4660900" y="2125663"/>
          <p14:tracePt t="21880" x="4660900" y="2112963"/>
          <p14:tracePt t="21881" x="4660900" y="2098675"/>
          <p14:tracePt t="21883" x="4646613" y="2098675"/>
          <p14:tracePt t="21883" x="4646613" y="2084388"/>
          <p14:tracePt t="21885" x="4646613" y="2057400"/>
          <p14:tracePt t="21886" x="4633913" y="2043113"/>
          <p14:tracePt t="21888" x="4633913" y="2030413"/>
          <p14:tracePt t="21890" x="4633913" y="2016125"/>
          <p14:tracePt t="21891" x="4619625" y="2001838"/>
          <p14:tracePt t="21892" x="4619625" y="1989138"/>
          <p14:tracePt t="21894" x="4619625" y="1974850"/>
          <p14:tracePt t="21896" x="4606925" y="1962150"/>
          <p14:tracePt t="21898" x="4606925" y="1947863"/>
          <p14:tracePt t="21899" x="4606925" y="1933575"/>
          <p14:tracePt t="21900" x="4592638" y="1920875"/>
          <p14:tracePt t="21902" x="4592638" y="1906588"/>
          <p14:tracePt t="21905" x="4592638" y="1892300"/>
          <p14:tracePt t="21907" x="4578350" y="1865313"/>
          <p14:tracePt t="21912" x="4578350" y="1851025"/>
          <p14:tracePt t="21915" x="4578350" y="1838325"/>
          <p14:tracePt t="21919" x="4565650" y="1824038"/>
          <p14:tracePt t="21927" x="4565650" y="1809750"/>
          <p14:tracePt t="21995" x="4565650" y="1797050"/>
          <p14:tracePt t="21996" x="4551363" y="1797050"/>
          <p14:tracePt t="22002" x="4551363" y="1782763"/>
          <p14:tracePt t="22005" x="4537075" y="1770063"/>
          <p14:tracePt t="22011" x="4537075" y="1755775"/>
          <p14:tracePt t="22013" x="4524375" y="1755775"/>
          <p14:tracePt t="22016" x="4524375" y="1741488"/>
          <p14:tracePt t="22019" x="4510088" y="1741488"/>
          <p14:tracePt t="22022" x="4510088" y="1728788"/>
          <p14:tracePt t="22024" x="4510088" y="1714500"/>
          <p14:tracePt t="22027" x="4497388" y="1700213"/>
          <p14:tracePt t="22029" x="4483100" y="1700213"/>
          <p14:tracePt t="22032" x="4468813" y="1700213"/>
          <p14:tracePt t="22034" x="4468813" y="1687513"/>
          <p14:tracePt t="22036" x="4456113" y="1687513"/>
          <p14:tracePt t="22038" x="4427538" y="1673225"/>
          <p14:tracePt t="22040" x="4414838" y="1658938"/>
          <p14:tracePt t="22041" x="4386263" y="1658938"/>
          <p14:tracePt t="22043" x="4373563" y="1631950"/>
          <p14:tracePt t="22044" x="4359275" y="1631950"/>
          <p14:tracePt t="22045" x="4346575" y="1631950"/>
          <p14:tracePt t="22046" x="4346575" y="1619250"/>
          <p14:tracePt t="22047" x="4318000" y="1604963"/>
          <p14:tracePt t="22049" x="4305300" y="1604963"/>
          <p14:tracePt t="22050" x="4291013" y="1590675"/>
          <p14:tracePt t="22052" x="4264025" y="1577975"/>
          <p14:tracePt t="22053" x="4249738" y="1577975"/>
          <p14:tracePt t="22054" x="4249738" y="1563688"/>
          <p14:tracePt t="22055" x="4222750" y="1563688"/>
          <p14:tracePt t="22057" x="4208463" y="1549400"/>
          <p14:tracePt t="22059" x="4181475" y="1536700"/>
          <p14:tracePt t="22061" x="4167188" y="1536700"/>
          <p14:tracePt t="22062" x="4154488" y="1522413"/>
          <p14:tracePt t="22063" x="4140200" y="1522413"/>
          <p14:tracePt t="22065" x="4125913" y="1522413"/>
          <p14:tracePt t="22066" x="4125913" y="1508125"/>
          <p14:tracePt t="22067" x="4113213" y="1508125"/>
          <p14:tracePt t="22068" x="4098925" y="1495425"/>
          <p14:tracePt t="22069" x="4084638" y="1495425"/>
          <p14:tracePt t="22072" x="4071938" y="1495425"/>
          <p14:tracePt t="22073" x="4071938" y="1481138"/>
          <p14:tracePt t="22074" x="4057650" y="1481138"/>
          <p14:tracePt t="22078" x="4044950" y="1481138"/>
          <p14:tracePt t="22079" x="4030663" y="1466850"/>
          <p14:tracePt t="22084" x="4016375" y="1466850"/>
          <p14:tracePt t="22088" x="4003675" y="1454150"/>
          <p14:tracePt t="22092" x="3989388" y="1439863"/>
          <p14:tracePt t="22095" x="3975100" y="1439863"/>
          <p14:tracePt t="22098" x="3962400" y="1439863"/>
          <p14:tracePt t="22101" x="3948113" y="1427163"/>
          <p14:tracePt t="22105" x="3933825" y="1427163"/>
          <p14:tracePt t="22108" x="3921125" y="1427163"/>
          <p14:tracePt t="22109" x="3921125" y="1412875"/>
          <p14:tracePt t="22112" x="3906838" y="1412875"/>
          <p14:tracePt t="22115" x="3906838" y="1398588"/>
          <p14:tracePt t="22119" x="3894138" y="1398588"/>
          <p14:tracePt t="22121" x="3879850" y="1398588"/>
          <p14:tracePt t="22126" x="3879850" y="1385888"/>
          <p14:tracePt t="22129" x="3865563" y="1385888"/>
          <p14:tracePt t="22139" x="3852863" y="1371600"/>
          <p14:tracePt t="22146" x="3838575" y="1357313"/>
          <p14:tracePt t="22148" x="3824288" y="1357313"/>
          <p14:tracePt t="22151" x="3824288" y="1344613"/>
          <p14:tracePt t="22154" x="3811588" y="1330325"/>
          <p14:tracePt t="22158" x="3797300" y="1330325"/>
          <p14:tracePt t="22160" x="3797300" y="1316038"/>
          <p14:tracePt t="22162" x="3783013" y="1316038"/>
          <p14:tracePt t="22166" x="3770313" y="1303338"/>
          <p14:tracePt t="22169" x="3756025" y="1303338"/>
          <p14:tracePt t="22172" x="3756025" y="1289050"/>
          <p14:tracePt t="22174" x="3743325" y="1276350"/>
          <p14:tracePt t="22178" x="3729038" y="1276350"/>
          <p14:tracePt t="22180" x="3729038" y="1262063"/>
          <p14:tracePt t="22181" x="3714750" y="1262063"/>
          <p14:tracePt t="22184" x="3702050" y="1262063"/>
          <p14:tracePt t="22185" x="3702050" y="1247775"/>
          <p14:tracePt t="22188" x="3687763" y="1247775"/>
          <p14:tracePt t="22193" x="3673475" y="1247775"/>
          <p14:tracePt t="22194" x="3673475" y="1235075"/>
          <p14:tracePt t="22199" x="3660775" y="1220788"/>
          <p14:tracePt t="22202" x="3646488" y="1220788"/>
          <p14:tracePt t="22210" x="3632200" y="1220788"/>
          <p14:tracePt t="22216" x="3632200" y="1206500"/>
          <p14:tracePt t="22227" x="3619500" y="1206500"/>
          <p14:tracePt t="22234" x="3619500" y="1193800"/>
          <p14:tracePt t="22241" x="3605213" y="1193800"/>
          <p14:tracePt t="22247" x="3592513" y="1179513"/>
          <p14:tracePt t="22251" x="3592513" y="1165225"/>
          <p14:tracePt t="22255" x="3578225" y="1165225"/>
          <p14:tracePt t="22261" x="3578225" y="1152525"/>
          <p14:tracePt t="22265" x="3563938" y="1152525"/>
          <p14:tracePt t="22269" x="3551238" y="1138238"/>
          <p14:tracePt t="22272" x="3536950" y="1138238"/>
          <p14:tracePt t="22277" x="3522663" y="1138238"/>
          <p14:tracePt t="22279" x="3522663" y="1123950"/>
          <p14:tracePt t="22280" x="3509963" y="1123950"/>
          <p14:tracePt t="22287" x="3509963" y="1111250"/>
          <p14:tracePt t="22288" x="3495675" y="1111250"/>
          <p14:tracePt t="22290" x="3481388" y="1111250"/>
          <p14:tracePt t="22395" x="3495675" y="1111250"/>
          <p14:tracePt t="22399" x="3509963" y="1111250"/>
          <p14:tracePt t="22402" x="3522663" y="1111250"/>
          <p14:tracePt t="22407" x="3536950" y="1111250"/>
          <p14:tracePt t="22408" x="3551238" y="1111250"/>
          <p14:tracePt t="22411" x="3563938" y="1111250"/>
          <p14:tracePt t="22414" x="3578225" y="1111250"/>
          <p14:tracePt t="22417" x="3592513" y="1111250"/>
          <p14:tracePt t="22419" x="3605213" y="1111250"/>
          <p14:tracePt t="22422" x="3619500" y="1111250"/>
          <p14:tracePt t="22425" x="3632200" y="1111250"/>
          <p14:tracePt t="22429" x="3660775" y="1111250"/>
          <p14:tracePt t="22433" x="3673475" y="1111250"/>
          <p14:tracePt t="22436" x="3687763" y="1111250"/>
          <p14:tracePt t="22439" x="3702050" y="1111250"/>
          <p14:tracePt t="22440" x="3714750" y="1111250"/>
          <p14:tracePt t="22442" x="3729038" y="1111250"/>
          <p14:tracePt t="22446" x="3743325" y="1111250"/>
          <p14:tracePt t="22448" x="3756025" y="1111250"/>
          <p14:tracePt t="22450" x="3770313" y="1111250"/>
          <p14:tracePt t="22453" x="3783013" y="1111250"/>
          <p14:tracePt t="22454" x="3783013" y="1123950"/>
          <p14:tracePt t="22456" x="3797300" y="1123950"/>
          <p14:tracePt t="22458" x="3811588" y="1123950"/>
          <p14:tracePt t="22460" x="3824288" y="1123950"/>
          <p14:tracePt t="22463" x="3838575" y="1123950"/>
          <p14:tracePt t="22467" x="3852863" y="1123950"/>
          <p14:tracePt t="22468" x="3865563" y="1123950"/>
          <p14:tracePt t="22473" x="3879850" y="1123950"/>
          <p14:tracePt t="22475" x="3894138" y="1123950"/>
          <p14:tracePt t="22480" x="3906838" y="1138238"/>
          <p14:tracePt t="22481" x="3921125" y="1138238"/>
          <p14:tracePt t="22487" x="3933825" y="1138238"/>
          <p14:tracePt t="22490" x="3948113" y="1138238"/>
          <p14:tracePt t="22497" x="3962400" y="1138238"/>
          <p14:tracePt t="22499" x="3975100" y="1138238"/>
          <p14:tracePt t="22504" x="3989388" y="1138238"/>
          <p14:tracePt t="22509" x="3989388" y="1152525"/>
          <p14:tracePt t="22511" x="4003675" y="1152525"/>
          <p14:tracePt t="22516" x="4016375" y="1152525"/>
          <p14:tracePt t="22518" x="4030663" y="1152525"/>
          <p14:tracePt t="22528" x="4044950" y="1152525"/>
          <p14:tracePt t="22539" x="4057650" y="1152525"/>
          <p14:tracePt t="22556" x="4071938" y="1152525"/>
          <p14:tracePt t="22566" x="4084638" y="1152525"/>
          <p14:tracePt t="22569" x="4098925" y="1152525"/>
          <p14:tracePt t="22578" x="4113213" y="1152525"/>
          <p14:tracePt t="22589" x="4125913" y="1152525"/>
          <p14:tracePt t="22596" x="4140200" y="1152525"/>
          <p14:tracePt t="22600" x="4154488" y="1152525"/>
          <p14:tracePt t="22612" x="4167188" y="1152525"/>
          <p14:tracePt t="22624" x="4181475" y="1152525"/>
          <p14:tracePt t="22654" x="4195763" y="1152525"/>
          <p14:tracePt t="22697" x="4208463" y="1152525"/>
          <p14:tracePt t="22718" x="4222750" y="1152525"/>
          <p14:tracePt t="22724" x="4235450" y="1152525"/>
          <p14:tracePt t="22730" x="4249738" y="1152525"/>
          <p14:tracePt t="22732" x="4264025" y="1152525"/>
          <p14:tracePt t="22733" x="4276725" y="1152525"/>
          <p14:tracePt t="22737" x="4291013" y="1152525"/>
          <p14:tracePt t="22740" x="4305300" y="1152525"/>
          <p14:tracePt t="22741" x="4318000" y="1152525"/>
          <p14:tracePt t="22744" x="4332288" y="1152525"/>
          <p14:tracePt t="22746" x="4346575" y="1138238"/>
          <p14:tracePt t="22748" x="4359275" y="1138238"/>
          <p14:tracePt t="22749" x="4373563" y="1138238"/>
          <p14:tracePt t="22751" x="4386263" y="1138238"/>
          <p14:tracePt t="22753" x="4400550" y="1138238"/>
          <p14:tracePt t="22755" x="4427538" y="1138238"/>
          <p14:tracePt t="22757" x="4441825" y="1138238"/>
          <p14:tracePt t="22759" x="4456113" y="1138238"/>
          <p14:tracePt t="22760" x="4468813" y="1138238"/>
          <p14:tracePt t="22761" x="4483100" y="1138238"/>
          <p14:tracePt t="22762" x="4497388" y="1138238"/>
          <p14:tracePt t="22764" x="4510088" y="1138238"/>
          <p14:tracePt t="22765" x="4524375" y="1138238"/>
          <p14:tracePt t="22768" x="4551363" y="1138238"/>
          <p14:tracePt t="22770" x="4565650" y="1138238"/>
          <p14:tracePt t="22772" x="4578350" y="1138238"/>
          <p14:tracePt t="22772" x="4592638" y="1138238"/>
          <p14:tracePt t="22774" x="4606925" y="1138238"/>
          <p14:tracePt t="22776" x="4633913" y="1138238"/>
          <p14:tracePt t="22778" x="4646613" y="1138238"/>
          <p14:tracePt t="22779" x="4675188" y="1138238"/>
          <p14:tracePt t="22781" x="4702175" y="1138238"/>
          <p14:tracePt t="22783" x="4716463" y="1138238"/>
          <p14:tracePt t="22786" x="4757738" y="1138238"/>
          <p14:tracePt t="22787" x="4770438" y="1138238"/>
          <p14:tracePt t="22788" x="4784725" y="1138238"/>
          <p14:tracePt t="22789" x="4797425" y="1138238"/>
          <p14:tracePt t="22791" x="4811713" y="1138238"/>
          <p14:tracePt t="22793" x="4838700" y="1138238"/>
          <p14:tracePt t="22795" x="4852988" y="1138238"/>
          <p14:tracePt t="22797" x="4867275" y="1138238"/>
          <p14:tracePt t="22799" x="4879975" y="1138238"/>
          <p14:tracePt t="22800" x="4894263" y="1138238"/>
          <p14:tracePt t="22802" x="4908550" y="1138238"/>
          <p14:tracePt t="22804" x="4921250" y="1138238"/>
          <p14:tracePt t="22807" x="4948238" y="1138238"/>
          <p14:tracePt t="22812" x="4962525" y="1138238"/>
          <p14:tracePt t="22815" x="4976813" y="1138238"/>
          <p14:tracePt t="22818" x="4989513" y="1138238"/>
          <p14:tracePt t="22820" x="5003800" y="1138238"/>
          <p14:tracePt t="22824" x="5018088" y="1138238"/>
          <p14:tracePt t="22827" x="5030788" y="1138238"/>
          <p14:tracePt t="22832" x="5045075" y="1138238"/>
          <p14:tracePt t="22834" x="5059363" y="1138238"/>
          <p14:tracePt t="22841" x="5072063" y="1138238"/>
          <p14:tracePt t="22853" x="5086350" y="1138238"/>
          <p14:tracePt t="22862" x="5099050" y="1138238"/>
          <p14:tracePt t="22864" x="5113338" y="1138238"/>
          <p14:tracePt t="22870" x="5127625" y="1138238"/>
          <p14:tracePt t="22873" x="5140325" y="1138238"/>
          <p14:tracePt t="22877" x="5154613" y="1138238"/>
          <p14:tracePt t="22878" x="5168900" y="1138238"/>
          <p14:tracePt t="22881" x="5181600" y="1138238"/>
          <p14:tracePt t="22884" x="5195888" y="1123950"/>
          <p14:tracePt t="22886" x="5210175" y="1123950"/>
          <p14:tracePt t="22887" x="5222875" y="1123950"/>
          <p14:tracePt t="22890" x="5237163" y="1123950"/>
          <p14:tracePt t="22892" x="5264150" y="1123950"/>
          <p14:tracePt t="22894" x="5278438" y="1111250"/>
          <p14:tracePt t="22895" x="5291138" y="1111250"/>
          <p14:tracePt t="22898" x="5305425" y="1111250"/>
          <p14:tracePt t="22899" x="5319713" y="1111250"/>
          <p14:tracePt t="22901" x="5332413" y="1111250"/>
          <p14:tracePt t="22902" x="5346700" y="1096963"/>
          <p14:tracePt t="22904" x="5360988" y="1096963"/>
          <p14:tracePt t="22907" x="5387975" y="1096963"/>
          <p14:tracePt t="22910" x="5400675" y="1096963"/>
          <p14:tracePt t="22912" x="5429250" y="1096963"/>
          <p14:tracePt t="22914" x="5441950" y="1096963"/>
          <p14:tracePt t="22916" x="5441950" y="1084263"/>
          <p14:tracePt t="22918" x="5456238" y="1084263"/>
          <p14:tracePt t="22919" x="5470525" y="1084263"/>
          <p14:tracePt t="22921" x="5483225" y="1084263"/>
          <p14:tracePt t="22922" x="5483225" y="1069975"/>
          <p14:tracePt t="22924" x="5511800" y="1069975"/>
          <p14:tracePt t="22926" x="5524500" y="1069975"/>
          <p14:tracePt t="22929" x="5538788" y="1069975"/>
          <p14:tracePt t="22930" x="5551488" y="1069975"/>
          <p14:tracePt t="22933" x="5565775" y="1069975"/>
          <p14:tracePt t="22936" x="5580063" y="1069975"/>
          <p14:tracePt t="22938" x="5592763" y="1069975"/>
          <p14:tracePt t="22940" x="5607050" y="1069975"/>
          <p14:tracePt t="22943" x="5621338" y="1069975"/>
          <p14:tracePt t="22946" x="5634038" y="1069975"/>
          <p14:tracePt t="22949" x="5648325" y="1069975"/>
          <p14:tracePt t="22951" x="5662613" y="1069975"/>
          <p14:tracePt t="22953" x="5675313" y="1069975"/>
          <p14:tracePt t="22959" x="5702300" y="1055688"/>
          <p14:tracePt t="22966" x="5716588" y="1055688"/>
          <p14:tracePt t="22970" x="5730875" y="1055688"/>
          <p14:tracePt t="22976" x="5743575" y="1055688"/>
          <p14:tracePt t="22984" x="5757863" y="1055688"/>
          <p14:tracePt t="22987" x="5772150" y="1055688"/>
          <p14:tracePt t="22995" x="5784850" y="1055688"/>
          <p14:tracePt t="23005" x="5799138" y="1055688"/>
          <p14:tracePt t="23017" x="5813425" y="1055688"/>
          <p14:tracePt t="23021" x="5826125" y="1055688"/>
          <p14:tracePt t="23028" x="5840413" y="1055688"/>
          <p14:tracePt t="23033" x="5853113" y="1055688"/>
          <p14:tracePt t="23038" x="5867400" y="1055688"/>
          <p14:tracePt t="23041" x="5881688" y="1055688"/>
          <p14:tracePt t="23044" x="5894388" y="1055688"/>
          <p14:tracePt t="23048" x="5908675" y="1055688"/>
          <p14:tracePt t="23053" x="5922963" y="1055688"/>
          <p14:tracePt t="23055" x="5935663" y="1055688"/>
          <p14:tracePt t="23061" x="5949950" y="1055688"/>
          <p14:tracePt t="23068" x="5964238" y="1055688"/>
          <p14:tracePt t="23161" x="5976938" y="1055688"/>
          <p14:tracePt t="23164" x="5991225" y="1055688"/>
          <p14:tracePt t="23179" x="6003925" y="1055688"/>
          <p14:tracePt t="23200" x="6018213" y="1055688"/>
          <p14:tracePt t="23376" x="6018213" y="1096963"/>
          <p14:tracePt t="23380" x="6018213" y="1111250"/>
          <p14:tracePt t="23382" x="6003925" y="1123950"/>
          <p14:tracePt t="23383" x="6003925" y="1138238"/>
          <p14:tracePt t="23384" x="5991225" y="1138238"/>
          <p14:tracePt t="23385" x="5991225" y="1152525"/>
          <p14:tracePt t="23387" x="5991225" y="1165225"/>
          <p14:tracePt t="23389" x="5976938" y="1179513"/>
          <p14:tracePt t="23391" x="5976938" y="1193800"/>
          <p14:tracePt t="23393" x="5964238" y="1206500"/>
          <p14:tracePt t="23394" x="5949950" y="1220788"/>
          <p14:tracePt t="23396" x="5949950" y="1235075"/>
          <p14:tracePt t="23398" x="5935663" y="1247775"/>
          <p14:tracePt t="23400" x="5922963" y="1276350"/>
          <p14:tracePt t="23402" x="5922963" y="1289050"/>
          <p14:tracePt t="23404" x="5922963" y="1303338"/>
          <p14:tracePt t="23405" x="5908675" y="1316038"/>
          <p14:tracePt t="23407" x="5908675" y="1330325"/>
          <p14:tracePt t="23409" x="5894388" y="1344613"/>
          <p14:tracePt t="23411" x="5894388" y="1357313"/>
          <p14:tracePt t="23412" x="5881688" y="1371600"/>
          <p14:tracePt t="23414" x="5881688" y="1398588"/>
          <p14:tracePt t="23417" x="5867400" y="1427163"/>
          <p14:tracePt t="23418" x="5867400" y="1439863"/>
          <p14:tracePt t="23421" x="5853113" y="1466850"/>
          <p14:tracePt t="23422" x="5826125" y="1481138"/>
          <p14:tracePt t="23424" x="5826125" y="1495425"/>
          <p14:tracePt t="23425" x="5826125" y="1508125"/>
          <p14:tracePt t="23427" x="5813425" y="1536700"/>
          <p14:tracePt t="23429" x="5799138" y="1549400"/>
          <p14:tracePt t="23430" x="5799138" y="1563688"/>
          <p14:tracePt t="23432" x="5784850" y="1577975"/>
          <p14:tracePt t="23433" x="5784850" y="1590675"/>
          <p14:tracePt t="23434" x="5772150" y="1604963"/>
          <p14:tracePt t="23436" x="5757863" y="1631950"/>
          <p14:tracePt t="23438" x="5757863" y="1646238"/>
          <p14:tracePt t="23439" x="5757863" y="1658938"/>
          <p14:tracePt t="23446" x="5716588" y="1741488"/>
          <p14:tracePt t="23447" x="5702300" y="1741488"/>
          <p14:tracePt t="23448" x="5702300" y="1770063"/>
          <p14:tracePt t="23449" x="5689600" y="1770063"/>
          <p14:tracePt t="23450" x="5689600" y="1782763"/>
          <p14:tracePt t="23451" x="5689600" y="1809750"/>
          <p14:tracePt t="23453" x="5675313" y="1809750"/>
          <p14:tracePt t="23454" x="5675313" y="1838325"/>
          <p14:tracePt t="23455" x="5662613" y="1838325"/>
          <p14:tracePt t="23456" x="5648325" y="1851025"/>
          <p14:tracePt t="23457" x="5648325" y="1865313"/>
          <p14:tracePt t="23458" x="5648325" y="1879600"/>
          <p14:tracePt t="23459" x="5648325" y="1892300"/>
          <p14:tracePt t="23460" x="5634038" y="1906588"/>
          <p14:tracePt t="23461" x="5634038" y="1920875"/>
          <p14:tracePt t="23462" x="5634038" y="1933575"/>
          <p14:tracePt t="23463" x="5634038" y="1947863"/>
          <p14:tracePt t="23464" x="5634038" y="1962150"/>
          <p14:tracePt t="23466" x="5607050" y="2001838"/>
          <p14:tracePt t="23467" x="5607050" y="2016125"/>
          <p14:tracePt t="23468" x="5592763" y="2030413"/>
          <p14:tracePt t="23470" x="5592763" y="2043113"/>
          <p14:tracePt t="23471" x="5592763" y="2071688"/>
          <p14:tracePt t="23473" x="5592763" y="2084388"/>
          <p14:tracePt t="23474" x="5592763" y="2098675"/>
          <p14:tracePt t="23475" x="5592763" y="2125663"/>
          <p14:tracePt t="23476" x="5565775" y="2139950"/>
          <p14:tracePt t="23478" x="5565775" y="2166938"/>
          <p14:tracePt t="23479" x="5565775" y="2181225"/>
          <p14:tracePt t="23481" x="5565775" y="2193925"/>
          <p14:tracePt t="23481" x="5565775" y="2208213"/>
          <p14:tracePt t="23482" x="5565775" y="2222500"/>
          <p14:tracePt t="23483" x="5565775" y="2235200"/>
          <p14:tracePt t="23484" x="5551488" y="2249488"/>
          <p14:tracePt t="23485" x="5551488" y="2263775"/>
          <p14:tracePt t="23487" x="5551488" y="2276475"/>
          <p14:tracePt t="23488" x="5551488" y="2305050"/>
          <p14:tracePt t="23489" x="5551488" y="2317750"/>
          <p14:tracePt t="23490" x="5551488" y="2332038"/>
          <p14:tracePt t="23491" x="5551488" y="2344738"/>
          <p14:tracePt t="23492" x="5551488" y="2359025"/>
          <p14:tracePt t="23493" x="5551488" y="2373313"/>
          <p14:tracePt t="23495" x="5551488" y="2386013"/>
          <p14:tracePt t="23496" x="5551488" y="2414588"/>
          <p14:tracePt t="23497" x="5551488" y="2427288"/>
          <p14:tracePt t="23498" x="5551488" y="2441575"/>
          <p14:tracePt t="23500" x="5551488" y="2455863"/>
          <p14:tracePt t="23502" x="5551488" y="2482850"/>
          <p14:tracePt t="23504" x="5551488" y="2524125"/>
          <p14:tracePt t="23506" x="5551488" y="2536825"/>
          <p14:tracePt t="23508" x="5551488" y="2551113"/>
          <p14:tracePt t="23509" x="5551488" y="2565400"/>
          <p14:tracePt t="23510" x="5551488" y="2592388"/>
          <p14:tracePt t="23512" x="5551488" y="2606675"/>
          <p14:tracePt t="23513" x="5551488" y="2619375"/>
          <p14:tracePt t="23515" x="5551488" y="2633663"/>
          <p14:tracePt t="23516" x="5551488" y="2660650"/>
          <p14:tracePt t="23519" x="5551488" y="2674938"/>
          <p14:tracePt t="23521" x="5551488" y="2701925"/>
          <p14:tracePt t="23523" x="5538788" y="2716213"/>
          <p14:tracePt t="23525" x="5538788" y="2728913"/>
          <p14:tracePt t="23526" x="5538788" y="2743200"/>
          <p14:tracePt t="23528" x="5538788" y="2757488"/>
          <p14:tracePt t="23530" x="5524500" y="2770188"/>
          <p14:tracePt t="23531" x="5524500" y="2784475"/>
          <p14:tracePt t="23533" x="5524500" y="2798763"/>
          <p14:tracePt t="23536" x="5511800" y="2811463"/>
          <p14:tracePt t="23537" x="5511800" y="2825750"/>
          <p14:tracePt t="23539" x="5511800" y="2838450"/>
          <p14:tracePt t="23541" x="5511800" y="2852738"/>
          <p14:tracePt t="23543" x="5497513" y="2867025"/>
          <p14:tracePt t="23544" x="5497513" y="2879725"/>
          <p14:tracePt t="23545" x="5483225" y="2879725"/>
          <p14:tracePt t="23546" x="5483225" y="2894013"/>
          <p14:tracePt t="23548" x="5483225" y="2908300"/>
          <p14:tracePt t="23550" x="5483225" y="2921000"/>
          <p14:tracePt t="23551" x="5470525" y="2935288"/>
          <p14:tracePt t="23553" x="5470525" y="2949575"/>
          <p14:tracePt t="23555" x="5470525" y="2962275"/>
          <p14:tracePt t="23558" x="5456238" y="2990850"/>
          <p14:tracePt t="23562" x="5441950" y="3003550"/>
          <p14:tracePt t="23564" x="5441950" y="3017838"/>
          <p14:tracePt t="23570" x="5441950" y="3030538"/>
          <p14:tracePt t="23573" x="5441950" y="3044825"/>
          <p14:tracePt t="23640" x="5429250" y="3044825"/>
          <p14:tracePt t="23645" x="5414963" y="3044825"/>
          <p14:tracePt t="23649" x="5400675" y="3044825"/>
          <p14:tracePt t="23651" x="5387975" y="3044825"/>
          <p14:tracePt t="23652" x="5373688" y="3044825"/>
          <p14:tracePt t="23654" x="5360988" y="3044825"/>
          <p14:tracePt t="23656" x="5346700" y="3044825"/>
          <p14:tracePt t="23658" x="5319713" y="3044825"/>
          <p14:tracePt t="23661" x="5305425" y="3044825"/>
          <p14:tracePt t="23662" x="5291138" y="3044825"/>
          <p14:tracePt t="23664" x="5278438" y="3044825"/>
          <p14:tracePt t="23665" x="5264150" y="3044825"/>
          <p14:tracePt t="23666" x="5249863" y="3044825"/>
          <p14:tracePt t="23668" x="5222875" y="3044825"/>
          <p14:tracePt t="23670" x="5210175" y="3044825"/>
          <p14:tracePt t="23672" x="5195888" y="3044825"/>
          <p14:tracePt t="23673" x="5181600" y="3044825"/>
          <p14:tracePt t="23675" x="5168900" y="3044825"/>
          <p14:tracePt t="23676" x="5140325" y="3044825"/>
          <p14:tracePt t="23678" x="5127625" y="3044825"/>
          <p14:tracePt t="23679" x="5113338" y="3044825"/>
          <p14:tracePt t="23681" x="5086350" y="3044825"/>
          <p14:tracePt t="23683" x="5072063" y="3044825"/>
          <p14:tracePt t="23684" x="5059363" y="3044825"/>
          <p14:tracePt t="23686" x="5030788" y="3030538"/>
          <p14:tracePt t="23687" x="5018088" y="3030538"/>
          <p14:tracePt t="23689" x="5003800" y="3030538"/>
          <p14:tracePt t="23690" x="4989513" y="3030538"/>
          <p14:tracePt t="23691" x="4976813" y="3030538"/>
          <p14:tracePt t="23693" x="4948238" y="3030538"/>
          <p14:tracePt t="23695" x="4935538" y="3030538"/>
          <p14:tracePt t="23696" x="4921250" y="3030538"/>
          <p14:tracePt t="23697" x="4908550" y="3030538"/>
          <p14:tracePt t="23698" x="4894263" y="3030538"/>
          <p14:tracePt t="23699" x="4879975" y="3030538"/>
          <p14:tracePt t="23701" x="4867275" y="3030538"/>
          <p14:tracePt t="23703" x="4838700" y="3030538"/>
          <p14:tracePt t="23705" x="4811713" y="3030538"/>
          <p14:tracePt t="23707" x="4797425" y="3030538"/>
          <p14:tracePt t="23708" x="4784725" y="3030538"/>
          <p14:tracePt t="23710" x="4770438" y="3030538"/>
          <p14:tracePt t="23711" x="4757738" y="3030538"/>
          <p14:tracePt t="23712" x="4743450" y="3030538"/>
          <p14:tracePt t="23716" x="4702175" y="3030538"/>
          <p14:tracePt t="23718" x="4687888" y="3030538"/>
          <p14:tracePt t="23720" x="4675188" y="3030538"/>
          <p14:tracePt t="23723" x="4646613" y="3030538"/>
          <p14:tracePt t="23724" x="4633913" y="3030538"/>
          <p14:tracePt t="23726" x="4606925" y="3030538"/>
          <p14:tracePt t="23728" x="4578350" y="3030538"/>
          <p14:tracePt t="23730" x="4565650" y="3030538"/>
          <p14:tracePt t="23732" x="4551363" y="3030538"/>
          <p14:tracePt t="23733" x="4537075" y="3030538"/>
          <p14:tracePt t="23735" x="4524375" y="3030538"/>
          <p14:tracePt t="23737" x="4510088" y="3030538"/>
          <p14:tracePt t="23739" x="4497388" y="3044825"/>
          <p14:tracePt t="23741" x="4483100" y="3044825"/>
          <p14:tracePt t="23744" x="4468813" y="3059113"/>
          <p14:tracePt t="23745" x="4456113" y="3059113"/>
          <p14:tracePt t="23746" x="4441825" y="3059113"/>
          <p14:tracePt t="23751" x="4427538" y="3071813"/>
          <p14:tracePt t="23752" x="4414838" y="3071813"/>
          <p14:tracePt t="23754" x="4400550" y="3071813"/>
          <p14:tracePt t="23756" x="4400550" y="3086100"/>
          <p14:tracePt t="23757" x="4386263" y="3086100"/>
          <p14:tracePt t="23759" x="4386263" y="3100388"/>
          <p14:tracePt t="23761" x="4373563" y="3100388"/>
          <p14:tracePt t="23762" x="4359275" y="3100388"/>
          <p14:tracePt t="23763" x="4359275" y="3113088"/>
          <p14:tracePt t="23765" x="4346575" y="3113088"/>
          <p14:tracePt t="23768" x="4332288" y="3127375"/>
          <p14:tracePt t="23770" x="4318000" y="3127375"/>
          <p14:tracePt t="23772" x="4305300" y="3141663"/>
          <p14:tracePt t="23774" x="4305300" y="3154363"/>
          <p14:tracePt t="23775" x="4291013" y="3154363"/>
          <p14:tracePt t="23778" x="4276725" y="3168650"/>
          <p14:tracePt t="23780" x="4264025" y="3168650"/>
          <p14:tracePt t="23781" x="4249738" y="3181350"/>
          <p14:tracePt t="23784" x="4235450" y="3209925"/>
          <p14:tracePt t="23786" x="4222750" y="3209925"/>
          <p14:tracePt t="23788" x="4208463" y="3222625"/>
          <p14:tracePt t="23790" x="4195763" y="3236913"/>
          <p14:tracePt t="23793" x="4195763" y="3251200"/>
          <p14:tracePt t="23794" x="4181475" y="3251200"/>
          <p14:tracePt t="23796" x="4167188" y="3263900"/>
          <p14:tracePt t="23797" x="4167188" y="3278188"/>
          <p14:tracePt t="23800" x="4167188" y="3292475"/>
          <p14:tracePt t="23802" x="4154488" y="3292475"/>
          <p14:tracePt t="23803" x="4154488" y="3305175"/>
          <p14:tracePt t="23807" x="4154488" y="3319463"/>
          <p14:tracePt t="23809" x="4154488" y="3333750"/>
          <p14:tracePt t="23813" x="4154488" y="3346450"/>
          <p14:tracePt t="23814" x="4140200" y="3346450"/>
          <p14:tracePt t="23816" x="4140200" y="3360738"/>
          <p14:tracePt t="23819" x="4140200" y="3373438"/>
          <p14:tracePt t="23821" x="4140200" y="3387725"/>
          <p14:tracePt t="23825" x="4140200" y="3402013"/>
          <p14:tracePt t="23828" x="4140200" y="3414713"/>
          <p14:tracePt t="23831" x="4140200" y="3429000"/>
          <p14:tracePt t="23833" x="4140200" y="3443288"/>
          <p14:tracePt t="23837" x="4140200" y="3455988"/>
          <p14:tracePt t="23841" x="4140200" y="3470275"/>
          <p14:tracePt t="23844" x="4140200" y="3484563"/>
          <p14:tracePt t="23845" x="4140200" y="3497263"/>
          <p14:tracePt t="23849" x="4140200" y="3511550"/>
          <p14:tracePt t="23851" x="4140200" y="3524250"/>
          <p14:tracePt t="23855" x="4154488" y="3538538"/>
          <p14:tracePt t="23857" x="4154488" y="3552825"/>
          <p14:tracePt t="23862" x="4154488" y="3565525"/>
          <p14:tracePt t="23863" x="4167188" y="3565525"/>
          <p14:tracePt t="23865" x="4167188" y="3579813"/>
          <p14:tracePt t="23867" x="4181475" y="3594100"/>
          <p14:tracePt t="23870" x="4195763" y="3606800"/>
          <p14:tracePt t="23875" x="4195763" y="3621088"/>
          <p14:tracePt t="23876" x="4208463" y="3621088"/>
          <p14:tracePt t="23879" x="4222750" y="3635375"/>
          <p14:tracePt t="23881" x="4235450" y="3635375"/>
          <p14:tracePt t="23883" x="4235450" y="3648075"/>
          <p14:tracePt t="23886" x="4249738" y="3648075"/>
          <p14:tracePt t="23888" x="4264025" y="3662363"/>
          <p14:tracePt t="23892" x="4276725" y="3676650"/>
          <p14:tracePt t="23894" x="4291013" y="3676650"/>
          <p14:tracePt t="23897" x="4305300" y="3676650"/>
          <p14:tracePt t="23898" x="4318000" y="3703638"/>
          <p14:tracePt t="23901" x="4346575" y="3703638"/>
          <p14:tracePt t="23904" x="4346575" y="3716338"/>
          <p14:tracePt t="23905" x="4359275" y="3716338"/>
          <p14:tracePt t="23907" x="4386263" y="3716338"/>
          <p14:tracePt t="23908" x="4400550" y="3730625"/>
          <p14:tracePt t="23910" x="4414838" y="3730625"/>
          <p14:tracePt t="23912" x="4427538" y="3744913"/>
          <p14:tracePt t="23913" x="4441825" y="3744913"/>
          <p14:tracePt t="23914" x="4456113" y="3744913"/>
          <p14:tracePt t="23916" x="4456113" y="3757613"/>
          <p14:tracePt t="23918" x="4468813" y="3757613"/>
          <p14:tracePt t="23918" x="4483100" y="3757613"/>
          <p14:tracePt t="23919" x="4497388" y="3757613"/>
          <p14:tracePt t="23921" x="4510088" y="3757613"/>
          <p14:tracePt t="23922" x="4510088" y="3771900"/>
          <p14:tracePt t="23923" x="4524375" y="3771900"/>
          <p14:tracePt t="23924" x="4537075" y="3771900"/>
          <p14:tracePt t="23925" x="4551363" y="3786188"/>
          <p14:tracePt t="23927" x="4565650" y="3786188"/>
          <p14:tracePt t="23928" x="4578350" y="3786188"/>
          <p14:tracePt t="23929" x="4592638" y="3786188"/>
          <p14:tracePt t="23931" x="4606925" y="3786188"/>
          <p14:tracePt t="23932" x="4619625" y="3786188"/>
          <p14:tracePt t="23933" x="4633913" y="3786188"/>
          <p14:tracePt t="23935" x="4646613" y="3786188"/>
          <p14:tracePt t="23936" x="4675188" y="3798888"/>
          <p14:tracePt t="23938" x="4687888" y="3798888"/>
          <p14:tracePt t="23940" x="4702175" y="3798888"/>
          <p14:tracePt t="23941" x="4729163" y="3798888"/>
          <p14:tracePt t="23943" x="4743450" y="3813175"/>
          <p14:tracePt t="23944" x="4757738" y="3813175"/>
          <p14:tracePt t="23947" x="4784725" y="3813175"/>
          <p14:tracePt t="23948" x="4797425" y="3813175"/>
          <p14:tracePt t="23949" x="4811713" y="3813175"/>
          <p14:tracePt t="23951" x="4826000" y="3813175"/>
          <p14:tracePt t="23953" x="4838700" y="3813175"/>
          <p14:tracePt t="23955" x="4852988" y="3813175"/>
          <p14:tracePt t="23956" x="4867275" y="3813175"/>
          <p14:tracePt t="23959" x="4894263" y="3813175"/>
          <p14:tracePt t="23960" x="4908550" y="3813175"/>
          <p14:tracePt t="23963" x="4921250" y="3813175"/>
          <p14:tracePt t="23964" x="4935538" y="3813175"/>
          <p14:tracePt t="23966" x="4948238" y="3813175"/>
          <p14:tracePt t="23968" x="4962525" y="3813175"/>
          <p14:tracePt t="23970" x="4976813" y="3813175"/>
          <p14:tracePt t="23974" x="4989513" y="3813175"/>
          <p14:tracePt t="23976" x="5003800" y="3813175"/>
          <p14:tracePt t="23979" x="5018088" y="3813175"/>
          <p14:tracePt t="23983" x="5030788" y="3798888"/>
          <p14:tracePt t="23987" x="5045075" y="3798888"/>
          <p14:tracePt t="23993" x="5059363" y="3798888"/>
          <p14:tracePt t="23997" x="5059363" y="3786188"/>
          <p14:tracePt t="24001" x="5072063" y="3786188"/>
          <p14:tracePt t="24007" x="5086350" y="3771900"/>
          <p14:tracePt t="24012" x="5099050" y="3771900"/>
          <p14:tracePt t="24014" x="5113338" y="3757613"/>
          <p14:tracePt t="24016" x="5113338" y="3744913"/>
          <p14:tracePt t="24018" x="5127625" y="3744913"/>
          <p14:tracePt t="24023" x="5140325" y="3730625"/>
          <p14:tracePt t="24024" x="5140325" y="3716338"/>
          <p14:tracePt t="24025" x="5154613" y="3716338"/>
          <p14:tracePt t="24027" x="5168900" y="3703638"/>
          <p14:tracePt t="24030" x="5181600" y="3689350"/>
          <p14:tracePt t="24032" x="5181600" y="3676650"/>
          <p14:tracePt t="24033" x="5195888" y="3676650"/>
          <p14:tracePt t="24034" x="5195888" y="3662363"/>
          <p14:tracePt t="24037" x="5210175" y="3648075"/>
          <p14:tracePt t="24039" x="5222875" y="3635375"/>
          <p14:tracePt t="24041" x="5237163" y="3621088"/>
          <p14:tracePt t="24042" x="5249863" y="3621088"/>
          <p14:tracePt t="24043" x="5249863" y="3606800"/>
          <p14:tracePt t="24045" x="5278438" y="3594100"/>
          <p14:tracePt t="24046" x="5278438" y="3579813"/>
          <p14:tracePt t="24048" x="5291138" y="3552825"/>
          <p14:tracePt t="24050" x="5305425" y="3552825"/>
          <p14:tracePt t="24051" x="5305425" y="3538538"/>
          <p14:tracePt t="24051" x="5319713" y="3524250"/>
          <p14:tracePt t="24053" x="5319713" y="3511550"/>
          <p14:tracePt t="24054" x="5332413" y="3511550"/>
          <p14:tracePt t="24055" x="5346700" y="3484563"/>
          <p14:tracePt t="24057" x="5360988" y="3470275"/>
          <p14:tracePt t="24059" x="5373688" y="3455988"/>
          <p14:tracePt t="24060" x="5373688" y="3443288"/>
          <p14:tracePt t="24061" x="5387975" y="3443288"/>
          <p14:tracePt t="24062" x="5387975" y="3429000"/>
          <p14:tracePt t="24063" x="5400675" y="3414713"/>
          <p14:tracePt t="24065" x="5400675" y="3402013"/>
          <p14:tracePt t="24066" x="5414963" y="3402013"/>
          <p14:tracePt t="24067" x="5414963" y="3387725"/>
          <p14:tracePt t="24068" x="5429250" y="3387725"/>
          <p14:tracePt t="24069" x="5429250" y="3373438"/>
          <p14:tracePt t="24071" x="5441950" y="3360738"/>
          <p14:tracePt t="24072" x="5441950" y="3346450"/>
          <p14:tracePt t="24074" x="5441950" y="3333750"/>
          <p14:tracePt t="24077" x="5456238" y="3319463"/>
          <p14:tracePt t="24078" x="5456238" y="3305175"/>
          <p14:tracePt t="24080" x="5456238" y="3292475"/>
          <p14:tracePt t="24084" x="5456238" y="3278188"/>
          <p14:tracePt t="24086" x="5456238" y="3263900"/>
          <p14:tracePt t="24091" x="5456238" y="3251200"/>
          <p14:tracePt t="24094" x="5456238" y="3236913"/>
          <p14:tracePt t="24096" x="5456238" y="3222625"/>
          <p14:tracePt t="24102" x="5456238" y="3209925"/>
          <p14:tracePt t="24108" x="5456238" y="3195638"/>
          <p14:tracePt t="24151" x="5456238" y="3181350"/>
          <p14:tracePt t="24463" x="5441950" y="3181350"/>
          <p14:tracePt t="24466" x="5441950" y="3168650"/>
          <p14:tracePt t="24468" x="5429250" y="3141663"/>
          <p14:tracePt t="24470" x="5429250" y="3127375"/>
          <p14:tracePt t="24473" x="5429250" y="3113088"/>
          <p14:tracePt t="24474" x="5414963" y="3100388"/>
          <p14:tracePt t="24476" x="5414963" y="3071813"/>
          <p14:tracePt t="24478" x="5414963" y="3059113"/>
          <p14:tracePt t="24480" x="5414963" y="3030538"/>
          <p14:tracePt t="24482" x="5414963" y="3017838"/>
          <p14:tracePt t="24484" x="5414963" y="3003550"/>
          <p14:tracePt t="24485" x="5414963" y="2990850"/>
          <p14:tracePt t="24487" x="5414963" y="2976563"/>
          <p14:tracePt t="24487" x="5414963" y="2962275"/>
          <p14:tracePt t="24488" x="5414963" y="2949575"/>
          <p14:tracePt t="24490" x="5414963" y="2921000"/>
          <p14:tracePt t="24491" x="5414963" y="2908300"/>
          <p14:tracePt t="24492" x="5414963" y="2894013"/>
          <p14:tracePt t="24493" x="5414963" y="2879725"/>
          <p14:tracePt t="24494" x="5414963" y="2867025"/>
          <p14:tracePt t="24495" x="5414963" y="2852738"/>
          <p14:tracePt t="24496" x="5414963" y="2838450"/>
          <p14:tracePt t="24497" x="5414963" y="2825750"/>
          <p14:tracePt t="24499" x="5414963" y="2784475"/>
          <p14:tracePt t="24501" x="5414963" y="2757488"/>
          <p14:tracePt t="24503" x="5414963" y="2728913"/>
          <p14:tracePt t="24504" x="5414963" y="2701925"/>
          <p14:tracePt t="24506" x="5414963" y="2660650"/>
          <p14:tracePt t="24508" x="5414963" y="2633663"/>
          <p14:tracePt t="24509" x="5414963" y="2619375"/>
          <p14:tracePt t="24510" x="5414963" y="2606675"/>
          <p14:tracePt t="24511" x="5414963" y="2578100"/>
          <p14:tracePt t="24512" x="5414963" y="2565400"/>
          <p14:tracePt t="24513" x="5414963" y="2551113"/>
          <p14:tracePt t="24514" x="5414963" y="2536825"/>
          <p14:tracePt t="24515" x="5414963" y="2509838"/>
          <p14:tracePt t="24516" x="5414963" y="2495550"/>
          <p14:tracePt t="24517" x="5414963" y="2482850"/>
          <p14:tracePt t="24518" x="5414963" y="2455863"/>
          <p14:tracePt t="24519" x="5414963" y="2441575"/>
          <p14:tracePt t="24520" x="5414963" y="2414588"/>
          <p14:tracePt t="24521" x="5414963" y="2400300"/>
          <p14:tracePt t="24522" x="5414963" y="2386013"/>
          <p14:tracePt t="24524" x="5414963" y="2359025"/>
          <p14:tracePt t="24526" x="5387975" y="2344738"/>
          <p14:tracePt t="24527" x="5387975" y="2317750"/>
          <p14:tracePt t="24528" x="5373688" y="2305050"/>
          <p14:tracePt t="24529" x="5373688" y="2290763"/>
          <p14:tracePt t="24530" x="5346700" y="2263775"/>
          <p14:tracePt t="24532" x="5346700" y="2249488"/>
          <p14:tracePt t="24533" x="5332413" y="2235200"/>
          <p14:tracePt t="24534" x="5332413" y="2208213"/>
          <p14:tracePt t="24535" x="5319713" y="2193925"/>
          <p14:tracePt t="24536" x="5305425" y="2181225"/>
          <p14:tracePt t="24537" x="5291138" y="2166938"/>
          <p14:tracePt t="24538" x="5278438" y="2152650"/>
          <p14:tracePt t="24539" x="5278438" y="2139950"/>
          <p14:tracePt t="24540" x="5264150" y="2125663"/>
          <p14:tracePt t="24541" x="5249863" y="2112963"/>
          <p14:tracePt t="24542" x="5237163" y="2098675"/>
          <p14:tracePt t="24543" x="5222875" y="2071688"/>
          <p14:tracePt t="24544" x="5195888" y="2071688"/>
          <p14:tracePt t="24545" x="5195888" y="2043113"/>
          <p14:tracePt t="24546" x="5181600" y="2043113"/>
          <p14:tracePt t="24547" x="5168900" y="2030413"/>
          <p14:tracePt t="24548" x="5140325" y="2016125"/>
          <p14:tracePt t="24549" x="5127625" y="1989138"/>
          <p14:tracePt t="24551" x="5086350" y="1974850"/>
          <p14:tracePt t="24552" x="5072063" y="1962150"/>
          <p14:tracePt t="24553" x="5059363" y="1962150"/>
          <p14:tracePt t="24554" x="5030788" y="1933575"/>
          <p14:tracePt t="24556" x="5018088" y="1920875"/>
          <p14:tracePt t="24557" x="4989513" y="1906588"/>
          <p14:tracePt t="24558" x="4976813" y="1906588"/>
          <p14:tracePt t="24559" x="4948238" y="1879600"/>
          <p14:tracePt t="24560" x="4935538" y="1865313"/>
          <p14:tracePt t="24561" x="4908550" y="1851025"/>
          <p14:tracePt t="24562" x="4894263" y="1851025"/>
          <p14:tracePt t="24563" x="4879975" y="1838325"/>
          <p14:tracePt t="24564" x="4852988" y="1824038"/>
          <p14:tracePt t="24566" x="4826000" y="1797050"/>
          <p14:tracePt t="24567" x="4811713" y="1797050"/>
          <p14:tracePt t="24568" x="4797425" y="1782763"/>
          <p14:tracePt t="24569" x="4784725" y="1770063"/>
          <p14:tracePt t="24570" x="4770438" y="1770063"/>
          <p14:tracePt t="24571" x="4743450" y="1755775"/>
          <p14:tracePt t="24573" x="4729163" y="1741488"/>
          <p14:tracePt t="24574" x="4702175" y="1728788"/>
          <p14:tracePt t="24576" x="4675188" y="1700213"/>
          <p14:tracePt t="24578" x="4660900" y="1687513"/>
          <p14:tracePt t="24580" x="4633913" y="1673225"/>
          <p14:tracePt t="24581" x="4633913" y="1658938"/>
          <p14:tracePt t="24582" x="4619625" y="1658938"/>
          <p14:tracePt t="24584" x="4606925" y="1631950"/>
          <p14:tracePt t="24585" x="4592638" y="1631950"/>
          <p14:tracePt t="24587" x="4578350" y="1619250"/>
          <p14:tracePt t="24589" x="4565650" y="1619250"/>
          <p14:tracePt t="24590" x="4565650" y="1604963"/>
          <p14:tracePt t="24591" x="4551363" y="1590675"/>
          <p14:tracePt t="24594" x="4537075" y="1590675"/>
          <p14:tracePt t="24595" x="4524375" y="1577975"/>
          <p14:tracePt t="24598" x="4510088" y="1563688"/>
          <p14:tracePt t="24602" x="4497388" y="1549400"/>
          <p14:tracePt t="24604" x="4497388" y="1536700"/>
          <p14:tracePt t="24606" x="4468813" y="1536700"/>
          <p14:tracePt t="24608" x="4468813" y="1522413"/>
          <p14:tracePt t="24610" x="4441825" y="1522413"/>
          <p14:tracePt t="24613" x="4441825" y="1508125"/>
          <p14:tracePt t="24615" x="4427538" y="1508125"/>
          <p14:tracePt t="24616" x="4427538" y="1495425"/>
          <p14:tracePt t="24619" x="4414838" y="1495425"/>
          <p14:tracePt t="24619" x="4414838" y="1481138"/>
          <p14:tracePt t="24622" x="4400550" y="1481138"/>
          <p14:tracePt t="24624" x="4386263" y="1466850"/>
          <p14:tracePt t="24629" x="4373563" y="1466850"/>
          <p14:tracePt t="24631" x="4373563" y="1454150"/>
          <p14:tracePt t="24633" x="4359275" y="1454150"/>
          <p14:tracePt t="24640" x="4346575" y="1454150"/>
          <p14:tracePt t="24641" x="4346575" y="1439863"/>
          <p14:tracePt t="24647" x="4332288" y="1427163"/>
          <p14:tracePt t="24650" x="4318000" y="1427163"/>
          <p14:tracePt t="24656" x="4305300" y="1427163"/>
          <p14:tracePt t="24658" x="4305300" y="1412875"/>
          <p14:tracePt t="24660" x="4291013" y="1412875"/>
          <p14:tracePt t="24664" x="4276725" y="1412875"/>
          <p14:tracePt t="24666" x="4264025" y="1398588"/>
          <p14:tracePt t="24669" x="4235450" y="1385888"/>
          <p14:tracePt t="24672" x="4222750" y="1385888"/>
          <p14:tracePt t="24674" x="4222750" y="1371600"/>
          <p14:tracePt t="24675" x="4208463" y="1371600"/>
          <p14:tracePt t="24677" x="4195763" y="1371600"/>
          <p14:tracePt t="24679" x="4181475" y="1357313"/>
          <p14:tracePt t="24680" x="4167188" y="1357313"/>
          <p14:tracePt t="24681" x="4167188" y="1344613"/>
          <p14:tracePt t="24683" x="4140200" y="1344613"/>
          <p14:tracePt t="24685" x="4140200" y="1330325"/>
          <p14:tracePt t="24686" x="4125913" y="1330325"/>
          <p14:tracePt t="24689" x="4098925" y="1330325"/>
          <p14:tracePt t="24690" x="4098925" y="1316038"/>
          <p14:tracePt t="24691" x="4084638" y="1316038"/>
          <p14:tracePt t="24694" x="4071938" y="1316038"/>
          <p14:tracePt t="24696" x="4057650" y="1289050"/>
          <p14:tracePt t="24698" x="4044950" y="1289050"/>
          <p14:tracePt t="24700" x="4016375" y="1276350"/>
          <p14:tracePt t="24703" x="4003675" y="1276350"/>
          <p14:tracePt t="24704" x="4003675" y="1262063"/>
          <p14:tracePt t="24705" x="3989388" y="1262063"/>
          <p14:tracePt t="24707" x="3975100" y="1247775"/>
          <p14:tracePt t="24709" x="3962400" y="1247775"/>
          <p14:tracePt t="24711" x="3948113" y="1235075"/>
          <p14:tracePt t="24713" x="3933825" y="1235075"/>
          <p14:tracePt t="24714" x="3921125" y="1235075"/>
          <p14:tracePt t="24716" x="3906838" y="1220788"/>
          <p14:tracePt t="24719" x="3894138" y="1220788"/>
          <p14:tracePt t="24720" x="3894138" y="1206500"/>
          <p14:tracePt t="24721" x="3879850" y="1193800"/>
          <p14:tracePt t="24723" x="3865563" y="1193800"/>
          <p14:tracePt t="24726" x="3852863" y="1193800"/>
          <p14:tracePt t="24727" x="3852863" y="1179513"/>
          <p14:tracePt t="24729" x="3824288" y="1179513"/>
          <p14:tracePt t="24733" x="3811588" y="1165225"/>
          <p14:tracePt t="24737" x="3797300" y="1165225"/>
          <p14:tracePt t="24739" x="3783013" y="1165225"/>
          <p14:tracePt t="24741" x="3770313" y="1165225"/>
          <p14:tracePt t="24742" x="3770313" y="1152525"/>
          <p14:tracePt t="24744" x="3756025" y="1152525"/>
          <p14:tracePt t="24747" x="3756025" y="1138238"/>
          <p14:tracePt t="24751" x="3743325" y="1138238"/>
          <p14:tracePt t="24754" x="3729038" y="1138238"/>
          <p14:tracePt t="24759" x="3714750" y="1138238"/>
          <p14:tracePt t="24765" x="3702050" y="1138238"/>
          <p14:tracePt t="24768" x="3687763" y="1138238"/>
          <p14:tracePt t="24770" x="3673475" y="1138238"/>
          <p14:tracePt t="24772" x="3660775" y="1138238"/>
          <p14:tracePt t="24774" x="3646488" y="1123950"/>
          <p14:tracePt t="24777" x="3632200" y="1123950"/>
          <p14:tracePt t="24779" x="3619500" y="1123950"/>
          <p14:tracePt t="24783" x="3605213" y="1123950"/>
          <p14:tracePt t="24787" x="3592513" y="1111250"/>
          <p14:tracePt t="24788" x="3578225" y="1111250"/>
          <p14:tracePt t="24791" x="3563938" y="1111250"/>
          <p14:tracePt t="24794" x="3551238" y="1111250"/>
          <p14:tracePt t="24797" x="3536950" y="1096963"/>
          <p14:tracePt t="24799" x="3522663" y="1096963"/>
          <p14:tracePt t="24802" x="3509963" y="1084263"/>
          <p14:tracePt t="24805" x="3495675" y="1084263"/>
          <p14:tracePt t="24809" x="3481388" y="1084263"/>
          <p14:tracePt t="24811" x="3481388" y="1069975"/>
          <p14:tracePt t="24812" x="3468688" y="1069975"/>
          <p14:tracePt t="24815" x="3454400" y="1069975"/>
          <p14:tracePt t="24819" x="3441700" y="1069975"/>
          <p14:tracePt t="24823" x="3427413" y="1069975"/>
          <p14:tracePt t="24824" x="3413125" y="1069975"/>
          <p14:tracePt t="24827" x="3413125" y="1055688"/>
          <p14:tracePt t="24837" x="3400425" y="1055688"/>
          <p14:tracePt t="24934" x="3386138" y="1055688"/>
          <p14:tracePt t="24941" x="3371850" y="1055688"/>
          <p14:tracePt t="24946" x="3359150" y="1055688"/>
          <p14:tracePt t="24948" x="3359150" y="1042988"/>
          <p14:tracePt t="25029" x="3344863" y="1042988"/>
          <p14:tracePt t="25051" x="3330575" y="1042988"/>
          <p14:tracePt t="25076" x="3317875" y="1042988"/>
          <p14:tracePt t="25266" x="3330575" y="1042988"/>
          <p14:tracePt t="25275" x="3344863" y="1042988"/>
          <p14:tracePt t="25285" x="3359150" y="1042988"/>
          <p14:tracePt t="25288" x="3371850" y="1042988"/>
          <p14:tracePt t="25299" x="3386138" y="1042988"/>
          <p14:tracePt t="25310" x="3400425" y="1055688"/>
          <p14:tracePt t="25318" x="3413125" y="1055688"/>
          <p14:tracePt t="25321" x="3427413" y="1055688"/>
          <p14:tracePt t="25327" x="3441700" y="1055688"/>
          <p14:tracePt t="25332" x="3454400" y="1055688"/>
          <p14:tracePt t="25335" x="3468688" y="1055688"/>
          <p14:tracePt t="25339" x="3481388" y="1055688"/>
          <p14:tracePt t="25343" x="3495675" y="1055688"/>
          <p14:tracePt t="25346" x="3509963" y="1055688"/>
          <p14:tracePt t="25349" x="3522663" y="1055688"/>
          <p14:tracePt t="25351" x="3536950" y="1055688"/>
          <p14:tracePt t="25354" x="3551238" y="1069975"/>
          <p14:tracePt t="25356" x="3563938" y="1069975"/>
          <p14:tracePt t="25358" x="3578225" y="1069975"/>
          <p14:tracePt t="25360" x="3592513" y="1069975"/>
          <p14:tracePt t="25362" x="3605213" y="1069975"/>
          <p14:tracePt t="25363" x="3619500" y="1069975"/>
          <p14:tracePt t="25365" x="3632200" y="1069975"/>
          <p14:tracePt t="25367" x="3646488" y="1069975"/>
          <p14:tracePt t="25369" x="3660775" y="1069975"/>
          <p14:tracePt t="25370" x="3673475" y="1069975"/>
          <p14:tracePt t="25371" x="3687763" y="1069975"/>
          <p14:tracePt t="25373" x="3702050" y="1069975"/>
          <p14:tracePt t="25374" x="3714750" y="1069975"/>
          <p14:tracePt t="25376" x="3729038" y="1069975"/>
          <p14:tracePt t="25377" x="3743325" y="1069975"/>
          <p14:tracePt t="25379" x="3756025" y="1069975"/>
          <p14:tracePt t="25381" x="3783013" y="1069975"/>
          <p14:tracePt t="25383" x="3797300" y="1069975"/>
          <p14:tracePt t="25385" x="3811588" y="1069975"/>
          <p14:tracePt t="25387" x="3824288" y="1069975"/>
          <p14:tracePt t="25388" x="3838575" y="1069975"/>
          <p14:tracePt t="25391" x="3865563" y="1069975"/>
          <p14:tracePt t="25393" x="3879850" y="1069975"/>
          <p14:tracePt t="25395" x="3906838" y="1069975"/>
          <p14:tracePt t="25398" x="3921125" y="1069975"/>
          <p14:tracePt t="25400" x="3933825" y="1069975"/>
          <p14:tracePt t="25401" x="3948113" y="1069975"/>
          <p14:tracePt t="25404" x="3962400" y="1069975"/>
          <p14:tracePt t="25405" x="3975100" y="1069975"/>
          <p14:tracePt t="25407" x="3989388" y="1069975"/>
          <p14:tracePt t="25408" x="4003675" y="1069975"/>
          <p14:tracePt t="25410" x="4016375" y="1069975"/>
          <p14:tracePt t="25412" x="4030663" y="1069975"/>
          <p14:tracePt t="25414" x="4044950" y="1069975"/>
          <p14:tracePt t="25416" x="4057650" y="1069975"/>
          <p14:tracePt t="25418" x="4071938" y="1069975"/>
          <p14:tracePt t="25420" x="4084638" y="1069975"/>
          <p14:tracePt t="25421" x="4098925" y="1069975"/>
          <p14:tracePt t="25424" x="4113213" y="1069975"/>
          <p14:tracePt t="25426" x="4140200" y="1069975"/>
          <p14:tracePt t="25429" x="4154488" y="1069975"/>
          <p14:tracePt t="25431" x="4167188" y="1069975"/>
          <p14:tracePt t="25432" x="4181475" y="1069975"/>
          <p14:tracePt t="25435" x="4195763" y="1069975"/>
          <p14:tracePt t="25437" x="4222750" y="1069975"/>
          <p14:tracePt t="25440" x="4235450" y="1069975"/>
          <p14:tracePt t="25441" x="4249738" y="1069975"/>
          <p14:tracePt t="25443" x="4264025" y="1069975"/>
          <p14:tracePt t="25445" x="4276725" y="1069975"/>
          <p14:tracePt t="25447" x="4291013" y="1069975"/>
          <p14:tracePt t="25453" x="4318000" y="1069975"/>
          <p14:tracePt t="25453" x="4346575" y="1069975"/>
          <p14:tracePt t="25455" x="4359275" y="1069975"/>
          <p14:tracePt t="25457" x="4373563" y="1069975"/>
          <p14:tracePt t="25459" x="4386263" y="1069975"/>
          <p14:tracePt t="25460" x="4400550" y="1069975"/>
          <p14:tracePt t="25462" x="4414838" y="1069975"/>
          <p14:tracePt t="25464" x="4441825" y="1069975"/>
          <p14:tracePt t="25466" x="4456113" y="1069975"/>
          <p14:tracePt t="25468" x="4483100" y="1069975"/>
          <p14:tracePt t="25470" x="4497388" y="1069975"/>
          <p14:tracePt t="25473" x="4524375" y="1069975"/>
          <p14:tracePt t="25474" x="4537075" y="1069975"/>
          <p14:tracePt t="25476" x="4565650" y="1069975"/>
          <p14:tracePt t="25478" x="4606925" y="1069975"/>
          <p14:tracePt t="25481" x="4619625" y="1069975"/>
          <p14:tracePt t="25482" x="4633913" y="1069975"/>
          <p14:tracePt t="25483" x="4646613" y="1069975"/>
          <p14:tracePt t="25484" x="4660900" y="1069975"/>
          <p14:tracePt t="25487" x="4702175" y="1069975"/>
          <p14:tracePt t="25488" x="4716463" y="1069975"/>
          <p14:tracePt t="25489" x="4729163" y="1069975"/>
          <p14:tracePt t="25490" x="4743450" y="1069975"/>
          <p14:tracePt t="25492" x="4770438" y="1069975"/>
          <p14:tracePt t="25494" x="4797425" y="1069975"/>
          <p14:tracePt t="25495" x="4811713" y="1069975"/>
          <p14:tracePt t="25496" x="4826000" y="1069975"/>
          <p14:tracePt t="25497" x="4838700" y="1069975"/>
          <p14:tracePt t="25498" x="4852988" y="1069975"/>
          <p14:tracePt t="25499" x="4867275" y="1069975"/>
          <p14:tracePt t="25501" x="4894263" y="1069975"/>
          <p14:tracePt t="25502" x="4908550" y="1069975"/>
          <p14:tracePt t="25503" x="4921250" y="1084263"/>
          <p14:tracePt t="25504" x="4935538" y="1084263"/>
          <p14:tracePt t="25505" x="4962525" y="1084263"/>
          <p14:tracePt t="25506" x="4976813" y="1084263"/>
          <p14:tracePt t="25508" x="4989513" y="1084263"/>
          <p14:tracePt t="25509" x="5003800" y="1084263"/>
          <p14:tracePt t="25510" x="5018088" y="1084263"/>
          <p14:tracePt t="25511" x="5030788" y="1096963"/>
          <p14:tracePt t="25512" x="5045075" y="1096963"/>
          <p14:tracePt t="25513" x="5072063" y="1096963"/>
          <p14:tracePt t="25515" x="5086350" y="1096963"/>
          <p14:tracePt t="25517" x="5113338" y="1096963"/>
          <p14:tracePt t="25518" x="5127625" y="1096963"/>
          <p14:tracePt t="25519" x="5140325" y="1096963"/>
          <p14:tracePt t="25520" x="5154613" y="1096963"/>
          <p14:tracePt t="25522" x="5181600" y="1096963"/>
          <p14:tracePt t="25524" x="5210175" y="1096963"/>
          <p14:tracePt t="25526" x="5222875" y="1096963"/>
          <p14:tracePt t="25527" x="5237163" y="1096963"/>
          <p14:tracePt t="25529" x="5249863" y="1096963"/>
          <p14:tracePt t="25529" x="5264150" y="1096963"/>
          <p14:tracePt t="25530" x="5278438" y="1096963"/>
          <p14:tracePt t="25532" x="5291138" y="1096963"/>
          <p14:tracePt t="25533" x="5305425" y="1096963"/>
          <p14:tracePt t="25534" x="5319713" y="1111250"/>
          <p14:tracePt t="25535" x="5332413" y="1111250"/>
          <p14:tracePt t="25536" x="5346700" y="1111250"/>
          <p14:tracePt t="25537" x="5360988" y="1111250"/>
          <p14:tracePt t="25539" x="5373688" y="1111250"/>
          <p14:tracePt t="25540" x="5400675" y="1111250"/>
          <p14:tracePt t="25542" x="5414963" y="1111250"/>
          <p14:tracePt t="25543" x="5429250" y="1111250"/>
          <p14:tracePt t="25545" x="5456238" y="1111250"/>
          <p14:tracePt t="25546" x="5470525" y="1111250"/>
          <p14:tracePt t="25547" x="5483225" y="1111250"/>
          <p14:tracePt t="25550" x="5511800" y="1111250"/>
          <p14:tracePt t="25551" x="5538788" y="1111250"/>
          <p14:tracePt t="25553" x="5551488" y="1111250"/>
          <p14:tracePt t="25554" x="5565775" y="1111250"/>
          <p14:tracePt t="25555" x="5580063" y="1111250"/>
          <p14:tracePt t="25557" x="5607050" y="1111250"/>
          <p14:tracePt t="25559" x="5621338" y="1111250"/>
          <p14:tracePt t="25561" x="5634038" y="1111250"/>
          <p14:tracePt t="25562" x="5648325" y="1111250"/>
          <p14:tracePt t="25563" x="5662613" y="1111250"/>
          <p14:tracePt t="25565" x="5675313" y="1111250"/>
          <p14:tracePt t="25567" x="5689600" y="1111250"/>
          <p14:tracePt t="25569" x="5716588" y="1111250"/>
          <p14:tracePt t="25571" x="5730875" y="1111250"/>
          <p14:tracePt t="25572" x="5743575" y="1111250"/>
          <p14:tracePt t="25574" x="5757863" y="1111250"/>
          <p14:tracePt t="25577" x="5772150" y="1111250"/>
          <p14:tracePt t="25579" x="5784850" y="1111250"/>
          <p14:tracePt t="25580" x="5799138" y="1111250"/>
          <p14:tracePt t="25584" x="5813425" y="1111250"/>
          <p14:tracePt t="25587" x="5826125" y="1111250"/>
          <p14:tracePt t="25591" x="5840413" y="1111250"/>
          <p14:tracePt t="25593" x="5853113" y="1111250"/>
          <p14:tracePt t="25595" x="5853113" y="1096963"/>
          <p14:tracePt t="25598" x="5867400" y="1096963"/>
          <p14:tracePt t="25602" x="5881688" y="1096963"/>
          <p14:tracePt t="25623" x="5894388" y="1096963"/>
          <p14:tracePt t="25916" x="5881688" y="1096963"/>
          <p14:tracePt t="25917" x="5867400" y="1096963"/>
          <p14:tracePt t="25918" x="5853113" y="1096963"/>
          <p14:tracePt t="25920" x="5826125" y="1096963"/>
          <p14:tracePt t="25922" x="5799138" y="1096963"/>
          <p14:tracePt t="25923" x="5784850" y="1096963"/>
          <p14:tracePt t="25924" x="5757863" y="1096963"/>
          <p14:tracePt t="25925" x="5743575" y="1096963"/>
          <p14:tracePt t="25926" x="5730875" y="1096963"/>
          <p14:tracePt t="25927" x="5716588" y="1096963"/>
          <p14:tracePt t="25929" x="5702300" y="1096963"/>
          <p14:tracePt t="25930" x="5662613" y="1096963"/>
          <p14:tracePt t="25931" x="5634038" y="1096963"/>
          <p14:tracePt t="25932" x="5607050" y="1096963"/>
          <p14:tracePt t="25933" x="5580063" y="1096963"/>
          <p14:tracePt t="25934" x="5565775" y="1096963"/>
          <p14:tracePt t="25935" x="5551488" y="1096963"/>
          <p14:tracePt t="25937" x="5524500" y="1096963"/>
          <p14:tracePt t="25939" x="5497513" y="1096963"/>
          <p14:tracePt t="25940" x="5456238" y="1096963"/>
          <p14:tracePt t="25941" x="5429250" y="1096963"/>
          <p14:tracePt t="25942" x="5387975" y="1096963"/>
          <p14:tracePt t="25943" x="5360988" y="1096963"/>
          <p14:tracePt t="25944" x="5332413" y="1096963"/>
          <p14:tracePt t="25945" x="5264150" y="1111250"/>
          <p14:tracePt t="25947" x="5210175" y="1123950"/>
          <p14:tracePt t="25948" x="5168900" y="1123950"/>
          <p14:tracePt t="25950" x="5127625" y="1123950"/>
          <p14:tracePt t="25951" x="5086350" y="1123950"/>
          <p14:tracePt t="25952" x="5045075" y="1123950"/>
          <p14:tracePt t="25953" x="5018088" y="1123950"/>
          <p14:tracePt t="25955" x="4976813" y="1123950"/>
          <p14:tracePt t="25957" x="4935538" y="1123950"/>
          <p14:tracePt t="25959" x="4894263" y="1123950"/>
          <p14:tracePt t="25960" x="4867275" y="1123950"/>
          <p14:tracePt t="25961" x="4826000" y="1138238"/>
          <p14:tracePt t="25963" x="4784725" y="1138238"/>
          <p14:tracePt t="25964" x="4743450" y="1138238"/>
          <p14:tracePt t="25966" x="4702175" y="1152525"/>
          <p14:tracePt t="25967" x="4660900" y="1152525"/>
          <p14:tracePt t="25969" x="4619625" y="1165225"/>
          <p14:tracePt t="25971" x="4578350" y="1165225"/>
          <p14:tracePt t="25973" x="4537075" y="1165225"/>
          <p14:tracePt t="25975" x="4497388" y="1165225"/>
          <p14:tracePt t="25976" x="4468813" y="1165225"/>
          <p14:tracePt t="25978" x="4427538" y="1179513"/>
          <p14:tracePt t="25980" x="4359275" y="1179513"/>
          <p14:tracePt t="25981" x="4332288" y="1179513"/>
          <p14:tracePt t="25982" x="4305300" y="1179513"/>
          <p14:tracePt t="25983" x="4264025" y="1179513"/>
          <p14:tracePt t="25984" x="4235450" y="1179513"/>
          <p14:tracePt t="25985" x="4208463" y="1179513"/>
          <p14:tracePt t="25987" x="4154488" y="1179513"/>
          <p14:tracePt t="25988" x="4125913" y="1179513"/>
          <p14:tracePt t="25989" x="4113213" y="1179513"/>
          <p14:tracePt t="25990" x="4084638" y="1179513"/>
          <p14:tracePt t="25991" x="4057650" y="1179513"/>
          <p14:tracePt t="25992" x="4044950" y="1179513"/>
          <p14:tracePt t="25993" x="4030663" y="1179513"/>
          <p14:tracePt t="25994" x="4003675" y="1179513"/>
          <p14:tracePt t="25995" x="3975100" y="1179513"/>
          <p14:tracePt t="25997" x="3962400" y="1179513"/>
          <p14:tracePt t="25999" x="3933825" y="1179513"/>
          <p14:tracePt t="26000" x="3921125" y="1179513"/>
          <p14:tracePt t="26001" x="3906838" y="1179513"/>
          <p14:tracePt t="26002" x="3879850" y="1179513"/>
          <p14:tracePt t="26003" x="3865563" y="1179513"/>
          <p14:tracePt t="26005" x="3852863" y="1179513"/>
          <p14:tracePt t="26006" x="3838575" y="1179513"/>
          <p14:tracePt t="26008" x="3824288" y="1179513"/>
          <p14:tracePt t="26010" x="3797300" y="1179513"/>
          <p14:tracePt t="26012" x="3783013" y="1179513"/>
          <p14:tracePt t="26014" x="3770313" y="1179513"/>
          <p14:tracePt t="26016" x="3756025" y="1179513"/>
          <p14:tracePt t="26022" x="3743325" y="1179513"/>
          <p14:tracePt t="26161" x="3729038" y="1179513"/>
          <p14:tracePt t="26184" x="3714750" y="1179513"/>
          <p14:tracePt t="26186" x="3702050" y="1179513"/>
          <p14:tracePt t="26189" x="3687763" y="1179513"/>
          <p14:tracePt t="26191" x="3673475" y="1179513"/>
          <p14:tracePt t="26194" x="3660775" y="1179513"/>
          <p14:tracePt t="26197" x="3646488" y="1179513"/>
          <p14:tracePt t="26199" x="3632200" y="1179513"/>
          <p14:tracePt t="26203" x="3605213" y="1179513"/>
          <p14:tracePt t="26204" x="3592513" y="1179513"/>
          <p14:tracePt t="26207" x="3578225" y="1179513"/>
          <p14:tracePt t="26209" x="3563938" y="1179513"/>
          <p14:tracePt t="26211" x="3551238" y="1179513"/>
          <p14:tracePt t="26215" x="3536950" y="1179513"/>
          <p14:tracePt t="26216" x="3522663" y="1179513"/>
          <p14:tracePt t="26217" x="3509963" y="1179513"/>
          <p14:tracePt t="26220" x="3495675" y="1179513"/>
          <p14:tracePt t="26221" x="3481388" y="1179513"/>
          <p14:tracePt t="26224" x="3454400" y="1179513"/>
          <p14:tracePt t="26226" x="3441700" y="1165225"/>
          <p14:tracePt t="26228" x="3427413" y="1152525"/>
          <p14:tracePt t="26230" x="3413125" y="1152525"/>
          <p14:tracePt t="26233" x="3400425" y="1152525"/>
          <p14:tracePt t="26234" x="3386138" y="1152525"/>
          <p14:tracePt t="26237" x="3371850" y="1152525"/>
          <p14:tracePt t="26240" x="3359150" y="1152525"/>
          <p14:tracePt t="26242" x="3359150" y="1138238"/>
          <p14:tracePt t="26244" x="3344863" y="1138238"/>
          <p14:tracePt t="26246" x="3330575" y="1138238"/>
          <p14:tracePt t="26249" x="3317875" y="1138238"/>
          <p14:tracePt t="26253" x="3303588" y="1138238"/>
          <p14:tracePt t="26258" x="3290888" y="1138238"/>
          <p14:tracePt t="26259" x="3276600" y="1123950"/>
          <p14:tracePt t="26263" x="3262313" y="1123950"/>
          <p14:tracePt t="26266" x="3249613" y="1111250"/>
          <p14:tracePt t="26272" x="3235325" y="1111250"/>
          <p14:tracePt t="26275" x="3221038" y="1111250"/>
          <p14:tracePt t="26280" x="3208338" y="1111250"/>
          <p14:tracePt t="26287" x="3194050" y="1111250"/>
          <p14:tracePt t="26383" x="3208338" y="1111250"/>
          <p14:tracePt t="26384" x="3221038" y="1123950"/>
          <p14:tracePt t="26386" x="3235325" y="1138238"/>
          <p14:tracePt t="26387" x="3249613" y="1138238"/>
          <p14:tracePt t="26388" x="3262313" y="1152525"/>
          <p14:tracePt t="26389" x="3262313" y="1165225"/>
          <p14:tracePt t="26390" x="3276600" y="1165225"/>
          <p14:tracePt t="26391" x="3290888" y="1179513"/>
          <p14:tracePt t="26392" x="3303588" y="1179513"/>
          <p14:tracePt t="26393" x="3317875" y="1193800"/>
          <p14:tracePt t="26395" x="3344863" y="1206500"/>
          <p14:tracePt t="26396" x="3359150" y="1206500"/>
          <p14:tracePt t="26397" x="3386138" y="1235075"/>
          <p14:tracePt t="26399" x="3413125" y="1247775"/>
          <p14:tracePt t="26401" x="3441700" y="1276350"/>
          <p14:tracePt t="26402" x="3454400" y="1276350"/>
          <p14:tracePt t="26404" x="3481388" y="1303338"/>
          <p14:tracePt t="26405" x="3509963" y="1303338"/>
          <p14:tracePt t="26406" x="3509963" y="1316038"/>
          <p14:tracePt t="26407" x="3522663" y="1330325"/>
          <p14:tracePt t="26408" x="3536950" y="1344613"/>
          <p14:tracePt t="26409" x="3563938" y="1357313"/>
          <p14:tracePt t="26410" x="3578225" y="1357313"/>
          <p14:tracePt t="26411" x="3592513" y="1371600"/>
          <p14:tracePt t="26412" x="3619500" y="1371600"/>
          <p14:tracePt t="26413" x="3619500" y="1385888"/>
          <p14:tracePt t="26414" x="3632200" y="1398588"/>
          <p14:tracePt t="26416" x="3660775" y="1398588"/>
          <p14:tracePt t="26418" x="3687763" y="1427163"/>
          <p14:tracePt t="26419" x="3714750" y="1454150"/>
          <p14:tracePt t="26420" x="3756025" y="1481138"/>
          <p14:tracePt t="26421" x="3770313" y="1495425"/>
          <p14:tracePt t="26422" x="3797300" y="1522413"/>
          <p14:tracePt t="26424" x="3824288" y="1536700"/>
          <p14:tracePt t="26425" x="3852863" y="1549400"/>
          <p14:tracePt t="26426" x="3879850" y="1577975"/>
          <p14:tracePt t="26427" x="3906838" y="1590675"/>
          <p14:tracePt t="26428" x="3921125" y="1619250"/>
          <p14:tracePt t="26429" x="3948113" y="1631950"/>
          <p14:tracePt t="26430" x="3962400" y="1646238"/>
          <p14:tracePt t="26431" x="3975100" y="1646238"/>
          <p14:tracePt t="26432" x="3989388" y="1658938"/>
          <p14:tracePt t="26433" x="4030663" y="1687513"/>
          <p14:tracePt t="26434" x="4044950" y="1700213"/>
          <p14:tracePt t="26439" x="4140200" y="1782763"/>
          <p14:tracePt t="26440" x="4167188" y="1797050"/>
          <p14:tracePt t="26441" x="4181475" y="1824038"/>
          <p14:tracePt t="26442" x="4208463" y="1838325"/>
          <p14:tracePt t="26443" x="4235450" y="1879600"/>
          <p14:tracePt t="26444" x="4264025" y="1892300"/>
          <p14:tracePt t="26445" x="4276725" y="1906588"/>
          <p14:tracePt t="26446" x="4305300" y="1920875"/>
          <p14:tracePt t="26447" x="4318000" y="1933575"/>
          <p14:tracePt t="26448" x="4346575" y="1974850"/>
          <p14:tracePt t="26450" x="4386263" y="2001838"/>
          <p14:tracePt t="26451" x="4414838" y="2016125"/>
          <p14:tracePt t="26453" x="4441825" y="2057400"/>
          <p14:tracePt t="26454" x="4468813" y="2071688"/>
          <p14:tracePt t="26455" x="4483100" y="2084388"/>
          <p14:tracePt t="26456" x="4497388" y="2084388"/>
          <p14:tracePt t="26457" x="4510088" y="2098675"/>
          <p14:tracePt t="26458" x="4524375" y="2112963"/>
          <p14:tracePt t="26459" x="4551363" y="2125663"/>
          <p14:tracePt t="26460" x="4565650" y="2152650"/>
          <p14:tracePt t="26462" x="4592638" y="2181225"/>
          <p14:tracePt t="26463" x="4619625" y="2193925"/>
          <p14:tracePt t="26464" x="4633913" y="2222500"/>
          <p14:tracePt t="26465" x="4660900" y="2235200"/>
          <p14:tracePt t="26466" x="4675188" y="2263775"/>
          <p14:tracePt t="26467" x="4702175" y="2276475"/>
          <p14:tracePt t="26468" x="4702175" y="2290763"/>
          <p14:tracePt t="26469" x="4716463" y="2290763"/>
          <p14:tracePt t="26470" x="4729163" y="2317750"/>
          <p14:tracePt t="26471" x="4743450" y="2317750"/>
          <p14:tracePt t="26472" x="4743450" y="2332038"/>
          <p14:tracePt t="26473" x="4770438" y="2344738"/>
          <p14:tracePt t="26474" x="4770438" y="2359025"/>
          <p14:tracePt t="26475" x="4784725" y="2359025"/>
          <p14:tracePt t="26476" x="4784725" y="2386013"/>
          <p14:tracePt t="26478" x="4811713" y="2400300"/>
          <p14:tracePt t="26480" x="4826000" y="2427288"/>
          <p14:tracePt t="26482" x="4838700" y="2441575"/>
          <p14:tracePt t="26483" x="4838700" y="2455863"/>
          <p14:tracePt t="26488" x="4852988" y="2482850"/>
          <p14:tracePt t="26491" x="4867275" y="2495550"/>
          <p14:tracePt t="26495" x="4867275" y="2509838"/>
          <p14:tracePt t="26502" x="4879975" y="2524125"/>
          <p14:tracePt t="26509" x="4879975" y="2536825"/>
          <p14:tracePt t="26524" x="4879975" y="2551113"/>
          <p14:tracePt t="26532" x="4879975" y="2565400"/>
          <p14:tracePt t="26538" x="4867275" y="2578100"/>
          <p14:tracePt t="26545" x="4867275" y="2592388"/>
          <p14:tracePt t="26546" x="4867275" y="2606675"/>
          <p14:tracePt t="26549" x="4867275" y="2619375"/>
          <p14:tracePt t="26552" x="4852988" y="2619375"/>
          <p14:tracePt t="26553" x="4852988" y="2633663"/>
          <p14:tracePt t="26555" x="4852988" y="2647950"/>
          <p14:tracePt t="26559" x="4852988" y="2660650"/>
          <p14:tracePt t="26561" x="4852988" y="2674938"/>
          <p14:tracePt t="26565" x="4852988" y="2687638"/>
          <p14:tracePt t="26567" x="4852988" y="2701925"/>
          <p14:tracePt t="26569" x="4852988" y="2716213"/>
          <p14:tracePt t="26572" x="4852988" y="2728913"/>
          <p14:tracePt t="26575" x="4852988" y="2743200"/>
          <p14:tracePt t="26577" x="4852988" y="2757488"/>
          <p14:tracePt t="26580" x="4852988" y="2770188"/>
          <p14:tracePt t="26584" x="4852988" y="2784475"/>
          <p14:tracePt t="26588" x="4852988" y="2798763"/>
          <p14:tracePt t="26589" x="4852988" y="2811463"/>
          <p14:tracePt t="26593" x="4852988" y="2825750"/>
          <p14:tracePt t="26598" x="4867275" y="2838450"/>
          <p14:tracePt t="26606" x="4867275" y="2852738"/>
          <p14:tracePt t="26608" x="4879975" y="2852738"/>
          <p14:tracePt t="26655" x="4879975" y="2867025"/>
          <p14:tracePt t="26664" x="4879975" y="2879725"/>
          <p14:tracePt t="26671" x="4894263" y="2894013"/>
          <p14:tracePt t="26676" x="4894263" y="2908300"/>
          <p14:tracePt t="26682" x="4894263" y="2921000"/>
          <p14:tracePt t="26697" x="4894263" y="2935288"/>
          <p14:tracePt t="26722" x="4894263" y="2949575"/>
          <p14:tracePt t="26739" x="4894263" y="2962275"/>
          <p14:tracePt t="26746" x="4879975" y="2976563"/>
          <p14:tracePt t="26749" x="4867275" y="2990850"/>
          <p14:tracePt t="26752" x="4852988" y="2990850"/>
          <p14:tracePt t="26756" x="4838700" y="2990850"/>
          <p14:tracePt t="26758" x="4826000" y="3003550"/>
          <p14:tracePt t="26762" x="4811713" y="3003550"/>
          <p14:tracePt t="26764" x="4797425" y="3003550"/>
          <p14:tracePt t="26768" x="4784725" y="3017838"/>
          <p14:tracePt t="26770" x="4770438" y="3017838"/>
          <p14:tracePt t="26772" x="4770438" y="3030538"/>
          <p14:tracePt t="26773" x="4757738" y="3030538"/>
          <p14:tracePt t="26776" x="4743450" y="3030538"/>
          <p14:tracePt t="26779" x="4729163" y="3030538"/>
          <p14:tracePt t="26781" x="4716463" y="3044825"/>
          <p14:tracePt t="26783" x="4702175" y="3044825"/>
          <p14:tracePt t="26785" x="4687888" y="3044825"/>
          <p14:tracePt t="26787" x="4675188" y="3044825"/>
          <p14:tracePt t="26789" x="4660900" y="3044825"/>
          <p14:tracePt t="26792" x="4646613" y="3044825"/>
          <p14:tracePt t="26793" x="4646613" y="3059113"/>
          <p14:tracePt t="26795" x="4633913" y="3059113"/>
          <p14:tracePt t="26797" x="4619625" y="3059113"/>
          <p14:tracePt t="26800" x="4606925" y="3059113"/>
          <p14:tracePt t="26803" x="4592638" y="3059113"/>
          <p14:tracePt t="26806" x="4578350" y="3059113"/>
          <p14:tracePt t="26810" x="4565650" y="3071813"/>
          <p14:tracePt t="26815" x="4551363" y="3071813"/>
          <p14:tracePt t="26820" x="4551363" y="3086100"/>
          <p14:tracePt t="26822" x="4537075" y="3086100"/>
          <p14:tracePt t="26823" x="4524375" y="3086100"/>
          <p14:tracePt t="26829" x="4510088" y="3086100"/>
          <p14:tracePt t="26834" x="4497388" y="3100388"/>
          <p14:tracePt t="26838" x="4483100" y="3100388"/>
          <p14:tracePt t="26842" x="4468813" y="3100388"/>
          <p14:tracePt t="26847" x="4468813" y="3113088"/>
          <p14:tracePt t="26849" x="4456113" y="3113088"/>
          <p14:tracePt t="26852" x="4441825" y="3113088"/>
          <p14:tracePt t="26855" x="4441825" y="3127375"/>
          <p14:tracePt t="26858" x="4441825" y="3141663"/>
          <p14:tracePt t="26859" x="4427538" y="3141663"/>
          <p14:tracePt t="26860" x="4414838" y="3141663"/>
          <p14:tracePt t="26862" x="4414838" y="3154363"/>
          <p14:tracePt t="26867" x="4400550" y="3168650"/>
          <p14:tracePt t="26870" x="4386263" y="3168650"/>
          <p14:tracePt t="26872" x="4386263" y="3181350"/>
          <p14:tracePt t="26874" x="4386263" y="3195638"/>
          <p14:tracePt t="26877" x="4373563" y="3195638"/>
          <p14:tracePt t="26879" x="4373563" y="3209925"/>
          <p14:tracePt t="26881" x="4359275" y="3209925"/>
          <p14:tracePt t="26883" x="4359275" y="3222625"/>
          <p14:tracePt t="26889" x="4359275" y="3236913"/>
          <p14:tracePt t="26890" x="4359275" y="3251200"/>
          <p14:tracePt t="26891" x="4346575" y="3251200"/>
          <p14:tracePt t="26893" x="4346575" y="3263900"/>
          <p14:tracePt t="26896" x="4346575" y="3278188"/>
          <p14:tracePt t="26899" x="4346575" y="3292475"/>
          <p14:tracePt t="26900" x="4346575" y="3305175"/>
          <p14:tracePt t="26904" x="4346575" y="3319463"/>
          <p14:tracePt t="26907" x="4346575" y="3333750"/>
          <p14:tracePt t="26909" x="4346575" y="3346450"/>
          <p14:tracePt t="26910" x="4346575" y="3360738"/>
          <p14:tracePt t="26913" x="4346575" y="3373438"/>
          <p14:tracePt t="26916" x="4346575" y="3387725"/>
          <p14:tracePt t="26919" x="4346575" y="3402013"/>
          <p14:tracePt t="26920" x="4346575" y="3414713"/>
          <p14:tracePt t="26924" x="4346575" y="3429000"/>
          <p14:tracePt t="26925" x="4346575" y="3443288"/>
          <p14:tracePt t="26927" x="4346575" y="3455988"/>
          <p14:tracePt t="26928" x="4346575" y="3470275"/>
          <p14:tracePt t="26930" x="4346575" y="3484563"/>
          <p14:tracePt t="26932" x="4359275" y="3497263"/>
          <p14:tracePt t="26934" x="4359275" y="3511550"/>
          <p14:tracePt t="26935" x="4373563" y="3511550"/>
          <p14:tracePt t="26937" x="4386263" y="3538538"/>
          <p14:tracePt t="26940" x="4386263" y="3552825"/>
          <p14:tracePt t="26941" x="4400550" y="3552825"/>
          <p14:tracePt t="26942" x="4400550" y="3565525"/>
          <p14:tracePt t="26944" x="4414838" y="3579813"/>
          <p14:tracePt t="26946" x="4414838" y="3594100"/>
          <p14:tracePt t="26947" x="4427538" y="3594100"/>
          <p14:tracePt t="26948" x="4427538" y="3606800"/>
          <p14:tracePt t="26951" x="4456113" y="3635375"/>
          <p14:tracePt t="26954" x="4456113" y="3648075"/>
          <p14:tracePt t="26955" x="4468813" y="3662363"/>
          <p14:tracePt t="26956" x="4483100" y="3662363"/>
          <p14:tracePt t="26958" x="4483100" y="3676650"/>
          <p14:tracePt t="26960" x="4497388" y="3676650"/>
          <p14:tracePt t="26961" x="4510088" y="3689350"/>
          <p14:tracePt t="26963" x="4510088" y="3703638"/>
          <p14:tracePt t="26964" x="4524375" y="3703638"/>
          <p14:tracePt t="26966" x="4537075" y="3716338"/>
          <p14:tracePt t="26968" x="4551363" y="3730625"/>
          <p14:tracePt t="26971" x="4565650" y="3744913"/>
          <p14:tracePt t="26973" x="4578350" y="3744913"/>
          <p14:tracePt t="26974" x="4578350" y="3757613"/>
          <p14:tracePt t="26975" x="4592638" y="3757613"/>
          <p14:tracePt t="26977" x="4592638" y="3771900"/>
          <p14:tracePt t="26978" x="4606925" y="3786188"/>
          <p14:tracePt t="26981" x="4619625" y="3786188"/>
          <p14:tracePt t="26982" x="4619625" y="3798888"/>
          <p14:tracePt t="26984" x="4633913" y="3798888"/>
          <p14:tracePt t="26985" x="4646613" y="3798888"/>
          <p14:tracePt t="26987" x="4646613" y="3813175"/>
          <p14:tracePt t="26988" x="4660900" y="3813175"/>
          <p14:tracePt t="26991" x="4675188" y="3813175"/>
          <p14:tracePt t="26992" x="4675188" y="3827463"/>
          <p14:tracePt t="26995" x="4687888" y="3840163"/>
          <p14:tracePt t="26997" x="4702175" y="3840163"/>
          <p14:tracePt t="27002" x="4716463" y="3854450"/>
          <p14:tracePt t="27006" x="4729163" y="3854450"/>
          <p14:tracePt t="27010" x="4743450" y="3854450"/>
          <p14:tracePt t="27011" x="4757738" y="3854450"/>
          <p14:tracePt t="27013" x="4757738" y="3867150"/>
          <p14:tracePt t="27016" x="4770438" y="3867150"/>
          <p14:tracePt t="27019" x="4784725" y="3867150"/>
          <p14:tracePt t="27022" x="4797425" y="3867150"/>
          <p14:tracePt t="27025" x="4811713" y="3867150"/>
          <p14:tracePt t="27027" x="4826000" y="3867150"/>
          <p14:tracePt t="27030" x="4838700" y="3867150"/>
          <p14:tracePt t="27032" x="4852988" y="3867150"/>
          <p14:tracePt t="27035" x="4879975" y="3867150"/>
          <p14:tracePt t="27039" x="4894263" y="3867150"/>
          <p14:tracePt t="27041" x="4908550" y="3867150"/>
          <p14:tracePt t="27043" x="4921250" y="3867150"/>
          <p14:tracePt t="27045" x="4935538" y="3867150"/>
          <p14:tracePt t="27047" x="4948238" y="3867150"/>
          <p14:tracePt t="27048" x="4962525" y="3867150"/>
          <p14:tracePt t="27051" x="4976813" y="3867150"/>
          <p14:tracePt t="27054" x="4989513" y="3867150"/>
          <p14:tracePt t="27057" x="5003800" y="3867150"/>
          <p14:tracePt t="27058" x="5018088" y="3867150"/>
          <p14:tracePt t="27062" x="5030788" y="3854450"/>
          <p14:tracePt t="27064" x="5045075" y="3854450"/>
          <p14:tracePt t="27068" x="5059363" y="3840163"/>
          <p14:tracePt t="27070" x="5072063" y="3840163"/>
          <p14:tracePt t="27072" x="5086350" y="3827463"/>
          <p14:tracePt t="27077" x="5099050" y="3813175"/>
          <p14:tracePt t="27080" x="5113338" y="3813175"/>
          <p14:tracePt t="27081" x="5127625" y="3798888"/>
          <p14:tracePt t="27086" x="5140325" y="3786188"/>
          <p14:tracePt t="27089" x="5140325" y="3771900"/>
          <p14:tracePt t="27092" x="5154613" y="3757613"/>
          <p14:tracePt t="27095" x="5168900" y="3744913"/>
          <p14:tracePt t="27098" x="5181600" y="3744913"/>
          <p14:tracePt t="27099" x="5181600" y="3730625"/>
          <p14:tracePt t="27101" x="5181600" y="3716338"/>
          <p14:tracePt t="27102" x="5195888" y="3716338"/>
          <p14:tracePt t="27104" x="5195888" y="3703638"/>
          <p14:tracePt t="27106" x="5210175" y="3689350"/>
          <p14:tracePt t="27109" x="5210175" y="3676650"/>
          <p14:tracePt t="27112" x="5222875" y="3662363"/>
          <p14:tracePt t="27114" x="5222875" y="3648075"/>
          <p14:tracePt t="27117" x="5222875" y="3635375"/>
          <p14:tracePt t="27119" x="5237163" y="3635375"/>
          <p14:tracePt t="27120" x="5237163" y="3621088"/>
          <p14:tracePt t="27123" x="5237163" y="3606800"/>
          <p14:tracePt t="27125" x="5249863" y="3594100"/>
          <p14:tracePt t="27127" x="5249863" y="3579813"/>
          <p14:tracePt t="27130" x="5249863" y="3565525"/>
          <p14:tracePt t="27133" x="5264150" y="3552825"/>
          <p14:tracePt t="27134" x="5264150" y="3538538"/>
          <p14:tracePt t="27137" x="5264150" y="3524250"/>
          <p14:tracePt t="27139" x="5264150" y="3497263"/>
          <p14:tracePt t="27143" x="5278438" y="3484563"/>
          <p14:tracePt t="27145" x="5278438" y="3455988"/>
          <p14:tracePt t="27148" x="5278438" y="3429000"/>
          <p14:tracePt t="27150" x="5278438" y="3414713"/>
          <p14:tracePt t="27151" x="5291138" y="3414713"/>
          <p14:tracePt t="27152" x="5291138" y="3402013"/>
          <p14:tracePt t="27154" x="5291138" y="3387725"/>
          <p14:tracePt t="27156" x="5291138" y="3373438"/>
          <p14:tracePt t="27158" x="5291138" y="3346450"/>
          <p14:tracePt t="27161" x="5291138" y="3333750"/>
          <p14:tracePt t="27163" x="5291138" y="3319463"/>
          <p14:tracePt t="27165" x="5291138" y="3305175"/>
          <p14:tracePt t="27167" x="5291138" y="3292475"/>
          <p14:tracePt t="27169" x="5291138" y="3263900"/>
          <p14:tracePt t="27172" x="5291138" y="3251200"/>
          <p14:tracePt t="27174" x="5291138" y="3236913"/>
          <p14:tracePt t="27176" x="5291138" y="3222625"/>
          <p14:tracePt t="27178" x="5291138" y="3209925"/>
          <p14:tracePt t="27181" x="5291138" y="3195638"/>
          <p14:tracePt t="27183" x="5291138" y="3181350"/>
          <p14:tracePt t="27186" x="5291138" y="3168650"/>
          <p14:tracePt t="27190" x="5291138" y="3154363"/>
          <p14:tracePt t="27191" x="5291138" y="3141663"/>
          <p14:tracePt t="27195" x="5291138" y="3127375"/>
          <p14:tracePt t="27202" x="5291138" y="3113088"/>
          <p14:tracePt t="27214" x="5291138" y="3100388"/>
          <p14:tracePt t="27218" x="5278438" y="3100388"/>
          <p14:tracePt t="27227" x="5278438" y="3086100"/>
          <p14:tracePt t="27239" x="5264150" y="3086100"/>
          <p14:tracePt t="27251" x="5249863" y="3086100"/>
          <p14:tracePt t="27256" x="5237163" y="3071813"/>
          <p14:tracePt t="27258" x="5222875" y="3071813"/>
          <p14:tracePt t="27261" x="5210175" y="3071813"/>
          <p14:tracePt t="27263" x="5195888" y="3071813"/>
          <p14:tracePt t="27266" x="5181600" y="3071813"/>
          <p14:tracePt t="27267" x="5168900" y="3071813"/>
          <p14:tracePt t="27269" x="5154613" y="3059113"/>
          <p14:tracePt t="27272" x="5127625" y="3059113"/>
          <p14:tracePt t="27274" x="5113338" y="3059113"/>
          <p14:tracePt t="27276" x="5086350" y="3059113"/>
          <p14:tracePt t="27279" x="5072063" y="3059113"/>
          <p14:tracePt t="27280" x="5045075" y="3059113"/>
          <p14:tracePt t="27282" x="5030788" y="3059113"/>
          <p14:tracePt t="27283" x="5018088" y="3059113"/>
          <p14:tracePt t="27284" x="5003800" y="3044825"/>
          <p14:tracePt t="27286" x="4989513" y="3044825"/>
          <p14:tracePt t="27287" x="4962525" y="3044825"/>
          <p14:tracePt t="27289" x="4935538" y="3044825"/>
          <p14:tracePt t="27291" x="4921250" y="3044825"/>
          <p14:tracePt t="27293" x="4908550" y="3044825"/>
          <p14:tracePt t="27294" x="4879975" y="3044825"/>
          <p14:tracePt t="27295" x="4867275" y="3044825"/>
          <p14:tracePt t="27296" x="4852988" y="3044825"/>
          <p14:tracePt t="27297" x="4838700" y="3044825"/>
          <p14:tracePt t="27298" x="4838700" y="3030538"/>
          <p14:tracePt t="27299" x="4826000" y="3030538"/>
          <p14:tracePt t="27300" x="4811713" y="3030538"/>
          <p14:tracePt t="27301" x="4797425" y="3030538"/>
          <p14:tracePt t="27302" x="4784725" y="3030538"/>
          <p14:tracePt t="27304" x="4757738" y="3030538"/>
          <p14:tracePt t="27307" x="4729163" y="3030538"/>
          <p14:tracePt t="27309" x="4716463" y="3030538"/>
          <p14:tracePt t="27310" x="4702175" y="3030538"/>
          <p14:tracePt t="27312" x="4687888" y="3030538"/>
          <p14:tracePt t="27314" x="4675188" y="3030538"/>
          <p14:tracePt t="27315" x="4660900" y="3030538"/>
          <p14:tracePt t="27317" x="4646613" y="3030538"/>
          <p14:tracePt t="27319" x="4633913" y="3030538"/>
          <p14:tracePt t="27321" x="4619625" y="3030538"/>
          <p14:tracePt t="27323" x="4606925" y="3030538"/>
          <p14:tracePt t="27327" x="4592638" y="3030538"/>
          <p14:tracePt t="27334" x="4578350" y="3030538"/>
          <p14:tracePt t="27622" x="4592638" y="3003550"/>
          <p14:tracePt t="27623" x="4592638" y="2990850"/>
          <p14:tracePt t="27625" x="4619625" y="2976563"/>
          <p14:tracePt t="27627" x="4633913" y="2962275"/>
          <p14:tracePt t="27628" x="4646613" y="2962275"/>
          <p14:tracePt t="27629" x="4646613" y="2949575"/>
          <p14:tracePt t="27630" x="4660900" y="2949575"/>
          <p14:tracePt t="27631" x="4675188" y="2935288"/>
          <p14:tracePt t="27632" x="4687888" y="2921000"/>
          <p14:tracePt t="27633" x="4702175" y="2921000"/>
          <p14:tracePt t="27634" x="4702175" y="2908300"/>
          <p14:tracePt t="27635" x="4743450" y="2894013"/>
          <p14:tracePt t="27637" x="4757738" y="2867025"/>
          <p14:tracePt t="27638" x="4770438" y="2867025"/>
          <p14:tracePt t="27640" x="4811713" y="2838450"/>
          <p14:tracePt t="27641" x="4838700" y="2825750"/>
          <p14:tracePt t="27642" x="4852988" y="2798763"/>
          <p14:tracePt t="27644" x="4867275" y="2798763"/>
          <p14:tracePt t="27645" x="4894263" y="2770188"/>
          <p14:tracePt t="27647" x="4935538" y="2743200"/>
          <p14:tracePt t="27648" x="4948238" y="2743200"/>
          <p14:tracePt t="27649" x="4962525" y="2728913"/>
          <p14:tracePt t="27650" x="4976813" y="2716213"/>
          <p14:tracePt t="27651" x="5003800" y="2701925"/>
          <p14:tracePt t="27652" x="5018088" y="2687638"/>
          <p14:tracePt t="27653" x="5059363" y="2647950"/>
          <p14:tracePt t="27655" x="5072063" y="2633663"/>
          <p14:tracePt t="27657" x="5099050" y="2606675"/>
          <p14:tracePt t="27658" x="5127625" y="2606675"/>
          <p14:tracePt t="27659" x="5140325" y="2578100"/>
          <p14:tracePt t="27660" x="5154613" y="2565400"/>
          <p14:tracePt t="27662" x="5181600" y="2551113"/>
          <p14:tracePt t="27663" x="5210175" y="2509838"/>
          <p14:tracePt t="27665" x="5222875" y="2495550"/>
          <p14:tracePt t="27666" x="5249863" y="2482850"/>
          <p14:tracePt t="27669" x="5278438" y="2455863"/>
          <p14:tracePt t="27669" x="5305425" y="2441575"/>
          <p14:tracePt t="27670" x="5319713" y="2427288"/>
          <p14:tracePt t="27671" x="5332413" y="2414588"/>
          <p14:tracePt t="27672" x="5346700" y="2400300"/>
          <p14:tracePt t="27673" x="5360988" y="2400300"/>
          <p14:tracePt t="27674" x="5400675" y="2373313"/>
          <p14:tracePt t="27677" x="5414963" y="2359025"/>
          <p14:tracePt t="27678" x="5429250" y="2344738"/>
          <p14:tracePt t="27679" x="5441950" y="2332038"/>
          <p14:tracePt t="27680" x="5456238" y="2332038"/>
          <p14:tracePt t="27681" x="5483225" y="2305050"/>
          <p14:tracePt t="27683" x="5497513" y="2305050"/>
          <p14:tracePt t="27683" x="5511800" y="2276475"/>
          <p14:tracePt t="27684" x="5524500" y="2276475"/>
          <p14:tracePt t="27685" x="5538788" y="2263775"/>
          <p14:tracePt t="27686" x="5565775" y="2249488"/>
          <p14:tracePt t="27688" x="5580063" y="2222500"/>
          <p14:tracePt t="27690" x="5607050" y="2208213"/>
          <p14:tracePt t="27690" x="5621338" y="2181225"/>
          <p14:tracePt t="27691" x="5634038" y="2166938"/>
          <p14:tracePt t="27693" x="5662613" y="2139950"/>
          <p14:tracePt t="27694" x="5675313" y="2125663"/>
          <p14:tracePt t="27695" x="5702300" y="2112963"/>
          <p14:tracePt t="27697" x="5730875" y="2098675"/>
          <p14:tracePt t="27699" x="5730875" y="2071688"/>
          <p14:tracePt t="27702" x="5757863" y="2043113"/>
          <p14:tracePt t="27703" x="5772150" y="2030413"/>
          <p14:tracePt t="27704" x="5784850" y="2001838"/>
          <p14:tracePt t="27706" x="5799138" y="1989138"/>
          <p14:tracePt t="27707" x="5813425" y="1974850"/>
          <p14:tracePt t="27709" x="5813425" y="1947863"/>
          <p14:tracePt t="27710" x="5840413" y="1933575"/>
          <p14:tracePt t="27712" x="5853113" y="1906588"/>
          <p14:tracePt t="27713" x="5853113" y="1892300"/>
          <p14:tracePt t="27714" x="5853113" y="1879600"/>
          <p14:tracePt t="27716" x="5867400" y="1851025"/>
          <p14:tracePt t="27717" x="5867400" y="1838325"/>
          <p14:tracePt t="27719" x="5881688" y="1824038"/>
          <p14:tracePt t="27720" x="5881688" y="1797050"/>
          <p14:tracePt t="27723" x="5881688" y="1782763"/>
          <p14:tracePt t="27724" x="5894388" y="1782763"/>
          <p14:tracePt t="27725" x="5894388" y="1755775"/>
          <p14:tracePt t="27727" x="5894388" y="1741488"/>
          <p14:tracePt t="27730" x="5894388" y="1714500"/>
          <p14:tracePt t="27733" x="5894388" y="1700213"/>
          <p14:tracePt t="27735" x="5908675" y="1700213"/>
          <p14:tracePt t="27737" x="5908675" y="1673225"/>
          <p14:tracePt t="27739" x="5922963" y="1673225"/>
          <p14:tracePt t="27742" x="5922963" y="1658938"/>
          <p14:tracePt t="27745" x="5922963" y="1646238"/>
          <p14:tracePt t="27751" x="5922963" y="1631950"/>
          <p14:tracePt t="27766" x="5922963" y="1619250"/>
          <p14:tracePt t="27787" x="5922963" y="1604963"/>
          <p14:tracePt t="28070" x="5922963" y="1590675"/>
          <p14:tracePt t="28075" x="5922963" y="1577975"/>
          <p14:tracePt t="28079" x="5922963" y="1563688"/>
          <p14:tracePt t="28082" x="5922963" y="1549400"/>
          <p14:tracePt t="28088" x="5922963" y="1536700"/>
          <p14:tracePt t="28091" x="5908675" y="1536700"/>
          <p14:tracePt t="28109" x="5894388" y="1522413"/>
          <p14:tracePt t="28118" x="5881688" y="1508125"/>
          <p14:tracePt t="28123" x="5881688" y="1495425"/>
          <p14:tracePt t="28130" x="5867400" y="1495425"/>
          <p14:tracePt t="28131" x="5867400" y="1481138"/>
          <p14:tracePt t="28139" x="5853113" y="1466850"/>
          <p14:tracePt t="28148" x="5840413" y="1454150"/>
          <p14:tracePt t="28150" x="5840413" y="1439863"/>
          <p14:tracePt t="28155" x="5826125" y="1439863"/>
          <p14:tracePt t="28157" x="5826125" y="1427163"/>
          <p14:tracePt t="28161" x="5813425" y="1412875"/>
          <p14:tracePt t="28163" x="5799138" y="1398588"/>
          <p14:tracePt t="28169" x="5784850" y="1398588"/>
          <p14:tracePt t="28170" x="5784850" y="1385888"/>
          <p14:tracePt t="28172" x="5772150" y="1385888"/>
          <p14:tracePt t="28174" x="5757863" y="1371600"/>
          <p14:tracePt t="28176" x="5743575" y="1371600"/>
          <p14:tracePt t="28179" x="5743575" y="1357313"/>
          <p14:tracePt t="28181" x="5730875" y="1344613"/>
          <p14:tracePt t="28184" x="5716588" y="1344613"/>
          <p14:tracePt t="28186" x="5716588" y="1330325"/>
          <p14:tracePt t="28188" x="5702300" y="1330325"/>
          <p14:tracePt t="28190" x="5689600" y="1330325"/>
          <p14:tracePt t="28195" x="5689600" y="1316038"/>
          <p14:tracePt t="28196" x="5675313" y="1316038"/>
          <p14:tracePt t="28203" x="5662613" y="1316038"/>
          <p14:tracePt t="28211" x="5662613" y="1303338"/>
          <p14:tracePt t="28232" x="5648325" y="1303338"/>
          <p14:tracePt t="28233" x="5648325" y="1289050"/>
          <p14:tracePt t="28244" x="5634038" y="1289050"/>
          <p14:tracePt t="28262" x="5621338" y="1276350"/>
          <p14:tracePt t="28273" x="5607050" y="1276350"/>
          <p14:tracePt t="28277" x="5607050" y="1262063"/>
          <p14:tracePt t="28284" x="5592763" y="1262063"/>
          <p14:tracePt t="28289" x="5580063" y="1247775"/>
          <p14:tracePt t="28291" x="5565775" y="1247775"/>
          <p14:tracePt t="28300" x="5551488" y="1235075"/>
          <p14:tracePt t="28303" x="5551488" y="1220788"/>
          <p14:tracePt t="28304" x="5524500" y="1220788"/>
          <p14:tracePt t="28308" x="5511800" y="1220788"/>
          <p14:tracePt t="28310" x="5497513" y="1220788"/>
          <p14:tracePt t="28312" x="5483225" y="1220788"/>
          <p14:tracePt t="28314" x="5470525" y="1206500"/>
          <p14:tracePt t="28315" x="5456238" y="1206500"/>
          <p14:tracePt t="28316" x="5441950" y="1206500"/>
          <p14:tracePt t="28317" x="5429250" y="1193800"/>
          <p14:tracePt t="28319" x="5400675" y="1193800"/>
          <p14:tracePt t="28321" x="5387975" y="1193800"/>
          <p14:tracePt t="28322" x="5360988" y="1193800"/>
          <p14:tracePt t="28324" x="5346700" y="1193800"/>
          <p14:tracePt t="28325" x="5319713" y="1193800"/>
          <p14:tracePt t="28326" x="5305425" y="1193800"/>
          <p14:tracePt t="28327" x="5278438" y="1193800"/>
          <p14:tracePt t="28328" x="5264150" y="1193800"/>
          <p14:tracePt t="28329" x="5237163" y="1193800"/>
          <p14:tracePt t="28330" x="5210175" y="1193800"/>
          <p14:tracePt t="28331" x="5195888" y="1193800"/>
          <p14:tracePt t="28332" x="5181600" y="1193800"/>
          <p14:tracePt t="28333" x="5154613" y="1193800"/>
          <p14:tracePt t="28334" x="5127625" y="1193800"/>
          <p14:tracePt t="28335" x="5113338" y="1193800"/>
          <p14:tracePt t="28336" x="5086350" y="1179513"/>
          <p14:tracePt t="28337" x="5059363" y="1179513"/>
          <p14:tracePt t="28338" x="5018088" y="1179513"/>
          <p14:tracePt t="28339" x="4989513" y="1179513"/>
          <p14:tracePt t="28341" x="4976813" y="1179513"/>
          <p14:tracePt t="28342" x="4948238" y="1179513"/>
          <p14:tracePt t="28343" x="4921250" y="1179513"/>
          <p14:tracePt t="28344" x="4894263" y="1179513"/>
          <p14:tracePt t="28345" x="4867275" y="1179513"/>
          <p14:tracePt t="28346" x="4838700" y="1179513"/>
          <p14:tracePt t="28348" x="4811713" y="1179513"/>
          <p14:tracePt t="28349" x="4784725" y="1179513"/>
          <p14:tracePt t="28350" x="4757738" y="1179513"/>
          <p14:tracePt t="28351" x="4729163" y="1179513"/>
          <p14:tracePt t="28353" x="4702175" y="1179513"/>
          <p14:tracePt t="28355" x="4675188" y="1179513"/>
          <p14:tracePt t="28356" x="4646613" y="1179513"/>
          <p14:tracePt t="28357" x="4619625" y="1179513"/>
          <p14:tracePt t="28359" x="4592638" y="1179513"/>
          <p14:tracePt t="28360" x="4565650" y="1179513"/>
          <p14:tracePt t="28361" x="4537075" y="1179513"/>
          <p14:tracePt t="28362" x="4497388" y="1179513"/>
          <p14:tracePt t="28363" x="4468813" y="1179513"/>
          <p14:tracePt t="28364" x="4441825" y="1179513"/>
          <p14:tracePt t="28365" x="4414838" y="1179513"/>
          <p14:tracePt t="28366" x="4386263" y="1179513"/>
          <p14:tracePt t="28367" x="4359275" y="1179513"/>
          <p14:tracePt t="28368" x="4332288" y="1179513"/>
          <p14:tracePt t="28369" x="4305300" y="1179513"/>
          <p14:tracePt t="28370" x="4291013" y="1179513"/>
          <p14:tracePt t="28371" x="4264025" y="1179513"/>
          <p14:tracePt t="28372" x="4249738" y="1179513"/>
          <p14:tracePt t="28373" x="4208463" y="1179513"/>
          <p14:tracePt t="28374" x="4195763" y="1179513"/>
          <p14:tracePt t="28376" x="4167188" y="1179513"/>
          <p14:tracePt t="28376" x="4140200" y="1179513"/>
          <p14:tracePt t="28377" x="4125913" y="1179513"/>
          <p14:tracePt t="28378" x="4098925" y="1179513"/>
          <p14:tracePt t="28379" x="4071938" y="1179513"/>
          <p14:tracePt t="28380" x="4057650" y="1179513"/>
          <p14:tracePt t="28381" x="4030663" y="1179513"/>
          <p14:tracePt t="28382" x="4016375" y="1179513"/>
          <p14:tracePt t="28383" x="3975100" y="1179513"/>
          <p14:tracePt t="28384" x="3962400" y="1179513"/>
          <p14:tracePt t="28385" x="3948113" y="1179513"/>
          <p14:tracePt t="28386" x="3933825" y="1179513"/>
          <p14:tracePt t="28387" x="3906838" y="1179513"/>
          <p14:tracePt t="28388" x="3894138" y="1179513"/>
          <p14:tracePt t="28389" x="3865563" y="1179513"/>
          <p14:tracePt t="28390" x="3852863" y="1179513"/>
          <p14:tracePt t="28391" x="3838575" y="1179513"/>
          <p14:tracePt t="28392" x="3811588" y="1179513"/>
          <p14:tracePt t="28394" x="3783013" y="1179513"/>
          <p14:tracePt t="28395" x="3770313" y="1179513"/>
          <p14:tracePt t="28396" x="3756025" y="1179513"/>
          <p14:tracePt t="28397" x="3743325" y="1179513"/>
          <p14:tracePt t="28398" x="3729038" y="1179513"/>
          <p14:tracePt t="28399" x="3714750" y="1179513"/>
          <p14:tracePt t="28400" x="3687763" y="1179513"/>
          <p14:tracePt t="28402" x="3673475" y="1179513"/>
          <p14:tracePt t="28404" x="3660775" y="1179513"/>
          <p14:tracePt t="28404" x="3646488" y="1179513"/>
          <p14:tracePt t="28406" x="3632200" y="1179513"/>
          <p14:tracePt t="28408" x="3619500" y="1179513"/>
          <p14:tracePt t="28409" x="3605213" y="1179513"/>
          <p14:tracePt t="28410" x="3592513" y="1179513"/>
          <p14:tracePt t="28413" x="3578225" y="1179513"/>
          <p14:tracePt t="28415" x="3563938" y="1179513"/>
          <p14:tracePt t="28418" x="3551238" y="1179513"/>
          <p14:tracePt t="28428" x="3536950" y="1179513"/>
          <p14:tracePt t="28553" x="3522663" y="1179513"/>
          <p14:tracePt t="28556" x="3509963" y="1179513"/>
          <p14:tracePt t="28565" x="3495675" y="1179513"/>
          <p14:tracePt t="28570" x="3481388" y="1179513"/>
          <p14:tracePt t="28574" x="3468688" y="1179513"/>
          <p14:tracePt t="28577" x="3454400" y="1179513"/>
          <p14:tracePt t="28583" x="3441700" y="1179513"/>
          <p14:tracePt t="28587" x="3441700" y="1165225"/>
          <p14:tracePt t="28588" x="3427413" y="1165225"/>
          <p14:tracePt t="28593" x="3427413" y="1152525"/>
          <p14:tracePt t="28595" x="3413125" y="1152525"/>
          <p14:tracePt t="28606" x="3400425" y="1152525"/>
          <p14:tracePt t="28612" x="3386138" y="1138238"/>
          <p14:tracePt t="28670" x="3371850" y="1138238"/>
          <p14:tracePt t="28678" x="3359150" y="1138238"/>
          <p14:tracePt t="28688" x="3344863" y="1138238"/>
          <p14:tracePt t="28690" x="3344863" y="1123950"/>
          <p14:tracePt t="28693" x="3330575" y="1123950"/>
          <p14:tracePt t="28709" x="3317875" y="1123950"/>
          <p14:tracePt t="28816" x="3317875" y="1111250"/>
          <p14:tracePt t="28822" x="3317875" y="1096963"/>
          <p14:tracePt t="28841" x="3303588" y="1084263"/>
          <p14:tracePt t="28915" x="3303588" y="1069975"/>
          <p14:tracePt t="28921" x="3290888" y="1069975"/>
          <p14:tracePt t="28950" x="3276600" y="1069975"/>
          <p14:tracePt t="29068" x="3290888" y="1069975"/>
          <p14:tracePt t="29076" x="3303588" y="1069975"/>
          <p14:tracePt t="29084" x="3317875" y="1069975"/>
          <p14:tracePt t="29096" x="3330575" y="1069975"/>
          <p14:tracePt t="29099" x="3344863" y="1069975"/>
          <p14:tracePt t="29111" x="3359150" y="1069975"/>
          <p14:tracePt t="29125" x="3371850" y="1069975"/>
          <p14:tracePt t="29138" x="3386138" y="1069975"/>
          <p14:tracePt t="29255" x="3400425" y="1069975"/>
          <p14:tracePt t="29759" x="3413125" y="1069975"/>
          <p14:tracePt t="29761" x="3441700" y="1069975"/>
          <p14:tracePt t="29763" x="3454400" y="1069975"/>
          <p14:tracePt t="29764" x="3481388" y="1069975"/>
          <p14:tracePt t="29765" x="3495675" y="1069975"/>
          <p14:tracePt t="29766" x="3509963" y="1069975"/>
          <p14:tracePt t="29767" x="3536950" y="1069975"/>
          <p14:tracePt t="29769" x="3563938" y="1069975"/>
          <p14:tracePt t="29770" x="3578225" y="1069975"/>
          <p14:tracePt t="29772" x="3605213" y="1069975"/>
          <p14:tracePt t="29774" x="3632200" y="1069975"/>
          <p14:tracePt t="29775" x="3660775" y="1069975"/>
          <p14:tracePt t="29776" x="3673475" y="1069975"/>
          <p14:tracePt t="29778" x="3687763" y="1069975"/>
          <p14:tracePt t="29780" x="3714750" y="1069975"/>
          <p14:tracePt t="29781" x="3743325" y="1069975"/>
          <p14:tracePt t="29782" x="3783013" y="1069975"/>
          <p14:tracePt t="29784" x="3811588" y="1069975"/>
          <p14:tracePt t="29786" x="3838575" y="1069975"/>
          <p14:tracePt t="29788" x="3865563" y="1069975"/>
          <p14:tracePt t="29790" x="3894138" y="1069975"/>
          <p14:tracePt t="29792" x="3921125" y="1069975"/>
          <p14:tracePt t="29793" x="3948113" y="1069975"/>
          <p14:tracePt t="29794" x="3975100" y="1069975"/>
          <p14:tracePt t="29796" x="4016375" y="1069975"/>
          <p14:tracePt t="29798" x="4044950" y="1069975"/>
          <p14:tracePt t="29800" x="4071938" y="1069975"/>
          <p14:tracePt t="29802" x="4098925" y="1069975"/>
          <p14:tracePt t="29804" x="4125913" y="1069975"/>
          <p14:tracePt t="29806" x="4154488" y="1069975"/>
          <p14:tracePt t="29807" x="4181475" y="1069975"/>
          <p14:tracePt t="29808" x="4222750" y="1069975"/>
          <p14:tracePt t="29809" x="4249738" y="1069975"/>
          <p14:tracePt t="29810" x="4276725" y="1069975"/>
          <p14:tracePt t="29811" x="4318000" y="1069975"/>
          <p14:tracePt t="29812" x="4346575" y="1069975"/>
          <p14:tracePt t="29814" x="4386263" y="1084263"/>
          <p14:tracePt t="29815" x="4414838" y="1084263"/>
          <p14:tracePt t="29816" x="4441825" y="1084263"/>
          <p14:tracePt t="29818" x="4483100" y="1084263"/>
          <p14:tracePt t="29819" x="4524375" y="1084263"/>
          <p14:tracePt t="29820" x="4551363" y="1084263"/>
          <p14:tracePt t="29821" x="4592638" y="1084263"/>
          <p14:tracePt t="29822" x="4646613" y="1096963"/>
          <p14:tracePt t="29824" x="4687888" y="1096963"/>
          <p14:tracePt t="29825" x="4729163" y="1096963"/>
          <p14:tracePt t="29827" x="4770438" y="1096963"/>
          <p14:tracePt t="29828" x="4811713" y="1111250"/>
          <p14:tracePt t="29829" x="4852988" y="1111250"/>
          <p14:tracePt t="29830" x="4894263" y="1111250"/>
          <p14:tracePt t="29831" x="4921250" y="1111250"/>
          <p14:tracePt t="29832" x="4962525" y="1111250"/>
          <p14:tracePt t="29833" x="5003800" y="1111250"/>
          <p14:tracePt t="29834" x="5045075" y="1111250"/>
          <p14:tracePt t="29835" x="5072063" y="1111250"/>
          <p14:tracePt t="29836" x="5099050" y="1123950"/>
          <p14:tracePt t="29837" x="5127625" y="1123950"/>
          <p14:tracePt t="29838" x="5154613" y="1123950"/>
          <p14:tracePt t="29839" x="5181600" y="1123950"/>
          <p14:tracePt t="29840" x="5222875" y="1123950"/>
          <p14:tracePt t="29841" x="5249863" y="1123950"/>
          <p14:tracePt t="29842" x="5264150" y="1123950"/>
          <p14:tracePt t="29843" x="5291138" y="1123950"/>
          <p14:tracePt t="29844" x="5305425" y="1123950"/>
          <p14:tracePt t="29845" x="5332413" y="1123950"/>
          <p14:tracePt t="29846" x="5346700" y="1123950"/>
          <p14:tracePt t="29848" x="5360988" y="1123950"/>
          <p14:tracePt t="29848" x="5387975" y="1123950"/>
          <p14:tracePt t="29849" x="5400675" y="1123950"/>
          <p14:tracePt t="29850" x="5414963" y="1123950"/>
          <p14:tracePt t="29851" x="5429250" y="1123950"/>
          <p14:tracePt t="29852" x="5456238" y="1123950"/>
          <p14:tracePt t="29853" x="5470525" y="1138238"/>
          <p14:tracePt t="29855" x="5483225" y="1138238"/>
          <p14:tracePt t="29856" x="5511800" y="1138238"/>
          <p14:tracePt t="29857" x="5524500" y="1138238"/>
          <p14:tracePt t="29859" x="5551488" y="1138238"/>
          <p14:tracePt t="29862" x="5580063" y="1138238"/>
          <p14:tracePt t="29863" x="5607050" y="1138238"/>
          <p14:tracePt t="29864" x="5621338" y="1138238"/>
          <p14:tracePt t="29866" x="5634038" y="1152525"/>
          <p14:tracePt t="29867" x="5648325" y="1152525"/>
          <p14:tracePt t="29869" x="5662613" y="1152525"/>
          <p14:tracePt t="29872" x="5689600" y="1152525"/>
          <p14:tracePt t="29876" x="5702300" y="1152525"/>
          <p14:tracePt t="29877" x="5716588" y="1152525"/>
          <p14:tracePt t="29881" x="5730875" y="1152525"/>
          <p14:tracePt t="29885" x="5743575" y="1152525"/>
          <p14:tracePt t="30009" x="5757863" y="1152525"/>
          <p14:tracePt t="30097" x="5772150" y="1152525"/>
          <p14:tracePt t="30103" x="5772150" y="1138238"/>
          <p14:tracePt t="30108" x="5784850" y="1138238"/>
          <p14:tracePt t="30112" x="5799138" y="1123950"/>
          <p14:tracePt t="30117" x="5813425" y="1123950"/>
          <p14:tracePt t="30122" x="5826125" y="1123950"/>
          <p14:tracePt t="30124" x="5826125" y="1111250"/>
          <p14:tracePt t="30131" x="5840413" y="1111250"/>
          <p14:tracePt t="30137" x="5853113" y="1111250"/>
          <p14:tracePt t="30169" x="5867400" y="1111250"/>
          <p14:tracePt t="30217" x="5881688" y="1111250"/>
          <p14:tracePt t="30366" x="5894388" y="1111250"/>
          <p14:tracePt t="30370" x="5908675" y="1111250"/>
          <p14:tracePt t="30379" x="5922963" y="1111250"/>
          <p14:tracePt t="30388" x="5935663" y="1111250"/>
          <p14:tracePt t="30395" x="5949950" y="1111250"/>
          <p14:tracePt t="30396" x="5964238" y="1111250"/>
          <p14:tracePt t="30400" x="5976938" y="1111250"/>
          <p14:tracePt t="30404" x="5991225" y="1111250"/>
          <p14:tracePt t="30409" x="6003925" y="1111250"/>
          <p14:tracePt t="30412" x="6018213" y="1111250"/>
          <p14:tracePt t="30416" x="6032500" y="1111250"/>
          <p14:tracePt t="30422" x="6045200" y="1111250"/>
          <p14:tracePt t="30433" x="6059488" y="1111250"/>
          <p14:tracePt t="30443" x="6073775" y="1111250"/>
          <p14:tracePt t="30494" x="6086475" y="1111250"/>
          <p14:tracePt t="30508" x="6100763" y="1111250"/>
          <p14:tracePt t="31478" x="6115050" y="1111250"/>
          <p14:tracePt t="32004" x="6115050" y="1123950"/>
          <p14:tracePt t="32005" x="6115050" y="1138238"/>
          <p14:tracePt t="32006" x="6115050" y="1152525"/>
          <p14:tracePt t="32008" x="6115050" y="1165225"/>
          <p14:tracePt t="32010" x="6115050" y="1179513"/>
          <p14:tracePt t="32012" x="6115050" y="1193800"/>
          <p14:tracePt t="32013" x="6115050" y="1206500"/>
          <p14:tracePt t="32015" x="6115050" y="1220788"/>
          <p14:tracePt t="32017" x="6115050" y="1235075"/>
          <p14:tracePt t="32019" x="6115050" y="1247775"/>
          <p14:tracePt t="32020" x="6115050" y="1262063"/>
          <p14:tracePt t="32022" x="6115050" y="1276350"/>
          <p14:tracePt t="32024" x="6115050" y="1303338"/>
          <p14:tracePt t="32025" x="6115050" y="1316038"/>
          <p14:tracePt t="32027" x="6115050" y="1330325"/>
          <p14:tracePt t="32029" x="6115050" y="1344613"/>
          <p14:tracePt t="32031" x="6115050" y="1371600"/>
          <p14:tracePt t="32033" x="6115050" y="1398588"/>
          <p14:tracePt t="32035" x="6115050" y="1412875"/>
          <p14:tracePt t="32036" x="6115050" y="1427163"/>
          <p14:tracePt t="32038" x="6115050" y="1439863"/>
          <p14:tracePt t="32040" x="6115050" y="1454150"/>
          <p14:tracePt t="32041" x="6115050" y="1466850"/>
          <p14:tracePt t="32043" x="6115050" y="1481138"/>
          <p14:tracePt t="32044" x="6115050" y="1495425"/>
          <p14:tracePt t="32045" x="6115050" y="1508125"/>
          <p14:tracePt t="32046" x="6115050" y="1522413"/>
          <p14:tracePt t="32048" x="6100763" y="1536700"/>
          <p14:tracePt t="32050" x="6100763" y="1563688"/>
          <p14:tracePt t="32051" x="6100763" y="1577975"/>
          <p14:tracePt t="32053" x="6100763" y="1590675"/>
          <p14:tracePt t="32054" x="6100763" y="1619250"/>
          <p14:tracePt t="32055" x="6100763" y="1631950"/>
          <p14:tracePt t="32057" x="6100763" y="1646238"/>
          <p14:tracePt t="32058" x="6100763" y="1673225"/>
          <p14:tracePt t="32060" x="6100763" y="1700213"/>
          <p14:tracePt t="32061" x="6100763" y="1714500"/>
          <p14:tracePt t="32063" x="6100763" y="1728788"/>
          <p14:tracePt t="32064" x="6100763" y="1755775"/>
          <p14:tracePt t="32065" x="6100763" y="1770063"/>
          <p14:tracePt t="32066" x="6100763" y="1782763"/>
          <p14:tracePt t="32067" x="6100763" y="1797050"/>
          <p14:tracePt t="32068" x="6100763" y="1809750"/>
          <p14:tracePt t="32069" x="6100763" y="1824038"/>
          <p14:tracePt t="32070" x="6100763" y="1851025"/>
          <p14:tracePt t="32071" x="6100763" y="1865313"/>
          <p14:tracePt t="32073" x="6100763" y="1892300"/>
          <p14:tracePt t="32074" x="6100763" y="1906588"/>
          <p14:tracePt t="32075" x="6100763" y="1920875"/>
          <p14:tracePt t="32076" x="6100763" y="1933575"/>
          <p14:tracePt t="32077" x="6100763" y="1947863"/>
          <p14:tracePt t="32078" x="6100763" y="1962150"/>
          <p14:tracePt t="32079" x="6100763" y="1974850"/>
          <p14:tracePt t="32081" x="6100763" y="2001838"/>
          <p14:tracePt t="32083" x="6100763" y="2016125"/>
          <p14:tracePt t="32085" x="6100763" y="2043113"/>
          <p14:tracePt t="32087" x="6100763" y="2071688"/>
          <p14:tracePt t="32089" x="6100763" y="2098675"/>
          <p14:tracePt t="32091" x="6100763" y="2112963"/>
          <p14:tracePt t="32093" x="6115050" y="2139950"/>
          <p14:tracePt t="32095" x="6115050" y="2166938"/>
          <p14:tracePt t="32097" x="6115050" y="2181225"/>
          <p14:tracePt t="32098" x="6115050" y="2193925"/>
          <p14:tracePt t="32099" x="6115050" y="2208213"/>
          <p14:tracePt t="32101" x="6115050" y="2222500"/>
          <p14:tracePt t="32103" x="6115050" y="2249488"/>
          <p14:tracePt t="32105" x="6115050" y="2263775"/>
          <p14:tracePt t="32107" x="6115050" y="2290763"/>
          <p14:tracePt t="32108" x="6115050" y="2305050"/>
          <p14:tracePt t="32110" x="6115050" y="2317750"/>
          <p14:tracePt t="32112" x="6115050" y="2332038"/>
          <p14:tracePt t="32112" x="6115050" y="2344738"/>
          <p14:tracePt t="32114" x="6115050" y="2359025"/>
          <p14:tracePt t="32115" x="6115050" y="2386013"/>
          <p14:tracePt t="32117" x="6115050" y="2400300"/>
          <p14:tracePt t="32119" x="6115050" y="2414588"/>
          <p14:tracePt t="32120" x="6115050" y="2427288"/>
          <p14:tracePt t="32121" x="6115050" y="2441575"/>
          <p14:tracePt t="32123" x="6115050" y="2455863"/>
          <p14:tracePt t="32124" x="6115050" y="2468563"/>
          <p14:tracePt t="32125" x="6115050" y="2482850"/>
          <p14:tracePt t="32127" x="6115050" y="2495550"/>
          <p14:tracePt t="32129" x="6115050" y="2509838"/>
          <p14:tracePt t="32130" x="6100763" y="2524125"/>
          <p14:tracePt t="32132" x="6100763" y="2536825"/>
          <p14:tracePt t="32133" x="6086475" y="2551113"/>
          <p14:tracePt t="32135" x="6086475" y="2565400"/>
          <p14:tracePt t="32137" x="6086475" y="2578100"/>
          <p14:tracePt t="32139" x="6086475" y="2592388"/>
          <p14:tracePt t="32140" x="6073775" y="2592388"/>
          <p14:tracePt t="32141" x="6073775" y="2606675"/>
          <p14:tracePt t="32143" x="6073775" y="2633663"/>
          <p14:tracePt t="32145" x="6073775" y="2647950"/>
          <p14:tracePt t="32148" x="6059488" y="2660650"/>
          <p14:tracePt t="32149" x="6059488" y="2674938"/>
          <p14:tracePt t="32151" x="6059488" y="2687638"/>
          <p14:tracePt t="32152" x="6045200" y="2687638"/>
          <p14:tracePt t="32154" x="6045200" y="2701925"/>
          <p14:tracePt t="32155" x="6045200" y="2716213"/>
          <p14:tracePt t="32158" x="6045200" y="2728913"/>
          <p14:tracePt t="32159" x="6032500" y="2728913"/>
          <p14:tracePt t="32160" x="6032500" y="2743200"/>
          <p14:tracePt t="32162" x="6032500" y="2757488"/>
          <p14:tracePt t="32163" x="6032500" y="2770188"/>
          <p14:tracePt t="32165" x="6032500" y="2784475"/>
          <p14:tracePt t="32167" x="6018213" y="2798763"/>
          <p14:tracePt t="32169" x="6003925" y="2811463"/>
          <p14:tracePt t="32171" x="6003925" y="2825750"/>
          <p14:tracePt t="32175" x="5991225" y="2852738"/>
          <p14:tracePt t="32179" x="5991225" y="2867025"/>
          <p14:tracePt t="32181" x="5991225" y="2879725"/>
          <p14:tracePt t="32187" x="5991225" y="2908300"/>
          <p14:tracePt t="32189" x="5976938" y="2908300"/>
          <p14:tracePt t="32192" x="5976938" y="2921000"/>
          <p14:tracePt t="32272" x="5949950" y="2921000"/>
          <p14:tracePt t="32277" x="5935663" y="2921000"/>
          <p14:tracePt t="32278" x="5922963" y="2949575"/>
          <p14:tracePt t="32280" x="5908675" y="2962275"/>
          <p14:tracePt t="32282" x="5894388" y="2962275"/>
          <p14:tracePt t="32283" x="5894388" y="2976563"/>
          <p14:tracePt t="32285" x="5881688" y="2990850"/>
          <p14:tracePt t="32286" x="5867400" y="2990850"/>
          <p14:tracePt t="32288" x="5840413" y="3003550"/>
          <p14:tracePt t="32290" x="5840413" y="3017838"/>
          <p14:tracePt t="32291" x="5826125" y="3017838"/>
          <p14:tracePt t="32293" x="5799138" y="3030538"/>
          <p14:tracePt t="32295" x="5799138" y="3044825"/>
          <p14:tracePt t="32296" x="5784850" y="3044825"/>
          <p14:tracePt t="32297" x="5772150" y="3059113"/>
          <p14:tracePt t="32299" x="5772150" y="3071813"/>
          <p14:tracePt t="32300" x="5757863" y="3071813"/>
          <p14:tracePt t="32301" x="5743575" y="3086100"/>
          <p14:tracePt t="32303" x="5730875" y="3100388"/>
          <p14:tracePt t="32305" x="5716588" y="3100388"/>
          <p14:tracePt t="32306" x="5702300" y="3113088"/>
          <p14:tracePt t="32308" x="5689600" y="3127375"/>
          <p14:tracePt t="32310" x="5675313" y="3141663"/>
          <p14:tracePt t="32311" x="5662613" y="3154363"/>
          <p14:tracePt t="32313" x="5662613" y="3168650"/>
          <p14:tracePt t="32314" x="5648325" y="3168650"/>
          <p14:tracePt t="32315" x="5634038" y="3168650"/>
          <p14:tracePt t="32316" x="5634038" y="3195638"/>
          <p14:tracePt t="32318" x="5621338" y="3195638"/>
          <p14:tracePt t="32320" x="5621338" y="3209925"/>
          <p14:tracePt t="32321" x="5607050" y="3209925"/>
          <p14:tracePt t="32323" x="5592763" y="3209925"/>
          <p14:tracePt t="32325" x="5592763" y="3222625"/>
          <p14:tracePt t="32327" x="5592763" y="3236913"/>
          <p14:tracePt t="32329" x="5580063" y="3236913"/>
          <p14:tracePt t="32537" x="5565775" y="3236913"/>
          <p14:tracePt t="32734" x="5565775" y="3251200"/>
          <p14:tracePt t="32737" x="5551488" y="3251200"/>
          <p14:tracePt t="32739" x="5538788" y="3251200"/>
          <p14:tracePt t="32746" x="5524500" y="3251200"/>
          <p14:tracePt t="32803" x="5524500" y="3236913"/>
          <p14:tracePt t="32804" x="5524500" y="3222625"/>
          <p14:tracePt t="32807" x="5538788" y="3209925"/>
          <p14:tracePt t="32809" x="5538788" y="3181350"/>
          <p14:tracePt t="32811" x="5551488" y="3168650"/>
          <p14:tracePt t="32812" x="5551488" y="3154363"/>
          <p14:tracePt t="32814" x="5565775" y="3127375"/>
          <p14:tracePt t="32816" x="5565775" y="3100388"/>
          <p14:tracePt t="32817" x="5580063" y="3100388"/>
          <p14:tracePt t="32818" x="5580063" y="3086100"/>
          <p14:tracePt t="32819" x="5580063" y="3071813"/>
          <p14:tracePt t="32820" x="5592763" y="3044825"/>
          <p14:tracePt t="32822" x="5607050" y="3017838"/>
          <p14:tracePt t="32823" x="5607050" y="3003550"/>
          <p14:tracePt t="32825" x="5607050" y="2976563"/>
          <p14:tracePt t="32827" x="5621338" y="2962275"/>
          <p14:tracePt t="32829" x="5634038" y="2949575"/>
          <p14:tracePt t="32830" x="5634038" y="2935288"/>
          <p14:tracePt t="32831" x="5634038" y="2908300"/>
          <p14:tracePt t="32832" x="5648325" y="2894013"/>
          <p14:tracePt t="32833" x="5648325" y="2879725"/>
          <p14:tracePt t="32834" x="5662613" y="2867025"/>
          <p14:tracePt t="32835" x="5662613" y="2852738"/>
          <p14:tracePt t="32837" x="5662613" y="2825750"/>
          <p14:tracePt t="32838" x="5675313" y="2811463"/>
          <p14:tracePt t="32840" x="5689600" y="2784475"/>
          <p14:tracePt t="32841" x="5689600" y="2757488"/>
          <p14:tracePt t="32842" x="5702300" y="2743200"/>
          <p14:tracePt t="32843" x="5702300" y="2728913"/>
          <p14:tracePt t="32844" x="5702300" y="2716213"/>
          <p14:tracePt t="32845" x="5716588" y="2716213"/>
          <p14:tracePt t="32846" x="5716588" y="2701925"/>
          <p14:tracePt t="32847" x="5716588" y="2687638"/>
          <p14:tracePt t="32848" x="5730875" y="2674938"/>
          <p14:tracePt t="32850" x="5730875" y="2660650"/>
          <p14:tracePt t="32851" x="5743575" y="2647950"/>
          <p14:tracePt t="32852" x="5757863" y="2633663"/>
          <p14:tracePt t="32854" x="5757863" y="2619375"/>
          <p14:tracePt t="32855" x="5772150" y="2619375"/>
          <p14:tracePt t="32857" x="5772150" y="2592388"/>
          <p14:tracePt t="32859" x="5784850" y="2592388"/>
          <p14:tracePt t="32862" x="5784850" y="2578100"/>
          <p14:tracePt t="32864" x="5799138" y="2578100"/>
          <p14:tracePt t="32865" x="5813425" y="2565400"/>
          <p14:tracePt t="32867" x="5813425" y="2551113"/>
          <p14:tracePt t="32872" x="5826125" y="2551113"/>
          <p14:tracePt t="32877" x="5826125" y="2536825"/>
          <p14:tracePt t="33134" x="5813425" y="2536825"/>
          <p14:tracePt t="33136" x="5799138" y="2536825"/>
          <p14:tracePt t="33139" x="5784850" y="2536825"/>
          <p14:tracePt t="33142" x="5772150" y="2536825"/>
          <p14:tracePt t="33143" x="5772150" y="2551113"/>
          <p14:tracePt t="33144" x="5757863" y="2551113"/>
          <p14:tracePt t="33145" x="5743575" y="2551113"/>
          <p14:tracePt t="33147" x="5743575" y="2565400"/>
          <p14:tracePt t="33148" x="5730875" y="2565400"/>
          <p14:tracePt t="33150" x="5716588" y="2578100"/>
          <p14:tracePt t="33152" x="5702300" y="2592388"/>
          <p14:tracePt t="33154" x="5702300" y="2606675"/>
          <p14:tracePt t="33156" x="5689600" y="2606675"/>
          <p14:tracePt t="33157" x="5689600" y="2619375"/>
          <p14:tracePt t="33161" x="5689600" y="2647950"/>
          <p14:tracePt t="33162" x="5675313" y="2647950"/>
          <p14:tracePt t="33164" x="5675313" y="2660650"/>
          <p14:tracePt t="33168" x="5675313" y="2674938"/>
          <p14:tracePt t="33170" x="5675313" y="2687638"/>
          <p14:tracePt t="33173" x="5675313" y="2701925"/>
          <p14:tracePt t="33177" x="5675313" y="2716213"/>
          <p14:tracePt t="33184" x="5675313" y="2728913"/>
          <p14:tracePt t="33188" x="5675313" y="2743200"/>
          <p14:tracePt t="33194" x="5689600" y="2743200"/>
          <p14:tracePt t="33198" x="5702300" y="2757488"/>
          <p14:tracePt t="33204" x="5716588" y="2757488"/>
          <p14:tracePt t="33209" x="5716588" y="2770188"/>
          <p14:tracePt t="33213" x="5730875" y="2770188"/>
          <p14:tracePt t="33218" x="5743575" y="2784475"/>
          <p14:tracePt t="33224" x="5757863" y="2784475"/>
          <p14:tracePt t="33237" x="5757863" y="2798763"/>
          <p14:tracePt t="33568" x="5757863" y="2811463"/>
          <p14:tracePt t="33830" x="5757863" y="2825750"/>
          <p14:tracePt t="33832" x="5772150" y="2825750"/>
          <p14:tracePt t="33834" x="5772150" y="2838450"/>
          <p14:tracePt t="33836" x="5784850" y="2838450"/>
          <p14:tracePt t="33838" x="5784850" y="2852738"/>
          <p14:tracePt t="33839" x="5813425" y="2852738"/>
          <p14:tracePt t="33843" x="5826125" y="2867025"/>
          <p14:tracePt t="33845" x="5840413" y="2867025"/>
          <p14:tracePt t="33848" x="5853113" y="2867025"/>
          <p14:tracePt t="33850" x="5867400" y="2867025"/>
          <p14:tracePt t="33853" x="5881688" y="2867025"/>
          <p14:tracePt t="34065" x="5867400" y="2867025"/>
          <p14:tracePt t="34069" x="5853113" y="2867025"/>
          <p14:tracePt t="34072" x="5840413" y="2867025"/>
          <p14:tracePt t="34073" x="5840413" y="2879725"/>
          <p14:tracePt t="34078" x="5826125" y="2879725"/>
          <p14:tracePt t="34096" x="5826125" y="2894013"/>
          <p14:tracePt t="34100" x="5813425" y="2894013"/>
          <p14:tracePt t="34108" x="5813425" y="2908300"/>
          <p14:tracePt t="34113" x="5799138" y="2908300"/>
          <p14:tracePt t="34117" x="5799138" y="2921000"/>
          <p14:tracePt t="34121" x="5784850" y="2921000"/>
          <p14:tracePt t="34151" x="5772150" y="2921000"/>
          <p14:tracePt t="34175" x="5757863" y="2921000"/>
          <p14:tracePt t="34188" x="5743575" y="2921000"/>
          <p14:tracePt t="34192" x="5743575" y="2935288"/>
          <p14:tracePt t="34198" x="5730875" y="2935288"/>
          <p14:tracePt t="34206" x="5730875" y="2949575"/>
          <p14:tracePt t="34208" x="5716588" y="2949575"/>
          <p14:tracePt t="34214" x="5702300" y="2949575"/>
          <p14:tracePt t="34219" x="5689600" y="2962275"/>
          <p14:tracePt t="34223" x="5675313" y="2976563"/>
          <p14:tracePt t="34226" x="5662613" y="2976563"/>
          <p14:tracePt t="34233" x="5648325" y="2990850"/>
          <p14:tracePt t="34244" x="5634038" y="2990850"/>
          <p14:tracePt t="34248" x="5621338" y="2990850"/>
          <p14:tracePt t="34315" x="5621338" y="3003550"/>
          <p14:tracePt t="34326" x="5621338" y="3017838"/>
          <p14:tracePt t="34329" x="5621338" y="3030538"/>
          <p14:tracePt t="34340" x="5607050" y="3044825"/>
          <p14:tracePt t="34348" x="5607050" y="3059113"/>
          <p14:tracePt t="34360" x="5607050" y="3071813"/>
          <p14:tracePt t="34368" x="5607050" y="3086100"/>
          <p14:tracePt t="34389" x="5607050" y="3100388"/>
          <p14:tracePt t="34447" x="5621338" y="3100388"/>
          <p14:tracePt t="34473" x="5621338" y="3113088"/>
          <p14:tracePt t="34481" x="5634038" y="3113088"/>
          <p14:tracePt t="34493" x="5634038" y="3127375"/>
          <p14:tracePt t="34564" x="5634038" y="3141663"/>
          <p14:tracePt t="34566" x="5648325" y="3141663"/>
          <p14:tracePt t="34588" x="5662613" y="3141663"/>
          <p14:tracePt t="34634" x="5662613" y="3154363"/>
          <p14:tracePt t="34636" x="5675313" y="3154363"/>
          <p14:tracePt t="34648" x="5689600" y="3154363"/>
          <p14:tracePt t="34675" x="5702300" y="3154363"/>
          <p14:tracePt t="34678" x="5702300" y="3168650"/>
          <p14:tracePt t="34693" x="5716588" y="3168650"/>
          <p14:tracePt t="34701" x="5716588" y="3181350"/>
          <p14:tracePt t="34709" x="5730875" y="3195638"/>
          <p14:tracePt t="34715" x="5743575" y="3195638"/>
          <p14:tracePt t="34728" x="5757863" y="3209925"/>
          <p14:tracePt t="34761" x="5772150" y="3209925"/>
          <p14:tracePt t="34762" x="5772150" y="3222625"/>
          <p14:tracePt t="34780" x="5784850" y="3236913"/>
          <p14:tracePt t="34788" x="5799138" y="3236913"/>
          <p14:tracePt t="34791" x="5799138" y="3251200"/>
          <p14:tracePt t="34807" x="5799138" y="3263900"/>
          <p14:tracePt t="34809" x="5813425" y="3263900"/>
          <p14:tracePt t="34826" x="5813425" y="3278188"/>
          <p14:tracePt t="34834" x="5826125" y="3278188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CA89C0-C2F1-70A8-D613-576877F857D5}"/>
              </a:ext>
            </a:extLst>
          </p:cNvPr>
          <p:cNvSpPr txBox="1"/>
          <p:nvPr/>
        </p:nvSpPr>
        <p:spPr>
          <a:xfrm>
            <a:off x="2611327" y="1700808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音訊 11">
            <a:hlinkClick r:id="" action="ppaction://media"/>
            <a:extLst>
              <a:ext uri="{FF2B5EF4-FFF2-40B4-BE49-F238E27FC236}">
                <a16:creationId xmlns:a16="http://schemas.microsoft.com/office/drawing/2014/main" id="{4FCFC373-464E-0623-2EBC-CE113CB897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10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307">
        <p:fade/>
      </p:transition>
    </mc:Choice>
    <mc:Fallback>
      <p:transition advTm="330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8" x="5826125" y="3305175"/>
          <p14:tracePt t="130" x="5826125" y="3319463"/>
          <p14:tracePt t="230" x="5840413" y="3319463"/>
          <p14:tracePt t="242" x="5853113" y="3319463"/>
          <p14:tracePt t="244" x="5853113" y="3333750"/>
          <p14:tracePt t="477" x="5853113" y="3346450"/>
          <p14:tracePt t="573" x="5853113" y="3360738"/>
          <p14:tracePt t="583" x="5853113" y="3373438"/>
          <p14:tracePt t="597" x="5840413" y="3387725"/>
          <p14:tracePt t="622" x="5840413" y="3402013"/>
          <p14:tracePt t="628" x="5826125" y="3402013"/>
          <p14:tracePt t="639" x="5826125" y="3414713"/>
          <p14:tracePt t="641" x="5813425" y="3414713"/>
          <p14:tracePt t="643" x="5813425" y="3429000"/>
          <p14:tracePt t="653" x="5799138" y="3443288"/>
          <p14:tracePt t="655" x="5784850" y="3443288"/>
          <p14:tracePt t="661" x="5772150" y="3455988"/>
          <p14:tracePt t="665" x="5757863" y="3455988"/>
          <p14:tracePt t="669" x="5743575" y="3470275"/>
          <p14:tracePt t="670" x="5730875" y="3470275"/>
          <p14:tracePt t="672" x="5730875" y="3484563"/>
          <p14:tracePt t="675" x="5716588" y="3484563"/>
          <p14:tracePt t="679" x="5702300" y="3484563"/>
          <p14:tracePt t="682" x="5689600" y="3497263"/>
          <p14:tracePt t="683" x="5675313" y="3497263"/>
          <p14:tracePt t="689" x="5662613" y="3497263"/>
          <p14:tracePt t="691" x="5648325" y="3497263"/>
          <p14:tracePt t="695" x="5634038" y="3511550"/>
          <p14:tracePt t="696" x="5621338" y="3511550"/>
          <p14:tracePt t="699" x="5607050" y="3511550"/>
          <p14:tracePt t="704" x="5592763" y="3511550"/>
          <p14:tracePt t="705" x="5580063" y="3511550"/>
          <p14:tracePt t="713" x="5565775" y="3511550"/>
          <p14:tracePt t="730" x="5551488" y="3511550"/>
          <p14:tracePt t="768" x="5538788" y="3524250"/>
          <p14:tracePt t="774" x="5538788" y="3538538"/>
          <p14:tracePt t="776" x="5524500" y="3538538"/>
          <p14:tracePt t="780" x="5511800" y="3538538"/>
          <p14:tracePt t="786" x="5497513" y="3552825"/>
          <p14:tracePt t="791" x="5483225" y="3552825"/>
          <p14:tracePt t="795" x="5470525" y="3552825"/>
          <p14:tracePt t="797" x="5470525" y="3565525"/>
          <p14:tracePt t="799" x="5456238" y="3565525"/>
          <p14:tracePt t="806" x="5441950" y="3565525"/>
          <p14:tracePt t="814" x="5441950" y="3579813"/>
          <p14:tracePt t="829" x="5441950" y="3594100"/>
          <p14:tracePt t="852" x="5429250" y="3594100"/>
          <p14:tracePt t="859" x="5429250" y="3606800"/>
          <p14:tracePt t="873" x="5429250" y="3621088"/>
          <p14:tracePt t="891" x="5429250" y="3635375"/>
          <p14:tracePt t="906" x="5429250" y="3648075"/>
          <p14:tracePt t="990" x="5429250" y="3662363"/>
          <p14:tracePt t="1012" x="5414963" y="3662363"/>
          <p14:tracePt t="1016" x="5414963" y="3676650"/>
          <p14:tracePt t="1018" x="5400675" y="3676650"/>
          <p14:tracePt t="1035" x="5387975" y="3689350"/>
          <p14:tracePt t="1048" x="5387975" y="3703638"/>
          <p14:tracePt t="1084" x="5373688" y="3703638"/>
          <p14:tracePt t="1160" x="5373688" y="3716338"/>
          <p14:tracePt t="1215" x="5360988" y="3716338"/>
          <p14:tracePt t="1244" x="5346700" y="3716338"/>
          <p14:tracePt t="1268" x="5332413" y="3716338"/>
          <p14:tracePt t="1346" x="5319713" y="3716338"/>
          <p14:tracePt t="1368" x="5305425" y="3716338"/>
          <p14:tracePt t="1378" x="5291138" y="3716338"/>
          <p14:tracePt t="1842" x="5278438" y="3703638"/>
          <p14:tracePt t="1844" x="5278438" y="3689350"/>
          <p14:tracePt t="1845" x="5264150" y="3689350"/>
          <p14:tracePt t="1846" x="5249863" y="3676650"/>
          <p14:tracePt t="1850" x="5237163" y="3662363"/>
          <p14:tracePt t="1851" x="5222875" y="3648075"/>
          <p14:tracePt t="1852" x="5210175" y="3635375"/>
          <p14:tracePt t="1853" x="5195888" y="3635375"/>
          <p14:tracePt t="1854" x="5195888" y="3621088"/>
          <p14:tracePt t="1856" x="5181600" y="3621088"/>
          <p14:tracePt t="1857" x="5168900" y="3606800"/>
          <p14:tracePt t="1858" x="5154613" y="3606800"/>
          <p14:tracePt t="1860" x="5127625" y="3594100"/>
          <p14:tracePt t="1862" x="5099050" y="3565525"/>
          <p14:tracePt t="1864" x="5086350" y="3552825"/>
          <p14:tracePt t="1865" x="5059363" y="3552825"/>
          <p14:tracePt t="1867" x="5045075" y="3538538"/>
          <p14:tracePt t="1869" x="5030788" y="3524250"/>
          <p14:tracePt t="1870" x="5018088" y="3524250"/>
          <p14:tracePt t="1870" x="5018088" y="3511550"/>
          <p14:tracePt t="1871" x="5003800" y="3511550"/>
          <p14:tracePt t="1872" x="4976813" y="3497263"/>
          <p14:tracePt t="1873" x="4976813" y="3484563"/>
          <p14:tracePt t="1874" x="4962525" y="3484563"/>
          <p14:tracePt t="1875" x="4948238" y="3470275"/>
          <p14:tracePt t="1876" x="4921250" y="3455988"/>
          <p14:tracePt t="1877" x="4908550" y="3455988"/>
          <p14:tracePt t="1878" x="4894263" y="3443288"/>
          <p14:tracePt t="1879" x="4879975" y="3443288"/>
          <p14:tracePt t="1880" x="4879975" y="3429000"/>
          <p14:tracePt t="1881" x="4852988" y="3414713"/>
          <p14:tracePt t="1883" x="4838700" y="3414713"/>
          <p14:tracePt t="1884" x="4826000" y="3402013"/>
          <p14:tracePt t="1884" x="4797425" y="3387725"/>
          <p14:tracePt t="1885" x="4770438" y="3387725"/>
          <p14:tracePt t="1887" x="4743450" y="3360738"/>
          <p14:tracePt t="1888" x="4729163" y="3346450"/>
          <p14:tracePt t="1890" x="4702175" y="3346450"/>
          <p14:tracePt t="1891" x="4687888" y="3333750"/>
          <p14:tracePt t="1891" x="4660900" y="3319463"/>
          <p14:tracePt t="1893" x="4633913" y="3319463"/>
          <p14:tracePt t="1894" x="4606925" y="3305175"/>
          <p14:tracePt t="1895" x="4578350" y="3292475"/>
          <p14:tracePt t="1896" x="4551363" y="3278188"/>
          <p14:tracePt t="1898" x="4510088" y="3278188"/>
          <p14:tracePt t="1898" x="4468813" y="3263900"/>
          <p14:tracePt t="1900" x="4427538" y="3251200"/>
          <p14:tracePt t="1903" x="4400550" y="3236913"/>
          <p14:tracePt t="1904" x="4373563" y="3236913"/>
          <p14:tracePt t="1906" x="4346575" y="3222625"/>
          <p14:tracePt t="1908" x="4305300" y="3209925"/>
          <p14:tracePt t="1909" x="4264025" y="3209925"/>
          <p14:tracePt t="1911" x="4235450" y="3195638"/>
          <p14:tracePt t="1912" x="4208463" y="3181350"/>
          <p14:tracePt t="1914" x="4167188" y="3154363"/>
          <p14:tracePt t="1915" x="4140200" y="3154363"/>
          <p14:tracePt t="1917" x="4098925" y="3127375"/>
          <p14:tracePt t="1918" x="4084638" y="3127375"/>
          <p14:tracePt t="1919" x="4071938" y="3127375"/>
          <p14:tracePt t="1920" x="4057650" y="3113088"/>
          <p14:tracePt t="1922" x="4044950" y="3113088"/>
          <p14:tracePt t="1924" x="4030663" y="3100388"/>
          <p14:tracePt t="1925" x="4016375" y="3100388"/>
          <p14:tracePt t="1926" x="4016375" y="3086100"/>
          <p14:tracePt t="1927" x="4003675" y="3086100"/>
          <p14:tracePt t="1932" x="3989388" y="3071813"/>
          <p14:tracePt t="1934" x="3989388" y="3059113"/>
          <p14:tracePt t="1935" x="3975100" y="3044825"/>
          <p14:tracePt t="1940" x="3975100" y="3030538"/>
          <p14:tracePt t="1943" x="3962400" y="3030538"/>
          <p14:tracePt t="1945" x="3962400" y="3017838"/>
          <p14:tracePt t="1948" x="3948113" y="3017838"/>
          <p14:tracePt t="1950" x="3948113" y="3003550"/>
          <p14:tracePt t="1952" x="3948113" y="2990850"/>
          <p14:tracePt t="1956" x="3933825" y="2990850"/>
          <p14:tracePt t="1957" x="3933825" y="2976563"/>
          <p14:tracePt t="1961" x="3921125" y="2976563"/>
          <p14:tracePt t="1962" x="3921125" y="2962275"/>
          <p14:tracePt t="1963" x="3906838" y="2962275"/>
          <p14:tracePt t="1967" x="3894138" y="2949575"/>
          <p14:tracePt t="1972" x="3894138" y="2935288"/>
          <p14:tracePt t="1974" x="3879850" y="2921000"/>
          <p14:tracePt t="1976" x="3865563" y="2921000"/>
          <p14:tracePt t="1978" x="3852863" y="2921000"/>
          <p14:tracePt t="1980" x="3852863" y="2908300"/>
          <p14:tracePt t="1982" x="3838575" y="2908300"/>
          <p14:tracePt t="1984" x="3838575" y="2894013"/>
          <p14:tracePt t="1985" x="3824288" y="2879725"/>
          <p14:tracePt t="1988" x="3811588" y="2879725"/>
          <p14:tracePt t="1989" x="3811588" y="2867025"/>
          <p14:tracePt t="1990" x="3797300" y="2867025"/>
          <p14:tracePt t="1994" x="3783013" y="2852738"/>
          <p14:tracePt t="1995" x="3770313" y="2838450"/>
          <p14:tracePt t="1997" x="3756025" y="2838450"/>
          <p14:tracePt t="1999" x="3743325" y="2825750"/>
          <p14:tracePt t="2001" x="3729038" y="2825750"/>
          <p14:tracePt t="2003" x="3714750" y="2811463"/>
          <p14:tracePt t="2005" x="3702050" y="2798763"/>
          <p14:tracePt t="2007" x="3687763" y="2798763"/>
          <p14:tracePt t="2009" x="3673475" y="2784475"/>
          <p14:tracePt t="2012" x="3660775" y="2784475"/>
          <p14:tracePt t="2016" x="3632200" y="2757488"/>
          <p14:tracePt t="2019" x="3619500" y="2757488"/>
          <p14:tracePt t="2021" x="3619500" y="2743200"/>
          <p14:tracePt t="2023" x="3605213" y="2743200"/>
          <p14:tracePt t="2026" x="3592513" y="2728913"/>
          <p14:tracePt t="2029" x="3578225" y="2728913"/>
          <p14:tracePt t="2034" x="3578225" y="2716213"/>
          <p14:tracePt t="2042" x="3563938" y="2701925"/>
          <p14:tracePt t="2054" x="3563938" y="2687638"/>
          <p14:tracePt t="2059" x="3551238" y="2687638"/>
          <p14:tracePt t="2066" x="3536950" y="2674938"/>
          <p14:tracePt t="2076" x="3522663" y="2660650"/>
          <p14:tracePt t="2081" x="3522663" y="2647950"/>
          <p14:tracePt t="2086" x="3509963" y="2647950"/>
          <p14:tracePt t="2088" x="3509963" y="2633663"/>
          <p14:tracePt t="2092" x="3495675" y="2633663"/>
          <p14:tracePt t="2095" x="3481388" y="2633663"/>
          <p14:tracePt t="2097" x="3481388" y="2619375"/>
          <p14:tracePt t="2098" x="3468688" y="2619375"/>
          <p14:tracePt t="2100" x="3454400" y="2619375"/>
          <p14:tracePt t="2102" x="3454400" y="2606675"/>
          <p14:tracePt t="2103" x="3441700" y="2606675"/>
          <p14:tracePt t="2107" x="3427413" y="2592388"/>
          <p14:tracePt t="2107" x="3413125" y="2592388"/>
          <p14:tracePt t="2110" x="3386138" y="2592388"/>
          <p14:tracePt t="2112" x="3371850" y="2592388"/>
          <p14:tracePt t="2113" x="3371850" y="2578100"/>
          <p14:tracePt t="2115" x="3344863" y="2578100"/>
          <p14:tracePt t="2117" x="3317875" y="2565400"/>
          <p14:tracePt t="2118" x="3303588" y="2565400"/>
          <p14:tracePt t="2119" x="3290888" y="2565400"/>
          <p14:tracePt t="2120" x="3262313" y="2551113"/>
          <p14:tracePt t="2122" x="3249613" y="2551113"/>
          <p14:tracePt t="2125" x="3235325" y="2551113"/>
          <p14:tracePt t="2127" x="3194050" y="2536825"/>
          <p14:tracePt t="2128" x="3179763" y="2536825"/>
          <p14:tracePt t="2129" x="3167063" y="2536825"/>
          <p14:tracePt t="2130" x="3152775" y="2524125"/>
          <p14:tracePt t="2134" x="3125788" y="2524125"/>
          <p14:tracePt t="2136" x="3111500" y="2524125"/>
          <p14:tracePt t="2137" x="3098800" y="2524125"/>
          <p14:tracePt t="2140" x="3084513" y="2509838"/>
          <p14:tracePt t="2142" x="3070225" y="2509838"/>
          <p14:tracePt t="2145" x="3057525" y="2495550"/>
          <p14:tracePt t="2147" x="3043238" y="2495550"/>
          <p14:tracePt t="2153" x="3028950" y="2495550"/>
          <p14:tracePt t="2156" x="3028950" y="2482850"/>
          <p14:tracePt t="2168" x="3016250" y="2482850"/>
          <p14:tracePt t="2173" x="3016250" y="2468563"/>
          <p14:tracePt t="2186" x="3016250" y="2455863"/>
          <p14:tracePt t="2192" x="3016250" y="2441575"/>
          <p14:tracePt t="2193" x="3001963" y="2441575"/>
          <p14:tracePt t="2202" x="2989263" y="2441575"/>
          <p14:tracePt t="2221" x="2989263" y="2427288"/>
          <p14:tracePt t="2224" x="2974975" y="2427288"/>
          <p14:tracePt t="2232" x="2960688" y="2427288"/>
          <p14:tracePt t="2240" x="2947988" y="2427288"/>
          <p14:tracePt t="2245" x="2933700" y="2414588"/>
          <p14:tracePt t="2265" x="2919413" y="2414588"/>
          <p14:tracePt t="2281" x="2919413" y="2400300"/>
          <p14:tracePt t="2289" x="2919413" y="2386013"/>
          <p14:tracePt t="2292" x="2906713" y="2386013"/>
          <p14:tracePt t="2298" x="2906713" y="2373313"/>
          <p14:tracePt t="2306" x="2892425" y="2373313"/>
          <p14:tracePt t="2308" x="2892425" y="2359025"/>
          <p14:tracePt t="2310" x="2878138" y="2359025"/>
          <p14:tracePt t="2311" x="2878138" y="2344738"/>
          <p14:tracePt t="2319" x="2878138" y="2332038"/>
          <p14:tracePt t="2321" x="2865438" y="2332038"/>
          <p14:tracePt t="2327" x="2865438" y="2317750"/>
          <p14:tracePt t="2331" x="2851150" y="2317750"/>
          <p14:tracePt t="2332" x="2851150" y="2305050"/>
          <p14:tracePt t="2339" x="2838450" y="2305050"/>
          <p14:tracePt t="2344" x="2824163" y="2305050"/>
          <p14:tracePt t="2345" x="2809875" y="2290763"/>
          <p14:tracePt t="2357" x="2797175" y="2290763"/>
          <p14:tracePt t="2371" x="2797175" y="2276475"/>
          <p14:tracePt t="2395" x="2782888" y="2276475"/>
          <p14:tracePt t="2428" x="2768600" y="2263775"/>
          <p14:tracePt t="2554" x="2782888" y="2263775"/>
          <p14:tracePt t="2561" x="2797175" y="2263775"/>
          <p14:tracePt t="2565" x="2797175" y="2276475"/>
          <p14:tracePt t="2566" x="2809875" y="2276475"/>
          <p14:tracePt t="2569" x="2824163" y="2276475"/>
          <p14:tracePt t="2575" x="2838450" y="2276475"/>
          <p14:tracePt t="2581" x="2851150" y="2290763"/>
          <p14:tracePt t="2584" x="2865438" y="2290763"/>
          <p14:tracePt t="2587" x="2878138" y="2290763"/>
          <p14:tracePt t="2592" x="2892425" y="2290763"/>
          <p14:tracePt t="2598" x="2906713" y="2290763"/>
          <p14:tracePt t="2605" x="2919413" y="2290763"/>
          <p14:tracePt t="2618" x="2933700" y="2290763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A5B0826-92C6-A6F5-4C25-740D511A6BAB}"/>
              </a:ext>
            </a:extLst>
          </p:cNvPr>
          <p:cNvSpPr txBox="1"/>
          <p:nvPr/>
        </p:nvSpPr>
        <p:spPr>
          <a:xfrm>
            <a:off x="2611327" y="1700808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225BAFBD-24AA-6AB8-8BF5-C38D897AF7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45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2912">
        <p:fade/>
      </p:transition>
    </mc:Choice>
    <mc:Fallback>
      <p:transition advTm="291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14" x="2947988" y="2290763"/>
          <p14:tracePt t="424" x="2960688" y="2290763"/>
          <p14:tracePt t="429" x="2974975" y="2290763"/>
          <p14:tracePt t="432" x="2989263" y="2290763"/>
          <p14:tracePt t="434" x="3001963" y="2290763"/>
          <p14:tracePt t="439" x="3016250" y="2290763"/>
          <p14:tracePt t="444" x="3028950" y="2290763"/>
          <p14:tracePt t="449" x="3043238" y="2290763"/>
          <p14:tracePt t="451" x="3057525" y="2290763"/>
          <p14:tracePt t="456" x="3070225" y="2290763"/>
          <p14:tracePt t="460" x="3084513" y="2290763"/>
          <p14:tracePt t="466" x="3098800" y="2290763"/>
          <p14:tracePt t="469" x="3098800" y="2276475"/>
          <p14:tracePt t="471" x="3111500" y="2276475"/>
          <p14:tracePt t="473" x="3125788" y="2276475"/>
          <p14:tracePt t="476" x="3125788" y="2263775"/>
          <p14:tracePt t="480" x="3140075" y="2263775"/>
          <p14:tracePt t="481" x="3152775" y="2263775"/>
          <p14:tracePt t="487" x="3167063" y="2263775"/>
          <p14:tracePt t="492" x="3179763" y="2263775"/>
          <p14:tracePt t="494" x="3179763" y="2249488"/>
          <p14:tracePt t="498" x="3194050" y="2249488"/>
          <p14:tracePt t="501" x="3208338" y="2249488"/>
          <p14:tracePt t="506" x="3221038" y="2249488"/>
          <p14:tracePt t="511" x="3235325" y="2249488"/>
          <p14:tracePt t="518" x="3249613" y="2249488"/>
          <p14:tracePt t="521" x="3262313" y="2249488"/>
          <p14:tracePt t="528" x="3276600" y="2249488"/>
          <p14:tracePt t="536" x="3290888" y="2249488"/>
          <p14:tracePt t="543" x="3303588" y="2249488"/>
          <p14:tracePt t="549" x="3317875" y="2249488"/>
          <p14:tracePt t="555" x="3330575" y="2249488"/>
          <p14:tracePt t="561" x="3344863" y="2249488"/>
          <p14:tracePt t="566" x="3359150" y="2249488"/>
          <p14:tracePt t="569" x="3371850" y="2249488"/>
          <p14:tracePt t="575" x="3386138" y="2249488"/>
          <p14:tracePt t="579" x="3400425" y="2249488"/>
          <p14:tracePt t="587" x="3413125" y="2249488"/>
          <p14:tracePt t="591" x="3427413" y="2249488"/>
          <p14:tracePt t="599" x="3441700" y="2249488"/>
          <p14:tracePt t="742" x="3427413" y="2249488"/>
          <p14:tracePt t="747" x="3413125" y="2235200"/>
          <p14:tracePt t="753" x="3400425" y="2235200"/>
          <p14:tracePt t="759" x="3386138" y="2235200"/>
          <p14:tracePt t="765" x="3371850" y="2235200"/>
          <p14:tracePt t="769" x="3359150" y="2235200"/>
          <p14:tracePt t="773" x="3344863" y="2235200"/>
          <p14:tracePt t="780" x="3330575" y="2235200"/>
          <p14:tracePt t="787" x="3317875" y="2235200"/>
          <p14:tracePt t="794" x="3303588" y="2235200"/>
          <p14:tracePt t="809" x="3290888" y="2235200"/>
          <p14:tracePt t="823" x="3276600" y="2235200"/>
          <p14:tracePt t="834" x="3262313" y="2235200"/>
          <p14:tracePt t="839" x="3249613" y="2235200"/>
          <p14:tracePt t="847" x="3249613" y="2222500"/>
          <p14:tracePt t="850" x="3235325" y="2222500"/>
          <p14:tracePt t="856" x="3221038" y="2222500"/>
          <p14:tracePt t="862" x="3208338" y="2222500"/>
          <p14:tracePt t="865" x="3194050" y="2222500"/>
          <p14:tracePt t="869" x="3179763" y="2222500"/>
          <p14:tracePt t="874" x="3167063" y="2222500"/>
          <p14:tracePt t="876" x="3152775" y="2208213"/>
          <p14:tracePt t="880" x="3140075" y="2208213"/>
          <p14:tracePt t="884" x="3125788" y="2208213"/>
          <p14:tracePt t="887" x="3111500" y="2208213"/>
          <p14:tracePt t="892" x="3098800" y="2208213"/>
          <p14:tracePt t="894" x="3084513" y="2208213"/>
          <p14:tracePt t="898" x="3070225" y="2208213"/>
          <p14:tracePt t="904" x="3057525" y="2208213"/>
          <p14:tracePt t="920" x="3043238" y="2208213"/>
          <p14:tracePt t="1017" x="3043238" y="2193925"/>
          <p14:tracePt t="1022" x="3028950" y="2193925"/>
          <p14:tracePt t="1181" x="3016250" y="2193925"/>
          <p14:tracePt t="1199" x="3001963" y="2193925"/>
          <p14:tracePt t="1214" x="3001963" y="2181225"/>
          <p14:tracePt t="1277" x="2989263" y="2181225"/>
          <p14:tracePt t="1762" x="3001963" y="2181225"/>
          <p14:tracePt t="1774" x="3016250" y="2181225"/>
          <p14:tracePt t="1782" x="3028950" y="2181225"/>
          <p14:tracePt t="1793" x="3043238" y="2181225"/>
          <p14:tracePt t="2640" x="3057525" y="2181225"/>
          <p14:tracePt t="2657" x="3070225" y="2181225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5044683-9104-BD00-3373-07C363603FC3}"/>
              </a:ext>
            </a:extLst>
          </p:cNvPr>
          <p:cNvSpPr txBox="1"/>
          <p:nvPr/>
        </p:nvSpPr>
        <p:spPr>
          <a:xfrm>
            <a:off x="2611327" y="1700808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C1AEBC7F-7928-2BDD-B47B-73BC4B29E4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99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2726">
        <p:fade/>
      </p:transition>
    </mc:Choice>
    <mc:Fallback>
      <p:transition advTm="272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1" x="3194050" y="2222500"/>
          <p14:tracePt t="44" x="3208338" y="2222500"/>
          <p14:tracePt t="85" x="3221038" y="2222500"/>
          <p14:tracePt t="92" x="3235325" y="2222500"/>
          <p14:tracePt t="101" x="3249613" y="2222500"/>
          <p14:tracePt t="104" x="3262313" y="2222500"/>
          <p14:tracePt t="126" x="3276600" y="2222500"/>
          <p14:tracePt t="202" x="3276600" y="2208213"/>
          <p14:tracePt t="332" x="3276600" y="2193925"/>
          <p14:tracePt t="367" x="3262313" y="2193925"/>
          <p14:tracePt t="447" x="3249613" y="2193925"/>
          <p14:tracePt t="477" x="3235325" y="2193925"/>
          <p14:tracePt t="565" x="3221038" y="2193925"/>
          <p14:tracePt t="641" x="3208338" y="2193925"/>
          <p14:tracePt t="662" x="3194050" y="2193925"/>
          <p14:tracePt t="825" x="3208338" y="2193925"/>
          <p14:tracePt t="835" x="3221038" y="2193925"/>
          <p14:tracePt t="850" x="3235325" y="2193925"/>
          <p14:tracePt t="882" x="3249613" y="2193925"/>
          <p14:tracePt t="896" x="3262313" y="2193925"/>
          <p14:tracePt t="1021" x="3262313" y="2208213"/>
          <p14:tracePt t="1037" x="3262313" y="2222500"/>
          <p14:tracePt t="1053" x="3249613" y="2222500"/>
          <p14:tracePt t="1248" x="3249613" y="2235200"/>
          <p14:tracePt t="1252" x="3249613" y="2249488"/>
          <p14:tracePt t="1256" x="3235325" y="2263775"/>
          <p14:tracePt t="1258" x="3235325" y="2276475"/>
          <p14:tracePt t="1261" x="3235325" y="2290763"/>
          <p14:tracePt t="1262" x="3221038" y="2290763"/>
          <p14:tracePt t="1264" x="3221038" y="2305050"/>
          <p14:tracePt t="1266" x="3208338" y="2305050"/>
          <p14:tracePt t="1266" x="3208338" y="2317750"/>
          <p14:tracePt t="1269" x="3194050" y="2332038"/>
          <p14:tracePt t="1272" x="3194050" y="2344738"/>
          <p14:tracePt t="1273" x="3179763" y="2359025"/>
          <p14:tracePt t="1274" x="3167063" y="2373313"/>
          <p14:tracePt t="1276" x="3152775" y="2386013"/>
          <p14:tracePt t="1279" x="3140075" y="2400300"/>
          <p14:tracePt t="1281" x="3140075" y="2414588"/>
          <p14:tracePt t="1281" x="3125788" y="2427288"/>
          <p14:tracePt t="1284" x="3111500" y="2427288"/>
          <p14:tracePt t="1286" x="3111500" y="2455863"/>
          <p14:tracePt t="1287" x="3098800" y="2455863"/>
          <p14:tracePt t="1287" x="3098800" y="2468563"/>
          <p14:tracePt t="1289" x="3084513" y="2495550"/>
          <p14:tracePt t="1290" x="3070225" y="2495550"/>
          <p14:tracePt t="1292" x="3070225" y="2509838"/>
          <p14:tracePt t="1293" x="3057525" y="2524125"/>
          <p14:tracePt t="1294" x="3057525" y="2536825"/>
          <p14:tracePt t="1295" x="3043238" y="2536825"/>
          <p14:tracePt t="1296" x="3028950" y="2551113"/>
          <p14:tracePt t="1297" x="3028950" y="2565400"/>
          <p14:tracePt t="1299" x="3016250" y="2578100"/>
          <p14:tracePt t="1300" x="3016250" y="2592388"/>
          <p14:tracePt t="1301" x="2989263" y="2606675"/>
          <p14:tracePt t="1303" x="2989263" y="2633663"/>
          <p14:tracePt t="1305" x="2974975" y="2633663"/>
          <p14:tracePt t="1307" x="2960688" y="2647950"/>
          <p14:tracePt t="1308" x="2947988" y="2674938"/>
          <p14:tracePt t="1309" x="2933700" y="2701925"/>
          <p14:tracePt t="1311" x="2919413" y="2716213"/>
          <p14:tracePt t="1314" x="2906713" y="2743200"/>
          <p14:tracePt t="1315" x="2892425" y="2757488"/>
          <p14:tracePt t="1316" x="2892425" y="2770188"/>
          <p14:tracePt t="1317" x="2865438" y="2784475"/>
          <p14:tracePt t="1320" x="2851150" y="2811463"/>
          <p14:tracePt t="1321" x="2838450" y="2825750"/>
          <p14:tracePt t="1322" x="2824163" y="2825750"/>
          <p14:tracePt t="1323" x="2809875" y="2852738"/>
          <p14:tracePt t="1325" x="2797175" y="2867025"/>
          <p14:tracePt t="1328" x="2782888" y="2879725"/>
          <p14:tracePt t="1329" x="2768600" y="2894013"/>
          <p14:tracePt t="1331" x="2768600" y="2908300"/>
          <p14:tracePt t="1334" x="2768600" y="2921000"/>
          <p14:tracePt t="1335" x="2755900" y="2921000"/>
          <p14:tracePt t="1336" x="2755900" y="2935288"/>
          <p14:tracePt t="1343" x="2755900" y="2949575"/>
          <p14:tracePt t="1348" x="2741613" y="2949575"/>
          <p14:tracePt t="1358" x="2741613" y="2962275"/>
          <p14:tracePt t="1558" x="2741613" y="2976563"/>
          <p14:tracePt t="1586" x="2741613" y="2990850"/>
          <p14:tracePt t="1620" x="2741613" y="3003550"/>
          <p14:tracePt t="1666" x="2741613" y="3017838"/>
          <p14:tracePt t="1790" x="2741613" y="3003550"/>
          <p14:tracePt t="1792" x="2755900" y="3003550"/>
          <p14:tracePt t="1800" x="2768600" y="2990850"/>
          <p14:tracePt t="1801" x="2782888" y="2976563"/>
          <p14:tracePt t="1809" x="2797175" y="2962275"/>
          <p14:tracePt t="1814" x="2797175" y="2949575"/>
          <p14:tracePt t="1815" x="2809875" y="2949575"/>
          <p14:tracePt t="1819" x="2824163" y="2935288"/>
          <p14:tracePt t="1821" x="2824163" y="2921000"/>
          <p14:tracePt t="1822" x="2838450" y="2921000"/>
          <p14:tracePt t="1825" x="2838450" y="2908300"/>
          <p14:tracePt t="1826" x="2851150" y="2908300"/>
          <p14:tracePt t="1828" x="2851150" y="2894013"/>
          <p14:tracePt t="1829" x="2865438" y="2894013"/>
          <p14:tracePt t="1830" x="2865438" y="2879725"/>
          <p14:tracePt t="1832" x="2878138" y="2867025"/>
          <p14:tracePt t="1836" x="2892425" y="2852738"/>
          <p14:tracePt t="1838" x="2906713" y="2852738"/>
          <p14:tracePt t="1838" x="2906713" y="2838450"/>
          <p14:tracePt t="1841" x="2919413" y="2825750"/>
          <p14:tracePt t="1843" x="2919413" y="2811463"/>
          <p14:tracePt t="1846" x="2933700" y="2811463"/>
          <p14:tracePt t="1846" x="2947988" y="2798763"/>
          <p14:tracePt t="1850" x="2960688" y="2784475"/>
          <p14:tracePt t="1854" x="2960688" y="2770188"/>
          <p14:tracePt t="1856" x="2974975" y="2757488"/>
          <p14:tracePt t="1858" x="2974975" y="2743200"/>
          <p14:tracePt t="1859" x="2989263" y="2743200"/>
          <p14:tracePt t="1862" x="3001963" y="2743200"/>
          <p14:tracePt t="1862" x="3001963" y="2728913"/>
          <p14:tracePt t="1867" x="3001963" y="2716213"/>
          <p14:tracePt t="1868" x="3016250" y="2701925"/>
          <p14:tracePt t="1873" x="3028950" y="2687638"/>
          <p14:tracePt t="1877" x="3028950" y="2674938"/>
          <p14:tracePt t="1879" x="3043238" y="2674938"/>
          <p14:tracePt t="1882" x="3043238" y="2660650"/>
          <p14:tracePt t="1889" x="3057525" y="2647950"/>
          <p14:tracePt t="1896" x="3070225" y="2647950"/>
          <p14:tracePt t="1905" x="3070225" y="2633663"/>
          <p14:tracePt t="1957" x="3070225" y="2619375"/>
          <p14:tracePt t="1964" x="3070225" y="2606675"/>
          <p14:tracePt t="1966" x="3084513" y="2592388"/>
          <p14:tracePt t="1974" x="3084513" y="2578100"/>
          <p14:tracePt t="1978" x="3084513" y="2565400"/>
          <p14:tracePt t="1982" x="3084513" y="2551113"/>
          <p14:tracePt t="1988" x="3098800" y="2536825"/>
          <p14:tracePt t="1994" x="3098800" y="2524125"/>
          <p14:tracePt t="1998" x="3098800" y="2509838"/>
          <p14:tracePt t="1999" x="3111500" y="2509838"/>
          <p14:tracePt t="2003" x="3111500" y="2495550"/>
          <p14:tracePt t="2007" x="3111500" y="2482850"/>
          <p14:tracePt t="2014" x="3111500" y="2468563"/>
          <p14:tracePt t="2025" x="3125788" y="2468563"/>
          <p14:tracePt t="2034" x="3125788" y="2455863"/>
          <p14:tracePt t="2094" x="3125788" y="2441575"/>
          <p14:tracePt t="2096" x="3125788" y="2427288"/>
          <p14:tracePt t="2106" x="3125788" y="2414588"/>
          <p14:tracePt t="2110" x="3140075" y="2414588"/>
          <p14:tracePt t="2112" x="3140075" y="2400300"/>
          <p14:tracePt t="2122" x="3140075" y="2386013"/>
          <p14:tracePt t="2131" x="3140075" y="2373313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6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C9E768A-8B36-FBB0-F58A-CA950BB76C8C}"/>
              </a:ext>
            </a:extLst>
          </p:cNvPr>
          <p:cNvSpPr txBox="1"/>
          <p:nvPr/>
        </p:nvSpPr>
        <p:spPr>
          <a:xfrm>
            <a:off x="2611327" y="1700808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3AF9BBDC-95B5-ECB6-8BFE-A586EC6FAF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07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4235">
        <p:fade/>
      </p:transition>
    </mc:Choice>
    <mc:Fallback>
      <p:transition advTm="423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0" x="2892425" y="3141663"/>
          <p14:tracePt t="25" x="2878138" y="3154363"/>
          <p14:tracePt t="33" x="2878138" y="3168650"/>
          <p14:tracePt t="44" x="2865438" y="3181350"/>
          <p14:tracePt t="49" x="2851150" y="3195638"/>
          <p14:tracePt t="57" x="2851150" y="3209925"/>
          <p14:tracePt t="60" x="2838450" y="3209925"/>
          <p14:tracePt t="65" x="2838450" y="3222625"/>
          <p14:tracePt t="69" x="2824163" y="3236913"/>
          <p14:tracePt t="74" x="2824163" y="3251200"/>
          <p14:tracePt t="76" x="2809875" y="3251200"/>
          <p14:tracePt t="78" x="2809875" y="3263900"/>
          <p14:tracePt t="79" x="2797175" y="3263900"/>
          <p14:tracePt t="82" x="2797175" y="3278188"/>
          <p14:tracePt t="85" x="2782888" y="3292475"/>
          <p14:tracePt t="87" x="2755900" y="3292475"/>
          <p14:tracePt t="88" x="2755900" y="3305175"/>
          <p14:tracePt t="90" x="2741613" y="3305175"/>
          <p14:tracePt t="91" x="2741613" y="3319463"/>
          <p14:tracePt t="92" x="2728913" y="3333750"/>
          <p14:tracePt t="95" x="2714625" y="3346450"/>
          <p14:tracePt t="98" x="2700338" y="3346450"/>
          <p14:tracePt t="99" x="2700338" y="3360738"/>
          <p14:tracePt t="102" x="2687638" y="3373438"/>
          <p14:tracePt t="104" x="2673350" y="3373438"/>
          <p14:tracePt t="106" x="2673350" y="3387725"/>
          <p14:tracePt t="109" x="2659063" y="3402013"/>
          <p14:tracePt t="114" x="2659063" y="3414713"/>
          <p14:tracePt t="115" x="2646363" y="3414713"/>
          <p14:tracePt t="119" x="2646363" y="3429000"/>
          <p14:tracePt t="120" x="2632075" y="3429000"/>
          <p14:tracePt t="123" x="2617788" y="3443288"/>
          <p14:tracePt t="126" x="2605088" y="3455988"/>
          <p14:tracePt t="131" x="2590800" y="3455988"/>
          <p14:tracePt t="134" x="2578100" y="3470275"/>
          <p14:tracePt t="304" x="2578100" y="3497263"/>
          <p14:tracePt t="308" x="2578100" y="3511550"/>
          <p14:tracePt t="309" x="2590800" y="3511550"/>
          <p14:tracePt t="311" x="2590800" y="3524250"/>
          <p14:tracePt t="314" x="2605088" y="3538538"/>
          <p14:tracePt t="315" x="2605088" y="3552825"/>
          <p14:tracePt t="317" x="2605088" y="3565525"/>
          <p14:tracePt t="320" x="2617788" y="3565525"/>
          <p14:tracePt t="321" x="2617788" y="3579813"/>
          <p14:tracePt t="322" x="2617788" y="3594100"/>
          <p14:tracePt t="323" x="2632075" y="3594100"/>
          <p14:tracePt t="324" x="2632075" y="3606800"/>
          <p14:tracePt t="325" x="2646363" y="3606800"/>
          <p14:tracePt t="327" x="2646363" y="3621088"/>
          <p14:tracePt t="328" x="2659063" y="3635375"/>
          <p14:tracePt t="329" x="2659063" y="3648075"/>
          <p14:tracePt t="331" x="2673350" y="3648075"/>
          <p14:tracePt t="332" x="2687638" y="3662363"/>
          <p14:tracePt t="335" x="2700338" y="3676650"/>
          <p14:tracePt t="336" x="2714625" y="3689350"/>
          <p14:tracePt t="338" x="2714625" y="3703638"/>
          <p14:tracePt t="339" x="2728913" y="3716338"/>
          <p14:tracePt t="341" x="2741613" y="3730625"/>
          <p14:tracePt t="343" x="2741613" y="3744913"/>
          <p14:tracePt t="344" x="2768600" y="3744913"/>
          <p14:tracePt t="345" x="2768600" y="3757613"/>
          <p14:tracePt t="347" x="2782888" y="3771900"/>
          <p14:tracePt t="355" x="2851150" y="3827463"/>
          <p14:tracePt t="357" x="2865438" y="3840163"/>
          <p14:tracePt t="359" x="2878138" y="3840163"/>
          <p14:tracePt t="360" x="2892425" y="3854450"/>
          <p14:tracePt t="363" x="2919413" y="3867150"/>
          <p14:tracePt t="364" x="2919413" y="3881438"/>
          <p14:tracePt t="366" x="2933700" y="3881438"/>
          <p14:tracePt t="367" x="2933700" y="3895725"/>
          <p14:tracePt t="368" x="2947988" y="3895725"/>
          <p14:tracePt t="370" x="2960688" y="3895725"/>
          <p14:tracePt t="372" x="2974975" y="3908425"/>
          <p14:tracePt t="376" x="2989263" y="3922713"/>
          <p14:tracePt t="380" x="3001963" y="3922713"/>
          <p14:tracePt t="381" x="3016250" y="3922713"/>
          <p14:tracePt t="383" x="3016250" y="3937000"/>
          <p14:tracePt t="398" x="3028950" y="3937000"/>
          <p14:tracePt t="1103" x="3028950" y="3922713"/>
          <p14:tracePt t="1106" x="3028950" y="3908425"/>
          <p14:tracePt t="1111" x="3028950" y="3895725"/>
          <p14:tracePt t="1114" x="3028950" y="3881438"/>
          <p14:tracePt t="1117" x="3028950" y="3867150"/>
          <p14:tracePt t="1119" x="3028950" y="3854450"/>
          <p14:tracePt t="1120" x="3028950" y="3840163"/>
          <p14:tracePt t="1123" x="3028950" y="3827463"/>
          <p14:tracePt t="1125" x="3028950" y="3813175"/>
          <p14:tracePt t="1127" x="3028950" y="3798888"/>
          <p14:tracePt t="1129" x="3028950" y="3786188"/>
          <p14:tracePt t="1132" x="3028950" y="3757613"/>
          <p14:tracePt t="1135" x="3028950" y="3744913"/>
          <p14:tracePt t="1138" x="3028950" y="3730625"/>
          <p14:tracePt t="1140" x="3028950" y="3716338"/>
          <p14:tracePt t="1143" x="3043238" y="3703638"/>
          <p14:tracePt t="1144" x="3043238" y="3689350"/>
          <p14:tracePt t="1146" x="3043238" y="3676650"/>
          <p14:tracePt t="1148" x="3043238" y="3662363"/>
          <p14:tracePt t="1150" x="3043238" y="3648075"/>
          <p14:tracePt t="1153" x="3057525" y="3635375"/>
          <p14:tracePt t="1155" x="3057525" y="3621088"/>
          <p14:tracePt t="1157" x="3057525" y="3606800"/>
          <p14:tracePt t="1160" x="3057525" y="3594100"/>
          <p14:tracePt t="1161" x="3057525" y="3579813"/>
          <p14:tracePt t="1162" x="3057525" y="3565525"/>
          <p14:tracePt t="1165" x="3057525" y="3552825"/>
          <p14:tracePt t="1167" x="3070225" y="3538538"/>
          <p14:tracePt t="1170" x="3070225" y="3511550"/>
          <p14:tracePt t="1174" x="3070225" y="3497263"/>
          <p14:tracePt t="1176" x="3070225" y="3484563"/>
          <p14:tracePt t="1177" x="3084513" y="3470275"/>
          <p14:tracePt t="1180" x="3084513" y="3455988"/>
          <p14:tracePt t="1182" x="3084513" y="3429000"/>
          <p14:tracePt t="1185" x="3084513" y="3414713"/>
          <p14:tracePt t="1188" x="3098800" y="3402013"/>
          <p14:tracePt t="1189" x="3098800" y="3387725"/>
          <p14:tracePt t="1191" x="3111500" y="3360738"/>
          <p14:tracePt t="1195" x="3111500" y="3333750"/>
          <p14:tracePt t="1197" x="3125788" y="3319463"/>
          <p14:tracePt t="1198" x="3140075" y="3305175"/>
          <p14:tracePt t="1200" x="3140075" y="3292475"/>
          <p14:tracePt t="1202" x="3140075" y="3278188"/>
          <p14:tracePt t="1203" x="3140075" y="3263900"/>
          <p14:tracePt t="1204" x="3152775" y="3263900"/>
          <p14:tracePt t="1206" x="3152775" y="3251200"/>
          <p14:tracePt t="1207" x="3152775" y="3236913"/>
          <p14:tracePt t="1209" x="3167063" y="3222625"/>
          <p14:tracePt t="1210" x="3167063" y="3209925"/>
          <p14:tracePt t="1211" x="3179763" y="3209925"/>
          <p14:tracePt t="1212" x="3179763" y="3181350"/>
          <p14:tracePt t="1216" x="3194050" y="3168650"/>
          <p14:tracePt t="1217" x="3194050" y="3141663"/>
          <p14:tracePt t="1219" x="3208338" y="3113088"/>
          <p14:tracePt t="1221" x="3221038" y="3100388"/>
          <p14:tracePt t="1223" x="3221038" y="3071813"/>
          <p14:tracePt t="1224" x="3221038" y="3059113"/>
          <p14:tracePt t="1226" x="3249613" y="3044825"/>
          <p14:tracePt t="1227" x="3249613" y="3017838"/>
          <p14:tracePt t="1230" x="3262313" y="2990850"/>
          <p14:tracePt t="1231" x="3276600" y="2976563"/>
          <p14:tracePt t="1233" x="3290888" y="2935288"/>
          <p14:tracePt t="1235" x="3303588" y="2921000"/>
          <p14:tracePt t="1237" x="3303588" y="2894013"/>
          <p14:tracePt t="1238" x="3317875" y="2879725"/>
          <p14:tracePt t="1240" x="3344863" y="2867025"/>
          <p14:tracePt t="1241" x="3344863" y="2838450"/>
          <p14:tracePt t="1243" x="3359150" y="2811463"/>
          <p14:tracePt t="1246" x="3359150" y="2798763"/>
          <p14:tracePt t="1247" x="3359150" y="2770188"/>
          <p14:tracePt t="1248" x="3371850" y="2770188"/>
          <p14:tracePt t="1249" x="3386138" y="2743200"/>
          <p14:tracePt t="1252" x="3386138" y="2728913"/>
          <p14:tracePt t="1253" x="3386138" y="2716213"/>
          <p14:tracePt t="1255" x="3400425" y="2716213"/>
          <p14:tracePt t="1256" x="3400425" y="2701925"/>
          <p14:tracePt t="1258" x="3400425" y="2687638"/>
          <p14:tracePt t="1262" x="3400425" y="2674938"/>
          <p14:tracePt t="1282" x="3413125" y="2660650"/>
          <p14:tracePt t="1325" x="3413125" y="2647950"/>
          <p14:tracePt t="1330" x="3413125" y="2633663"/>
          <p14:tracePt t="1339" x="3413125" y="2619375"/>
          <p14:tracePt t="1345" x="3413125" y="2606675"/>
          <p14:tracePt t="1349" x="3413125" y="2592388"/>
          <p14:tracePt t="1352" x="3413125" y="2578100"/>
          <p14:tracePt t="1355" x="3413125" y="2565400"/>
          <p14:tracePt t="1357" x="3427413" y="2565400"/>
          <p14:tracePt t="1362" x="3427413" y="2551113"/>
          <p14:tracePt t="1366" x="3427413" y="2536825"/>
          <p14:tracePt t="1368" x="3427413" y="2524125"/>
          <p14:tracePt t="1373" x="3427413" y="2509838"/>
          <p14:tracePt t="1378" x="3427413" y="2495550"/>
          <p14:tracePt t="1383" x="3427413" y="2482850"/>
          <p14:tracePt t="1387" x="3427413" y="2468563"/>
          <p14:tracePt t="1392" x="3427413" y="2455863"/>
          <p14:tracePt t="1398" x="3427413" y="2441575"/>
          <p14:tracePt t="1405" x="3427413" y="2427288"/>
          <p14:tracePt t="1407" x="3427413" y="2414588"/>
          <p14:tracePt t="1414" x="3427413" y="2400300"/>
          <p14:tracePt t="1421" x="3427413" y="2386013"/>
          <p14:tracePt t="1430" x="3427413" y="2373313"/>
          <p14:tracePt t="1433" x="3427413" y="2359025"/>
          <p14:tracePt t="1442" x="3427413" y="2344738"/>
          <p14:tracePt t="1451" x="3427413" y="2332038"/>
          <p14:tracePt t="1459" x="3427413" y="2317750"/>
          <p14:tracePt t="1461" x="3427413" y="2305050"/>
          <p14:tracePt t="1468" x="3427413" y="2290763"/>
          <p14:tracePt t="1471" x="3413125" y="2290763"/>
          <p14:tracePt t="1476" x="3413125" y="2276475"/>
          <p14:tracePt t="1490" x="3413125" y="2263775"/>
          <p14:tracePt t="1492" x="3400425" y="2263775"/>
          <p14:tracePt t="1573" x="3386138" y="2263775"/>
          <p14:tracePt t="1575" x="3359150" y="2263775"/>
          <p14:tracePt t="1577" x="3344863" y="2276475"/>
          <p14:tracePt t="1579" x="3330575" y="2305050"/>
          <p14:tracePt t="1580" x="3317875" y="2305050"/>
          <p14:tracePt t="1581" x="3303588" y="2317750"/>
          <p14:tracePt t="1582" x="3290888" y="2317750"/>
          <p14:tracePt t="1584" x="3262313" y="2344738"/>
          <p14:tracePt t="1585" x="3249613" y="2359025"/>
          <p14:tracePt t="1587" x="3235325" y="2359025"/>
          <p14:tracePt t="1588" x="3221038" y="2373313"/>
          <p14:tracePt t="1590" x="3208338" y="2386013"/>
          <p14:tracePt t="1591" x="3179763" y="2386013"/>
          <p14:tracePt t="1592" x="3179763" y="2414588"/>
          <p14:tracePt t="1593" x="3152775" y="2414588"/>
          <p14:tracePt t="1594" x="3140075" y="2441575"/>
          <p14:tracePt t="1596" x="3111500" y="2455863"/>
          <p14:tracePt t="1598" x="3070225" y="2495550"/>
          <p14:tracePt t="1599" x="3057525" y="2509838"/>
          <p14:tracePt t="1600" x="3043238" y="2524125"/>
          <p14:tracePt t="1601" x="3028950" y="2536825"/>
          <p14:tracePt t="1602" x="3001963" y="2536825"/>
          <p14:tracePt t="1603" x="2989263" y="2565400"/>
          <p14:tracePt t="1605" x="2974975" y="2578100"/>
          <p14:tracePt t="1606" x="2947988" y="2592388"/>
          <p14:tracePt t="1607" x="2947988" y="2606675"/>
          <p14:tracePt t="1608" x="2919413" y="2619375"/>
          <p14:tracePt t="1609" x="2919413" y="2633663"/>
          <p14:tracePt t="1610" x="2906713" y="2633663"/>
          <p14:tracePt t="1611" x="2892425" y="2660650"/>
          <p14:tracePt t="1612" x="2878138" y="2660650"/>
          <p14:tracePt t="1613" x="2865438" y="2674938"/>
          <p14:tracePt t="1615" x="2838450" y="2701925"/>
          <p14:tracePt t="1617" x="2824163" y="2716213"/>
          <p14:tracePt t="1619" x="2809875" y="2743200"/>
          <p14:tracePt t="1620" x="2797175" y="2743200"/>
          <p14:tracePt t="1621" x="2782888" y="2770188"/>
          <p14:tracePt t="1622" x="2768600" y="2770188"/>
          <p14:tracePt t="1623" x="2755900" y="2784475"/>
          <p14:tracePt t="1625" x="2755900" y="2798763"/>
          <p14:tracePt t="1626" x="2728913" y="2811463"/>
          <p14:tracePt t="1628" x="2714625" y="2838450"/>
          <p14:tracePt t="1629" x="2700338" y="2838450"/>
          <p14:tracePt t="1630" x="2700338" y="2852738"/>
          <p14:tracePt t="1632" x="2687638" y="2867025"/>
          <p14:tracePt t="1633" x="2687638" y="2879725"/>
          <p14:tracePt t="1634" x="2673350" y="2879725"/>
          <p14:tracePt t="1635" x="2659063" y="2894013"/>
          <p14:tracePt t="1637" x="2646363" y="2908300"/>
          <p14:tracePt t="1639" x="2646363" y="2921000"/>
          <p14:tracePt t="1640" x="2632075" y="2935288"/>
          <p14:tracePt t="1642" x="2617788" y="2949575"/>
          <p14:tracePt t="1643" x="2605088" y="2962275"/>
          <p14:tracePt t="1645" x="2590800" y="2962275"/>
          <p14:tracePt t="1647" x="2590800" y="2976563"/>
          <p14:tracePt t="1649" x="2578100" y="2990850"/>
          <p14:tracePt t="1651" x="2563813" y="3003550"/>
          <p14:tracePt t="1654" x="2549525" y="3017838"/>
          <p14:tracePt t="1655" x="2549525" y="3030538"/>
          <p14:tracePt t="1656" x="2536825" y="3030538"/>
          <p14:tracePt t="1658" x="2536825" y="3044825"/>
          <p14:tracePt t="1660" x="2522538" y="3044825"/>
          <p14:tracePt t="1662" x="2522538" y="3059113"/>
          <p14:tracePt t="1664" x="2508250" y="3071813"/>
          <p14:tracePt t="1668" x="2508250" y="3086100"/>
          <p14:tracePt t="1669" x="2495550" y="3086100"/>
          <p14:tracePt t="1675" x="2495550" y="3100388"/>
          <p14:tracePt t="1679" x="2481263" y="3100388"/>
          <p14:tracePt t="1682" x="2481263" y="3113088"/>
          <p14:tracePt t="1690" x="2481263" y="3127375"/>
          <p14:tracePt t="1850" x="2495550" y="3127375"/>
          <p14:tracePt t="1852" x="2508250" y="3127375"/>
          <p14:tracePt t="1854" x="2522538" y="3113088"/>
          <p14:tracePt t="1856" x="2536825" y="3113088"/>
          <p14:tracePt t="1857" x="2536825" y="3100388"/>
          <p14:tracePt t="1858" x="2549525" y="3100388"/>
          <p14:tracePt t="1860" x="2563813" y="3086100"/>
          <p14:tracePt t="1861" x="2578100" y="3071813"/>
          <p14:tracePt t="1863" x="2590800" y="3071813"/>
          <p14:tracePt t="1864" x="2605088" y="3071813"/>
          <p14:tracePt t="1865" x="2605088" y="3059113"/>
          <p14:tracePt t="1866" x="2617788" y="3059113"/>
          <p14:tracePt t="1867" x="2632075" y="3044825"/>
          <p14:tracePt t="1868" x="2646363" y="3030538"/>
          <p14:tracePt t="1870" x="2659063" y="3017838"/>
          <p14:tracePt t="1871" x="2673350" y="3017838"/>
          <p14:tracePt t="1872" x="2673350" y="3003550"/>
          <p14:tracePt t="1873" x="2700338" y="3003550"/>
          <p14:tracePt t="1874" x="2714625" y="2990850"/>
          <p14:tracePt t="1876" x="2728913" y="2990850"/>
          <p14:tracePt t="1877" x="2755900" y="2976563"/>
          <p14:tracePt t="1879" x="2755900" y="2962275"/>
          <p14:tracePt t="1880" x="2768600" y="2949575"/>
          <p14:tracePt t="1881" x="2797175" y="2949575"/>
          <p14:tracePt t="1882" x="2797175" y="2935288"/>
          <p14:tracePt t="1883" x="2809875" y="2935288"/>
          <p14:tracePt t="1884" x="2809875" y="2921000"/>
          <p14:tracePt t="1885" x="2824163" y="2921000"/>
          <p14:tracePt t="1886" x="2838450" y="2908300"/>
          <p14:tracePt t="1887" x="2851150" y="2908300"/>
          <p14:tracePt t="1888" x="2851150" y="2894013"/>
          <p14:tracePt t="1890" x="2878138" y="2879725"/>
          <p14:tracePt t="1892" x="2892425" y="2867025"/>
          <p14:tracePt t="1893" x="2906713" y="2852738"/>
          <p14:tracePt t="1895" x="2919413" y="2838450"/>
          <p14:tracePt t="1897" x="2947988" y="2825750"/>
          <p14:tracePt t="1899" x="2960688" y="2811463"/>
          <p14:tracePt t="1900" x="2974975" y="2811463"/>
          <p14:tracePt t="1901" x="2974975" y="2798763"/>
          <p14:tracePt t="1903" x="2989263" y="2784475"/>
          <p14:tracePt t="1904" x="3001963" y="2770188"/>
          <p14:tracePt t="1906" x="3016250" y="2770188"/>
          <p14:tracePt t="1907" x="3028950" y="2757488"/>
          <p14:tracePt t="1909" x="3043238" y="2743200"/>
          <p14:tracePt t="1911" x="3057525" y="2728913"/>
          <p14:tracePt t="1912" x="3070225" y="2728913"/>
          <p14:tracePt t="1913" x="3070225" y="2716213"/>
          <p14:tracePt t="1914" x="3084513" y="2716213"/>
          <p14:tracePt t="1918" x="3098800" y="2687638"/>
          <p14:tracePt t="1918" x="3111500" y="2687638"/>
          <p14:tracePt t="1919" x="3125788" y="2674938"/>
          <p14:tracePt t="1922" x="3140075" y="2660650"/>
          <p14:tracePt t="1924" x="3152775" y="2660650"/>
          <p14:tracePt t="1925" x="3152775" y="2647950"/>
          <p14:tracePt t="1926" x="3167063" y="2633663"/>
          <p14:tracePt t="1929" x="3179763" y="2619375"/>
          <p14:tracePt t="1932" x="3194050" y="2606675"/>
          <p14:tracePt t="1933" x="3208338" y="2606675"/>
          <p14:tracePt t="1935" x="3221038" y="2592388"/>
          <p14:tracePt t="1938" x="3221038" y="2578100"/>
          <p14:tracePt t="1940" x="3221038" y="2565400"/>
          <p14:tracePt t="1941" x="3235325" y="2565400"/>
          <p14:tracePt t="1945" x="3249613" y="2551113"/>
          <p14:tracePt t="1948" x="3249613" y="2536825"/>
          <p14:tracePt t="1949" x="3262313" y="2536825"/>
          <p14:tracePt t="1952" x="3262313" y="2524125"/>
          <p14:tracePt t="1954" x="3262313" y="2509838"/>
          <p14:tracePt t="1957" x="3276600" y="2495550"/>
          <p14:tracePt t="1960" x="3290888" y="2495550"/>
          <p14:tracePt t="1961" x="3290888" y="2482850"/>
          <p14:tracePt t="1963" x="3303588" y="2482850"/>
          <p14:tracePt t="1966" x="3303588" y="2455863"/>
          <p14:tracePt t="1969" x="3317875" y="2441575"/>
          <p14:tracePt t="1972" x="3317875" y="2427288"/>
          <p14:tracePt t="1974" x="3330575" y="2414588"/>
          <p14:tracePt t="1976" x="3330575" y="2400300"/>
          <p14:tracePt t="1977" x="3344863" y="2400300"/>
          <p14:tracePt t="1980" x="3359150" y="2373313"/>
          <p14:tracePt t="1982" x="3359150" y="2359025"/>
          <p14:tracePt t="1984" x="3371850" y="2359025"/>
          <p14:tracePt t="1987" x="3371850" y="2344738"/>
          <p14:tracePt t="1987" x="3386138" y="2344738"/>
          <p14:tracePt t="1989" x="3400425" y="2317750"/>
          <p14:tracePt t="1992" x="3400425" y="2305050"/>
          <p14:tracePt t="1994" x="3413125" y="2305050"/>
          <p14:tracePt t="1997" x="3413125" y="2290763"/>
          <p14:tracePt t="1999" x="3427413" y="2276475"/>
          <p14:tracePt t="2002" x="3441700" y="2276475"/>
          <p14:tracePt t="2005" x="3441700" y="2263775"/>
          <p14:tracePt t="2014" x="3441700" y="2249488"/>
          <p14:tracePt t="2016" x="3454400" y="2249488"/>
          <p14:tracePt t="2129" x="3454400" y="2235200"/>
          <p14:tracePt t="2138" x="3454400" y="2222500"/>
          <p14:tracePt t="2147" x="3454400" y="2208213"/>
          <p14:tracePt t="2227" x="3441700" y="2208213"/>
          <p14:tracePt t="2233" x="3427413" y="2193925"/>
          <p14:tracePt t="2291" x="3413125" y="2193925"/>
          <p14:tracePt t="2318" x="3400425" y="2181225"/>
          <p14:tracePt t="2338" x="3386138" y="2181225"/>
          <p14:tracePt t="2349" x="3371850" y="2181225"/>
          <p14:tracePt t="2403" x="3359150" y="2181225"/>
          <p14:tracePt t="2564" x="3359150" y="2166938"/>
          <p14:tracePt t="2637" x="3344863" y="2166938"/>
          <p14:tracePt t="2648" x="3330575" y="2166938"/>
          <p14:tracePt t="2651" x="3330575" y="2152650"/>
          <p14:tracePt t="2660" x="3317875" y="2152650"/>
          <p14:tracePt t="2774" x="3330575" y="2152650"/>
          <p14:tracePt t="2781" x="3344863" y="2152650"/>
          <p14:tracePt t="2786" x="3359150" y="2152650"/>
          <p14:tracePt t="2794" x="3371850" y="2152650"/>
          <p14:tracePt t="2800" x="3386138" y="2152650"/>
          <p14:tracePt t="2815" x="3400425" y="2152650"/>
          <p14:tracePt t="2874" x="3413125" y="2152650"/>
          <p14:tracePt t="2887" x="3413125" y="2166938"/>
          <p14:tracePt t="3049" x="3400425" y="2166938"/>
          <p14:tracePt t="3077" x="3386138" y="2166938"/>
          <p14:tracePt t="3095" x="3371850" y="2166938"/>
          <p14:tracePt t="3171" x="3359150" y="2166938"/>
          <p14:tracePt t="3200" x="3344863" y="2166938"/>
          <p14:tracePt t="3267" x="3330575" y="2166938"/>
          <p14:tracePt t="3918" x="3330575" y="2181225"/>
          <p14:tracePt t="3921" x="3344863" y="2181225"/>
          <p14:tracePt t="3929" x="3359150" y="2193925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7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3C710D6-F63A-2420-0C46-341FD636D294}"/>
              </a:ext>
            </a:extLst>
          </p:cNvPr>
          <p:cNvSpPr txBox="1"/>
          <p:nvPr/>
        </p:nvSpPr>
        <p:spPr>
          <a:xfrm>
            <a:off x="2611327" y="1700808"/>
            <a:ext cx="1160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EDF4EA0C-7D45-0369-5215-F70411F14D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88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7138">
        <p:fade/>
      </p:transition>
    </mc:Choice>
    <mc:Fallback>
      <p:transition advTm="713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1" x="3551238" y="2249488"/>
          <p14:tracePt t="30" x="3563938" y="2249488"/>
          <p14:tracePt t="148" x="3578225" y="2249488"/>
          <p14:tracePt t="178" x="3578225" y="2263775"/>
          <p14:tracePt t="190" x="3592513" y="2263775"/>
          <p14:tracePt t="205" x="3592513" y="2276475"/>
          <p14:tracePt t="212" x="3605213" y="2276475"/>
          <p14:tracePt t="217" x="3619500" y="2290763"/>
          <p14:tracePt t="228" x="3619500" y="2305050"/>
          <p14:tracePt t="231" x="3632200" y="2305050"/>
          <p14:tracePt t="237" x="3632200" y="2317750"/>
          <p14:tracePt t="241" x="3632200" y="2332038"/>
          <p14:tracePt t="243" x="3632200" y="2344738"/>
          <p14:tracePt t="245" x="3646488" y="2344738"/>
          <p14:tracePt t="248" x="3646488" y="2359025"/>
          <p14:tracePt t="252" x="3660775" y="2386013"/>
          <p14:tracePt t="256" x="3660775" y="2400300"/>
          <p14:tracePt t="260" x="3660775" y="2414588"/>
          <p14:tracePt t="261" x="3660775" y="2427288"/>
          <p14:tracePt t="266" x="3660775" y="2441575"/>
          <p14:tracePt t="267" x="3673475" y="2441575"/>
          <p14:tracePt t="269" x="3673475" y="2455863"/>
          <p14:tracePt t="273" x="3673475" y="2468563"/>
          <p14:tracePt t="275" x="3673475" y="2482850"/>
          <p14:tracePt t="280" x="3673475" y="2495550"/>
          <p14:tracePt t="281" x="3687763" y="2495550"/>
          <p14:tracePt t="284" x="3687763" y="2509838"/>
          <p14:tracePt t="289" x="3702050" y="2524125"/>
          <p14:tracePt t="291" x="3702050" y="2536825"/>
          <p14:tracePt t="297" x="3714750" y="2551113"/>
          <p14:tracePt t="301" x="3714750" y="2565400"/>
          <p14:tracePt t="307" x="3714750" y="2578100"/>
          <p14:tracePt t="308" x="3714750" y="2592388"/>
          <p14:tracePt t="312" x="3714750" y="2606675"/>
          <p14:tracePt t="317" x="3729038" y="2619375"/>
          <p14:tracePt t="321" x="3729038" y="2633663"/>
          <p14:tracePt t="324" x="3729038" y="2647950"/>
          <p14:tracePt t="330" x="3743325" y="2660650"/>
          <p14:tracePt t="340" x="3743325" y="2674938"/>
          <p14:tracePt t="409" x="3743325" y="2660650"/>
          <p14:tracePt t="411" x="3743325" y="2647950"/>
          <p14:tracePt t="412" x="3729038" y="2647950"/>
          <p14:tracePt t="414" x="3729038" y="2633663"/>
          <p14:tracePt t="419" x="3714750" y="2619375"/>
          <p14:tracePt t="421" x="3702050" y="2606675"/>
          <p14:tracePt t="424" x="3702050" y="2592388"/>
          <p14:tracePt t="427" x="3687763" y="2578100"/>
          <p14:tracePt t="432" x="3687763" y="2565400"/>
          <p14:tracePt t="434" x="3673475" y="2565400"/>
          <p14:tracePt t="437" x="3673475" y="2551113"/>
          <p14:tracePt t="440" x="3673475" y="2536825"/>
          <p14:tracePt t="441" x="3660775" y="2536825"/>
          <p14:tracePt t="443" x="3646488" y="2536825"/>
          <p14:tracePt t="447" x="3646488" y="2524125"/>
          <p14:tracePt t="454" x="3632200" y="2524125"/>
          <p14:tracePt t="457" x="3632200" y="2509838"/>
          <p14:tracePt t="463" x="3619500" y="2509838"/>
          <p14:tracePt t="467" x="3619500" y="2495550"/>
          <p14:tracePt t="473" x="3619500" y="2482850"/>
          <p14:tracePt t="474" x="3605213" y="2482850"/>
          <p14:tracePt t="478" x="3605213" y="2468563"/>
          <p14:tracePt t="485" x="3592513" y="2468563"/>
          <p14:tracePt t="487" x="3592513" y="2455863"/>
          <p14:tracePt t="488" x="3592513" y="2441575"/>
          <p14:tracePt t="491" x="3578225" y="2427288"/>
          <p14:tracePt t="495" x="3578225" y="2414588"/>
          <p14:tracePt t="496" x="3563938" y="2414588"/>
          <p14:tracePt t="499" x="3563938" y="2400300"/>
          <p14:tracePt t="502" x="3563938" y="2386013"/>
          <p14:tracePt t="505" x="3563938" y="2373313"/>
          <p14:tracePt t="506" x="3551238" y="2373313"/>
          <p14:tracePt t="509" x="3536950" y="2359025"/>
          <p14:tracePt t="512" x="3536950" y="2344738"/>
          <p14:tracePt t="516" x="3522663" y="2332038"/>
          <p14:tracePt t="519" x="3522663" y="2317750"/>
          <p14:tracePt t="521" x="3509963" y="2317750"/>
          <p14:tracePt t="522" x="3509963" y="2305050"/>
          <p14:tracePt t="525" x="3509963" y="2290763"/>
          <p14:tracePt t="528" x="3495675" y="2290763"/>
          <p14:tracePt t="531" x="3481388" y="2276475"/>
          <p14:tracePt t="532" x="3481388" y="2263775"/>
          <p14:tracePt t="536" x="3468688" y="2263775"/>
          <p14:tracePt t="538" x="3468688" y="2249488"/>
          <p14:tracePt t="545" x="3468688" y="2235200"/>
          <p14:tracePt t="546" x="3454400" y="2235200"/>
          <p14:tracePt t="652" x="3441700" y="2235200"/>
          <p14:tracePt t="654" x="3427413" y="2235200"/>
          <p14:tracePt t="660" x="3427413" y="2222500"/>
          <p14:tracePt t="662" x="3413125" y="2222500"/>
          <p14:tracePt t="664" x="3413125" y="2208213"/>
          <p14:tracePt t="669" x="3400425" y="2208213"/>
          <p14:tracePt t="680" x="3386138" y="2208213"/>
          <p14:tracePt t="689" x="3371850" y="2208213"/>
          <p14:tracePt t="882" x="3386138" y="2208213"/>
          <p14:tracePt t="889" x="3386138" y="2193925"/>
          <p14:tracePt t="891" x="3400425" y="2193925"/>
          <p14:tracePt t="907" x="3413125" y="2193925"/>
          <p14:tracePt t="922" x="3413125" y="2181225"/>
          <p14:tracePt t="924" x="3427413" y="2181225"/>
          <p14:tracePt t="943" x="3441700" y="2181225"/>
          <p14:tracePt t="969" x="3454400" y="2181225"/>
          <p14:tracePt t="1012" x="3468688" y="2181225"/>
          <p14:tracePt t="1221" x="3468688" y="2193925"/>
          <p14:tracePt t="1233" x="3454400" y="2193925"/>
          <p14:tracePt t="1245" x="3454400" y="2208213"/>
          <p14:tracePt t="1255" x="3441700" y="2208213"/>
          <p14:tracePt t="1282" x="3441700" y="2222500"/>
          <p14:tracePt t="1286" x="3427413" y="2222500"/>
          <p14:tracePt t="1299" x="3413125" y="2222500"/>
          <p14:tracePt t="1307" x="3400425" y="2222500"/>
          <p14:tracePt t="1315" x="3386138" y="2222500"/>
          <p14:tracePt t="1318" x="3371850" y="2222500"/>
          <p14:tracePt t="1325" x="3359150" y="2222500"/>
          <p14:tracePt t="1334" x="3344863" y="2222500"/>
          <p14:tracePt t="1341" x="3330575" y="2222500"/>
          <p14:tracePt t="1348" x="3317875" y="2222500"/>
          <p14:tracePt t="1359" x="3317875" y="2235200"/>
          <p14:tracePt t="1390" x="3303588" y="2235200"/>
          <p14:tracePt t="1451" x="3290888" y="2235200"/>
          <p14:tracePt t="1466" x="3290888" y="2222500"/>
          <p14:tracePt t="1473" x="3276600" y="2208213"/>
          <p14:tracePt t="1476" x="3262313" y="2208213"/>
          <p14:tracePt t="1485" x="3249613" y="2208213"/>
          <p14:tracePt t="1487" x="3249613" y="2193925"/>
          <p14:tracePt t="1491" x="3235325" y="2193925"/>
          <p14:tracePt t="1497" x="3221038" y="2193925"/>
          <p14:tracePt t="1500" x="3208338" y="2193925"/>
          <p14:tracePt t="1501" x="3208338" y="2181225"/>
          <p14:tracePt t="1507" x="3194050" y="2181225"/>
          <p14:tracePt t="1518" x="3179763" y="2181225"/>
          <p14:tracePt t="1536" x="3167063" y="2181225"/>
          <p14:tracePt t="1542" x="3152775" y="2181225"/>
          <p14:tracePt t="1551" x="3140075" y="2181225"/>
          <p14:tracePt t="1557" x="3125788" y="2181225"/>
          <p14:tracePt t="1563" x="3111500" y="2181225"/>
          <p14:tracePt t="1572" x="3098800" y="2181225"/>
          <p14:tracePt t="1578" x="3084513" y="2181225"/>
          <p14:tracePt t="1680" x="3098800" y="2181225"/>
          <p14:tracePt t="1688" x="3111500" y="2181225"/>
          <p14:tracePt t="1699" x="3125788" y="2181225"/>
          <p14:tracePt t="1709" x="3140075" y="2181225"/>
          <p14:tracePt t="1727" x="3152775" y="2181225"/>
          <p14:tracePt t="1736" x="3167063" y="2181225"/>
          <p14:tracePt t="1752" x="3179763" y="2181225"/>
          <p14:tracePt t="1763" x="3194050" y="2181225"/>
          <p14:tracePt t="1772" x="3208338" y="2181225"/>
          <p14:tracePt t="1775" x="3221038" y="2181225"/>
          <p14:tracePt t="1787" x="3235325" y="2181225"/>
          <p14:tracePt t="1801" x="3249613" y="2181225"/>
          <p14:tracePt t="1814" x="3262313" y="2181225"/>
          <p14:tracePt t="1985" x="3249613" y="2181225"/>
          <p14:tracePt t="1993" x="3235325" y="2181225"/>
          <p14:tracePt t="2001" x="3221038" y="2181225"/>
          <p14:tracePt t="2004" x="3208338" y="2181225"/>
          <p14:tracePt t="2013" x="3194050" y="2181225"/>
          <p14:tracePt t="2021" x="3179763" y="2181225"/>
          <p14:tracePt t="2032" x="3167063" y="2181225"/>
          <p14:tracePt t="2040" x="3152775" y="2181225"/>
          <p14:tracePt t="2050" x="3152775" y="2166938"/>
          <p14:tracePt t="2127" x="3152775" y="2152650"/>
          <p14:tracePt t="2137" x="3167063" y="2152650"/>
          <p14:tracePt t="2140" x="3179763" y="2139950"/>
          <p14:tracePt t="2144" x="3194050" y="2139950"/>
          <p14:tracePt t="2148" x="3208338" y="2139950"/>
          <p14:tracePt t="2150" x="3221038" y="2139950"/>
          <p14:tracePt t="2152" x="3235325" y="2139950"/>
          <p14:tracePt t="2155" x="3249613" y="2125663"/>
          <p14:tracePt t="2156" x="3262313" y="2125663"/>
          <p14:tracePt t="2160" x="3276600" y="2125663"/>
          <p14:tracePt t="2162" x="3303588" y="2125663"/>
          <p14:tracePt t="2166" x="3317875" y="2125663"/>
          <p14:tracePt t="2168" x="3330575" y="2112963"/>
          <p14:tracePt t="2169" x="3344863" y="2112963"/>
          <p14:tracePt t="2172" x="3359150" y="2112963"/>
          <p14:tracePt t="2174" x="3359150" y="2098675"/>
          <p14:tracePt t="2175" x="3371850" y="2098675"/>
          <p14:tracePt t="2175" x="3386138" y="2098675"/>
          <p14:tracePt t="2177" x="3400425" y="2098675"/>
          <p14:tracePt t="2181" x="3413125" y="2098675"/>
          <p14:tracePt t="2183" x="3427413" y="2098675"/>
          <p14:tracePt t="2186" x="3441700" y="2098675"/>
          <p14:tracePt t="2190" x="3454400" y="2098675"/>
          <p14:tracePt t="2199" x="3468688" y="2098675"/>
          <p14:tracePt t="2279" x="3468688" y="2112963"/>
          <p14:tracePt t="2282" x="3468688" y="2125663"/>
          <p14:tracePt t="2290" x="3468688" y="2139950"/>
          <p14:tracePt t="2295" x="3454400" y="2139950"/>
          <p14:tracePt t="2297" x="3454400" y="2152650"/>
          <p14:tracePt t="2301" x="3441700" y="2152650"/>
          <p14:tracePt t="2302" x="3441700" y="2166938"/>
          <p14:tracePt t="2305" x="3427413" y="2166938"/>
          <p14:tracePt t="2307" x="3413125" y="2181225"/>
          <p14:tracePt t="2312" x="3400425" y="2181225"/>
          <p14:tracePt t="2314" x="3400425" y="2193925"/>
          <p14:tracePt t="2316" x="3386138" y="2193925"/>
          <p14:tracePt t="2322" x="3371850" y="2208213"/>
          <p14:tracePt t="2323" x="3359150" y="2208213"/>
          <p14:tracePt t="2329" x="3344863" y="2208213"/>
          <p14:tracePt t="2336" x="3330575" y="2208213"/>
          <p14:tracePt t="2355" x="3317875" y="2208213"/>
          <p14:tracePt t="2361" x="3303588" y="2208213"/>
          <p14:tracePt t="2383" x="3290888" y="2193925"/>
          <p14:tracePt t="2390" x="3290888" y="2181225"/>
          <p14:tracePt t="2393" x="3290888" y="2166938"/>
          <p14:tracePt t="2399" x="3290888" y="2152650"/>
          <p14:tracePt t="2403" x="3290888" y="2139950"/>
          <p14:tracePt t="2409" x="3303588" y="2125663"/>
          <p14:tracePt t="2411" x="3317875" y="2112963"/>
          <p14:tracePt t="2419" x="3330575" y="2098675"/>
          <p14:tracePt t="2434" x="3344863" y="2098675"/>
          <p14:tracePt t="2442" x="3359150" y="2098675"/>
          <p14:tracePt t="2445" x="3371850" y="2098675"/>
          <p14:tracePt t="2449" x="3386138" y="2098675"/>
          <p14:tracePt t="2455" x="3400425" y="2098675"/>
          <p14:tracePt t="2459" x="3413125" y="2098675"/>
          <p14:tracePt t="2460" x="3427413" y="2098675"/>
          <p14:tracePt t="2466" x="3441700" y="2098675"/>
          <p14:tracePt t="2473" x="3454400" y="2098675"/>
          <p14:tracePt t="2480" x="3454400" y="2112963"/>
          <p14:tracePt t="2482" x="3468688" y="2112963"/>
          <p14:tracePt t="2487" x="3481388" y="2125663"/>
          <p14:tracePt t="2495" x="3481388" y="2139950"/>
          <p14:tracePt t="2496" x="3495675" y="2139950"/>
          <p14:tracePt t="2502" x="3495675" y="2152650"/>
          <p14:tracePt t="2506" x="3495675" y="2166938"/>
          <p14:tracePt t="2508" x="3495675" y="2181225"/>
          <p14:tracePt t="2510" x="3509963" y="2181225"/>
          <p14:tracePt t="2512" x="3509963" y="2193925"/>
          <p14:tracePt t="2516" x="3509963" y="2208213"/>
          <p14:tracePt t="2519" x="3509963" y="2222500"/>
          <p14:tracePt t="2520" x="3509963" y="2235200"/>
          <p14:tracePt t="2522" x="3522663" y="2249488"/>
          <p14:tracePt t="2524" x="3522663" y="2263775"/>
          <p14:tracePt t="2526" x="3522663" y="2276475"/>
          <p14:tracePt t="2528" x="3522663" y="2290763"/>
          <p14:tracePt t="2530" x="3522663" y="2305050"/>
          <p14:tracePt t="2532" x="3522663" y="2317750"/>
          <p14:tracePt t="2533" x="3522663" y="2332038"/>
          <p14:tracePt t="2535" x="3522663" y="2359025"/>
          <p14:tracePt t="2537" x="3522663" y="2373313"/>
          <p14:tracePt t="2538" x="3522663" y="2386013"/>
          <p14:tracePt t="2540" x="3536950" y="2400300"/>
          <p14:tracePt t="2541" x="3536950" y="2414588"/>
          <p14:tracePt t="2542" x="3536950" y="2427288"/>
          <p14:tracePt t="2544" x="3536950" y="2455863"/>
          <p14:tracePt t="2546" x="3551238" y="2468563"/>
          <p14:tracePt t="2547" x="3551238" y="2482850"/>
          <p14:tracePt t="2548" x="3551238" y="2495550"/>
          <p14:tracePt t="2550" x="3551238" y="2524125"/>
          <p14:tracePt t="2552" x="3551238" y="2551113"/>
          <p14:tracePt t="2552" x="3551238" y="2565400"/>
          <p14:tracePt t="2554" x="3551238" y="2592388"/>
          <p14:tracePt t="2556" x="3551238" y="2606675"/>
          <p14:tracePt t="2557" x="3551238" y="2619375"/>
          <p14:tracePt t="2558" x="3551238" y="2633663"/>
          <p14:tracePt t="2558" x="3551238" y="2647950"/>
          <p14:tracePt t="2560" x="3551238" y="2660650"/>
          <p14:tracePt t="2560" x="3551238" y="2674938"/>
          <p14:tracePt t="2562" x="3551238" y="2687638"/>
          <p14:tracePt t="2563" x="3551238" y="2701925"/>
          <p14:tracePt t="2565" x="3551238" y="2728913"/>
          <p14:tracePt t="2565" x="3551238" y="2743200"/>
          <p14:tracePt t="2568" x="3551238" y="2757488"/>
          <p14:tracePt t="2569" x="3551238" y="2784475"/>
          <p14:tracePt t="2570" x="3551238" y="2798763"/>
          <p14:tracePt t="2572" x="3563938" y="2811463"/>
          <p14:tracePt t="2572" x="3563938" y="2838450"/>
          <p14:tracePt t="2575" x="3563938" y="2852738"/>
          <p14:tracePt t="2576" x="3563938" y="2879725"/>
          <p14:tracePt t="2578" x="3563938" y="2908300"/>
          <p14:tracePt t="2578" x="3563938" y="2921000"/>
          <p14:tracePt t="2581" x="3563938" y="2935288"/>
          <p14:tracePt t="2582" x="3563938" y="2949575"/>
          <p14:tracePt t="2584" x="3563938" y="2990850"/>
          <p14:tracePt t="2585" x="3563938" y="3003550"/>
          <p14:tracePt t="2587" x="3563938" y="3017838"/>
          <p14:tracePt t="2588" x="3563938" y="3030538"/>
          <p14:tracePt t="2588" x="3563938" y="3044825"/>
          <p14:tracePt t="2590" x="3563938" y="3059113"/>
          <p14:tracePt t="2591" x="3563938" y="3071813"/>
          <p14:tracePt t="2593" x="3563938" y="3086100"/>
          <p14:tracePt t="2595" x="3563938" y="3113088"/>
          <p14:tracePt t="2596" x="3551238" y="3113088"/>
          <p14:tracePt t="2598" x="3551238" y="3127375"/>
          <p14:tracePt t="2599" x="3551238" y="3141663"/>
          <p14:tracePt t="2601" x="3551238" y="3154363"/>
          <p14:tracePt t="2602" x="3551238" y="3168650"/>
          <p14:tracePt t="2604" x="3551238" y="3181350"/>
          <p14:tracePt t="2607" x="3536950" y="3195638"/>
          <p14:tracePt t="2609" x="3536950" y="3209925"/>
          <p14:tracePt t="2612" x="3536950" y="3222625"/>
          <p14:tracePt t="2615" x="3536950" y="3236913"/>
          <p14:tracePt t="2620" x="3536950" y="3251200"/>
          <p14:tracePt t="2622" x="3522663" y="3251200"/>
          <p14:tracePt t="2623" x="3522663" y="3263900"/>
          <p14:tracePt t="2642" x="3522663" y="3278188"/>
          <p14:tracePt t="2663" x="3522663" y="3292475"/>
          <p14:tracePt t="2671" x="3522663" y="3305175"/>
          <p14:tracePt t="2673" x="3522663" y="3319463"/>
          <p14:tracePt t="2678" x="3522663" y="3333750"/>
          <p14:tracePt t="2683" x="3522663" y="3346450"/>
          <p14:tracePt t="2687" x="3522663" y="3360738"/>
          <p14:tracePt t="2689" x="3522663" y="3373438"/>
          <p14:tracePt t="2692" x="3522663" y="3387725"/>
          <p14:tracePt t="2695" x="3522663" y="3402013"/>
          <p14:tracePt t="2698" x="3522663" y="3429000"/>
          <p14:tracePt t="2700" x="3536950" y="3429000"/>
          <p14:tracePt t="2702" x="3536950" y="3443288"/>
          <p14:tracePt t="2704" x="3536950" y="3455988"/>
          <p14:tracePt t="2707" x="3536950" y="3470275"/>
          <p14:tracePt t="2709" x="3536950" y="3484563"/>
          <p14:tracePt t="2711" x="3551238" y="3497263"/>
          <p14:tracePt t="2714" x="3551238" y="3524250"/>
          <p14:tracePt t="2717" x="3551238" y="3538538"/>
          <p14:tracePt t="2718" x="3551238" y="3565525"/>
          <p14:tracePt t="2723" x="3551238" y="3579813"/>
          <p14:tracePt t="2723" x="3563938" y="3594100"/>
          <p14:tracePt t="2725" x="3563938" y="3606800"/>
          <p14:tracePt t="2727" x="3563938" y="3621088"/>
          <p14:tracePt t="2730" x="3563938" y="3635375"/>
          <p14:tracePt t="2731" x="3578225" y="3635375"/>
          <p14:tracePt t="2731" x="3578225" y="3662363"/>
          <p14:tracePt t="2735" x="3578225" y="3676650"/>
          <p14:tracePt t="2737" x="3578225" y="3689350"/>
          <p14:tracePt t="2739" x="3592513" y="3703638"/>
          <p14:tracePt t="2741" x="3592513" y="3716338"/>
          <p14:tracePt t="2744" x="3592513" y="3744913"/>
          <p14:tracePt t="2746" x="3592513" y="3757613"/>
          <p14:tracePt t="2751" x="3592513" y="3771900"/>
          <p14:tracePt t="2752" x="3592513" y="3786188"/>
          <p14:tracePt t="2753" x="3592513" y="3798888"/>
          <p14:tracePt t="2756" x="3605213" y="3798888"/>
          <p14:tracePt t="2758" x="3605213" y="3813175"/>
          <p14:tracePt t="2759" x="3605213" y="3827463"/>
          <p14:tracePt t="2760" x="3619500" y="3827463"/>
          <p14:tracePt t="2763" x="3619500" y="3840163"/>
          <p14:tracePt t="2768" x="3632200" y="3854450"/>
          <p14:tracePt t="2775" x="3632200" y="3867150"/>
          <p14:tracePt t="2780" x="3632200" y="3881438"/>
          <p14:tracePt t="2784" x="3646488" y="3881438"/>
          <p14:tracePt t="3077" x="3632200" y="3881438"/>
          <p14:tracePt t="3082" x="3632200" y="3867150"/>
          <p14:tracePt t="3092" x="3619500" y="3867150"/>
          <p14:tracePt t="3098" x="3605213" y="3867150"/>
          <p14:tracePt t="3102" x="3605213" y="3854450"/>
          <p14:tracePt t="3112" x="3592513" y="3854450"/>
          <p14:tracePt t="3132" x="3578225" y="3854450"/>
          <p14:tracePt t="3144" x="3563938" y="3854450"/>
          <p14:tracePt t="3150" x="3551238" y="3854450"/>
          <p14:tracePt t="3155" x="3536950" y="3854450"/>
          <p14:tracePt t="3160" x="3522663" y="3854450"/>
          <p14:tracePt t="3165" x="3509963" y="3854450"/>
          <p14:tracePt t="3170" x="3495675" y="3854450"/>
          <p14:tracePt t="3172" x="3481388" y="3854450"/>
          <p14:tracePt t="3177" x="3468688" y="3854450"/>
          <p14:tracePt t="3181" x="3454400" y="3854450"/>
          <p14:tracePt t="3184" x="3441700" y="3854450"/>
          <p14:tracePt t="3190" x="3427413" y="3867150"/>
          <p14:tracePt t="3195" x="3413125" y="3867150"/>
          <p14:tracePt t="3196" x="3413125" y="3881438"/>
          <p14:tracePt t="3199" x="3400425" y="3881438"/>
          <p14:tracePt t="3202" x="3386138" y="3895725"/>
          <p14:tracePt t="3210" x="3371850" y="3908425"/>
          <p14:tracePt t="3216" x="3359150" y="3922713"/>
          <p14:tracePt t="3218" x="3359150" y="3937000"/>
          <p14:tracePt t="3223" x="3344863" y="3949700"/>
          <p14:tracePt t="3229" x="3330575" y="3963988"/>
          <p14:tracePt t="3234" x="3330575" y="3978275"/>
          <p14:tracePt t="3236" x="3330575" y="3990975"/>
          <p14:tracePt t="3241" x="3330575" y="4005263"/>
          <p14:tracePt t="3243" x="3317875" y="4005263"/>
          <p14:tracePt t="3245" x="3317875" y="4019550"/>
          <p14:tracePt t="3249" x="3317875" y="4032250"/>
          <p14:tracePt t="3251" x="3317875" y="4046538"/>
          <p14:tracePt t="3255" x="3317875" y="4059238"/>
          <p14:tracePt t="3259" x="3317875" y="4073525"/>
          <p14:tracePt t="3261" x="3317875" y="4087813"/>
          <p14:tracePt t="3263" x="3317875" y="4100513"/>
          <p14:tracePt t="3267" x="3317875" y="4114800"/>
          <p14:tracePt t="3270" x="3317875" y="4129088"/>
          <p14:tracePt t="3273" x="3317875" y="4141788"/>
          <p14:tracePt t="3276" x="3317875" y="4156075"/>
          <p14:tracePt t="3278" x="3317875" y="4170363"/>
          <p14:tracePt t="3280" x="3317875" y="4183063"/>
          <p14:tracePt t="3282" x="3317875" y="4197350"/>
          <p14:tracePt t="3285" x="3317875" y="4210050"/>
          <p14:tracePt t="3287" x="3317875" y="4224338"/>
          <p14:tracePt t="3290" x="3317875" y="4238625"/>
          <p14:tracePt t="3292" x="3317875" y="4251325"/>
          <p14:tracePt t="3294" x="3330575" y="4265613"/>
          <p14:tracePt t="3295" x="3330575" y="4279900"/>
          <p14:tracePt t="3298" x="3344863" y="4279900"/>
          <p14:tracePt t="3300" x="3344863" y="4292600"/>
          <p14:tracePt t="3301" x="3344863" y="4306888"/>
          <p14:tracePt t="3302" x="3344863" y="4321175"/>
          <p14:tracePt t="3307" x="3359150" y="4333875"/>
          <p14:tracePt t="3309" x="3359150" y="4348163"/>
          <p14:tracePt t="3314" x="3371850" y="4362450"/>
          <p14:tracePt t="3315" x="3371850" y="4375150"/>
          <p14:tracePt t="3319" x="3371850" y="4389438"/>
          <p14:tracePt t="3321" x="3386138" y="4389438"/>
          <p14:tracePt t="3325" x="3400425" y="4402138"/>
          <p14:tracePt t="3330" x="3400425" y="4416425"/>
          <p14:tracePt t="3331" x="3413125" y="4416425"/>
          <p14:tracePt t="3334" x="3413125" y="4430713"/>
          <p14:tracePt t="3336" x="3427413" y="4430713"/>
          <p14:tracePt t="3341" x="3427413" y="4443413"/>
          <p14:tracePt t="3344" x="3441700" y="4443413"/>
          <p14:tracePt t="3348" x="3454400" y="4443413"/>
          <p14:tracePt t="3350" x="3454400" y="4457700"/>
          <p14:tracePt t="3358" x="3468688" y="4457700"/>
          <p14:tracePt t="3360" x="3468688" y="4471988"/>
          <p14:tracePt t="3364" x="3468688" y="4484688"/>
          <p14:tracePt t="3366" x="3481388" y="4484688"/>
          <p14:tracePt t="3371" x="3481388" y="4498975"/>
          <p14:tracePt t="3372" x="3495675" y="4498975"/>
          <p14:tracePt t="3376" x="3509963" y="4513263"/>
          <p14:tracePt t="3379" x="3522663" y="4513263"/>
          <p14:tracePt t="3382" x="3522663" y="4525963"/>
          <p14:tracePt t="3384" x="3551238" y="4540250"/>
          <p14:tracePt t="3389" x="3563938" y="4552950"/>
          <p14:tracePt t="3391" x="3578225" y="4552950"/>
          <p14:tracePt t="3394" x="3592513" y="4567238"/>
          <p14:tracePt t="3397" x="3605213" y="4567238"/>
          <p14:tracePt t="3398" x="3619500" y="4567238"/>
          <p14:tracePt t="3400" x="3619500" y="4581525"/>
          <p14:tracePt t="3402" x="3646488" y="4594225"/>
          <p14:tracePt t="3404" x="3660775" y="4594225"/>
          <p14:tracePt t="3406" x="3673475" y="4594225"/>
          <p14:tracePt t="3407" x="3687763" y="4594225"/>
          <p14:tracePt t="3410" x="3702050" y="4608513"/>
          <p14:tracePt t="3411" x="3714750" y="4608513"/>
          <p14:tracePt t="3413" x="3729038" y="4608513"/>
          <p14:tracePt t="3415" x="3743325" y="4608513"/>
          <p14:tracePt t="3416" x="3756025" y="4608513"/>
          <p14:tracePt t="3417" x="3770313" y="4608513"/>
          <p14:tracePt t="3419" x="3783013" y="4608513"/>
          <p14:tracePt t="3420" x="3797300" y="4608513"/>
          <p14:tracePt t="3422" x="3811588" y="4608513"/>
          <p14:tracePt t="3423" x="3824288" y="4608513"/>
          <p14:tracePt t="3425" x="3838575" y="4608513"/>
          <p14:tracePt t="3425" x="3852863" y="4608513"/>
          <p14:tracePt t="3427" x="3865563" y="4608513"/>
          <p14:tracePt t="3430" x="3879850" y="4608513"/>
          <p14:tracePt t="3432" x="3894138" y="4608513"/>
          <p14:tracePt t="3433" x="3906838" y="4608513"/>
          <p14:tracePt t="3436" x="3921125" y="4608513"/>
          <p14:tracePt t="3437" x="3933825" y="4608513"/>
          <p14:tracePt t="3440" x="3948113" y="4608513"/>
          <p14:tracePt t="3441" x="3962400" y="4608513"/>
          <p14:tracePt t="3444" x="3975100" y="4608513"/>
          <p14:tracePt t="3447" x="3989388" y="4594225"/>
          <p14:tracePt t="3450" x="4003675" y="4581525"/>
          <p14:tracePt t="3452" x="4016375" y="4581525"/>
          <p14:tracePt t="3455" x="4030663" y="4567238"/>
          <p14:tracePt t="3458" x="4044950" y="4552950"/>
          <p14:tracePt t="3464" x="4057650" y="4540250"/>
          <p14:tracePt t="3466" x="4071938" y="4525963"/>
          <p14:tracePt t="3471" x="4084638" y="4513263"/>
          <p14:tracePt t="3475" x="4098925" y="4498975"/>
          <p14:tracePt t="3478" x="4113213" y="4498975"/>
          <p14:tracePt t="3480" x="4113213" y="4484688"/>
          <p14:tracePt t="3482" x="4125913" y="4471988"/>
          <p14:tracePt t="3488" x="4140200" y="4457700"/>
          <p14:tracePt t="3489" x="4154488" y="4443413"/>
          <p14:tracePt t="3490" x="4154488" y="4430713"/>
          <p14:tracePt t="3494" x="4167188" y="4416425"/>
          <p14:tracePt t="3496" x="4181475" y="4416425"/>
          <p14:tracePt t="3498" x="4181475" y="4402138"/>
          <p14:tracePt t="3500" x="4195763" y="4389438"/>
          <p14:tracePt t="3502" x="4195763" y="4375150"/>
          <p14:tracePt t="3506" x="4208463" y="4362450"/>
          <p14:tracePt t="3509" x="4222750" y="4348163"/>
          <p14:tracePt t="3512" x="4222750" y="4333875"/>
          <p14:tracePt t="3514" x="4235450" y="4321175"/>
          <p14:tracePt t="3516" x="4235450" y="4306888"/>
          <p14:tracePt t="3520" x="4235450" y="4292600"/>
          <p14:tracePt t="3522" x="4249738" y="4292600"/>
          <p14:tracePt t="3523" x="4249738" y="4279900"/>
          <p14:tracePt t="3527" x="4249738" y="4265613"/>
          <p14:tracePt t="3530" x="4264025" y="4251325"/>
          <p14:tracePt t="3535" x="4264025" y="4238625"/>
          <p14:tracePt t="3537" x="4276725" y="4224338"/>
          <p14:tracePt t="3541" x="4276725" y="4210050"/>
          <p14:tracePt t="3545" x="4276725" y="4197350"/>
          <p14:tracePt t="3552" x="4276725" y="4183063"/>
          <p14:tracePt t="3553" x="4276725" y="4170363"/>
          <p14:tracePt t="3557" x="4276725" y="4156075"/>
          <p14:tracePt t="3561" x="4276725" y="4141788"/>
          <p14:tracePt t="3566" x="4276725" y="4129088"/>
          <p14:tracePt t="3568" x="4276725" y="4114800"/>
          <p14:tracePt t="3572" x="4264025" y="4100513"/>
          <p14:tracePt t="3578" x="4264025" y="4087813"/>
          <p14:tracePt t="3586" x="4249738" y="4073525"/>
          <p14:tracePt t="3591" x="4249738" y="4059238"/>
          <p14:tracePt t="3598" x="4235450" y="4046538"/>
          <p14:tracePt t="3606" x="4222750" y="4032250"/>
          <p14:tracePt t="3615" x="4208463" y="4032250"/>
          <p14:tracePt t="3616" x="4208463" y="4019550"/>
          <p14:tracePt t="3620" x="4195763" y="4019550"/>
          <p14:tracePt t="3627" x="4181475" y="4019550"/>
          <p14:tracePt t="3629" x="4181475" y="4005263"/>
          <p14:tracePt t="3633" x="4181475" y="3990975"/>
          <p14:tracePt t="3634" x="4167188" y="3990975"/>
          <p14:tracePt t="3639" x="4154488" y="3990975"/>
          <p14:tracePt t="3641" x="4140200" y="3990975"/>
          <p14:tracePt t="3644" x="4140200" y="3978275"/>
          <p14:tracePt t="3646" x="4125913" y="3978275"/>
          <p14:tracePt t="3650" x="4113213" y="3978275"/>
          <p14:tracePt t="3654" x="4098925" y="3978275"/>
          <p14:tracePt t="3657" x="4084638" y="3963988"/>
          <p14:tracePt t="3661" x="4071938" y="3963988"/>
          <p14:tracePt t="3665" x="4057650" y="3963988"/>
          <p14:tracePt t="3670" x="4044950" y="3963988"/>
          <p14:tracePt t="3671" x="4030663" y="3963988"/>
          <p14:tracePt t="3677" x="4016375" y="3963988"/>
          <p14:tracePt t="3684" x="4003675" y="3949700"/>
          <p14:tracePt t="3691" x="3989388" y="3949700"/>
          <p14:tracePt t="3695" x="3975100" y="3949700"/>
          <p14:tracePt t="3705" x="3962400" y="3949700"/>
          <p14:tracePt t="3713" x="3948113" y="3949700"/>
          <p14:tracePt t="3731" x="3933825" y="3949700"/>
          <p14:tracePt t="3733" x="3921125" y="3949700"/>
          <p14:tracePt t="3753" x="3906838" y="3949700"/>
          <p14:tracePt t="3762" x="3894138" y="3949700"/>
          <p14:tracePt t="3771" x="3879850" y="3949700"/>
          <p14:tracePt t="3773" x="3865563" y="3949700"/>
          <p14:tracePt t="3780" x="3852863" y="3949700"/>
          <p14:tracePt t="3782" x="3852863" y="3937000"/>
          <p14:tracePt t="3789" x="3838575" y="3922713"/>
          <p14:tracePt t="3796" x="3824288" y="3922713"/>
          <p14:tracePt t="3801" x="3811588" y="3908425"/>
          <p14:tracePt t="4046" x="3797300" y="3908425"/>
          <p14:tracePt t="4049" x="3783013" y="3908425"/>
          <p14:tracePt t="4052" x="3770313" y="3908425"/>
          <p14:tracePt t="4054" x="3756025" y="3908425"/>
          <p14:tracePt t="4063" x="3714750" y="3908425"/>
          <p14:tracePt t="4065" x="3702050" y="3908425"/>
          <p14:tracePt t="4067" x="3687763" y="3908425"/>
          <p14:tracePt t="4072" x="3673475" y="3908425"/>
          <p14:tracePt t="4073" x="3660775" y="3908425"/>
          <p14:tracePt t="4076" x="3646488" y="3908425"/>
          <p14:tracePt t="4079" x="3632200" y="3908425"/>
          <p14:tracePt t="4084" x="3605213" y="3908425"/>
          <p14:tracePt t="4086" x="3592513" y="3908425"/>
          <p14:tracePt t="4089" x="3578225" y="3908425"/>
          <p14:tracePt t="4091" x="3563938" y="3908425"/>
          <p14:tracePt t="4093" x="3551238" y="3908425"/>
          <p14:tracePt t="4096" x="3536950" y="3908425"/>
          <p14:tracePt t="4099" x="3509963" y="3908425"/>
          <p14:tracePt t="4101" x="3495675" y="3908425"/>
          <p14:tracePt t="4105" x="3481388" y="3908425"/>
          <p14:tracePt t="4106" x="3468688" y="3922713"/>
          <p14:tracePt t="4106" x="3454400" y="3922713"/>
          <p14:tracePt t="4110" x="3441700" y="3922713"/>
          <p14:tracePt t="4112" x="3427413" y="3937000"/>
          <p14:tracePt t="4114" x="3413125" y="3937000"/>
          <p14:tracePt t="4115" x="3400425" y="3949700"/>
          <p14:tracePt t="4119" x="3371850" y="3949700"/>
          <p14:tracePt t="4122" x="3359150" y="3963988"/>
          <p14:tracePt t="4126" x="3330575" y="3978275"/>
          <p14:tracePt t="4127" x="3317875" y="3978275"/>
          <p14:tracePt t="4130" x="3303588" y="3990975"/>
          <p14:tracePt t="4132" x="3303588" y="4005263"/>
          <p14:tracePt t="4133" x="3290888" y="4005263"/>
          <p14:tracePt t="4134" x="3276600" y="4005263"/>
          <p14:tracePt t="4135" x="3276600" y="4019550"/>
          <p14:tracePt t="4137" x="3262313" y="4019550"/>
          <p14:tracePt t="4139" x="3262313" y="4032250"/>
          <p14:tracePt t="4140" x="3249613" y="4032250"/>
          <p14:tracePt t="4141" x="3235325" y="4046538"/>
          <p14:tracePt t="4144" x="3235325" y="4059238"/>
          <p14:tracePt t="4145" x="3221038" y="4059238"/>
          <p14:tracePt t="4146" x="3208338" y="4059238"/>
          <p14:tracePt t="4147" x="3208338" y="4073525"/>
          <p14:tracePt t="4149" x="3194050" y="4073525"/>
          <p14:tracePt t="4150" x="3194050" y="4087813"/>
          <p14:tracePt t="4151" x="3179763" y="4087813"/>
          <p14:tracePt t="4153" x="3179763" y="4100513"/>
          <p14:tracePt t="4154" x="3179763" y="4114800"/>
          <p14:tracePt t="4156" x="3167063" y="4114800"/>
          <p14:tracePt t="4156" x="3152775" y="4129088"/>
          <p14:tracePt t="4161" x="3152775" y="4141788"/>
          <p14:tracePt t="4163" x="3140075" y="4156075"/>
          <p14:tracePt t="4165" x="3140075" y="4170363"/>
          <p14:tracePt t="4167" x="3140075" y="4183063"/>
          <p14:tracePt t="4170" x="3140075" y="4197350"/>
          <p14:tracePt t="4170" x="3125788" y="4197350"/>
          <p14:tracePt t="4173" x="3125788" y="4210050"/>
          <p14:tracePt t="4175" x="3125788" y="4224338"/>
          <p14:tracePt t="4176" x="3125788" y="4238625"/>
          <p14:tracePt t="4179" x="3125788" y="4251325"/>
          <p14:tracePt t="4182" x="3125788" y="4265613"/>
          <p14:tracePt t="4185" x="3125788" y="4279900"/>
          <p14:tracePt t="4188" x="3125788" y="4292600"/>
          <p14:tracePt t="4192" x="3125788" y="4306888"/>
          <p14:tracePt t="4197" x="3125788" y="4321175"/>
          <p14:tracePt t="4200" x="3140075" y="4321175"/>
          <p14:tracePt t="4203" x="3140075" y="4333875"/>
          <p14:tracePt t="4206" x="3152775" y="4348163"/>
          <p14:tracePt t="4210" x="3167063" y="4348163"/>
          <p14:tracePt t="4214" x="3179763" y="4362450"/>
          <p14:tracePt t="4219" x="3194050" y="4362450"/>
          <p14:tracePt t="4221" x="3194050" y="4375150"/>
          <p14:tracePt t="4223" x="3208338" y="4375150"/>
          <p14:tracePt t="4225" x="3221038" y="4375150"/>
          <p14:tracePt t="4228" x="3235325" y="4375150"/>
          <p14:tracePt t="4230" x="3235325" y="4389438"/>
          <p14:tracePt t="4231" x="3249613" y="4389438"/>
          <p14:tracePt t="4232" x="3249613" y="4402138"/>
          <p14:tracePt t="4234" x="3262313" y="4402138"/>
          <p14:tracePt t="4237" x="3276600" y="4402138"/>
          <p14:tracePt t="4239" x="3290888" y="4416425"/>
          <p14:tracePt t="4240" x="3303588" y="4416425"/>
          <p14:tracePt t="4245" x="3330575" y="4430713"/>
          <p14:tracePt t="4249" x="3344863" y="4443413"/>
          <p14:tracePt t="4251" x="3359150" y="4443413"/>
          <p14:tracePt t="4254" x="3371850" y="4443413"/>
          <p14:tracePt t="4255" x="3386138" y="4457700"/>
          <p14:tracePt t="4258" x="3400425" y="4457700"/>
          <p14:tracePt t="4260" x="3413125" y="4457700"/>
          <p14:tracePt t="4263" x="3427413" y="4471988"/>
          <p14:tracePt t="4265" x="3441700" y="4471988"/>
          <p14:tracePt t="4268" x="3454400" y="4471988"/>
          <p14:tracePt t="4272" x="3481388" y="4484688"/>
          <p14:tracePt t="4276" x="3495675" y="4484688"/>
          <p14:tracePt t="4279" x="3522663" y="4484688"/>
          <p14:tracePt t="4283" x="3536950" y="4484688"/>
          <p14:tracePt t="4286" x="3551238" y="4484688"/>
          <p14:tracePt t="4288" x="3563938" y="4484688"/>
          <p14:tracePt t="4290" x="3578225" y="4484688"/>
          <p14:tracePt t="4293" x="3592513" y="4484688"/>
          <p14:tracePt t="4295" x="3605213" y="4484688"/>
          <p14:tracePt t="4297" x="3619500" y="4484688"/>
          <p14:tracePt t="4299" x="3632200" y="4484688"/>
          <p14:tracePt t="4301" x="3646488" y="4484688"/>
          <p14:tracePt t="4305" x="3660775" y="4484688"/>
          <p14:tracePt t="4308" x="3673475" y="4457700"/>
          <p14:tracePt t="4310" x="3702050" y="4443413"/>
          <p14:tracePt t="4314" x="3729038" y="4430713"/>
          <p14:tracePt t="4316" x="3743325" y="4402138"/>
          <p14:tracePt t="4318" x="3756025" y="4389438"/>
          <p14:tracePt t="4320" x="3770313" y="4375150"/>
          <p14:tracePt t="4321" x="3770313" y="4362450"/>
          <p14:tracePt t="4322" x="3783013" y="4362450"/>
          <p14:tracePt t="4322" x="3783013" y="4348163"/>
          <p14:tracePt t="4324" x="3797300" y="4348163"/>
          <p14:tracePt t="4325" x="3811588" y="4333875"/>
          <p14:tracePt t="4328" x="3824288" y="4306888"/>
          <p14:tracePt t="4331" x="3838575" y="4279900"/>
          <p14:tracePt t="4332" x="3852863" y="4265613"/>
          <p14:tracePt t="4334" x="3865563" y="4238625"/>
          <p14:tracePt t="4336" x="3894138" y="4210050"/>
          <p14:tracePt t="4338" x="3906838" y="4183063"/>
          <p14:tracePt t="4341" x="3933825" y="4129088"/>
          <p14:tracePt t="4342" x="3948113" y="4129088"/>
          <p14:tracePt t="4344" x="3948113" y="4100513"/>
          <p14:tracePt t="4346" x="3962400" y="4087813"/>
          <p14:tracePt t="4348" x="3975100" y="4059238"/>
          <p14:tracePt t="4350" x="3975100" y="4032250"/>
          <p14:tracePt t="4351" x="3975100" y="4019550"/>
          <p14:tracePt t="4352" x="3975100" y="3990975"/>
          <p14:tracePt t="4355" x="3989388" y="3963988"/>
          <p14:tracePt t="4356" x="3989388" y="3949700"/>
          <p14:tracePt t="4358" x="3989388" y="3908425"/>
          <p14:tracePt t="4360" x="4003675" y="3895725"/>
          <p14:tracePt t="4362" x="4016375" y="3854450"/>
          <p14:tracePt t="4363" x="4016375" y="3840163"/>
          <p14:tracePt t="4363" x="4016375" y="3827463"/>
          <p14:tracePt t="4366" x="4016375" y="3813175"/>
          <p14:tracePt t="4368" x="4016375" y="3786188"/>
          <p14:tracePt t="4369" x="4016375" y="3757613"/>
          <p14:tracePt t="4371" x="4016375" y="3730625"/>
          <p14:tracePt t="4373" x="4016375" y="3703638"/>
          <p14:tracePt t="4374" x="4016375" y="3689350"/>
          <p14:tracePt t="4375" x="4016375" y="3676650"/>
          <p14:tracePt t="4376" x="4016375" y="3662363"/>
          <p14:tracePt t="4378" x="4016375" y="3635375"/>
          <p14:tracePt t="4380" x="4016375" y="3621088"/>
          <p14:tracePt t="4380" x="4016375" y="3594100"/>
          <p14:tracePt t="4383" x="4016375" y="3565525"/>
          <p14:tracePt t="4384" x="4016375" y="3552825"/>
          <p14:tracePt t="4385" x="4016375" y="3538538"/>
          <p14:tracePt t="4386" x="4016375" y="3524250"/>
          <p14:tracePt t="4388" x="4016375" y="3511550"/>
          <p14:tracePt t="4390" x="4003675" y="3470275"/>
          <p14:tracePt t="4391" x="4003675" y="3455988"/>
          <p14:tracePt t="4392" x="3989388" y="3443288"/>
          <p14:tracePt t="4393" x="3989388" y="3429000"/>
          <p14:tracePt t="4394" x="3975100" y="3414713"/>
          <p14:tracePt t="4396" x="3975100" y="3402013"/>
          <p14:tracePt t="4397" x="3975100" y="3387725"/>
          <p14:tracePt t="4397" x="3962400" y="3387725"/>
          <p14:tracePt t="4398" x="3962400" y="3373438"/>
          <p14:tracePt t="4399" x="3962400" y="3360738"/>
          <p14:tracePt t="4402" x="3948113" y="3333750"/>
          <p14:tracePt t="4404" x="3933825" y="3305175"/>
          <p14:tracePt t="4405" x="3933825" y="3292475"/>
          <p14:tracePt t="4406" x="3921125" y="3278188"/>
          <p14:tracePt t="4407" x="3906838" y="3263900"/>
          <p14:tracePt t="4410" x="3906838" y="3251200"/>
          <p14:tracePt t="4412" x="3894138" y="3236913"/>
          <p14:tracePt t="4413" x="3894138" y="3222625"/>
          <p14:tracePt t="4413" x="3879850" y="3209925"/>
          <p14:tracePt t="4414" x="3865563" y="3209925"/>
          <p14:tracePt t="4415" x="3865563" y="3181350"/>
          <p14:tracePt t="4418" x="3852863" y="3168650"/>
          <p14:tracePt t="4419" x="3838575" y="3154363"/>
          <p14:tracePt t="4420" x="3838575" y="3141663"/>
          <p14:tracePt t="4421" x="3838575" y="3127375"/>
          <p14:tracePt t="4423" x="3824288" y="3127375"/>
          <p14:tracePt t="4424" x="3824288" y="3113088"/>
          <p14:tracePt t="4426" x="3811588" y="3100388"/>
          <p14:tracePt t="4428" x="3797300" y="3071813"/>
          <p14:tracePt t="4432" x="3797300" y="3044825"/>
          <p14:tracePt t="4433" x="3783013" y="3044825"/>
          <p14:tracePt t="4434" x="3783013" y="3030538"/>
          <p14:tracePt t="4438" x="3783013" y="3003550"/>
          <p14:tracePt t="4441" x="3770313" y="2990850"/>
          <p14:tracePt t="4444" x="3770313" y="2962275"/>
          <p14:tracePt t="4447" x="3770313" y="2949575"/>
          <p14:tracePt t="4450" x="3770313" y="2935288"/>
          <p14:tracePt t="4451" x="3756025" y="2921000"/>
          <p14:tracePt t="4454" x="3756025" y="2908300"/>
          <p14:tracePt t="4456" x="3756025" y="2894013"/>
          <p14:tracePt t="4459" x="3756025" y="2867025"/>
          <p14:tracePt t="4463" x="3756025" y="2852738"/>
          <p14:tracePt t="4466" x="3756025" y="2825750"/>
          <p14:tracePt t="4469" x="3756025" y="2811463"/>
          <p14:tracePt t="4473" x="3756025" y="2784475"/>
          <p14:tracePt t="4475" x="3756025" y="2770188"/>
          <p14:tracePt t="4478" x="3756025" y="2757488"/>
          <p14:tracePt t="4480" x="3756025" y="2743200"/>
          <p14:tracePt t="4481" x="3756025" y="2728913"/>
          <p14:tracePt t="4484" x="3756025" y="2716213"/>
          <p14:tracePt t="4486" x="3756025" y="2701925"/>
          <p14:tracePt t="4488" x="3756025" y="2687638"/>
          <p14:tracePt t="4491" x="3756025" y="2674938"/>
          <p14:tracePt t="4495" x="3756025" y="2660650"/>
          <p14:tracePt t="4498" x="3756025" y="2647950"/>
          <p14:tracePt t="4500" x="3756025" y="2633663"/>
          <p14:tracePt t="4503" x="3756025" y="2619375"/>
          <p14:tracePt t="4507" x="3756025" y="2592388"/>
          <p14:tracePt t="4512" x="3756025" y="2578100"/>
          <p14:tracePt t="4513" x="3743325" y="2578100"/>
          <p14:tracePt t="4515" x="3743325" y="2565400"/>
          <p14:tracePt t="4519" x="3743325" y="2551113"/>
          <p14:tracePt t="4520" x="3729038" y="2551113"/>
          <p14:tracePt t="4523" x="3729038" y="2536825"/>
          <p14:tracePt t="4527" x="3729038" y="2524125"/>
          <p14:tracePt t="4534" x="3729038" y="2509838"/>
          <p14:tracePt t="4543" x="3714750" y="2509838"/>
          <p14:tracePt t="4546" x="3714750" y="2495550"/>
          <p14:tracePt t="4550" x="3702050" y="2495550"/>
          <p14:tracePt t="4557" x="3702050" y="2482850"/>
          <p14:tracePt t="4591" x="3702050" y="2468563"/>
          <p14:tracePt t="4602" x="3702050" y="2455863"/>
          <p14:tracePt t="4608" x="3687763" y="2455863"/>
          <p14:tracePt t="4612" x="3687763" y="2441575"/>
          <p14:tracePt t="4620" x="3687763" y="2427288"/>
          <p14:tracePt t="4626" x="3673475" y="2414588"/>
          <p14:tracePt t="4635" x="3673475" y="2400300"/>
          <p14:tracePt t="4643" x="3660775" y="2400300"/>
          <p14:tracePt t="4645" x="3646488" y="2400300"/>
          <p14:tracePt t="4647" x="3646488" y="2386013"/>
          <p14:tracePt t="4652" x="3632200" y="2386013"/>
          <p14:tracePt t="4655" x="3632200" y="2373313"/>
          <p14:tracePt t="4657" x="3619500" y="2373313"/>
          <p14:tracePt t="4662" x="3619500" y="2359025"/>
          <p14:tracePt t="4663" x="3605213" y="2359025"/>
          <p14:tracePt t="4668" x="3592513" y="2359025"/>
          <p14:tracePt t="4673" x="3578225" y="2344738"/>
          <p14:tracePt t="4683" x="3563938" y="2344738"/>
          <p14:tracePt t="4696" x="3563938" y="2332038"/>
          <p14:tracePt t="4705" x="3563938" y="2317750"/>
          <p14:tracePt t="4709" x="3551238" y="2317750"/>
          <p14:tracePt t="4716" x="3551238" y="2305050"/>
          <p14:tracePt t="4727" x="3536950" y="2305050"/>
          <p14:tracePt t="4731" x="3522663" y="2305050"/>
          <p14:tracePt t="4739" x="3509963" y="2305050"/>
          <p14:tracePt t="4744" x="3495675" y="2305050"/>
          <p14:tracePt t="4745" x="3495675" y="2290763"/>
          <p14:tracePt t="4752" x="3481388" y="2290763"/>
          <p14:tracePt t="4761" x="3468688" y="2290763"/>
          <p14:tracePt t="4852" x="3454400" y="2290763"/>
          <p14:tracePt t="4908" x="3454400" y="2276475"/>
          <p14:tracePt t="4920" x="3454400" y="2263775"/>
          <p14:tracePt t="4930" x="3441700" y="2249488"/>
          <p14:tracePt t="5040" x="3454400" y="2249488"/>
          <p14:tracePt t="5047" x="3468688" y="2249488"/>
          <p14:tracePt t="5050" x="3481388" y="2249488"/>
          <p14:tracePt t="5056" x="3495675" y="2249488"/>
          <p14:tracePt t="5063" x="3509963" y="2249488"/>
          <p14:tracePt t="5070" x="3522663" y="2249488"/>
          <p14:tracePt t="5074" x="3536950" y="2249488"/>
          <p14:tracePt t="5082" x="3551238" y="2249488"/>
          <p14:tracePt t="5091" x="3563938" y="2235200"/>
          <p14:tracePt t="5104" x="3578225" y="2235200"/>
          <p14:tracePt t="5118" x="3592513" y="2235200"/>
          <p14:tracePt t="5290" x="3578225" y="2235200"/>
          <p14:tracePt t="5295" x="3563938" y="2235200"/>
          <p14:tracePt t="5301" x="3551238" y="2235200"/>
          <p14:tracePt t="5305" x="3536950" y="2235200"/>
          <p14:tracePt t="5309" x="3522663" y="2235200"/>
          <p14:tracePt t="5322" x="3509963" y="2235200"/>
          <p14:tracePt t="5441" x="3509963" y="2249488"/>
          <p14:tracePt t="5443" x="3509963" y="2263775"/>
          <p14:tracePt t="5450" x="3509963" y="2276475"/>
          <p14:tracePt t="5454" x="3509963" y="2290763"/>
          <p14:tracePt t="5458" x="3522663" y="2317750"/>
          <p14:tracePt t="5462" x="3536950" y="2332038"/>
          <p14:tracePt t="5464" x="3536950" y="2359025"/>
          <p14:tracePt t="5466" x="3536950" y="2373313"/>
          <p14:tracePt t="5468" x="3536950" y="2386013"/>
          <p14:tracePt t="5470" x="3536950" y="2414588"/>
          <p14:tracePt t="5473" x="3536950" y="2427288"/>
          <p14:tracePt t="5474" x="3536950" y="2441575"/>
          <p14:tracePt t="5474" x="3536950" y="2455863"/>
          <p14:tracePt t="5475" x="3563938" y="2468563"/>
          <p14:tracePt t="5477" x="3563938" y="2482850"/>
          <p14:tracePt t="5480" x="3563938" y="2509838"/>
          <p14:tracePt t="5481" x="3563938" y="2524125"/>
          <p14:tracePt t="5482" x="3563938" y="2536825"/>
          <p14:tracePt t="5484" x="3563938" y="2565400"/>
          <p14:tracePt t="5487" x="3578225" y="2592388"/>
          <p14:tracePt t="5488" x="3578225" y="2606675"/>
          <p14:tracePt t="5489" x="3578225" y="2619375"/>
          <p14:tracePt t="5490" x="3578225" y="2633663"/>
          <p14:tracePt t="5491" x="3578225" y="2647950"/>
          <p14:tracePt t="5492" x="3578225" y="2660650"/>
          <p14:tracePt t="5493" x="3578225" y="2674938"/>
          <p14:tracePt t="5495" x="3592513" y="2701925"/>
          <p14:tracePt t="5496" x="3592513" y="2716213"/>
          <p14:tracePt t="5497" x="3592513" y="2728913"/>
          <p14:tracePt t="5497" x="3592513" y="2757488"/>
          <p14:tracePt t="5498" x="3592513" y="2770188"/>
          <p14:tracePt t="5500" x="3592513" y="2784475"/>
          <p14:tracePt t="5501" x="3592513" y="2798763"/>
          <p14:tracePt t="5501" x="3592513" y="2825750"/>
          <p14:tracePt t="5503" x="3592513" y="2852738"/>
          <p14:tracePt t="5504" x="3592513" y="2879725"/>
          <p14:tracePt t="5507" x="3592513" y="2894013"/>
          <p14:tracePt t="5508" x="3592513" y="2908300"/>
          <p14:tracePt t="5509" x="3592513" y="2921000"/>
          <p14:tracePt t="5509" x="3592513" y="2962275"/>
          <p14:tracePt t="5512" x="3592513" y="2990850"/>
          <p14:tracePt t="5513" x="3592513" y="3003550"/>
          <p14:tracePt t="5514" x="3592513" y="3017838"/>
          <p14:tracePt t="5516" x="3592513" y="3044825"/>
          <p14:tracePt t="5516" x="3592513" y="3059113"/>
          <p14:tracePt t="5519" x="3592513" y="3071813"/>
          <p14:tracePt t="5519" x="3592513" y="3086100"/>
          <p14:tracePt t="5521" x="3592513" y="3113088"/>
          <p14:tracePt t="5522" x="3592513" y="3127375"/>
          <p14:tracePt t="5523" x="3592513" y="3141663"/>
          <p14:tracePt t="5523" x="3592513" y="3168650"/>
          <p14:tracePt t="5524" x="3592513" y="3181350"/>
          <p14:tracePt t="5526" x="3592513" y="3195638"/>
          <p14:tracePt t="5529" x="3578225" y="3236913"/>
          <p14:tracePt t="5529" x="3578225" y="3251200"/>
          <p14:tracePt t="5530" x="3578225" y="3263900"/>
          <p14:tracePt t="5531" x="3578225" y="3278188"/>
          <p14:tracePt t="5532" x="3563938" y="3292475"/>
          <p14:tracePt t="5533" x="3551238" y="3305175"/>
          <p14:tracePt t="5534" x="3551238" y="3319463"/>
          <p14:tracePt t="5535" x="3551238" y="3333750"/>
          <p14:tracePt t="5536" x="3551238" y="3346450"/>
          <p14:tracePt t="5537" x="3551238" y="3360738"/>
          <p14:tracePt t="5538" x="3536950" y="3373438"/>
          <p14:tracePt t="5541" x="3522663" y="3402013"/>
          <p14:tracePt t="5542" x="3522663" y="3414713"/>
          <p14:tracePt t="5544" x="3522663" y="3429000"/>
          <p14:tracePt t="5544" x="3509963" y="3455988"/>
          <p14:tracePt t="5546" x="3509963" y="3470275"/>
          <p14:tracePt t="5549" x="3509963" y="3497263"/>
          <p14:tracePt t="5551" x="3509963" y="3511550"/>
          <p14:tracePt t="5553" x="3495675" y="3538538"/>
          <p14:tracePt t="5556" x="3495675" y="3552825"/>
          <p14:tracePt t="5557" x="3495675" y="3565525"/>
          <p14:tracePt t="5558" x="3481388" y="3579813"/>
          <p14:tracePt t="5559" x="3481388" y="3594100"/>
          <p14:tracePt t="5561" x="3481388" y="3606800"/>
          <p14:tracePt t="5563" x="3481388" y="3621088"/>
          <p14:tracePt t="5565" x="3481388" y="3635375"/>
          <p14:tracePt t="5565" x="3481388" y="3648075"/>
          <p14:tracePt t="5568" x="3481388" y="3662363"/>
          <p14:tracePt t="5571" x="3481388" y="3689350"/>
          <p14:tracePt t="5572" x="3481388" y="3703638"/>
          <p14:tracePt t="5575" x="3481388" y="3716338"/>
          <p14:tracePt t="5578" x="3495675" y="3730625"/>
          <p14:tracePt t="5581" x="3495675" y="3744913"/>
          <p14:tracePt t="5582" x="3495675" y="3757613"/>
          <p14:tracePt t="5584" x="3509963" y="3757613"/>
          <p14:tracePt t="5585" x="3509963" y="3771900"/>
          <p14:tracePt t="5591" x="3509963" y="3786188"/>
          <p14:tracePt t="5592" x="3522663" y="3786188"/>
          <p14:tracePt t="5601" x="3536950" y="3798888"/>
          <p14:tracePt t="5674" x="3536950" y="3813175"/>
          <p14:tracePt t="5687" x="3536950" y="3827463"/>
          <p14:tracePt t="5695" x="3536950" y="3840163"/>
          <p14:tracePt t="5699" x="3536950" y="3854450"/>
          <p14:tracePt t="5702" x="3536950" y="3867150"/>
          <p14:tracePt t="5707" x="3536950" y="3881438"/>
          <p14:tracePt t="5711" x="3536950" y="3895725"/>
          <p14:tracePt t="5716" x="3536950" y="3908425"/>
          <p14:tracePt t="5717" x="3536950" y="3922713"/>
          <p14:tracePt t="5720" x="3536950" y="3937000"/>
          <p14:tracePt t="5724" x="3536950" y="3949700"/>
          <p14:tracePt t="5729" x="3536950" y="3963988"/>
          <p14:tracePt t="5734" x="3536950" y="3978275"/>
          <p14:tracePt t="5736" x="3536950" y="3990975"/>
          <p14:tracePt t="5742" x="3536950" y="4005263"/>
          <p14:tracePt t="5751" x="3536950" y="4019550"/>
          <p14:tracePt t="5763" x="3536950" y="4032250"/>
          <p14:tracePt t="5773" x="3536950" y="4046538"/>
          <p14:tracePt t="5775" x="3522663" y="4046538"/>
          <p14:tracePt t="5784" x="3522663" y="4059238"/>
          <p14:tracePt t="5790" x="3522663" y="4073525"/>
          <p14:tracePt t="5793" x="3509963" y="4073525"/>
          <p14:tracePt t="5796" x="3509963" y="4087813"/>
          <p14:tracePt t="5799" x="3509963" y="4100513"/>
          <p14:tracePt t="5802" x="3509963" y="4114800"/>
          <p14:tracePt t="5805" x="3495675" y="4114800"/>
          <p14:tracePt t="5808" x="3495675" y="4129088"/>
          <p14:tracePt t="5812" x="3481388" y="4141788"/>
          <p14:tracePt t="5815" x="3481388" y="4156075"/>
          <p14:tracePt t="5819" x="3481388" y="4170363"/>
          <p14:tracePt t="5824" x="3481388" y="4183063"/>
          <p14:tracePt t="5828" x="3481388" y="4197350"/>
          <p14:tracePt t="5833" x="3481388" y="4210050"/>
          <p14:tracePt t="5835" x="3481388" y="4224338"/>
          <p14:tracePt t="5839" x="3481388" y="4238625"/>
          <p14:tracePt t="5841" x="3468688" y="4238625"/>
          <p14:tracePt t="5843" x="3468688" y="4251325"/>
          <p14:tracePt t="5845" x="3468688" y="4265613"/>
          <p14:tracePt t="5848" x="3468688" y="4279900"/>
          <p14:tracePt t="5851" x="3468688" y="4292600"/>
          <p14:tracePt t="5855" x="3468688" y="4306888"/>
          <p14:tracePt t="5856" x="3468688" y="4321175"/>
          <p14:tracePt t="5859" x="3468688" y="4333875"/>
          <p14:tracePt t="5861" x="3468688" y="4348163"/>
          <p14:tracePt t="5863" x="3468688" y="4362450"/>
          <p14:tracePt t="5866" x="3454400" y="4375150"/>
          <p14:tracePt t="5867" x="3454400" y="4389438"/>
          <p14:tracePt t="5870" x="3454400" y="4402138"/>
          <p14:tracePt t="5871" x="3454400" y="4416425"/>
          <p14:tracePt t="5873" x="3454400" y="4430713"/>
          <p14:tracePt t="5875" x="3441700" y="4443413"/>
          <p14:tracePt t="5877" x="3441700" y="4457700"/>
          <p14:tracePt t="5879" x="3427413" y="4484688"/>
          <p14:tracePt t="5881" x="3427413" y="4498975"/>
          <p14:tracePt t="5883" x="3427413" y="4513263"/>
          <p14:tracePt t="5884" x="3427413" y="4525963"/>
          <p14:tracePt t="5886" x="3427413" y="4540250"/>
          <p14:tracePt t="5887" x="3413125" y="4552950"/>
          <p14:tracePt t="5889" x="3400425" y="4567238"/>
          <p14:tracePt t="5891" x="3400425" y="4594225"/>
          <p14:tracePt t="5893" x="3400425" y="4608513"/>
          <p14:tracePt t="5893" x="3386138" y="4622800"/>
          <p14:tracePt t="5896" x="3386138" y="4649788"/>
          <p14:tracePt t="5897" x="3371850" y="4649788"/>
          <p14:tracePt t="5897" x="3371850" y="4664075"/>
          <p14:tracePt t="5898" x="3371850" y="4676775"/>
          <p14:tracePt t="5899" x="3371850" y="4691063"/>
          <p14:tracePt t="5901" x="3359150" y="4718050"/>
          <p14:tracePt t="5904" x="3359150" y="4745038"/>
          <p14:tracePt t="5905" x="3359150" y="4759325"/>
          <p14:tracePt t="5907" x="3344863" y="4759325"/>
          <p14:tracePt t="5907" x="3330575" y="4773613"/>
          <p14:tracePt t="5908" x="3330575" y="4786313"/>
          <p14:tracePt t="5910" x="3330575" y="4800600"/>
          <p14:tracePt t="5911" x="3317875" y="4814888"/>
          <p14:tracePt t="5913" x="3317875" y="4827588"/>
          <p14:tracePt t="5913" x="3317875" y="4841875"/>
          <p14:tracePt t="5916" x="3303588" y="4856163"/>
          <p14:tracePt t="5917" x="3290888" y="4868863"/>
          <p14:tracePt t="5919" x="3290888" y="4895850"/>
          <p14:tracePt t="5920" x="3276600" y="4895850"/>
          <p14:tracePt t="5921" x="3276600" y="4910138"/>
          <p14:tracePt t="5923" x="3262313" y="4937125"/>
          <p14:tracePt t="5925" x="3249613" y="4951413"/>
          <p14:tracePt t="5926" x="3249613" y="4965700"/>
          <p14:tracePt t="5927" x="3235325" y="4965700"/>
          <p14:tracePt t="5928" x="3235325" y="4978400"/>
          <p14:tracePt t="5928" x="3221038" y="4992688"/>
          <p14:tracePt t="5931" x="3208338" y="5006975"/>
          <p14:tracePt t="5932" x="3208338" y="5019675"/>
          <p14:tracePt t="5934" x="3194050" y="5033963"/>
          <p14:tracePt t="5934" x="3194050" y="5048250"/>
          <p14:tracePt t="5937" x="3179763" y="5060950"/>
          <p14:tracePt t="5939" x="3167063" y="5060950"/>
          <p14:tracePt t="5939" x="3167063" y="5075238"/>
          <p14:tracePt t="5940" x="3167063" y="5087938"/>
          <p14:tracePt t="5943" x="3152775" y="5102225"/>
          <p14:tracePt t="5945" x="3152775" y="5116513"/>
          <p14:tracePt t="5946" x="3140075" y="5116513"/>
          <p14:tracePt t="5948" x="3125788" y="5129213"/>
          <p14:tracePt t="5948" x="3125788" y="5143500"/>
          <p14:tracePt t="5952" x="3125788" y="5157788"/>
          <p14:tracePt t="5953" x="3111500" y="5157788"/>
          <p14:tracePt t="5955" x="3111500" y="5170488"/>
          <p14:tracePt t="5959" x="3098800" y="5184775"/>
          <p14:tracePt t="5964" x="3098800" y="5211763"/>
          <p14:tracePt t="5967" x="3084513" y="5211763"/>
          <p14:tracePt t="5971" x="3084513" y="5226050"/>
          <p14:tracePt t="5986" x="3084513" y="5238750"/>
          <p14:tracePt t="6316" x="3084513" y="5211763"/>
          <p14:tracePt t="6318" x="3084513" y="5199063"/>
          <p14:tracePt t="6320" x="3084513" y="5184775"/>
          <p14:tracePt t="6321" x="3084513" y="5170488"/>
          <p14:tracePt t="6324" x="3084513" y="5157788"/>
          <p14:tracePt t="6324" x="3084513" y="5143500"/>
          <p14:tracePt t="6326" x="3084513" y="5129213"/>
          <p14:tracePt t="6327" x="3084513" y="5116513"/>
          <p14:tracePt t="6327" x="3098800" y="5116513"/>
          <p14:tracePt t="6328" x="3098800" y="5102225"/>
          <p14:tracePt t="6330" x="3098800" y="5087938"/>
          <p14:tracePt t="6331" x="3111500" y="5075238"/>
          <p14:tracePt t="6331" x="3111500" y="5060950"/>
          <p14:tracePt t="6334" x="3125788" y="5033963"/>
          <p14:tracePt t="6336" x="3125788" y="5006975"/>
          <p14:tracePt t="6337" x="3125788" y="4992688"/>
          <p14:tracePt t="6338" x="3125788" y="4978400"/>
          <p14:tracePt t="6339" x="3140075" y="4951413"/>
          <p14:tracePt t="6341" x="3152775" y="4910138"/>
          <p14:tracePt t="6343" x="3167063" y="4895850"/>
          <p14:tracePt t="6343" x="3167063" y="4883150"/>
          <p14:tracePt t="6345" x="3179763" y="4856163"/>
          <p14:tracePt t="6345" x="3194050" y="4827588"/>
          <p14:tracePt t="6348" x="3194050" y="4814888"/>
          <p14:tracePt t="6349" x="3208338" y="4786313"/>
          <p14:tracePt t="6350" x="3221038" y="4773613"/>
          <p14:tracePt t="6352" x="3221038" y="4745038"/>
          <p14:tracePt t="6355" x="3262313" y="4691063"/>
          <p14:tracePt t="6357" x="3262313" y="4676775"/>
          <p14:tracePt t="6357" x="3276600" y="4649788"/>
          <p14:tracePt t="6360" x="3290888" y="4622800"/>
          <p14:tracePt t="6362" x="3290888" y="4594225"/>
          <p14:tracePt t="6363" x="3303588" y="4567238"/>
          <p14:tracePt t="6364" x="3317875" y="4540250"/>
          <p14:tracePt t="6365" x="3330575" y="4513263"/>
          <p14:tracePt t="6366" x="3330575" y="4484688"/>
          <p14:tracePt t="6367" x="3344863" y="4457700"/>
          <p14:tracePt t="6368" x="3359150" y="4430713"/>
          <p14:tracePt t="6369" x="3371850" y="4389438"/>
          <p14:tracePt t="6370" x="3371850" y="4362450"/>
          <p14:tracePt t="6371" x="3371850" y="4333875"/>
          <p14:tracePt t="6372" x="3386138" y="4306888"/>
          <p14:tracePt t="6372" x="3386138" y="4279900"/>
          <p14:tracePt t="6374" x="3400425" y="4251325"/>
          <p14:tracePt t="6375" x="3400425" y="4210050"/>
          <p14:tracePt t="6376" x="3413125" y="4156075"/>
          <p14:tracePt t="6377" x="3413125" y="4129088"/>
          <p14:tracePt t="6378" x="3427413" y="4114800"/>
          <p14:tracePt t="6380" x="3427413" y="4073525"/>
          <p14:tracePt t="6381" x="3427413" y="4059238"/>
          <p14:tracePt t="6382" x="3427413" y="4046538"/>
          <p14:tracePt t="6383" x="3441700" y="4019550"/>
          <p14:tracePt t="6384" x="3441700" y="3990975"/>
          <p14:tracePt t="6385" x="3441700" y="3963988"/>
          <p14:tracePt t="6386" x="3441700" y="3949700"/>
          <p14:tracePt t="6387" x="3441700" y="3937000"/>
          <p14:tracePt t="6388" x="3441700" y="3908425"/>
          <p14:tracePt t="6390" x="3441700" y="3867150"/>
          <p14:tracePt t="6391" x="3441700" y="3854450"/>
          <p14:tracePt t="6393" x="3441700" y="3827463"/>
          <p14:tracePt t="6394" x="3441700" y="3798888"/>
          <p14:tracePt t="6395" x="3441700" y="3786188"/>
          <p14:tracePt t="6396" x="3441700" y="3771900"/>
          <p14:tracePt t="6397" x="3441700" y="3757613"/>
          <p14:tracePt t="6398" x="3441700" y="3744913"/>
          <p14:tracePt t="6399" x="3441700" y="3730625"/>
          <p14:tracePt t="6400" x="3441700" y="3703638"/>
          <p14:tracePt t="6402" x="3441700" y="3689350"/>
          <p14:tracePt t="6404" x="3441700" y="3662363"/>
          <p14:tracePt t="6407" x="3427413" y="3621088"/>
          <p14:tracePt t="6408" x="3427413" y="3606800"/>
          <p14:tracePt t="6409" x="3427413" y="3594100"/>
          <p14:tracePt t="6411" x="3427413" y="3579813"/>
          <p14:tracePt t="6412" x="3427413" y="3565525"/>
          <p14:tracePt t="6413" x="3427413" y="3552825"/>
          <p14:tracePt t="6414" x="3427413" y="3538538"/>
          <p14:tracePt t="6416" x="3413125" y="3511550"/>
          <p14:tracePt t="6418" x="3413125" y="3497263"/>
          <p14:tracePt t="6419" x="3413125" y="3484563"/>
          <p14:tracePt t="6421" x="3413125" y="3470275"/>
          <p14:tracePt t="6422" x="3400425" y="3455988"/>
          <p14:tracePt t="6424" x="3400425" y="3443288"/>
          <p14:tracePt t="6426" x="3400425" y="3414713"/>
          <p14:tracePt t="6428" x="3400425" y="3402013"/>
          <p14:tracePt t="6430" x="3400425" y="3373438"/>
          <p14:tracePt t="6432" x="3400425" y="3346450"/>
          <p14:tracePt t="6434" x="3400425" y="3333750"/>
          <p14:tracePt t="6435" x="3386138" y="3333750"/>
          <p14:tracePt t="6436" x="3386138" y="3305175"/>
          <p14:tracePt t="6438" x="3386138" y="3292475"/>
          <p14:tracePt t="6439" x="3386138" y="3278188"/>
          <p14:tracePt t="6440" x="3371850" y="3263900"/>
          <p14:tracePt t="6441" x="3371850" y="3251200"/>
          <p14:tracePt t="6443" x="3371850" y="3236913"/>
          <p14:tracePt t="6444" x="3371850" y="3222625"/>
          <p14:tracePt t="6445" x="3371850" y="3209925"/>
          <p14:tracePt t="6447" x="3371850" y="3181350"/>
          <p14:tracePt t="6448" x="3371850" y="3168650"/>
          <p14:tracePt t="6449" x="3371850" y="3154363"/>
          <p14:tracePt t="6450" x="3371850" y="3141663"/>
          <p14:tracePt t="6451" x="3359150" y="3127375"/>
          <p14:tracePt t="6452" x="3359150" y="3113088"/>
          <p14:tracePt t="6453" x="3359150" y="3100388"/>
          <p14:tracePt t="6455" x="3359150" y="3071813"/>
          <p14:tracePt t="6457" x="3359150" y="3059113"/>
          <p14:tracePt t="6459" x="3359150" y="3030538"/>
          <p14:tracePt t="6461" x="3359150" y="3003550"/>
          <p14:tracePt t="6462" x="3359150" y="2990850"/>
          <p14:tracePt t="6463" x="3359150" y="2976563"/>
          <p14:tracePt t="6466" x="3359150" y="2949575"/>
          <p14:tracePt t="6467" x="3359150" y="2921000"/>
          <p14:tracePt t="6470" x="3359150" y="2894013"/>
          <p14:tracePt t="6472" x="3359150" y="2879725"/>
          <p14:tracePt t="6474" x="3359150" y="2867025"/>
          <p14:tracePt t="6475" x="3359150" y="2852738"/>
          <p14:tracePt t="6480" x="3359150" y="2825750"/>
          <p14:tracePt t="6480" x="3359150" y="2811463"/>
          <p14:tracePt t="6487" x="3359150" y="2784475"/>
          <p14:tracePt t="6492" x="3359150" y="2770188"/>
          <p14:tracePt t="6498" x="3359150" y="2757488"/>
          <p14:tracePt t="6506" x="3359150" y="2743200"/>
          <p14:tracePt t="6514" x="3359150" y="2728913"/>
          <p14:tracePt t="6518" x="3371850" y="2728913"/>
          <p14:tracePt t="6523" x="3371850" y="2716213"/>
          <p14:tracePt t="6532" x="3371850" y="2701925"/>
          <p14:tracePt t="6534" x="3386138" y="2701925"/>
          <p14:tracePt t="6538" x="3400425" y="2687638"/>
          <p14:tracePt t="6541" x="3400425" y="2674938"/>
          <p14:tracePt t="6546" x="3400425" y="2660650"/>
          <p14:tracePt t="6551" x="3400425" y="2647950"/>
          <p14:tracePt t="6552" x="3413125" y="2647950"/>
          <p14:tracePt t="6555" x="3413125" y="2633663"/>
          <p14:tracePt t="6557" x="3413125" y="2619375"/>
          <p14:tracePt t="6560" x="3413125" y="2606675"/>
          <p14:tracePt t="6564" x="3413125" y="2592388"/>
          <p14:tracePt t="6566" x="3427413" y="2592388"/>
          <p14:tracePt t="6567" x="3427413" y="2578100"/>
          <p14:tracePt t="6569" x="3427413" y="2565400"/>
          <p14:tracePt t="6572" x="3427413" y="2551113"/>
          <p14:tracePt t="6573" x="3441700" y="2536825"/>
          <p14:tracePt t="6577" x="3441700" y="2524125"/>
          <p14:tracePt t="6578" x="3441700" y="2509838"/>
          <p14:tracePt t="6580" x="3454400" y="2509838"/>
          <p14:tracePt t="6581" x="3454400" y="2495550"/>
          <p14:tracePt t="6583" x="3454400" y="2482850"/>
          <p14:tracePt t="6585" x="3468688" y="2468563"/>
          <p14:tracePt t="6588" x="3468688" y="2455863"/>
          <p14:tracePt t="6591" x="3468688" y="2441575"/>
          <p14:tracePt t="6595" x="3468688" y="2427288"/>
          <p14:tracePt t="6596" x="3481388" y="2427288"/>
          <p14:tracePt t="6600" x="3481388" y="2414588"/>
          <p14:tracePt t="6609" x="3481388" y="2400300"/>
          <p14:tracePt t="6652" x="3481388" y="2386013"/>
          <p14:tracePt t="6671" x="3481388" y="2373313"/>
          <p14:tracePt t="6673" x="3481388" y="2359025"/>
          <p14:tracePt t="6677" x="3481388" y="2344738"/>
          <p14:tracePt t="6679" x="3481388" y="2332038"/>
          <p14:tracePt t="6681" x="3481388" y="2317750"/>
          <p14:tracePt t="6683" x="3481388" y="2305050"/>
          <p14:tracePt t="6685" x="3481388" y="2290763"/>
          <p14:tracePt t="6687" x="3495675" y="2276475"/>
          <p14:tracePt t="6690" x="3495675" y="2263775"/>
          <p14:tracePt t="6691" x="3495675" y="2249488"/>
          <p14:tracePt t="6693" x="3509963" y="2249488"/>
          <p14:tracePt t="6695" x="3509963" y="2235200"/>
          <p14:tracePt t="6696" x="3509963" y="2222500"/>
          <p14:tracePt t="6699" x="3509963" y="2208213"/>
          <p14:tracePt t="6702" x="3509963" y="2193925"/>
          <p14:tracePt t="6703" x="3522663" y="2193925"/>
          <p14:tracePt t="6705" x="3522663" y="2181225"/>
          <p14:tracePt t="6708" x="3522663" y="2166938"/>
          <p14:tracePt t="6714" x="3522663" y="2152650"/>
          <p14:tracePt t="6726" x="3522663" y="21399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8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E47CE9D-194B-3F70-D3E5-752DCFC880DE}"/>
              </a:ext>
            </a:extLst>
          </p:cNvPr>
          <p:cNvSpPr txBox="1"/>
          <p:nvPr/>
        </p:nvSpPr>
        <p:spPr>
          <a:xfrm>
            <a:off x="2611327" y="1700808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73893A1B-60F0-C019-B53C-257131E433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19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2656">
        <p:fade/>
      </p:transition>
    </mc:Choice>
    <mc:Fallback>
      <p:transition advTm="265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" x="3824288" y="2181225"/>
          <p14:tracePt t="145" x="3811588" y="2181225"/>
          <p14:tracePt t="147" x="3811588" y="2166938"/>
          <p14:tracePt t="160" x="3797300" y="2166938"/>
          <p14:tracePt t="600" x="3797300" y="2181225"/>
          <p14:tracePt t="603" x="3797300" y="2193925"/>
          <p14:tracePt t="606" x="3797300" y="2208213"/>
          <p14:tracePt t="607" x="3797300" y="2222500"/>
          <p14:tracePt t="612" x="3797300" y="2235200"/>
          <p14:tracePt t="614" x="3797300" y="2249488"/>
          <p14:tracePt t="616" x="3797300" y="2263775"/>
          <p14:tracePt t="619" x="3797300" y="2276475"/>
          <p14:tracePt t="620" x="3797300" y="2290763"/>
          <p14:tracePt t="624" x="3797300" y="2305050"/>
          <p14:tracePt t="626" x="3797300" y="2317750"/>
          <p14:tracePt t="626" x="3797300" y="2332038"/>
          <p14:tracePt t="628" x="3797300" y="2344738"/>
          <p14:tracePt t="630" x="3797300" y="2359025"/>
          <p14:tracePt t="633" x="3797300" y="2373313"/>
          <p14:tracePt t="633" x="3797300" y="2386013"/>
          <p14:tracePt t="635" x="3797300" y="2414588"/>
          <p14:tracePt t="637" x="3797300" y="2427288"/>
          <p14:tracePt t="639" x="3783013" y="2455863"/>
          <p14:tracePt t="641" x="3783013" y="2482850"/>
          <p14:tracePt t="643" x="3783013" y="2495550"/>
          <p14:tracePt t="644" x="3783013" y="2509838"/>
          <p14:tracePt t="645" x="3770313" y="2524125"/>
          <p14:tracePt t="646" x="3770313" y="2536825"/>
          <p14:tracePt t="647" x="3770313" y="2551113"/>
          <p14:tracePt t="648" x="3770313" y="2565400"/>
          <p14:tracePt t="649" x="3756025" y="2578100"/>
          <p14:tracePt t="650" x="3743325" y="2592388"/>
          <p14:tracePt t="652" x="3729038" y="2619375"/>
          <p14:tracePt t="654" x="3729038" y="2660650"/>
          <p14:tracePt t="655" x="3714750" y="2674938"/>
          <p14:tracePt t="656" x="3702050" y="2687638"/>
          <p14:tracePt t="658" x="3702050" y="2716213"/>
          <p14:tracePt t="659" x="3673475" y="2728913"/>
          <p14:tracePt t="661" x="3660775" y="2770188"/>
          <p14:tracePt t="662" x="3646488" y="2784475"/>
          <p14:tracePt t="663" x="3632200" y="2811463"/>
          <p14:tracePt t="664" x="3632200" y="2838450"/>
          <p14:tracePt t="665" x="3619500" y="2852738"/>
          <p14:tracePt t="666" x="3605213" y="2867025"/>
          <p14:tracePt t="667" x="3605213" y="2894013"/>
          <p14:tracePt t="668" x="3592513" y="2921000"/>
          <p14:tracePt t="670" x="3592513" y="2935288"/>
          <p14:tracePt t="672" x="3578225" y="2962275"/>
          <p14:tracePt t="673" x="3578225" y="2976563"/>
          <p14:tracePt t="676" x="3578225" y="2990850"/>
          <p14:tracePt t="677" x="3563938" y="3017838"/>
          <p14:tracePt t="678" x="3551238" y="3030538"/>
          <p14:tracePt t="680" x="3551238" y="3044825"/>
          <p14:tracePt t="682" x="3536950" y="3100388"/>
          <p14:tracePt t="683" x="3536950" y="3113088"/>
          <p14:tracePt t="684" x="3522663" y="3141663"/>
          <p14:tracePt t="685" x="3522663" y="3168650"/>
          <p14:tracePt t="686" x="3509963" y="3181350"/>
          <p14:tracePt t="687" x="3509963" y="3195638"/>
          <p14:tracePt t="688" x="3509963" y="3222625"/>
          <p14:tracePt t="689" x="3509963" y="3236913"/>
          <p14:tracePt t="690" x="3509963" y="3251200"/>
          <p14:tracePt t="691" x="3509963" y="3263900"/>
          <p14:tracePt t="692" x="3495675" y="3278188"/>
          <p14:tracePt t="693" x="3495675" y="3292475"/>
          <p14:tracePt t="694" x="3481388" y="3319463"/>
          <p14:tracePt t="695" x="3481388" y="3333750"/>
          <p14:tracePt t="696" x="3481388" y="3346450"/>
          <p14:tracePt t="697" x="3468688" y="3373438"/>
          <p14:tracePt t="699" x="3454400" y="3387725"/>
          <p14:tracePt t="700" x="3454400" y="3414713"/>
          <p14:tracePt t="702" x="3454400" y="3443288"/>
          <p14:tracePt t="703" x="3454400" y="3455988"/>
          <p14:tracePt t="704" x="3441700" y="3470275"/>
          <p14:tracePt t="705" x="3441700" y="3484563"/>
          <p14:tracePt t="706" x="3441700" y="3497263"/>
          <p14:tracePt t="707" x="3441700" y="3511550"/>
          <p14:tracePt t="709" x="3441700" y="3524250"/>
          <p14:tracePt t="709" x="3427413" y="3538538"/>
          <p14:tracePt t="711" x="3427413" y="3565525"/>
          <p14:tracePt t="713" x="3413125" y="3594100"/>
          <p14:tracePt t="716" x="3413125" y="3606800"/>
          <p14:tracePt t="716" x="3413125" y="3621088"/>
          <p14:tracePt t="717" x="3400425" y="3635375"/>
          <p14:tracePt t="719" x="3400425" y="3662363"/>
          <p14:tracePt t="720" x="3386138" y="3662363"/>
          <p14:tracePt t="721" x="3386138" y="3676650"/>
          <p14:tracePt t="723" x="3386138" y="3689350"/>
          <p14:tracePt t="725" x="3371850" y="3716338"/>
          <p14:tracePt t="726" x="3371850" y="3730625"/>
          <p14:tracePt t="727" x="3371850" y="3744913"/>
          <p14:tracePt t="730" x="3359150" y="3757613"/>
          <p14:tracePt t="730" x="3359150" y="3771900"/>
          <p14:tracePt t="731" x="3344863" y="3786188"/>
          <p14:tracePt t="733" x="3344863" y="3798888"/>
          <p14:tracePt t="734" x="3344863" y="3813175"/>
          <p14:tracePt t="735" x="3330575" y="3827463"/>
          <p14:tracePt t="738" x="3330575" y="3840163"/>
          <p14:tracePt t="739" x="3317875" y="3867150"/>
          <p14:tracePt t="741" x="3317875" y="3881438"/>
          <p14:tracePt t="744" x="3317875" y="3908425"/>
          <p14:tracePt t="745" x="3303588" y="3908425"/>
          <p14:tracePt t="746" x="3303588" y="3922713"/>
          <p14:tracePt t="747" x="3303588" y="3937000"/>
          <p14:tracePt t="748" x="3290888" y="3949700"/>
          <p14:tracePt t="751" x="3276600" y="3963988"/>
          <p14:tracePt t="752" x="3276600" y="3978275"/>
          <p14:tracePt t="752" x="3276600" y="3990975"/>
          <p14:tracePt t="754" x="3262313" y="4005263"/>
          <p14:tracePt t="756" x="3262313" y="4032250"/>
          <p14:tracePt t="759" x="3262313" y="4046538"/>
          <p14:tracePt t="760" x="3262313" y="4059238"/>
          <p14:tracePt t="761" x="3249613" y="4059238"/>
          <p14:tracePt t="762" x="3249613" y="4087813"/>
          <p14:tracePt t="766" x="3235325" y="4114800"/>
          <p14:tracePt t="767" x="3221038" y="4129088"/>
          <p14:tracePt t="769" x="3221038" y="4141788"/>
          <p14:tracePt t="770" x="3221038" y="4156075"/>
          <p14:tracePt t="773" x="3208338" y="4170363"/>
          <p14:tracePt t="774" x="3194050" y="4183063"/>
          <p14:tracePt t="774" x="3194050" y="4197350"/>
          <p14:tracePt t="775" x="3194050" y="4210050"/>
          <p14:tracePt t="777" x="3179763" y="4224338"/>
          <p14:tracePt t="779" x="3179763" y="4238625"/>
          <p14:tracePt t="781" x="3167063" y="4265613"/>
          <p14:tracePt t="783" x="3152775" y="4279900"/>
          <p14:tracePt t="786" x="3152775" y="4292600"/>
          <p14:tracePt t="787" x="3140075" y="4321175"/>
          <p14:tracePt t="789" x="3140075" y="4333875"/>
          <p14:tracePt t="790" x="3125788" y="4333875"/>
          <p14:tracePt t="792" x="3125788" y="4348163"/>
          <p14:tracePt t="794" x="3125788" y="4362450"/>
          <p14:tracePt t="795" x="3111500" y="4375150"/>
          <p14:tracePt t="798" x="3111500" y="4389438"/>
          <p14:tracePt t="800" x="3111500" y="4402138"/>
          <p14:tracePt t="803" x="3111500" y="4416425"/>
          <p14:tracePt t="804" x="3098800" y="4416425"/>
          <p14:tracePt t="806" x="3098800" y="4430713"/>
          <p14:tracePt t="810" x="3084513" y="4443413"/>
          <p14:tracePt t="811" x="3084513" y="4457700"/>
          <p14:tracePt t="815" x="3084513" y="4471988"/>
          <p14:tracePt t="820" x="3084513" y="4484688"/>
          <p14:tracePt t="821" x="3084513" y="4498975"/>
          <p14:tracePt t="824" x="3084513" y="4513263"/>
          <p14:tracePt t="825" x="3070225" y="4513263"/>
          <p14:tracePt t="828" x="3070225" y="4525963"/>
          <p14:tracePt t="831" x="3070225" y="4540250"/>
          <p14:tracePt t="834" x="3070225" y="4552950"/>
          <p14:tracePt t="836" x="3070225" y="4567238"/>
          <p14:tracePt t="841" x="3057525" y="4581525"/>
          <p14:tracePt t="842" x="3057525" y="4608513"/>
          <p14:tracePt t="845" x="3057525" y="4622800"/>
          <p14:tracePt t="848" x="3057525" y="4635500"/>
          <p14:tracePt t="849" x="3057525" y="4649788"/>
          <p14:tracePt t="851" x="3043238" y="4664075"/>
          <p14:tracePt t="853" x="3043238" y="4676775"/>
          <p14:tracePt t="855" x="3028950" y="4676775"/>
          <p14:tracePt t="856" x="3028950" y="4691063"/>
          <p14:tracePt t="857" x="3028950" y="4705350"/>
          <p14:tracePt t="860" x="3028950" y="4718050"/>
          <p14:tracePt t="864" x="3028950" y="4732338"/>
          <p14:tracePt t="867" x="3028950" y="4745038"/>
          <p14:tracePt t="869" x="3016250" y="4745038"/>
          <p14:tracePt t="870" x="3016250" y="4759325"/>
          <p14:tracePt t="875" x="3016250" y="4773613"/>
          <p14:tracePt t="882" x="3016250" y="4786313"/>
          <p14:tracePt t="941" x="3016250" y="4800600"/>
          <p14:tracePt t="943" x="3016250" y="4814888"/>
          <p14:tracePt t="949" x="3016250" y="4827588"/>
          <p14:tracePt t="953" x="3001963" y="4841875"/>
          <p14:tracePt t="956" x="3001963" y="4856163"/>
          <p14:tracePt t="959" x="3001963" y="4868863"/>
          <p14:tracePt t="963" x="3001963" y="4883150"/>
          <p14:tracePt t="967" x="3001963" y="4895850"/>
          <p14:tracePt t="967" x="2989263" y="4895850"/>
          <p14:tracePt t="973" x="2989263" y="4910138"/>
          <p14:tracePt t="975" x="2989263" y="4924425"/>
          <p14:tracePt t="981" x="2989263" y="4937125"/>
          <p14:tracePt t="993" x="2989263" y="4951413"/>
          <p14:tracePt t="998" x="2974975" y="4951413"/>
          <p14:tracePt t="1080" x="2989263" y="4951413"/>
          <p14:tracePt t="1081" x="2989263" y="4937125"/>
          <p14:tracePt t="1084" x="3001963" y="4910138"/>
          <p14:tracePt t="1086" x="3001963" y="4895850"/>
          <p14:tracePt t="1088" x="3016250" y="4883150"/>
          <p14:tracePt t="1089" x="3028950" y="4868863"/>
          <p14:tracePt t="1092" x="3043238" y="4841875"/>
          <p14:tracePt t="1094" x="3043238" y="4827588"/>
          <p14:tracePt t="1095" x="3070225" y="4814888"/>
          <p14:tracePt t="1096" x="3070225" y="4800600"/>
          <p14:tracePt t="1098" x="3070225" y="4786313"/>
          <p14:tracePt t="1099" x="3098800" y="4773613"/>
          <p14:tracePt t="1100" x="3098800" y="4759325"/>
          <p14:tracePt t="1101" x="3098800" y="4745038"/>
          <p14:tracePt t="1103" x="3125788" y="4732338"/>
          <p14:tracePt t="1105" x="3125788" y="4705350"/>
          <p14:tracePt t="1106" x="3140075" y="4691063"/>
          <p14:tracePt t="1107" x="3140075" y="4676775"/>
          <p14:tracePt t="1109" x="3152775" y="4649788"/>
          <p14:tracePt t="1110" x="3167063" y="4649788"/>
          <p14:tracePt t="1112" x="3179763" y="4635500"/>
          <p14:tracePt t="1113" x="3179763" y="4608513"/>
          <p14:tracePt t="1114" x="3194050" y="4594225"/>
          <p14:tracePt t="1115" x="3194050" y="4581525"/>
          <p14:tracePt t="1116" x="3208338" y="4581525"/>
          <p14:tracePt t="1117" x="3208338" y="4567238"/>
          <p14:tracePt t="1119" x="3221038" y="4540250"/>
          <p14:tracePt t="1121" x="3235325" y="4525963"/>
          <p14:tracePt t="1122" x="3249613" y="4513263"/>
          <p14:tracePt t="1123" x="3249613" y="4498975"/>
          <p14:tracePt t="1126" x="3262313" y="4484688"/>
          <p14:tracePt t="1127" x="3262313" y="4471988"/>
          <p14:tracePt t="1129" x="3276600" y="4457700"/>
          <p14:tracePt t="1131" x="3276600" y="4443413"/>
          <p14:tracePt t="1134" x="3276600" y="4430713"/>
          <p14:tracePt t="1135" x="3290888" y="4430713"/>
          <p14:tracePt t="1135" x="3290888" y="4416425"/>
          <p14:tracePt t="1137" x="3303588" y="4416425"/>
          <p14:tracePt t="1139" x="3303588" y="4402138"/>
          <p14:tracePt t="1141" x="3303588" y="4389438"/>
          <p14:tracePt t="1144" x="3317875" y="4389438"/>
          <p14:tracePt t="1146" x="3317875" y="4375150"/>
          <p14:tracePt t="1152" x="3317875" y="4362450"/>
          <p14:tracePt t="1156" x="3330575" y="4362450"/>
          <p14:tracePt t="1161" x="3330575" y="4348163"/>
          <p14:tracePt t="1163" x="3330575" y="4333875"/>
          <p14:tracePt t="1172" x="3344863" y="4321175"/>
          <p14:tracePt t="1181" x="3359150" y="4306888"/>
          <p14:tracePt t="1188" x="3359150" y="4292600"/>
          <p14:tracePt t="1190" x="3359150" y="4279900"/>
          <p14:tracePt t="1195" x="3371850" y="4265613"/>
          <p14:tracePt t="1199" x="3371850" y="4251325"/>
          <p14:tracePt t="1202" x="3386138" y="4238625"/>
          <p14:tracePt t="1205" x="3400425" y="4224338"/>
          <p14:tracePt t="1209" x="3400425" y="4210050"/>
          <p14:tracePt t="1210" x="3400425" y="4197350"/>
          <p14:tracePt t="1212" x="3413125" y="4183063"/>
          <p14:tracePt t="1216" x="3427413" y="4156075"/>
          <p14:tracePt t="1220" x="3427413" y="4141788"/>
          <p14:tracePt t="1221" x="3441700" y="4141788"/>
          <p14:tracePt t="1223" x="3454400" y="4129088"/>
          <p14:tracePt t="1225" x="3454400" y="4114800"/>
          <p14:tracePt t="1227" x="3454400" y="4100513"/>
          <p14:tracePt t="1228" x="3468688" y="4100513"/>
          <p14:tracePt t="1229" x="3468688" y="4087813"/>
          <p14:tracePt t="1232" x="3468688" y="4073525"/>
          <p14:tracePt t="1234" x="3481388" y="4073525"/>
          <p14:tracePt t="1235" x="3481388" y="4059238"/>
          <p14:tracePt t="1236" x="3481388" y="4046538"/>
          <p14:tracePt t="1239" x="3481388" y="4032250"/>
          <p14:tracePt t="1241" x="3495675" y="4019550"/>
          <p14:tracePt t="1243" x="3509963" y="4005263"/>
          <p14:tracePt t="1246" x="3509963" y="3978275"/>
          <p14:tracePt t="1249" x="3522663" y="3949700"/>
          <p14:tracePt t="1251" x="3522663" y="3937000"/>
          <p14:tracePt t="1252" x="3536950" y="3922713"/>
          <p14:tracePt t="1254" x="3536950" y="3895725"/>
          <p14:tracePt t="1256" x="3536950" y="3881438"/>
          <p14:tracePt t="1257" x="3551238" y="3881438"/>
          <p14:tracePt t="1259" x="3551238" y="3867150"/>
          <p14:tracePt t="1260" x="3551238" y="3854450"/>
          <p14:tracePt t="1262" x="3551238" y="3827463"/>
          <p14:tracePt t="1265" x="3551238" y="3813175"/>
          <p14:tracePt t="1266" x="3551238" y="3798888"/>
          <p14:tracePt t="1267" x="3578225" y="3771900"/>
          <p14:tracePt t="1269" x="3578225" y="3757613"/>
          <p14:tracePt t="1272" x="3578225" y="3730625"/>
          <p14:tracePt t="1274" x="3578225" y="3716338"/>
          <p14:tracePt t="1275" x="3578225" y="3703638"/>
          <p14:tracePt t="1276" x="3578225" y="3689350"/>
          <p14:tracePt t="1279" x="3578225" y="3676650"/>
          <p14:tracePt t="1279" x="3578225" y="3662363"/>
          <p14:tracePt t="1280" x="3578225" y="3648075"/>
          <p14:tracePt t="1282" x="3578225" y="3635375"/>
          <p14:tracePt t="1283" x="3592513" y="3621088"/>
          <p14:tracePt t="1284" x="3592513" y="3606800"/>
          <p14:tracePt t="1286" x="3592513" y="3579813"/>
          <p14:tracePt t="1288" x="3605213" y="3565525"/>
          <p14:tracePt t="1289" x="3605213" y="3552825"/>
          <p14:tracePt t="1291" x="3605213" y="3524250"/>
          <p14:tracePt t="1293" x="3619500" y="3511550"/>
          <p14:tracePt t="1294" x="3619500" y="3484563"/>
          <p14:tracePt t="1296" x="3632200" y="3470275"/>
          <p14:tracePt t="1297" x="3632200" y="3443288"/>
          <p14:tracePt t="1299" x="3632200" y="3429000"/>
          <p14:tracePt t="1300" x="3632200" y="3414713"/>
          <p14:tracePt t="1301" x="3632200" y="3402013"/>
          <p14:tracePt t="1302" x="3646488" y="3387725"/>
          <p14:tracePt t="1303" x="3646488" y="3373438"/>
          <p14:tracePt t="1304" x="3646488" y="3360738"/>
          <p14:tracePt t="1305" x="3660775" y="3346450"/>
          <p14:tracePt t="1306" x="3673475" y="3333750"/>
          <p14:tracePt t="1307" x="3673475" y="3319463"/>
          <p14:tracePt t="1309" x="3687763" y="3292475"/>
          <p14:tracePt t="1310" x="3687763" y="3278188"/>
          <p14:tracePt t="1311" x="3702050" y="3251200"/>
          <p14:tracePt t="1314" x="3714750" y="3222625"/>
          <p14:tracePt t="1315" x="3714750" y="3209925"/>
          <p14:tracePt t="1316" x="3714750" y="3195638"/>
          <p14:tracePt t="1317" x="3729038" y="3181350"/>
          <p14:tracePt t="1318" x="3743325" y="3168650"/>
          <p14:tracePt t="1319" x="3743325" y="3154363"/>
          <p14:tracePt t="1320" x="3756025" y="3127375"/>
          <p14:tracePt t="1322" x="3756025" y="3113088"/>
          <p14:tracePt t="1323" x="3770313" y="3086100"/>
          <p14:tracePt t="1325" x="3770313" y="3071813"/>
          <p14:tracePt t="1327" x="3797300" y="3044825"/>
          <p14:tracePt t="1328" x="3797300" y="3030538"/>
          <p14:tracePt t="1329" x="3797300" y="3017838"/>
          <p14:tracePt t="1330" x="3811588" y="3017838"/>
          <p14:tracePt t="1331" x="3811588" y="2990850"/>
          <p14:tracePt t="1334" x="3811588" y="2962275"/>
          <p14:tracePt t="1335" x="3824288" y="2949575"/>
          <p14:tracePt t="1337" x="3824288" y="2935288"/>
          <p14:tracePt t="1338" x="3838575" y="2921000"/>
          <p14:tracePt t="1341" x="3838575" y="2908300"/>
          <p14:tracePt t="1342" x="3838575" y="2894013"/>
          <p14:tracePt t="1344" x="3838575" y="2879725"/>
          <p14:tracePt t="1345" x="3852863" y="2867025"/>
          <p14:tracePt t="1348" x="3852863" y="2852738"/>
          <p14:tracePt t="1351" x="3852863" y="2838450"/>
          <p14:tracePt t="1353" x="3852863" y="2825750"/>
          <p14:tracePt t="1355" x="3865563" y="2811463"/>
          <p14:tracePt t="1358" x="3865563" y="2798763"/>
          <p14:tracePt t="1360" x="3865563" y="2784475"/>
          <p14:tracePt t="1361" x="3865563" y="2770188"/>
          <p14:tracePt t="1363" x="3865563" y="2757488"/>
          <p14:tracePt t="1364" x="3865563" y="2743200"/>
          <p14:tracePt t="1366" x="3865563" y="2728913"/>
          <p14:tracePt t="1367" x="3865563" y="2716213"/>
          <p14:tracePt t="1369" x="3865563" y="2687638"/>
          <p14:tracePt t="1371" x="3865563" y="2674938"/>
          <p14:tracePt t="1372" x="3865563" y="2660650"/>
          <p14:tracePt t="1373" x="3865563" y="2647950"/>
          <p14:tracePt t="1374" x="3865563" y="2633663"/>
          <p14:tracePt t="1375" x="3865563" y="2619375"/>
          <p14:tracePt t="1376" x="3865563" y="2606675"/>
          <p14:tracePt t="1378" x="3865563" y="2592388"/>
          <p14:tracePt t="1379" x="3865563" y="2578100"/>
          <p14:tracePt t="1380" x="3865563" y="2565400"/>
          <p14:tracePt t="1383" x="3865563" y="2551113"/>
          <p14:tracePt t="1384" x="3865563" y="2536825"/>
          <p14:tracePt t="1385" x="3865563" y="2524125"/>
          <p14:tracePt t="1386" x="3865563" y="2509838"/>
          <p14:tracePt t="1388" x="3865563" y="2495550"/>
          <p14:tracePt t="1390" x="3865563" y="2482850"/>
          <p14:tracePt t="1390" x="3852863" y="2482850"/>
          <p14:tracePt t="1391" x="3852863" y="2468563"/>
          <p14:tracePt t="1392" x="3852863" y="2455863"/>
          <p14:tracePt t="1394" x="3852863" y="2441575"/>
          <p14:tracePt t="1397" x="3852863" y="2427288"/>
          <p14:tracePt t="1397" x="3852863" y="2414588"/>
          <p14:tracePt t="1399" x="3852863" y="2400300"/>
          <p14:tracePt t="1401" x="3852863" y="2386013"/>
          <p14:tracePt t="1404" x="3852863" y="2373313"/>
          <p14:tracePt t="1405" x="3852863" y="2359025"/>
          <p14:tracePt t="1408" x="3852863" y="2344738"/>
          <p14:tracePt t="1411" x="3852863" y="2332038"/>
          <p14:tracePt t="1415" x="3852863" y="2317750"/>
          <p14:tracePt t="1417" x="3852863" y="2305050"/>
          <p14:tracePt t="1423" x="3852863" y="2290763"/>
          <p14:tracePt t="1443" x="3852863" y="2276475"/>
          <p14:tracePt t="1513" x="3838575" y="2276475"/>
          <p14:tracePt t="1520" x="3838575" y="2263775"/>
          <p14:tracePt t="1523" x="3824288" y="2263775"/>
          <p14:tracePt t="1524" x="3824288" y="2249488"/>
          <p14:tracePt t="1526" x="3824288" y="2235200"/>
          <p14:tracePt t="1530" x="3824288" y="2222500"/>
          <p14:tracePt t="1536" x="3824288" y="2208213"/>
          <p14:tracePt t="1537" x="3811588" y="2208213"/>
          <p14:tracePt t="1552" x="3811588" y="2193925"/>
          <p14:tracePt t="2194" x="3811588" y="2208213"/>
          <p14:tracePt t="2198" x="3824288" y="2208213"/>
          <p14:tracePt t="2207" x="3838575" y="2208213"/>
          <p14:tracePt t="2220" x="3838575" y="222250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9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42198D1-6BE6-FCC9-BF77-1098B1E2A2CD}"/>
              </a:ext>
            </a:extLst>
          </p:cNvPr>
          <p:cNvSpPr txBox="1"/>
          <p:nvPr/>
        </p:nvSpPr>
        <p:spPr>
          <a:xfrm>
            <a:off x="2611327" y="1700808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AEFFGG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74F1F3D2-E9D7-8FF6-2B6C-5CE0C86EBA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29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6534">
        <p:fade/>
      </p:transition>
    </mc:Choice>
    <mc:Fallback>
      <p:transition advTm="365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9" x="3852863" y="2222500"/>
          <p14:tracePt t="38" x="3865563" y="2222500"/>
          <p14:tracePt t="45" x="3879850" y="2222500"/>
          <p14:tracePt t="51" x="3894138" y="2222500"/>
          <p14:tracePt t="62" x="3906838" y="2222500"/>
          <p14:tracePt t="73" x="3921125" y="2222500"/>
          <p14:tracePt t="94" x="3933825" y="2222500"/>
          <p14:tracePt t="106" x="3948113" y="2222500"/>
          <p14:tracePt t="117" x="3962400" y="2222500"/>
          <p14:tracePt t="135" x="3975100" y="2222500"/>
          <p14:tracePt t="143" x="3989388" y="2222500"/>
          <p14:tracePt t="623" x="3989388" y="2235200"/>
          <p14:tracePt t="625" x="3989388" y="2249488"/>
          <p14:tracePt t="627" x="3989388" y="2263775"/>
          <p14:tracePt t="629" x="4003675" y="2263775"/>
          <p14:tracePt t="629" x="4003675" y="2276475"/>
          <p14:tracePt t="634" x="4003675" y="2305050"/>
          <p14:tracePt t="635" x="4003675" y="2317750"/>
          <p14:tracePt t="640" x="4003675" y="2344738"/>
          <p14:tracePt t="642" x="4003675" y="2373313"/>
          <p14:tracePt t="644" x="4003675" y="2386013"/>
          <p14:tracePt t="647" x="4003675" y="2400300"/>
          <p14:tracePt t="649" x="4003675" y="2414588"/>
          <p14:tracePt t="650" x="4003675" y="2427288"/>
          <p14:tracePt t="652" x="4003675" y="2441575"/>
          <p14:tracePt t="654" x="4003675" y="2455863"/>
          <p14:tracePt t="656" x="4003675" y="2468563"/>
          <p14:tracePt t="657" x="4003675" y="2495550"/>
          <p14:tracePt t="659" x="4003675" y="2509838"/>
          <p14:tracePt t="661" x="4016375" y="2524125"/>
          <p14:tracePt t="662" x="4016375" y="2536825"/>
          <p14:tracePt t="664" x="4016375" y="2551113"/>
          <p14:tracePt t="665" x="4016375" y="2565400"/>
          <p14:tracePt t="667" x="4016375" y="2578100"/>
          <p14:tracePt t="669" x="4016375" y="2606675"/>
          <p14:tracePt t="671" x="4030663" y="2619375"/>
          <p14:tracePt t="673" x="4030663" y="2633663"/>
          <p14:tracePt t="675" x="4030663" y="2647950"/>
          <p14:tracePt t="676" x="4030663" y="2660650"/>
          <p14:tracePt t="678" x="4030663" y="2674938"/>
          <p14:tracePt t="681" x="4030663" y="2701925"/>
          <p14:tracePt t="684" x="4030663" y="2716213"/>
          <p14:tracePt t="686" x="4030663" y="2743200"/>
          <p14:tracePt t="688" x="4030663" y="2757488"/>
          <p14:tracePt t="690" x="4030663" y="2770188"/>
          <p14:tracePt t="692" x="4030663" y="2784475"/>
          <p14:tracePt t="696" x="4030663" y="2798763"/>
          <p14:tracePt t="698" x="4030663" y="2811463"/>
          <p14:tracePt t="704" x="4030663" y="2825750"/>
          <p14:tracePt t="707" x="4030663" y="2838450"/>
          <p14:tracePt t="847" x="4016375" y="2838450"/>
          <p14:tracePt t="849" x="4016375" y="2825750"/>
          <p14:tracePt t="851" x="4003675" y="2825750"/>
          <p14:tracePt t="854" x="4003675" y="2811463"/>
          <p14:tracePt t="859" x="3989388" y="2798763"/>
          <p14:tracePt t="862" x="3989388" y="2784475"/>
          <p14:tracePt t="865" x="3989388" y="2770188"/>
          <p14:tracePt t="869" x="3989388" y="2757488"/>
          <p14:tracePt t="870" x="3975100" y="2757488"/>
          <p14:tracePt t="871" x="3975100" y="2743200"/>
          <p14:tracePt t="872" x="3975100" y="2728913"/>
          <p14:tracePt t="876" x="3975100" y="2716213"/>
          <p14:tracePt t="877" x="3975100" y="2701925"/>
          <p14:tracePt t="879" x="3962400" y="2701925"/>
          <p14:tracePt t="880" x="3962400" y="2687638"/>
          <p14:tracePt t="881" x="3962400" y="2674938"/>
          <p14:tracePt t="884" x="3962400" y="2660650"/>
          <p14:tracePt t="886" x="3962400" y="2647950"/>
          <p14:tracePt t="887" x="3948113" y="2633663"/>
          <p14:tracePt t="889" x="3948113" y="2619375"/>
          <p14:tracePt t="891" x="3948113" y="2592388"/>
          <p14:tracePt t="893" x="3948113" y="2578100"/>
          <p14:tracePt t="895" x="3948113" y="2565400"/>
          <p14:tracePt t="896" x="3948113" y="2551113"/>
          <p14:tracePt t="898" x="3948113" y="2536825"/>
          <p14:tracePt t="900" x="3948113" y="2524125"/>
          <p14:tracePt t="902" x="3948113" y="2509838"/>
          <p14:tracePt t="904" x="3948113" y="2482850"/>
          <p14:tracePt t="907" x="3948113" y="2468563"/>
          <p14:tracePt t="909" x="3948113" y="2455863"/>
          <p14:tracePt t="911" x="3948113" y="2441575"/>
          <p14:tracePt t="913" x="3948113" y="2427288"/>
          <p14:tracePt t="915" x="3948113" y="2414588"/>
          <p14:tracePt t="917" x="3948113" y="2400300"/>
          <p14:tracePt t="919" x="3948113" y="2386013"/>
          <p14:tracePt t="922" x="3948113" y="2373313"/>
          <p14:tracePt t="925" x="3962400" y="2359025"/>
          <p14:tracePt t="927" x="3975100" y="2344738"/>
          <p14:tracePt t="932" x="3975100" y="2332038"/>
          <p14:tracePt t="936" x="3989388" y="2317750"/>
          <p14:tracePt t="942" x="3989388" y="2305050"/>
          <p14:tracePt t="952" x="4003675" y="2305050"/>
          <p14:tracePt t="953" x="4003675" y="2290763"/>
          <p14:tracePt t="960" x="4003675" y="2276475"/>
          <p14:tracePt t="1130" x="4003675" y="2263775"/>
          <p14:tracePt t="1136" x="4003675" y="2249488"/>
          <p14:tracePt t="1140" x="4003675" y="2235200"/>
          <p14:tracePt t="1147" x="4003675" y="2222500"/>
          <p14:tracePt t="1162" x="4003675" y="2208213"/>
          <p14:tracePt t="1179" x="3989388" y="2208213"/>
          <p14:tracePt t="1219" x="3989388" y="2222500"/>
          <p14:tracePt t="1223" x="3989388" y="2249488"/>
          <p14:tracePt t="1227" x="4003675" y="2263775"/>
          <p14:tracePt t="1229" x="4003675" y="2276475"/>
          <p14:tracePt t="1232" x="4003675" y="2290763"/>
          <p14:tracePt t="1234" x="4003675" y="2305050"/>
          <p14:tracePt t="1236" x="4003675" y="2332038"/>
          <p14:tracePt t="1238" x="4003675" y="2344738"/>
          <p14:tracePt t="1240" x="4003675" y="2359025"/>
          <p14:tracePt t="1242" x="4003675" y="2386013"/>
          <p14:tracePt t="1243" x="4003675" y="2400300"/>
          <p14:tracePt t="1245" x="4003675" y="2414588"/>
          <p14:tracePt t="1246" x="4003675" y="2427288"/>
          <p14:tracePt t="1248" x="4003675" y="2441575"/>
          <p14:tracePt t="1249" x="4003675" y="2455863"/>
          <p14:tracePt t="1250" x="4003675" y="2468563"/>
          <p14:tracePt t="1251" x="4003675" y="2482850"/>
          <p14:tracePt t="1253" x="4003675" y="2509838"/>
          <p14:tracePt t="1255" x="4003675" y="2524125"/>
          <p14:tracePt t="1256" x="4003675" y="2536825"/>
          <p14:tracePt t="1258" x="3989388" y="2551113"/>
          <p14:tracePt t="1259" x="3989388" y="2578100"/>
          <p14:tracePt t="1260" x="3975100" y="2592388"/>
          <p14:tracePt t="1262" x="3975100" y="2606675"/>
          <p14:tracePt t="1263" x="3975100" y="2619375"/>
          <p14:tracePt t="1265" x="3975100" y="2647950"/>
          <p14:tracePt t="1266" x="3975100" y="2660650"/>
          <p14:tracePt t="1267" x="3975100" y="2674938"/>
          <p14:tracePt t="1269" x="3962400" y="2701925"/>
          <p14:tracePt t="1270" x="3962400" y="2716213"/>
          <p14:tracePt t="1272" x="3962400" y="2743200"/>
          <p14:tracePt t="1279" x="3948113" y="2811463"/>
          <p14:tracePt t="1280" x="3948113" y="2825750"/>
          <p14:tracePt t="1281" x="3933825" y="2852738"/>
          <p14:tracePt t="1283" x="3933825" y="2867025"/>
          <p14:tracePt t="1284" x="3933825" y="2879725"/>
          <p14:tracePt t="1286" x="3921125" y="2908300"/>
          <p14:tracePt t="1288" x="3921125" y="2935288"/>
          <p14:tracePt t="1290" x="3921125" y="2949575"/>
          <p14:tracePt t="1291" x="3906838" y="2949575"/>
          <p14:tracePt t="1292" x="3906838" y="2962275"/>
          <p14:tracePt t="1294" x="3906838" y="2976563"/>
          <p14:tracePt t="1297" x="3906838" y="3003550"/>
          <p14:tracePt t="1301" x="3894138" y="3030538"/>
          <p14:tracePt t="1304" x="3879850" y="3030538"/>
          <p14:tracePt t="1306" x="3879850" y="3044825"/>
          <p14:tracePt t="1310" x="3879850" y="3059113"/>
          <p14:tracePt t="1317" x="3879850" y="3071813"/>
          <p14:tracePt t="1318" x="3879850" y="3086100"/>
          <p14:tracePt t="1326" x="3879850" y="3100388"/>
          <p14:tracePt t="1347" x="3879850" y="3113088"/>
          <p14:tracePt t="1457" x="3879850" y="3086100"/>
          <p14:tracePt t="1459" x="3879850" y="3071813"/>
          <p14:tracePt t="1463" x="3879850" y="3059113"/>
          <p14:tracePt t="1464" x="3879850" y="3044825"/>
          <p14:tracePt t="1465" x="3879850" y="3030538"/>
          <p14:tracePt t="1467" x="3879850" y="3003550"/>
          <p14:tracePt t="1470" x="3879850" y="2990850"/>
          <p14:tracePt t="1472" x="3879850" y="2976563"/>
          <p14:tracePt t="1473" x="3879850" y="2949575"/>
          <p14:tracePt t="1475" x="3879850" y="2935288"/>
          <p14:tracePt t="1477" x="3879850" y="2921000"/>
          <p14:tracePt t="1478" x="3879850" y="2908300"/>
          <p14:tracePt t="1480" x="3879850" y="2894013"/>
          <p14:tracePt t="1481" x="3879850" y="2879725"/>
          <p14:tracePt t="1482" x="3879850" y="2867025"/>
          <p14:tracePt t="1484" x="3879850" y="2852738"/>
          <p14:tracePt t="1487" x="3879850" y="2838450"/>
          <p14:tracePt t="1487" x="3879850" y="2825750"/>
          <p14:tracePt t="1488" x="3879850" y="2811463"/>
          <p14:tracePt t="1489" x="3879850" y="2798763"/>
          <p14:tracePt t="1491" x="3879850" y="2784475"/>
          <p14:tracePt t="1493" x="3879850" y="2770188"/>
          <p14:tracePt t="1495" x="3894138" y="2757488"/>
          <p14:tracePt t="1497" x="3894138" y="2728913"/>
          <p14:tracePt t="1499" x="3894138" y="2716213"/>
          <p14:tracePt t="1501" x="3894138" y="2701925"/>
          <p14:tracePt t="1503" x="3894138" y="2687638"/>
          <p14:tracePt t="1505" x="3894138" y="2674938"/>
          <p14:tracePt t="1506" x="3894138" y="2660650"/>
          <p14:tracePt t="1508" x="3894138" y="2647950"/>
          <p14:tracePt t="1511" x="3894138" y="2633663"/>
          <p14:tracePt t="1513" x="3906838" y="2619375"/>
          <p14:tracePt t="1515" x="3906838" y="2606675"/>
          <p14:tracePt t="1518" x="3906838" y="2592388"/>
          <p14:tracePt t="1521" x="3906838" y="2578100"/>
          <p14:tracePt t="1525" x="3906838" y="2565400"/>
          <p14:tracePt t="1526" x="3921125" y="2551113"/>
          <p14:tracePt t="1531" x="3933825" y="2536825"/>
          <p14:tracePt t="1539" x="3933825" y="2524125"/>
          <p14:tracePt t="1544" x="3933825" y="2509838"/>
          <p14:tracePt t="1551" x="3948113" y="2495550"/>
          <p14:tracePt t="1560" x="3948113" y="2482850"/>
          <p14:tracePt t="1570" x="3948113" y="2468563"/>
          <p14:tracePt t="1580" x="3962400" y="2455863"/>
          <p14:tracePt t="1583" x="3962400" y="2441575"/>
          <p14:tracePt t="1588" x="3962400" y="2427288"/>
          <p14:tracePt t="1592" x="3975100" y="2414588"/>
          <p14:tracePt t="1597" x="3989388" y="2400300"/>
          <p14:tracePt t="1599" x="3989388" y="2386013"/>
          <p14:tracePt t="1603" x="3989388" y="2373313"/>
          <p14:tracePt t="1606" x="4003675" y="2373313"/>
          <p14:tracePt t="1607" x="4003675" y="2359025"/>
          <p14:tracePt t="1609" x="4003675" y="2344738"/>
          <p14:tracePt t="1611" x="4016375" y="2332038"/>
          <p14:tracePt t="1613" x="4016375" y="2317750"/>
          <p14:tracePt t="1617" x="4030663" y="2305050"/>
          <p14:tracePt t="1620" x="4044950" y="2305050"/>
          <p14:tracePt t="1621" x="4044950" y="2290763"/>
          <p14:tracePt t="1624" x="4044950" y="2276475"/>
          <p14:tracePt t="1631" x="4044950" y="2263775"/>
          <p14:tracePt t="1633" x="4057650" y="2263775"/>
          <p14:tracePt t="1651" x="4057650" y="2249488"/>
          <p14:tracePt t="1711" x="4057650" y="2222500"/>
          <p14:tracePt t="1720" x="4057650" y="2208213"/>
          <p14:tracePt t="1722" x="4057650" y="2193925"/>
          <p14:tracePt t="1727" x="4057650" y="2181225"/>
          <p14:tracePt t="1731" x="4057650" y="2166938"/>
          <p14:tracePt t="1737" x="4057650" y="2152650"/>
          <p14:tracePt t="2224" x="4044950" y="2152650"/>
          <p14:tracePt t="2228" x="4030663" y="2152650"/>
          <p14:tracePt t="2231" x="4016375" y="2152650"/>
          <p14:tracePt t="2235" x="4003675" y="2152650"/>
          <p14:tracePt t="2238" x="3975100" y="2152650"/>
          <p14:tracePt t="2242" x="3962400" y="2152650"/>
          <p14:tracePt t="2245" x="3933825" y="2152650"/>
          <p14:tracePt t="2248" x="3921125" y="2152650"/>
          <p14:tracePt t="2251" x="3906838" y="2152650"/>
          <p14:tracePt t="2253" x="3894138" y="2152650"/>
          <p14:tracePt t="2256" x="3879850" y="2152650"/>
          <p14:tracePt t="2260" x="3852863" y="2152650"/>
          <p14:tracePt t="2266" x="3838575" y="2152650"/>
          <p14:tracePt t="2272" x="3824288" y="2152650"/>
          <p14:tracePt t="2282" x="3811588" y="2152650"/>
          <p14:tracePt t="2324" x="3797300" y="2152650"/>
          <p14:tracePt t="2439" x="3783013" y="2152650"/>
          <p14:tracePt t="2441" x="3770313" y="2152650"/>
          <p14:tracePt t="2442" x="3756025" y="2152650"/>
          <p14:tracePt t="2444" x="3743325" y="2152650"/>
          <p14:tracePt t="2446" x="3729038" y="2152650"/>
          <p14:tracePt t="2448" x="3714750" y="2152650"/>
          <p14:tracePt t="2449" x="3702050" y="2152650"/>
          <p14:tracePt t="2452" x="3687763" y="2166938"/>
          <p14:tracePt t="2454" x="3660775" y="2166938"/>
          <p14:tracePt t="2456" x="3646488" y="2166938"/>
          <p14:tracePt t="2459" x="3619500" y="2166938"/>
          <p14:tracePt t="2461" x="3605213" y="2166938"/>
          <p14:tracePt t="2463" x="3592513" y="2166938"/>
          <p14:tracePt t="2466" x="3578225" y="2166938"/>
          <p14:tracePt t="2467" x="3551238" y="2166938"/>
          <p14:tracePt t="2469" x="3536950" y="2166938"/>
          <p14:tracePt t="2471" x="3522663" y="2166938"/>
          <p14:tracePt t="2473" x="3509963" y="2166938"/>
          <p14:tracePt t="2474" x="3495675" y="2166938"/>
          <p14:tracePt t="2475" x="3481388" y="2181225"/>
          <p14:tracePt t="2477" x="3468688" y="2181225"/>
          <p14:tracePt t="2480" x="3454400" y="2181225"/>
          <p14:tracePt t="2481" x="3427413" y="2193925"/>
          <p14:tracePt t="2483" x="3413125" y="2193925"/>
          <p14:tracePt t="2485" x="3400425" y="2193925"/>
          <p14:tracePt t="2488" x="3386138" y="2193925"/>
          <p14:tracePt t="2488" x="3371850" y="2193925"/>
          <p14:tracePt t="2491" x="3359150" y="2193925"/>
          <p14:tracePt t="2494" x="3344863" y="2193925"/>
          <p14:tracePt t="2495" x="3330575" y="2193925"/>
          <p14:tracePt t="2498" x="3317875" y="2193925"/>
          <p14:tracePt t="2507" x="3303588" y="2208213"/>
          <p14:tracePt t="2617" x="3317875" y="2208213"/>
          <p14:tracePt t="2621" x="3330575" y="2208213"/>
          <p14:tracePt t="2623" x="3344863" y="2208213"/>
          <p14:tracePt t="2624" x="3359150" y="2208213"/>
          <p14:tracePt t="2627" x="3371850" y="2208213"/>
          <p14:tracePt t="2629" x="3386138" y="2208213"/>
          <p14:tracePt t="2630" x="3400425" y="2208213"/>
          <p14:tracePt t="2632" x="3427413" y="2208213"/>
          <p14:tracePt t="2634" x="3441700" y="2193925"/>
          <p14:tracePt t="2636" x="3454400" y="2193925"/>
          <p14:tracePt t="2637" x="3468688" y="2193925"/>
          <p14:tracePt t="2638" x="3481388" y="2193925"/>
          <p14:tracePt t="2639" x="3495675" y="2193925"/>
          <p14:tracePt t="2641" x="3509963" y="2193925"/>
          <p14:tracePt t="2642" x="3522663" y="2193925"/>
          <p14:tracePt t="2643" x="3536950" y="2193925"/>
          <p14:tracePt t="2645" x="3551238" y="2193925"/>
          <p14:tracePt t="2647" x="3578225" y="2193925"/>
          <p14:tracePt t="2648" x="3578225" y="2181225"/>
          <p14:tracePt t="2649" x="3592513" y="2181225"/>
          <p14:tracePt t="2650" x="3605213" y="2181225"/>
          <p14:tracePt t="2651" x="3619500" y="2181225"/>
          <p14:tracePt t="2652" x="3632200" y="2181225"/>
          <p14:tracePt t="2653" x="3646488" y="2181225"/>
          <p14:tracePt t="2655" x="3660775" y="2181225"/>
          <p14:tracePt t="2656" x="3687763" y="2181225"/>
          <p14:tracePt t="2657" x="3687763" y="2166938"/>
          <p14:tracePt t="2658" x="3702050" y="2166938"/>
          <p14:tracePt t="2659" x="3714750" y="2166938"/>
          <p14:tracePt t="2661" x="3729038" y="2152650"/>
          <p14:tracePt t="2662" x="3743325" y="2152650"/>
          <p14:tracePt t="2664" x="3770313" y="2152650"/>
          <p14:tracePt t="2666" x="3783013" y="2152650"/>
          <p14:tracePt t="2668" x="3797300" y="2152650"/>
          <p14:tracePt t="2670" x="3811588" y="2152650"/>
          <p14:tracePt t="2672" x="3824288" y="2152650"/>
          <p14:tracePt t="2675" x="3838575" y="2152650"/>
          <p14:tracePt t="2676" x="3852863" y="2152650"/>
          <p14:tracePt t="2681" x="3865563" y="2152650"/>
          <p14:tracePt t="2684" x="3879850" y="2152650"/>
          <p14:tracePt t="2690" x="3894138" y="2152650"/>
          <p14:tracePt t="2696" x="3906838" y="2152650"/>
          <p14:tracePt t="2719" x="3921125" y="2152650"/>
          <p14:tracePt t="2988" x="3933825" y="2152650"/>
          <p14:tracePt t="3002" x="3948113" y="2166938"/>
          <p14:tracePt t="3017" x="3948113" y="2181225"/>
          <p14:tracePt t="3019" x="3962400" y="2181225"/>
          <p14:tracePt t="3031" x="3975100" y="2181225"/>
          <p14:tracePt t="3176" x="3975100" y="2193925"/>
          <p14:tracePt t="3184" x="3962400" y="2193925"/>
          <p14:tracePt t="3191" x="3948113" y="2193925"/>
          <p14:tracePt t="3196" x="3933825" y="2193925"/>
          <p14:tracePt t="3203" x="3921125" y="2193925"/>
          <p14:tracePt t="4650" x="3933825" y="2193925"/>
          <p14:tracePt t="4668" x="3962400" y="2193925"/>
          <p14:tracePt t="4670" x="3975100" y="2193925"/>
          <p14:tracePt t="4672" x="3989388" y="2193925"/>
          <p14:tracePt t="4674" x="4003675" y="2208213"/>
          <p14:tracePt t="4675" x="4016375" y="2208213"/>
          <p14:tracePt t="4677" x="4030663" y="2208213"/>
          <p14:tracePt t="4679" x="4044950" y="2208213"/>
          <p14:tracePt t="4681" x="4057650" y="2208213"/>
          <p14:tracePt t="4682" x="4071938" y="2222500"/>
          <p14:tracePt t="4683" x="4084638" y="2235200"/>
          <p14:tracePt t="4685" x="4098925" y="2235200"/>
          <p14:tracePt t="4689" x="4113213" y="2235200"/>
          <p14:tracePt t="4689" x="4140200" y="2235200"/>
          <p14:tracePt t="4692" x="4154488" y="2235200"/>
          <p14:tracePt t="4695" x="4167188" y="2235200"/>
          <p14:tracePt t="4696" x="4181475" y="2235200"/>
          <p14:tracePt t="4697" x="4195763" y="2235200"/>
          <p14:tracePt t="4700" x="4208463" y="2249488"/>
          <p14:tracePt t="4702" x="4235450" y="2249488"/>
          <p14:tracePt t="4704" x="4249738" y="2249488"/>
          <p14:tracePt t="4706" x="4264025" y="2249488"/>
          <p14:tracePt t="4709" x="4291013" y="2249488"/>
          <p14:tracePt t="4712" x="4305300" y="2249488"/>
          <p14:tracePt t="4714" x="4305300" y="2263775"/>
          <p14:tracePt t="4716" x="4318000" y="2263775"/>
          <p14:tracePt t="4719" x="4332288" y="2263775"/>
          <p14:tracePt t="4720" x="4346575" y="2263775"/>
          <p14:tracePt t="4724" x="4346575" y="2276475"/>
          <p14:tracePt t="4726" x="4359275" y="2276475"/>
          <p14:tracePt t="4733" x="4373563" y="2276475"/>
          <p14:tracePt t="4747" x="4373563" y="2290763"/>
          <p14:tracePt t="4759" x="4373563" y="2305050"/>
          <p14:tracePt t="4765" x="4386263" y="2305050"/>
          <p14:tracePt t="4768" x="4386263" y="2317750"/>
          <p14:tracePt t="4769" x="4386263" y="2332038"/>
          <p14:tracePt t="4771" x="4400550" y="2332038"/>
          <p14:tracePt t="4776" x="4400550" y="2344738"/>
          <p14:tracePt t="4782" x="4400550" y="2359025"/>
          <p14:tracePt t="4784" x="4414838" y="2359025"/>
          <p14:tracePt t="4790" x="4414838" y="2373313"/>
          <p14:tracePt t="4794" x="4427538" y="2373313"/>
          <p14:tracePt t="4797" x="4427538" y="2386013"/>
          <p14:tracePt t="4804" x="4441825" y="2400300"/>
          <p14:tracePt t="4806" x="4456113" y="2400300"/>
          <p14:tracePt t="4813" x="4456113" y="2414588"/>
          <p14:tracePt t="4817" x="4468813" y="2414588"/>
          <p14:tracePt t="4820" x="4468813" y="2427288"/>
          <p14:tracePt t="4833" x="4483100" y="2441575"/>
          <p14:tracePt t="4839" x="4483100" y="2455863"/>
          <p14:tracePt t="4847" x="4497388" y="2455863"/>
          <p14:tracePt t="4850" x="4497388" y="2468563"/>
          <p14:tracePt t="4856" x="4510088" y="2468563"/>
          <p14:tracePt t="4863" x="4510088" y="2482850"/>
          <p14:tracePt t="4875" x="4524375" y="2495550"/>
          <p14:tracePt t="4886" x="4524375" y="2509838"/>
          <p14:tracePt t="5140" x="4524375" y="2524125"/>
          <p14:tracePt t="5142" x="4524375" y="2536825"/>
          <p14:tracePt t="5144" x="4524375" y="2551113"/>
          <p14:tracePt t="5150" x="4524375" y="2565400"/>
          <p14:tracePt t="5158" x="4524375" y="2578100"/>
          <p14:tracePt t="5165" x="4524375" y="2592388"/>
          <p14:tracePt t="5187" x="4524375" y="2606675"/>
          <p14:tracePt t="5258" x="4510088" y="2606675"/>
          <p14:tracePt t="5259" x="4497388" y="2606675"/>
          <p14:tracePt t="5266" x="4483100" y="2606675"/>
          <p14:tracePt t="5271" x="4468813" y="2606675"/>
          <p14:tracePt t="5276" x="4456113" y="2592388"/>
          <p14:tracePt t="5279" x="4441825" y="2592388"/>
          <p14:tracePt t="5286" x="4427538" y="2578100"/>
          <p14:tracePt t="5293" x="4414838" y="2578100"/>
          <p14:tracePt t="5297" x="4414838" y="2565400"/>
          <p14:tracePt t="5300" x="4400550" y="2565400"/>
          <p14:tracePt t="5302" x="4386263" y="2565400"/>
          <p14:tracePt t="5304" x="4386263" y="2551113"/>
          <p14:tracePt t="5307" x="4386263" y="2536825"/>
          <p14:tracePt t="5310" x="4373563" y="2536825"/>
          <p14:tracePt t="5316" x="4373563" y="2524125"/>
          <p14:tracePt t="5317" x="4359275" y="2524125"/>
          <p14:tracePt t="5322" x="4359275" y="2509838"/>
          <p14:tracePt t="5328" x="4346575" y="2509838"/>
          <p14:tracePt t="5329" x="4346575" y="2495550"/>
          <p14:tracePt t="5331" x="4332288" y="2482850"/>
          <p14:tracePt t="5337" x="4318000" y="2468563"/>
          <p14:tracePt t="5341" x="4318000" y="2455863"/>
          <p14:tracePt t="5348" x="4318000" y="2427288"/>
          <p14:tracePt t="5349" x="4305300" y="2427288"/>
          <p14:tracePt t="5354" x="4305300" y="2414588"/>
          <p14:tracePt t="5356" x="4291013" y="2414588"/>
          <p14:tracePt t="5357" x="4291013" y="2400300"/>
          <p14:tracePt t="5360" x="4291013" y="2386013"/>
          <p14:tracePt t="5363" x="4276725" y="2373313"/>
          <p14:tracePt t="5366" x="4264025" y="2373313"/>
          <p14:tracePt t="5369" x="4264025" y="2359025"/>
          <p14:tracePt t="5375" x="4249738" y="2344738"/>
          <p14:tracePt t="5380" x="4235450" y="2332038"/>
          <p14:tracePt t="5383" x="4222750" y="2332038"/>
          <p14:tracePt t="5385" x="4208463" y="2317750"/>
          <p14:tracePt t="5391" x="4195763" y="2317750"/>
          <p14:tracePt t="5392" x="4195763" y="2305050"/>
          <p14:tracePt t="5398" x="4181475" y="2305050"/>
          <p14:tracePt t="5401" x="4181475" y="2290763"/>
          <p14:tracePt t="5406" x="4167188" y="2290763"/>
          <p14:tracePt t="5413" x="4154488" y="2290763"/>
          <p14:tracePt t="5441" x="4154488" y="2276475"/>
          <p14:tracePt t="5459" x="4140200" y="2263775"/>
          <p14:tracePt t="5850" x="4125913" y="2263775"/>
          <p14:tracePt t="5858" x="4125913" y="2249488"/>
          <p14:tracePt t="5872" x="4113213" y="2249488"/>
          <p14:tracePt t="5876" x="4098925" y="2249488"/>
          <p14:tracePt t="6121" x="4084638" y="2249488"/>
          <p14:tracePt t="6132" x="4071938" y="2249488"/>
          <p14:tracePt t="6136" x="4057650" y="2249488"/>
          <p14:tracePt t="6137" x="4044950" y="2249488"/>
          <p14:tracePt t="6140" x="4030663" y="2249488"/>
          <p14:tracePt t="6143" x="4016375" y="2249488"/>
          <p14:tracePt t="6146" x="4003675" y="2249488"/>
          <p14:tracePt t="6147" x="3989388" y="2249488"/>
          <p14:tracePt t="6148" x="3975100" y="2249488"/>
          <p14:tracePt t="6150" x="3948113" y="2249488"/>
          <p14:tracePt t="6153" x="3933825" y="2249488"/>
          <p14:tracePt t="6155" x="3921125" y="2249488"/>
          <p14:tracePt t="6156" x="3906838" y="2249488"/>
          <p14:tracePt t="6157" x="3894138" y="2249488"/>
          <p14:tracePt t="6158" x="3879850" y="2249488"/>
          <p14:tracePt t="6159" x="3865563" y="2249488"/>
          <p14:tracePt t="6162" x="3852863" y="2249488"/>
          <p14:tracePt t="6163" x="3838575" y="2249488"/>
          <p14:tracePt t="6164" x="3824288" y="2249488"/>
          <p14:tracePt t="6167" x="3797300" y="2249488"/>
          <p14:tracePt t="6168" x="3783013" y="2249488"/>
          <p14:tracePt t="6170" x="3756025" y="2249488"/>
          <p14:tracePt t="6174" x="3743325" y="2249488"/>
          <p14:tracePt t="6175" x="3714750" y="2249488"/>
          <p14:tracePt t="6178" x="3702050" y="2249488"/>
          <p14:tracePt t="6182" x="3687763" y="2249488"/>
          <p14:tracePt t="6183" x="3660775" y="2249488"/>
          <p14:tracePt t="6186" x="3646488" y="2249488"/>
          <p14:tracePt t="6190" x="3632200" y="2249488"/>
          <p14:tracePt t="6193" x="3619500" y="2249488"/>
          <p14:tracePt t="6200" x="3605213" y="2249488"/>
          <p14:tracePt t="6205" x="3592513" y="2249488"/>
          <p14:tracePt t="6229" x="3578225" y="2249488"/>
          <p14:tracePt t="6234" x="3563938" y="2249488"/>
          <p14:tracePt t="6238" x="3551238" y="2249488"/>
          <p14:tracePt t="6244" x="3536950" y="2249488"/>
          <p14:tracePt t="6247" x="3522663" y="2249488"/>
          <p14:tracePt t="6251" x="3509963" y="2249488"/>
          <p14:tracePt t="6253" x="3495675" y="2249488"/>
          <p14:tracePt t="6258" x="3481388" y="2249488"/>
          <p14:tracePt t="6260" x="3468688" y="2249488"/>
          <p14:tracePt t="6262" x="3454400" y="2249488"/>
          <p14:tracePt t="6265" x="3441700" y="2249488"/>
          <p14:tracePt t="6268" x="3427413" y="2249488"/>
          <p14:tracePt t="6272" x="3413125" y="2249488"/>
          <p14:tracePt t="6279" x="3371850" y="2249488"/>
          <p14:tracePt t="6284" x="3359150" y="2249488"/>
          <p14:tracePt t="6287" x="3344863" y="2249488"/>
          <p14:tracePt t="6289" x="3330575" y="2249488"/>
          <p14:tracePt t="6293" x="3317875" y="2249488"/>
          <p14:tracePt t="6300" x="3303588" y="2249488"/>
          <p14:tracePt t="6307" x="3290888" y="2249488"/>
          <p14:tracePt t="6322" x="3276600" y="2249488"/>
          <p14:tracePt t="6365" x="3262313" y="2249488"/>
          <p14:tracePt t="6369" x="3249613" y="2249488"/>
          <p14:tracePt t="6375" x="3235325" y="2249488"/>
          <p14:tracePt t="6377" x="3221038" y="2249488"/>
          <p14:tracePt t="6381" x="3208338" y="2249488"/>
          <p14:tracePt t="6383" x="3194050" y="2249488"/>
          <p14:tracePt t="6387" x="3179763" y="2249488"/>
          <p14:tracePt t="6388" x="3167063" y="2249488"/>
          <p14:tracePt t="6390" x="3152775" y="2249488"/>
          <p14:tracePt t="6394" x="3140075" y="2249488"/>
          <p14:tracePt t="6396" x="3125788" y="2249488"/>
          <p14:tracePt t="6398" x="3111500" y="2249488"/>
          <p14:tracePt t="6399" x="3098800" y="2249488"/>
          <p14:tracePt t="6401" x="3084513" y="2249488"/>
          <p14:tracePt t="6403" x="3070225" y="2249488"/>
          <p14:tracePt t="6404" x="3057525" y="2249488"/>
          <p14:tracePt t="6406" x="3043238" y="2249488"/>
          <p14:tracePt t="6408" x="3028950" y="2249488"/>
          <p14:tracePt t="6409" x="3016250" y="2249488"/>
          <p14:tracePt t="6411" x="3001963" y="2249488"/>
          <p14:tracePt t="6414" x="2989263" y="2249488"/>
          <p14:tracePt t="6418" x="2974975" y="2249488"/>
          <p14:tracePt t="6419" x="2960688" y="2249488"/>
          <p14:tracePt t="6429" x="2947988" y="2249488"/>
          <p14:tracePt t="6662" x="2960688" y="2249488"/>
          <p14:tracePt t="6665" x="2974975" y="2249488"/>
          <p14:tracePt t="6674" x="2989263" y="2249488"/>
          <p14:tracePt t="6687" x="3001963" y="2249488"/>
          <p14:tracePt t="6695" x="3016250" y="2249488"/>
          <p14:tracePt t="6697" x="3028950" y="2249488"/>
          <p14:tracePt t="6703" x="3043238" y="2249488"/>
          <p14:tracePt t="6707" x="3057525" y="2249488"/>
          <p14:tracePt t="6711" x="3070225" y="2249488"/>
          <p14:tracePt t="6713" x="3084513" y="2249488"/>
          <p14:tracePt t="6718" x="3098800" y="2249488"/>
          <p14:tracePt t="6723" x="3111500" y="2249488"/>
          <p14:tracePt t="6726" x="3125788" y="2249488"/>
          <p14:tracePt t="6728" x="3140075" y="2249488"/>
          <p14:tracePt t="6732" x="3152775" y="2249488"/>
          <p14:tracePt t="6738" x="3167063" y="2249488"/>
          <p14:tracePt t="6742" x="3179763" y="2249488"/>
          <p14:tracePt t="6744" x="3194050" y="2249488"/>
          <p14:tracePt t="6749" x="3208338" y="2249488"/>
          <p14:tracePt t="6752" x="3221038" y="2249488"/>
          <p14:tracePt t="6755" x="3235325" y="2249488"/>
          <p14:tracePt t="6758" x="3249613" y="2249488"/>
          <p14:tracePt t="6760" x="3262313" y="2263775"/>
          <p14:tracePt t="6764" x="3276600" y="2263775"/>
          <p14:tracePt t="6766" x="3290888" y="2263775"/>
          <p14:tracePt t="6767" x="3303588" y="2263775"/>
          <p14:tracePt t="6769" x="3317875" y="2263775"/>
          <p14:tracePt t="6772" x="3330575" y="2276475"/>
          <p14:tracePt t="6773" x="3344863" y="2276475"/>
          <p14:tracePt t="6777" x="3371850" y="2276475"/>
          <p14:tracePt t="6778" x="3386138" y="2276475"/>
          <p14:tracePt t="6781" x="3413125" y="2290763"/>
          <p14:tracePt t="6784" x="3427413" y="2290763"/>
          <p14:tracePt t="6787" x="3454400" y="2305050"/>
          <p14:tracePt t="6788" x="3468688" y="2305050"/>
          <p14:tracePt t="6790" x="3481388" y="2305050"/>
          <p14:tracePt t="6792" x="3495675" y="2305050"/>
          <p14:tracePt t="6793" x="3509963" y="2305050"/>
          <p14:tracePt t="6794" x="3522663" y="2305050"/>
          <p14:tracePt t="6796" x="3536950" y="2305050"/>
          <p14:tracePt t="6799" x="3563938" y="2317750"/>
          <p14:tracePt t="6801" x="3592513" y="2317750"/>
          <p14:tracePt t="6805" x="3605213" y="2317750"/>
          <p14:tracePt t="6807" x="3619500" y="2317750"/>
          <p14:tracePt t="6807" x="3632200" y="2317750"/>
          <p14:tracePt t="6810" x="3646488" y="2317750"/>
          <p14:tracePt t="6813" x="3673475" y="2332038"/>
          <p14:tracePt t="6816" x="3687763" y="2332038"/>
          <p14:tracePt t="6818" x="3702050" y="2332038"/>
          <p14:tracePt t="6820" x="3714750" y="2332038"/>
          <p14:tracePt t="6824" x="3729038" y="2332038"/>
          <p14:tracePt t="6827" x="3743325" y="2332038"/>
          <p14:tracePt t="6832" x="3756025" y="2332038"/>
          <p14:tracePt t="6834" x="3770313" y="2332038"/>
          <p14:tracePt t="6852" x="3783013" y="2332038"/>
          <p14:tracePt t="6892" x="3797300" y="2332038"/>
          <p14:tracePt t="7091" x="3783013" y="2332038"/>
          <p14:tracePt t="7194" x="3797300" y="2332038"/>
          <p14:tracePt t="7201" x="3797300" y="2317750"/>
          <p14:tracePt t="7207" x="3811588" y="2317750"/>
          <p14:tracePt t="7212" x="3824288" y="2317750"/>
          <p14:tracePt t="7216" x="3824288" y="2305050"/>
          <p14:tracePt t="7222" x="3838575" y="2305050"/>
          <p14:tracePt t="7227" x="3852863" y="2305050"/>
          <p14:tracePt t="7230" x="3852863" y="2290763"/>
          <p14:tracePt t="7234" x="3865563" y="2290763"/>
          <p14:tracePt t="7240" x="3879850" y="2290763"/>
          <p14:tracePt t="7244" x="3879850" y="2276475"/>
          <p14:tracePt t="7249" x="3894138" y="2263775"/>
          <p14:tracePt t="7255" x="3906838" y="2263775"/>
          <p14:tracePt t="7260" x="3906838" y="2249488"/>
          <p14:tracePt t="7265" x="3921125" y="2249488"/>
          <p14:tracePt t="7272" x="3933825" y="2249488"/>
          <p14:tracePt t="7290" x="3948113" y="2249488"/>
          <p14:tracePt t="7424" x="3962400" y="2249488"/>
          <p14:tracePt t="7428" x="3975100" y="2249488"/>
          <p14:tracePt t="7430" x="3989388" y="2249488"/>
          <p14:tracePt t="7433" x="4003675" y="2249488"/>
          <p14:tracePt t="7435" x="4003675" y="2263775"/>
          <p14:tracePt t="7436" x="4016375" y="2276475"/>
          <p14:tracePt t="7439" x="4030663" y="2276475"/>
          <p14:tracePt t="7440" x="4030663" y="2290763"/>
          <p14:tracePt t="7444" x="4044950" y="2290763"/>
          <p14:tracePt t="7445" x="4057650" y="2305050"/>
          <p14:tracePt t="7446" x="4071938" y="2305050"/>
          <p14:tracePt t="7449" x="4084638" y="2317750"/>
          <p14:tracePt t="7452" x="4084638" y="2332038"/>
          <p14:tracePt t="7453" x="4098925" y="2332038"/>
          <p14:tracePt t="7454" x="4113213" y="2332038"/>
          <p14:tracePt t="7456" x="4125913" y="2344738"/>
          <p14:tracePt t="7460" x="4140200" y="2359025"/>
          <p14:tracePt t="7463" x="4167188" y="2373313"/>
          <p14:tracePt t="7466" x="4181475" y="2386013"/>
          <p14:tracePt t="7468" x="4195763" y="2400300"/>
          <p14:tracePt t="7470" x="4208463" y="2400300"/>
          <p14:tracePt t="7471" x="4222750" y="2400300"/>
          <p14:tracePt t="7473" x="4235450" y="2427288"/>
          <p14:tracePt t="7476" x="4249738" y="2427288"/>
          <p14:tracePt t="7477" x="4264025" y="2441575"/>
          <p14:tracePt t="7480" x="4291013" y="2455863"/>
          <p14:tracePt t="7482" x="4305300" y="2468563"/>
          <p14:tracePt t="7486" x="4332288" y="2495550"/>
          <p14:tracePt t="7488" x="4346575" y="2495550"/>
          <p14:tracePt t="7488" x="4359275" y="2495550"/>
          <p14:tracePt t="7489" x="4359275" y="2509838"/>
          <p14:tracePt t="7491" x="4373563" y="2509838"/>
          <p14:tracePt t="7492" x="4373563" y="2524125"/>
          <p14:tracePt t="7493" x="4400550" y="2536825"/>
          <p14:tracePt t="7496" x="4414838" y="2551113"/>
          <p14:tracePt t="7498" x="4427538" y="2551113"/>
          <p14:tracePt t="7499" x="4441825" y="2565400"/>
          <p14:tracePt t="7501" x="4456113" y="2578100"/>
          <p14:tracePt t="7503" x="4468813" y="2578100"/>
          <p14:tracePt t="7504" x="4483100" y="2592388"/>
          <p14:tracePt t="7507" x="4497388" y="2606675"/>
          <p14:tracePt t="7509" x="4510088" y="2606675"/>
          <p14:tracePt t="7512" x="4510088" y="2619375"/>
          <p14:tracePt t="7514" x="4524375" y="2619375"/>
          <p14:tracePt t="7515" x="4537075" y="2633663"/>
          <p14:tracePt t="7518" x="4551363" y="2633663"/>
          <p14:tracePt t="7519" x="4551363" y="2647950"/>
          <p14:tracePt t="7522" x="4565650" y="2647950"/>
          <p14:tracePt t="7525" x="4565650" y="2660650"/>
          <p14:tracePt t="7527" x="4578350" y="2674938"/>
          <p14:tracePt t="7534" x="4592638" y="2674938"/>
          <p14:tracePt t="7536" x="4592638" y="2687638"/>
          <p14:tracePt t="7542" x="4606925" y="2687638"/>
          <p14:tracePt t="7544" x="4606925" y="2701925"/>
          <p14:tracePt t="7729" x="4619625" y="2701925"/>
          <p14:tracePt t="7733" x="4619625" y="2716213"/>
          <p14:tracePt t="7735" x="4619625" y="2728913"/>
          <p14:tracePt t="7737" x="4633913" y="2728913"/>
          <p14:tracePt t="7741" x="4633913" y="2743200"/>
          <p14:tracePt t="7746" x="4633913" y="2757488"/>
          <p14:tracePt t="7750" x="4633913" y="2770188"/>
          <p14:tracePt t="7756" x="4646613" y="2784475"/>
          <p14:tracePt t="7758" x="4646613" y="2798763"/>
          <p14:tracePt t="7764" x="4646613" y="2811463"/>
          <p14:tracePt t="7769" x="4646613" y="2825750"/>
          <p14:tracePt t="7775" x="4660900" y="2825750"/>
          <p14:tracePt t="7776" x="4660900" y="2838450"/>
          <p14:tracePt t="7777" x="4660900" y="2852738"/>
          <p14:tracePt t="7786" x="4660900" y="2867025"/>
          <p14:tracePt t="7788" x="4675188" y="2867025"/>
          <p14:tracePt t="7794" x="4687888" y="2867025"/>
          <p14:tracePt t="7797" x="4687888" y="2879725"/>
          <p14:tracePt t="7818" x="4702175" y="2894013"/>
          <p14:tracePt t="7860" x="4702175" y="2908300"/>
          <p14:tracePt t="7875" x="4702175" y="2921000"/>
          <p14:tracePt t="7884" x="4702175" y="2935288"/>
          <p14:tracePt t="7886" x="4716463" y="2935288"/>
          <p14:tracePt t="7890" x="4716463" y="2949575"/>
          <p14:tracePt t="7896" x="4716463" y="2962275"/>
          <p14:tracePt t="7903" x="4716463" y="2976563"/>
          <p14:tracePt t="7946" x="4716463" y="2990850"/>
          <p14:tracePt t="8012" x="4716463" y="3003550"/>
          <p14:tracePt t="8013" x="4702175" y="3003550"/>
          <p14:tracePt t="8021" x="4687888" y="3017838"/>
          <p14:tracePt t="8026" x="4675188" y="3017838"/>
          <p14:tracePt t="8030" x="4660900" y="3017838"/>
          <p14:tracePt t="8033" x="4660900" y="3030538"/>
          <p14:tracePt t="8035" x="4646613" y="3030538"/>
          <p14:tracePt t="8039" x="4633913" y="3030538"/>
          <p14:tracePt t="8043" x="4619625" y="3030538"/>
          <p14:tracePt t="8050" x="4606925" y="3030538"/>
          <p14:tracePt t="8053" x="4606925" y="3044825"/>
          <p14:tracePt t="8056" x="4592638" y="3044825"/>
          <p14:tracePt t="8078" x="4578350" y="3044825"/>
          <p14:tracePt t="8109" x="4565650" y="3044825"/>
          <p14:tracePt t="8115" x="4551363" y="3059113"/>
          <p14:tracePt t="8116" x="4551363" y="3071813"/>
          <p14:tracePt t="8118" x="4537075" y="3071813"/>
          <p14:tracePt t="8120" x="4537075" y="3086100"/>
          <p14:tracePt t="8123" x="4524375" y="3086100"/>
          <p14:tracePt t="8126" x="4510088" y="3100388"/>
          <p14:tracePt t="8131" x="4497388" y="3113088"/>
          <p14:tracePt t="8136" x="4483100" y="3127375"/>
          <p14:tracePt t="8140" x="4483100" y="3141663"/>
          <p14:tracePt t="8141" x="4468813" y="3141663"/>
          <p14:tracePt t="8146" x="4456113" y="3168650"/>
          <p14:tracePt t="8149" x="4441825" y="3168650"/>
          <p14:tracePt t="8151" x="4427538" y="3181350"/>
          <p14:tracePt t="8155" x="4427538" y="3195638"/>
          <p14:tracePt t="8157" x="4414838" y="3195638"/>
          <p14:tracePt t="8160" x="4414838" y="3209925"/>
          <p14:tracePt t="8164" x="4400550" y="3222625"/>
          <p14:tracePt t="8168" x="4386263" y="3222625"/>
          <p14:tracePt t="8168" x="4386263" y="3236913"/>
          <p14:tracePt t="8173" x="4373563" y="3236913"/>
          <p14:tracePt t="8175" x="4373563" y="3251200"/>
          <p14:tracePt t="8177" x="4373563" y="3263900"/>
          <p14:tracePt t="8178" x="4359275" y="3263900"/>
          <p14:tracePt t="8181" x="4359275" y="3278188"/>
          <p14:tracePt t="8183" x="4346575" y="3292475"/>
          <p14:tracePt t="8187" x="4346575" y="3305175"/>
          <p14:tracePt t="8189" x="4332288" y="3319463"/>
          <p14:tracePt t="8195" x="4318000" y="3346450"/>
          <p14:tracePt t="8203" x="4318000" y="3360738"/>
          <p14:tracePt t="8205" x="4305300" y="3373438"/>
          <p14:tracePt t="8211" x="4305300" y="3387725"/>
          <p14:tracePt t="8217" x="4305300" y="3402013"/>
          <p14:tracePt t="8223" x="4291013" y="3402013"/>
          <p14:tracePt t="8224" x="4291013" y="3414713"/>
          <p14:tracePt t="8229" x="4291013" y="3429000"/>
          <p14:tracePt t="8235" x="4291013" y="3443288"/>
          <p14:tracePt t="8237" x="4276725" y="3443288"/>
          <p14:tracePt t="8245" x="4276725" y="3455988"/>
          <p14:tracePt t="8252" x="4264025" y="3455988"/>
          <p14:tracePt t="8253" x="4264025" y="3470275"/>
          <p14:tracePt t="8263" x="4264025" y="3484563"/>
          <p14:tracePt t="8270" x="4264025" y="3497263"/>
          <p14:tracePt t="8274" x="4264025" y="3511550"/>
          <p14:tracePt t="8282" x="4249738" y="3524250"/>
          <p14:tracePt t="8289" x="4249738" y="3538538"/>
          <p14:tracePt t="8297" x="4249738" y="3552825"/>
          <p14:tracePt t="8301" x="4249738" y="3565525"/>
          <p14:tracePt t="8314" x="4235450" y="3565525"/>
          <p14:tracePt t="8316" x="4235450" y="3579813"/>
          <p14:tracePt t="8373" x="4235450" y="3594100"/>
          <p14:tracePt t="8484" x="4249738" y="3594100"/>
          <p14:tracePt t="8491" x="4264025" y="3579813"/>
          <p14:tracePt t="8493" x="4276725" y="3579813"/>
          <p14:tracePt t="8496" x="4276725" y="3565525"/>
          <p14:tracePt t="8501" x="4276725" y="3552825"/>
          <p14:tracePt t="8502" x="4291013" y="3552825"/>
          <p14:tracePt t="8504" x="4291013" y="3538538"/>
          <p14:tracePt t="8508" x="4305300" y="3538538"/>
          <p14:tracePt t="8512" x="4305300" y="3524250"/>
          <p14:tracePt t="8514" x="4318000" y="3524250"/>
          <p14:tracePt t="8517" x="4318000" y="3511550"/>
          <p14:tracePt t="8519" x="4332288" y="3511550"/>
          <p14:tracePt t="8521" x="4332288" y="3497263"/>
          <p14:tracePt t="8525" x="4346575" y="3497263"/>
          <p14:tracePt t="8529" x="4346575" y="3484563"/>
          <p14:tracePt t="8532" x="4359275" y="3484563"/>
          <p14:tracePt t="8535" x="4359275" y="3470275"/>
          <p14:tracePt t="8539" x="4373563" y="3470275"/>
          <p14:tracePt t="8543" x="4386263" y="3455988"/>
          <p14:tracePt t="8547" x="4386263" y="3443288"/>
          <p14:tracePt t="8554" x="4400550" y="3429000"/>
          <p14:tracePt t="8560" x="4400550" y="3414713"/>
          <p14:tracePt t="8566" x="4400550" y="3402013"/>
          <p14:tracePt t="8567" x="4414838" y="3402013"/>
          <p14:tracePt t="8568" x="4414838" y="3387725"/>
          <p14:tracePt t="8576" x="4427538" y="3373438"/>
          <p14:tracePt t="8582" x="4427538" y="3360738"/>
          <p14:tracePt t="8585" x="4441825" y="3360738"/>
          <p14:tracePt t="8591" x="4441825" y="3346450"/>
          <p14:tracePt t="8599" x="4441825" y="3333750"/>
          <p14:tracePt t="8601" x="4456113" y="3333750"/>
          <p14:tracePt t="8616" x="4456113" y="3319463"/>
          <p14:tracePt t="8678" x="4456113" y="3305175"/>
          <p14:tracePt t="8725" x="4456113" y="3292475"/>
          <p14:tracePt t="8839" x="4456113" y="3305175"/>
          <p14:tracePt t="8842" x="4441825" y="3319463"/>
          <p14:tracePt t="8845" x="4427538" y="3319463"/>
          <p14:tracePt t="8847" x="4427538" y="3333750"/>
          <p14:tracePt t="8849" x="4414838" y="3346450"/>
          <p14:tracePt t="8855" x="4400550" y="3360738"/>
          <p14:tracePt t="8858" x="4400550" y="3373438"/>
          <p14:tracePt t="8860" x="4373563" y="3373438"/>
          <p14:tracePt t="8863" x="4373563" y="3402013"/>
          <p14:tracePt t="8868" x="4359275" y="3414713"/>
          <p14:tracePt t="8873" x="4346575" y="3429000"/>
          <p14:tracePt t="8874" x="4346575" y="3443288"/>
          <p14:tracePt t="8876" x="4332288" y="3443288"/>
          <p14:tracePt t="8877" x="4332288" y="3455988"/>
          <p14:tracePt t="8883" x="4318000" y="3484563"/>
          <p14:tracePt t="8889" x="4318000" y="3497263"/>
          <p14:tracePt t="8895" x="4318000" y="3511550"/>
          <p14:tracePt t="8897" x="4305300" y="3511550"/>
          <p14:tracePt t="8901" x="4305300" y="3524250"/>
          <p14:tracePt t="8902" x="4305300" y="3538538"/>
          <p14:tracePt t="8911" x="4305300" y="3552825"/>
          <p14:tracePt t="8918" x="4305300" y="3565525"/>
          <p14:tracePt t="8925" x="4305300" y="3579813"/>
          <p14:tracePt t="8928" x="4291013" y="3579813"/>
          <p14:tracePt t="8932" x="4291013" y="3594100"/>
          <p14:tracePt t="8936" x="4291013" y="3606800"/>
          <p14:tracePt t="8943" x="4276725" y="3621088"/>
          <p14:tracePt t="8946" x="4264025" y="3621088"/>
          <p14:tracePt t="8950" x="4264025" y="3635375"/>
          <p14:tracePt t="8955" x="4249738" y="3648075"/>
          <p14:tracePt t="8959" x="4249738" y="3662363"/>
          <p14:tracePt t="8963" x="4235450" y="3662363"/>
          <p14:tracePt t="8965" x="4235450" y="3676650"/>
          <p14:tracePt t="8969" x="4222750" y="3676650"/>
          <p14:tracePt t="8971" x="4222750" y="3689350"/>
          <p14:tracePt t="8973" x="4208463" y="3689350"/>
          <p14:tracePt t="8978" x="4208463" y="3703638"/>
          <p14:tracePt t="8980" x="4195763" y="3703638"/>
          <p14:tracePt t="8981" x="4195763" y="3716338"/>
          <p14:tracePt t="8990" x="4181475" y="3730625"/>
          <p14:tracePt t="9014" x="4181475" y="3744913"/>
          <p14:tracePt t="9016" x="4167188" y="3744913"/>
          <p14:tracePt t="9025" x="4154488" y="3744913"/>
          <p14:tracePt t="9045" x="4154488" y="3757613"/>
          <p14:tracePt t="9049" x="4140200" y="3757613"/>
          <p14:tracePt t="9077" x="4140200" y="3771900"/>
          <p14:tracePt t="9090" x="4125913" y="3771900"/>
          <p14:tracePt t="9100" x="4113213" y="3786188"/>
          <p14:tracePt t="9106" x="4098925" y="3786188"/>
          <p14:tracePt t="9114" x="4084638" y="3786188"/>
          <p14:tracePt t="9119" x="4084638" y="3798888"/>
          <p14:tracePt t="9122" x="4071938" y="3798888"/>
          <p14:tracePt t="9138" x="4057650" y="3798888"/>
          <p14:tracePt t="9171" x="4044950" y="3798888"/>
          <p14:tracePt t="9183" x="4030663" y="3798888"/>
          <p14:tracePt t="9192" x="4016375" y="3798888"/>
          <p14:tracePt t="9253" x="4003675" y="3798888"/>
          <p14:tracePt t="9257" x="3989388" y="3798888"/>
          <p14:tracePt t="9267" x="3975100" y="3798888"/>
          <p14:tracePt t="9275" x="3962400" y="3786188"/>
          <p14:tracePt t="9290" x="3948113" y="3786188"/>
          <p14:tracePt t="9301" x="3948113" y="3771900"/>
          <p14:tracePt t="9330" x="3933825" y="3771900"/>
          <p14:tracePt t="9345" x="3921125" y="3771900"/>
          <p14:tracePt t="9354" x="3906838" y="3771900"/>
          <p14:tracePt t="9362" x="3894138" y="3771900"/>
          <p14:tracePt t="9364" x="3894138" y="3757613"/>
          <p14:tracePt t="9369" x="3879850" y="3757613"/>
          <p14:tracePt t="9385" x="3865563" y="3757613"/>
          <p14:tracePt t="9395" x="3852863" y="3744913"/>
          <p14:tracePt t="9403" x="3838575" y="3744913"/>
          <p14:tracePt t="9410" x="3824288" y="3744913"/>
          <p14:tracePt t="9412" x="3811588" y="3744913"/>
          <p14:tracePt t="9416" x="3797300" y="3744913"/>
          <p14:tracePt t="9419" x="3783013" y="3744913"/>
          <p14:tracePt t="9422" x="3756025" y="3744913"/>
          <p14:tracePt t="9426" x="3743325" y="3744913"/>
          <p14:tracePt t="9428" x="3729038" y="3744913"/>
          <p14:tracePt t="9431" x="3714750" y="3744913"/>
          <p14:tracePt t="9433" x="3702050" y="3744913"/>
          <p14:tracePt t="9434" x="3687763" y="3744913"/>
          <p14:tracePt t="9436" x="3673475" y="3757613"/>
          <p14:tracePt t="9438" x="3646488" y="3757613"/>
          <p14:tracePt t="9440" x="3632200" y="3757613"/>
          <p14:tracePt t="9441" x="3619500" y="3757613"/>
          <p14:tracePt t="9443" x="3592513" y="3757613"/>
          <p14:tracePt t="9445" x="3578225" y="3771900"/>
          <p14:tracePt t="9446" x="3563938" y="3771900"/>
          <p14:tracePt t="9448" x="3551238" y="3771900"/>
          <p14:tracePt t="9450" x="3522663" y="3771900"/>
          <p14:tracePt t="9452" x="3509963" y="3786188"/>
          <p14:tracePt t="9455" x="3481388" y="3786188"/>
          <p14:tracePt t="9459" x="3468688" y="3798888"/>
          <p14:tracePt t="9460" x="3454400" y="3798888"/>
          <p14:tracePt t="9462" x="3441700" y="3798888"/>
          <p14:tracePt t="9463" x="3427413" y="3798888"/>
          <p14:tracePt t="9466" x="3413125" y="3813175"/>
          <p14:tracePt t="9468" x="3386138" y="3813175"/>
          <p14:tracePt t="9471" x="3371850" y="3813175"/>
          <p14:tracePt t="9475" x="3359150" y="3813175"/>
          <p14:tracePt t="9476" x="3359150" y="3827463"/>
          <p14:tracePt t="9482" x="3344863" y="3827463"/>
          <p14:tracePt t="9487" x="3330575" y="3840163"/>
          <p14:tracePt t="9498" x="3317875" y="3840163"/>
          <p14:tracePt t="9512" x="3303588" y="3840163"/>
          <p14:tracePt t="9516" x="3303588" y="3854450"/>
          <p14:tracePt t="9520" x="3290888" y="3854450"/>
          <p14:tracePt t="9524" x="3276600" y="3854450"/>
          <p14:tracePt t="9528" x="3276600" y="3867150"/>
          <p14:tracePt t="9534" x="3262313" y="3867150"/>
          <p14:tracePt t="9540" x="3262313" y="3881438"/>
          <p14:tracePt t="9544" x="3249613" y="3881438"/>
          <p14:tracePt t="9546" x="3249613" y="3895725"/>
          <p14:tracePt t="9556" x="3235325" y="3908425"/>
          <p14:tracePt t="9563" x="3221038" y="3922713"/>
          <p14:tracePt t="9568" x="3208338" y="3922713"/>
          <p14:tracePt t="9569" x="3208338" y="3937000"/>
          <p14:tracePt t="9572" x="3208338" y="3949700"/>
          <p14:tracePt t="9576" x="3194050" y="3949700"/>
          <p14:tracePt t="9578" x="3194050" y="3963988"/>
          <p14:tracePt t="9581" x="3194050" y="3978275"/>
          <p14:tracePt t="9584" x="3179763" y="3978275"/>
          <p14:tracePt t="9586" x="3179763" y="3990975"/>
          <p14:tracePt t="9587" x="3179763" y="4005263"/>
          <p14:tracePt t="9592" x="3179763" y="4019550"/>
          <p14:tracePt t="9597" x="3179763" y="4032250"/>
          <p14:tracePt t="9602" x="3179763" y="4046538"/>
          <p14:tracePt t="9603" x="3179763" y="4059238"/>
          <p14:tracePt t="9609" x="3179763" y="4073525"/>
          <p14:tracePt t="9613" x="3167063" y="4087813"/>
          <p14:tracePt t="9619" x="3167063" y="4100513"/>
          <p14:tracePt t="9625" x="3167063" y="4114800"/>
          <p14:tracePt t="9627" x="3167063" y="4129088"/>
          <p14:tracePt t="9633" x="3167063" y="4141788"/>
          <p14:tracePt t="9637" x="3167063" y="4156075"/>
          <p14:tracePt t="9641" x="3167063" y="4170363"/>
          <p14:tracePt t="9643" x="3167063" y="4183063"/>
          <p14:tracePt t="9649" x="3167063" y="4197350"/>
          <p14:tracePt t="9654" x="3167063" y="4210050"/>
          <p14:tracePt t="9656" x="3167063" y="4224338"/>
          <p14:tracePt t="9658" x="3179763" y="4224338"/>
          <p14:tracePt t="9659" x="3179763" y="4238625"/>
          <p14:tracePt t="9664" x="3179763" y="4251325"/>
          <p14:tracePt t="9668" x="3179763" y="4265613"/>
          <p14:tracePt t="9668" x="3194050" y="4265613"/>
          <p14:tracePt t="9675" x="3194050" y="4279900"/>
          <p14:tracePt t="9676" x="3194050" y="4292600"/>
          <p14:tracePt t="9677" x="3208338" y="4292600"/>
          <p14:tracePt t="9682" x="3221038" y="4306888"/>
          <p14:tracePt t="9683" x="3221038" y="4321175"/>
          <p14:tracePt t="9688" x="3235325" y="4333875"/>
          <p14:tracePt t="9689" x="3235325" y="4348163"/>
          <p14:tracePt t="9694" x="3235325" y="4362450"/>
          <p14:tracePt t="9696" x="3249613" y="4362450"/>
          <p14:tracePt t="9696" x="3249613" y="4375150"/>
          <p14:tracePt t="9699" x="3262313" y="4375150"/>
          <p14:tracePt t="9700" x="3262313" y="4389438"/>
          <p14:tracePt t="9702" x="3262313" y="4402138"/>
          <p14:tracePt t="9702" x="3276600" y="4402138"/>
          <p14:tracePt t="9704" x="3276600" y="4416425"/>
          <p14:tracePt t="9707" x="3290888" y="4430713"/>
          <p14:tracePt t="9710" x="3290888" y="4443413"/>
          <p14:tracePt t="9712" x="3303588" y="4457700"/>
          <p14:tracePt t="9716" x="3317875" y="4471988"/>
          <p14:tracePt t="9718" x="3330575" y="4484688"/>
          <p14:tracePt t="9723" x="3344863" y="4513263"/>
          <p14:tracePt t="9725" x="3359150" y="4525963"/>
          <p14:tracePt t="9730" x="3371850" y="4552950"/>
          <p14:tracePt t="9731" x="3386138" y="4552950"/>
          <p14:tracePt t="9736" x="3400425" y="4567238"/>
          <p14:tracePt t="9737" x="3413125" y="4567238"/>
          <p14:tracePt t="9740" x="3427413" y="4581525"/>
          <p14:tracePt t="9742" x="3441700" y="4594225"/>
          <p14:tracePt t="9745" x="3454400" y="4594225"/>
          <p14:tracePt t="9747" x="3468688" y="4608513"/>
          <p14:tracePt t="9750" x="3481388" y="4608513"/>
          <p14:tracePt t="9752" x="3481388" y="4622800"/>
          <p14:tracePt t="9754" x="3495675" y="4622800"/>
          <p14:tracePt t="9758" x="3509963" y="4622800"/>
          <p14:tracePt t="9759" x="3509963" y="4635500"/>
          <p14:tracePt t="9760" x="3522663" y="4635500"/>
          <p14:tracePt t="9765" x="3536950" y="4635500"/>
          <p14:tracePt t="9769" x="3536950" y="4649788"/>
          <p14:tracePt t="9771" x="3551238" y="4649788"/>
          <p14:tracePt t="9780" x="3563938" y="4649788"/>
          <p14:tracePt t="9785" x="3578225" y="4649788"/>
          <p14:tracePt t="9794" x="3592513" y="4649788"/>
          <p14:tracePt t="9801" x="3605213" y="4649788"/>
          <p14:tracePt t="9806" x="3619500" y="4649788"/>
          <p14:tracePt t="9808" x="3632200" y="4649788"/>
          <p14:tracePt t="9813" x="3646488" y="4649788"/>
          <p14:tracePt t="9815" x="3660775" y="4649788"/>
          <p14:tracePt t="9820" x="3687763" y="4635500"/>
          <p14:tracePt t="9822" x="3702050" y="4635500"/>
          <p14:tracePt t="9825" x="3714750" y="4622800"/>
          <p14:tracePt t="9828" x="3729038" y="4622800"/>
          <p14:tracePt t="9829" x="3743325" y="4622800"/>
          <p14:tracePt t="9832" x="3756025" y="4608513"/>
          <p14:tracePt t="9834" x="3770313" y="4608513"/>
          <p14:tracePt t="9835" x="3783013" y="4594225"/>
          <p14:tracePt t="9837" x="3797300" y="4581525"/>
          <p14:tracePt t="9841" x="3811588" y="4581525"/>
          <p14:tracePt t="9842" x="3824288" y="4567238"/>
          <p14:tracePt t="9843" x="3838575" y="4567238"/>
          <p14:tracePt t="9845" x="3852863" y="4552950"/>
          <p14:tracePt t="9848" x="3865563" y="4540250"/>
          <p14:tracePt t="9850" x="3879850" y="4540250"/>
          <p14:tracePt t="9852" x="3894138" y="4525963"/>
          <p14:tracePt t="9856" x="3921125" y="4513263"/>
          <p14:tracePt t="9857" x="3921125" y="4498975"/>
          <p14:tracePt t="9860" x="3933825" y="4498975"/>
          <p14:tracePt t="9862" x="3933825" y="4484688"/>
          <p14:tracePt t="9863" x="3948113" y="4484688"/>
          <p14:tracePt t="9864" x="3948113" y="4471988"/>
          <p14:tracePt t="9866" x="3962400" y="4471988"/>
          <p14:tracePt t="9868" x="3975100" y="4457700"/>
          <p14:tracePt t="9869" x="3975100" y="4443413"/>
          <p14:tracePt t="9871" x="3989388" y="4443413"/>
          <p14:tracePt t="9873" x="3989388" y="4430713"/>
          <p14:tracePt t="9875" x="4016375" y="4430713"/>
          <p14:tracePt t="9876" x="4016375" y="4416425"/>
          <p14:tracePt t="9879" x="4030663" y="4402138"/>
          <p14:tracePt t="9881" x="4030663" y="4389438"/>
          <p14:tracePt t="9883" x="4044950" y="4389438"/>
          <p14:tracePt t="9884" x="4044950" y="4375150"/>
          <p14:tracePt t="9886" x="4057650" y="4375150"/>
          <p14:tracePt t="9887" x="4071938" y="4362450"/>
          <p14:tracePt t="9891" x="4084638" y="4348163"/>
          <p14:tracePt t="9892" x="4084638" y="4333875"/>
          <p14:tracePt t="9894" x="4098925" y="4333875"/>
          <p14:tracePt t="9896" x="4098925" y="4321175"/>
          <p14:tracePt t="9897" x="4113213" y="4321175"/>
          <p14:tracePt t="9899" x="4113213" y="4306888"/>
          <p14:tracePt t="9901" x="4125913" y="4306888"/>
          <p14:tracePt t="9903" x="4140200" y="4292600"/>
          <p14:tracePt t="9904" x="4140200" y="4279900"/>
          <p14:tracePt t="9905" x="4154488" y="4279900"/>
          <p14:tracePt t="9908" x="4154488" y="4265613"/>
          <p14:tracePt t="9909" x="4167188" y="4265613"/>
          <p14:tracePt t="9912" x="4181475" y="4251325"/>
          <p14:tracePt t="9916" x="4195763" y="4251325"/>
          <p14:tracePt t="9917" x="4195763" y="4238625"/>
          <p14:tracePt t="9918" x="4195763" y="4224338"/>
          <p14:tracePt t="9920" x="4208463" y="4224338"/>
          <p14:tracePt t="9923" x="4208463" y="4210050"/>
          <p14:tracePt t="9927" x="4222750" y="4197350"/>
          <p14:tracePt t="9933" x="4222750" y="4183063"/>
          <p14:tracePt t="9935" x="4235450" y="4183063"/>
          <p14:tracePt t="9939" x="4235450" y="4170363"/>
          <p14:tracePt t="9941" x="4249738" y="4170363"/>
          <p14:tracePt t="9943" x="4249738" y="4156075"/>
          <p14:tracePt t="9951" x="4249738" y="4141788"/>
          <p14:tracePt t="9960" x="4249738" y="4129088"/>
          <p14:tracePt t="9966" x="4249738" y="4114800"/>
          <p14:tracePt t="9972" x="4249738" y="4100513"/>
          <p14:tracePt t="9979" x="4249738" y="4087813"/>
          <p14:tracePt t="9986" x="4249738" y="4073525"/>
          <p14:tracePt t="9988" x="4249738" y="4059238"/>
          <p14:tracePt t="9991" x="4235450" y="4059238"/>
          <p14:tracePt t="9994" x="4235450" y="4046538"/>
          <p14:tracePt t="10001" x="4235450" y="4032250"/>
          <p14:tracePt t="10004" x="4222750" y="4032250"/>
          <p14:tracePt t="10027" x="4222750" y="4019550"/>
          <p14:tracePt t="10033" x="4208463" y="4019550"/>
          <p14:tracePt t="10043" x="4208463" y="4005263"/>
          <p14:tracePt t="10047" x="4195763" y="4005263"/>
          <p14:tracePt t="10052" x="4181475" y="4005263"/>
          <p14:tracePt t="10060" x="4167188" y="3990975"/>
          <p14:tracePt t="10066" x="4154488" y="3990975"/>
          <p14:tracePt t="10071" x="4140200" y="3978275"/>
          <p14:tracePt t="10075" x="4125913" y="3978275"/>
          <p14:tracePt t="10078" x="4113213" y="3978275"/>
          <p14:tracePt t="10080" x="4113213" y="3963988"/>
          <p14:tracePt t="10082" x="4098925" y="3963988"/>
          <p14:tracePt t="10086" x="4084638" y="3963988"/>
          <p14:tracePt t="10088" x="4071938" y="3949700"/>
          <p14:tracePt t="10091" x="4057650" y="3949700"/>
          <p14:tracePt t="10093" x="4057650" y="3937000"/>
          <p14:tracePt t="10095" x="4030663" y="3937000"/>
          <p14:tracePt t="10099" x="4016375" y="3937000"/>
          <p14:tracePt t="10101" x="4003675" y="3922713"/>
          <p14:tracePt t="10105" x="3989388" y="3922713"/>
          <p14:tracePt t="10107" x="3975100" y="3922713"/>
          <p14:tracePt t="10108" x="3975100" y="3908425"/>
          <p14:tracePt t="10110" x="3962400" y="3895725"/>
          <p14:tracePt t="10112" x="3948113" y="3895725"/>
          <p14:tracePt t="10114" x="3933825" y="3895725"/>
          <p14:tracePt t="10116" x="3921125" y="3895725"/>
          <p14:tracePt t="10119" x="3921125" y="3881438"/>
          <p14:tracePt t="10120" x="3906838" y="3881438"/>
          <p14:tracePt t="10123" x="3894138" y="3881438"/>
          <p14:tracePt t="10124" x="3879850" y="3881438"/>
          <p14:tracePt t="10128" x="3865563" y="3881438"/>
          <p14:tracePt t="10130" x="3865563" y="3867150"/>
          <p14:tracePt t="10133" x="3852863" y="3867150"/>
          <p14:tracePt t="10137" x="3838575" y="3867150"/>
          <p14:tracePt t="10139" x="3824288" y="3867150"/>
          <p14:tracePt t="10141" x="3824288" y="3854450"/>
          <p14:tracePt t="10146" x="3811588" y="3854450"/>
          <p14:tracePt t="10174" x="3811588" y="3840163"/>
          <p14:tracePt t="10177" x="3797300" y="3840163"/>
          <p14:tracePt t="10195" x="3783013" y="3840163"/>
          <p14:tracePt t="10201" x="3770313" y="3840163"/>
          <p14:tracePt t="10206" x="3756025" y="3840163"/>
          <p14:tracePt t="10211" x="3743325" y="3840163"/>
          <p14:tracePt t="10215" x="3729038" y="3840163"/>
          <p14:tracePt t="10219" x="3714750" y="3840163"/>
          <p14:tracePt t="10224" x="3702050" y="3840163"/>
          <p14:tracePt t="10226" x="3702050" y="3827463"/>
          <p14:tracePt t="10227" x="3687763" y="3827463"/>
          <p14:tracePt t="10231" x="3673475" y="3827463"/>
          <p14:tracePt t="10234" x="3660775" y="3827463"/>
          <p14:tracePt t="10238" x="3646488" y="3827463"/>
          <p14:tracePt t="10244" x="3619500" y="3827463"/>
          <p14:tracePt t="10251" x="3605213" y="3827463"/>
          <p14:tracePt t="10254" x="3592513" y="3827463"/>
          <p14:tracePt t="10261" x="3578225" y="3827463"/>
          <p14:tracePt t="10332" x="3563938" y="3827463"/>
          <p14:tracePt t="10608" x="3563938" y="3813175"/>
          <p14:tracePt t="10610" x="3563938" y="3798888"/>
          <p14:tracePt t="10611" x="3563938" y="3786188"/>
          <p14:tracePt t="10613" x="3563938" y="3771900"/>
          <p14:tracePt t="10614" x="3563938" y="3757613"/>
          <p14:tracePt t="10616" x="3563938" y="3744913"/>
          <p14:tracePt t="10618" x="3563938" y="3730625"/>
          <p14:tracePt t="10619" x="3563938" y="3716338"/>
          <p14:tracePt t="10622" x="3563938" y="3703638"/>
          <p14:tracePt t="10623" x="3563938" y="3676650"/>
          <p14:tracePt t="10625" x="3563938" y="3662363"/>
          <p14:tracePt t="10626" x="3563938" y="3648075"/>
          <p14:tracePt t="10628" x="3563938" y="3635375"/>
          <p14:tracePt t="10629" x="3563938" y="3606800"/>
          <p14:tracePt t="10631" x="3563938" y="3594100"/>
          <p14:tracePt t="10633" x="3563938" y="3579813"/>
          <p14:tracePt t="10633" x="3563938" y="3565525"/>
          <p14:tracePt t="10634" x="3563938" y="3552825"/>
          <p14:tracePt t="10636" x="3563938" y="3538538"/>
          <p14:tracePt t="10638" x="3578225" y="3497263"/>
          <p14:tracePt t="10640" x="3578225" y="3484563"/>
          <p14:tracePt t="10641" x="3578225" y="3455988"/>
          <p14:tracePt t="10643" x="3578225" y="3429000"/>
          <p14:tracePt t="10645" x="3578225" y="3402013"/>
          <p14:tracePt t="10647" x="3578225" y="3387725"/>
          <p14:tracePt t="10647" x="3592513" y="3387725"/>
          <p14:tracePt t="10648" x="3592513" y="3360738"/>
          <p14:tracePt t="10650" x="3592513" y="3346450"/>
          <p14:tracePt t="10652" x="3605213" y="3305175"/>
          <p14:tracePt t="10654" x="3605213" y="3278188"/>
          <p14:tracePt t="10655" x="3605213" y="3263900"/>
          <p14:tracePt t="10657" x="3605213" y="3236913"/>
          <p14:tracePt t="10658" x="3605213" y="3222625"/>
          <p14:tracePt t="10660" x="3605213" y="3181350"/>
          <p14:tracePt t="10661" x="3605213" y="3168650"/>
          <p14:tracePt t="10663" x="3605213" y="3154363"/>
          <p14:tracePt t="10664" x="3605213" y="3141663"/>
          <p14:tracePt t="10665" x="3605213" y="3113088"/>
          <p14:tracePt t="10668" x="3605213" y="3100388"/>
          <p14:tracePt t="10668" x="3605213" y="3086100"/>
          <p14:tracePt t="10670" x="3619500" y="3044825"/>
          <p14:tracePt t="10672" x="3619500" y="3030538"/>
          <p14:tracePt t="10673" x="3619500" y="3017838"/>
          <p14:tracePt t="10675" x="3619500" y="2990850"/>
          <p14:tracePt t="10677" x="3619500" y="2976563"/>
          <p14:tracePt t="10679" x="3619500" y="2949575"/>
          <p14:tracePt t="10681" x="3632200" y="2935288"/>
          <p14:tracePt t="10682" x="3632200" y="2921000"/>
          <p14:tracePt t="10684" x="3632200" y="2908300"/>
          <p14:tracePt t="10686" x="3632200" y="2879725"/>
          <p14:tracePt t="10688" x="3632200" y="2867025"/>
          <p14:tracePt t="10691" x="3632200" y="2852738"/>
          <p14:tracePt t="10693" x="3632200" y="2838450"/>
          <p14:tracePt t="10696" x="3632200" y="2825750"/>
          <p14:tracePt t="10699" x="3632200" y="2798763"/>
          <p14:tracePt t="10702" x="3632200" y="2784475"/>
          <p14:tracePt t="10705" x="3632200" y="2770188"/>
          <p14:tracePt t="10709" x="3632200" y="2757488"/>
          <p14:tracePt t="10712" x="3632200" y="2743200"/>
          <p14:tracePt t="10717" x="3632200" y="2716213"/>
          <p14:tracePt t="10721" x="3632200" y="2701925"/>
          <p14:tracePt t="10724" x="3632200" y="2674938"/>
          <p14:tracePt t="10727" x="3632200" y="2660650"/>
          <p14:tracePt t="10731" x="3646488" y="2633663"/>
          <p14:tracePt t="10733" x="3660775" y="2633663"/>
          <p14:tracePt t="10734" x="3660775" y="2619375"/>
          <p14:tracePt t="10738" x="3660775" y="2606675"/>
          <p14:tracePt t="10740" x="3660775" y="2578100"/>
          <p14:tracePt t="10744" x="3660775" y="2565400"/>
          <p14:tracePt t="10745" x="3660775" y="2551113"/>
          <p14:tracePt t="10746" x="3673475" y="2551113"/>
          <p14:tracePt t="10748" x="3673475" y="2536825"/>
          <p14:tracePt t="10749" x="3673475" y="2524125"/>
          <p14:tracePt t="10751" x="3673475" y="2509838"/>
          <p14:tracePt t="10754" x="3673475" y="2482850"/>
          <p14:tracePt t="10757" x="3673475" y="2455863"/>
          <p14:tracePt t="10758" x="3673475" y="2441575"/>
          <p14:tracePt t="10760" x="3673475" y="2427288"/>
          <p14:tracePt t="10762" x="3673475" y="2400300"/>
          <p14:tracePt t="10765" x="3673475" y="2386013"/>
          <p14:tracePt t="10765" x="3673475" y="2373313"/>
          <p14:tracePt t="10767" x="3673475" y="2359025"/>
          <p14:tracePt t="10771" x="3673475" y="2344738"/>
          <p14:tracePt t="10772" x="3673475" y="2332038"/>
          <p14:tracePt t="10775" x="3673475" y="2317750"/>
          <p14:tracePt t="10778" x="3673475" y="2305050"/>
          <p14:tracePt t="10783" x="3673475" y="2290763"/>
          <p14:tracePt t="10785" x="3673475" y="2276475"/>
          <p14:tracePt t="10792" x="3660775" y="2263775"/>
          <p14:tracePt t="10801" x="3660775" y="2249488"/>
          <p14:tracePt t="10806" x="3646488" y="2249488"/>
          <p14:tracePt t="10876" x="3632200" y="2235200"/>
          <p14:tracePt t="10885" x="3619500" y="2235200"/>
          <p14:tracePt t="10887" x="3605213" y="2222500"/>
          <p14:tracePt t="10891" x="3592513" y="2222500"/>
          <p14:tracePt t="10895" x="3578225" y="2222500"/>
          <p14:tracePt t="10897" x="3578225" y="2208213"/>
          <p14:tracePt t="10899" x="3563938" y="2208213"/>
          <p14:tracePt t="10901" x="3551238" y="2208213"/>
          <p14:tracePt t="10905" x="3536950" y="2208213"/>
          <p14:tracePt t="10907" x="3536950" y="2193925"/>
          <p14:tracePt t="10908" x="3522663" y="2193925"/>
          <p14:tracePt t="10914" x="3495675" y="2181225"/>
          <p14:tracePt t="10918" x="3481388" y="2181225"/>
          <p14:tracePt t="10920" x="3468688" y="2181225"/>
          <p14:tracePt t="10922" x="3454400" y="2181225"/>
          <p14:tracePt t="10925" x="3441700" y="2181225"/>
          <p14:tracePt t="10927" x="3413125" y="2181225"/>
          <p14:tracePt t="10929" x="3400425" y="2181225"/>
          <p14:tracePt t="10931" x="3386138" y="2166938"/>
          <p14:tracePt t="10933" x="3359150" y="2166938"/>
          <p14:tracePt t="10935" x="3344863" y="2166938"/>
          <p14:tracePt t="10938" x="3330575" y="2166938"/>
          <p14:tracePt t="10940" x="3317875" y="2166938"/>
          <p14:tracePt t="10942" x="3303588" y="2166938"/>
          <p14:tracePt t="10943" x="3290888" y="2166938"/>
          <p14:tracePt t="10946" x="3276600" y="2152650"/>
          <p14:tracePt t="10949" x="3262313" y="2152650"/>
          <p14:tracePt t="10950" x="3262313" y="2139950"/>
          <p14:tracePt t="10954" x="3249613" y="2139950"/>
          <p14:tracePt t="10959" x="3235325" y="2139950"/>
          <p14:tracePt t="10965" x="3235325" y="2125663"/>
          <p14:tracePt t="10975" x="3221038" y="2125663"/>
          <p14:tracePt t="11029" x="3208338" y="2125663"/>
          <p14:tracePt t="11036" x="3208338" y="2112963"/>
          <p14:tracePt t="11046" x="3194050" y="2112963"/>
          <p14:tracePt t="11052" x="3179763" y="2112963"/>
          <p14:tracePt t="11067" x="3167063" y="2112963"/>
          <p14:tracePt t="11073" x="3167063" y="2098675"/>
          <p14:tracePt t="11081" x="3152775" y="2098675"/>
          <p14:tracePt t="11082" x="3152775" y="2084388"/>
          <p14:tracePt t="11100" x="3140075" y="2084388"/>
          <p14:tracePt t="11116" x="3125788" y="2084388"/>
          <p14:tracePt t="11160" x="3111500" y="2084388"/>
          <p14:tracePt t="11184" x="3098800" y="2084388"/>
          <p14:tracePt t="11207" x="3084513" y="2084388"/>
          <p14:tracePt t="11350" x="3070225" y="2084388"/>
          <p14:tracePt t="11428" x="3057525" y="2084388"/>
          <p14:tracePt t="11467" x="3057525" y="2098675"/>
          <p14:tracePt t="11476" x="3043238" y="2098675"/>
          <p14:tracePt t="11491" x="3028950" y="2098675"/>
          <p14:tracePt t="11498" x="3028950" y="2112963"/>
          <p14:tracePt t="11516" x="3016250" y="2112963"/>
          <p14:tracePt t="11864" x="3028950" y="2112963"/>
          <p14:tracePt t="11868" x="3043238" y="2112963"/>
          <p14:tracePt t="11872" x="3057525" y="2112963"/>
          <p14:tracePt t="11874" x="3070225" y="2112963"/>
          <p14:tracePt t="11878" x="3084513" y="2112963"/>
          <p14:tracePt t="11882" x="3098800" y="2112963"/>
          <p14:tracePt t="11888" x="3111500" y="2112963"/>
          <p14:tracePt t="11895" x="3125788" y="2112963"/>
          <p14:tracePt t="11901" x="3140075" y="2112963"/>
          <p14:tracePt t="11913" x="3152775" y="2112963"/>
          <p14:tracePt t="11928" x="3167063" y="2112963"/>
          <p14:tracePt t="11949" x="3179763" y="2112963"/>
          <p14:tracePt t="12108" x="3167063" y="2112963"/>
          <p14:tracePt t="12117" x="3152775" y="2125663"/>
          <p14:tracePt t="12132" x="3140075" y="2125663"/>
          <p14:tracePt t="12139" x="3125788" y="2125663"/>
          <p14:tracePt t="12149" x="3125788" y="2139950"/>
          <p14:tracePt t="12157" x="3111500" y="2139950"/>
          <p14:tracePt t="12158" x="3111500" y="2152650"/>
          <p14:tracePt t="12335" x="3125788" y="2152650"/>
          <p14:tracePt t="12387" x="3140075" y="2152650"/>
          <p14:tracePt t="12520" x="3125788" y="2152650"/>
          <p14:tracePt t="12532" x="3111500" y="2152650"/>
          <p14:tracePt t="12545" x="3098800" y="2152650"/>
          <p14:tracePt t="12772" x="3111500" y="2152650"/>
          <p14:tracePt t="12780" x="3125788" y="2152650"/>
          <p14:tracePt t="12782" x="3140075" y="2152650"/>
          <p14:tracePt t="12789" x="3152775" y="2152650"/>
          <p14:tracePt t="12794" x="3167063" y="2152650"/>
          <p14:tracePt t="12799" x="3179763" y="2152650"/>
          <p14:tracePt t="12802" x="3194050" y="2152650"/>
          <p14:tracePt t="12807" x="3208338" y="2139950"/>
          <p14:tracePt t="12814" x="3221038" y="2139950"/>
          <p14:tracePt t="12819" x="3235325" y="2139950"/>
          <p14:tracePt t="12820" x="3249613" y="2139950"/>
          <p14:tracePt t="12826" x="3262313" y="2139950"/>
          <p14:tracePt t="12834" x="3276600" y="2139950"/>
          <p14:tracePt t="12841" x="3290888" y="2139950"/>
          <p14:tracePt t="12850" x="3303588" y="2139950"/>
          <p14:tracePt t="13230" x="3317875" y="2139950"/>
          <p14:tracePt t="13232" x="3330575" y="2139950"/>
          <p14:tracePt t="13235" x="3344863" y="2139950"/>
          <p14:tracePt t="13236" x="3359150" y="2139950"/>
          <p14:tracePt t="13238" x="3371850" y="2139950"/>
          <p14:tracePt t="13241" x="3386138" y="2139950"/>
          <p14:tracePt t="13243" x="3386138" y="2125663"/>
          <p14:tracePt t="13245" x="3400425" y="2125663"/>
          <p14:tracePt t="13246" x="3413125" y="2125663"/>
          <p14:tracePt t="13248" x="3427413" y="2125663"/>
          <p14:tracePt t="13251" x="3441700" y="2125663"/>
          <p14:tracePt t="13252" x="3454400" y="2125663"/>
          <p14:tracePt t="13254" x="3468688" y="2125663"/>
          <p14:tracePt t="13258" x="3481388" y="2125663"/>
          <p14:tracePt t="13260" x="3495675" y="2125663"/>
          <p14:tracePt t="13261" x="3509963" y="2125663"/>
          <p14:tracePt t="13264" x="3509963" y="2112963"/>
          <p14:tracePt t="13266" x="3522663" y="2112963"/>
          <p14:tracePt t="13269" x="3536950" y="2112963"/>
          <p14:tracePt t="13270" x="3551238" y="2112963"/>
          <p14:tracePt t="13274" x="3563938" y="2112963"/>
          <p14:tracePt t="13299" x="3578225" y="2112963"/>
          <p14:tracePt t="13488" x="3563938" y="2112963"/>
          <p14:tracePt t="13544" x="3551238" y="2112963"/>
          <p14:tracePt t="13552" x="3536950" y="2112963"/>
          <p14:tracePt t="13656" x="3551238" y="2112963"/>
          <p14:tracePt t="13660" x="3563938" y="2112963"/>
          <p14:tracePt t="13666" x="3578225" y="2112963"/>
          <p14:tracePt t="13671" x="3592513" y="2112963"/>
          <p14:tracePt t="13676" x="3605213" y="2112963"/>
          <p14:tracePt t="13678" x="3619500" y="2112963"/>
          <p14:tracePt t="13681" x="3632200" y="2112963"/>
          <p14:tracePt t="13684" x="3646488" y="2112963"/>
          <p14:tracePt t="13688" x="3660775" y="2112963"/>
          <p14:tracePt t="13690" x="3673475" y="2112963"/>
          <p14:tracePt t="13693" x="3687763" y="2112963"/>
          <p14:tracePt t="13696" x="3702050" y="2112963"/>
          <p14:tracePt t="13698" x="3714750" y="2112963"/>
          <p14:tracePt t="13702" x="3729038" y="2112963"/>
          <p14:tracePt t="13705" x="3743325" y="2112963"/>
          <p14:tracePt t="13709" x="3756025" y="2112963"/>
          <p14:tracePt t="13710" x="3770313" y="2112963"/>
          <p14:tracePt t="13711" x="3770313" y="2125663"/>
          <p14:tracePt t="13713" x="3783013" y="2125663"/>
          <p14:tracePt t="13717" x="3797300" y="2125663"/>
          <p14:tracePt t="13721" x="3811588" y="2125663"/>
          <p14:tracePt t="13728" x="3824288" y="2125663"/>
          <p14:tracePt t="13733" x="3838575" y="2125663"/>
          <p14:tracePt t="14227" x="3824288" y="2125663"/>
          <p14:tracePt t="14229" x="3824288" y="2139950"/>
          <p14:tracePt t="14233" x="3811588" y="2139950"/>
          <p14:tracePt t="14234" x="3811588" y="2152650"/>
          <p14:tracePt t="14235" x="3797300" y="2152650"/>
          <p14:tracePt t="14238" x="3783013" y="2152650"/>
          <p14:tracePt t="14241" x="3756025" y="2152650"/>
          <p14:tracePt t="14244" x="3743325" y="2152650"/>
          <p14:tracePt t="14246" x="3729038" y="2166938"/>
          <p14:tracePt t="14247" x="3714750" y="2166938"/>
          <p14:tracePt t="14250" x="3702050" y="2166938"/>
          <p14:tracePt t="14252" x="3673475" y="2166938"/>
          <p14:tracePt t="14254" x="3660775" y="2166938"/>
          <p14:tracePt t="14255" x="3646488" y="2166938"/>
          <p14:tracePt t="14258" x="3632200" y="2166938"/>
          <p14:tracePt t="14260" x="3605213" y="2181225"/>
          <p14:tracePt t="14262" x="3578225" y="2181225"/>
          <p14:tracePt t="14264" x="3563938" y="2181225"/>
          <p14:tracePt t="14265" x="3551238" y="2181225"/>
          <p14:tracePt t="14267" x="3536950" y="2193925"/>
          <p14:tracePt t="14268" x="3509963" y="2193925"/>
          <p14:tracePt t="14270" x="3495675" y="2193925"/>
          <p14:tracePt t="14272" x="3481388" y="2193925"/>
          <p14:tracePt t="14273" x="3468688" y="2208213"/>
          <p14:tracePt t="14280" x="3400425" y="2208213"/>
          <p14:tracePt t="14281" x="3386138" y="2208213"/>
          <p14:tracePt t="14282" x="3371850" y="2208213"/>
          <p14:tracePt t="14284" x="3359150" y="2208213"/>
          <p14:tracePt t="14286" x="3330575" y="2208213"/>
          <p14:tracePt t="14289" x="3317875" y="2208213"/>
          <p14:tracePt t="14292" x="3303588" y="2208213"/>
          <p14:tracePt t="14293" x="3290888" y="2222500"/>
          <p14:tracePt t="14296" x="3276600" y="2222500"/>
          <p14:tracePt t="14301" x="3262313" y="2222500"/>
          <p14:tracePt t="14308" x="3249613" y="2222500"/>
          <p14:tracePt t="14333" x="3235325" y="2222500"/>
          <p14:tracePt t="14347" x="3221038" y="2222500"/>
          <p14:tracePt t="14356" x="3208338" y="2222500"/>
          <p14:tracePt t="14367" x="3194050" y="2222500"/>
          <p14:tracePt t="14376" x="3179763" y="2222500"/>
          <p14:tracePt t="14469" x="3167063" y="2222500"/>
          <p14:tracePt t="14483" x="3152775" y="2222500"/>
          <p14:tracePt t="14499" x="3140075" y="2222500"/>
          <p14:tracePt t="14577" x="3140075" y="2235200"/>
          <p14:tracePt t="14581" x="3140075" y="2249488"/>
          <p14:tracePt t="14584" x="3140075" y="2263775"/>
          <p14:tracePt t="14589" x="3140075" y="2276475"/>
          <p14:tracePt t="14591" x="3140075" y="2290763"/>
          <p14:tracePt t="14595" x="3140075" y="2305050"/>
          <p14:tracePt t="14596" x="3140075" y="2317750"/>
          <p14:tracePt t="14600" x="3140075" y="2332038"/>
          <p14:tracePt t="14603" x="3140075" y="2344738"/>
          <p14:tracePt t="14605" x="3140075" y="2359025"/>
          <p14:tracePt t="14607" x="3140075" y="2373313"/>
          <p14:tracePt t="14610" x="3140075" y="2386013"/>
          <p14:tracePt t="14612" x="3140075" y="2400300"/>
          <p14:tracePt t="14614" x="3140075" y="2414588"/>
          <p14:tracePt t="14616" x="3140075" y="2427288"/>
          <p14:tracePt t="14619" x="3140075" y="2441575"/>
          <p14:tracePt t="14621" x="3152775" y="2455863"/>
          <p14:tracePt t="14622" x="3152775" y="2468563"/>
          <p14:tracePt t="14624" x="3152775" y="2495550"/>
          <p14:tracePt t="14626" x="3152775" y="2509838"/>
          <p14:tracePt t="14628" x="3152775" y="2524125"/>
          <p14:tracePt t="14629" x="3152775" y="2536825"/>
          <p14:tracePt t="14632" x="3152775" y="2565400"/>
          <p14:tracePt t="14634" x="3152775" y="2578100"/>
          <p14:tracePt t="14635" x="3152775" y="2592388"/>
          <p14:tracePt t="14637" x="3152775" y="2619375"/>
          <p14:tracePt t="14640" x="3152775" y="2633663"/>
          <p14:tracePt t="14642" x="3152775" y="2660650"/>
          <p14:tracePt t="14644" x="3152775" y="2674938"/>
          <p14:tracePt t="14648" x="3152775" y="2701925"/>
          <p14:tracePt t="14649" x="3152775" y="2716213"/>
          <p14:tracePt t="14651" x="3152775" y="2728913"/>
          <p14:tracePt t="14652" x="3152775" y="2743200"/>
          <p14:tracePt t="14655" x="3152775" y="2757488"/>
          <p14:tracePt t="14657" x="3152775" y="2784475"/>
          <p14:tracePt t="14660" x="3152775" y="2798763"/>
          <p14:tracePt t="14663" x="3152775" y="2825750"/>
          <p14:tracePt t="14665" x="3152775" y="2838450"/>
          <p14:tracePt t="14669" x="3152775" y="2867025"/>
          <p14:tracePt t="14674" x="3152775" y="2879725"/>
          <p14:tracePt t="14675" x="3152775" y="2894013"/>
          <p14:tracePt t="14676" x="3152775" y="2908300"/>
          <p14:tracePt t="14681" x="3152775" y="2921000"/>
          <p14:tracePt t="14683" x="3152775" y="2949575"/>
          <p14:tracePt t="14686" x="3167063" y="2949575"/>
          <p14:tracePt t="14688" x="3167063" y="2962275"/>
          <p14:tracePt t="14691" x="3179763" y="2976563"/>
          <p14:tracePt t="14695" x="3179763" y="2990850"/>
          <p14:tracePt t="14698" x="3179763" y="3003550"/>
          <p14:tracePt t="14702" x="3194050" y="3003550"/>
          <p14:tracePt t="14702" x="3194050" y="3017838"/>
          <p14:tracePt t="14706" x="3194050" y="3030538"/>
          <p14:tracePt t="14709" x="3208338" y="3030538"/>
          <p14:tracePt t="14713" x="3208338" y="3044825"/>
          <p14:tracePt t="14714" x="3208338" y="3059113"/>
          <p14:tracePt t="14718" x="3221038" y="3071813"/>
          <p14:tracePt t="14722" x="3235325" y="3071813"/>
          <p14:tracePt t="14724" x="3235325" y="3086100"/>
          <p14:tracePt t="14730" x="3249613" y="3100388"/>
          <p14:tracePt t="14731" x="3249613" y="3113088"/>
          <p14:tracePt t="14734" x="3262313" y="3113088"/>
          <p14:tracePt t="14737" x="3262313" y="3127375"/>
          <p14:tracePt t="14740" x="3276600" y="3127375"/>
          <p14:tracePt t="14742" x="3276600" y="3141663"/>
          <p14:tracePt t="14744" x="3290888" y="3141663"/>
          <p14:tracePt t="14749" x="3290888" y="3154363"/>
          <p14:tracePt t="14751" x="3290888" y="3168650"/>
          <p14:tracePt t="14754" x="3303588" y="3168650"/>
          <p14:tracePt t="14760" x="3303588" y="3181350"/>
          <p14:tracePt t="14772" x="3303588" y="3195638"/>
          <p14:tracePt t="14785" x="3303588" y="3209925"/>
          <p14:tracePt t="14790" x="3317875" y="3222625"/>
          <p14:tracePt t="14795" x="3317875" y="3236913"/>
          <p14:tracePt t="14799" x="3330575" y="3236913"/>
          <p14:tracePt t="14801" x="3330575" y="3251200"/>
          <p14:tracePt t="14807" x="3344863" y="3263900"/>
          <p14:tracePt t="14814" x="3359150" y="3278188"/>
          <p14:tracePt t="14815" x="3359150" y="3292475"/>
          <p14:tracePt t="14821" x="3371850" y="3305175"/>
          <p14:tracePt t="14825" x="3371850" y="3319463"/>
          <p14:tracePt t="14827" x="3386138" y="3333750"/>
          <p14:tracePt t="14830" x="3400425" y="3346450"/>
          <p14:tracePt t="14835" x="3400425" y="3360738"/>
          <p14:tracePt t="14837" x="3400425" y="3373438"/>
          <p14:tracePt t="14838" x="3413125" y="3387725"/>
          <p14:tracePt t="14841" x="3413125" y="3402013"/>
          <p14:tracePt t="14844" x="3413125" y="3414713"/>
          <p14:tracePt t="14848" x="3413125" y="3443288"/>
          <p14:tracePt t="14851" x="3413125" y="3455988"/>
          <p14:tracePt t="14855" x="3427413" y="3470275"/>
          <p14:tracePt t="14858" x="3427413" y="3484563"/>
          <p14:tracePt t="14859" x="3427413" y="3497263"/>
          <p14:tracePt t="14862" x="3427413" y="3511550"/>
          <p14:tracePt t="14865" x="3427413" y="3524250"/>
          <p14:tracePt t="14867" x="3427413" y="3538538"/>
          <p14:tracePt t="14869" x="3427413" y="3552825"/>
          <p14:tracePt t="14871" x="3427413" y="3565525"/>
          <p14:tracePt t="14876" x="3427413" y="3579813"/>
          <p14:tracePt t="14877" x="3427413" y="3594100"/>
          <p14:tracePt t="14879" x="3427413" y="3606800"/>
          <p14:tracePt t="14883" x="3427413" y="3621088"/>
          <p14:tracePt t="14884" x="3427413" y="3635375"/>
          <p14:tracePt t="14887" x="3427413" y="3648075"/>
          <p14:tracePt t="14889" x="3427413" y="3662363"/>
          <p14:tracePt t="14892" x="3427413" y="3676650"/>
          <p14:tracePt t="14896" x="3427413" y="3689350"/>
          <p14:tracePt t="14898" x="3427413" y="3716338"/>
          <p14:tracePt t="14901" x="3427413" y="3730625"/>
          <p14:tracePt t="14904" x="3427413" y="3744913"/>
          <p14:tracePt t="14905" x="3427413" y="3757613"/>
          <p14:tracePt t="14908" x="3427413" y="3771900"/>
          <p14:tracePt t="14910" x="3427413" y="3786188"/>
          <p14:tracePt t="14912" x="3413125" y="3798888"/>
          <p14:tracePt t="14913" x="3413125" y="3813175"/>
          <p14:tracePt t="14915" x="3413125" y="3827463"/>
          <p14:tracePt t="14917" x="3413125" y="3840163"/>
          <p14:tracePt t="14919" x="3413125" y="3854450"/>
          <p14:tracePt t="14922" x="3400425" y="3867150"/>
          <p14:tracePt t="14924" x="3400425" y="3895725"/>
          <p14:tracePt t="14927" x="3400425" y="3908425"/>
          <p14:tracePt t="14931" x="3400425" y="3937000"/>
          <p14:tracePt t="14934" x="3400425" y="3949700"/>
          <p14:tracePt t="14938" x="3400425" y="3963988"/>
          <p14:tracePt t="14942" x="3400425" y="3978275"/>
          <p14:tracePt t="14945" x="3400425" y="3990975"/>
          <p14:tracePt t="14952" x="3400425" y="4005263"/>
          <p14:tracePt t="15143" x="3386138" y="4005263"/>
          <p14:tracePt t="15150" x="3371850" y="3990975"/>
          <p14:tracePt t="15151" x="3371850" y="3978275"/>
          <p14:tracePt t="15154" x="3359150" y="3978275"/>
          <p14:tracePt t="15156" x="3359150" y="3963988"/>
          <p14:tracePt t="15157" x="3344863" y="3963988"/>
          <p14:tracePt t="15159" x="3330575" y="3963988"/>
          <p14:tracePt t="15160" x="3330575" y="3949700"/>
          <p14:tracePt t="15162" x="3317875" y="3949700"/>
          <p14:tracePt t="15164" x="3303588" y="3937000"/>
          <p14:tracePt t="15166" x="3290888" y="3922713"/>
          <p14:tracePt t="15168" x="3276600" y="3908425"/>
          <p14:tracePt t="15170" x="3262313" y="3908425"/>
          <p14:tracePt t="15172" x="3249613" y="3881438"/>
          <p14:tracePt t="15174" x="3235325" y="3881438"/>
          <p14:tracePt t="15175" x="3221038" y="3867150"/>
          <p14:tracePt t="15176" x="3208338" y="3854450"/>
          <p14:tracePt t="15177" x="3194050" y="3854450"/>
          <p14:tracePt t="15178" x="3179763" y="3840163"/>
          <p14:tracePt t="15182" x="3152775" y="3827463"/>
          <p14:tracePt t="15182" x="3125788" y="3813175"/>
          <p14:tracePt t="15184" x="3111500" y="3798888"/>
          <p14:tracePt t="15185" x="3098800" y="3786188"/>
          <p14:tracePt t="15186" x="3084513" y="3786188"/>
          <p14:tracePt t="15188" x="3084513" y="3771900"/>
          <p14:tracePt t="15189" x="3057525" y="3757613"/>
          <p14:tracePt t="15190" x="3043238" y="3757613"/>
          <p14:tracePt t="15191" x="3028950" y="3744913"/>
          <p14:tracePt t="15193" x="3016250" y="3730625"/>
          <p14:tracePt t="15195" x="2989263" y="3716338"/>
          <p14:tracePt t="15196" x="2974975" y="3703638"/>
          <p14:tracePt t="15198" x="2947988" y="3689350"/>
          <p14:tracePt t="15200" x="2947988" y="3676650"/>
          <p14:tracePt t="15202" x="2919413" y="3648075"/>
          <p14:tracePt t="15205" x="2906713" y="3635375"/>
          <p14:tracePt t="15207" x="2878138" y="3621088"/>
          <p14:tracePt t="15209" x="2865438" y="3606800"/>
          <p14:tracePt t="15210" x="2851150" y="3594100"/>
          <p14:tracePt t="15212" x="2838450" y="3594100"/>
          <p14:tracePt t="15216" x="2809875" y="3565525"/>
          <p14:tracePt t="15217" x="2797175" y="3565525"/>
          <p14:tracePt t="15219" x="2782888" y="3552825"/>
          <p14:tracePt t="15221" x="2782888" y="3538538"/>
          <p14:tracePt t="15223" x="2768600" y="3538538"/>
          <p14:tracePt t="15225" x="2755900" y="3538538"/>
          <p14:tracePt t="15227" x="2755900" y="3524250"/>
          <p14:tracePt t="15231" x="2741613" y="3524250"/>
          <p14:tracePt t="15233" x="2728913" y="3511550"/>
          <p14:tracePt t="15245" x="2714625" y="3497263"/>
          <p14:tracePt t="15305" x="2700338" y="3497263"/>
          <p14:tracePt t="15310" x="2687638" y="3497263"/>
          <p14:tracePt t="15316" x="2673350" y="3497263"/>
          <p14:tracePt t="15322" x="2659063" y="3497263"/>
          <p14:tracePt t="15429" x="2673350" y="3497263"/>
          <p14:tracePt t="15431" x="2687638" y="3497263"/>
          <p14:tracePt t="15432" x="2687638" y="3511550"/>
          <p14:tracePt t="15433" x="2700338" y="3511550"/>
          <p14:tracePt t="15435" x="2714625" y="3538538"/>
          <p14:tracePt t="15437" x="2741613" y="3552825"/>
          <p14:tracePt t="15439" x="2741613" y="3565525"/>
          <p14:tracePt t="15440" x="2755900" y="3565525"/>
          <p14:tracePt t="15441" x="2768600" y="3579813"/>
          <p14:tracePt t="15442" x="2782888" y="3579813"/>
          <p14:tracePt t="15443" x="2782888" y="3594100"/>
          <p14:tracePt t="15444" x="2797175" y="3606800"/>
          <p14:tracePt t="15446" x="2824163" y="3621088"/>
          <p14:tracePt t="15447" x="2824163" y="3635375"/>
          <p14:tracePt t="15448" x="2838450" y="3648075"/>
          <p14:tracePt t="15450" x="2851150" y="3662363"/>
          <p14:tracePt t="15452" x="2878138" y="3676650"/>
          <p14:tracePt t="15453" x="2892425" y="3689350"/>
          <p14:tracePt t="15454" x="2892425" y="3703638"/>
          <p14:tracePt t="15455" x="2919413" y="3716338"/>
          <p14:tracePt t="15457" x="2933700" y="3730625"/>
          <p14:tracePt t="15459" x="2960688" y="3757613"/>
          <p14:tracePt t="15460" x="2974975" y="3771900"/>
          <p14:tracePt t="15461" x="3001963" y="3786188"/>
          <p14:tracePt t="15463" x="3028950" y="3813175"/>
          <p14:tracePt t="15466" x="3043238" y="3827463"/>
          <p14:tracePt t="15467" x="3084513" y="3854450"/>
          <p14:tracePt t="15468" x="3084513" y="3867150"/>
          <p14:tracePt t="15469" x="3098800" y="3881438"/>
          <p14:tracePt t="15470" x="3125788" y="3895725"/>
          <p14:tracePt t="15471" x="3125788" y="3908425"/>
          <p14:tracePt t="15472" x="3152775" y="3908425"/>
          <p14:tracePt t="15473" x="3167063" y="3937000"/>
          <p14:tracePt t="15474" x="3179763" y="3949700"/>
          <p14:tracePt t="15475" x="3179763" y="3963988"/>
          <p14:tracePt t="15476" x="3194050" y="3978275"/>
          <p14:tracePt t="15477" x="3208338" y="3990975"/>
          <p14:tracePt t="15478" x="3235325" y="4005263"/>
          <p14:tracePt t="15479" x="3235325" y="4032250"/>
          <p14:tracePt t="15480" x="3249613" y="4032250"/>
          <p14:tracePt t="15481" x="3262313" y="4046538"/>
          <p14:tracePt t="15482" x="3276600" y="4059238"/>
          <p14:tracePt t="15483" x="3276600" y="4073525"/>
          <p14:tracePt t="15484" x="3303588" y="4087813"/>
          <p14:tracePt t="15485" x="3317875" y="4100513"/>
          <p14:tracePt t="15487" x="3344863" y="4129088"/>
          <p14:tracePt t="15489" x="3344863" y="4141788"/>
          <p14:tracePt t="15490" x="3359150" y="4141788"/>
          <p14:tracePt t="15491" x="3371850" y="4170363"/>
          <p14:tracePt t="15493" x="3386138" y="4183063"/>
          <p14:tracePt t="15494" x="3386138" y="4197350"/>
          <p14:tracePt t="15495" x="3400425" y="4197350"/>
          <p14:tracePt t="15497" x="3400425" y="4210050"/>
          <p14:tracePt t="15498" x="3413125" y="4210050"/>
          <p14:tracePt t="15499" x="3427413" y="4224338"/>
          <p14:tracePt t="15502" x="3427413" y="4238625"/>
          <p14:tracePt t="15503" x="3427413" y="4251325"/>
          <p14:tracePt t="15504" x="3441700" y="4251325"/>
          <p14:tracePt t="15506" x="3441700" y="4265613"/>
          <p14:tracePt t="15511" x="3441700" y="4279900"/>
          <p14:tracePt t="15520" x="3454400" y="4279900"/>
          <p14:tracePt t="15527" x="3454400" y="4292600"/>
          <p14:tracePt t="15741" x="3454400" y="4306888"/>
          <p14:tracePt t="15743" x="3454400" y="4321175"/>
          <p14:tracePt t="15748" x="3454400" y="4348163"/>
          <p14:tracePt t="15749" x="3441700" y="4362450"/>
          <p14:tracePt t="15750" x="3427413" y="4362450"/>
          <p14:tracePt t="15751" x="3427413" y="4389438"/>
          <p14:tracePt t="15753" x="3413125" y="4402138"/>
          <p14:tracePt t="15755" x="3400425" y="4416425"/>
          <p14:tracePt t="15756" x="3386138" y="4430713"/>
          <p14:tracePt t="15757" x="3371850" y="4443413"/>
          <p14:tracePt t="15758" x="3371850" y="4457700"/>
          <p14:tracePt t="15759" x="3359150" y="4471988"/>
          <p14:tracePt t="15760" x="3344863" y="4484688"/>
          <p14:tracePt t="15761" x="3330575" y="4484688"/>
          <p14:tracePt t="15762" x="3330575" y="4513263"/>
          <p14:tracePt t="15763" x="3317875" y="4513263"/>
          <p14:tracePt t="15764" x="3303588" y="4525963"/>
          <p14:tracePt t="15765" x="3290888" y="4540250"/>
          <p14:tracePt t="15766" x="3290888" y="4552950"/>
          <p14:tracePt t="15767" x="3276600" y="4567238"/>
          <p14:tracePt t="15768" x="3262313" y="4581525"/>
          <p14:tracePt t="15769" x="3249613" y="4608513"/>
          <p14:tracePt t="15770" x="3235325" y="4622800"/>
          <p14:tracePt t="15772" x="3221038" y="4635500"/>
          <p14:tracePt t="15773" x="3194050" y="4676775"/>
          <p14:tracePt t="15774" x="3179763" y="4676775"/>
          <p14:tracePt t="15775" x="3167063" y="4705350"/>
          <p14:tracePt t="15776" x="3152775" y="4718050"/>
          <p14:tracePt t="15778" x="3125788" y="4745038"/>
          <p14:tracePt t="15780" x="3098800" y="4773613"/>
          <p14:tracePt t="15781" x="3084513" y="4786313"/>
          <p14:tracePt t="15782" x="3070225" y="4800600"/>
          <p14:tracePt t="15783" x="3057525" y="4827588"/>
          <p14:tracePt t="15784" x="3028950" y="4841875"/>
          <p14:tracePt t="15786" x="3028950" y="4883150"/>
          <p14:tracePt t="15788" x="3001963" y="4910138"/>
          <p14:tracePt t="15789" x="2989263" y="4924425"/>
          <p14:tracePt t="15790" x="2947988" y="4951413"/>
          <p14:tracePt t="15792" x="2947988" y="4978400"/>
          <p14:tracePt t="15793" x="2933700" y="4992688"/>
          <p14:tracePt t="15794" x="2906713" y="5019675"/>
          <p14:tracePt t="15796" x="2878138" y="5033963"/>
          <p14:tracePt t="15799" x="2865438" y="5060950"/>
          <p14:tracePt t="15800" x="2838450" y="5102225"/>
          <p14:tracePt t="15801" x="2824163" y="5129213"/>
          <p14:tracePt t="15803" x="2797175" y="5157788"/>
          <p14:tracePt t="15804" x="2797175" y="5170488"/>
          <p14:tracePt t="15806" x="2782888" y="5170488"/>
          <p14:tracePt t="15807" x="2768600" y="5199063"/>
          <p14:tracePt t="15809" x="2755900" y="5211763"/>
          <p14:tracePt t="15811" x="2755900" y="5238750"/>
          <p14:tracePt t="15813" x="2741613" y="5253038"/>
          <p14:tracePt t="15814" x="2728913" y="5267325"/>
          <p14:tracePt t="15818" x="2714625" y="5294313"/>
          <p14:tracePt t="15821" x="2714625" y="5308600"/>
          <p14:tracePt t="15827" x="2714625" y="5321300"/>
          <p14:tracePt t="15970" x="2714625" y="5308600"/>
          <p14:tracePt t="15972" x="2714625" y="5294313"/>
          <p14:tracePt t="15975" x="2714625" y="5280025"/>
          <p14:tracePt t="15976" x="2728913" y="5280025"/>
          <p14:tracePt t="15977" x="2728913" y="5267325"/>
          <p14:tracePt t="15980" x="2755900" y="5238750"/>
          <p14:tracePt t="15983" x="2755900" y="5226050"/>
          <p14:tracePt t="15985" x="2768600" y="5211763"/>
          <p14:tracePt t="15987" x="2782888" y="5211763"/>
          <p14:tracePt t="15989" x="2782888" y="5199063"/>
          <p14:tracePt t="15991" x="2797175" y="5199063"/>
          <p14:tracePt t="15994" x="2797175" y="5184775"/>
          <p14:tracePt t="15997" x="2809875" y="5184775"/>
          <p14:tracePt t="15998" x="2809875" y="5170488"/>
          <p14:tracePt t="16002" x="2824163" y="5157788"/>
          <p14:tracePt t="16007" x="2838450" y="5157788"/>
          <p14:tracePt t="16008" x="2838450" y="5143500"/>
          <p14:tracePt t="16015" x="2851150" y="5129213"/>
          <p14:tracePt t="16020" x="2851150" y="5116513"/>
          <p14:tracePt t="16024" x="2865438" y="5116513"/>
          <p14:tracePt t="16025" x="2865438" y="5102225"/>
          <p14:tracePt t="16037" x="2865438" y="5087938"/>
          <p14:tracePt t="16039" x="2878138" y="5087938"/>
          <p14:tracePt t="16044" x="2892425" y="5087938"/>
          <p14:tracePt t="16049" x="2892425" y="5075238"/>
          <p14:tracePt t="16058" x="2892425" y="5060950"/>
          <p14:tracePt t="16063" x="2892425" y="5048250"/>
          <p14:tracePt t="16074" x="2906713" y="5048250"/>
          <p14:tracePt t="16081" x="2906713" y="5033963"/>
          <p14:tracePt t="16100" x="2906713" y="5019675"/>
          <p14:tracePt t="16104" x="2919413" y="5019675"/>
          <p14:tracePt t="16110" x="2919413" y="5006975"/>
          <p14:tracePt t="16117" x="2933700" y="5006975"/>
          <p14:tracePt t="16118" x="2933700" y="4992688"/>
          <p14:tracePt t="16120" x="2933700" y="4978400"/>
          <p14:tracePt t="16123" x="2947988" y="4978400"/>
          <p14:tracePt t="16126" x="2947988" y="4965700"/>
          <p14:tracePt t="16130" x="2960688" y="4951413"/>
          <p14:tracePt t="16137" x="2960688" y="4937125"/>
          <p14:tracePt t="16139" x="2960688" y="4924425"/>
          <p14:tracePt t="16143" x="2974975" y="4910138"/>
          <p14:tracePt t="16153" x="2974975" y="4895850"/>
          <p14:tracePt t="16161" x="2974975" y="4883150"/>
          <p14:tracePt t="16163" x="2989263" y="4883150"/>
          <p14:tracePt t="16164" x="2989263" y="4868863"/>
          <p14:tracePt t="16172" x="3001963" y="4856163"/>
          <p14:tracePt t="16179" x="3001963" y="4841875"/>
          <p14:tracePt t="16185" x="3016250" y="4827588"/>
          <p14:tracePt t="16189" x="3016250" y="4814888"/>
          <p14:tracePt t="16192" x="3016250" y="4800600"/>
          <p14:tracePt t="16193" x="3028950" y="4800600"/>
          <p14:tracePt t="16195" x="3028950" y="4786313"/>
          <p14:tracePt t="16197" x="3043238" y="4786313"/>
          <p14:tracePt t="16199" x="3043238" y="4773613"/>
          <p14:tracePt t="16202" x="3057525" y="4759325"/>
          <p14:tracePt t="16205" x="3070225" y="4745038"/>
          <p14:tracePt t="16209" x="3070225" y="4732338"/>
          <p14:tracePt t="16210" x="3084513" y="4732338"/>
          <p14:tracePt t="16212" x="3084513" y="4718050"/>
          <p14:tracePt t="16213" x="3084513" y="4705350"/>
          <p14:tracePt t="16215" x="3098800" y="4705350"/>
          <p14:tracePt t="16217" x="3111500" y="4691063"/>
          <p14:tracePt t="16220" x="3111500" y="4676775"/>
          <p14:tracePt t="16223" x="3125788" y="4664075"/>
          <p14:tracePt t="16228" x="3125788" y="4649788"/>
          <p14:tracePt t="16230" x="3140075" y="4649788"/>
          <p14:tracePt t="16232" x="3140075" y="4635500"/>
          <p14:tracePt t="16238" x="3152775" y="4622800"/>
          <p14:tracePt t="16245" x="3167063" y="4622800"/>
          <p14:tracePt t="16245" x="3167063" y="4608513"/>
          <p14:tracePt t="16250" x="3167063" y="4594225"/>
          <p14:tracePt t="16259" x="3179763" y="4594225"/>
          <p14:tracePt t="16265" x="3179763" y="4581525"/>
          <p14:tracePt t="16278" x="3179763" y="4567238"/>
          <p14:tracePt t="16280" x="3194050" y="4567238"/>
          <p14:tracePt t="16287" x="3194050" y="4552950"/>
          <p14:tracePt t="16291" x="3208338" y="4552950"/>
          <p14:tracePt t="16293" x="3208338" y="4540250"/>
          <p14:tracePt t="16297" x="3221038" y="4540250"/>
          <p14:tracePt t="16303" x="3221038" y="4525963"/>
          <p14:tracePt t="16307" x="3235325" y="4525963"/>
          <p14:tracePt t="16311" x="3235325" y="4513263"/>
          <p14:tracePt t="16313" x="3249613" y="4513263"/>
          <p14:tracePt t="16317" x="3249613" y="4498975"/>
          <p14:tracePt t="16320" x="3262313" y="4498975"/>
          <p14:tracePt t="16321" x="3262313" y="4484688"/>
          <p14:tracePt t="16326" x="3276600" y="4484688"/>
          <p14:tracePt t="16329" x="3276600" y="4471988"/>
          <p14:tracePt t="16334" x="3290888" y="4471988"/>
          <p14:tracePt t="16339" x="3290888" y="4457700"/>
          <p14:tracePt t="16383" x="3303588" y="4457700"/>
          <p14:tracePt t="16577" x="3303588" y="4443413"/>
          <p14:tracePt t="16611" x="3303588" y="4430713"/>
          <p14:tracePt t="16646" x="3317875" y="4430713"/>
          <p14:tracePt t="16656" x="3330575" y="4430713"/>
          <p14:tracePt t="17066" x="3330575" y="4416425"/>
          <p14:tracePt t="17073" x="3344863" y="4402138"/>
          <p14:tracePt t="17078" x="3344863" y="4389438"/>
          <p14:tracePt t="17080" x="3344863" y="4375150"/>
          <p14:tracePt t="17083" x="3344863" y="4362450"/>
          <p14:tracePt t="17089" x="3359150" y="4348163"/>
          <p14:tracePt t="17094" x="3359150" y="4333875"/>
          <p14:tracePt t="17097" x="3359150" y="4321175"/>
          <p14:tracePt t="17101" x="3359150" y="4306888"/>
          <p14:tracePt t="17104" x="3371850" y="4306888"/>
          <p14:tracePt t="17106" x="3371850" y="4292600"/>
          <p14:tracePt t="17109" x="3386138" y="4279900"/>
          <p14:tracePt t="17110" x="3386138" y="4265613"/>
          <p14:tracePt t="17115" x="3386138" y="4251325"/>
          <p14:tracePt t="17118" x="3400425" y="4251325"/>
          <p14:tracePt t="17120" x="3400425" y="4238625"/>
          <p14:tracePt t="17125" x="3400425" y="4224338"/>
          <p14:tracePt t="17128" x="3400425" y="4210050"/>
          <p14:tracePt t="17133" x="3400425" y="4197350"/>
          <p14:tracePt t="17140" x="3413125" y="4183063"/>
          <p14:tracePt t="17154" x="3413125" y="4170363"/>
          <p14:tracePt t="17167" x="3413125" y="4156075"/>
          <p14:tracePt t="17182" x="3413125" y="4141788"/>
          <p14:tracePt t="17188" x="3413125" y="4129088"/>
          <p14:tracePt t="17195" x="3413125" y="4100513"/>
          <p14:tracePt t="17198" x="3413125" y="4087813"/>
          <p14:tracePt t="17203" x="3413125" y="4073525"/>
          <p14:tracePt t="17205" x="3413125" y="4046538"/>
          <p14:tracePt t="17207" x="3427413" y="4046538"/>
          <p14:tracePt t="17209" x="3427413" y="4032250"/>
          <p14:tracePt t="17211" x="3427413" y="4005263"/>
          <p14:tracePt t="17213" x="3427413" y="3990975"/>
          <p14:tracePt t="17216" x="3441700" y="3963988"/>
          <p14:tracePt t="17218" x="3441700" y="3949700"/>
          <p14:tracePt t="17219" x="3441700" y="3937000"/>
          <p14:tracePt t="17220" x="3441700" y="3922713"/>
          <p14:tracePt t="17221" x="3454400" y="3895725"/>
          <p14:tracePt t="17223" x="3468688" y="3881438"/>
          <p14:tracePt t="17224" x="3468688" y="3867150"/>
          <p14:tracePt t="17225" x="3468688" y="3840163"/>
          <p14:tracePt t="17227" x="3468688" y="3813175"/>
          <p14:tracePt t="17228" x="3481388" y="3813175"/>
          <p14:tracePt t="17229" x="3495675" y="3798888"/>
          <p14:tracePt t="17230" x="3495675" y="3786188"/>
          <p14:tracePt t="17231" x="3495675" y="3771900"/>
          <p14:tracePt t="17232" x="3495675" y="3757613"/>
          <p14:tracePt t="17233" x="3509963" y="3744913"/>
          <p14:tracePt t="17234" x="3509963" y="3730625"/>
          <p14:tracePt t="17237" x="3522663" y="3689350"/>
          <p14:tracePt t="17238" x="3536950" y="3676650"/>
          <p14:tracePt t="17239" x="3536950" y="3662363"/>
          <p14:tracePt t="17240" x="3551238" y="3648075"/>
          <p14:tracePt t="17241" x="3551238" y="3635375"/>
          <p14:tracePt t="17243" x="3563938" y="3606800"/>
          <p14:tracePt t="17245" x="3563938" y="3594100"/>
          <p14:tracePt t="17245" x="3563938" y="3579813"/>
          <p14:tracePt t="17247" x="3578225" y="3552825"/>
          <p14:tracePt t="17249" x="3592513" y="3538538"/>
          <p14:tracePt t="17249" x="3592513" y="3524250"/>
          <p14:tracePt t="17251" x="3592513" y="3497263"/>
          <p14:tracePt t="17252" x="3605213" y="3497263"/>
          <p14:tracePt t="17253" x="3605213" y="3484563"/>
          <p14:tracePt t="17254" x="3605213" y="3470275"/>
          <p14:tracePt t="17256" x="3619500" y="3443288"/>
          <p14:tracePt t="17258" x="3619500" y="3429000"/>
          <p14:tracePt t="17259" x="3632200" y="3414713"/>
          <p14:tracePt t="17261" x="3632200" y="3402013"/>
          <p14:tracePt t="17263" x="3632200" y="3387725"/>
          <p14:tracePt t="17263" x="3646488" y="3373438"/>
          <p14:tracePt t="17264" x="3646488" y="3360738"/>
          <p14:tracePt t="17266" x="3646488" y="3346450"/>
          <p14:tracePt t="17267" x="3646488" y="3333750"/>
          <p14:tracePt t="17269" x="3646488" y="3319463"/>
          <p14:tracePt t="17270" x="3660775" y="3305175"/>
          <p14:tracePt t="17271" x="3660775" y="3292475"/>
          <p14:tracePt t="17273" x="3660775" y="3278188"/>
          <p14:tracePt t="17274" x="3673475" y="3263900"/>
          <p14:tracePt t="17275" x="3673475" y="3251200"/>
          <p14:tracePt t="17277" x="3673475" y="3236913"/>
          <p14:tracePt t="17279" x="3673475" y="3222625"/>
          <p14:tracePt t="17281" x="3687763" y="3209925"/>
          <p14:tracePt t="17282" x="3687763" y="3195638"/>
          <p14:tracePt t="17284" x="3687763" y="3168650"/>
          <p14:tracePt t="17287" x="3687763" y="3154363"/>
          <p14:tracePt t="17288" x="3687763" y="3141663"/>
          <p14:tracePt t="17292" x="3714750" y="3113088"/>
          <p14:tracePt t="17293" x="3714750" y="3086100"/>
          <p14:tracePt t="17295" x="3714750" y="3071813"/>
          <p14:tracePt t="17296" x="3714750" y="3059113"/>
          <p14:tracePt t="17299" x="3714750" y="3044825"/>
          <p14:tracePt t="17300" x="3714750" y="3030538"/>
          <p14:tracePt t="17301" x="3743325" y="3017838"/>
          <p14:tracePt t="17303" x="3743325" y="3003550"/>
          <p14:tracePt t="17305" x="3743325" y="2990850"/>
          <p14:tracePt t="17306" x="3743325" y="2976563"/>
          <p14:tracePt t="17307" x="3743325" y="2962275"/>
          <p14:tracePt t="17309" x="3756025" y="2949575"/>
          <p14:tracePt t="17310" x="3756025" y="2935288"/>
          <p14:tracePt t="17313" x="3756025" y="2908300"/>
          <p14:tracePt t="17314" x="3756025" y="2894013"/>
          <p14:tracePt t="17315" x="3756025" y="2879725"/>
          <p14:tracePt t="17317" x="3770313" y="2867025"/>
          <p14:tracePt t="17319" x="3770313" y="2838450"/>
          <p14:tracePt t="17320" x="3770313" y="2825750"/>
          <p14:tracePt t="17321" x="3770313" y="2811463"/>
          <p14:tracePt t="17322" x="3770313" y="2798763"/>
          <p14:tracePt t="17323" x="3770313" y="2784475"/>
          <p14:tracePt t="17324" x="3783013" y="2770188"/>
          <p14:tracePt t="17325" x="3783013" y="2757488"/>
          <p14:tracePt t="17327" x="3783013" y="2743200"/>
          <p14:tracePt t="17327" x="3797300" y="2728913"/>
          <p14:tracePt t="17328" x="3797300" y="2701925"/>
          <p14:tracePt t="17329" x="3797300" y="2687638"/>
          <p14:tracePt t="17331" x="3797300" y="2660650"/>
          <p14:tracePt t="17332" x="3811588" y="2633663"/>
          <p14:tracePt t="17334" x="3811588" y="2606675"/>
          <p14:tracePt t="17335" x="3811588" y="2592388"/>
          <p14:tracePt t="17336" x="3811588" y="2578100"/>
          <p14:tracePt t="17337" x="3811588" y="2565400"/>
          <p14:tracePt t="17338" x="3811588" y="2536825"/>
          <p14:tracePt t="17339" x="3824288" y="2524125"/>
          <p14:tracePt t="17341" x="3824288" y="2509838"/>
          <p14:tracePt t="17341" x="3824288" y="2495550"/>
          <p14:tracePt t="17342" x="3838575" y="2468563"/>
          <p14:tracePt t="17344" x="3838575" y="2455863"/>
          <p14:tracePt t="17345" x="3838575" y="2427288"/>
          <p14:tracePt t="17348" x="3838575" y="2400300"/>
          <p14:tracePt t="17349" x="3838575" y="2386013"/>
          <p14:tracePt t="17350" x="3852863" y="2373313"/>
          <p14:tracePt t="17352" x="3852863" y="2359025"/>
          <p14:tracePt t="17353" x="3852863" y="2344738"/>
          <p14:tracePt t="17355" x="3852863" y="2332038"/>
          <p14:tracePt t="17356" x="3852863" y="2317750"/>
          <p14:tracePt t="17359" x="3865563" y="2290763"/>
          <p14:tracePt t="17363" x="3865563" y="2276475"/>
          <p14:tracePt t="17367" x="3865563" y="2263775"/>
          <p14:tracePt t="17369" x="3865563" y="2249488"/>
          <p14:tracePt t="17373" x="3865563" y="2235200"/>
          <p14:tracePt t="17380" x="3865563" y="2222500"/>
          <p14:tracePt t="17384" x="3865563" y="2208213"/>
          <p14:tracePt t="17392" x="3865563" y="2193925"/>
          <p14:tracePt t="17483" x="3852863" y="2193925"/>
          <p14:tracePt t="17497" x="3838575" y="2193925"/>
          <p14:tracePt t="17501" x="3838575" y="2181225"/>
          <p14:tracePt t="17504" x="3811588" y="2181225"/>
          <p14:tracePt t="17509" x="3797300" y="2181225"/>
          <p14:tracePt t="17512" x="3783013" y="2181225"/>
          <p14:tracePt t="17516" x="3770313" y="2181225"/>
          <p14:tracePt t="17517" x="3756025" y="2181225"/>
          <p14:tracePt t="17518" x="3756025" y="2166938"/>
          <p14:tracePt t="17520" x="3743325" y="2166938"/>
          <p14:tracePt t="17524" x="3729038" y="2166938"/>
          <p14:tracePt t="17529" x="3714750" y="2166938"/>
          <p14:tracePt t="17534" x="3702050" y="2166938"/>
          <p14:tracePt t="17536" x="3687763" y="2166938"/>
          <p14:tracePt t="17539" x="3673475" y="2166938"/>
          <p14:tracePt t="17545" x="3660775" y="2166938"/>
          <p14:tracePt t="17549" x="3646488" y="2152650"/>
          <p14:tracePt t="17552" x="3632200" y="2152650"/>
          <p14:tracePt t="17557" x="3619500" y="2152650"/>
          <p14:tracePt t="17559" x="3605213" y="2152650"/>
          <p14:tracePt t="17560" x="3605213" y="2139950"/>
          <p14:tracePt t="17563" x="3578225" y="2139950"/>
          <p14:tracePt t="17565" x="3563938" y="2139950"/>
          <p14:tracePt t="17568" x="3551238" y="2139950"/>
          <p14:tracePt t="17570" x="3522663" y="2139950"/>
          <p14:tracePt t="17573" x="3509963" y="2139950"/>
          <p14:tracePt t="17575" x="3495675" y="2139950"/>
          <p14:tracePt t="17578" x="3481388" y="2139950"/>
          <p14:tracePt t="17580" x="3468688" y="2139950"/>
          <p14:tracePt t="17584" x="3454400" y="2139950"/>
          <p14:tracePt t="17586" x="3427413" y="2139950"/>
          <p14:tracePt t="17592" x="3413125" y="2139950"/>
          <p14:tracePt t="17598" x="3400425" y="2139950"/>
          <p14:tracePt t="17600" x="3386138" y="2139950"/>
          <p14:tracePt t="17607" x="3371850" y="2139950"/>
          <p14:tracePt t="17617" x="3359150" y="2139950"/>
          <p14:tracePt t="17625" x="3344863" y="2139950"/>
          <p14:tracePt t="17630" x="3330575" y="2139950"/>
          <p14:tracePt t="17639" x="3317875" y="2139950"/>
          <p14:tracePt t="17658" x="3303588" y="2139950"/>
          <p14:tracePt t="17789" x="3290888" y="2139950"/>
          <p14:tracePt t="17791" x="3276600" y="2139950"/>
          <p14:tracePt t="17794" x="3262313" y="2139950"/>
          <p14:tracePt t="17798" x="3262313" y="2125663"/>
          <p14:tracePt t="17802" x="3249613" y="2125663"/>
          <p14:tracePt t="17808" x="3235325" y="2125663"/>
          <p14:tracePt t="17818" x="3221038" y="2125663"/>
          <p14:tracePt t="17890" x="3208338" y="2125663"/>
          <p14:tracePt t="17897" x="3194050" y="2125663"/>
          <p14:tracePt t="17905" x="3179763" y="2125663"/>
          <p14:tracePt t="18065" x="3167063" y="2125663"/>
          <p14:tracePt t="18078" x="3152775" y="2125663"/>
          <p14:tracePt t="18094" x="3140075" y="2125663"/>
          <p14:tracePt t="18104" x="3125788" y="2125663"/>
          <p14:tracePt t="18127" x="3111500" y="2125663"/>
          <p14:tracePt t="18137" x="3098800" y="2125663"/>
          <p14:tracePt t="18148" x="3084513" y="2125663"/>
          <p14:tracePt t="18165" x="3070225" y="2125663"/>
          <p14:tracePt t="18238" x="3057525" y="2125663"/>
          <p14:tracePt t="18260" x="3043238" y="2125663"/>
          <p14:tracePt t="18760" x="3028950" y="2125663"/>
          <p14:tracePt t="18905" x="3016250" y="2125663"/>
          <p14:tracePt t="18917" x="3001963" y="2125663"/>
          <p14:tracePt t="18938" x="2989263" y="2125663"/>
          <p14:tracePt t="18961" x="2974975" y="2125663"/>
          <p14:tracePt t="19079" x="2989263" y="2125663"/>
          <p14:tracePt t="19082" x="3016250" y="2125663"/>
          <p14:tracePt t="19084" x="3028950" y="2125663"/>
          <p14:tracePt t="19085" x="3028950" y="2112963"/>
          <p14:tracePt t="19086" x="3043238" y="2112963"/>
          <p14:tracePt t="19087" x="3057525" y="2112963"/>
          <p14:tracePt t="19089" x="3070225" y="2112963"/>
          <p14:tracePt t="19091" x="3084513" y="2112963"/>
          <p14:tracePt t="19092" x="3098800" y="2112963"/>
          <p14:tracePt t="19093" x="3111500" y="2112963"/>
          <p14:tracePt t="19095" x="3140075" y="2098675"/>
          <p14:tracePt t="19096" x="3152775" y="2098675"/>
          <p14:tracePt t="19098" x="3167063" y="2098675"/>
          <p14:tracePt t="19099" x="3179763" y="2098675"/>
          <p14:tracePt t="19101" x="3208338" y="2084388"/>
          <p14:tracePt t="19102" x="3221038" y="2084388"/>
          <p14:tracePt t="19103" x="3235325" y="2084388"/>
          <p14:tracePt t="19105" x="3249613" y="2084388"/>
          <p14:tracePt t="19106" x="3262313" y="2084388"/>
          <p14:tracePt t="19107" x="3276600" y="2084388"/>
          <p14:tracePt t="19109" x="3303588" y="2084388"/>
          <p14:tracePt t="19110" x="3317875" y="2084388"/>
          <p14:tracePt t="19111" x="3330575" y="2084388"/>
          <p14:tracePt t="19112" x="3344863" y="2071688"/>
          <p14:tracePt t="19114" x="3359150" y="2071688"/>
          <p14:tracePt t="19116" x="3386138" y="2071688"/>
          <p14:tracePt t="19118" x="3400425" y="2071688"/>
          <p14:tracePt t="19120" x="3427413" y="2071688"/>
          <p14:tracePt t="19122" x="3441700" y="2071688"/>
          <p14:tracePt t="19124" x="3454400" y="2071688"/>
          <p14:tracePt t="19126" x="3468688" y="2071688"/>
          <p14:tracePt t="19128" x="3481388" y="2071688"/>
          <p14:tracePt t="19130" x="3495675" y="2071688"/>
          <p14:tracePt t="19133" x="3509963" y="2071688"/>
          <p14:tracePt t="19135" x="3522663" y="2071688"/>
          <p14:tracePt t="19140" x="3536950" y="2071688"/>
          <p14:tracePt t="19143" x="3551238" y="2071688"/>
          <p14:tracePt t="19152" x="3563938" y="2071688"/>
          <p14:tracePt t="19157" x="3578225" y="2071688"/>
          <p14:tracePt t="19161" x="3592513" y="2071688"/>
          <p14:tracePt t="19166" x="3605213" y="2071688"/>
          <p14:tracePt t="19168" x="3619500" y="2071688"/>
          <p14:tracePt t="19171" x="3632200" y="2084388"/>
          <p14:tracePt t="19174" x="3646488" y="2084388"/>
          <p14:tracePt t="19175" x="3660775" y="2084388"/>
          <p14:tracePt t="19177" x="3673475" y="2084388"/>
          <p14:tracePt t="19181" x="3702050" y="2084388"/>
          <p14:tracePt t="19183" x="3714750" y="2084388"/>
          <p14:tracePt t="19184" x="3714750" y="2098675"/>
          <p14:tracePt t="19186" x="3729038" y="2098675"/>
          <p14:tracePt t="19188" x="3743325" y="2098675"/>
          <p14:tracePt t="19189" x="3756025" y="2098675"/>
          <p14:tracePt t="19191" x="3770313" y="2112963"/>
          <p14:tracePt t="19192" x="3783013" y="2112963"/>
          <p14:tracePt t="19196" x="3811588" y="2112963"/>
          <p14:tracePt t="19198" x="3824288" y="2112963"/>
          <p14:tracePt t="19199" x="3838575" y="2112963"/>
          <p14:tracePt t="19202" x="3852863" y="2112963"/>
          <p14:tracePt t="19203" x="3865563" y="2112963"/>
          <p14:tracePt t="19204" x="3879850" y="2112963"/>
          <p14:tracePt t="19206" x="3894138" y="2112963"/>
          <p14:tracePt t="19209" x="3906838" y="2112963"/>
          <p14:tracePt t="19210" x="3921125" y="2125663"/>
          <p14:tracePt t="19211" x="3933825" y="2125663"/>
          <p14:tracePt t="19213" x="3948113" y="2125663"/>
          <p14:tracePt t="19216" x="3962400" y="2125663"/>
          <p14:tracePt t="19219" x="3975100" y="2125663"/>
          <p14:tracePt t="19220" x="3989388" y="2125663"/>
          <p14:tracePt t="19224" x="4003675" y="2125663"/>
          <p14:tracePt t="19230" x="4016375" y="2125663"/>
          <p14:tracePt t="19236" x="4030663" y="2125663"/>
          <p14:tracePt t="19238" x="4044950" y="2125663"/>
          <p14:tracePt t="19248" x="4057650" y="2125663"/>
          <p14:tracePt t="19260" x="4071938" y="2125663"/>
          <p14:tracePt t="19266" x="4071938" y="2139950"/>
          <p14:tracePt t="19459" x="4057650" y="2139950"/>
          <p14:tracePt t="19465" x="4044950" y="2139950"/>
          <p14:tracePt t="19469" x="4030663" y="2139950"/>
          <p14:tracePt t="19474" x="4016375" y="2139950"/>
          <p14:tracePt t="19479" x="4003675" y="2139950"/>
          <p14:tracePt t="19481" x="3989388" y="2139950"/>
          <p14:tracePt t="19482" x="3975100" y="2139950"/>
          <p14:tracePt t="19486" x="3962400" y="2139950"/>
          <p14:tracePt t="19487" x="3948113" y="2139950"/>
          <p14:tracePt t="19490" x="3933825" y="2139950"/>
          <p14:tracePt t="19491" x="3921125" y="2139950"/>
          <p14:tracePt t="19493" x="3894138" y="2139950"/>
          <p14:tracePt t="19496" x="3879850" y="2139950"/>
          <p14:tracePt t="19498" x="3865563" y="2139950"/>
          <p14:tracePt t="19499" x="3852863" y="2139950"/>
          <p14:tracePt t="19501" x="3824288" y="2139950"/>
          <p14:tracePt t="19503" x="3811588" y="2139950"/>
          <p14:tracePt t="19505" x="3797300" y="2139950"/>
          <p14:tracePt t="19508" x="3783013" y="2139950"/>
          <p14:tracePt t="19508" x="3770313" y="2139950"/>
          <p14:tracePt t="19511" x="3743325" y="2139950"/>
          <p14:tracePt t="19515" x="3729038" y="2139950"/>
          <p14:tracePt t="19519" x="3702050" y="2139950"/>
          <p14:tracePt t="19522" x="3687763" y="2139950"/>
          <p14:tracePt t="19527" x="3673475" y="2139950"/>
          <p14:tracePt t="19529" x="3660775" y="2125663"/>
          <p14:tracePt t="19530" x="3646488" y="2125663"/>
          <p14:tracePt t="19535" x="3632200" y="2125663"/>
          <p14:tracePt t="19538" x="3619500" y="2125663"/>
          <p14:tracePt t="19542" x="3605213" y="2125663"/>
          <p14:tracePt t="19543" x="3592513" y="2125663"/>
          <p14:tracePt t="19547" x="3578225" y="2125663"/>
          <p14:tracePt t="19550" x="3563938" y="2125663"/>
          <p14:tracePt t="19553" x="3551238" y="2125663"/>
          <p14:tracePt t="19556" x="3536950" y="2125663"/>
          <p14:tracePt t="19558" x="3509963" y="2125663"/>
          <p14:tracePt t="19562" x="3495675" y="2125663"/>
          <p14:tracePt t="19564" x="3481388" y="2125663"/>
          <p14:tracePt t="19565" x="3468688" y="2125663"/>
          <p14:tracePt t="19568" x="3454400" y="2125663"/>
          <p14:tracePt t="19570" x="3441700" y="2125663"/>
          <p14:tracePt t="19572" x="3427413" y="2125663"/>
          <p14:tracePt t="19573" x="3413125" y="2125663"/>
          <p14:tracePt t="19578" x="3400425" y="2125663"/>
          <p14:tracePt t="19578" x="3386138" y="2125663"/>
          <p14:tracePt t="19580" x="3371850" y="2125663"/>
          <p14:tracePt t="19581" x="3359150" y="2125663"/>
          <p14:tracePt t="19584" x="3344863" y="2125663"/>
          <p14:tracePt t="19587" x="3330575" y="2125663"/>
          <p14:tracePt t="19588" x="3317875" y="2125663"/>
          <p14:tracePt t="19592" x="3303588" y="2125663"/>
          <p14:tracePt t="19601" x="3276600" y="2125663"/>
          <p14:tracePt t="19603" x="3262313" y="2125663"/>
          <p14:tracePt t="19613" x="3249613" y="2125663"/>
          <p14:tracePt t="19650" x="3235325" y="2125663"/>
          <p14:tracePt t="19656" x="3221038" y="2125663"/>
          <p14:tracePt t="19663" x="3208338" y="2125663"/>
          <p14:tracePt t="19665" x="3194050" y="2125663"/>
          <p14:tracePt t="19670" x="3179763" y="2125663"/>
          <p14:tracePt t="19677" x="3167063" y="2125663"/>
          <p14:tracePt t="19685" x="3152775" y="2125663"/>
          <p14:tracePt t="19686" x="3140075" y="2125663"/>
          <p14:tracePt t="19695" x="3125788" y="2125663"/>
          <p14:tracePt t="19707" x="3111500" y="2125663"/>
          <p14:tracePt t="19718" x="3111500" y="2112963"/>
          <p14:tracePt t="19719" x="3098800" y="2112963"/>
          <p14:tracePt t="19739" x="3084513" y="2112963"/>
          <p14:tracePt t="19823" x="3070225" y="2112963"/>
          <p14:tracePt t="20153" x="3084513" y="2112963"/>
          <p14:tracePt t="20160" x="3098800" y="2112963"/>
          <p14:tracePt t="20178" x="3111500" y="2112963"/>
          <p14:tracePt t="20187" x="3125788" y="2112963"/>
          <p14:tracePt t="20198" x="3140075" y="2112963"/>
          <p14:tracePt t="20206" x="3152775" y="2112963"/>
          <p14:tracePt t="20325" x="3140075" y="2112963"/>
          <p14:tracePt t="20332" x="3125788" y="2112963"/>
          <p14:tracePt t="20340" x="3111500" y="2112963"/>
          <p14:tracePt t="20349" x="3098800" y="2112963"/>
          <p14:tracePt t="20354" x="3084513" y="2112963"/>
          <p14:tracePt t="20365" x="3070225" y="2112963"/>
          <p14:tracePt t="20396" x="3057525" y="2112963"/>
          <p14:tracePt t="20445" x="3043238" y="2112963"/>
          <p14:tracePt t="20466" x="3028950" y="2112963"/>
          <p14:tracePt t="20596" x="3043238" y="2112963"/>
          <p14:tracePt t="20600" x="3057525" y="2112963"/>
          <p14:tracePt t="20604" x="3070225" y="2112963"/>
          <p14:tracePt t="20607" x="3098800" y="2112963"/>
          <p14:tracePt t="20610" x="3111500" y="2112963"/>
          <p14:tracePt t="20613" x="3125788" y="2112963"/>
          <p14:tracePt t="20615" x="3140075" y="2112963"/>
          <p14:tracePt t="20616" x="3152775" y="2112963"/>
          <p14:tracePt t="20619" x="3167063" y="2112963"/>
          <p14:tracePt t="20619" x="3179763" y="2112963"/>
          <p14:tracePt t="20621" x="3194050" y="2112963"/>
          <p14:tracePt t="20623" x="3208338" y="2112963"/>
          <p14:tracePt t="20624" x="3221038" y="2112963"/>
          <p14:tracePt t="20626" x="3235325" y="2112963"/>
          <p14:tracePt t="20627" x="3249613" y="2112963"/>
          <p14:tracePt t="20628" x="3262313" y="2112963"/>
          <p14:tracePt t="20629" x="3276600" y="2112963"/>
          <p14:tracePt t="20631" x="3290888" y="2112963"/>
          <p14:tracePt t="20633" x="3317875" y="2112963"/>
          <p14:tracePt t="20636" x="3330575" y="2112963"/>
          <p14:tracePt t="20638" x="3344863" y="2112963"/>
          <p14:tracePt t="20641" x="3359150" y="2098675"/>
          <p14:tracePt t="20641" x="3371850" y="2098675"/>
          <p14:tracePt t="20643" x="3386138" y="2098675"/>
          <p14:tracePt t="20644" x="3400425" y="2098675"/>
          <p14:tracePt t="20647" x="3413125" y="2098675"/>
          <p14:tracePt t="20648" x="3427413" y="2098675"/>
          <p14:tracePt t="20650" x="3441700" y="2098675"/>
          <p14:tracePt t="20653" x="3454400" y="2098675"/>
          <p14:tracePt t="20655" x="3481388" y="2098675"/>
          <p14:tracePt t="20657" x="3495675" y="2098675"/>
          <p14:tracePt t="20661" x="3509963" y="2098675"/>
          <p14:tracePt t="20662" x="3522663" y="2098675"/>
          <p14:tracePt t="20663" x="3536950" y="2098675"/>
          <p14:tracePt t="20667" x="3563938" y="2098675"/>
          <p14:tracePt t="20669" x="3578225" y="2098675"/>
          <p14:tracePt t="20671" x="3605213" y="2098675"/>
          <p14:tracePt t="20674" x="3619500" y="2098675"/>
          <p14:tracePt t="20676" x="3632200" y="2098675"/>
          <p14:tracePt t="20677" x="3646488" y="2098675"/>
          <p14:tracePt t="20679" x="3660775" y="2098675"/>
          <p14:tracePt t="20682" x="3687763" y="2098675"/>
          <p14:tracePt t="20685" x="3702050" y="2098675"/>
          <p14:tracePt t="20688" x="3729038" y="2098675"/>
          <p14:tracePt t="20690" x="3743325" y="2098675"/>
          <p14:tracePt t="20692" x="3756025" y="2098675"/>
          <p14:tracePt t="20696" x="3770313" y="2098675"/>
          <p14:tracePt t="20700" x="3783013" y="2098675"/>
          <p14:tracePt t="20705" x="3797300" y="2098675"/>
          <p14:tracePt t="20707" x="3811588" y="2112963"/>
          <p14:tracePt t="20719" x="3824288" y="2112963"/>
          <p14:tracePt t="20770" x="3838575" y="2112963"/>
          <p14:tracePt t="20771" x="3838575" y="2125663"/>
          <p14:tracePt t="20777" x="3852863" y="2125663"/>
          <p14:tracePt t="20781" x="3865563" y="2125663"/>
          <p14:tracePt t="20788" x="3879850" y="2125663"/>
          <p14:tracePt t="20800" x="3894138" y="2125663"/>
          <p14:tracePt t="20822" x="3906838" y="2125663"/>
          <p14:tracePt t="20862" x="3921125" y="2125663"/>
          <p14:tracePt t="20870" x="3933825" y="2125663"/>
          <p14:tracePt t="20885" x="3948113" y="2125663"/>
          <p14:tracePt t="20896" x="3962400" y="2125663"/>
          <p14:tracePt t="20903" x="3975100" y="2125663"/>
          <p14:tracePt t="20907" x="3989388" y="2125663"/>
          <p14:tracePt t="20914" x="4003675" y="2125663"/>
          <p14:tracePt t="20921" x="4016375" y="2125663"/>
          <p14:tracePt t="20928" x="4030663" y="2125663"/>
          <p14:tracePt t="20931" x="4044950" y="2125663"/>
          <p14:tracePt t="20952" x="4057650" y="2125663"/>
          <p14:tracePt t="21105" x="4057650" y="2139950"/>
          <p14:tracePt t="21110" x="4057650" y="2152650"/>
          <p14:tracePt t="21114" x="4057650" y="2166938"/>
          <p14:tracePt t="21117" x="4057650" y="2181225"/>
          <p14:tracePt t="21122" x="4057650" y="2193925"/>
          <p14:tracePt t="21128" x="4057650" y="2208213"/>
          <p14:tracePt t="21137" x="4057650" y="2222500"/>
          <p14:tracePt t="21139" x="4057650" y="2235200"/>
          <p14:tracePt t="21154" x="4057650" y="2249488"/>
          <p14:tracePt t="21253" x="4057650" y="2235200"/>
          <p14:tracePt t="21255" x="4057650" y="2222500"/>
          <p14:tracePt t="21260" x="4057650" y="2208213"/>
          <p14:tracePt t="21263" x="4057650" y="2193925"/>
          <p14:tracePt t="21271" x="4057650" y="2181225"/>
          <p14:tracePt t="21272" x="4057650" y="2166938"/>
          <p14:tracePt t="21279" x="4057650" y="2152650"/>
          <p14:tracePt t="21286" x="4057650" y="2139950"/>
          <p14:tracePt t="21288" x="4057650" y="2125663"/>
          <p14:tracePt t="21293" x="4057650" y="2112963"/>
          <p14:tracePt t="21296" x="4057650" y="2098675"/>
          <p14:tracePt t="21303" x="4057650" y="2084388"/>
          <p14:tracePt t="21313" x="4057650" y="2071688"/>
          <p14:tracePt t="21389" x="4057650" y="2084388"/>
          <p14:tracePt t="21391" x="4057650" y="2098675"/>
          <p14:tracePt t="21394" x="4057650" y="2112963"/>
          <p14:tracePt t="21397" x="4057650" y="2125663"/>
          <p14:tracePt t="21398" x="4057650" y="2139950"/>
          <p14:tracePt t="21401" x="4057650" y="2152650"/>
          <p14:tracePt t="21404" x="4057650" y="2166938"/>
          <p14:tracePt t="21405" x="4057650" y="2181225"/>
          <p14:tracePt t="21408" x="4044950" y="2193925"/>
          <p14:tracePt t="21411" x="4044950" y="2208213"/>
          <p14:tracePt t="21414" x="4044950" y="2222500"/>
          <p14:tracePt t="21416" x="4044950" y="2235200"/>
          <p14:tracePt t="21418" x="4030663" y="2249488"/>
          <p14:tracePt t="21423" x="4030663" y="2263775"/>
          <p14:tracePt t="21424" x="4030663" y="2276475"/>
          <p14:tracePt t="21427" x="4030663" y="2290763"/>
          <p14:tracePt t="21431" x="4016375" y="2290763"/>
          <p14:tracePt t="21432" x="4016375" y="2305050"/>
          <p14:tracePt t="21440" x="4016375" y="2317750"/>
          <p14:tracePt t="21507" x="4016375" y="2305050"/>
          <p14:tracePt t="21509" x="4003675" y="2305050"/>
          <p14:tracePt t="21511" x="4003675" y="2276475"/>
          <p14:tracePt t="21516" x="4003675" y="2263775"/>
          <p14:tracePt t="21520" x="4003675" y="2249488"/>
          <p14:tracePt t="21522" x="4003675" y="2235200"/>
          <p14:tracePt t="21524" x="4003675" y="2222500"/>
          <p14:tracePt t="21526" x="4003675" y="2208213"/>
          <p14:tracePt t="21531" x="4003675" y="2193925"/>
          <p14:tracePt t="21532" x="4003675" y="2181225"/>
          <p14:tracePt t="21535" x="4003675" y="2166938"/>
          <p14:tracePt t="21540" x="4003675" y="2152650"/>
          <p14:tracePt t="21546" x="4003675" y="2139950"/>
          <p14:tracePt t="21557" x="4003675" y="2125663"/>
          <p14:tracePt t="21584" x="4016375" y="2125663"/>
          <p14:tracePt t="21601" x="4030663" y="2125663"/>
          <p14:tracePt t="21604" x="4044950" y="2125663"/>
          <p14:tracePt t="21643" x="4057650" y="2125663"/>
          <p14:tracePt t="21650" x="4057650" y="2139950"/>
          <p14:tracePt t="21826" x="4044950" y="2139950"/>
          <p14:tracePt t="21828" x="4030663" y="2139950"/>
          <p14:tracePt t="21830" x="4016375" y="2139950"/>
          <p14:tracePt t="21831" x="4016375" y="2152650"/>
          <p14:tracePt t="21832" x="4003675" y="2152650"/>
          <p14:tracePt t="21833" x="3989388" y="2152650"/>
          <p14:tracePt t="21834" x="3975100" y="2152650"/>
          <p14:tracePt t="21835" x="3962400" y="2152650"/>
          <p14:tracePt t="21837" x="3948113" y="2152650"/>
          <p14:tracePt t="21838" x="3921125" y="2152650"/>
          <p14:tracePt t="21840" x="3894138" y="2152650"/>
          <p14:tracePt t="21841" x="3879850" y="2152650"/>
          <p14:tracePt t="21842" x="3865563" y="2166938"/>
          <p14:tracePt t="21844" x="3852863" y="2166938"/>
          <p14:tracePt t="21845" x="3824288" y="2166938"/>
          <p14:tracePt t="21847" x="3797300" y="2166938"/>
          <p14:tracePt t="21848" x="3783013" y="2166938"/>
          <p14:tracePt t="21850" x="3756025" y="2166938"/>
          <p14:tracePt t="21852" x="3729038" y="2166938"/>
          <p14:tracePt t="21853" x="3714750" y="2166938"/>
          <p14:tracePt t="21854" x="3702050" y="2166938"/>
          <p14:tracePt t="21855" x="3673475" y="2166938"/>
          <p14:tracePt t="21857" x="3646488" y="2166938"/>
          <p14:tracePt t="21859" x="3619500" y="2166938"/>
          <p14:tracePt t="21860" x="3605213" y="2166938"/>
          <p14:tracePt t="21861" x="3592513" y="2166938"/>
          <p14:tracePt t="21862" x="3578225" y="2166938"/>
          <p14:tracePt t="21864" x="3563938" y="2166938"/>
          <p14:tracePt t="21865" x="3536950" y="2166938"/>
          <p14:tracePt t="21866" x="3522663" y="2166938"/>
          <p14:tracePt t="21869" x="3495675" y="2166938"/>
          <p14:tracePt t="21869" x="3481388" y="2166938"/>
          <p14:tracePt t="21870" x="3468688" y="2166938"/>
          <p14:tracePt t="21871" x="3454400" y="2166938"/>
          <p14:tracePt t="21873" x="3441700" y="2166938"/>
          <p14:tracePt t="21874" x="3427413" y="2166938"/>
          <p14:tracePt t="21876" x="3413125" y="2166938"/>
          <p14:tracePt t="21877" x="3400425" y="2166938"/>
          <p14:tracePt t="21879" x="3386138" y="2166938"/>
          <p14:tracePt t="21880" x="3371850" y="2166938"/>
          <p14:tracePt t="21882" x="3359150" y="2166938"/>
          <p14:tracePt t="21884" x="3344863" y="2166938"/>
          <p14:tracePt t="21885" x="3330575" y="2166938"/>
          <p14:tracePt t="21890" x="3303588" y="2166938"/>
          <p14:tracePt t="21891" x="3290888" y="2166938"/>
          <p14:tracePt t="21893" x="3276600" y="2166938"/>
          <p14:tracePt t="21894" x="3262313" y="2166938"/>
          <p14:tracePt t="21897" x="3249613" y="2166938"/>
          <p14:tracePt t="21900" x="3235325" y="2166938"/>
          <p14:tracePt t="21902" x="3221038" y="2166938"/>
          <p14:tracePt t="21963" x="3208338" y="2166938"/>
          <p14:tracePt t="21966" x="3208338" y="2181225"/>
          <p14:tracePt t="21969" x="3194050" y="2181225"/>
          <p14:tracePt t="21973" x="3179763" y="2181225"/>
          <p14:tracePt t="21974" x="3167063" y="2181225"/>
          <p14:tracePt t="21980" x="3152775" y="2181225"/>
          <p14:tracePt t="21983" x="3140075" y="2181225"/>
          <p14:tracePt t="21987" x="3125788" y="2181225"/>
          <p14:tracePt t="21988" x="3111500" y="2181225"/>
          <p14:tracePt t="21995" x="3098800" y="2181225"/>
          <p14:tracePt t="21999" x="3098800" y="2193925"/>
          <p14:tracePt t="22151" x="3111500" y="2193925"/>
          <p14:tracePt t="22154" x="3125788" y="2193925"/>
          <p14:tracePt t="22159" x="3140075" y="2193925"/>
          <p14:tracePt t="22163" x="3152775" y="2193925"/>
          <p14:tracePt t="22167" x="3167063" y="2193925"/>
          <p14:tracePt t="22172" x="3179763" y="2193925"/>
          <p14:tracePt t="22178" x="3194050" y="2193925"/>
          <p14:tracePt t="22185" x="3208338" y="2193925"/>
          <p14:tracePt t="22264" x="3194050" y="2193925"/>
          <p14:tracePt t="22267" x="3179763" y="2193925"/>
          <p14:tracePt t="22270" x="3167063" y="2193925"/>
          <p14:tracePt t="22272" x="3152775" y="2193925"/>
          <p14:tracePt t="22277" x="3140075" y="2193925"/>
          <p14:tracePt t="22286" x="3111500" y="2193925"/>
          <p14:tracePt t="22289" x="3098800" y="2193925"/>
          <p14:tracePt t="22296" x="3084513" y="2193925"/>
          <p14:tracePt t="22305" x="3070225" y="2193925"/>
          <p14:tracePt t="22313" x="3057525" y="2193925"/>
          <p14:tracePt t="22597" x="3043238" y="2193925"/>
          <p14:tracePt t="22599" x="3043238" y="2181225"/>
          <p14:tracePt t="22613" x="3028950" y="2181225"/>
          <p14:tracePt t="22617" x="3028950" y="2166938"/>
          <p14:tracePt t="22628" x="3016250" y="2166938"/>
          <p14:tracePt t="22629" x="3016250" y="2152650"/>
          <p14:tracePt t="22636" x="3001963" y="2152650"/>
          <p14:tracePt t="22652" x="2989263" y="2139950"/>
          <p14:tracePt t="22751" x="2989263" y="2152650"/>
          <p14:tracePt t="22755" x="2989263" y="2166938"/>
          <p14:tracePt t="22763" x="3001963" y="2181225"/>
          <p14:tracePt t="22768" x="3016250" y="2181225"/>
          <p14:tracePt t="22770" x="3016250" y="2193925"/>
          <p14:tracePt t="22773" x="3028950" y="2193925"/>
          <p14:tracePt t="22775" x="3028950" y="2208213"/>
          <p14:tracePt t="22777" x="3043238" y="2222500"/>
          <p14:tracePt t="22781" x="3043238" y="2235200"/>
          <p14:tracePt t="22782" x="3057525" y="2235200"/>
          <p14:tracePt t="22783" x="3070225" y="2235200"/>
          <p14:tracePt t="22785" x="3070225" y="2249488"/>
          <p14:tracePt t="22787" x="3084513" y="2263775"/>
          <p14:tracePt t="22789" x="3098800" y="2276475"/>
          <p14:tracePt t="22791" x="3111500" y="2276475"/>
          <p14:tracePt t="22793" x="3111500" y="2290763"/>
          <p14:tracePt t="22794" x="3125788" y="2290763"/>
          <p14:tracePt t="22796" x="3140075" y="2305050"/>
          <p14:tracePt t="22799" x="3152775" y="2317750"/>
          <p14:tracePt t="22800" x="3167063" y="2317750"/>
          <p14:tracePt t="22802" x="3179763" y="2332038"/>
          <p14:tracePt t="22806" x="3208338" y="2344738"/>
          <p14:tracePt t="22807" x="3221038" y="2344738"/>
          <p14:tracePt t="22809" x="3235325" y="2344738"/>
          <p14:tracePt t="22810" x="3249613" y="2359025"/>
          <p14:tracePt t="22811" x="3262313" y="2373313"/>
          <p14:tracePt t="22813" x="3290888" y="2373313"/>
          <p14:tracePt t="22816" x="3317875" y="2386013"/>
          <p14:tracePt t="22817" x="3330575" y="2386013"/>
          <p14:tracePt t="22820" x="3359150" y="2400300"/>
          <p14:tracePt t="22821" x="3371850" y="2400300"/>
          <p14:tracePt t="22822" x="3400425" y="2400300"/>
          <p14:tracePt t="22824" x="3413125" y="2400300"/>
          <p14:tracePt t="22825" x="3441700" y="2400300"/>
          <p14:tracePt t="22827" x="3468688" y="2414588"/>
          <p14:tracePt t="22829" x="3495675" y="2414588"/>
          <p14:tracePt t="22830" x="3509963" y="2414588"/>
          <p14:tracePt t="22832" x="3536950" y="2414588"/>
          <p14:tracePt t="22833" x="3551238" y="2414588"/>
          <p14:tracePt t="22834" x="3563938" y="2414588"/>
          <p14:tracePt t="22835" x="3578225" y="2414588"/>
          <p14:tracePt t="22836" x="3592513" y="2414588"/>
          <p14:tracePt t="22837" x="3619500" y="2414588"/>
          <p14:tracePt t="22839" x="3646488" y="2414588"/>
          <p14:tracePt t="22841" x="3673475" y="2414588"/>
          <p14:tracePt t="22841" x="3687763" y="2414588"/>
          <p14:tracePt t="22842" x="3714750" y="2414588"/>
          <p14:tracePt t="22844" x="3729038" y="2414588"/>
          <p14:tracePt t="22845" x="3743325" y="2414588"/>
          <p14:tracePt t="22846" x="3756025" y="2414588"/>
          <p14:tracePt t="22848" x="3783013" y="2414588"/>
          <p14:tracePt t="22849" x="3811588" y="2414588"/>
          <p14:tracePt t="22850" x="3824288" y="2414588"/>
          <p14:tracePt t="22852" x="3852863" y="2414588"/>
          <p14:tracePt t="22855" x="3879850" y="2414588"/>
          <p14:tracePt t="22855" x="3906838" y="2414588"/>
          <p14:tracePt t="22856" x="3921125" y="2414588"/>
          <p14:tracePt t="22857" x="3948113" y="2414588"/>
          <p14:tracePt t="22858" x="3962400" y="2414588"/>
          <p14:tracePt t="22859" x="3975100" y="2414588"/>
          <p14:tracePt t="22860" x="3989388" y="2414588"/>
          <p14:tracePt t="22862" x="4016375" y="2414588"/>
          <p14:tracePt t="22864" x="4030663" y="2414588"/>
          <p14:tracePt t="22865" x="4057650" y="2400300"/>
          <p14:tracePt t="22867" x="4084638" y="2400300"/>
          <p14:tracePt t="22868" x="4084638" y="2386013"/>
          <p14:tracePt t="22870" x="4098925" y="2386013"/>
          <p14:tracePt t="22871" x="4113213" y="2386013"/>
          <p14:tracePt t="22873" x="4125913" y="2386013"/>
          <p14:tracePt t="22876" x="4140200" y="2373313"/>
          <p14:tracePt t="22878" x="4154488" y="2373313"/>
          <p14:tracePt t="22881" x="4167188" y="2373313"/>
          <p14:tracePt t="22885" x="4167188" y="2359025"/>
          <p14:tracePt t="22890" x="4181475" y="2359025"/>
          <p14:tracePt t="22901" x="4181475" y="2344738"/>
          <p14:tracePt t="22947" x="4181475" y="2332038"/>
          <p14:tracePt t="22960" x="4181475" y="2317750"/>
          <p14:tracePt t="22969" x="4167188" y="2305050"/>
          <p14:tracePt t="22974" x="4154488" y="2305050"/>
          <p14:tracePt t="22976" x="4154488" y="2276475"/>
          <p14:tracePt t="22978" x="4140200" y="2276475"/>
          <p14:tracePt t="22980" x="4125913" y="2276475"/>
          <p14:tracePt t="22982" x="4125913" y="2263775"/>
          <p14:tracePt t="22984" x="4113213" y="2263775"/>
          <p14:tracePt t="22987" x="4098925" y="2249488"/>
          <p14:tracePt t="22990" x="4084638" y="2249488"/>
          <p14:tracePt t="22992" x="4071938" y="2235200"/>
          <p14:tracePt t="22993" x="4057650" y="2235200"/>
          <p14:tracePt t="22996" x="4044950" y="2235200"/>
          <p14:tracePt t="22997" x="4030663" y="2222500"/>
          <p14:tracePt t="22999" x="4016375" y="2222500"/>
          <p14:tracePt t="23002" x="4003675" y="2208213"/>
          <p14:tracePt t="23005" x="3989388" y="2208213"/>
          <p14:tracePt t="23007" x="3975100" y="2193925"/>
          <p14:tracePt t="23008" x="3962400" y="2193925"/>
          <p14:tracePt t="23011" x="3948113" y="2193925"/>
          <p14:tracePt t="23015" x="3933825" y="2193925"/>
          <p14:tracePt t="23016" x="3921125" y="2193925"/>
          <p14:tracePt t="23022" x="3906838" y="2193925"/>
          <p14:tracePt t="23028" x="3906838" y="2181225"/>
          <p14:tracePt t="23031" x="3894138" y="2181225"/>
          <p14:tracePt t="23115" x="3894138" y="2193925"/>
          <p14:tracePt t="23119" x="3894138" y="2208213"/>
          <p14:tracePt t="23123" x="3894138" y="2222500"/>
          <p14:tracePt t="23126" x="3894138" y="2235200"/>
          <p14:tracePt t="23127" x="3894138" y="2249488"/>
          <p14:tracePt t="23128" x="3894138" y="2263775"/>
          <p14:tracePt t="23131" x="3894138" y="2290763"/>
          <p14:tracePt t="23133" x="3906838" y="2305050"/>
          <p14:tracePt t="23135" x="3921125" y="2317750"/>
          <p14:tracePt t="23136" x="3921125" y="2332038"/>
          <p14:tracePt t="23138" x="3921125" y="2359025"/>
          <p14:tracePt t="23140" x="3921125" y="2373313"/>
          <p14:tracePt t="23142" x="3933825" y="2400300"/>
          <p14:tracePt t="23144" x="3933825" y="2414588"/>
          <p14:tracePt t="23145" x="3933825" y="2427288"/>
          <p14:tracePt t="23146" x="3948113" y="2427288"/>
          <p14:tracePt t="23147" x="3948113" y="2441575"/>
          <p14:tracePt t="23148" x="3948113" y="2455863"/>
          <p14:tracePt t="23150" x="3948113" y="2468563"/>
          <p14:tracePt t="23151" x="3948113" y="2482850"/>
          <p14:tracePt t="23153" x="3962400" y="2509838"/>
          <p14:tracePt t="23154" x="3962400" y="2524125"/>
          <p14:tracePt t="23156" x="3962400" y="2536825"/>
          <p14:tracePt t="23157" x="3962400" y="2551113"/>
          <p14:tracePt t="23158" x="3962400" y="2565400"/>
          <p14:tracePt t="23159" x="3962400" y="2578100"/>
          <p14:tracePt t="23161" x="3962400" y="2606675"/>
          <p14:tracePt t="23162" x="3962400" y="2619375"/>
          <p14:tracePt t="23163" x="3962400" y="2633663"/>
          <p14:tracePt t="23165" x="3962400" y="2660650"/>
          <p14:tracePt t="23167" x="3962400" y="2674938"/>
          <p14:tracePt t="23168" x="3962400" y="2687638"/>
          <p14:tracePt t="23169" x="3962400" y="2716213"/>
          <p14:tracePt t="23170" x="3962400" y="2728913"/>
          <p14:tracePt t="23171" x="3962400" y="2743200"/>
          <p14:tracePt t="23173" x="3962400" y="2770188"/>
          <p14:tracePt t="23175" x="3962400" y="2798763"/>
          <p14:tracePt t="23176" x="3962400" y="2811463"/>
          <p14:tracePt t="23177" x="3962400" y="2825750"/>
          <p14:tracePt t="23178" x="3962400" y="2838450"/>
          <p14:tracePt t="23179" x="3962400" y="2852738"/>
          <p14:tracePt t="23181" x="3962400" y="2867025"/>
          <p14:tracePt t="23182" x="3962400" y="2879725"/>
          <p14:tracePt t="23183" x="3962400" y="2908300"/>
          <p14:tracePt t="23185" x="3962400" y="2935288"/>
          <p14:tracePt t="23188" x="3962400" y="2962275"/>
          <p14:tracePt t="23189" x="3962400" y="2976563"/>
          <p14:tracePt t="23190" x="3962400" y="3003550"/>
          <p14:tracePt t="23192" x="3962400" y="3017838"/>
          <p14:tracePt t="23193" x="3962400" y="3030538"/>
          <p14:tracePt t="23195" x="3948113" y="3059113"/>
          <p14:tracePt t="23197" x="3948113" y="3086100"/>
          <p14:tracePt t="23198" x="3948113" y="3100388"/>
          <p14:tracePt t="23200" x="3948113" y="3127375"/>
          <p14:tracePt t="23202" x="3948113" y="3141663"/>
          <p14:tracePt t="23203" x="3948113" y="3168650"/>
          <p14:tracePt t="23205" x="3948113" y="3181350"/>
          <p14:tracePt t="23206" x="3948113" y="3195638"/>
          <p14:tracePt t="23207" x="3948113" y="3209925"/>
          <p14:tracePt t="23208" x="3948113" y="3222625"/>
          <p14:tracePt t="23210" x="3948113" y="3236913"/>
          <p14:tracePt t="23211" x="3948113" y="3251200"/>
          <p14:tracePt t="23213" x="3948113" y="3263900"/>
          <p14:tracePt t="23216" x="3948113" y="3292475"/>
          <p14:tracePt t="23216" x="3962400" y="3292475"/>
          <p14:tracePt t="23218" x="3962400" y="3305175"/>
          <p14:tracePt t="23219" x="3962400" y="3319463"/>
          <p14:tracePt t="23221" x="3962400" y="3333750"/>
          <p14:tracePt t="23223" x="3962400" y="3346450"/>
          <p14:tracePt t="23225" x="3975100" y="3360738"/>
          <p14:tracePt t="23228" x="3975100" y="3373438"/>
          <p14:tracePt t="23230" x="3975100" y="3387725"/>
          <p14:tracePt t="23233" x="3975100" y="3402013"/>
          <p14:tracePt t="23238" x="3989388" y="3414713"/>
          <p14:tracePt t="23244" x="3989388" y="3429000"/>
          <p14:tracePt t="23247" x="3989388" y="3443288"/>
          <p14:tracePt t="23259" x="4003675" y="3443288"/>
          <p14:tracePt t="23296" x="4003675" y="3455988"/>
          <p14:tracePt t="23307" x="4003675" y="3470275"/>
          <p14:tracePt t="23314" x="4003675" y="3484563"/>
          <p14:tracePt t="23316" x="4003675" y="3497263"/>
          <p14:tracePt t="23321" x="4003675" y="3511550"/>
          <p14:tracePt t="23328" x="4003675" y="3524250"/>
          <p14:tracePt t="23335" x="4003675" y="3538538"/>
          <p14:tracePt t="23340" x="4003675" y="3552825"/>
          <p14:tracePt t="23348" x="4003675" y="3565525"/>
          <p14:tracePt t="23356" x="4003675" y="3579813"/>
          <p14:tracePt t="23366" x="4003675" y="3594100"/>
          <p14:tracePt t="23368" x="4003675" y="3606800"/>
          <p14:tracePt t="23374" x="4003675" y="3621088"/>
          <p14:tracePt t="23378" x="4003675" y="3635375"/>
          <p14:tracePt t="23383" x="4003675" y="3648075"/>
          <p14:tracePt t="23385" x="4003675" y="3662363"/>
          <p14:tracePt t="23391" x="3989388" y="3676650"/>
          <p14:tracePt t="23392" x="3989388" y="3689350"/>
          <p14:tracePt t="23395" x="3989388" y="3703638"/>
          <p14:tracePt t="23397" x="3975100" y="3716338"/>
          <p14:tracePt t="23401" x="3975100" y="3730625"/>
          <p14:tracePt t="23403" x="3975100" y="3744913"/>
          <p14:tracePt t="23406" x="3962400" y="3744913"/>
          <p14:tracePt t="23407" x="3962400" y="3757613"/>
          <p14:tracePt t="23410" x="3948113" y="3771900"/>
          <p14:tracePt t="23413" x="3948113" y="3786188"/>
          <p14:tracePt t="23417" x="3948113" y="3798888"/>
          <p14:tracePt t="23419" x="3933825" y="3798888"/>
          <p14:tracePt t="23421" x="3933825" y="3813175"/>
          <p14:tracePt t="23424" x="3933825" y="3827463"/>
          <p14:tracePt t="23429" x="3933825" y="3840163"/>
          <p14:tracePt t="23432" x="3933825" y="3854450"/>
          <p14:tracePt t="23435" x="3921125" y="3854450"/>
          <p14:tracePt t="23438" x="3921125" y="3867150"/>
          <p14:tracePt t="23440" x="3921125" y="3881438"/>
          <p14:tracePt t="23448" x="3921125" y="3895725"/>
          <p14:tracePt t="23465" x="3921125" y="3908425"/>
          <p14:tracePt t="23466" x="3906838" y="3908425"/>
          <p14:tracePt t="23947" x="3921125" y="3908425"/>
          <p14:tracePt t="23948" x="3921125" y="3895725"/>
          <p14:tracePt t="23950" x="3948113" y="3881438"/>
          <p14:tracePt t="23952" x="3962400" y="3867150"/>
          <p14:tracePt t="23953" x="3962400" y="3854450"/>
          <p14:tracePt t="23954" x="3975100" y="3854450"/>
          <p14:tracePt t="23955" x="3989388" y="3840163"/>
          <p14:tracePt t="23957" x="4003675" y="3827463"/>
          <p14:tracePt t="23958" x="4003675" y="3813175"/>
          <p14:tracePt t="23960" x="4030663" y="3786188"/>
          <p14:tracePt t="23961" x="4044950" y="3771900"/>
          <p14:tracePt t="23963" x="4071938" y="3757613"/>
          <p14:tracePt t="23966" x="4071938" y="3730625"/>
          <p14:tracePt t="23967" x="4098925" y="3703638"/>
          <p14:tracePt t="23968" x="4113213" y="3689350"/>
          <p14:tracePt t="23969" x="4125913" y="3676650"/>
          <p14:tracePt t="23970" x="4125913" y="3662363"/>
          <p14:tracePt t="23971" x="4154488" y="3648075"/>
          <p14:tracePt t="23973" x="4167188" y="3621088"/>
          <p14:tracePt t="23974" x="4181475" y="3606800"/>
          <p14:tracePt t="23975" x="4195763" y="3579813"/>
          <p14:tracePt t="23976" x="4208463" y="3565525"/>
          <p14:tracePt t="23977" x="4222750" y="3552825"/>
          <p14:tracePt t="23979" x="4222750" y="3524250"/>
          <p14:tracePt t="23980" x="4235450" y="3511550"/>
          <p14:tracePt t="23981" x="4249738" y="3484563"/>
          <p14:tracePt t="23983" x="4264025" y="3470275"/>
          <p14:tracePt t="23984" x="4276725" y="3455988"/>
          <p14:tracePt t="23985" x="4276725" y="3443288"/>
          <p14:tracePt t="23986" x="4305300" y="3414713"/>
          <p14:tracePt t="23988" x="4305300" y="3387725"/>
          <p14:tracePt t="23989" x="4318000" y="3360738"/>
          <p14:tracePt t="23990" x="4346575" y="3346450"/>
          <p14:tracePt t="23991" x="4346575" y="3319463"/>
          <p14:tracePt t="23992" x="4359275" y="3305175"/>
          <p14:tracePt t="23993" x="4359275" y="3292475"/>
          <p14:tracePt t="23995" x="4373563" y="3263900"/>
          <p14:tracePt t="23996" x="4373563" y="3236913"/>
          <p14:tracePt t="23997" x="4386263" y="3222625"/>
          <p14:tracePt t="23998" x="4386263" y="3195638"/>
          <p14:tracePt t="24000" x="4386263" y="3168650"/>
          <p14:tracePt t="24002" x="4386263" y="3154363"/>
          <p14:tracePt t="24003" x="4386263" y="3127375"/>
          <p14:tracePt t="24004" x="4386263" y="3113088"/>
          <p14:tracePt t="24006" x="4386263" y="3086100"/>
          <p14:tracePt t="24007" x="4400550" y="3086100"/>
          <p14:tracePt t="24008" x="4400550" y="3071813"/>
          <p14:tracePt t="24010" x="4400550" y="3030538"/>
          <p14:tracePt t="24012" x="4400550" y="3017838"/>
          <p14:tracePt t="24013" x="4400550" y="3003550"/>
          <p14:tracePt t="24015" x="4400550" y="2990850"/>
          <p14:tracePt t="24016" x="4400550" y="2962275"/>
          <p14:tracePt t="24018" x="4400550" y="2949575"/>
          <p14:tracePt t="24019" x="4400550" y="2935288"/>
          <p14:tracePt t="24020" x="4400550" y="2921000"/>
          <p14:tracePt t="24022" x="4400550" y="2908300"/>
          <p14:tracePt t="24024" x="4386263" y="2879725"/>
          <p14:tracePt t="24026" x="4386263" y="2867025"/>
          <p14:tracePt t="24028" x="4373563" y="2852738"/>
          <p14:tracePt t="24029" x="4373563" y="2825750"/>
          <p14:tracePt t="24030" x="4373563" y="2811463"/>
          <p14:tracePt t="24032" x="4359275" y="2784475"/>
          <p14:tracePt t="24034" x="4346575" y="2770188"/>
          <p14:tracePt t="24036" x="4346575" y="2743200"/>
          <p14:tracePt t="24037" x="4346575" y="2716213"/>
          <p14:tracePt t="24039" x="4346575" y="2701925"/>
          <p14:tracePt t="24041" x="4318000" y="2674938"/>
          <p14:tracePt t="24043" x="4318000" y="2660650"/>
          <p14:tracePt t="24044" x="4318000" y="2647950"/>
          <p14:tracePt t="24045" x="4318000" y="2633663"/>
          <p14:tracePt t="24046" x="4305300" y="2619375"/>
          <p14:tracePt t="24047" x="4291013" y="2619375"/>
          <p14:tracePt t="24049" x="4291013" y="2592388"/>
          <p14:tracePt t="24051" x="4291013" y="2578100"/>
          <p14:tracePt t="24053" x="4264025" y="2565400"/>
          <p14:tracePt t="24056" x="4249738" y="2536825"/>
          <p14:tracePt t="24059" x="4249738" y="2524125"/>
          <p14:tracePt t="24060" x="4235450" y="2509838"/>
          <p14:tracePt t="24063" x="4235450" y="2495550"/>
          <p14:tracePt t="24066" x="4208463" y="2468563"/>
          <p14:tracePt t="24071" x="4195763" y="2455863"/>
          <p14:tracePt t="24073" x="4195763" y="2441575"/>
          <p14:tracePt t="24074" x="4181475" y="2441575"/>
          <p14:tracePt t="24078" x="4167188" y="2427288"/>
          <p14:tracePt t="24080" x="4167188" y="2414588"/>
          <p14:tracePt t="24085" x="4167188" y="2400300"/>
          <p14:tracePt t="24085" x="4154488" y="2400300"/>
          <p14:tracePt t="24089" x="4154488" y="2386013"/>
          <p14:tracePt t="24094" x="4140200" y="2373313"/>
          <p14:tracePt t="24099" x="4125913" y="2359025"/>
          <p14:tracePt t="24104" x="4125913" y="2344738"/>
          <p14:tracePt t="24110" x="4113213" y="2332038"/>
          <p14:tracePt t="24117" x="4113213" y="2317750"/>
          <p14:tracePt t="24119" x="4098925" y="2305050"/>
          <p14:tracePt t="24126" x="4098925" y="2290763"/>
          <p14:tracePt t="24133" x="4098925" y="2276475"/>
          <p14:tracePt t="24134" x="4084638" y="2276475"/>
          <p14:tracePt t="24136" x="4071938" y="2276475"/>
          <p14:tracePt t="24144" x="4071938" y="2263775"/>
          <p14:tracePt t="24147" x="4057650" y="2263775"/>
          <p14:tracePt t="24158" x="4057650" y="2249488"/>
          <p14:tracePt t="24161" x="4044950" y="2249488"/>
          <p14:tracePt t="24232" x="4044950" y="2235200"/>
          <p14:tracePt t="24243" x="4044950" y="2222500"/>
          <p14:tracePt t="24258" x="4030663" y="2222500"/>
          <p14:tracePt t="24276" x="4030663" y="2208213"/>
          <p14:tracePt t="24285" x="4030663" y="2193925"/>
          <p14:tracePt t="24286" x="4016375" y="2193925"/>
          <p14:tracePt t="24310" x="4003675" y="2193925"/>
          <p14:tracePt t="24319" x="3989388" y="2193925"/>
          <p14:tracePt t="24322" x="3975100" y="2193925"/>
          <p14:tracePt t="24327" x="3962400" y="2193925"/>
          <p14:tracePt t="24328" x="3948113" y="2193925"/>
          <p14:tracePt t="24333" x="3933825" y="2193925"/>
          <p14:tracePt t="24335" x="3921125" y="2193925"/>
          <p14:tracePt t="24340" x="3906838" y="2193925"/>
          <p14:tracePt t="24342" x="3894138" y="2193925"/>
          <p14:tracePt t="24343" x="3879850" y="2193925"/>
          <p14:tracePt t="24345" x="3865563" y="2193925"/>
          <p14:tracePt t="24348" x="3852863" y="2193925"/>
          <p14:tracePt t="24349" x="3838575" y="2193925"/>
          <p14:tracePt t="24351" x="3824288" y="2193925"/>
          <p14:tracePt t="24355" x="3811588" y="2193925"/>
          <p14:tracePt t="24356" x="3797300" y="2193925"/>
          <p14:tracePt t="24358" x="3783013" y="2208213"/>
          <p14:tracePt t="24360" x="3756025" y="2208213"/>
          <p14:tracePt t="24362" x="3756025" y="2235200"/>
          <p14:tracePt t="24364" x="3743325" y="2235200"/>
          <p14:tracePt t="24366" x="3729038" y="2249488"/>
          <p14:tracePt t="24369" x="3714750" y="2249488"/>
          <p14:tracePt t="24370" x="3702050" y="2276475"/>
          <p14:tracePt t="24372" x="3687763" y="2276475"/>
          <p14:tracePt t="24374" x="3687763" y="2290763"/>
          <p14:tracePt t="24375" x="3687763" y="2305050"/>
          <p14:tracePt t="24377" x="3673475" y="2305050"/>
          <p14:tracePt t="24378" x="3673475" y="2332038"/>
          <p14:tracePt t="24380" x="3660775" y="2332038"/>
          <p14:tracePt t="24381" x="3660775" y="2344738"/>
          <p14:tracePt t="24383" x="3660775" y="2359025"/>
          <p14:tracePt t="24383" x="3660775" y="2373313"/>
          <p14:tracePt t="24384" x="3646488" y="2373313"/>
          <p14:tracePt t="24385" x="3646488" y="2386013"/>
          <p14:tracePt t="24388" x="3646488" y="2414588"/>
          <p14:tracePt t="24390" x="3646488" y="2427288"/>
          <p14:tracePt t="24391" x="3646488" y="2455863"/>
          <p14:tracePt t="24393" x="3646488" y="2468563"/>
          <p14:tracePt t="24394" x="3646488" y="2482850"/>
          <p14:tracePt t="24396" x="3646488" y="2495550"/>
          <p14:tracePt t="24397" x="3646488" y="2524125"/>
          <p14:tracePt t="24399" x="3646488" y="2536825"/>
          <p14:tracePt t="24400" x="3660775" y="2551113"/>
          <p14:tracePt t="24401" x="3660775" y="2565400"/>
          <p14:tracePt t="24402" x="3660775" y="2592388"/>
          <p14:tracePt t="24404" x="3673475" y="2606675"/>
          <p14:tracePt t="24405" x="3687763" y="2619375"/>
          <p14:tracePt t="24406" x="3687763" y="2633663"/>
          <p14:tracePt t="24407" x="3687763" y="2647950"/>
          <p14:tracePt t="24408" x="3702050" y="2660650"/>
          <p14:tracePt t="24409" x="3714750" y="2674938"/>
          <p14:tracePt t="24410" x="3714750" y="2687638"/>
          <p14:tracePt t="24411" x="3729038" y="2701925"/>
          <p14:tracePt t="24413" x="3729038" y="2716213"/>
          <p14:tracePt t="24414" x="3756025" y="2728913"/>
          <p14:tracePt t="24415" x="3756025" y="2743200"/>
          <p14:tracePt t="24417" x="3756025" y="2757488"/>
          <p14:tracePt t="24418" x="3770313" y="2784475"/>
          <p14:tracePt t="24419" x="3783013" y="2798763"/>
          <p14:tracePt t="24420" x="3797300" y="2825750"/>
          <p14:tracePt t="24422" x="3811588" y="2838450"/>
          <p14:tracePt t="24424" x="3824288" y="2852738"/>
          <p14:tracePt t="24425" x="3838575" y="2879725"/>
          <p14:tracePt t="24426" x="3852863" y="2908300"/>
          <p14:tracePt t="24427" x="3865563" y="2921000"/>
          <p14:tracePt t="24429" x="3879850" y="2935288"/>
          <p14:tracePt t="24431" x="3894138" y="2962275"/>
          <p14:tracePt t="24432" x="3906838" y="2976563"/>
          <p14:tracePt t="24432" x="3906838" y="2990850"/>
          <p14:tracePt t="24433" x="3921125" y="3017838"/>
          <p14:tracePt t="24434" x="3933825" y="3017838"/>
          <p14:tracePt t="24435" x="3933825" y="3030538"/>
          <p14:tracePt t="24436" x="3948113" y="3030538"/>
          <p14:tracePt t="24438" x="3962400" y="3059113"/>
          <p14:tracePt t="24439" x="3975100" y="3086100"/>
          <p14:tracePt t="24440" x="3989388" y="3100388"/>
          <p14:tracePt t="24441" x="3989388" y="3113088"/>
          <p14:tracePt t="24442" x="3989388" y="3127375"/>
          <p14:tracePt t="24443" x="4003675" y="3127375"/>
          <p14:tracePt t="24445" x="4003675" y="3141663"/>
          <p14:tracePt t="24446" x="4016375" y="3168650"/>
          <p14:tracePt t="24447" x="4030663" y="3181350"/>
          <p14:tracePt t="24448" x="4030663" y="3195638"/>
          <p14:tracePt t="24450" x="4044950" y="3209925"/>
          <p14:tracePt t="24452" x="4044950" y="3222625"/>
          <p14:tracePt t="24453" x="4057650" y="3236913"/>
          <p14:tracePt t="24454" x="4057650" y="3251200"/>
          <p14:tracePt t="24455" x="4057650" y="3263900"/>
          <p14:tracePt t="24456" x="4071938" y="3278188"/>
          <p14:tracePt t="24459" x="4071938" y="3292475"/>
          <p14:tracePt t="24460" x="4071938" y="3305175"/>
          <p14:tracePt t="24461" x="4084638" y="3319463"/>
          <p14:tracePt t="24462" x="4084638" y="3333750"/>
          <p14:tracePt t="24465" x="4084638" y="3360738"/>
          <p14:tracePt t="24466" x="4098925" y="3360738"/>
          <p14:tracePt t="24467" x="4098925" y="3373438"/>
          <p14:tracePt t="24469" x="4098925" y="3387725"/>
          <p14:tracePt t="24470" x="4098925" y="3402013"/>
          <p14:tracePt t="24473" x="4098925" y="3414713"/>
          <p14:tracePt t="24474" x="4098925" y="3429000"/>
          <p14:tracePt t="24476" x="4098925" y="3443288"/>
          <p14:tracePt t="24478" x="4098925" y="3455988"/>
          <p14:tracePt t="24481" x="4098925" y="3484563"/>
          <p14:tracePt t="24484" x="4098925" y="3497263"/>
          <p14:tracePt t="24487" x="4098925" y="3511550"/>
          <p14:tracePt t="24489" x="4098925" y="3524250"/>
          <p14:tracePt t="24490" x="4084638" y="3538538"/>
          <p14:tracePt t="24494" x="4084638" y="3552825"/>
          <p14:tracePt t="24495" x="4071938" y="3552825"/>
          <p14:tracePt t="24496" x="4071938" y="3565525"/>
          <p14:tracePt t="24498" x="4071938" y="3579813"/>
          <p14:tracePt t="24501" x="4071938" y="3594100"/>
          <p14:tracePt t="24503" x="4057650" y="3606800"/>
          <p14:tracePt t="24508" x="4044950" y="3621088"/>
          <p14:tracePt t="24511" x="4044950" y="3635375"/>
          <p14:tracePt t="24516" x="4044950" y="3648075"/>
          <p14:tracePt t="24524" x="4044950" y="3662363"/>
          <p14:tracePt t="24578" x="4044950" y="3676650"/>
          <p14:tracePt t="24581" x="4044950" y="3689350"/>
          <p14:tracePt t="24584" x="4030663" y="3689350"/>
          <p14:tracePt t="24585" x="4030663" y="3703638"/>
          <p14:tracePt t="24591" x="4030663" y="3716338"/>
          <p14:tracePt t="24593" x="4016375" y="3730625"/>
          <p14:tracePt t="24598" x="4016375" y="3744913"/>
          <p14:tracePt t="24600" x="4003675" y="3757613"/>
          <p14:tracePt t="24606" x="4003675" y="3771900"/>
          <p14:tracePt t="24607" x="3989388" y="3771900"/>
          <p14:tracePt t="24609" x="3975100" y="3771900"/>
          <p14:tracePt t="24612" x="3975100" y="3786188"/>
          <p14:tracePt t="24616" x="3962400" y="3798888"/>
          <p14:tracePt t="24619" x="3962400" y="3813175"/>
          <p14:tracePt t="24623" x="3948113" y="3813175"/>
          <p14:tracePt t="24627" x="3948113" y="3827463"/>
          <p14:tracePt t="24635" x="3933825" y="3840163"/>
          <p14:tracePt t="24703" x="3948113" y="3840163"/>
          <p14:tracePt t="24705" x="3975100" y="3840163"/>
          <p14:tracePt t="24707" x="3989388" y="3827463"/>
          <p14:tracePt t="24707" x="3989388" y="3813175"/>
          <p14:tracePt t="24709" x="4003675" y="3813175"/>
          <p14:tracePt t="24710" x="4016375" y="3813175"/>
          <p14:tracePt t="24712" x="4057650" y="3786188"/>
          <p14:tracePt t="24713" x="4071938" y="3786188"/>
          <p14:tracePt t="24715" x="4084638" y="3771900"/>
          <p14:tracePt t="24717" x="4113213" y="3757613"/>
          <p14:tracePt t="24718" x="4140200" y="3757613"/>
          <p14:tracePt t="24720" x="4154488" y="3744913"/>
          <p14:tracePt t="24721" x="4181475" y="3730625"/>
          <p14:tracePt t="24723" x="4195763" y="3730625"/>
          <p14:tracePt t="24724" x="4208463" y="3716338"/>
          <p14:tracePt t="24724" x="4235450" y="3703638"/>
          <p14:tracePt t="24725" x="4264025" y="3689350"/>
          <p14:tracePt t="24726" x="4276725" y="3689350"/>
          <p14:tracePt t="24727" x="4305300" y="3676650"/>
          <p14:tracePt t="24729" x="4346575" y="3662363"/>
          <p14:tracePt t="24731" x="4400550" y="3648075"/>
          <p14:tracePt t="24732" x="4414838" y="3635375"/>
          <p14:tracePt t="24733" x="4427538" y="3635375"/>
          <p14:tracePt t="24735" x="4456113" y="3635375"/>
          <p14:tracePt t="24737" x="4468813" y="3635375"/>
          <p14:tracePt t="24739" x="4483100" y="3621088"/>
          <p14:tracePt t="24740" x="4510088" y="3606800"/>
          <p14:tracePt t="24742" x="4537075" y="3594100"/>
          <p14:tracePt t="24743" x="4551363" y="3579813"/>
          <p14:tracePt t="24745" x="4565650" y="3579813"/>
          <p14:tracePt t="24747" x="4578350" y="3565525"/>
          <p14:tracePt t="24748" x="4592638" y="3552825"/>
          <p14:tracePt t="24750" x="4619625" y="3552825"/>
          <p14:tracePt t="24752" x="4619625" y="3538538"/>
          <p14:tracePt t="24753" x="4633913" y="3538538"/>
          <p14:tracePt t="24756" x="4646613" y="3538538"/>
          <p14:tracePt t="24758" x="4646613" y="3524250"/>
          <p14:tracePt t="24762" x="4660900" y="3524250"/>
          <p14:tracePt t="24989" x="4646613" y="3524250"/>
          <p14:tracePt t="24996" x="4633913" y="3524250"/>
          <p14:tracePt t="25001" x="4619625" y="3524250"/>
          <p14:tracePt t="25003" x="4606925" y="3524250"/>
          <p14:tracePt t="25006" x="4592638" y="3524250"/>
          <p14:tracePt t="25009" x="4592638" y="3538538"/>
          <p14:tracePt t="25010" x="4578350" y="3538538"/>
          <p14:tracePt t="25013" x="4565650" y="3538538"/>
          <p14:tracePt t="25016" x="4551363" y="3538538"/>
          <p14:tracePt t="25016" x="4551363" y="3552825"/>
          <p14:tracePt t="25017" x="4537075" y="3552825"/>
          <p14:tracePt t="25019" x="4524375" y="3565525"/>
          <p14:tracePt t="25021" x="4510088" y="3565525"/>
          <p14:tracePt t="25022" x="4497388" y="3579813"/>
          <p14:tracePt t="25024" x="4483100" y="3579813"/>
          <p14:tracePt t="25026" x="4468813" y="3594100"/>
          <p14:tracePt t="25027" x="4456113" y="3594100"/>
          <p14:tracePt t="25028" x="4456113" y="3606800"/>
          <p14:tracePt t="25029" x="4441825" y="3606800"/>
          <p14:tracePt t="25030" x="4427538" y="3606800"/>
          <p14:tracePt t="25031" x="4414838" y="3621088"/>
          <p14:tracePt t="25033" x="4400550" y="3621088"/>
          <p14:tracePt t="25034" x="4386263" y="3621088"/>
          <p14:tracePt t="25035" x="4373563" y="3648075"/>
          <p14:tracePt t="25037" x="4359275" y="3648075"/>
          <p14:tracePt t="25038" x="4346575" y="3662363"/>
          <p14:tracePt t="25040" x="4332288" y="3676650"/>
          <p14:tracePt t="25041" x="4318000" y="3676650"/>
          <p14:tracePt t="25042" x="4318000" y="3689350"/>
          <p14:tracePt t="25043" x="4305300" y="3689350"/>
          <p14:tracePt t="25046" x="4276725" y="3716338"/>
          <p14:tracePt t="25049" x="4264025" y="3730625"/>
          <p14:tracePt t="25050" x="4249738" y="3730625"/>
          <p14:tracePt t="25051" x="4235450" y="3730625"/>
          <p14:tracePt t="25052" x="4235450" y="3744913"/>
          <p14:tracePt t="25053" x="4222750" y="3744913"/>
          <p14:tracePt t="25057" x="4208463" y="3771900"/>
          <p14:tracePt t="25057" x="4195763" y="3771900"/>
          <p14:tracePt t="25059" x="4181475" y="3786188"/>
          <p14:tracePt t="25061" x="4167188" y="3798888"/>
          <p14:tracePt t="25063" x="4167188" y="3813175"/>
          <p14:tracePt t="25064" x="4140200" y="3827463"/>
          <p14:tracePt t="25067" x="4125913" y="3840163"/>
          <p14:tracePt t="25068" x="4113213" y="3854450"/>
          <p14:tracePt t="25070" x="4098925" y="3867150"/>
          <p14:tracePt t="25073" x="4084638" y="3895725"/>
          <p14:tracePt t="25075" x="4071938" y="3895725"/>
          <p14:tracePt t="25077" x="4057650" y="3908425"/>
          <p14:tracePt t="25078" x="4044950" y="3922713"/>
          <p14:tracePt t="25080" x="4044950" y="3937000"/>
          <p14:tracePt t="25082" x="4030663" y="3937000"/>
          <p14:tracePt t="25082" x="4016375" y="3949700"/>
          <p14:tracePt t="25085" x="4003675" y="3949700"/>
          <p14:tracePt t="25087" x="4003675" y="3963988"/>
          <p14:tracePt t="25089" x="3989388" y="3978275"/>
          <p14:tracePt t="25095" x="3975100" y="3990975"/>
          <p14:tracePt t="25098" x="3962400" y="3990975"/>
          <p14:tracePt t="25117" x="3962400" y="4005263"/>
          <p14:tracePt t="25161" x="3975100" y="3990975"/>
          <p14:tracePt t="25163" x="3989388" y="3978275"/>
          <p14:tracePt t="25165" x="4003675" y="3978275"/>
          <p14:tracePt t="25166" x="4016375" y="3963988"/>
          <p14:tracePt t="25167" x="4030663" y="3963988"/>
          <p14:tracePt t="25168" x="4044950" y="3949700"/>
          <p14:tracePt t="25169" x="4057650" y="3937000"/>
          <p14:tracePt t="25170" x="4098925" y="3922713"/>
          <p14:tracePt t="25174" x="4167188" y="3881438"/>
          <p14:tracePt t="25175" x="4181475" y="3867150"/>
          <p14:tracePt t="25177" x="4195763" y="3867150"/>
          <p14:tracePt t="25178" x="4208463" y="3854450"/>
          <p14:tracePt t="25179" x="4235450" y="3840163"/>
          <p14:tracePt t="25181" x="4264025" y="3827463"/>
          <p14:tracePt t="25182" x="4276725" y="3813175"/>
          <p14:tracePt t="25184" x="4318000" y="3798888"/>
          <p14:tracePt t="25185" x="4332288" y="3786188"/>
          <p14:tracePt t="25186" x="4346575" y="3771900"/>
          <p14:tracePt t="25188" x="4400550" y="3744913"/>
          <p14:tracePt t="25190" x="4441825" y="3716338"/>
          <p14:tracePt t="25191" x="4456113" y="3703638"/>
          <p14:tracePt t="25192" x="4483100" y="3689350"/>
          <p14:tracePt t="25193" x="4497388" y="3676650"/>
          <p14:tracePt t="25195" x="4537075" y="3648075"/>
          <p14:tracePt t="25197" x="4551363" y="3635375"/>
          <p14:tracePt t="25198" x="4578350" y="3606800"/>
          <p14:tracePt t="25199" x="4592638" y="3606800"/>
          <p14:tracePt t="25200" x="4606925" y="3594100"/>
          <p14:tracePt t="25203" x="4646613" y="3565525"/>
          <p14:tracePt t="25206" x="4660900" y="3565525"/>
          <p14:tracePt t="25208" x="4675188" y="3538538"/>
          <p14:tracePt t="25211" x="4687888" y="3538538"/>
          <p14:tracePt t="25212" x="4687888" y="3524250"/>
          <p14:tracePt t="25214" x="4702175" y="3524250"/>
          <p14:tracePt t="25217" x="4716463" y="3524250"/>
          <p14:tracePt t="25223" x="4716463" y="3511550"/>
          <p14:tracePt t="25234" x="4729163" y="3511550"/>
          <p14:tracePt t="25235" x="4729163" y="3497263"/>
          <p14:tracePt t="25290" x="4729163" y="3511550"/>
          <p14:tracePt t="25297" x="4729163" y="3524250"/>
          <p14:tracePt t="25304" x="4729163" y="3538538"/>
          <p14:tracePt t="25309" x="4716463" y="3538538"/>
          <p14:tracePt t="25313" x="4702175" y="3565525"/>
          <p14:tracePt t="25319" x="4702175" y="3579813"/>
          <p14:tracePt t="25320" x="4687888" y="3579813"/>
          <p14:tracePt t="25323" x="4687888" y="3594100"/>
          <p14:tracePt t="25324" x="4675188" y="3594100"/>
          <p14:tracePt t="25325" x="4675188" y="3606800"/>
          <p14:tracePt t="25328" x="4660900" y="3606800"/>
          <p14:tracePt t="25330" x="4646613" y="3621088"/>
          <p14:tracePt t="25334" x="4619625" y="3635375"/>
          <p14:tracePt t="25337" x="4606925" y="3648075"/>
          <p14:tracePt t="25339" x="4592638" y="3662363"/>
          <p14:tracePt t="25342" x="4565650" y="3676650"/>
          <p14:tracePt t="25344" x="4565650" y="3689350"/>
          <p14:tracePt t="25345" x="4551363" y="3689350"/>
          <p14:tracePt t="25348" x="4537075" y="3689350"/>
          <p14:tracePt t="25349" x="4524375" y="3703638"/>
          <p14:tracePt t="25351" x="4510088" y="3716338"/>
          <p14:tracePt t="25353" x="4483100" y="3730625"/>
          <p14:tracePt t="25356" x="4456113" y="3744913"/>
          <p14:tracePt t="25359" x="4441825" y="3757613"/>
          <p14:tracePt t="25360" x="4427538" y="3757613"/>
          <p14:tracePt t="25363" x="4414838" y="3771900"/>
          <p14:tracePt t="25365" x="4386263" y="3771900"/>
          <p14:tracePt t="25368" x="4386263" y="3786188"/>
          <p14:tracePt t="25369" x="4359275" y="3798888"/>
          <p14:tracePt t="25370" x="4346575" y="3798888"/>
          <p14:tracePt t="25374" x="4332288" y="3813175"/>
          <p14:tracePt t="25375" x="4318000" y="3813175"/>
          <p14:tracePt t="25377" x="4305300" y="3827463"/>
          <p14:tracePt t="25379" x="4291013" y="3827463"/>
          <p14:tracePt t="25382" x="4291013" y="3840163"/>
          <p14:tracePt t="25383" x="4264025" y="3840163"/>
          <p14:tracePt t="25384" x="4264025" y="3854450"/>
          <p14:tracePt t="25387" x="4249738" y="3854450"/>
          <p14:tracePt t="25390" x="4249738" y="3867150"/>
          <p14:tracePt t="25390" x="4235450" y="3867150"/>
          <p14:tracePt t="25395" x="4222750" y="3867150"/>
          <p14:tracePt t="25397" x="4222750" y="3881438"/>
          <p14:tracePt t="25397" x="4208463" y="3881438"/>
          <p14:tracePt t="25403" x="4195763" y="3881438"/>
          <p14:tracePt t="25404" x="4195763" y="3895725"/>
          <p14:tracePt t="25408" x="4195763" y="3908425"/>
          <p14:tracePt t="25410" x="4181475" y="3908425"/>
          <p14:tracePt t="25431" x="4167188" y="3908425"/>
          <p14:tracePt t="25505" x="4167188" y="3922713"/>
          <p14:tracePt t="25508" x="4154488" y="3922713"/>
          <p14:tracePt t="25516" x="4140200" y="3922713"/>
          <p14:tracePt t="25530" x="4140200" y="3937000"/>
          <p14:tracePt t="25541" x="4125913" y="3937000"/>
          <p14:tracePt t="25562" x="4113213" y="3937000"/>
          <p14:tracePt t="25570" x="4098925" y="3949700"/>
          <p14:tracePt t="25572" x="4084638" y="3949700"/>
          <p14:tracePt t="25575" x="4084638" y="3963988"/>
          <p14:tracePt t="25579" x="4071938" y="3963988"/>
          <p14:tracePt t="25584" x="4057650" y="3963988"/>
          <p14:tracePt t="25586" x="4057650" y="3978275"/>
          <p14:tracePt t="25587" x="4044950" y="3978275"/>
          <p14:tracePt t="25589" x="4030663" y="3978275"/>
          <p14:tracePt t="25593" x="4016375" y="3978275"/>
          <p14:tracePt t="25596" x="4003675" y="3990975"/>
          <p14:tracePt t="25601" x="3989388" y="4005263"/>
          <p14:tracePt t="25603" x="3975100" y="4005263"/>
          <p14:tracePt t="25606" x="3962400" y="4019550"/>
          <p14:tracePt t="25608" x="3948113" y="4019550"/>
          <p14:tracePt t="25612" x="3933825" y="4019550"/>
          <p14:tracePt t="25615" x="3921125" y="4019550"/>
          <p14:tracePt t="25617" x="3921125" y="4032250"/>
          <p14:tracePt t="25620" x="3906838" y="4032250"/>
          <p14:tracePt t="25622" x="3894138" y="4032250"/>
          <p14:tracePt t="25630" x="3879850" y="4032250"/>
          <p14:tracePt t="25639" x="3879850" y="4046538"/>
          <p14:tracePt t="25683" x="3894138" y="4046538"/>
          <p14:tracePt t="25686" x="3894138" y="4032250"/>
          <p14:tracePt t="25688" x="3906838" y="4032250"/>
          <p14:tracePt t="25689" x="3921125" y="4019550"/>
          <p14:tracePt t="25691" x="3948113" y="4005263"/>
          <p14:tracePt t="25693" x="3975100" y="3990975"/>
          <p14:tracePt t="25696" x="4003675" y="3963988"/>
          <p14:tracePt t="25696" x="4016375" y="3963988"/>
          <p14:tracePt t="25697" x="4030663" y="3949700"/>
          <p14:tracePt t="25698" x="4044950" y="3949700"/>
          <p14:tracePt t="25699" x="4071938" y="3937000"/>
          <p14:tracePt t="25703" x="4113213" y="3908425"/>
          <p14:tracePt t="25703" x="4140200" y="3895725"/>
          <p14:tracePt t="25704" x="4154488" y="3895725"/>
          <p14:tracePt t="25706" x="4181475" y="3881438"/>
          <p14:tracePt t="25708" x="4195763" y="3881438"/>
          <p14:tracePt t="25709" x="4208463" y="3867150"/>
          <p14:tracePt t="25710" x="4235450" y="3854450"/>
          <p14:tracePt t="25712" x="4264025" y="3840163"/>
          <p14:tracePt t="25714" x="4276725" y="3827463"/>
          <p14:tracePt t="25716" x="4291013" y="3813175"/>
          <p14:tracePt t="25717" x="4332288" y="3798888"/>
          <p14:tracePt t="25718" x="4346575" y="3786188"/>
          <p14:tracePt t="25719" x="4359275" y="3786188"/>
          <p14:tracePt t="25720" x="4373563" y="3771900"/>
          <p14:tracePt t="25721" x="4386263" y="3771900"/>
          <p14:tracePt t="25723" x="4414838" y="3757613"/>
          <p14:tracePt t="25724" x="4414838" y="3744913"/>
          <p14:tracePt t="25724" x="4427538" y="3744913"/>
          <p14:tracePt t="25725" x="4441825" y="3744913"/>
          <p14:tracePt t="25726" x="4456113" y="3730625"/>
          <p14:tracePt t="25728" x="4468813" y="3730625"/>
          <p14:tracePt t="25730" x="4468813" y="3716338"/>
          <p14:tracePt t="25731" x="4497388" y="3703638"/>
          <p14:tracePt t="25733" x="4510088" y="3703638"/>
          <p14:tracePt t="25735" x="4524375" y="3703638"/>
          <p14:tracePt t="25737" x="4537075" y="3689350"/>
          <p14:tracePt t="25739" x="4551363" y="3689350"/>
          <p14:tracePt t="25742" x="4565650" y="3662363"/>
          <p14:tracePt t="25743" x="4578350" y="3662363"/>
          <p14:tracePt t="25746" x="4592638" y="3662363"/>
          <p14:tracePt t="25749" x="4606925" y="3662363"/>
          <p14:tracePt t="25751" x="4606925" y="3648075"/>
          <p14:tracePt t="25753" x="4619625" y="3648075"/>
          <p14:tracePt t="25756" x="4633913" y="3648075"/>
          <p14:tracePt t="25847" x="4619625" y="3662363"/>
          <p14:tracePt t="25849" x="4606925" y="3676650"/>
          <p14:tracePt t="25850" x="4592638" y="3676650"/>
          <p14:tracePt t="25853" x="4578350" y="3689350"/>
          <p14:tracePt t="25855" x="4565650" y="3689350"/>
          <p14:tracePt t="25856" x="4565650" y="3703638"/>
          <p14:tracePt t="25857" x="4551363" y="3703638"/>
          <p14:tracePt t="25858" x="4537075" y="3716338"/>
          <p14:tracePt t="25859" x="4524375" y="3716338"/>
          <p14:tracePt t="25861" x="4510088" y="3716338"/>
          <p14:tracePt t="25862" x="4497388" y="3730625"/>
          <p14:tracePt t="25864" x="4483100" y="3730625"/>
          <p14:tracePt t="25865" x="4468813" y="3744913"/>
          <p14:tracePt t="25867" x="4456113" y="3744913"/>
          <p14:tracePt t="25867" x="4456113" y="3757613"/>
          <p14:tracePt t="25869" x="4441825" y="3757613"/>
          <p14:tracePt t="25870" x="4427538" y="3757613"/>
          <p14:tracePt t="25871" x="4400550" y="3771900"/>
          <p14:tracePt t="25872" x="4386263" y="3771900"/>
          <p14:tracePt t="25874" x="4359275" y="3786188"/>
          <p14:tracePt t="25876" x="4346575" y="3798888"/>
          <p14:tracePt t="25877" x="4332288" y="3798888"/>
          <p14:tracePt t="25878" x="4318000" y="3798888"/>
          <p14:tracePt t="25880" x="4291013" y="3813175"/>
          <p14:tracePt t="25881" x="4276725" y="3827463"/>
          <p14:tracePt t="25883" x="4264025" y="3827463"/>
          <p14:tracePt t="25884" x="4249738" y="3827463"/>
          <p14:tracePt t="25885" x="4235450" y="3827463"/>
          <p14:tracePt t="25886" x="4222750" y="3840163"/>
          <p14:tracePt t="25887" x="4208463" y="3840163"/>
          <p14:tracePt t="25888" x="4181475" y="3840163"/>
          <p14:tracePt t="25890" x="4154488" y="3867150"/>
          <p14:tracePt t="25892" x="4140200" y="3867150"/>
          <p14:tracePt t="25894" x="4113213" y="3881438"/>
          <p14:tracePt t="25895" x="4098925" y="3895725"/>
          <p14:tracePt t="25897" x="4084638" y="3895725"/>
          <p14:tracePt t="25900" x="4057650" y="3908425"/>
          <p14:tracePt t="25902" x="4044950" y="3908425"/>
          <p14:tracePt t="25904" x="4030663" y="3922713"/>
          <p14:tracePt t="25905" x="4016375" y="3922713"/>
          <p14:tracePt t="25907" x="4003675" y="3937000"/>
          <p14:tracePt t="25912" x="3989388" y="3937000"/>
          <p14:tracePt t="25913" x="3975100" y="3937000"/>
          <p14:tracePt t="25915" x="3975100" y="3949700"/>
          <p14:tracePt t="25920" x="3962400" y="3949700"/>
          <p14:tracePt t="25995" x="3989388" y="3949700"/>
          <p14:tracePt t="25998" x="4003675" y="3949700"/>
          <p14:tracePt t="25999" x="4016375" y="3949700"/>
          <p14:tracePt t="26001" x="4030663" y="3949700"/>
          <p14:tracePt t="26001" x="4030663" y="3937000"/>
          <p14:tracePt t="26002" x="4044950" y="3937000"/>
          <p14:tracePt t="26003" x="4057650" y="3937000"/>
          <p14:tracePt t="26004" x="4071938" y="3922713"/>
          <p14:tracePt t="26005" x="4084638" y="3922713"/>
          <p14:tracePt t="26006" x="4098925" y="3908425"/>
          <p14:tracePt t="26007" x="4113213" y="3908425"/>
          <p14:tracePt t="26009" x="4154488" y="3881438"/>
          <p14:tracePt t="26010" x="4181475" y="3867150"/>
          <p14:tracePt t="26012" x="4208463" y="3867150"/>
          <p14:tracePt t="26013" x="4222750" y="3854450"/>
          <p14:tracePt t="26014" x="4249738" y="3840163"/>
          <p14:tracePt t="26016" x="4276725" y="3840163"/>
          <p14:tracePt t="26017" x="4291013" y="3827463"/>
          <p14:tracePt t="26018" x="4305300" y="3827463"/>
          <p14:tracePt t="26019" x="4318000" y="3813175"/>
          <p14:tracePt t="26020" x="4346575" y="3798888"/>
          <p14:tracePt t="26022" x="4373563" y="3798888"/>
          <p14:tracePt t="26023" x="4386263" y="3786188"/>
          <p14:tracePt t="26024" x="4386263" y="3771900"/>
          <p14:tracePt t="26025" x="4414838" y="3771900"/>
          <p14:tracePt t="26026" x="4414838" y="3757613"/>
          <p14:tracePt t="26027" x="4441825" y="3757613"/>
          <p14:tracePt t="26029" x="4456113" y="3744913"/>
          <p14:tracePt t="26030" x="4468813" y="3730625"/>
          <p14:tracePt t="26032" x="4497388" y="3730625"/>
          <p14:tracePt t="26034" x="4510088" y="3716338"/>
          <p14:tracePt t="26036" x="4524375" y="3689350"/>
          <p14:tracePt t="26038" x="4537075" y="3689350"/>
          <p14:tracePt t="26041" x="4537075" y="3676650"/>
          <p14:tracePt t="26043" x="4551363" y="3676650"/>
          <p14:tracePt t="26044" x="4565650" y="3676650"/>
          <p14:tracePt t="26050" x="4565650" y="3662363"/>
          <p14:tracePt t="26051" x="4578350" y="3662363"/>
          <p14:tracePt t="26114" x="4565650" y="3662363"/>
          <p14:tracePt t="26116" x="4551363" y="3662363"/>
          <p14:tracePt t="26117" x="4537075" y="3662363"/>
          <p14:tracePt t="26118" x="4524375" y="3676650"/>
          <p14:tracePt t="26120" x="4497388" y="3703638"/>
          <p14:tracePt t="26123" x="4468813" y="3716338"/>
          <p14:tracePt t="26125" x="4456113" y="3716338"/>
          <p14:tracePt t="26126" x="4427538" y="3730625"/>
          <p14:tracePt t="26128" x="4400550" y="3757613"/>
          <p14:tracePt t="26129" x="4386263" y="3757613"/>
          <p14:tracePt t="26130" x="4373563" y="3771900"/>
          <p14:tracePt t="26131" x="4359275" y="3771900"/>
          <p14:tracePt t="26132" x="4346575" y="3771900"/>
          <p14:tracePt t="26134" x="4318000" y="3786188"/>
          <p14:tracePt t="26135" x="4305300" y="3813175"/>
          <p14:tracePt t="26136" x="4276725" y="3813175"/>
          <p14:tracePt t="26137" x="4235450" y="3827463"/>
          <p14:tracePt t="26139" x="4208463" y="3854450"/>
          <p14:tracePt t="26140" x="4195763" y="3854450"/>
          <p14:tracePt t="26141" x="4167188" y="3867150"/>
          <p14:tracePt t="26142" x="4154488" y="3881438"/>
          <p14:tracePt t="26144" x="4125913" y="3895725"/>
          <p14:tracePt t="26145" x="4084638" y="3908425"/>
          <p14:tracePt t="26146" x="4071938" y="3922713"/>
          <p14:tracePt t="26148" x="4057650" y="3922713"/>
          <p14:tracePt t="26149" x="4030663" y="3937000"/>
          <p14:tracePt t="26151" x="4016375" y="3937000"/>
          <p14:tracePt t="26153" x="3989388" y="3949700"/>
          <p14:tracePt t="26155" x="3962400" y="3963988"/>
          <p14:tracePt t="26155" x="3948113" y="3963988"/>
          <p14:tracePt t="26156" x="3933825" y="3978275"/>
          <p14:tracePt t="26157" x="3906838" y="3990975"/>
          <p14:tracePt t="26158" x="3894138" y="4005263"/>
          <p14:tracePt t="26159" x="3879850" y="4005263"/>
          <p14:tracePt t="26160" x="3865563" y="4019550"/>
          <p14:tracePt t="26162" x="3838575" y="4032250"/>
          <p14:tracePt t="26164" x="3811588" y="4046538"/>
          <p14:tracePt t="26166" x="3797300" y="4046538"/>
          <p14:tracePt t="26168" x="3783013" y="4059238"/>
          <p14:tracePt t="26169" x="3770313" y="4059238"/>
          <p14:tracePt t="26170" x="3756025" y="4059238"/>
          <p14:tracePt t="26171" x="3756025" y="4073525"/>
          <p14:tracePt t="26175" x="3743325" y="4073525"/>
          <p14:tracePt t="26175" x="3729038" y="4073525"/>
          <p14:tracePt t="26178" x="3714750" y="4073525"/>
          <p14:tracePt t="26216" x="3729038" y="4073525"/>
          <p14:tracePt t="26218" x="3756025" y="4073525"/>
          <p14:tracePt t="26220" x="3770313" y="4073525"/>
          <p14:tracePt t="26221" x="3770313" y="4059238"/>
          <p14:tracePt t="26223" x="3783013" y="4059238"/>
          <p14:tracePt t="26223" x="3797300" y="4059238"/>
          <p14:tracePt t="26224" x="3797300" y="4046538"/>
          <p14:tracePt t="26225" x="3824288" y="4046538"/>
          <p14:tracePt t="26227" x="3838575" y="4019550"/>
          <p14:tracePt t="26228" x="3852863" y="4019550"/>
          <p14:tracePt t="26230" x="3879850" y="4005263"/>
          <p14:tracePt t="26231" x="3894138" y="3990975"/>
          <p14:tracePt t="26232" x="3906838" y="3990975"/>
          <p14:tracePt t="26233" x="3933825" y="3978275"/>
          <p14:tracePt t="26235" x="3948113" y="3963988"/>
          <p14:tracePt t="26236" x="3975100" y="3963988"/>
          <p14:tracePt t="26237" x="3989388" y="3937000"/>
          <p14:tracePt t="26238" x="4003675" y="3937000"/>
          <p14:tracePt t="26239" x="4030663" y="3937000"/>
          <p14:tracePt t="26240" x="4057650" y="3908425"/>
          <p14:tracePt t="26242" x="4084638" y="3881438"/>
          <p14:tracePt t="26243" x="4113213" y="3881438"/>
          <p14:tracePt t="26244" x="4125913" y="3867150"/>
          <p14:tracePt t="26245" x="4154488" y="3854450"/>
          <p14:tracePt t="26246" x="4181475" y="3840163"/>
          <p14:tracePt t="26247" x="4195763" y="3827463"/>
          <p14:tracePt t="26248" x="4222750" y="3813175"/>
          <p14:tracePt t="26249" x="4235450" y="3813175"/>
          <p14:tracePt t="26250" x="4264025" y="3798888"/>
          <p14:tracePt t="26251" x="4291013" y="3786188"/>
          <p14:tracePt t="26252" x="4305300" y="3771900"/>
          <p14:tracePt t="26253" x="4332288" y="3757613"/>
          <p14:tracePt t="26254" x="4346575" y="3744913"/>
          <p14:tracePt t="26255" x="4373563" y="3730625"/>
          <p14:tracePt t="26257" x="4400550" y="3730625"/>
          <p14:tracePt t="26259" x="4427538" y="3703638"/>
          <p14:tracePt t="26260" x="4456113" y="3689350"/>
          <p14:tracePt t="26262" x="4483100" y="3676650"/>
          <p14:tracePt t="26263" x="4497388" y="3676650"/>
          <p14:tracePt t="26265" x="4510088" y="3662363"/>
          <p14:tracePt t="26267" x="4524375" y="3648075"/>
          <p14:tracePt t="26268" x="4537075" y="3648075"/>
          <p14:tracePt t="26269" x="4551363" y="3648075"/>
          <p14:tracePt t="26271" x="4551363" y="3635375"/>
          <p14:tracePt t="26272" x="4565650" y="3635375"/>
          <p14:tracePt t="26276" x="4578350" y="3635375"/>
          <p14:tracePt t="26279" x="4578350" y="3621088"/>
          <p14:tracePt t="26287" x="4592638" y="3606800"/>
          <p14:tracePt t="26332" x="4578350" y="3606800"/>
          <p14:tracePt t="26334" x="4565650" y="3621088"/>
          <p14:tracePt t="26337" x="4537075" y="3635375"/>
          <p14:tracePt t="26339" x="4524375" y="3648075"/>
          <p14:tracePt t="26341" x="4510088" y="3648075"/>
          <p14:tracePt t="26343" x="4497388" y="3662363"/>
          <p14:tracePt t="26343" x="4483100" y="3676650"/>
          <p14:tracePt t="26345" x="4468813" y="3689350"/>
          <p14:tracePt t="26346" x="4456113" y="3689350"/>
          <p14:tracePt t="26348" x="4427538" y="3689350"/>
          <p14:tracePt t="26349" x="4414838" y="3703638"/>
          <p14:tracePt t="26350" x="4400550" y="3716338"/>
          <p14:tracePt t="26351" x="4386263" y="3716338"/>
          <p14:tracePt t="26352" x="4373563" y="3730625"/>
          <p14:tracePt t="26353" x="4359275" y="3730625"/>
          <p14:tracePt t="26355" x="4332288" y="3757613"/>
          <p14:tracePt t="26356" x="4305300" y="3757613"/>
          <p14:tracePt t="26358" x="4276725" y="3771900"/>
          <p14:tracePt t="26359" x="4249738" y="3798888"/>
          <p14:tracePt t="26360" x="4235450" y="3798888"/>
          <p14:tracePt t="26362" x="4222750" y="3798888"/>
          <p14:tracePt t="26363" x="4208463" y="3813175"/>
          <p14:tracePt t="26363" x="4195763" y="3813175"/>
          <p14:tracePt t="26364" x="4154488" y="3827463"/>
          <p14:tracePt t="26366" x="4125913" y="3840163"/>
          <p14:tracePt t="26368" x="4098925" y="3854450"/>
          <p14:tracePt t="26369" x="4084638" y="3867150"/>
          <p14:tracePt t="26370" x="4071938" y="3867150"/>
          <p14:tracePt t="26371" x="4057650" y="3881438"/>
          <p14:tracePt t="26372" x="4030663" y="3895725"/>
          <p14:tracePt t="26374" x="4003675" y="3908425"/>
          <p14:tracePt t="26376" x="3962400" y="3922713"/>
          <p14:tracePt t="26378" x="3948113" y="3937000"/>
          <p14:tracePt t="26379" x="3921125" y="3937000"/>
          <p14:tracePt t="26381" x="3906838" y="3949700"/>
          <p14:tracePt t="26382" x="3894138" y="3949700"/>
          <p14:tracePt t="26383" x="3879850" y="3963988"/>
          <p14:tracePt t="26385" x="3852863" y="3963988"/>
          <p14:tracePt t="26386" x="3838575" y="3978275"/>
          <p14:tracePt t="26388" x="3824288" y="3990975"/>
          <p14:tracePt t="26389" x="3811588" y="3990975"/>
          <p14:tracePt t="26391" x="3797300" y="3990975"/>
          <p14:tracePt t="26392" x="3783013" y="4005263"/>
          <p14:tracePt t="26395" x="3770313" y="4019550"/>
          <p14:tracePt t="26398" x="3756025" y="4019550"/>
          <p14:tracePt t="26400" x="3756025" y="4032250"/>
          <p14:tracePt t="26438" x="3783013" y="4032250"/>
          <p14:tracePt t="26440" x="3797300" y="4019550"/>
          <p14:tracePt t="26441" x="3811588" y="4019550"/>
          <p14:tracePt t="26442" x="3824288" y="4005263"/>
          <p14:tracePt t="26445" x="3838575" y="3990975"/>
          <p14:tracePt t="26445" x="3852863" y="3978275"/>
          <p14:tracePt t="26446" x="3879850" y="3978275"/>
          <p14:tracePt t="26448" x="3906838" y="3949700"/>
          <p14:tracePt t="26453" x="3948113" y="3937000"/>
          <p14:tracePt t="26453" x="3962400" y="3922713"/>
          <p14:tracePt t="26454" x="3989388" y="3908425"/>
          <p14:tracePt t="26455" x="4016375" y="3908425"/>
          <p14:tracePt t="26456" x="4030663" y="3895725"/>
          <p14:tracePt t="26457" x="4057650" y="3881438"/>
          <p14:tracePt t="26458" x="4098925" y="3867150"/>
          <p14:tracePt t="26459" x="4113213" y="3854450"/>
          <p14:tracePt t="26460" x="4125913" y="3854450"/>
          <p14:tracePt t="26461" x="4154488" y="3840163"/>
          <p14:tracePt t="26462" x="4167188" y="3840163"/>
          <p14:tracePt t="26463" x="4195763" y="3827463"/>
          <p14:tracePt t="26464" x="4222750" y="3813175"/>
          <p14:tracePt t="26465" x="4264025" y="3798888"/>
          <p14:tracePt t="26466" x="4291013" y="3786188"/>
          <p14:tracePt t="26467" x="4305300" y="3771900"/>
          <p14:tracePt t="26468" x="4332288" y="3757613"/>
          <p14:tracePt t="26469" x="4373563" y="3744913"/>
          <p14:tracePt t="26470" x="4400550" y="3730625"/>
          <p14:tracePt t="26471" x="4441825" y="3716338"/>
          <p14:tracePt t="26473" x="4468813" y="3689350"/>
          <p14:tracePt t="26474" x="4497388" y="3689350"/>
          <p14:tracePt t="26475" x="4537075" y="3662363"/>
          <p14:tracePt t="26476" x="4565650" y="3648075"/>
          <p14:tracePt t="26477" x="4592638" y="3648075"/>
          <p14:tracePt t="26478" x="4619625" y="3621088"/>
          <p14:tracePt t="26480" x="4646613" y="3606800"/>
          <p14:tracePt t="26481" x="4675188" y="3594100"/>
          <p14:tracePt t="26481" x="4702175" y="3579813"/>
          <p14:tracePt t="26483" x="4729163" y="3579813"/>
          <p14:tracePt t="26484" x="4757738" y="3565525"/>
          <p14:tracePt t="26485" x="4784725" y="3538538"/>
          <p14:tracePt t="26486" x="4797425" y="3538538"/>
          <p14:tracePt t="26487" x="4811713" y="3538538"/>
          <p14:tracePt t="26488" x="4811713" y="3524250"/>
          <p14:tracePt t="26490" x="4838700" y="3524250"/>
          <p14:tracePt t="26492" x="4838700" y="3511550"/>
          <p14:tracePt t="26493" x="4852988" y="3511550"/>
          <p14:tracePt t="26537" x="4838700" y="3524250"/>
          <p14:tracePt t="26539" x="4811713" y="3538538"/>
          <p14:tracePt t="26542" x="4797425" y="3565525"/>
          <p14:tracePt t="26543" x="4784725" y="3565525"/>
          <p14:tracePt t="26544" x="4784725" y="3579813"/>
          <p14:tracePt t="26545" x="4770438" y="3579813"/>
          <p14:tracePt t="26546" x="4757738" y="3594100"/>
          <p14:tracePt t="26549" x="4716463" y="3621088"/>
          <p14:tracePt t="26551" x="4687888" y="3635375"/>
          <p14:tracePt t="26552" x="4675188" y="3648075"/>
          <p14:tracePt t="26553" x="4660900" y="3662363"/>
          <p14:tracePt t="26557" x="4606925" y="3689350"/>
          <p14:tracePt t="26558" x="4578350" y="3689350"/>
          <p14:tracePt t="26559" x="4578350" y="3703638"/>
          <p14:tracePt t="26560" x="4565650" y="3716338"/>
          <p14:tracePt t="26561" x="4537075" y="3716338"/>
          <p14:tracePt t="26563" x="4537075" y="3730625"/>
          <p14:tracePt t="26564" x="4524375" y="3730625"/>
          <p14:tracePt t="26564" x="4510088" y="3730625"/>
          <p14:tracePt t="26565" x="4497388" y="3744913"/>
          <p14:tracePt t="26566" x="4468813" y="3757613"/>
          <p14:tracePt t="26568" x="4456113" y="3757613"/>
          <p14:tracePt t="26570" x="4427538" y="3771900"/>
          <p14:tracePt t="26571" x="4414838" y="3786188"/>
          <p14:tracePt t="26572" x="4400550" y="3786188"/>
          <p14:tracePt t="26573" x="4386263" y="3798888"/>
          <p14:tracePt t="26575" x="4359275" y="3813175"/>
          <p14:tracePt t="26578" x="4332288" y="3813175"/>
          <p14:tracePt t="26579" x="4318000" y="3827463"/>
          <p14:tracePt t="26580" x="4305300" y="3840163"/>
          <p14:tracePt t="26581" x="4291013" y="3840163"/>
          <p14:tracePt t="26582" x="4276725" y="3840163"/>
          <p14:tracePt t="26583" x="4264025" y="3854450"/>
          <p14:tracePt t="26585" x="4249738" y="3854450"/>
          <p14:tracePt t="26586" x="4235450" y="3867150"/>
          <p14:tracePt t="26588" x="4222750" y="3867150"/>
          <p14:tracePt t="26590" x="4208463" y="3881438"/>
          <p14:tracePt t="26593" x="4195763" y="3881438"/>
          <p14:tracePt t="26594" x="4181475" y="3881438"/>
          <p14:tracePt t="26596" x="4181475" y="3895725"/>
          <p14:tracePt t="26598" x="4167188" y="3895725"/>
          <p14:tracePt t="26602" x="4154488" y="3908425"/>
          <p14:tracePt t="26668" x="4154488" y="3895725"/>
          <p14:tracePt t="26672" x="4154488" y="3881438"/>
          <p14:tracePt t="26674" x="4154488" y="3867150"/>
          <p14:tracePt t="26676" x="4154488" y="3854450"/>
          <p14:tracePt t="26678" x="4154488" y="3840163"/>
          <p14:tracePt t="26681" x="4154488" y="3827463"/>
          <p14:tracePt t="26683" x="4154488" y="3798888"/>
          <p14:tracePt t="26685" x="4154488" y="3786188"/>
          <p14:tracePt t="26688" x="4154488" y="3757613"/>
          <p14:tracePt t="26691" x="4167188" y="3744913"/>
          <p14:tracePt t="26692" x="4181475" y="3716338"/>
          <p14:tracePt t="26696" x="4181475" y="3703638"/>
          <p14:tracePt t="26696" x="4181475" y="3689350"/>
          <p14:tracePt t="26697" x="4181475" y="3676650"/>
          <p14:tracePt t="26698" x="4195763" y="3662363"/>
          <p14:tracePt t="26700" x="4195763" y="3648075"/>
          <p14:tracePt t="26702" x="4195763" y="3635375"/>
          <p14:tracePt t="26703" x="4208463" y="3621088"/>
          <p14:tracePt t="26704" x="4208463" y="3606800"/>
          <p14:tracePt t="26705" x="4222750" y="3594100"/>
          <p14:tracePt t="26706" x="4222750" y="3579813"/>
          <p14:tracePt t="26709" x="4222750" y="3552825"/>
          <p14:tracePt t="26710" x="4222750" y="3538538"/>
          <p14:tracePt t="26712" x="4222750" y="3511550"/>
          <p14:tracePt t="26714" x="4222750" y="3497263"/>
          <p14:tracePt t="26715" x="4222750" y="3484563"/>
          <p14:tracePt t="26716" x="4222750" y="3470275"/>
          <p14:tracePt t="26717" x="4235450" y="3455988"/>
          <p14:tracePt t="26718" x="4235450" y="3443288"/>
          <p14:tracePt t="26720" x="4235450" y="3429000"/>
          <p14:tracePt t="26721" x="4235450" y="3414713"/>
          <p14:tracePt t="26723" x="4235450" y="3402013"/>
          <p14:tracePt t="26723" x="4235450" y="3387725"/>
          <p14:tracePt t="26724" x="4235450" y="3373438"/>
          <p14:tracePt t="26726" x="4235450" y="3360738"/>
          <p14:tracePt t="26727" x="4235450" y="3346450"/>
          <p14:tracePt t="26728" x="4235450" y="3333750"/>
          <p14:tracePt t="26730" x="4235450" y="3319463"/>
          <p14:tracePt t="26731" x="4235450" y="3305175"/>
          <p14:tracePt t="26733" x="4235450" y="3278188"/>
          <p14:tracePt t="26734" x="4235450" y="3263900"/>
          <p14:tracePt t="26735" x="4235450" y="3251200"/>
          <p14:tracePt t="26736" x="4235450" y="3236913"/>
          <p14:tracePt t="26738" x="4235450" y="3209925"/>
          <p14:tracePt t="26740" x="4235450" y="3195638"/>
          <p14:tracePt t="26741" x="4235450" y="3181350"/>
          <p14:tracePt t="26742" x="4235450" y="3168650"/>
          <p14:tracePt t="26743" x="4235450" y="3154363"/>
          <p14:tracePt t="26744" x="4235450" y="3127375"/>
          <p14:tracePt t="26746" x="4235450" y="3113088"/>
          <p14:tracePt t="26747" x="4235450" y="3100388"/>
          <p14:tracePt t="26748" x="4235450" y="3086100"/>
          <p14:tracePt t="26750" x="4222750" y="3059113"/>
          <p14:tracePt t="26751" x="4222750" y="3044825"/>
          <p14:tracePt t="26753" x="4222750" y="3030538"/>
          <p14:tracePt t="26754" x="4222750" y="3017838"/>
          <p14:tracePt t="26755" x="4208463" y="3003550"/>
          <p14:tracePt t="26756" x="4208463" y="2990850"/>
          <p14:tracePt t="26758" x="4208463" y="2976563"/>
          <p14:tracePt t="26759" x="4208463" y="2962275"/>
          <p14:tracePt t="26760" x="4208463" y="2949575"/>
          <p14:tracePt t="26762" x="4208463" y="2921000"/>
          <p14:tracePt t="26765" x="4208463" y="2908300"/>
          <p14:tracePt t="26765" x="4195763" y="2894013"/>
          <p14:tracePt t="26766" x="4195763" y="2879725"/>
          <p14:tracePt t="26767" x="4195763" y="2867025"/>
          <p14:tracePt t="26769" x="4195763" y="2852738"/>
          <p14:tracePt t="26770" x="4181475" y="2838450"/>
          <p14:tracePt t="26772" x="4181475" y="2811463"/>
          <p14:tracePt t="26774" x="4181475" y="2798763"/>
          <p14:tracePt t="26775" x="4181475" y="2784475"/>
          <p14:tracePt t="26776" x="4181475" y="2770188"/>
          <p14:tracePt t="26777" x="4181475" y="2757488"/>
          <p14:tracePt t="26779" x="4181475" y="2743200"/>
          <p14:tracePt t="26780" x="4181475" y="2728913"/>
          <p14:tracePt t="26781" x="4181475" y="2716213"/>
          <p14:tracePt t="26782" x="4181475" y="2701925"/>
          <p14:tracePt t="26784" x="4181475" y="2687638"/>
          <p14:tracePt t="26785" x="4181475" y="2674938"/>
          <p14:tracePt t="26786" x="4181475" y="2660650"/>
          <p14:tracePt t="26788" x="4181475" y="2647950"/>
          <p14:tracePt t="26789" x="4181475" y="2633663"/>
          <p14:tracePt t="26791" x="4181475" y="2606675"/>
          <p14:tracePt t="26794" x="4181475" y="2592388"/>
          <p14:tracePt t="26795" x="4181475" y="2578100"/>
          <p14:tracePt t="26797" x="4181475" y="2565400"/>
          <p14:tracePt t="26799" x="4181475" y="2551113"/>
          <p14:tracePt t="26800" x="4167188" y="2551113"/>
          <p14:tracePt t="26802" x="4154488" y="2524125"/>
          <p14:tracePt t="26806" x="4154488" y="2509838"/>
          <p14:tracePt t="26809" x="4154488" y="2495550"/>
          <p14:tracePt t="26814" x="4140200" y="2482850"/>
          <p14:tracePt t="26816" x="4140200" y="2468563"/>
          <p14:tracePt t="26827" x="4140200" y="2455863"/>
          <p14:tracePt t="26973" x="4125913" y="2455863"/>
          <p14:tracePt t="27152" x="4125913" y="2441575"/>
          <p14:tracePt t="27156" x="4125913" y="2427288"/>
          <p14:tracePt t="27158" x="4125913" y="2414588"/>
          <p14:tracePt t="27159" x="4113213" y="2414588"/>
          <p14:tracePt t="27161" x="4098925" y="2400300"/>
          <p14:tracePt t="27164" x="4098925" y="2386013"/>
          <p14:tracePt t="27166" x="4098925" y="2373313"/>
          <p14:tracePt t="27167" x="4098925" y="2359025"/>
          <p14:tracePt t="27170" x="4098925" y="2344738"/>
          <p14:tracePt t="27172" x="4084638" y="2344738"/>
          <p14:tracePt t="27174" x="4084638" y="2332038"/>
          <p14:tracePt t="27176" x="4084638" y="2305050"/>
          <p14:tracePt t="27179" x="4084638" y="2290763"/>
          <p14:tracePt t="27183" x="4071938" y="2263775"/>
          <p14:tracePt t="27188" x="4071938" y="2249488"/>
          <p14:tracePt t="27192" x="4071938" y="2235200"/>
          <p14:tracePt t="27199" x="4057650" y="2235200"/>
          <p14:tracePt t="27202" x="4057650" y="2222500"/>
          <p14:tracePt t="27757" x="4057650" y="2235200"/>
          <p14:tracePt t="27759" x="4057650" y="2249488"/>
          <p14:tracePt t="27761" x="4071938" y="2263775"/>
          <p14:tracePt t="27763" x="4084638" y="2263775"/>
          <p14:tracePt t="27764" x="4084638" y="2276475"/>
          <p14:tracePt t="27766" x="4098925" y="2276475"/>
          <p14:tracePt t="27767" x="4098925" y="2290763"/>
          <p14:tracePt t="27769" x="4113213" y="2290763"/>
          <p14:tracePt t="27771" x="4113213" y="2305050"/>
          <p14:tracePt t="27772" x="4113213" y="2317750"/>
          <p14:tracePt t="27774" x="4125913" y="2317750"/>
          <p14:tracePt t="27775" x="4125913" y="2332038"/>
          <p14:tracePt t="27778" x="4140200" y="2344738"/>
          <p14:tracePt t="27780" x="4154488" y="2344738"/>
          <p14:tracePt t="27782" x="4154488" y="2359025"/>
          <p14:tracePt t="27783" x="4154488" y="2373313"/>
          <p14:tracePt t="27786" x="4167188" y="2386013"/>
          <p14:tracePt t="27790" x="4181475" y="2400300"/>
          <p14:tracePt t="27794" x="4181475" y="2414588"/>
          <p14:tracePt t="27796" x="4195763" y="2427288"/>
          <p14:tracePt t="27799" x="4195763" y="2441575"/>
          <p14:tracePt t="27801" x="4208463" y="2455863"/>
          <p14:tracePt t="27803" x="4208463" y="2468563"/>
          <p14:tracePt t="27806" x="4222750" y="2482850"/>
          <p14:tracePt t="27808" x="4222750" y="2495550"/>
          <p14:tracePt t="27809" x="4222750" y="2509838"/>
          <p14:tracePt t="27811" x="4222750" y="2524125"/>
          <p14:tracePt t="27813" x="4235450" y="2536825"/>
          <p14:tracePt t="27814" x="4235450" y="2551113"/>
          <p14:tracePt t="27816" x="4235450" y="2565400"/>
          <p14:tracePt t="27819" x="4235450" y="2578100"/>
          <p14:tracePt t="27820" x="4235450" y="2592388"/>
          <p14:tracePt t="27822" x="4235450" y="2619375"/>
          <p14:tracePt t="27823" x="4249738" y="2619375"/>
          <p14:tracePt t="27825" x="4249738" y="2633663"/>
          <p14:tracePt t="27827" x="4249738" y="2647950"/>
          <p14:tracePt t="27829" x="4249738" y="2660650"/>
          <p14:tracePt t="27830" x="4249738" y="2674938"/>
          <p14:tracePt t="27834" x="4249738" y="2687638"/>
          <p14:tracePt t="27835" x="4249738" y="2701925"/>
          <p14:tracePt t="27836" x="4249738" y="2716213"/>
          <p14:tracePt t="27838" x="4249738" y="2728913"/>
          <p14:tracePt t="27841" x="4249738" y="2743200"/>
          <p14:tracePt t="27842" x="4249738" y="2770188"/>
          <p14:tracePt t="27845" x="4249738" y="2784475"/>
          <p14:tracePt t="27848" x="4249738" y="2798763"/>
          <p14:tracePt t="27849" x="4249738" y="2811463"/>
          <p14:tracePt t="27851" x="4249738" y="2825750"/>
          <p14:tracePt t="27855" x="4249738" y="2838450"/>
          <p14:tracePt t="27856" x="4249738" y="2852738"/>
          <p14:tracePt t="27858" x="4249738" y="2867025"/>
          <p14:tracePt t="27860" x="4249738" y="2879725"/>
          <p14:tracePt t="27863" x="4249738" y="2894013"/>
          <p14:tracePt t="27865" x="4249738" y="2908300"/>
          <p14:tracePt t="27867" x="4249738" y="2921000"/>
          <p14:tracePt t="27870" x="4249738" y="2935288"/>
          <p14:tracePt t="27873" x="4249738" y="2962275"/>
          <p14:tracePt t="27876" x="4249738" y="2976563"/>
          <p14:tracePt t="27879" x="4249738" y="2990850"/>
          <p14:tracePt t="27882" x="4249738" y="3003550"/>
          <p14:tracePt t="27884" x="4249738" y="3017838"/>
          <p14:tracePt t="27886" x="4249738" y="3030538"/>
          <p14:tracePt t="27891" x="4249738" y="3059113"/>
          <p14:tracePt t="27894" x="4264025" y="3071813"/>
          <p14:tracePt t="27897" x="4264025" y="3086100"/>
          <p14:tracePt t="27900" x="4264025" y="3113088"/>
          <p14:tracePt t="27902" x="4276725" y="3113088"/>
          <p14:tracePt t="27903" x="4276725" y="3127375"/>
          <p14:tracePt t="27906" x="4276725" y="3154363"/>
          <p14:tracePt t="27910" x="4276725" y="3168650"/>
          <p14:tracePt t="27912" x="4291013" y="3181350"/>
          <p14:tracePt t="27914" x="4291013" y="3195638"/>
          <p14:tracePt t="27917" x="4291013" y="3222625"/>
          <p14:tracePt t="27920" x="4291013" y="3236913"/>
          <p14:tracePt t="27922" x="4291013" y="3251200"/>
          <p14:tracePt t="27923" x="4305300" y="3251200"/>
          <p14:tracePt t="27925" x="4305300" y="3278188"/>
          <p14:tracePt t="27928" x="4305300" y="3292475"/>
          <p14:tracePt t="27931" x="4305300" y="3305175"/>
          <p14:tracePt t="27933" x="4305300" y="3319463"/>
          <p14:tracePt t="27935" x="4305300" y="3333750"/>
          <p14:tracePt t="27938" x="4305300" y="3346450"/>
          <p14:tracePt t="27943" x="4305300" y="3360738"/>
          <p14:tracePt t="27946" x="4305300" y="3373438"/>
          <p14:tracePt t="27948" x="4305300" y="3387725"/>
          <p14:tracePt t="27954" x="4305300" y="3402013"/>
          <p14:tracePt t="27963" x="4305300" y="3414713"/>
          <p14:tracePt t="27971" x="4305300" y="3429000"/>
          <p14:tracePt t="27974" x="4305300" y="3443288"/>
          <p14:tracePt t="27980" x="4305300" y="3455988"/>
          <p14:tracePt t="27988" x="4305300" y="3470275"/>
          <p14:tracePt t="27994" x="4305300" y="3484563"/>
          <p14:tracePt t="27995" x="4305300" y="3497263"/>
          <p14:tracePt t="28002" x="4305300" y="3511550"/>
          <p14:tracePt t="28011" x="4305300" y="3524250"/>
          <p14:tracePt t="28020" x="4305300" y="3538538"/>
          <p14:tracePt t="28026" x="4305300" y="3552825"/>
          <p14:tracePt t="28028" x="4318000" y="3552825"/>
          <p14:tracePt t="28036" x="4318000" y="3565525"/>
          <p14:tracePt t="28054" x="4332288" y="3579813"/>
          <p14:tracePt t="28150" x="4346575" y="3579813"/>
          <p14:tracePt t="28156" x="4359275" y="3579813"/>
          <p14:tracePt t="28158" x="4373563" y="3579813"/>
          <p14:tracePt t="28161" x="4386263" y="3579813"/>
          <p14:tracePt t="28165" x="4400550" y="3579813"/>
          <p14:tracePt t="28167" x="4400550" y="3565525"/>
          <p14:tracePt t="28169" x="4414838" y="3565525"/>
          <p14:tracePt t="28170" x="4427538" y="3565525"/>
          <p14:tracePt t="28174" x="4427538" y="3552825"/>
          <p14:tracePt t="28176" x="4441825" y="3552825"/>
          <p14:tracePt t="28177" x="4441825" y="3538538"/>
          <p14:tracePt t="28179" x="4456113" y="3538538"/>
          <p14:tracePt t="28184" x="4468813" y="3524250"/>
          <p14:tracePt t="28188" x="4483100" y="3524250"/>
          <p14:tracePt t="28194" x="4483100" y="3511550"/>
          <p14:tracePt t="28195" x="4497388" y="3511550"/>
          <p14:tracePt t="28204" x="4497388" y="3497263"/>
          <p14:tracePt t="28205" x="4510088" y="3497263"/>
          <p14:tracePt t="28386" x="4510088" y="3484563"/>
          <p14:tracePt t="28392" x="4510088" y="3470275"/>
          <p14:tracePt t="28395" x="4510088" y="3455988"/>
          <p14:tracePt t="28401" x="4510088" y="3443288"/>
          <p14:tracePt t="28402" x="4510088" y="3429000"/>
          <p14:tracePt t="28407" x="4510088" y="3414713"/>
          <p14:tracePt t="28408" x="4497388" y="3414713"/>
          <p14:tracePt t="28409" x="4497388" y="3402013"/>
          <p14:tracePt t="28414" x="4497388" y="3387725"/>
          <p14:tracePt t="28415" x="4483100" y="3373438"/>
          <p14:tracePt t="28419" x="4468813" y="3360738"/>
          <p14:tracePt t="28421" x="4468813" y="3346450"/>
          <p14:tracePt t="28425" x="4456113" y="3333750"/>
          <p14:tracePt t="28426" x="4456113" y="3319463"/>
          <p14:tracePt t="28429" x="4441825" y="3305175"/>
          <p14:tracePt t="28432" x="4441825" y="3292475"/>
          <p14:tracePt t="28433" x="4441825" y="3278188"/>
          <p14:tracePt t="28435" x="4427538" y="3263900"/>
          <p14:tracePt t="28438" x="4414838" y="3251200"/>
          <p14:tracePt t="28441" x="4414838" y="3222625"/>
          <p14:tracePt t="28443" x="4386263" y="3222625"/>
          <p14:tracePt t="28445" x="4386263" y="3195638"/>
          <p14:tracePt t="28447" x="4373563" y="3195638"/>
          <p14:tracePt t="28448" x="4373563" y="3181350"/>
          <p14:tracePt t="28452" x="4359275" y="3168650"/>
          <p14:tracePt t="28453" x="4359275" y="3154363"/>
          <p14:tracePt t="28454" x="4346575" y="3141663"/>
          <p14:tracePt t="28457" x="4332288" y="3127375"/>
          <p14:tracePt t="28459" x="4318000" y="3100388"/>
          <p14:tracePt t="28461" x="4305300" y="3086100"/>
          <p14:tracePt t="28463" x="4291013" y="3071813"/>
          <p14:tracePt t="28466" x="4276725" y="3044825"/>
          <p14:tracePt t="28468" x="4264025" y="3030538"/>
          <p14:tracePt t="28470" x="4249738" y="3017838"/>
          <p14:tracePt t="28472" x="4222750" y="2990850"/>
          <p14:tracePt t="28474" x="4222750" y="2976563"/>
          <p14:tracePt t="28476" x="4195763" y="2962275"/>
          <p14:tracePt t="28478" x="4181475" y="2962275"/>
          <p14:tracePt t="28480" x="4167188" y="2949575"/>
          <p14:tracePt t="28482" x="4154488" y="2935288"/>
          <p14:tracePt t="28483" x="4154488" y="2921000"/>
          <p14:tracePt t="28484" x="4140200" y="2921000"/>
          <p14:tracePt t="28485" x="4140200" y="2908300"/>
          <p14:tracePt t="28487" x="4113213" y="2894013"/>
          <p14:tracePt t="28489" x="4113213" y="2879725"/>
          <p14:tracePt t="28490" x="4098925" y="2879725"/>
          <p14:tracePt t="28492" x="4084638" y="2867025"/>
          <p14:tracePt t="28495" x="4071938" y="2867025"/>
          <p14:tracePt t="28496" x="4071938" y="2852738"/>
          <p14:tracePt t="28497" x="4057650" y="2852738"/>
          <p14:tracePt t="28498" x="4057650" y="2838450"/>
          <p14:tracePt t="28501" x="4030663" y="2825750"/>
          <p14:tracePt t="28503" x="4016375" y="2811463"/>
          <p14:tracePt t="28505" x="4003675" y="2811463"/>
          <p14:tracePt t="28508" x="4003675" y="2798763"/>
          <p14:tracePt t="28509" x="3989388" y="2798763"/>
          <p14:tracePt t="28510" x="3989388" y="2784475"/>
          <p14:tracePt t="28512" x="3975100" y="2784475"/>
          <p14:tracePt t="28514" x="3962400" y="2770188"/>
          <p14:tracePt t="28516" x="3948113" y="2770188"/>
          <p14:tracePt t="28518" x="3933825" y="2770188"/>
          <p14:tracePt t="28520" x="3921125" y="2757488"/>
          <p14:tracePt t="28524" x="3906838" y="2743200"/>
          <p14:tracePt t="28528" x="3906838" y="2728913"/>
          <p14:tracePt t="28530" x="3894138" y="2728913"/>
          <p14:tracePt t="28532" x="3894138" y="2716213"/>
          <p14:tracePt t="28535" x="3879850" y="2716213"/>
          <p14:tracePt t="28540" x="3865563" y="2701925"/>
          <p14:tracePt t="28548" x="3865563" y="2687638"/>
          <p14:tracePt t="28550" x="3865563" y="2674938"/>
          <p14:tracePt t="28556" x="3865563" y="2660650"/>
          <p14:tracePt t="28563" x="3865563" y="2647950"/>
          <p14:tracePt t="28565" x="3852863" y="2647950"/>
          <p14:tracePt t="28567" x="3852863" y="2633663"/>
          <p14:tracePt t="28570" x="3852863" y="2619375"/>
          <p14:tracePt t="28573" x="3852863" y="2606675"/>
          <p14:tracePt t="28578" x="3852863" y="2592388"/>
          <p14:tracePt t="28581" x="3838575" y="2578100"/>
          <p14:tracePt t="28584" x="3838575" y="2565400"/>
          <p14:tracePt t="28587" x="3838575" y="2551113"/>
          <p14:tracePt t="28591" x="3824288" y="2536825"/>
          <p14:tracePt t="28592" x="3811588" y="2536825"/>
          <p14:tracePt t="28593" x="3811588" y="2524125"/>
          <p14:tracePt t="28595" x="3811588" y="2509838"/>
          <p14:tracePt t="28597" x="3797300" y="2509838"/>
          <p14:tracePt t="28598" x="3797300" y="2495550"/>
          <p14:tracePt t="28602" x="3797300" y="2482850"/>
          <p14:tracePt t="28604" x="3783013" y="2468563"/>
          <p14:tracePt t="28607" x="3783013" y="2455863"/>
          <p14:tracePt t="28610" x="3770313" y="2441575"/>
          <p14:tracePt t="28613" x="3770313" y="2427288"/>
          <p14:tracePt t="28614" x="3756025" y="2427288"/>
          <p14:tracePt t="28616" x="3756025" y="2414588"/>
          <p14:tracePt t="28617" x="3756025" y="2400300"/>
          <p14:tracePt t="28620" x="3743325" y="2386013"/>
          <p14:tracePt t="28623" x="3743325" y="2373313"/>
          <p14:tracePt t="28626" x="3743325" y="2359025"/>
          <p14:tracePt t="28629" x="3743325" y="2344738"/>
          <p14:tracePt t="28631" x="3729038" y="2344738"/>
          <p14:tracePt t="28633" x="3729038" y="2332038"/>
          <p14:tracePt t="28638" x="3729038" y="2317750"/>
          <p14:tracePt t="28641" x="3729038" y="2305050"/>
          <p14:tracePt t="28643" x="3729038" y="2290763"/>
          <p14:tracePt t="28647" x="3729038" y="2276475"/>
          <p14:tracePt t="28654" x="3729038" y="2263775"/>
          <p14:tracePt t="28656" x="3714750" y="2263775"/>
          <p14:tracePt t="28658" x="3714750" y="2249488"/>
          <p14:tracePt t="28662" x="3714750" y="2235200"/>
          <p14:tracePt t="28672" x="3714750" y="2222500"/>
          <p14:tracePt t="28678" x="3729038" y="2222500"/>
          <p14:tracePt t="28679" x="3729038" y="2208213"/>
          <p14:tracePt t="28682" x="3743325" y="2208213"/>
          <p14:tracePt t="28685" x="3756025" y="2208213"/>
          <p14:tracePt t="28688" x="3756025" y="2193925"/>
          <p14:tracePt t="28689" x="3770313" y="2193925"/>
          <p14:tracePt t="28693" x="3783013" y="2181225"/>
          <p14:tracePt t="28700" x="3797300" y="2181225"/>
          <p14:tracePt t="28727" x="3811588" y="2181225"/>
          <p14:tracePt t="28735" x="3824288" y="2166938"/>
          <p14:tracePt t="28744" x="3838575" y="2166938"/>
          <p14:tracePt t="28753" x="3852863" y="2166938"/>
          <p14:tracePt t="28762" x="3879850" y="2166938"/>
          <p14:tracePt t="28772" x="3894138" y="2166938"/>
          <p14:tracePt t="28780" x="3906838" y="2166938"/>
          <p14:tracePt t="28808" x="3921125" y="2166938"/>
          <p14:tracePt t="28855" x="3933825" y="2166938"/>
          <p14:tracePt t="28860" x="3948113" y="2166938"/>
          <p14:tracePt t="28871" x="3962400" y="2166938"/>
          <p14:tracePt t="28881" x="3975100" y="2166938"/>
          <p14:tracePt t="28892" x="3989388" y="2166938"/>
          <p14:tracePt t="28904" x="4003675" y="2166938"/>
          <p14:tracePt t="29068" x="4003675" y="2181225"/>
          <p14:tracePt t="29072" x="4016375" y="2181225"/>
          <p14:tracePt t="29073" x="4016375" y="2193925"/>
          <p14:tracePt t="29081" x="4016375" y="2208213"/>
          <p14:tracePt t="29085" x="4030663" y="2208213"/>
          <p14:tracePt t="29087" x="4030663" y="2235200"/>
          <p14:tracePt t="29092" x="4030663" y="2249488"/>
          <p14:tracePt t="29093" x="4030663" y="2263775"/>
          <p14:tracePt t="29096" x="4030663" y="2276475"/>
          <p14:tracePt t="29098" x="4044950" y="2290763"/>
          <p14:tracePt t="29100" x="4044950" y="2317750"/>
          <p14:tracePt t="29103" x="4044950" y="2332038"/>
          <p14:tracePt t="29106" x="4044950" y="2373313"/>
          <p14:tracePt t="29107" x="4057650" y="2386013"/>
          <p14:tracePt t="29109" x="4057650" y="2400300"/>
          <p14:tracePt t="29110" x="4057650" y="2414588"/>
          <p14:tracePt t="29112" x="4071938" y="2441575"/>
          <p14:tracePt t="29114" x="4071938" y="2468563"/>
          <p14:tracePt t="29115" x="4071938" y="2482850"/>
          <p14:tracePt t="29116" x="4071938" y="2495550"/>
          <p14:tracePt t="29119" x="4084638" y="2536825"/>
          <p14:tracePt t="29120" x="4084638" y="2551113"/>
          <p14:tracePt t="29121" x="4084638" y="2578100"/>
          <p14:tracePt t="29122" x="4113213" y="2592388"/>
          <p14:tracePt t="29126" x="4113213" y="2606675"/>
          <p14:tracePt t="29127" x="4125913" y="2633663"/>
          <p14:tracePt t="29128" x="4125913" y="2647950"/>
          <p14:tracePt t="29129" x="4140200" y="2660650"/>
          <p14:tracePt t="29130" x="4154488" y="2674938"/>
          <p14:tracePt t="29131" x="4154488" y="2687638"/>
          <p14:tracePt t="29132" x="4167188" y="2701925"/>
          <p14:tracePt t="29133" x="4167188" y="2716213"/>
          <p14:tracePt t="29134" x="4181475" y="2728913"/>
          <p14:tracePt t="29136" x="4195763" y="2757488"/>
          <p14:tracePt t="29138" x="4222750" y="2784475"/>
          <p14:tracePt t="29139" x="4235450" y="2798763"/>
          <p14:tracePt t="29140" x="4235450" y="2811463"/>
          <p14:tracePt t="29142" x="4249738" y="2838450"/>
          <p14:tracePt t="29144" x="4276725" y="2852738"/>
          <p14:tracePt t="29145" x="4291013" y="2867025"/>
          <p14:tracePt t="29147" x="4291013" y="2879725"/>
          <p14:tracePt t="29148" x="4318000" y="2894013"/>
          <p14:tracePt t="29151" x="4332288" y="2908300"/>
          <p14:tracePt t="29152" x="4346575" y="2921000"/>
          <p14:tracePt t="29154" x="4359275" y="2935288"/>
          <p14:tracePt t="29155" x="4373563" y="2935288"/>
          <p14:tracePt t="29156" x="4373563" y="2949575"/>
          <p14:tracePt t="29158" x="4386263" y="2962275"/>
          <p14:tracePt t="29161" x="4400550" y="2976563"/>
          <p14:tracePt t="29163" x="4414838" y="2990850"/>
          <p14:tracePt t="29165" x="4427538" y="2990850"/>
          <p14:tracePt t="29167" x="4441825" y="3003550"/>
          <p14:tracePt t="29169" x="4456113" y="3003550"/>
          <p14:tracePt t="29176" x="4468813" y="3017838"/>
          <p14:tracePt t="29182" x="4468813" y="3030538"/>
          <p14:tracePt t="29218" x="4468813" y="3044825"/>
          <p14:tracePt t="29222" x="4468813" y="3071813"/>
          <p14:tracePt t="29225" x="4456113" y="3086100"/>
          <p14:tracePt t="29226" x="4441825" y="3100388"/>
          <p14:tracePt t="29230" x="4441825" y="3113088"/>
          <p14:tracePt t="29231" x="4427538" y="3141663"/>
          <p14:tracePt t="29234" x="4414838" y="3154363"/>
          <p14:tracePt t="29236" x="4414838" y="3168650"/>
          <p14:tracePt t="29237" x="4414838" y="3181350"/>
          <p14:tracePt t="29239" x="4414838" y="3195638"/>
          <p14:tracePt t="29240" x="4400550" y="3209925"/>
          <p14:tracePt t="29241" x="4400550" y="3222625"/>
          <p14:tracePt t="29244" x="4400550" y="3236913"/>
          <p14:tracePt t="29246" x="4400550" y="3251200"/>
          <p14:tracePt t="29246" x="4386263" y="3263900"/>
          <p14:tracePt t="29249" x="4373563" y="3278188"/>
          <p14:tracePt t="29252" x="4373563" y="3305175"/>
          <p14:tracePt t="29253" x="4373563" y="3319463"/>
          <p14:tracePt t="29254" x="4373563" y="3333750"/>
          <p14:tracePt t="29257" x="4373563" y="3346450"/>
          <p14:tracePt t="29258" x="4359275" y="3360738"/>
          <p14:tracePt t="29260" x="4359275" y="3373438"/>
          <p14:tracePt t="29261" x="4359275" y="3387725"/>
          <p14:tracePt t="29263" x="4359275" y="3402013"/>
          <p14:tracePt t="29266" x="4346575" y="3402013"/>
          <p14:tracePt t="29266" x="4346575" y="3429000"/>
          <p14:tracePt t="29269" x="4346575" y="3443288"/>
          <p14:tracePt t="29270" x="4332288" y="3443288"/>
          <p14:tracePt t="29272" x="4332288" y="3455988"/>
          <p14:tracePt t="29273" x="4318000" y="3470275"/>
          <p14:tracePt t="29279" x="4318000" y="3497263"/>
          <p14:tracePt t="29280" x="4305300" y="3511550"/>
          <p14:tracePt t="29283" x="4305300" y="3524250"/>
          <p14:tracePt t="29285" x="4305300" y="3538538"/>
          <p14:tracePt t="29288" x="4291013" y="3552825"/>
          <p14:tracePt t="29293" x="4276725" y="3565525"/>
          <p14:tracePt t="29294" x="4276725" y="3579813"/>
          <p14:tracePt t="29297" x="4276725" y="3594100"/>
          <p14:tracePt t="29299" x="4276725" y="3606800"/>
          <p14:tracePt t="29301" x="4264025" y="3606800"/>
          <p14:tracePt t="29302" x="4264025" y="3621088"/>
          <p14:tracePt t="29304" x="4264025" y="3635375"/>
          <p14:tracePt t="29306" x="4264025" y="3648075"/>
          <p14:tracePt t="29308" x="4264025" y="3662363"/>
          <p14:tracePt t="29309" x="4249738" y="3662363"/>
          <p14:tracePt t="29311" x="4249738" y="3689350"/>
          <p14:tracePt t="29313" x="4249738" y="3703638"/>
          <p14:tracePt t="29316" x="4249738" y="3716338"/>
          <p14:tracePt t="29317" x="4249738" y="3730625"/>
          <p14:tracePt t="29318" x="4235450" y="3730625"/>
          <p14:tracePt t="29320" x="4235450" y="3744913"/>
          <p14:tracePt t="29321" x="4235450" y="3757613"/>
          <p14:tracePt t="29323" x="4235450" y="3771900"/>
          <p14:tracePt t="29325" x="4222750" y="3786188"/>
          <p14:tracePt t="29328" x="4222750" y="3813175"/>
          <p14:tracePt t="29329" x="4222750" y="3827463"/>
          <p14:tracePt t="29331" x="4222750" y="3840163"/>
          <p14:tracePt t="29332" x="4222750" y="3854450"/>
          <p14:tracePt t="29335" x="4222750" y="3867150"/>
          <p14:tracePt t="29337" x="4208463" y="3867150"/>
          <p14:tracePt t="29337" x="4208463" y="3881438"/>
          <p14:tracePt t="29339" x="4208463" y="3895725"/>
          <p14:tracePt t="29341" x="4208463" y="3908425"/>
          <p14:tracePt t="29343" x="4208463" y="3922713"/>
          <p14:tracePt t="29344" x="4195763" y="3922713"/>
          <p14:tracePt t="29345" x="4195763" y="3937000"/>
          <p14:tracePt t="29346" x="4195763" y="3949700"/>
          <p14:tracePt t="29348" x="4181475" y="3949700"/>
          <p14:tracePt t="29349" x="4181475" y="3963988"/>
          <p14:tracePt t="29352" x="4181475" y="3978275"/>
          <p14:tracePt t="29355" x="4167188" y="3990975"/>
          <p14:tracePt t="29356" x="4167188" y="4005263"/>
          <p14:tracePt t="29359" x="4167188" y="4019550"/>
          <p14:tracePt t="29361" x="4154488" y="4019550"/>
          <p14:tracePt t="29363" x="4154488" y="4032250"/>
          <p14:tracePt t="29367" x="4154488" y="4046538"/>
          <p14:tracePt t="29368" x="4154488" y="4059238"/>
          <p14:tracePt t="29371" x="4154488" y="4073525"/>
          <p14:tracePt t="29372" x="4140200" y="4073525"/>
          <p14:tracePt t="29377" x="4125913" y="4087813"/>
          <p14:tracePt t="29383" x="4125913" y="4100513"/>
          <p14:tracePt t="29391" x="4125913" y="4114800"/>
          <p14:tracePt t="29403" x="4113213" y="4129088"/>
          <p14:tracePt t="29431" x="4113213" y="4141788"/>
          <p14:tracePt t="29484" x="4140200" y="4141788"/>
          <p14:tracePt t="29486" x="4167188" y="4129088"/>
          <p14:tracePt t="29488" x="4181475" y="4114800"/>
          <p14:tracePt t="29489" x="4195763" y="4114800"/>
          <p14:tracePt t="29490" x="4208463" y="4114800"/>
          <p14:tracePt t="29491" x="4222750" y="4100513"/>
          <p14:tracePt t="29492" x="4235450" y="4087813"/>
          <p14:tracePt t="29494" x="4276725" y="4073525"/>
          <p14:tracePt t="29495" x="4305300" y="4059238"/>
          <p14:tracePt t="29496" x="4332288" y="4059238"/>
          <p14:tracePt t="29497" x="4346575" y="4046538"/>
          <p14:tracePt t="29498" x="4373563" y="4019550"/>
          <p14:tracePt t="29499" x="4386263" y="4019550"/>
          <p14:tracePt t="29500" x="4414838" y="4019550"/>
          <p14:tracePt t="29501" x="4427538" y="4005263"/>
          <p14:tracePt t="29502" x="4456113" y="3990975"/>
          <p14:tracePt t="29503" x="4483100" y="3990975"/>
          <p14:tracePt t="29505" x="4497388" y="3978275"/>
          <p14:tracePt t="29506" x="4524375" y="3963988"/>
          <p14:tracePt t="29508" x="4551363" y="3949700"/>
          <p14:tracePt t="29509" x="4592638" y="3937000"/>
          <p14:tracePt t="29509" x="4619625" y="3908425"/>
          <p14:tracePt t="29510" x="4646613" y="3908425"/>
          <p14:tracePt t="29511" x="4687888" y="3895725"/>
          <p14:tracePt t="29512" x="4716463" y="3867150"/>
          <p14:tracePt t="29513" x="4757738" y="3867150"/>
          <p14:tracePt t="29514" x="4784725" y="3854450"/>
          <p14:tracePt t="29515" x="4811713" y="3840163"/>
          <p14:tracePt t="29516" x="4838700" y="3827463"/>
          <p14:tracePt t="29517" x="4867275" y="3813175"/>
          <p14:tracePt t="29519" x="4908550" y="3798888"/>
          <p14:tracePt t="29520" x="4935538" y="3786188"/>
          <p14:tracePt t="29522" x="4976813" y="3757613"/>
          <p14:tracePt t="29524" x="5003800" y="3757613"/>
          <p14:tracePt t="29525" x="5003800" y="3744913"/>
          <p14:tracePt t="29526" x="5030788" y="3744913"/>
          <p14:tracePt t="29527" x="5030788" y="3730625"/>
          <p14:tracePt t="29529" x="5045075" y="3716338"/>
          <p14:tracePt t="29530" x="5059363" y="3716338"/>
          <p14:tracePt t="29530" x="5072063" y="3716338"/>
          <p14:tracePt t="29532" x="5086350" y="3703638"/>
          <p14:tracePt t="29535" x="5099050" y="3703638"/>
          <p14:tracePt t="29537" x="5099050" y="3689350"/>
          <p14:tracePt t="29539" x="5113338" y="3689350"/>
          <p14:tracePt t="29540" x="5127625" y="3676650"/>
          <p14:tracePt t="29592" x="5113338" y="3676650"/>
          <p14:tracePt t="29598" x="5099050" y="3676650"/>
          <p14:tracePt t="29604" x="5099050" y="3689350"/>
          <p14:tracePt t="29641" x="5086350" y="3689350"/>
          <p14:tracePt t="29682" x="5072063" y="3703638"/>
          <p14:tracePt t="29684" x="5059363" y="3703638"/>
          <p14:tracePt t="29686" x="5045075" y="3703638"/>
          <p14:tracePt t="29688" x="5030788" y="3716338"/>
          <p14:tracePt t="29691" x="5018088" y="3716338"/>
          <p14:tracePt t="29691" x="5003800" y="3716338"/>
          <p14:tracePt t="29692" x="4989513" y="3730625"/>
          <p14:tracePt t="29695" x="4976813" y="3730625"/>
          <p14:tracePt t="29696" x="4962525" y="3744913"/>
          <p14:tracePt t="29697" x="4935538" y="3744913"/>
          <p14:tracePt t="29699" x="4921250" y="3744913"/>
          <p14:tracePt t="29700" x="4908550" y="3757613"/>
          <p14:tracePt t="29702" x="4879975" y="3757613"/>
          <p14:tracePt t="29704" x="4852988" y="3771900"/>
          <p14:tracePt t="29705" x="4838700" y="3771900"/>
          <p14:tracePt t="29706" x="4811713" y="3771900"/>
          <p14:tracePt t="29709" x="4784725" y="3786188"/>
          <p14:tracePt t="29710" x="4757738" y="3786188"/>
          <p14:tracePt t="29711" x="4757738" y="3798888"/>
          <p14:tracePt t="29712" x="4743450" y="3798888"/>
          <p14:tracePt t="29713" x="4729163" y="3798888"/>
          <p14:tracePt t="29714" x="4716463" y="3798888"/>
          <p14:tracePt t="29716" x="4687888" y="3798888"/>
          <p14:tracePt t="29717" x="4675188" y="3798888"/>
          <p14:tracePt t="29718" x="4660900" y="3813175"/>
          <p14:tracePt t="29720" x="4646613" y="3813175"/>
          <p14:tracePt t="29721" x="4633913" y="3813175"/>
          <p14:tracePt t="29724" x="4606925" y="3813175"/>
          <p14:tracePt t="29724" x="4592638" y="3827463"/>
          <p14:tracePt t="29725" x="4578350" y="3827463"/>
          <p14:tracePt t="29726" x="4565650" y="3827463"/>
          <p14:tracePt t="29728" x="4551363" y="3827463"/>
          <p14:tracePt t="29730" x="4537075" y="3827463"/>
          <p14:tracePt t="29731" x="4524375" y="3827463"/>
          <p14:tracePt t="29732" x="4510088" y="3827463"/>
          <p14:tracePt t="29733" x="4497388" y="3827463"/>
          <p14:tracePt t="29735" x="4483100" y="3827463"/>
          <p14:tracePt t="29738" x="4456113" y="3827463"/>
          <p14:tracePt t="29739" x="4441825" y="3827463"/>
          <p14:tracePt t="29741" x="4427538" y="3827463"/>
          <p14:tracePt t="29744" x="4414838" y="3827463"/>
          <p14:tracePt t="29745" x="4400550" y="3827463"/>
          <p14:tracePt t="29746" x="4373563" y="3827463"/>
          <p14:tracePt t="29748" x="4359275" y="3827463"/>
          <p14:tracePt t="29751" x="4346575" y="3827463"/>
          <p14:tracePt t="29752" x="4332288" y="3827463"/>
          <p14:tracePt t="29754" x="4318000" y="3827463"/>
          <p14:tracePt t="29755" x="4305300" y="3827463"/>
          <p14:tracePt t="29757" x="4291013" y="3827463"/>
          <p14:tracePt t="29759" x="4276725" y="3827463"/>
          <p14:tracePt t="29761" x="4264025" y="3827463"/>
          <p14:tracePt t="29764" x="4249738" y="3813175"/>
          <p14:tracePt t="29767" x="4235450" y="3813175"/>
          <p14:tracePt t="29768" x="4222750" y="3798888"/>
          <p14:tracePt t="29772" x="4208463" y="3786188"/>
          <p14:tracePt t="29774" x="4208463" y="3771900"/>
          <p14:tracePt t="29777" x="4195763" y="3757613"/>
          <p14:tracePt t="29779" x="4195763" y="3744913"/>
          <p14:tracePt t="29780" x="4195763" y="3730625"/>
          <p14:tracePt t="29782" x="4181475" y="3716338"/>
          <p14:tracePt t="29785" x="4167188" y="3703638"/>
          <p14:tracePt t="29787" x="4167188" y="3689350"/>
          <p14:tracePt t="29789" x="4154488" y="3676650"/>
          <p14:tracePt t="29790" x="4154488" y="3648075"/>
          <p14:tracePt t="29793" x="4140200" y="3635375"/>
          <p14:tracePt t="29795" x="4125913" y="3594100"/>
          <p14:tracePt t="29796" x="4113213" y="3579813"/>
          <p14:tracePt t="29799" x="4113213" y="3552825"/>
          <p14:tracePt t="29800" x="4113213" y="3538538"/>
          <p14:tracePt t="29801" x="4084638" y="3511550"/>
          <p14:tracePt t="29803" x="4084638" y="3497263"/>
          <p14:tracePt t="29806" x="4084638" y="3484563"/>
          <p14:tracePt t="29807" x="4071938" y="3443288"/>
          <p14:tracePt t="29808" x="4057650" y="3414713"/>
          <p14:tracePt t="29810" x="4057650" y="3387725"/>
          <p14:tracePt t="29813" x="4044950" y="3360738"/>
          <p14:tracePt t="29815" x="4044950" y="3346450"/>
          <p14:tracePt t="29816" x="4044950" y="3333750"/>
          <p14:tracePt t="29817" x="4030663" y="3319463"/>
          <p14:tracePt t="29820" x="4030663" y="3292475"/>
          <p14:tracePt t="29821" x="4030663" y="3278188"/>
          <p14:tracePt t="29823" x="4030663" y="3263900"/>
          <p14:tracePt t="29824" x="4030663" y="3251200"/>
          <p14:tracePt t="29825" x="4030663" y="3236913"/>
          <p14:tracePt t="29827" x="4030663" y="3222625"/>
          <p14:tracePt t="29828" x="4030663" y="3195638"/>
          <p14:tracePt t="29830" x="4030663" y="3181350"/>
          <p14:tracePt t="29831" x="4030663" y="3168650"/>
          <p14:tracePt t="29834" x="4030663" y="3141663"/>
          <p14:tracePt t="29834" x="4030663" y="3127375"/>
          <p14:tracePt t="29836" x="4030663" y="3100388"/>
          <p14:tracePt t="29838" x="4030663" y="3086100"/>
          <p14:tracePt t="29839" x="4030663" y="3071813"/>
          <p14:tracePt t="29840" x="4030663" y="3059113"/>
          <p14:tracePt t="29841" x="4030663" y="3044825"/>
          <p14:tracePt t="29842" x="4030663" y="3030538"/>
          <p14:tracePt t="29843" x="4030663" y="3017838"/>
          <p14:tracePt t="29846" x="4030663" y="3003550"/>
          <p14:tracePt t="29847" x="4030663" y="2976563"/>
          <p14:tracePt t="29848" x="4030663" y="2962275"/>
          <p14:tracePt t="29850" x="4030663" y="2949575"/>
          <p14:tracePt t="29851" x="4030663" y="2921000"/>
          <p14:tracePt t="29853" x="4030663" y="2908300"/>
          <p14:tracePt t="29855" x="4030663" y="2894013"/>
          <p14:tracePt t="29856" x="4030663" y="2879725"/>
          <p14:tracePt t="29858" x="4030663" y="2867025"/>
          <p14:tracePt t="29860" x="4030663" y="2852738"/>
          <p14:tracePt t="29862" x="4030663" y="2838450"/>
          <p14:tracePt t="29863" x="4030663" y="2825750"/>
          <p14:tracePt t="29866" x="4030663" y="2811463"/>
          <p14:tracePt t="29869" x="4030663" y="2798763"/>
          <p14:tracePt t="29870" x="4030663" y="2784475"/>
          <p14:tracePt t="29872" x="4030663" y="2757488"/>
          <p14:tracePt t="29876" x="4030663" y="2743200"/>
          <p14:tracePt t="29879" x="4030663" y="2728913"/>
          <p14:tracePt t="29883" x="4030663" y="2716213"/>
          <p14:tracePt t="29884" x="4030663" y="2701925"/>
          <p14:tracePt t="29888" x="4030663" y="2687638"/>
          <p14:tracePt t="29891" x="4030663" y="2674938"/>
          <p14:tracePt t="29894" x="4030663" y="2660650"/>
          <p14:tracePt t="29897" x="4030663" y="2647950"/>
          <p14:tracePt t="29899" x="4030663" y="2633663"/>
          <p14:tracePt t="29903" x="4030663" y="2619375"/>
          <p14:tracePt t="29905" x="4030663" y="2606675"/>
          <p14:tracePt t="29908" x="4030663" y="2592388"/>
          <p14:tracePt t="29909" x="4030663" y="2578100"/>
          <p14:tracePt t="29913" x="4030663" y="2565400"/>
          <p14:tracePt t="29916" x="4030663" y="2551113"/>
          <p14:tracePt t="29919" x="4030663" y="2536825"/>
          <p14:tracePt t="29921" x="4030663" y="2524125"/>
          <p14:tracePt t="29924" x="4030663" y="2509838"/>
          <p14:tracePt t="29928" x="4030663" y="2495550"/>
          <p14:tracePt t="29932" x="4030663" y="2482850"/>
          <p14:tracePt t="29934" x="4030663" y="2468563"/>
          <p14:tracePt t="29938" x="4030663" y="2455863"/>
          <p14:tracePt t="29943" x="4016375" y="2441575"/>
          <p14:tracePt t="29949" x="4016375" y="2427288"/>
          <p14:tracePt t="29950" x="4016375" y="2414588"/>
          <p14:tracePt t="29955" x="4016375" y="2400300"/>
          <p14:tracePt t="29961" x="4003675" y="2400300"/>
          <p14:tracePt t="29962" x="4003675" y="2386013"/>
          <p14:tracePt t="29969" x="4003675" y="2373313"/>
          <p14:tracePt t="29971" x="4003675" y="2359025"/>
          <p14:tracePt t="29979" x="4003675" y="2344738"/>
          <p14:tracePt t="29986" x="4003675" y="2332038"/>
          <p14:tracePt t="29993" x="4003675" y="2317750"/>
          <p14:tracePt t="29996" x="4003675" y="2305050"/>
          <p14:tracePt t="30003" x="4003675" y="2290763"/>
          <p14:tracePt t="30014" x="4003675" y="2276475"/>
          <p14:tracePt t="30025" x="4003675" y="2263775"/>
          <p14:tracePt t="30029" x="4003675" y="2249488"/>
          <p14:tracePt t="30043" x="4016375" y="2249488"/>
          <p14:tracePt t="30045" x="4016375" y="2235200"/>
          <p14:tracePt t="30055" x="4016375" y="2222500"/>
          <p14:tracePt t="30064" x="4016375" y="2208213"/>
          <p14:tracePt t="30074" x="4016375" y="2193925"/>
          <p14:tracePt t="30078" x="4003675" y="2193925"/>
          <p14:tracePt t="30079" x="4003675" y="2181225"/>
          <p14:tracePt t="30084" x="3989388" y="2181225"/>
          <p14:tracePt t="30086" x="3975100" y="2166938"/>
          <p14:tracePt t="30089" x="3962400" y="2166938"/>
          <p14:tracePt t="30092" x="3948113" y="2166938"/>
          <p14:tracePt t="30093" x="3933825" y="2152650"/>
          <p14:tracePt t="30095" x="3921125" y="2152650"/>
          <p14:tracePt t="30097" x="3906838" y="2152650"/>
          <p14:tracePt t="30099" x="3894138" y="2139950"/>
          <p14:tracePt t="30100" x="3879850" y="2139950"/>
          <p14:tracePt t="30100" x="3865563" y="2139950"/>
          <p14:tracePt t="30101" x="3852863" y="2139950"/>
          <p14:tracePt t="30102" x="3838575" y="2139950"/>
          <p14:tracePt t="30103" x="3838575" y="2125663"/>
          <p14:tracePt t="30106" x="3811588" y="2125663"/>
          <p14:tracePt t="30107" x="3783013" y="2125663"/>
          <p14:tracePt t="30108" x="3770313" y="2125663"/>
          <p14:tracePt t="30109" x="3756025" y="2125663"/>
          <p14:tracePt t="30110" x="3729038" y="2125663"/>
          <p14:tracePt t="30112" x="3673475" y="2112963"/>
          <p14:tracePt t="30113" x="3660775" y="2112963"/>
          <p14:tracePt t="30115" x="3632200" y="2112963"/>
          <p14:tracePt t="30116" x="3605213" y="2112963"/>
          <p14:tracePt t="30117" x="3578225" y="2112963"/>
          <p14:tracePt t="30120" x="3522663" y="2112963"/>
          <p14:tracePt t="30121" x="3495675" y="2112963"/>
          <p14:tracePt t="30121" x="3481388" y="2112963"/>
          <p14:tracePt t="30122" x="3441700" y="2112963"/>
          <p14:tracePt t="30123" x="3413125" y="2112963"/>
          <p14:tracePt t="30124" x="3386138" y="2112963"/>
          <p14:tracePt t="30126" x="3359150" y="2098675"/>
          <p14:tracePt t="30127" x="3317875" y="2098675"/>
          <p14:tracePt t="30128" x="3290888" y="2098675"/>
          <p14:tracePt t="30129" x="3262313" y="2098675"/>
          <p14:tracePt t="30130" x="3235325" y="2098675"/>
          <p14:tracePt t="30131" x="3194050" y="2098675"/>
          <p14:tracePt t="30133" x="3152775" y="2098675"/>
          <p14:tracePt t="30134" x="3111500" y="2098675"/>
          <p14:tracePt t="30135" x="3084513" y="2084388"/>
          <p14:tracePt t="30136" x="3043238" y="2084388"/>
          <p14:tracePt t="30137" x="3016250" y="2084388"/>
          <p14:tracePt t="30138" x="2989263" y="2084388"/>
          <p14:tracePt t="30139" x="2960688" y="2084388"/>
          <p14:tracePt t="30140" x="2933700" y="2084388"/>
          <p14:tracePt t="30141" x="2906713" y="2084388"/>
          <p14:tracePt t="30142" x="2892425" y="2084388"/>
          <p14:tracePt t="30143" x="2878138" y="2084388"/>
          <p14:tracePt t="30144" x="2851150" y="2084388"/>
          <p14:tracePt t="30145" x="2824163" y="2071688"/>
          <p14:tracePt t="30146" x="2809875" y="2071688"/>
          <p14:tracePt t="30147" x="2797175" y="2071688"/>
          <p14:tracePt t="30148" x="2782888" y="2071688"/>
          <p14:tracePt t="30149" x="2768600" y="2071688"/>
          <p14:tracePt t="30150" x="2755900" y="2071688"/>
          <p14:tracePt t="30152" x="2741613" y="2057400"/>
          <p14:tracePt t="30154" x="2714625" y="2057400"/>
          <p14:tracePt t="30155" x="2700338" y="2057400"/>
          <p14:tracePt t="30157" x="2687638" y="2057400"/>
          <p14:tracePt t="30160" x="2659063" y="2057400"/>
          <p14:tracePt t="30167" x="2646363" y="2057400"/>
          <p14:tracePt t="30229" x="2646363" y="2071688"/>
          <p14:tracePt t="30231" x="2646363" y="2084388"/>
          <p14:tracePt t="30233" x="2632075" y="2098675"/>
          <p14:tracePt t="30237" x="2632075" y="2112963"/>
          <p14:tracePt t="30240" x="2617788" y="2125663"/>
          <p14:tracePt t="30242" x="2617788" y="2139950"/>
          <p14:tracePt t="30243" x="2605088" y="2139950"/>
          <p14:tracePt t="30245" x="2605088" y="2152650"/>
          <p14:tracePt t="30247" x="2605088" y="2166938"/>
          <p14:tracePt t="30251" x="2605088" y="2181225"/>
          <p14:tracePt t="30252" x="2605088" y="2193925"/>
          <p14:tracePt t="30254" x="2605088" y="2208213"/>
          <p14:tracePt t="30257" x="2605088" y="2222500"/>
          <p14:tracePt t="30259" x="2605088" y="2235200"/>
          <p14:tracePt t="30261" x="2605088" y="2249488"/>
          <p14:tracePt t="30263" x="2605088" y="2263775"/>
          <p14:tracePt t="30266" x="2605088" y="2276475"/>
          <p14:tracePt t="30268" x="2605088" y="2290763"/>
          <p14:tracePt t="30270" x="2605088" y="2305050"/>
          <p14:tracePt t="30272" x="2605088" y="2317750"/>
          <p14:tracePt t="30275" x="2605088" y="2332038"/>
          <p14:tracePt t="30276" x="2605088" y="2344738"/>
          <p14:tracePt t="30277" x="2617788" y="2344738"/>
          <p14:tracePt t="30279" x="2617788" y="2359025"/>
          <p14:tracePt t="30280" x="2632075" y="2359025"/>
          <p14:tracePt t="30281" x="2632075" y="2373313"/>
          <p14:tracePt t="30283" x="2646363" y="2373313"/>
          <p14:tracePt t="30284" x="2659063" y="2386013"/>
          <p14:tracePt t="30286" x="2673350" y="2400300"/>
          <p14:tracePt t="30287" x="2687638" y="2400300"/>
          <p14:tracePt t="30288" x="2700338" y="2414588"/>
          <p14:tracePt t="30289" x="2700338" y="2427288"/>
          <p14:tracePt t="30290" x="2714625" y="2427288"/>
          <p14:tracePt t="30292" x="2728913" y="2427288"/>
          <p14:tracePt t="30293" x="2741613" y="2441575"/>
          <p14:tracePt t="30294" x="2755900" y="2441575"/>
          <p14:tracePt t="30295" x="2755900" y="2455863"/>
          <p14:tracePt t="30296" x="2782888" y="2455863"/>
          <p14:tracePt t="30299" x="2797175" y="2468563"/>
          <p14:tracePt t="30300" x="2824163" y="2482850"/>
          <p14:tracePt t="30302" x="2838450" y="2482850"/>
          <p14:tracePt t="30303" x="2851150" y="2482850"/>
          <p14:tracePt t="30304" x="2865438" y="2495550"/>
          <p14:tracePt t="30306" x="2892425" y="2509838"/>
          <p14:tracePt t="30308" x="2906713" y="2509838"/>
          <p14:tracePt t="30309" x="2919413" y="2509838"/>
          <p14:tracePt t="30310" x="2933700" y="2524125"/>
          <p14:tracePt t="30313" x="2947988" y="2524125"/>
          <p14:tracePt t="30314" x="2974975" y="2536825"/>
          <p14:tracePt t="30316" x="2989263" y="2536825"/>
          <p14:tracePt t="30317" x="3001963" y="2536825"/>
          <p14:tracePt t="30318" x="3016250" y="2536825"/>
          <p14:tracePt t="30319" x="3016250" y="2551113"/>
          <p14:tracePt t="30320" x="3028950" y="2551113"/>
          <p14:tracePt t="30321" x="3043238" y="2551113"/>
          <p14:tracePt t="30322" x="3043238" y="2565400"/>
          <p14:tracePt t="30323" x="3057525" y="2565400"/>
          <p14:tracePt t="30324" x="3070225" y="2565400"/>
          <p14:tracePt t="30327" x="3084513" y="2565400"/>
          <p14:tracePt t="30328" x="3098800" y="2578100"/>
          <p14:tracePt t="30329" x="3111500" y="2578100"/>
          <p14:tracePt t="30332" x="3125788" y="2592388"/>
          <p14:tracePt t="30334" x="3140075" y="2592388"/>
          <p14:tracePt t="30335" x="3152775" y="2592388"/>
          <p14:tracePt t="30337" x="3167063" y="2606675"/>
          <p14:tracePt t="30339" x="3179763" y="2606675"/>
          <p14:tracePt t="30340" x="3194050" y="2606675"/>
          <p14:tracePt t="30344" x="3208338" y="2606675"/>
          <p14:tracePt t="30346" x="3208338" y="2619375"/>
          <p14:tracePt t="30347" x="3221038" y="2619375"/>
          <p14:tracePt t="30350" x="3235325" y="2619375"/>
          <p14:tracePt t="30354" x="3249613" y="2633663"/>
          <p14:tracePt t="30356" x="3262313" y="2633663"/>
          <p14:tracePt t="30362" x="3276600" y="2647950"/>
          <p14:tracePt t="30364" x="3290888" y="2647950"/>
          <p14:tracePt t="30365" x="3303588" y="2660650"/>
          <p14:tracePt t="30370" x="3317875" y="2660650"/>
          <p14:tracePt t="30374" x="3344863" y="2674938"/>
          <p14:tracePt t="30376" x="3359150" y="2674938"/>
          <p14:tracePt t="30379" x="3371850" y="2674938"/>
          <p14:tracePt t="30380" x="3371850" y="2687638"/>
          <p14:tracePt t="30381" x="3386138" y="2687638"/>
          <p14:tracePt t="30382" x="3400425" y="2687638"/>
          <p14:tracePt t="30384" x="3413125" y="2687638"/>
          <p14:tracePt t="30385" x="3427413" y="2701925"/>
          <p14:tracePt t="30388" x="3454400" y="2716213"/>
          <p14:tracePt t="30390" x="3481388" y="2716213"/>
          <p14:tracePt t="30392" x="3495675" y="2728913"/>
          <p14:tracePt t="30393" x="3509963" y="2728913"/>
          <p14:tracePt t="30394" x="3522663" y="2743200"/>
          <p14:tracePt t="30395" x="3536950" y="2743200"/>
          <p14:tracePt t="30396" x="3551238" y="2743200"/>
          <p14:tracePt t="30398" x="3563938" y="2757488"/>
          <p14:tracePt t="30399" x="3592513" y="2770188"/>
          <p14:tracePt t="30401" x="3619500" y="2770188"/>
          <p14:tracePt t="30402" x="3632200" y="2770188"/>
          <p14:tracePt t="30404" x="3646488" y="2798763"/>
          <p14:tracePt t="30405" x="3673475" y="2798763"/>
          <p14:tracePt t="30407" x="3687763" y="2811463"/>
          <p14:tracePt t="30408" x="3702050" y="2811463"/>
          <p14:tracePt t="30409" x="3714750" y="2825750"/>
          <p14:tracePt t="30411" x="3729038" y="2825750"/>
          <p14:tracePt t="30412" x="3756025" y="2838450"/>
          <p14:tracePt t="30413" x="3756025" y="2852738"/>
          <p14:tracePt t="30414" x="3770313" y="2852738"/>
          <p14:tracePt t="30415" x="3783013" y="2852738"/>
          <p14:tracePt t="30416" x="3783013" y="2867025"/>
          <p14:tracePt t="30418" x="3811588" y="2867025"/>
          <p14:tracePt t="30419" x="3824288" y="2879725"/>
          <p14:tracePt t="30421" x="3838575" y="2894013"/>
          <p14:tracePt t="30422" x="3852863" y="2894013"/>
          <p14:tracePt t="30424" x="3865563" y="2908300"/>
          <p14:tracePt t="30425" x="3879850" y="2921000"/>
          <p14:tracePt t="30427" x="3894138" y="2921000"/>
          <p14:tracePt t="30428" x="3906838" y="2935288"/>
          <p14:tracePt t="30429" x="3906838" y="2949575"/>
          <p14:tracePt t="30431" x="3921125" y="2949575"/>
          <p14:tracePt t="30432" x="3933825" y="2962275"/>
          <p14:tracePt t="30434" x="3948113" y="2976563"/>
          <p14:tracePt t="30436" x="3975100" y="2990850"/>
          <p14:tracePt t="30438" x="3989388" y="3003550"/>
          <p14:tracePt t="30440" x="4003675" y="3017838"/>
          <p14:tracePt t="30442" x="4003675" y="3030538"/>
          <p14:tracePt t="30443" x="4016375" y="3044825"/>
          <p14:tracePt t="30445" x="4030663" y="3044825"/>
          <p14:tracePt t="30446" x="4030663" y="3059113"/>
          <p14:tracePt t="30447" x="4044950" y="3071813"/>
          <p14:tracePt t="30448" x="4044950" y="3086100"/>
          <p14:tracePt t="30449" x="4057650" y="3086100"/>
          <p14:tracePt t="30452" x="4071938" y="3113088"/>
          <p14:tracePt t="30453" x="4084638" y="3127375"/>
          <p14:tracePt t="30455" x="4098925" y="3168650"/>
          <p14:tracePt t="30457" x="4125913" y="3168650"/>
          <p14:tracePt t="30459" x="4125913" y="3195638"/>
          <p14:tracePt t="30460" x="4125913" y="3209925"/>
          <p14:tracePt t="30461" x="4154488" y="3222625"/>
          <p14:tracePt t="30462" x="4154488" y="3236913"/>
          <p14:tracePt t="30463" x="4154488" y="3251200"/>
          <p14:tracePt t="30464" x="4167188" y="3263900"/>
          <p14:tracePt t="30466" x="4195763" y="3278188"/>
          <p14:tracePt t="30467" x="4195763" y="3305175"/>
          <p14:tracePt t="30468" x="4208463" y="3305175"/>
          <p14:tracePt t="30469" x="4208463" y="3319463"/>
          <p14:tracePt t="30470" x="4222750" y="3319463"/>
          <p14:tracePt t="30471" x="4235450" y="3346450"/>
          <p14:tracePt t="30473" x="4235450" y="3360738"/>
          <p14:tracePt t="30474" x="4249738" y="3373438"/>
          <p14:tracePt t="30475" x="4264025" y="3387725"/>
          <p14:tracePt t="30476" x="4276725" y="3402013"/>
          <p14:tracePt t="30477" x="4291013" y="3402013"/>
          <p14:tracePt t="30478" x="4291013" y="3414713"/>
          <p14:tracePt t="30480" x="4318000" y="3443288"/>
          <p14:tracePt t="30482" x="4332288" y="3455988"/>
          <p14:tracePt t="30482" x="4332288" y="3470275"/>
          <p14:tracePt t="30483" x="4346575" y="3484563"/>
          <p14:tracePt t="30484" x="4359275" y="3497263"/>
          <p14:tracePt t="30485" x="4373563" y="3497263"/>
          <p14:tracePt t="30487" x="4386263" y="3524250"/>
          <p14:tracePt t="30488" x="4414838" y="3538538"/>
          <p14:tracePt t="30489" x="4414838" y="3552825"/>
          <p14:tracePt t="30490" x="4427538" y="3565525"/>
          <p14:tracePt t="30491" x="4441825" y="3579813"/>
          <p14:tracePt t="30494" x="4468813" y="3606800"/>
          <p14:tracePt t="30495" x="4483100" y="3606800"/>
          <p14:tracePt t="30496" x="4497388" y="3621088"/>
          <p14:tracePt t="30497" x="4510088" y="3648075"/>
          <p14:tracePt t="30498" x="4524375" y="3648075"/>
          <p14:tracePt t="30501" x="4537075" y="3662363"/>
          <p14:tracePt t="30502" x="4565650" y="3689350"/>
          <p14:tracePt t="30503" x="4592638" y="3703638"/>
          <p14:tracePt t="30505" x="4606925" y="3730625"/>
          <p14:tracePt t="30506" x="4619625" y="3730625"/>
          <p14:tracePt t="30508" x="4633913" y="3744913"/>
          <p14:tracePt t="30510" x="4633913" y="3757613"/>
          <p14:tracePt t="30511" x="4646613" y="3757613"/>
          <p14:tracePt t="30511" x="4660900" y="3757613"/>
          <p14:tracePt t="30512" x="4660900" y="3771900"/>
          <p14:tracePt t="30513" x="4675188" y="3786188"/>
          <p14:tracePt t="30516" x="4687888" y="3786188"/>
          <p14:tracePt t="30517" x="4687888" y="3798888"/>
          <p14:tracePt t="30518" x="4702175" y="3798888"/>
          <p14:tracePt t="30519" x="4716463" y="3798888"/>
          <p14:tracePt t="30520" x="4716463" y="3813175"/>
          <p14:tracePt t="30523" x="4729163" y="3813175"/>
          <p14:tracePt t="30525" x="4729163" y="3827463"/>
          <p14:tracePt t="30527" x="4743450" y="3827463"/>
          <p14:tracePt t="30531" x="4743450" y="3840163"/>
          <p14:tracePt t="30538" x="4757738" y="3840163"/>
          <p14:tracePt t="30690" x="4743450" y="3827463"/>
          <p14:tracePt t="30694" x="4743450" y="3813175"/>
          <p14:tracePt t="30696" x="4729163" y="3813175"/>
          <p14:tracePt t="30697" x="4729163" y="3798888"/>
          <p14:tracePt t="30698" x="4716463" y="3798888"/>
          <p14:tracePt t="30700" x="4716463" y="3786188"/>
          <p14:tracePt t="30706" x="4716463" y="3771900"/>
          <p14:tracePt t="30707" x="4702175" y="3771900"/>
          <p14:tracePt t="30712" x="4702175" y="3757613"/>
          <p14:tracePt t="30723" x="4702175" y="3744913"/>
          <p14:tracePt t="30738" x="4687888" y="3744913"/>
          <p14:tracePt t="30739" x="4687888" y="3730625"/>
          <p14:tracePt t="31186" x="4687888" y="3716338"/>
          <p14:tracePt t="31188" x="4687888" y="3703638"/>
          <p14:tracePt t="31189" x="4675188" y="3703638"/>
          <p14:tracePt t="31191" x="4675188" y="3689350"/>
          <p14:tracePt t="31192" x="4675188" y="3676650"/>
          <p14:tracePt t="31193" x="4660900" y="3676650"/>
          <p14:tracePt t="31195" x="4660900" y="3662363"/>
          <p14:tracePt t="31197" x="4660900" y="3648075"/>
          <p14:tracePt t="31199" x="4646613" y="3648075"/>
          <p14:tracePt t="31201" x="4646613" y="3635375"/>
          <p14:tracePt t="31202" x="4646613" y="3621088"/>
          <p14:tracePt t="31205" x="4633913" y="3606800"/>
          <p14:tracePt t="31209" x="4619625" y="3579813"/>
          <p14:tracePt t="31214" x="4606925" y="3565525"/>
          <p14:tracePt t="31217" x="4592638" y="3538538"/>
          <p14:tracePt t="31222" x="4592638" y="3524250"/>
          <p14:tracePt t="31223" x="4578350" y="3524250"/>
          <p14:tracePt t="31224" x="4578350" y="3511550"/>
          <p14:tracePt t="31226" x="4565650" y="3511550"/>
          <p14:tracePt t="31228" x="4565650" y="3484563"/>
          <p14:tracePt t="31231" x="4551363" y="3470275"/>
          <p14:tracePt t="31235" x="4551363" y="3455988"/>
          <p14:tracePt t="31237" x="4551363" y="3443288"/>
          <p14:tracePt t="31238" x="4537075" y="3443288"/>
          <p14:tracePt t="31240" x="4537075" y="3429000"/>
          <p14:tracePt t="31243" x="4537075" y="3414713"/>
          <p14:tracePt t="31244" x="4524375" y="3414713"/>
          <p14:tracePt t="31246" x="4524375" y="3387725"/>
          <p14:tracePt t="31248" x="4510088" y="3387725"/>
          <p14:tracePt t="31249" x="4510088" y="3373438"/>
          <p14:tracePt t="31251" x="4510088" y="3360738"/>
          <p14:tracePt t="31252" x="4497388" y="3360738"/>
          <p14:tracePt t="31254" x="4497388" y="3346450"/>
          <p14:tracePt t="31255" x="4483100" y="3333750"/>
          <p14:tracePt t="31257" x="4483100" y="3305175"/>
          <p14:tracePt t="31259" x="4483100" y="3292475"/>
          <p14:tracePt t="31261" x="4468813" y="3278188"/>
          <p14:tracePt t="31263" x="4441825" y="3251200"/>
          <p14:tracePt t="31266" x="4441825" y="3236913"/>
          <p14:tracePt t="31267" x="4441825" y="3209925"/>
          <p14:tracePt t="31269" x="4441825" y="3195638"/>
          <p14:tracePt t="31270" x="4427538" y="3181350"/>
          <p14:tracePt t="31272" x="4414838" y="3168650"/>
          <p14:tracePt t="31274" x="4414838" y="3141663"/>
          <p14:tracePt t="31276" x="4414838" y="3127375"/>
          <p14:tracePt t="31277" x="4400550" y="3113088"/>
          <p14:tracePt t="31279" x="4400550" y="3100388"/>
          <p14:tracePt t="31280" x="4400550" y="3086100"/>
          <p14:tracePt t="31282" x="4373563" y="3059113"/>
          <p14:tracePt t="31284" x="4373563" y="3030538"/>
          <p14:tracePt t="31287" x="4359275" y="3003550"/>
          <p14:tracePt t="31288" x="4359275" y="2990850"/>
          <p14:tracePt t="31289" x="4359275" y="2976563"/>
          <p14:tracePt t="31291" x="4359275" y="2949575"/>
          <p14:tracePt t="31292" x="4346575" y="2949575"/>
          <p14:tracePt t="31293" x="4346575" y="2935288"/>
          <p14:tracePt t="31294" x="4346575" y="2921000"/>
          <p14:tracePt t="31296" x="4346575" y="2908300"/>
          <p14:tracePt t="31297" x="4346575" y="2879725"/>
          <p14:tracePt t="31299" x="4332288" y="2867025"/>
          <p14:tracePt t="31300" x="4332288" y="2852738"/>
          <p14:tracePt t="31301" x="4332288" y="2838450"/>
          <p14:tracePt t="31303" x="4332288" y="2811463"/>
          <p14:tracePt t="31304" x="4332288" y="2798763"/>
          <p14:tracePt t="31306" x="4318000" y="2770188"/>
          <p14:tracePt t="31307" x="4305300" y="2743200"/>
          <p14:tracePt t="31309" x="4305300" y="2716213"/>
          <p14:tracePt t="31311" x="4305300" y="2687638"/>
          <p14:tracePt t="31313" x="4291013" y="2674938"/>
          <p14:tracePt t="31314" x="4276725" y="2647950"/>
          <p14:tracePt t="31316" x="4276725" y="2633663"/>
          <p14:tracePt t="31317" x="4276725" y="2619375"/>
          <p14:tracePt t="31318" x="4264025" y="2606675"/>
          <p14:tracePt t="31319" x="4264025" y="2592388"/>
          <p14:tracePt t="31320" x="4249738" y="2578100"/>
          <p14:tracePt t="31321" x="4249738" y="2565400"/>
          <p14:tracePt t="31323" x="4235450" y="2551113"/>
          <p14:tracePt t="31324" x="4222750" y="2524125"/>
          <p14:tracePt t="31325" x="4222750" y="2509838"/>
          <p14:tracePt t="31327" x="4208463" y="2495550"/>
          <p14:tracePt t="31328" x="4195763" y="2482850"/>
          <p14:tracePt t="31330" x="4181475" y="2455863"/>
          <p14:tracePt t="31332" x="4154488" y="2441575"/>
          <p14:tracePt t="31334" x="4154488" y="2414588"/>
          <p14:tracePt t="31335" x="4140200" y="2414588"/>
          <p14:tracePt t="31336" x="4140200" y="2400300"/>
          <p14:tracePt t="31337" x="4113213" y="2400300"/>
          <p14:tracePt t="31338" x="4113213" y="2386013"/>
          <p14:tracePt t="31339" x="4113213" y="2373313"/>
          <p14:tracePt t="31340" x="4084638" y="2373313"/>
          <p14:tracePt t="31342" x="4084638" y="2359025"/>
          <p14:tracePt t="31344" x="4071938" y="2344738"/>
          <p14:tracePt t="31348" x="4044950" y="2332038"/>
          <p14:tracePt t="31350" x="4030663" y="2317750"/>
          <p14:tracePt t="31365" x="4016375" y="2317750"/>
          <p14:tracePt t="31414" x="4016375" y="2305050"/>
          <p14:tracePt t="31417" x="4016375" y="2290763"/>
          <p14:tracePt t="31421" x="4016375" y="2276475"/>
          <p14:tracePt t="31424" x="4030663" y="2263775"/>
          <p14:tracePt t="31428" x="4030663" y="2249488"/>
          <p14:tracePt t="31429" x="4030663" y="2235200"/>
          <p14:tracePt t="31432" x="4030663" y="2222500"/>
          <p14:tracePt t="31434" x="4044950" y="2222500"/>
          <p14:tracePt t="31435" x="4044950" y="2208213"/>
          <p14:tracePt t="31439" x="4044950" y="2193925"/>
          <p14:tracePt t="31440" x="4057650" y="2181225"/>
          <p14:tracePt t="31443" x="4057650" y="2166938"/>
          <p14:tracePt t="31446" x="4057650" y="2152650"/>
          <p14:tracePt t="31449" x="4057650" y="2139950"/>
          <p14:tracePt t="31452" x="4057650" y="2125663"/>
          <p14:tracePt t="31455" x="4057650" y="2112963"/>
          <p14:tracePt t="31456" x="4071938" y="2112963"/>
          <p14:tracePt t="31460" x="4071938" y="2098675"/>
          <p14:tracePt t="31470" x="4071938" y="2084388"/>
          <p14:tracePt t="32017" x="4071938" y="2098675"/>
          <p14:tracePt t="32025" x="4071938" y="2112963"/>
          <p14:tracePt t="32027" x="4084638" y="2112963"/>
          <p14:tracePt t="32030" x="4084638" y="2125663"/>
          <p14:tracePt t="32031" x="4084638" y="2139950"/>
          <p14:tracePt t="32036" x="4084638" y="2152650"/>
          <p14:tracePt t="32037" x="4098925" y="2152650"/>
          <p14:tracePt t="32039" x="4098925" y="2166938"/>
          <p14:tracePt t="32042" x="4098925" y="2181225"/>
          <p14:tracePt t="32044" x="4098925" y="2193925"/>
          <p14:tracePt t="32047" x="4113213" y="2208213"/>
          <p14:tracePt t="32049" x="4113213" y="2222500"/>
          <p14:tracePt t="32051" x="4113213" y="2235200"/>
          <p14:tracePt t="32052" x="4113213" y="2249488"/>
          <p14:tracePt t="32056" x="4125913" y="2263775"/>
          <p14:tracePt t="32057" x="4125913" y="2276475"/>
          <p14:tracePt t="32058" x="4140200" y="2290763"/>
          <p14:tracePt t="32060" x="4140200" y="2305050"/>
          <p14:tracePt t="32063" x="4140200" y="2317750"/>
          <p14:tracePt t="32065" x="4154488" y="2344738"/>
          <p14:tracePt t="32068" x="4154488" y="2359025"/>
          <p14:tracePt t="32070" x="4154488" y="2373313"/>
          <p14:tracePt t="32071" x="4154488" y="2386013"/>
          <p14:tracePt t="32073" x="4167188" y="2400300"/>
          <p14:tracePt t="32075" x="4167188" y="2414588"/>
          <p14:tracePt t="32077" x="4181475" y="2427288"/>
          <p14:tracePt t="32079" x="4181475" y="2441575"/>
          <p14:tracePt t="32081" x="4181475" y="2455863"/>
          <p14:tracePt t="32084" x="4181475" y="2482850"/>
          <p14:tracePt t="32086" x="4195763" y="2482850"/>
          <p14:tracePt t="32087" x="4195763" y="2495550"/>
          <p14:tracePt t="32089" x="4195763" y="2509838"/>
          <p14:tracePt t="32091" x="4195763" y="2524125"/>
          <p14:tracePt t="32092" x="4208463" y="2524125"/>
          <p14:tracePt t="32093" x="4208463" y="2536825"/>
          <p14:tracePt t="32095" x="4208463" y="2551113"/>
          <p14:tracePt t="32098" x="4208463" y="2578100"/>
          <p14:tracePt t="32100" x="4222750" y="2578100"/>
          <p14:tracePt t="32101" x="4222750" y="2592388"/>
          <p14:tracePt t="32102" x="4235450" y="2592388"/>
          <p14:tracePt t="32104" x="4235450" y="2606675"/>
          <p14:tracePt t="32106" x="4235450" y="2619375"/>
          <p14:tracePt t="32107" x="4249738" y="2633663"/>
          <p14:tracePt t="32110" x="4249738" y="2647950"/>
          <p14:tracePt t="32112" x="4249738" y="2660650"/>
          <p14:tracePt t="32114" x="4249738" y="2674938"/>
          <p14:tracePt t="32115" x="4264025" y="2674938"/>
          <p14:tracePt t="32116" x="4264025" y="2687638"/>
          <p14:tracePt t="32118" x="4264025" y="2701925"/>
          <p14:tracePt t="32122" x="4276725" y="2728913"/>
          <p14:tracePt t="32125" x="4276725" y="2743200"/>
          <p14:tracePt t="32126" x="4291013" y="2757488"/>
          <p14:tracePt t="32128" x="4291013" y="2770188"/>
          <p14:tracePt t="32131" x="4291013" y="2784475"/>
          <p14:tracePt t="32132" x="4305300" y="2784475"/>
          <p14:tracePt t="32134" x="4305300" y="2798763"/>
          <p14:tracePt t="32137" x="4305300" y="2811463"/>
          <p14:tracePt t="32139" x="4318000" y="2825750"/>
          <p14:tracePt t="32141" x="4318000" y="2838450"/>
          <p14:tracePt t="32142" x="4332288" y="2838450"/>
          <p14:tracePt t="32145" x="4332288" y="2852738"/>
          <p14:tracePt t="32147" x="4332288" y="2867025"/>
          <p14:tracePt t="32149" x="4346575" y="2867025"/>
          <p14:tracePt t="32151" x="4346575" y="2879725"/>
          <p14:tracePt t="32157" x="4346575" y="2894013"/>
          <p14:tracePt t="32168" x="4359275" y="2908300"/>
          <p14:tracePt t="32205" x="4359275" y="2894013"/>
          <p14:tracePt t="32211" x="4346575" y="2879725"/>
          <p14:tracePt t="32214" x="4332288" y="2852738"/>
          <p14:tracePt t="32217" x="4318000" y="2852738"/>
          <p14:tracePt t="32219" x="4305300" y="2838450"/>
          <p14:tracePt t="32220" x="4305300" y="2825750"/>
          <p14:tracePt t="32224" x="4291013" y="2811463"/>
          <p14:tracePt t="32225" x="4276725" y="2811463"/>
          <p14:tracePt t="32227" x="4276725" y="2798763"/>
          <p14:tracePt t="32230" x="4264025" y="2770188"/>
          <p14:tracePt t="32232" x="4249738" y="2757488"/>
          <p14:tracePt t="32234" x="4235450" y="2757488"/>
          <p14:tracePt t="32235" x="4235450" y="2728913"/>
          <p14:tracePt t="32237" x="4222750" y="2716213"/>
          <p14:tracePt t="32238" x="4208463" y="2701925"/>
          <p14:tracePt t="32241" x="4195763" y="2687638"/>
          <p14:tracePt t="32242" x="4195763" y="2674938"/>
          <p14:tracePt t="32244" x="4181475" y="2660650"/>
          <p14:tracePt t="32246" x="4181475" y="2647950"/>
          <p14:tracePt t="32248" x="4167188" y="2633663"/>
          <p14:tracePt t="32249" x="4154488" y="2619375"/>
          <p14:tracePt t="32251" x="4154488" y="2592388"/>
          <p14:tracePt t="32252" x="4140200" y="2592388"/>
          <p14:tracePt t="32253" x="4125913" y="2578100"/>
          <p14:tracePt t="32255" x="4125913" y="2565400"/>
          <p14:tracePt t="32256" x="4113213" y="2551113"/>
          <p14:tracePt t="32258" x="4113213" y="2536825"/>
          <p14:tracePt t="32260" x="4084638" y="2524125"/>
          <p14:tracePt t="32262" x="4084638" y="2509838"/>
          <p14:tracePt t="32264" x="4071938" y="2495550"/>
          <p14:tracePt t="32266" x="4071938" y="2482850"/>
          <p14:tracePt t="32267" x="4057650" y="2468563"/>
          <p14:tracePt t="32269" x="4044950" y="2468563"/>
          <p14:tracePt t="32270" x="4044950" y="2455863"/>
          <p14:tracePt t="32272" x="4030663" y="2455863"/>
          <p14:tracePt t="32273" x="4030663" y="2441575"/>
          <p14:tracePt t="32275" x="4016375" y="2441575"/>
          <p14:tracePt t="32276" x="4016375" y="2427288"/>
          <p14:tracePt t="32278" x="4016375" y="2414588"/>
          <p14:tracePt t="32280" x="4003675" y="2414588"/>
          <p14:tracePt t="32282" x="4003675" y="2400300"/>
          <p14:tracePt t="32286" x="4003675" y="2386013"/>
          <p14:tracePt t="32287" x="3989388" y="2386013"/>
          <p14:tracePt t="32290" x="3989388" y="2373313"/>
          <p14:tracePt t="32295" x="3989388" y="2359025"/>
          <p14:tracePt t="32302" x="3989388" y="2344738"/>
          <p14:tracePt t="32309" x="3989388" y="2332038"/>
          <p14:tracePt t="32316" x="3989388" y="2317750"/>
          <p14:tracePt t="32321" x="3989388" y="2305050"/>
          <p14:tracePt t="32329" x="3989388" y="2290763"/>
          <p14:tracePt t="32349" x="3989388" y="2276475"/>
          <p14:tracePt t="32415" x="3989388" y="2263775"/>
          <p14:tracePt t="32418" x="3989388" y="2249488"/>
          <p14:tracePt t="32501" x="4003675" y="2249488"/>
          <p14:tracePt t="32514" x="4016375" y="2249488"/>
          <p14:tracePt t="32523" x="4030663" y="2263775"/>
          <p14:tracePt t="32527" x="4044950" y="2263775"/>
          <p14:tracePt t="32528" x="4057650" y="2276475"/>
          <p14:tracePt t="32530" x="4071938" y="2276475"/>
          <p14:tracePt t="32532" x="4071938" y="2290763"/>
          <p14:tracePt t="32533" x="4084638" y="2305050"/>
          <p14:tracePt t="32535" x="4098925" y="2305050"/>
          <p14:tracePt t="32537" x="4113213" y="2317750"/>
          <p14:tracePt t="32538" x="4125913" y="2317750"/>
          <p14:tracePt t="32539" x="4140200" y="2332038"/>
          <p14:tracePt t="32542" x="4154488" y="2344738"/>
          <p14:tracePt t="32544" x="4167188" y="2344738"/>
          <p14:tracePt t="32545" x="4195763" y="2359025"/>
          <p14:tracePt t="32546" x="4208463" y="2373313"/>
          <p14:tracePt t="32549" x="4235450" y="2386013"/>
          <p14:tracePt t="32551" x="4249738" y="2400300"/>
          <p14:tracePt t="32553" x="4264025" y="2427288"/>
          <p14:tracePt t="32557" x="4305300" y="2441575"/>
          <p14:tracePt t="32558" x="4318000" y="2468563"/>
          <p14:tracePt t="32559" x="4332288" y="2468563"/>
          <p14:tracePt t="32560" x="4346575" y="2482850"/>
          <p14:tracePt t="32563" x="4386263" y="2509838"/>
          <p14:tracePt t="32565" x="4414838" y="2524125"/>
          <p14:tracePt t="32566" x="4414838" y="2536825"/>
          <p14:tracePt t="32568" x="4441825" y="2551113"/>
          <p14:tracePt t="32570" x="4456113" y="2565400"/>
          <p14:tracePt t="32571" x="4468813" y="2565400"/>
          <p14:tracePt t="32572" x="4468813" y="2578100"/>
          <p14:tracePt t="32573" x="4483100" y="2578100"/>
          <p14:tracePt t="32575" x="4510088" y="2606675"/>
          <p14:tracePt t="32578" x="4510088" y="2619375"/>
          <p14:tracePt t="32578" x="4524375" y="2619375"/>
          <p14:tracePt t="32579" x="4524375" y="2633663"/>
          <p14:tracePt t="32580" x="4524375" y="2647950"/>
          <p14:tracePt t="32581" x="4537075" y="2647950"/>
          <p14:tracePt t="32583" x="4551363" y="2660650"/>
          <p14:tracePt t="32584" x="4551363" y="2674938"/>
          <p14:tracePt t="32585" x="4551363" y="2687638"/>
          <p14:tracePt t="32587" x="4565650" y="2701925"/>
          <p14:tracePt t="32591" x="4565650" y="2716213"/>
          <p14:tracePt t="32593" x="4565650" y="2728913"/>
          <p14:tracePt t="32595" x="4578350" y="2743200"/>
          <p14:tracePt t="32598" x="4578350" y="2757488"/>
          <p14:tracePt t="32605" x="4578350" y="2770188"/>
          <p14:tracePt t="32614" x="4578350" y="2784475"/>
          <p14:tracePt t="32625" x="4578350" y="2798763"/>
          <p14:tracePt t="32637" x="4578350" y="2811463"/>
          <p14:tracePt t="32647" x="4578350" y="2825750"/>
          <p14:tracePt t="32651" x="4592638" y="2825750"/>
          <p14:tracePt t="32656" x="4606925" y="2838450"/>
          <p14:tracePt t="32658" x="4606925" y="2852738"/>
          <p14:tracePt t="32672" x="4606925" y="2867025"/>
          <p14:tracePt t="32684" x="4606925" y="2879725"/>
          <p14:tracePt t="32693" x="4606925" y="2894013"/>
          <p14:tracePt t="32695" x="4592638" y="2894013"/>
          <p14:tracePt t="32697" x="4592638" y="2908300"/>
          <p14:tracePt t="32703" x="4578350" y="2908300"/>
          <p14:tracePt t="32704" x="4578350" y="2921000"/>
          <p14:tracePt t="32705" x="4565650" y="2921000"/>
          <p14:tracePt t="32709" x="4551363" y="2935288"/>
          <p14:tracePt t="32711" x="4537075" y="2935288"/>
          <p14:tracePt t="32716" x="4524375" y="2949575"/>
          <p14:tracePt t="32718" x="4524375" y="2962275"/>
          <p14:tracePt t="32719" x="4510088" y="2962275"/>
          <p14:tracePt t="32721" x="4497388" y="2962275"/>
          <p14:tracePt t="32723" x="4497388" y="2976563"/>
          <p14:tracePt t="32724" x="4483100" y="2976563"/>
          <p14:tracePt t="32726" x="4483100" y="2990850"/>
          <p14:tracePt t="32728" x="4468813" y="3003550"/>
          <p14:tracePt t="32731" x="4456113" y="3017838"/>
          <p14:tracePt t="32736" x="4441825" y="3030538"/>
          <p14:tracePt t="32739" x="4441825" y="3044825"/>
          <p14:tracePt t="32740" x="4441825" y="3059113"/>
          <p14:tracePt t="32741" x="4427538" y="3059113"/>
          <p14:tracePt t="32744" x="4427538" y="3071813"/>
          <p14:tracePt t="32746" x="4427538" y="3086100"/>
          <p14:tracePt t="32749" x="4427538" y="3113088"/>
          <p14:tracePt t="32751" x="4427538" y="3127375"/>
          <p14:tracePt t="32753" x="4427538" y="3141663"/>
          <p14:tracePt t="32754" x="4427538" y="3154363"/>
          <p14:tracePt t="32757" x="4427538" y="3168650"/>
          <p14:tracePt t="32758" x="4427538" y="3181350"/>
          <p14:tracePt t="32760" x="4427538" y="3195638"/>
          <p14:tracePt t="32762" x="4427538" y="3209925"/>
          <p14:tracePt t="32764" x="4427538" y="3222625"/>
          <p14:tracePt t="32765" x="4427538" y="3236913"/>
          <p14:tracePt t="32766" x="4427538" y="3251200"/>
          <p14:tracePt t="32768" x="4427538" y="3263900"/>
          <p14:tracePt t="32769" x="4427538" y="3278188"/>
          <p14:tracePt t="32771" x="4427538" y="3292475"/>
          <p14:tracePt t="32773" x="4427538" y="3305175"/>
          <p14:tracePt t="32774" x="4427538" y="3319463"/>
          <p14:tracePt t="32775" x="4427538" y="3333750"/>
          <p14:tracePt t="32777" x="4427538" y="3346450"/>
          <p14:tracePt t="32779" x="4427538" y="3360738"/>
          <p14:tracePt t="32780" x="4427538" y="3373438"/>
          <p14:tracePt t="32781" x="4427538" y="3387725"/>
          <p14:tracePt t="32782" x="4441825" y="3387725"/>
          <p14:tracePt t="32783" x="4441825" y="3402013"/>
          <p14:tracePt t="32784" x="4441825" y="3414713"/>
          <p14:tracePt t="32786" x="4456113" y="3443288"/>
          <p14:tracePt t="32788" x="4456113" y="3455988"/>
          <p14:tracePt t="32789" x="4456113" y="3470275"/>
          <p14:tracePt t="32790" x="4468813" y="3470275"/>
          <p14:tracePt t="32791" x="4468813" y="3484563"/>
          <p14:tracePt t="32792" x="4468813" y="3497263"/>
          <p14:tracePt t="32793" x="4483100" y="3511550"/>
          <p14:tracePt t="32794" x="4497388" y="3511550"/>
          <p14:tracePt t="32795" x="4497388" y="3524250"/>
          <p14:tracePt t="32796" x="4497388" y="3538538"/>
          <p14:tracePt t="32797" x="4497388" y="3552825"/>
          <p14:tracePt t="32799" x="4510088" y="3565525"/>
          <p14:tracePt t="32800" x="4524375" y="3594100"/>
          <p14:tracePt t="32802" x="4524375" y="3606800"/>
          <p14:tracePt t="32804" x="4551363" y="3635375"/>
          <p14:tracePt t="32806" x="4551363" y="3648075"/>
          <p14:tracePt t="32807" x="4565650" y="3662363"/>
          <p14:tracePt t="32808" x="4565650" y="3676650"/>
          <p14:tracePt t="32810" x="4578350" y="3689350"/>
          <p14:tracePt t="32811" x="4592638" y="3703638"/>
          <p14:tracePt t="32813" x="4592638" y="3716338"/>
          <p14:tracePt t="32814" x="4606925" y="3730625"/>
          <p14:tracePt t="32815" x="4606925" y="3744913"/>
          <p14:tracePt t="32817" x="4619625" y="3757613"/>
          <p14:tracePt t="32818" x="4633913" y="3757613"/>
          <p14:tracePt t="32819" x="4633913" y="3771900"/>
          <p14:tracePt t="32821" x="4646613" y="3786188"/>
          <p14:tracePt t="32822" x="4646613" y="3798888"/>
          <p14:tracePt t="32824" x="4660900" y="3813175"/>
          <p14:tracePt t="32827" x="4660900" y="3827463"/>
          <p14:tracePt t="32828" x="4675188" y="3827463"/>
          <p14:tracePt t="32830" x="4687888" y="3854450"/>
          <p14:tracePt t="32834" x="4702175" y="3854450"/>
          <p14:tracePt t="32835" x="4702175" y="3867150"/>
          <p14:tracePt t="32838" x="4716463" y="3881438"/>
          <p14:tracePt t="32843" x="4729163" y="3895725"/>
          <p14:tracePt t="32845" x="4743450" y="3895725"/>
          <p14:tracePt t="32848" x="4743450" y="3908425"/>
          <p14:tracePt t="32850" x="4757738" y="3908425"/>
          <p14:tracePt t="32854" x="4757738" y="3922713"/>
          <p14:tracePt t="32856" x="4770438" y="3922713"/>
          <p14:tracePt t="32857" x="4784725" y="3922713"/>
          <p14:tracePt t="32861" x="4797425" y="3922713"/>
          <p14:tracePt t="32863" x="4811713" y="3937000"/>
          <p14:tracePt t="32868" x="4826000" y="3937000"/>
          <p14:tracePt t="32870" x="4838700" y="3949700"/>
          <p14:tracePt t="32871" x="4852988" y="3949700"/>
          <p14:tracePt t="32873" x="4879975" y="3949700"/>
          <p14:tracePt t="32876" x="4894263" y="3949700"/>
          <p14:tracePt t="32878" x="4908550" y="3949700"/>
          <p14:tracePt t="32879" x="4921250" y="3949700"/>
          <p14:tracePt t="32880" x="4935538" y="3949700"/>
          <p14:tracePt t="32881" x="4948238" y="3949700"/>
          <p14:tracePt t="32883" x="4962525" y="3949700"/>
          <p14:tracePt t="32885" x="4989513" y="3949700"/>
          <p14:tracePt t="32886" x="5003800" y="3949700"/>
          <p14:tracePt t="32888" x="5018088" y="3949700"/>
          <p14:tracePt t="32890" x="5030788" y="3949700"/>
          <p14:tracePt t="32891" x="5045075" y="3949700"/>
          <p14:tracePt t="32892" x="5059363" y="3949700"/>
          <p14:tracePt t="32894" x="5072063" y="3949700"/>
          <p14:tracePt t="32895" x="5086350" y="3949700"/>
          <p14:tracePt t="32897" x="5099050" y="3937000"/>
          <p14:tracePt t="32899" x="5113338" y="3937000"/>
          <p14:tracePt t="32901" x="5127625" y="3937000"/>
          <p14:tracePt t="32902" x="5140325" y="3937000"/>
          <p14:tracePt t="32905" x="5154613" y="3937000"/>
          <p14:tracePt t="32906" x="5154613" y="3922713"/>
          <p14:tracePt t="32907" x="5168900" y="3922713"/>
          <p14:tracePt t="32911" x="5181600" y="3922713"/>
          <p14:tracePt t="32912" x="5195888" y="3922713"/>
          <p14:tracePt t="32914" x="5210175" y="3908425"/>
          <p14:tracePt t="32918" x="5210175" y="3895725"/>
          <p14:tracePt t="32919" x="5222875" y="3895725"/>
          <p14:tracePt t="32921" x="5237163" y="3895725"/>
          <p14:tracePt t="32925" x="5249863" y="3881438"/>
          <p14:tracePt t="32932" x="5264150" y="3881438"/>
          <p14:tracePt t="32933" x="5264150" y="3867150"/>
          <p14:tracePt t="32940" x="5278438" y="3854450"/>
          <p14:tracePt t="32943" x="5278438" y="3840163"/>
          <p14:tracePt t="32948" x="5291138" y="3827463"/>
          <p14:tracePt t="32952" x="5291138" y="3813175"/>
          <p14:tracePt t="32953" x="5305425" y="3813175"/>
          <p14:tracePt t="32955" x="5305425" y="3798888"/>
          <p14:tracePt t="32957" x="5305425" y="3786188"/>
          <p14:tracePt t="32960" x="5305425" y="3771900"/>
          <p14:tracePt t="32963" x="5305425" y="3757613"/>
          <p14:tracePt t="32967" x="5319713" y="3730625"/>
          <p14:tracePt t="32968" x="5319713" y="3716338"/>
          <p14:tracePt t="32970" x="5319713" y="3703638"/>
          <p14:tracePt t="32972" x="5319713" y="3676650"/>
          <p14:tracePt t="32974" x="5319713" y="3662363"/>
          <p14:tracePt t="32976" x="5332413" y="3648075"/>
          <p14:tracePt t="32977" x="5332413" y="3635375"/>
          <p14:tracePt t="32979" x="5332413" y="3606800"/>
          <p14:tracePt t="32981" x="5346700" y="3594100"/>
          <p14:tracePt t="32982" x="5346700" y="3579813"/>
          <p14:tracePt t="32983" x="5346700" y="3565525"/>
          <p14:tracePt t="32985" x="5346700" y="3552825"/>
          <p14:tracePt t="32986" x="5346700" y="3538538"/>
          <p14:tracePt t="32987" x="5346700" y="3524250"/>
          <p14:tracePt t="32989" x="5360988" y="3497263"/>
          <p14:tracePt t="32990" x="5360988" y="3484563"/>
          <p14:tracePt t="32991" x="5360988" y="3470275"/>
          <p14:tracePt t="32993" x="5360988" y="3455988"/>
          <p14:tracePt t="32994" x="5360988" y="3443288"/>
          <p14:tracePt t="32995" x="5360988" y="3429000"/>
          <p14:tracePt t="32996" x="5360988" y="3414713"/>
          <p14:tracePt t="32998" x="5360988" y="3402013"/>
          <p14:tracePt t="32999" x="5360988" y="3387725"/>
          <p14:tracePt t="33001" x="5360988" y="3373438"/>
          <p14:tracePt t="33001" x="5360988" y="3360738"/>
          <p14:tracePt t="33003" x="5373688" y="3346450"/>
          <p14:tracePt t="33004" x="5373688" y="3333750"/>
          <p14:tracePt t="33005" x="5373688" y="3305175"/>
          <p14:tracePt t="33007" x="5373688" y="3292475"/>
          <p14:tracePt t="33008" x="5373688" y="3278188"/>
          <p14:tracePt t="33010" x="5373688" y="3251200"/>
          <p14:tracePt t="33012" x="5373688" y="3236913"/>
          <p14:tracePt t="33014" x="5373688" y="3222625"/>
          <p14:tracePt t="33015" x="5373688" y="3209925"/>
          <p14:tracePt t="33017" x="5373688" y="3195638"/>
          <p14:tracePt t="33021" x="5373688" y="3168650"/>
          <p14:tracePt t="33023" x="5373688" y="3154363"/>
          <p14:tracePt t="33027" x="5373688" y="3141663"/>
          <p14:tracePt t="33033" x="5373688" y="3127375"/>
          <p14:tracePt t="33035" x="5373688" y="3113088"/>
          <p14:tracePt t="33042" x="5373688" y="3100388"/>
          <p14:tracePt t="33057" x="5373688" y="3086100"/>
          <p14:tracePt t="33063" x="5360988" y="3086100"/>
          <p14:tracePt t="33065" x="5346700" y="3086100"/>
          <p14:tracePt t="33071" x="5332413" y="3086100"/>
          <p14:tracePt t="33072" x="5319713" y="3086100"/>
          <p14:tracePt t="33074" x="5305425" y="3086100"/>
          <p14:tracePt t="33077" x="5291138" y="3086100"/>
          <p14:tracePt t="33078" x="5278438" y="3086100"/>
          <p14:tracePt t="33080" x="5249863" y="3086100"/>
          <p14:tracePt t="33082" x="5237163" y="3086100"/>
          <p14:tracePt t="33084" x="5210175" y="3086100"/>
          <p14:tracePt t="33086" x="5195888" y="3086100"/>
          <p14:tracePt t="33087" x="5181600" y="3086100"/>
          <p14:tracePt t="33088" x="5168900" y="3086100"/>
          <p14:tracePt t="33090" x="5140325" y="3086100"/>
          <p14:tracePt t="33091" x="5127625" y="3086100"/>
          <p14:tracePt t="33092" x="5113338" y="3086100"/>
          <p14:tracePt t="33093" x="5099050" y="3086100"/>
          <p14:tracePt t="33095" x="5072063" y="3086100"/>
          <p14:tracePt t="33096" x="5059363" y="3100388"/>
          <p14:tracePt t="33097" x="5045075" y="3100388"/>
          <p14:tracePt t="33098" x="5030788" y="3100388"/>
          <p14:tracePt t="33099" x="5018088" y="3100388"/>
          <p14:tracePt t="33100" x="5003800" y="3100388"/>
          <p14:tracePt t="33101" x="4989513" y="3100388"/>
          <p14:tracePt t="33103" x="4962525" y="3100388"/>
          <p14:tracePt t="33104" x="4948238" y="3113088"/>
          <p14:tracePt t="33105" x="4935538" y="3113088"/>
          <p14:tracePt t="33106" x="4908550" y="3127375"/>
          <p14:tracePt t="33108" x="4894263" y="3127375"/>
          <p14:tracePt t="33109" x="4879975" y="3127375"/>
          <p14:tracePt t="33110" x="4867275" y="3127375"/>
          <p14:tracePt t="33111" x="4838700" y="3127375"/>
          <p14:tracePt t="33113" x="4811713" y="3127375"/>
          <p14:tracePt t="33114" x="4811713" y="3141663"/>
          <p14:tracePt t="33115" x="4797425" y="3141663"/>
          <p14:tracePt t="33117" x="4770438" y="3141663"/>
          <p14:tracePt t="33119" x="4757738" y="3141663"/>
          <p14:tracePt t="33120" x="4743450" y="3154363"/>
          <p14:tracePt t="33122" x="4716463" y="3154363"/>
          <p14:tracePt t="33124" x="4702175" y="3154363"/>
          <p14:tracePt t="33126" x="4687888" y="3168650"/>
          <p14:tracePt t="33127" x="4675188" y="3181350"/>
          <p14:tracePt t="33129" x="4646613" y="3181350"/>
          <p14:tracePt t="33131" x="4633913" y="3181350"/>
          <p14:tracePt t="33132" x="4619625" y="3181350"/>
          <p14:tracePt t="33133" x="4619625" y="3195638"/>
          <p14:tracePt t="33134" x="4606925" y="3195638"/>
          <p14:tracePt t="33136" x="4592638" y="3195638"/>
          <p14:tracePt t="33138" x="4578350" y="3209925"/>
          <p14:tracePt t="33140" x="4565650" y="3222625"/>
          <p14:tracePt t="33142" x="4551363" y="3222625"/>
          <p14:tracePt t="33144" x="4551363" y="3236913"/>
          <p14:tracePt t="33147" x="4537075" y="3236913"/>
          <p14:tracePt t="33148" x="4524375" y="3251200"/>
          <p14:tracePt t="33150" x="4524375" y="3263900"/>
          <p14:tracePt t="33152" x="4510088" y="3263900"/>
          <p14:tracePt t="33155" x="4510088" y="3278188"/>
          <p14:tracePt t="33158" x="4497388" y="3292475"/>
          <p14:tracePt t="33163" x="4497388" y="3319463"/>
          <p14:tracePt t="33168" x="4497388" y="3333750"/>
          <p14:tracePt t="33175" x="4497388" y="3346450"/>
          <p14:tracePt t="33178" x="4497388" y="3360738"/>
          <p14:tracePt t="33179" x="4483100" y="3360738"/>
          <p14:tracePt t="33181" x="4483100" y="3373438"/>
          <p14:tracePt t="33188" x="4483100" y="3387725"/>
          <p14:tracePt t="33206" x="4483100" y="3402013"/>
          <p14:tracePt t="33226" x="4483100" y="3414713"/>
          <p14:tracePt t="33230" x="4483100" y="3429000"/>
          <p14:tracePt t="33235" x="4497388" y="3429000"/>
          <p14:tracePt t="33240" x="4497388" y="3443288"/>
          <p14:tracePt t="33243" x="4510088" y="3443288"/>
          <p14:tracePt t="33247" x="4510088" y="3455988"/>
          <p14:tracePt t="33249" x="4524375" y="3455988"/>
          <p14:tracePt t="33251" x="4537075" y="3470275"/>
          <p14:tracePt t="33254" x="4537075" y="3484563"/>
          <p14:tracePt t="33258" x="4551363" y="3484563"/>
          <p14:tracePt t="33261" x="4565650" y="3497263"/>
          <p14:tracePt t="33266" x="4578350" y="3511550"/>
          <p14:tracePt t="33269" x="4592638" y="3511550"/>
          <p14:tracePt t="33271" x="4592638" y="3524250"/>
          <p14:tracePt t="33273" x="4606925" y="3538538"/>
          <p14:tracePt t="33277" x="4619625" y="3538538"/>
          <p14:tracePt t="33281" x="4619625" y="3552825"/>
          <p14:tracePt t="33287" x="4633913" y="3552825"/>
          <p14:tracePt t="33292" x="4646613" y="3552825"/>
          <p14:tracePt t="33298" x="4646613" y="3565525"/>
          <p14:tracePt t="33327" x="4646613" y="3579813"/>
          <p14:tracePt t="33330" x="4660900" y="3579813"/>
          <p14:tracePt t="33335" x="4675188" y="3579813"/>
          <p14:tracePt t="33338" x="4675188" y="3594100"/>
          <p14:tracePt t="33339" x="4687888" y="3594100"/>
          <p14:tracePt t="33340" x="4687888" y="3606800"/>
          <p14:tracePt t="33343" x="4702175" y="3606800"/>
          <p14:tracePt t="33345" x="4716463" y="3606800"/>
          <p14:tracePt t="33348" x="4729163" y="3621088"/>
          <p14:tracePt t="33351" x="4743450" y="3621088"/>
          <p14:tracePt t="33353" x="4757738" y="3621088"/>
          <p14:tracePt t="33355" x="4770438" y="3635375"/>
          <p14:tracePt t="33359" x="4797425" y="3635375"/>
          <p14:tracePt t="33362" x="4811713" y="3648075"/>
          <p14:tracePt t="33364" x="4826000" y="3648075"/>
          <p14:tracePt t="33367" x="4838700" y="3648075"/>
          <p14:tracePt t="33370" x="4867275" y="3648075"/>
          <p14:tracePt t="33371" x="4867275" y="3662363"/>
          <p14:tracePt t="33373" x="4879975" y="3662363"/>
          <p14:tracePt t="33378" x="4894263" y="3662363"/>
          <p14:tracePt t="33381" x="4908550" y="3662363"/>
          <p14:tracePt t="33384" x="4921250" y="3662363"/>
          <p14:tracePt t="33391" x="4935538" y="3676650"/>
          <p14:tracePt t="33496" x="4921250" y="3676650"/>
          <p14:tracePt t="33498" x="4908550" y="3676650"/>
          <p14:tracePt t="33502" x="4894263" y="3676650"/>
          <p14:tracePt t="33504" x="4879975" y="3662363"/>
          <p14:tracePt t="33508" x="4867275" y="3662363"/>
          <p14:tracePt t="33509" x="4852988" y="3662363"/>
          <p14:tracePt t="33512" x="4838700" y="3662363"/>
          <p14:tracePt t="33514" x="4826000" y="3662363"/>
          <p14:tracePt t="33516" x="4811713" y="3662363"/>
          <p14:tracePt t="33518" x="4797425" y="3662363"/>
          <p14:tracePt t="33521" x="4770438" y="3662363"/>
          <p14:tracePt t="33523" x="4757738" y="3662363"/>
          <p14:tracePt t="33525" x="4743450" y="3662363"/>
          <p14:tracePt t="33527" x="4729163" y="3662363"/>
          <p14:tracePt t="33530" x="4716463" y="3662363"/>
          <p14:tracePt t="33531" x="4702175" y="3662363"/>
          <p14:tracePt t="33532" x="4687888" y="3662363"/>
          <p14:tracePt t="33534" x="4675188" y="3662363"/>
          <p14:tracePt t="33536" x="4660900" y="3648075"/>
          <p14:tracePt t="33539" x="4646613" y="3648075"/>
          <p14:tracePt t="33541" x="4633913" y="3648075"/>
          <p14:tracePt t="33550" x="4592638" y="3635375"/>
          <p14:tracePt t="33558" x="4578350" y="3635375"/>
          <p14:tracePt t="33564" x="4578350" y="3621088"/>
          <p14:tracePt t="34013" x="4565650" y="3621088"/>
          <p14:tracePt t="34014" x="4551363" y="3635375"/>
          <p14:tracePt t="34016" x="4537075" y="3635375"/>
          <p14:tracePt t="34018" x="4537075" y="3648075"/>
          <p14:tracePt t="34019" x="4524375" y="3648075"/>
          <p14:tracePt t="34021" x="4510088" y="3648075"/>
          <p14:tracePt t="34022" x="4497388" y="3648075"/>
          <p14:tracePt t="34024" x="4483100" y="3662363"/>
          <p14:tracePt t="34026" x="4468813" y="3676650"/>
          <p14:tracePt t="34028" x="4456113" y="3676650"/>
          <p14:tracePt t="34029" x="4441825" y="3689350"/>
          <p14:tracePt t="34031" x="4414838" y="3689350"/>
          <p14:tracePt t="34033" x="4400550" y="3703638"/>
          <p14:tracePt t="34035" x="4386263" y="3716338"/>
          <p14:tracePt t="34037" x="4373563" y="3716338"/>
          <p14:tracePt t="34038" x="4359275" y="3716338"/>
          <p14:tracePt t="34039" x="4359275" y="3730625"/>
          <p14:tracePt t="34040" x="4346575" y="3730625"/>
          <p14:tracePt t="34041" x="4332288" y="3730625"/>
          <p14:tracePt t="34043" x="4318000" y="3730625"/>
          <p14:tracePt t="34044" x="4305300" y="3744913"/>
          <p14:tracePt t="34046" x="4291013" y="3744913"/>
          <p14:tracePt t="34049" x="4264025" y="3757613"/>
          <p14:tracePt t="34050" x="4264025" y="3771900"/>
          <p14:tracePt t="34052" x="4235450" y="3771900"/>
          <p14:tracePt t="34054" x="4222750" y="3786188"/>
          <p14:tracePt t="34056" x="4208463" y="3798888"/>
          <p14:tracePt t="34058" x="4195763" y="3798888"/>
          <p14:tracePt t="34060" x="4181475" y="3813175"/>
          <p14:tracePt t="34064" x="4167188" y="3813175"/>
          <p14:tracePt t="34064" x="4154488" y="3827463"/>
          <p14:tracePt t="34068" x="4140200" y="3827463"/>
          <p14:tracePt t="34070" x="4140200" y="3840163"/>
          <p14:tracePt t="34071" x="4125913" y="3854450"/>
          <p14:tracePt t="34075" x="4113213" y="3854450"/>
          <p14:tracePt t="34078" x="4098925" y="3867150"/>
          <p14:tracePt t="34081" x="4084638" y="3867150"/>
          <p14:tracePt t="34084" x="4084638" y="3881438"/>
          <p14:tracePt t="34087" x="4071938" y="3881438"/>
          <p14:tracePt t="34089" x="4071938" y="3895725"/>
          <p14:tracePt t="34091" x="4057650" y="3895725"/>
          <p14:tracePt t="34093" x="4057650" y="3908425"/>
          <p14:tracePt t="34095" x="4044950" y="3908425"/>
          <p14:tracePt t="34099" x="4044950" y="3922713"/>
          <p14:tracePt t="34102" x="4030663" y="3922713"/>
          <p14:tracePt t="34109" x="4030663" y="3937000"/>
          <p14:tracePt t="34111" x="4016375" y="3937000"/>
          <p14:tracePt t="34125" x="4016375" y="3949700"/>
          <p14:tracePt t="34127" x="4003675" y="3949700"/>
          <p14:tracePt t="34135" x="3989388" y="3963988"/>
          <p14:tracePt t="34144" x="3975100" y="3963988"/>
          <p14:tracePt t="34156" x="3962400" y="3978275"/>
          <p14:tracePt t="34170" x="3948113" y="3978275"/>
          <p14:tracePt t="34175" x="3948113" y="3990975"/>
          <p14:tracePt t="34262" x="3962400" y="3990975"/>
          <p14:tracePt t="34265" x="3975100" y="3990975"/>
          <p14:tracePt t="34267" x="3975100" y="3978275"/>
          <p14:tracePt t="34269" x="3989388" y="3978275"/>
          <p14:tracePt t="34271" x="4003675" y="3978275"/>
          <p14:tracePt t="34272" x="4003675" y="3963988"/>
          <p14:tracePt t="34273" x="4016375" y="3949700"/>
          <p14:tracePt t="34278" x="4044950" y="3937000"/>
          <p14:tracePt t="34279" x="4057650" y="3937000"/>
          <p14:tracePt t="34283" x="4071938" y="3922713"/>
          <p14:tracePt t="34284" x="4098925" y="3908425"/>
          <p14:tracePt t="34287" x="4125913" y="3895725"/>
          <p14:tracePt t="34289" x="4140200" y="3881438"/>
          <p14:tracePt t="34290" x="4140200" y="3867150"/>
          <p14:tracePt t="34292" x="4154488" y="3867150"/>
          <p14:tracePt t="34293" x="4181475" y="3854450"/>
          <p14:tracePt t="34294" x="4195763" y="3840163"/>
          <p14:tracePt t="34296" x="4208463" y="3827463"/>
          <p14:tracePt t="34297" x="4222750" y="3827463"/>
          <p14:tracePt t="34299" x="4249738" y="3798888"/>
          <p14:tracePt t="34301" x="4264025" y="3798888"/>
          <p14:tracePt t="34302" x="4276725" y="3786188"/>
          <p14:tracePt t="34303" x="4291013" y="3786188"/>
          <p14:tracePt t="34306" x="4305300" y="3771900"/>
          <p14:tracePt t="34307" x="4318000" y="3757613"/>
          <p14:tracePt t="34308" x="4332288" y="3757613"/>
          <p14:tracePt t="34310" x="4346575" y="3730625"/>
          <p14:tracePt t="34313" x="4359275" y="3730625"/>
          <p14:tracePt t="34314" x="4373563" y="3716338"/>
          <p14:tracePt t="34316" x="4386263" y="3716338"/>
          <p14:tracePt t="34317" x="4386263" y="3703638"/>
          <p14:tracePt t="34319" x="4400550" y="3703638"/>
          <p14:tracePt t="34322" x="4414838" y="3703638"/>
          <p14:tracePt t="34323" x="4414838" y="3689350"/>
          <p14:tracePt t="34325" x="4427538" y="3676650"/>
          <p14:tracePt t="34328" x="4441825" y="3676650"/>
          <p14:tracePt t="34332" x="4456113" y="3676650"/>
          <p14:tracePt t="34334" x="4456113" y="3662363"/>
          <p14:tracePt t="34338" x="4468813" y="3662363"/>
          <p14:tracePt t="34341" x="4468813" y="3648075"/>
          <p14:tracePt t="34350" x="4483100" y="3648075"/>
          <p14:tracePt t="34361" x="4497388" y="3648075"/>
          <p14:tracePt t="34368" x="4497388" y="3635375"/>
          <p14:tracePt t="34389" x="4497388" y="3621088"/>
          <p14:tracePt t="34395" x="4510088" y="3621088"/>
          <p14:tracePt t="34417" x="4510088" y="3606800"/>
          <p14:tracePt t="34419" x="4524375" y="3606800"/>
          <p14:tracePt t="34547" x="4510088" y="3606800"/>
          <p14:tracePt t="34550" x="4497388" y="3606800"/>
          <p14:tracePt t="34551" x="4483100" y="3606800"/>
          <p14:tracePt t="34553" x="4483100" y="3621088"/>
          <p14:tracePt t="34555" x="4468813" y="3635375"/>
          <p14:tracePt t="34559" x="4456113" y="3635375"/>
          <p14:tracePt t="34559" x="4456113" y="3648075"/>
          <p14:tracePt t="34561" x="4441825" y="3648075"/>
          <p14:tracePt t="34563" x="4427538" y="3662363"/>
          <p14:tracePt t="34566" x="4414838" y="3676650"/>
          <p14:tracePt t="34568" x="4400550" y="3689350"/>
          <p14:tracePt t="34571" x="4373563" y="3703638"/>
          <p14:tracePt t="34574" x="4373563" y="3716338"/>
          <p14:tracePt t="34575" x="4346575" y="3730625"/>
          <p14:tracePt t="34578" x="4332288" y="3744913"/>
          <p14:tracePt t="34580" x="4318000" y="3744913"/>
          <p14:tracePt t="34581" x="4318000" y="3757613"/>
          <p14:tracePt t="34584" x="4305300" y="3771900"/>
          <p14:tracePt t="34585" x="4291013" y="3786188"/>
          <p14:tracePt t="34586" x="4276725" y="3786188"/>
          <p14:tracePt t="34588" x="4264025" y="3813175"/>
          <p14:tracePt t="34592" x="4249738" y="3827463"/>
          <p14:tracePt t="34592" x="4235450" y="3827463"/>
          <p14:tracePt t="34594" x="4222750" y="3840163"/>
          <p14:tracePt t="34595" x="4208463" y="3840163"/>
          <p14:tracePt t="34596" x="4195763" y="3854450"/>
          <p14:tracePt t="34598" x="4181475" y="3867150"/>
          <p14:tracePt t="34600" x="4154488" y="3881438"/>
          <p14:tracePt t="34603" x="4140200" y="3895725"/>
          <p14:tracePt t="34603" x="4125913" y="3895725"/>
          <p14:tracePt t="34605" x="4113213" y="3908425"/>
          <p14:tracePt t="34607" x="4098925" y="3922713"/>
          <p14:tracePt t="34609" x="4084638" y="3937000"/>
          <p14:tracePt t="34611" x="4071938" y="3937000"/>
          <p14:tracePt t="34613" x="4057650" y="3949700"/>
          <p14:tracePt t="34615" x="4044950" y="3949700"/>
          <p14:tracePt t="34617" x="4044950" y="3963988"/>
          <p14:tracePt t="34619" x="4030663" y="3963988"/>
          <p14:tracePt t="34620" x="4016375" y="3978275"/>
          <p14:tracePt t="34621" x="4003675" y="3978275"/>
          <p14:tracePt t="34627" x="3975100" y="3990975"/>
          <p14:tracePt t="34630" x="3962400" y="4005263"/>
          <p14:tracePt t="34635" x="3948113" y="4005263"/>
          <p14:tracePt t="34640" x="3948113" y="4019550"/>
          <p14:tracePt t="34644" x="3933825" y="4019550"/>
          <p14:tracePt t="34656" x="3921125" y="4019550"/>
          <p14:tracePt t="34757" x="3933825" y="4019550"/>
          <p14:tracePt t="34759" x="3948113" y="4019550"/>
          <p14:tracePt t="34761" x="3975100" y="4019550"/>
          <p14:tracePt t="34763" x="3989388" y="4019550"/>
          <p14:tracePt t="34764" x="4003675" y="4005263"/>
          <p14:tracePt t="34765" x="4016375" y="3990975"/>
          <p14:tracePt t="34767" x="4030663" y="3990975"/>
          <p14:tracePt t="34768" x="4057650" y="3978275"/>
          <p14:tracePt t="34769" x="4071938" y="3963988"/>
          <p14:tracePt t="34771" x="4098925" y="3949700"/>
          <p14:tracePt t="34773" x="4125913" y="3922713"/>
          <p14:tracePt t="34774" x="4167188" y="3922713"/>
          <p14:tracePt t="34775" x="4181475" y="3908425"/>
          <p14:tracePt t="34777" x="4208463" y="3895725"/>
          <p14:tracePt t="34779" x="4235450" y="3881438"/>
          <p14:tracePt t="34780" x="4276725" y="3881438"/>
          <p14:tracePt t="34781" x="4305300" y="3854450"/>
          <p14:tracePt t="34782" x="4332288" y="3840163"/>
          <p14:tracePt t="34783" x="4359275" y="3827463"/>
          <p14:tracePt t="34785" x="4414838" y="3813175"/>
          <p14:tracePt t="34787" x="4456113" y="3771900"/>
          <p14:tracePt t="34788" x="4483100" y="3771900"/>
          <p14:tracePt t="34789" x="4510088" y="3757613"/>
          <p14:tracePt t="34790" x="4524375" y="3744913"/>
          <p14:tracePt t="34791" x="4565650" y="3730625"/>
          <p14:tracePt t="34793" x="4592638" y="3716338"/>
          <p14:tracePt t="34794" x="4619625" y="3703638"/>
          <p14:tracePt t="34795" x="4633913" y="3703638"/>
          <p14:tracePt t="34796" x="4646613" y="3689350"/>
          <p14:tracePt t="34797" x="4660900" y="3676650"/>
          <p14:tracePt t="34799" x="4687888" y="3676650"/>
          <p14:tracePt t="34800" x="4702175" y="3662363"/>
          <p14:tracePt t="34800" x="4716463" y="3648075"/>
          <p14:tracePt t="34801" x="4743450" y="3648075"/>
          <p14:tracePt t="34803" x="4757738" y="3635375"/>
          <p14:tracePt t="34804" x="4770438" y="3635375"/>
          <p14:tracePt t="34806" x="4784725" y="3635375"/>
          <p14:tracePt t="34807" x="4797425" y="3621088"/>
          <p14:tracePt t="34808" x="4811713" y="3606800"/>
          <p14:tracePt t="34810" x="4838700" y="3606800"/>
          <p14:tracePt t="34813" x="4852988" y="3594100"/>
          <p14:tracePt t="34816" x="4867275" y="3579813"/>
          <p14:tracePt t="34821" x="4879975" y="3579813"/>
          <p14:tracePt t="34822" x="4894263" y="3579813"/>
          <p14:tracePt t="34824" x="4894263" y="3565525"/>
          <p14:tracePt t="35002" x="4879975" y="3565525"/>
          <p14:tracePt t="35003" x="4852988" y="3538538"/>
          <p14:tracePt t="35006" x="4838700" y="3511550"/>
          <p14:tracePt t="35007" x="4826000" y="3511550"/>
          <p14:tracePt t="35008" x="4826000" y="3497263"/>
          <p14:tracePt t="35009" x="4811713" y="3484563"/>
          <p14:tracePt t="35011" x="4784725" y="3470275"/>
          <p14:tracePt t="35013" x="4770438" y="3443288"/>
          <p14:tracePt t="35015" x="4757738" y="3414713"/>
          <p14:tracePt t="35016" x="4743450" y="3414713"/>
          <p14:tracePt t="35017" x="4729163" y="3402013"/>
          <p14:tracePt t="35018" x="4716463" y="3387725"/>
          <p14:tracePt t="35019" x="4716463" y="3373438"/>
          <p14:tracePt t="35020" x="4702175" y="3360738"/>
          <p14:tracePt t="35022" x="4687888" y="3346450"/>
          <p14:tracePt t="35022" x="4687888" y="3333750"/>
          <p14:tracePt t="35024" x="4675188" y="3333750"/>
          <p14:tracePt t="35024" x="4660900" y="3305175"/>
          <p14:tracePt t="35025" x="4646613" y="3292475"/>
          <p14:tracePt t="35026" x="4633913" y="3278188"/>
          <p14:tracePt t="35027" x="4619625" y="3263900"/>
          <p14:tracePt t="35029" x="4606925" y="3251200"/>
          <p14:tracePt t="35030" x="4592638" y="3236913"/>
          <p14:tracePt t="35031" x="4578350" y="3222625"/>
          <p14:tracePt t="35032" x="4565650" y="3195638"/>
          <p14:tracePt t="35033" x="4565650" y="3181350"/>
          <p14:tracePt t="35035" x="4537075" y="3154363"/>
          <p14:tracePt t="35037" x="4524375" y="3141663"/>
          <p14:tracePt t="35038" x="4497388" y="3113088"/>
          <p14:tracePt t="35039" x="4497388" y="3086100"/>
          <p14:tracePt t="35042" x="4483100" y="3071813"/>
          <p14:tracePt t="35044" x="4468813" y="3030538"/>
          <p14:tracePt t="35044" x="4468813" y="3017838"/>
          <p14:tracePt t="35045" x="4468813" y="3003550"/>
          <p14:tracePt t="35047" x="4441825" y="2976563"/>
          <p14:tracePt t="35049" x="4441825" y="2949575"/>
          <p14:tracePt t="35051" x="4427538" y="2921000"/>
          <p14:tracePt t="35051" x="4414838" y="2908300"/>
          <p14:tracePt t="35054" x="4414838" y="2894013"/>
          <p14:tracePt t="35056" x="4414838" y="2879725"/>
          <p14:tracePt t="35058" x="4400550" y="2867025"/>
          <p14:tracePt t="35059" x="4386263" y="2825750"/>
          <p14:tracePt t="35063" x="4386263" y="2811463"/>
          <p14:tracePt t="35064" x="4386263" y="2784475"/>
          <p14:tracePt t="35065" x="4386263" y="2770188"/>
          <p14:tracePt t="35067" x="4386263" y="2757488"/>
          <p14:tracePt t="35070" x="4386263" y="2728913"/>
          <p14:tracePt t="35072" x="4386263" y="2716213"/>
          <p14:tracePt t="35073" x="4386263" y="2701925"/>
          <p14:tracePt t="35075" x="4386263" y="2687638"/>
          <p14:tracePt t="35077" x="4386263" y="2674938"/>
          <p14:tracePt t="35080" x="4386263" y="2647950"/>
          <p14:tracePt t="35084" x="4386263" y="2633663"/>
          <p14:tracePt t="35086" x="4386263" y="2619375"/>
          <p14:tracePt t="35089" x="4386263" y="2606675"/>
          <p14:tracePt t="35091" x="4386263" y="2592388"/>
          <p14:tracePt t="35093" x="4386263" y="2578100"/>
          <p14:tracePt t="35098" x="4400550" y="2565400"/>
          <p14:tracePt t="35099" x="4400550" y="2551113"/>
          <p14:tracePt t="35102" x="4400550" y="2536825"/>
          <p14:tracePt t="35105" x="4400550" y="2524125"/>
          <p14:tracePt t="35106" x="4414838" y="2524125"/>
          <p14:tracePt t="35108" x="4414838" y="2509838"/>
          <p14:tracePt t="35109" x="4414838" y="2495550"/>
          <p14:tracePt t="35111" x="4427538" y="2495550"/>
          <p14:tracePt t="35113" x="4427538" y="2482850"/>
          <p14:tracePt t="35118" x="4427538" y="2468563"/>
          <p14:tracePt t="35121" x="4427538" y="2455863"/>
          <p14:tracePt t="35123" x="4441825" y="2441575"/>
          <p14:tracePt t="35129" x="4441825" y="2427288"/>
          <p14:tracePt t="35140" x="4441825" y="2414588"/>
          <p14:tracePt t="35158" x="4441825" y="2400300"/>
          <p14:tracePt t="35161" x="4441825" y="2386013"/>
          <p14:tracePt t="35173" x="4441825" y="2373313"/>
          <p14:tracePt t="35182" x="4441825" y="2359025"/>
          <p14:tracePt t="35190" x="4441825" y="2344738"/>
          <p14:tracePt t="35201" x="4441825" y="2332038"/>
          <p14:tracePt t="35452" x="4427538" y="2332038"/>
          <p14:tracePt t="35457" x="4414838" y="2332038"/>
          <p14:tracePt t="35460" x="4400550" y="2332038"/>
          <p14:tracePt t="35466" x="4386263" y="2317750"/>
          <p14:tracePt t="35468" x="4373563" y="2317750"/>
          <p14:tracePt t="35470" x="4373563" y="2305050"/>
          <p14:tracePt t="35473" x="4359275" y="2305050"/>
          <p14:tracePt t="35475" x="4346575" y="2305050"/>
          <p14:tracePt t="35480" x="4346575" y="2290763"/>
          <p14:tracePt t="35481" x="4332288" y="2276475"/>
          <p14:tracePt t="35484" x="4318000" y="2276475"/>
          <p14:tracePt t="35489" x="4318000" y="2263775"/>
          <p14:tracePt t="35492" x="4305300" y="2263775"/>
          <p14:tracePt t="35502" x="4291013" y="2263775"/>
          <p14:tracePt t="35511" x="4291013" y="2249488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10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90CCC41-92FB-F82B-2E83-6B20FAE3D745}"/>
              </a:ext>
            </a:extLst>
          </p:cNvPr>
          <p:cNvSpPr/>
          <p:nvPr/>
        </p:nvSpPr>
        <p:spPr bwMode="auto">
          <a:xfrm>
            <a:off x="5602706" y="4123960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522D137-1140-0F52-1476-0CEBA7E72A44}"/>
              </a:ext>
            </a:extLst>
          </p:cNvPr>
          <p:cNvSpPr txBox="1"/>
          <p:nvPr/>
        </p:nvSpPr>
        <p:spPr>
          <a:xfrm>
            <a:off x="2611327" y="1700808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AEFFGGE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524104B3-0E2B-246F-34B4-9F44643794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58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2773">
        <p:fade/>
      </p:transition>
    </mc:Choice>
    <mc:Fallback>
      <p:transition advTm="27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3" x="4276725" y="2193925"/>
          <p14:tracePt t="135" x="4291013" y="2193925"/>
          <p14:tracePt t="137" x="4318000" y="2208213"/>
          <p14:tracePt t="140" x="4332288" y="2222500"/>
          <p14:tracePt t="141" x="4346575" y="2222500"/>
          <p14:tracePt t="144" x="4359275" y="2249488"/>
          <p14:tracePt t="146" x="4359275" y="2263775"/>
          <p14:tracePt t="148" x="4386263" y="2276475"/>
          <p14:tracePt t="150" x="4386263" y="2290763"/>
          <p14:tracePt t="152" x="4400550" y="2290763"/>
          <p14:tracePt t="152" x="4414838" y="2305050"/>
          <p14:tracePt t="153" x="4414838" y="2317750"/>
          <p14:tracePt t="157" x="4441825" y="2332038"/>
          <p14:tracePt t="158" x="4456113" y="2344738"/>
          <p14:tracePt t="161" x="4456113" y="2359025"/>
          <p14:tracePt t="161" x="4468813" y="2373313"/>
          <p14:tracePt t="162" x="4468813" y="2386013"/>
          <p14:tracePt t="164" x="4497388" y="2386013"/>
          <p14:tracePt t="166" x="4497388" y="2414588"/>
          <p14:tracePt t="168" x="4510088" y="2414588"/>
          <p14:tracePt t="169" x="4524375" y="2441575"/>
          <p14:tracePt t="173" x="4524375" y="2455863"/>
          <p14:tracePt t="174" x="4551363" y="2482850"/>
          <p14:tracePt t="175" x="4551363" y="2495550"/>
          <p14:tracePt t="177" x="4565650" y="2509838"/>
          <p14:tracePt t="179" x="4565650" y="2524125"/>
          <p14:tracePt t="181" x="4565650" y="2536825"/>
          <p14:tracePt t="182" x="4592638" y="2565400"/>
          <p14:tracePt t="184" x="4592638" y="2592388"/>
          <p14:tracePt t="189" x="4606925" y="2619375"/>
          <p14:tracePt t="190" x="4606925" y="2633663"/>
          <p14:tracePt t="191" x="4606925" y="2647950"/>
          <p14:tracePt t="192" x="4619625" y="2660650"/>
          <p14:tracePt t="193" x="4619625" y="2674938"/>
          <p14:tracePt t="196" x="4619625" y="2687638"/>
          <p14:tracePt t="196" x="4633913" y="2701925"/>
          <p14:tracePt t="198" x="4633913" y="2728913"/>
          <p14:tracePt t="200" x="4646613" y="2743200"/>
          <p14:tracePt t="203" x="4660900" y="2770188"/>
          <p14:tracePt t="204" x="4660900" y="2784475"/>
          <p14:tracePt t="206" x="4660900" y="2811463"/>
          <p14:tracePt t="209" x="4675188" y="2825750"/>
          <p14:tracePt t="210" x="4675188" y="2838450"/>
          <p14:tracePt t="211" x="4675188" y="2852738"/>
          <p14:tracePt t="212" x="4675188" y="2867025"/>
          <p14:tracePt t="213" x="4687888" y="2867025"/>
          <p14:tracePt t="214" x="4687888" y="2879725"/>
          <p14:tracePt t="216" x="4702175" y="2894013"/>
          <p14:tracePt t="217" x="4702175" y="2908300"/>
          <p14:tracePt t="219" x="4702175" y="2921000"/>
          <p14:tracePt t="220" x="4716463" y="2921000"/>
          <p14:tracePt t="223" x="4716463" y="2935288"/>
          <p14:tracePt t="224" x="4729163" y="2949575"/>
          <p14:tracePt t="226" x="4729163" y="2962275"/>
          <p14:tracePt t="228" x="4743450" y="2976563"/>
          <p14:tracePt t="230" x="4757738" y="2990850"/>
          <p14:tracePt t="234" x="4770438" y="3003550"/>
          <p14:tracePt t="235" x="4770438" y="3017838"/>
          <p14:tracePt t="237" x="4784725" y="3017838"/>
          <p14:tracePt t="238" x="4797425" y="3030538"/>
          <p14:tracePt t="242" x="4811713" y="3030538"/>
          <p14:tracePt t="242" x="4811713" y="3044825"/>
          <p14:tracePt t="244" x="4826000" y="3044825"/>
          <p14:tracePt t="246" x="4838700" y="3044825"/>
          <p14:tracePt t="248" x="4852988" y="3059113"/>
          <p14:tracePt t="251" x="4867275" y="3059113"/>
          <p14:tracePt t="255" x="4879975" y="3059113"/>
          <p14:tracePt t="259" x="4894263" y="3071813"/>
          <p14:tracePt t="263" x="4908550" y="3071813"/>
          <p14:tracePt t="266" x="4921250" y="3071813"/>
          <p14:tracePt t="319" x="4935538" y="3071813"/>
          <p14:tracePt t="333" x="4935538" y="3086100"/>
          <p14:tracePt t="335" x="4948238" y="3086100"/>
          <p14:tracePt t="350" x="4962525" y="3086100"/>
          <p14:tracePt t="402" x="4962525" y="3100388"/>
          <p14:tracePt t="404" x="4976813" y="3100388"/>
          <p14:tracePt t="408" x="4976813" y="3113088"/>
          <p14:tracePt t="412" x="4989513" y="3113088"/>
          <p14:tracePt t="416" x="4989513" y="3127375"/>
          <p14:tracePt t="419" x="5003800" y="3141663"/>
          <p14:tracePt t="425" x="5003800" y="3154363"/>
          <p14:tracePt t="428" x="5018088" y="3154363"/>
          <p14:tracePt t="434" x="5030788" y="3154363"/>
          <p14:tracePt t="515" x="5018088" y="3154363"/>
          <p14:tracePt t="524" x="5003800" y="3154363"/>
          <p14:tracePt t="532" x="5003800" y="3141663"/>
          <p14:tracePt t="536" x="4989513" y="3141663"/>
          <p14:tracePt t="538" x="4989513" y="3127375"/>
          <p14:tracePt t="549" x="4976813" y="3113088"/>
          <p14:tracePt t="562" x="4976813" y="3100388"/>
          <p14:tracePt t="567" x="4962525" y="3100388"/>
          <p14:tracePt t="576" x="4962525" y="3086100"/>
          <p14:tracePt t="580" x="4962525" y="3071813"/>
          <p14:tracePt t="587" x="4948238" y="3071813"/>
          <p14:tracePt t="588" x="4948238" y="3059113"/>
          <p14:tracePt t="596" x="4948238" y="3044825"/>
          <p14:tracePt t="598" x="4935538" y="3044825"/>
          <p14:tracePt t="601" x="4935538" y="3030538"/>
          <p14:tracePt t="606" x="4921250" y="3017838"/>
          <p14:tracePt t="609" x="4908550" y="3017838"/>
          <p14:tracePt t="610" x="4908550" y="3003550"/>
          <p14:tracePt t="615" x="4894263" y="3003550"/>
          <p14:tracePt t="616" x="4894263" y="2990850"/>
          <p14:tracePt t="619" x="4879975" y="2990850"/>
          <p14:tracePt t="622" x="4867275" y="2976563"/>
          <p14:tracePt t="624" x="4867275" y="2962275"/>
          <p14:tracePt t="627" x="4838700" y="2962275"/>
          <p14:tracePt t="630" x="4826000" y="2949575"/>
          <p14:tracePt t="632" x="4811713" y="2949575"/>
          <p14:tracePt t="634" x="4797425" y="2949575"/>
          <p14:tracePt t="636" x="4784725" y="2935288"/>
          <p14:tracePt t="638" x="4770438" y="2935288"/>
          <p14:tracePt t="640" x="4757738" y="2921000"/>
          <p14:tracePt t="641" x="4743450" y="2921000"/>
          <p14:tracePt t="643" x="4729163" y="2921000"/>
          <p14:tracePt t="644" x="4716463" y="2921000"/>
          <p14:tracePt t="647" x="4702175" y="2908300"/>
          <p14:tracePt t="647" x="4687888" y="2908300"/>
          <p14:tracePt t="648" x="4675188" y="2908300"/>
          <p14:tracePt t="649" x="4660900" y="2908300"/>
          <p14:tracePt t="650" x="4646613" y="2908300"/>
          <p14:tracePt t="651" x="4633913" y="2908300"/>
          <p14:tracePt t="652" x="4633913" y="2894013"/>
          <p14:tracePt t="653" x="4619625" y="2894013"/>
          <p14:tracePt t="654" x="4606925" y="2894013"/>
          <p14:tracePt t="655" x="4592638" y="2894013"/>
          <p14:tracePt t="656" x="4578350" y="2894013"/>
          <p14:tracePt t="657" x="4578350" y="2879725"/>
          <p14:tracePt t="658" x="4551363" y="2879725"/>
          <p14:tracePt t="659" x="4537075" y="2879725"/>
          <p14:tracePt t="661" x="4510088" y="2879725"/>
          <p14:tracePt t="663" x="4497388" y="2879725"/>
          <p14:tracePt t="664" x="4468813" y="2867025"/>
          <p14:tracePt t="666" x="4456113" y="2867025"/>
          <p14:tracePt t="668" x="4441825" y="2867025"/>
          <p14:tracePt t="668" x="4414838" y="2867025"/>
          <p14:tracePt t="670" x="4400550" y="2867025"/>
          <p14:tracePt t="671" x="4386263" y="2867025"/>
          <p14:tracePt t="672" x="4373563" y="2867025"/>
          <p14:tracePt t="674" x="4346575" y="2867025"/>
          <p14:tracePt t="676" x="4332288" y="2867025"/>
          <p14:tracePt t="677" x="4318000" y="2867025"/>
          <p14:tracePt t="679" x="4305300" y="2867025"/>
          <p14:tracePt t="681" x="4291013" y="2867025"/>
          <p14:tracePt t="682" x="4276725" y="2867025"/>
          <p14:tracePt t="684" x="4264025" y="2867025"/>
          <p14:tracePt t="686" x="4249738" y="2867025"/>
          <p14:tracePt t="688" x="4235450" y="2867025"/>
          <p14:tracePt t="690" x="4222750" y="2867025"/>
          <p14:tracePt t="694" x="4208463" y="2867025"/>
          <p14:tracePt t="697" x="4195763" y="2867025"/>
          <p14:tracePt t="697" x="4181475" y="2867025"/>
          <p14:tracePt t="699" x="4167188" y="2867025"/>
          <p14:tracePt t="702" x="4154488" y="2867025"/>
          <p14:tracePt t="703" x="4140200" y="2867025"/>
          <p14:tracePt t="707" x="4140200" y="2879725"/>
          <p14:tracePt t="709" x="4125913" y="2879725"/>
          <p14:tracePt t="712" x="4125913" y="2894013"/>
          <p14:tracePt t="715" x="4113213" y="2908300"/>
          <p14:tracePt t="718" x="4113213" y="2921000"/>
          <p14:tracePt t="722" x="4113213" y="2935288"/>
          <p14:tracePt t="725" x="4113213" y="2949575"/>
          <p14:tracePt t="725" x="4113213" y="2962275"/>
          <p14:tracePt t="729" x="4113213" y="2976563"/>
          <p14:tracePt t="730" x="4113213" y="2990850"/>
          <p14:tracePt t="733" x="4113213" y="3003550"/>
          <p14:tracePt t="735" x="4113213" y="3017838"/>
          <p14:tracePt t="737" x="4113213" y="3030538"/>
          <p14:tracePt t="740" x="4113213" y="3059113"/>
          <p14:tracePt t="743" x="4113213" y="3071813"/>
          <p14:tracePt t="744" x="4113213" y="3086100"/>
          <p14:tracePt t="747" x="4113213" y="3100388"/>
          <p14:tracePt t="747" x="4113213" y="3127375"/>
          <p14:tracePt t="750" x="4113213" y="3141663"/>
          <p14:tracePt t="751" x="4113213" y="3154363"/>
          <p14:tracePt t="753" x="4113213" y="3168650"/>
          <p14:tracePt t="753" x="4125913" y="3181350"/>
          <p14:tracePt t="755" x="4125913" y="3209925"/>
          <p14:tracePt t="757" x="4125913" y="3222625"/>
          <p14:tracePt t="759" x="4140200" y="3236913"/>
          <p14:tracePt t="760" x="4140200" y="3251200"/>
          <p14:tracePt t="761" x="4140200" y="3263900"/>
          <p14:tracePt t="762" x="4154488" y="3278188"/>
          <p14:tracePt t="762" x="4154488" y="3292475"/>
          <p14:tracePt t="765" x="4167188" y="3305175"/>
          <p14:tracePt t="767" x="4167188" y="3333750"/>
          <p14:tracePt t="767" x="4181475" y="3346450"/>
          <p14:tracePt t="768" x="4181475" y="3360738"/>
          <p14:tracePt t="769" x="4195763" y="3373438"/>
          <p14:tracePt t="770" x="4208463" y="3387725"/>
          <p14:tracePt t="773" x="4222750" y="3429000"/>
          <p14:tracePt t="775" x="4235450" y="3443288"/>
          <p14:tracePt t="776" x="4249738" y="3455988"/>
          <p14:tracePt t="777" x="4249738" y="3484563"/>
          <p14:tracePt t="780" x="4264025" y="3484563"/>
          <p14:tracePt t="780" x="4276725" y="3511550"/>
          <p14:tracePt t="781" x="4291013" y="3524250"/>
          <p14:tracePt t="782" x="4291013" y="3538538"/>
          <p14:tracePt t="783" x="4305300" y="3538538"/>
          <p14:tracePt t="784" x="4305300" y="3552825"/>
          <p14:tracePt t="785" x="4318000" y="3565525"/>
          <p14:tracePt t="786" x="4332288" y="3579813"/>
          <p14:tracePt t="787" x="4346575" y="3594100"/>
          <p14:tracePt t="788" x="4359275" y="3606800"/>
          <p14:tracePt t="790" x="4373563" y="3621088"/>
          <p14:tracePt t="791" x="4386263" y="3621088"/>
          <p14:tracePt t="792" x="4400550" y="3635375"/>
          <p14:tracePt t="799" x="4456113" y="3676650"/>
          <p14:tracePt t="800" x="4483100" y="3689350"/>
          <p14:tracePt t="801" x="4524375" y="3703638"/>
          <p14:tracePt t="803" x="4537075" y="3716338"/>
          <p14:tracePt t="804" x="4551363" y="3716338"/>
          <p14:tracePt t="806" x="4565650" y="3716338"/>
          <p14:tracePt t="807" x="4578350" y="3716338"/>
          <p14:tracePt t="807" x="4592638" y="3730625"/>
          <p14:tracePt t="808" x="4606925" y="3730625"/>
          <p14:tracePt t="809" x="4619625" y="3744913"/>
          <p14:tracePt t="810" x="4633913" y="3744913"/>
          <p14:tracePt t="811" x="4646613" y="3744913"/>
          <p14:tracePt t="814" x="4675188" y="3744913"/>
          <p14:tracePt t="814" x="4687888" y="3744913"/>
          <p14:tracePt t="816" x="4702175" y="3744913"/>
          <p14:tracePt t="817" x="4716463" y="3744913"/>
          <p14:tracePt t="818" x="4729163" y="3744913"/>
          <p14:tracePt t="820" x="4743450" y="3757613"/>
          <p14:tracePt t="820" x="4770438" y="3757613"/>
          <p14:tracePt t="822" x="4784725" y="3757613"/>
          <p14:tracePt t="823" x="4797425" y="3757613"/>
          <p14:tracePt t="825" x="4811713" y="3757613"/>
          <p14:tracePt t="827" x="4826000" y="3757613"/>
          <p14:tracePt t="828" x="4852988" y="3757613"/>
          <p14:tracePt t="829" x="4867275" y="3757613"/>
          <p14:tracePt t="831" x="4879975" y="3757613"/>
          <p14:tracePt t="832" x="4894263" y="3757613"/>
          <p14:tracePt t="834" x="4908550" y="3757613"/>
          <p14:tracePt t="834" x="4921250" y="3744913"/>
          <p14:tracePt t="836" x="4935538" y="3730625"/>
          <p14:tracePt t="838" x="4962525" y="3730625"/>
          <p14:tracePt t="841" x="4976813" y="3730625"/>
          <p14:tracePt t="842" x="4989513" y="3730625"/>
          <p14:tracePt t="844" x="5018088" y="3716338"/>
          <p14:tracePt t="848" x="5030788" y="3716338"/>
          <p14:tracePt t="849" x="5045075" y="3716338"/>
          <p14:tracePt t="851" x="5059363" y="3716338"/>
          <p14:tracePt t="855" x="5072063" y="3716338"/>
          <p14:tracePt t="866" x="5086350" y="3703638"/>
          <p14:tracePt t="878" x="5099050" y="3703638"/>
          <p14:tracePt t="879" x="5113338" y="3703638"/>
          <p14:tracePt t="889" x="5127625" y="3703638"/>
          <p14:tracePt t="904" x="5140325" y="3703638"/>
          <p14:tracePt t="948" x="5140325" y="3716338"/>
          <p14:tracePt t="1210" x="5127625" y="3716338"/>
          <p14:tracePt t="1216" x="5127625" y="3703638"/>
          <p14:tracePt t="1221" x="5127625" y="3689350"/>
          <p14:tracePt t="1235" x="5127625" y="3676650"/>
          <p14:tracePt t="1271" x="5127625" y="3662363"/>
          <p14:tracePt t="1280" x="5127625" y="3648075"/>
          <p14:tracePt t="1282" x="5127625" y="3635375"/>
          <p14:tracePt t="1284" x="5127625" y="3621088"/>
          <p14:tracePt t="1290" x="5127625" y="3606800"/>
          <p14:tracePt t="1291" x="5127625" y="3594100"/>
          <p14:tracePt t="1293" x="5113338" y="3594100"/>
          <p14:tracePt t="1294" x="5113338" y="3579813"/>
          <p14:tracePt t="1298" x="5099050" y="3579813"/>
          <p14:tracePt t="1300" x="5099050" y="3565525"/>
          <p14:tracePt t="1301" x="5099050" y="3538538"/>
          <p14:tracePt t="1305" x="5099050" y="3524250"/>
          <p14:tracePt t="1308" x="5099050" y="3511550"/>
          <p14:tracePt t="1309" x="5099050" y="3497263"/>
          <p14:tracePt t="1310" x="5086350" y="3497263"/>
          <p14:tracePt t="1311" x="5086350" y="3484563"/>
          <p14:tracePt t="1314" x="5086350" y="3470275"/>
          <p14:tracePt t="1314" x="5086350" y="3455988"/>
          <p14:tracePt t="1316" x="5086350" y="3443288"/>
          <p14:tracePt t="1321" x="5086350" y="3429000"/>
          <p14:tracePt t="1321" x="5086350" y="3402013"/>
          <p14:tracePt t="1322" x="5072063" y="3402013"/>
          <p14:tracePt t="1323" x="5072063" y="3387725"/>
          <p14:tracePt t="1325" x="5072063" y="3373438"/>
          <p14:tracePt t="1328" x="5072063" y="3346450"/>
          <p14:tracePt t="1329" x="5072063" y="3333750"/>
          <p14:tracePt t="1330" x="5072063" y="3319463"/>
          <p14:tracePt t="1332" x="5072063" y="3305175"/>
          <p14:tracePt t="1334" x="5059363" y="3292475"/>
          <p14:tracePt t="1335" x="5059363" y="3278188"/>
          <p14:tracePt t="1336" x="5045075" y="3263900"/>
          <p14:tracePt t="1338" x="5045075" y="3251200"/>
          <p14:tracePt t="1339" x="5045075" y="3236913"/>
          <p14:tracePt t="1341" x="5045075" y="3222625"/>
          <p14:tracePt t="1342" x="5030788" y="3195638"/>
          <p14:tracePt t="1344" x="5030788" y="3181350"/>
          <p14:tracePt t="1345" x="5030788" y="3168650"/>
          <p14:tracePt t="1348" x="5030788" y="3154363"/>
          <p14:tracePt t="1349" x="5003800" y="3141663"/>
          <p14:tracePt t="1350" x="5003800" y="3113088"/>
          <p14:tracePt t="1352" x="4989513" y="3100388"/>
          <p14:tracePt t="1353" x="4989513" y="3086100"/>
          <p14:tracePt t="1355" x="4976813" y="3071813"/>
          <p14:tracePt t="1356" x="4976813" y="3059113"/>
          <p14:tracePt t="1358" x="4962525" y="3044825"/>
          <p14:tracePt t="1359" x="4962525" y="3030538"/>
          <p14:tracePt t="1362" x="4948238" y="3017838"/>
          <p14:tracePt t="1363" x="4935538" y="2990850"/>
          <p14:tracePt t="1367" x="4921250" y="2962275"/>
          <p14:tracePt t="1368" x="4921250" y="2949575"/>
          <p14:tracePt t="1370" x="4908550" y="2935288"/>
          <p14:tracePt t="1370" x="4894263" y="2935288"/>
          <p14:tracePt t="1372" x="4894263" y="2921000"/>
          <p14:tracePt t="1375" x="4879975" y="2908300"/>
          <p14:tracePt t="1377" x="4879975" y="2879725"/>
          <p14:tracePt t="1379" x="4867275" y="2879725"/>
          <p14:tracePt t="1382" x="4867275" y="2867025"/>
          <p14:tracePt t="1383" x="4852988" y="2867025"/>
          <p14:tracePt t="1384" x="4852988" y="2852738"/>
          <p14:tracePt t="1387" x="4852988" y="2838450"/>
          <p14:tracePt t="1393" x="4838700" y="2811463"/>
          <p14:tracePt t="1398" x="4826000" y="2798763"/>
          <p14:tracePt t="1403" x="4826000" y="2784475"/>
          <p14:tracePt t="1406" x="4826000" y="2770188"/>
          <p14:tracePt t="1411" x="4826000" y="2757488"/>
          <p14:tracePt t="1414" x="4826000" y="2743200"/>
          <p14:tracePt t="1414" x="4811713" y="2743200"/>
          <p14:tracePt t="1417" x="4811713" y="2728913"/>
          <p14:tracePt t="1424" x="4811713" y="2716213"/>
          <p14:tracePt t="1426" x="4811713" y="2701925"/>
          <p14:tracePt t="1429" x="4811713" y="2687638"/>
          <p14:tracePt t="1429" x="4797425" y="2687638"/>
          <p14:tracePt t="1431" x="4797425" y="2674938"/>
          <p14:tracePt t="1436" x="4797425" y="2660650"/>
          <p14:tracePt t="1439" x="4797425" y="2647950"/>
          <p14:tracePt t="1441" x="4784725" y="2647950"/>
          <p14:tracePt t="1441" x="4770438" y="2633663"/>
          <p14:tracePt t="1446" x="4770438" y="2606675"/>
          <p14:tracePt t="1448" x="4757738" y="2592388"/>
          <p14:tracePt t="1452" x="4757738" y="2565400"/>
          <p14:tracePt t="1454" x="4743450" y="2565400"/>
          <p14:tracePt t="1454" x="4729163" y="2551113"/>
          <p14:tracePt t="1457" x="4729163" y="2536825"/>
          <p14:tracePt t="1460" x="4716463" y="2524125"/>
          <p14:tracePt t="1462" x="4716463" y="2509838"/>
          <p14:tracePt t="1462" x="4702175" y="2509838"/>
          <p14:tracePt t="1465" x="4702175" y="2495550"/>
          <p14:tracePt t="1467" x="4675188" y="2482850"/>
          <p14:tracePt t="1469" x="4675188" y="2468563"/>
          <p14:tracePt t="1470" x="4660900" y="2455863"/>
          <p14:tracePt t="1473" x="4646613" y="2441575"/>
          <p14:tracePt t="1475" x="4633913" y="2427288"/>
          <p14:tracePt t="1476" x="4619625" y="2414588"/>
          <p14:tracePt t="1479" x="4606925" y="2414588"/>
          <p14:tracePt t="1481" x="4592638" y="2400300"/>
          <p14:tracePt t="1482" x="4578350" y="2386013"/>
          <p14:tracePt t="1484" x="4565650" y="2373313"/>
          <p14:tracePt t="1487" x="4551363" y="2359025"/>
          <p14:tracePt t="1488" x="4537075" y="2359025"/>
          <p14:tracePt t="1490" x="4524375" y="2344738"/>
          <p14:tracePt t="1492" x="4510088" y="2332038"/>
          <p14:tracePt t="1495" x="4497388" y="2332038"/>
          <p14:tracePt t="1496" x="4483100" y="2317750"/>
          <p14:tracePt t="1498" x="4468813" y="2317750"/>
          <p14:tracePt t="1499" x="4468813" y="2305050"/>
          <p14:tracePt t="1501" x="4456113" y="2305050"/>
          <p14:tracePt t="1503" x="4441825" y="2290763"/>
          <p14:tracePt t="1505" x="4427538" y="2290763"/>
          <p14:tracePt t="1507" x="4427538" y="2276475"/>
          <p14:tracePt t="1508" x="4414838" y="2276475"/>
          <p14:tracePt t="1510" x="4400550" y="2276475"/>
          <p14:tracePt t="1515" x="4400550" y="2263775"/>
          <p14:tracePt t="1516" x="4386263" y="2263775"/>
          <p14:tracePt t="1519" x="4373563" y="2263775"/>
          <p14:tracePt t="1525" x="4373563" y="2249488"/>
          <p14:tracePt t="1529" x="4359275" y="2249488"/>
          <p14:tracePt t="1532" x="4359275" y="2235200"/>
          <p14:tracePt t="1553" x="4346575" y="2235200"/>
          <p14:tracePt t="1556" x="4346575" y="2222500"/>
          <p14:tracePt t="1570" x="4332288" y="2222500"/>
          <p14:tracePt t="1579" x="4318000" y="2222500"/>
          <p14:tracePt t="1594" x="4305300" y="2208213"/>
          <p14:tracePt t="1604" x="4291013" y="2208213"/>
          <p14:tracePt t="1613" x="4276725" y="2193925"/>
          <p14:tracePt t="1618" x="4264025" y="2193925"/>
          <p14:tracePt t="1627" x="4249738" y="2193925"/>
          <p14:tracePt t="1635" x="4249738" y="2181225"/>
          <p14:tracePt t="1637" x="4235450" y="2181225"/>
          <p14:tracePt t="1651" x="4235450" y="2166938"/>
          <p14:tracePt t="1786" x="4235450" y="2181225"/>
          <p14:tracePt t="1787" x="4249738" y="2181225"/>
          <p14:tracePt t="1789" x="4264025" y="2193925"/>
          <p14:tracePt t="1791" x="4264025" y="2208213"/>
          <p14:tracePt t="1793" x="4276725" y="2208213"/>
          <p14:tracePt t="1794" x="4276725" y="2222500"/>
          <p14:tracePt t="1795" x="4276725" y="2235200"/>
          <p14:tracePt t="1797" x="4291013" y="2249488"/>
          <p14:tracePt t="1800" x="4305300" y="2263775"/>
          <p14:tracePt t="1801" x="4318000" y="2276475"/>
          <p14:tracePt t="1802" x="4318000" y="2290763"/>
          <p14:tracePt t="1804" x="4332288" y="2305050"/>
          <p14:tracePt t="1806" x="4346575" y="2332038"/>
          <p14:tracePt t="1808" x="4359275" y="2344738"/>
          <p14:tracePt t="1810" x="4386263" y="2373313"/>
          <p14:tracePt t="1813" x="4400550" y="2400300"/>
          <p14:tracePt t="1814" x="4414838" y="2414588"/>
          <p14:tracePt t="1815" x="4414838" y="2427288"/>
          <p14:tracePt t="1816" x="4441825" y="2441575"/>
          <p14:tracePt t="1817" x="4441825" y="2455863"/>
          <p14:tracePt t="1820" x="4468813" y="2482850"/>
          <p14:tracePt t="1821" x="4497388" y="2524125"/>
          <p14:tracePt t="1822" x="4510088" y="2536825"/>
          <p14:tracePt t="1823" x="4510088" y="2551113"/>
          <p14:tracePt t="1824" x="4537075" y="2578100"/>
          <p14:tracePt t="1825" x="4551363" y="2592388"/>
          <p14:tracePt t="1828" x="4565650" y="2606675"/>
          <p14:tracePt t="1829" x="4578350" y="2633663"/>
          <p14:tracePt t="1830" x="4592638" y="2647950"/>
          <p14:tracePt t="1831" x="4619625" y="2674938"/>
          <p14:tracePt t="1832" x="4633913" y="2687638"/>
          <p14:tracePt t="1833" x="4660900" y="2701925"/>
          <p14:tracePt t="1834" x="4675188" y="2728913"/>
          <p14:tracePt t="1836" x="4687888" y="2743200"/>
          <p14:tracePt t="1837" x="4702175" y="2770188"/>
          <p14:tracePt t="1839" x="4716463" y="2798763"/>
          <p14:tracePt t="1841" x="4729163" y="2811463"/>
          <p14:tracePt t="1842" x="4757738" y="2852738"/>
          <p14:tracePt t="1843" x="4770438" y="2879725"/>
          <p14:tracePt t="1844" x="4797425" y="2894013"/>
          <p14:tracePt t="1845" x="4797425" y="2908300"/>
          <p14:tracePt t="1846" x="4826000" y="2935288"/>
          <p14:tracePt t="1849" x="4852988" y="2962275"/>
          <p14:tracePt t="1850" x="4852988" y="3003550"/>
          <p14:tracePt t="1851" x="4852988" y="3017838"/>
          <p14:tracePt t="1852" x="4879975" y="3030538"/>
          <p14:tracePt t="1853" x="4894263" y="3059113"/>
          <p14:tracePt t="1855" x="4894263" y="3086100"/>
          <p14:tracePt t="1856" x="4921250" y="3100388"/>
          <p14:tracePt t="1857" x="4921250" y="3113088"/>
          <p14:tracePt t="1858" x="4935538" y="3141663"/>
          <p14:tracePt t="1859" x="4948238" y="3141663"/>
          <p14:tracePt t="1860" x="4948238" y="3168650"/>
          <p14:tracePt t="1861" x="4962525" y="3195638"/>
          <p14:tracePt t="1862" x="4976813" y="3209925"/>
          <p14:tracePt t="1863" x="4989513" y="3236913"/>
          <p14:tracePt t="1865" x="5003800" y="3263900"/>
          <p14:tracePt t="1866" x="5018088" y="3305175"/>
          <p14:tracePt t="1868" x="5018088" y="3333750"/>
          <p14:tracePt t="1869" x="5030788" y="3346450"/>
          <p14:tracePt t="1871" x="5045075" y="3373438"/>
          <p14:tracePt t="1872" x="5045075" y="3402013"/>
          <p14:tracePt t="1873" x="5059363" y="3414713"/>
          <p14:tracePt t="1875" x="5072063" y="3429000"/>
          <p14:tracePt t="1876" x="5072063" y="3455988"/>
          <p14:tracePt t="1878" x="5072063" y="3470275"/>
          <p14:tracePt t="1879" x="5099050" y="3497263"/>
          <p14:tracePt t="1881" x="5099050" y="3511550"/>
          <p14:tracePt t="1883" x="5099050" y="3524250"/>
          <p14:tracePt t="1884" x="5099050" y="3538538"/>
          <p14:tracePt t="1885" x="5113338" y="3552825"/>
          <p14:tracePt t="1888" x="5127625" y="3565525"/>
          <p14:tracePt t="1890" x="5127625" y="3594100"/>
          <p14:tracePt t="1892" x="5140325" y="3606800"/>
          <p14:tracePt t="1895" x="5140325" y="3621088"/>
          <p14:tracePt t="1897" x="5154613" y="3621088"/>
          <p14:tracePt t="1898" x="5154613" y="3648075"/>
          <p14:tracePt t="1901" x="5168900" y="3662363"/>
          <p14:tracePt t="1906" x="5168900" y="3676650"/>
          <p14:tracePt t="1907" x="5168900" y="3689350"/>
          <p14:tracePt t="1909" x="5181600" y="3689350"/>
          <p14:tracePt t="1911" x="5195888" y="3689350"/>
          <p14:tracePt t="1912" x="5195888" y="3703638"/>
          <p14:tracePt t="1918" x="5210175" y="3716338"/>
          <p14:tracePt t="1921" x="5222875" y="3716338"/>
          <p14:tracePt t="1922" x="5222875" y="3730625"/>
          <p14:tracePt t="1925" x="5237163" y="3744913"/>
          <p14:tracePt t="1932" x="5249863" y="3744913"/>
          <p14:tracePt t="1932" x="5264150" y="3757613"/>
          <p14:tracePt t="1941" x="5278438" y="3757613"/>
          <p14:tracePt t="2090" x="5291138" y="3757613"/>
          <p14:tracePt t="2094" x="5305425" y="3771900"/>
          <p14:tracePt t="2096" x="5319713" y="3771900"/>
          <p14:tracePt t="2099" x="5332413" y="3786188"/>
          <p14:tracePt t="2099" x="5360988" y="3798888"/>
          <p14:tracePt t="2102" x="5387975" y="3827463"/>
          <p14:tracePt t="2105" x="5400675" y="3827463"/>
          <p14:tracePt t="2106" x="5414963" y="3840163"/>
          <p14:tracePt t="2107" x="5429250" y="3854450"/>
          <p14:tracePt t="2108" x="5456238" y="3867150"/>
          <p14:tracePt t="2111" x="5470525" y="3895725"/>
          <p14:tracePt t="2112" x="5483225" y="3895725"/>
          <p14:tracePt t="2113" x="5524500" y="3922713"/>
          <p14:tracePt t="2114" x="5538788" y="3937000"/>
          <p14:tracePt t="2115" x="5551488" y="3949700"/>
          <p14:tracePt t="2116" x="5565775" y="3963988"/>
          <p14:tracePt t="2118" x="5592763" y="3978275"/>
          <p14:tracePt t="2120" x="5607050" y="3990975"/>
          <p14:tracePt t="2121" x="5621338" y="4005263"/>
          <p14:tracePt t="2121" x="5634038" y="4019550"/>
          <p14:tracePt t="2122" x="5662613" y="4032250"/>
          <p14:tracePt t="2124" x="5662613" y="4046538"/>
          <p14:tracePt t="2124" x="5675313" y="4059238"/>
          <p14:tracePt t="2126" x="5689600" y="4073525"/>
          <p14:tracePt t="2127" x="5716588" y="4087813"/>
          <p14:tracePt t="2129" x="5716588" y="4100513"/>
          <p14:tracePt t="2129" x="5743575" y="4114800"/>
          <p14:tracePt t="2130" x="5743575" y="4129088"/>
          <p14:tracePt t="2132" x="5772150" y="4141788"/>
          <p14:tracePt t="2133" x="5784850" y="4156075"/>
          <p14:tracePt t="2135" x="5799138" y="4183063"/>
          <p14:tracePt t="2135" x="5813425" y="4197350"/>
          <p14:tracePt t="2136" x="5826125" y="4210050"/>
          <p14:tracePt t="2139" x="5840413" y="4224338"/>
          <p14:tracePt t="2141" x="5853113" y="4238625"/>
          <p14:tracePt t="2142" x="5867400" y="4265613"/>
          <p14:tracePt t="2143" x="5881688" y="4279900"/>
          <p14:tracePt t="2143" x="5881688" y="4292600"/>
          <p14:tracePt t="2144" x="5894388" y="4292600"/>
          <p14:tracePt t="2145" x="5894388" y="4306888"/>
          <p14:tracePt t="2148" x="5908675" y="4333875"/>
          <p14:tracePt t="2149" x="5922963" y="4333875"/>
          <p14:tracePt t="2150" x="5922963" y="4348163"/>
          <p14:tracePt t="2153" x="5935663" y="4362450"/>
          <p14:tracePt t="2154" x="5935663" y="4389438"/>
          <p14:tracePt t="2156" x="5949950" y="4389438"/>
          <p14:tracePt t="2157" x="5964238" y="4402138"/>
          <p14:tracePt t="2158" x="5964238" y="4416425"/>
          <p14:tracePt t="2161" x="5976938" y="4430713"/>
          <p14:tracePt t="2163" x="5976938" y="4443413"/>
          <p14:tracePt t="2164" x="5991225" y="4457700"/>
          <p14:tracePt t="2168" x="5991225" y="4471988"/>
          <p14:tracePt t="2169" x="5991225" y="4484688"/>
          <p14:tracePt t="2170" x="6003925" y="4484688"/>
          <p14:tracePt t="2171" x="6003925" y="4498975"/>
          <p14:tracePt t="2175" x="6003925" y="4513263"/>
          <p14:tracePt t="2176" x="6018213" y="4513263"/>
          <p14:tracePt t="2177" x="6018213" y="4525963"/>
          <p14:tracePt t="2182" x="6018213" y="4540250"/>
          <p14:tracePt t="2191" x="6018213" y="4552950"/>
          <p14:tracePt t="2356" x="6018213" y="4540250"/>
          <p14:tracePt t="2366" x="6018213" y="4525963"/>
          <p14:tracePt t="2371" x="6018213" y="4513263"/>
          <p14:tracePt t="2380" x="6018213" y="4498975"/>
          <p14:tracePt t="2387" x="6003925" y="4498975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90CCC41-92FB-F82B-2E83-6B20FAE3D745}"/>
              </a:ext>
            </a:extLst>
          </p:cNvPr>
          <p:cNvSpPr/>
          <p:nvPr/>
        </p:nvSpPr>
        <p:spPr bwMode="auto">
          <a:xfrm>
            <a:off x="5602706" y="4123960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FC137FA-D120-4A44-F48F-A5B8AB8BFC70}"/>
              </a:ext>
            </a:extLst>
          </p:cNvPr>
          <p:cNvSpPr/>
          <p:nvPr/>
        </p:nvSpPr>
        <p:spPr bwMode="auto">
          <a:xfrm>
            <a:off x="3851920" y="4913256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5682A8C-B9B4-7F36-5061-400846E459E7}"/>
              </a:ext>
            </a:extLst>
          </p:cNvPr>
          <p:cNvSpPr txBox="1"/>
          <p:nvPr/>
        </p:nvSpPr>
        <p:spPr>
          <a:xfrm>
            <a:off x="2611327" y="1700808"/>
            <a:ext cx="1999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AEFFGGEB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35049490-7013-39A9-AD9D-EF05A0585E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16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635">
        <p:fade/>
      </p:transition>
    </mc:Choice>
    <mc:Fallback>
      <p:transition advTm="163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1" x="6003925" y="4484688"/>
          <p14:tracePt t="90" x="6003925" y="4471988"/>
          <p14:tracePt t="94" x="6003925" y="4457700"/>
          <p14:tracePt t="99" x="6003925" y="4443413"/>
          <p14:tracePt t="106" x="6003925" y="4430713"/>
          <p14:tracePt t="107" x="6003925" y="4416425"/>
          <p14:tracePt t="110" x="5991225" y="4402138"/>
          <p14:tracePt t="113" x="5991225" y="4389438"/>
          <p14:tracePt t="116" x="5976938" y="4375150"/>
          <p14:tracePt t="119" x="5964238" y="4348163"/>
          <p14:tracePt t="123" x="5964238" y="4333875"/>
          <p14:tracePt t="125" x="5949950" y="4321175"/>
          <p14:tracePt t="127" x="5949950" y="4306888"/>
          <p14:tracePt t="129" x="5935663" y="4292600"/>
          <p14:tracePt t="131" x="5922963" y="4279900"/>
          <p14:tracePt t="133" x="5922963" y="4265613"/>
          <p14:tracePt t="135" x="5908675" y="4251325"/>
          <p14:tracePt t="137" x="5908675" y="4238625"/>
          <p14:tracePt t="140" x="5894388" y="4210050"/>
          <p14:tracePt t="141" x="5881688" y="4197350"/>
          <p14:tracePt t="144" x="5867400" y="4183063"/>
          <p14:tracePt t="146" x="5867400" y="4170363"/>
          <p14:tracePt t="149" x="5853113" y="4141788"/>
          <p14:tracePt t="151" x="5853113" y="4129088"/>
          <p14:tracePt t="152" x="5840413" y="4114800"/>
          <p14:tracePt t="154" x="5840413" y="4100513"/>
          <p14:tracePt t="156" x="5826125" y="4087813"/>
          <p14:tracePt t="157" x="5826125" y="4073525"/>
          <p14:tracePt t="158" x="5813425" y="4073525"/>
          <p14:tracePt t="159" x="5813425" y="4059238"/>
          <p14:tracePt t="161" x="5813425" y="4046538"/>
          <p14:tracePt t="163" x="5799138" y="4032250"/>
          <p14:tracePt t="164" x="5799138" y="4019550"/>
          <p14:tracePt t="166" x="5799138" y="4005263"/>
          <p14:tracePt t="168" x="5799138" y="3990975"/>
          <p14:tracePt t="170" x="5799138" y="3978275"/>
          <p14:tracePt t="171" x="5784850" y="3963988"/>
          <p14:tracePt t="175" x="5784850" y="3937000"/>
          <p14:tracePt t="176" x="5784850" y="3922713"/>
          <p14:tracePt t="179" x="5772150" y="3908425"/>
          <p14:tracePt t="181" x="5772150" y="3881438"/>
          <p14:tracePt t="183" x="5772150" y="3867150"/>
          <p14:tracePt t="184" x="5772150" y="3854450"/>
          <p14:tracePt t="187" x="5757863" y="3840163"/>
          <p14:tracePt t="189" x="5757863" y="3813175"/>
          <p14:tracePt t="190" x="5757863" y="3798888"/>
          <p14:tracePt t="191" x="5757863" y="3786188"/>
          <p14:tracePt t="194" x="5757863" y="3771900"/>
          <p14:tracePt t="196" x="5757863" y="3757613"/>
          <p14:tracePt t="198" x="5757863" y="3744913"/>
          <p14:tracePt t="199" x="5757863" y="3730625"/>
          <p14:tracePt t="201" x="5757863" y="3716338"/>
          <p14:tracePt t="203" x="5743575" y="3703638"/>
          <p14:tracePt t="205" x="5743575" y="3689350"/>
          <p14:tracePt t="207" x="5730875" y="3662363"/>
          <p14:tracePt t="211" x="5730875" y="3648075"/>
          <p14:tracePt t="213" x="5730875" y="3635375"/>
          <p14:tracePt t="214" x="5730875" y="3621088"/>
          <p14:tracePt t="215" x="5716588" y="3606800"/>
          <p14:tracePt t="217" x="5716588" y="3594100"/>
          <p14:tracePt t="218" x="5716588" y="3579813"/>
          <p14:tracePt t="219" x="5702300" y="3565525"/>
          <p14:tracePt t="222" x="5702300" y="3552825"/>
          <p14:tracePt t="225" x="5702300" y="3538538"/>
          <p14:tracePt t="227" x="5689600" y="3524250"/>
          <p14:tracePt t="229" x="5689600" y="3497263"/>
          <p14:tracePt t="231" x="5689600" y="3484563"/>
          <p14:tracePt t="233" x="5675313" y="3484563"/>
          <p14:tracePt t="234" x="5675313" y="3470275"/>
          <p14:tracePt t="235" x="5675313" y="3455988"/>
          <p14:tracePt t="236" x="5662613" y="3443288"/>
          <p14:tracePt t="238" x="5662613" y="3429000"/>
          <p14:tracePt t="240" x="5648325" y="3402013"/>
          <p14:tracePt t="242" x="5634038" y="3387725"/>
          <p14:tracePt t="243" x="5634038" y="3373438"/>
          <p14:tracePt t="245" x="5634038" y="3360738"/>
          <p14:tracePt t="246" x="5621338" y="3346450"/>
          <p14:tracePt t="248" x="5607050" y="3333750"/>
          <p14:tracePt t="248" x="5607050" y="3319463"/>
          <p14:tracePt t="251" x="5607050" y="3292475"/>
          <p14:tracePt t="253" x="5592763" y="3278188"/>
          <p14:tracePt t="254" x="5592763" y="3263900"/>
          <p14:tracePt t="256" x="5580063" y="3251200"/>
          <p14:tracePt t="258" x="5565775" y="3222625"/>
          <p14:tracePt t="261" x="5565775" y="3209925"/>
          <p14:tracePt t="262" x="5551488" y="3195638"/>
          <p14:tracePt t="263" x="5551488" y="3181350"/>
          <p14:tracePt t="265" x="5538788" y="3168650"/>
          <p14:tracePt t="266" x="5538788" y="3154363"/>
          <p14:tracePt t="267" x="5538788" y="3141663"/>
          <p14:tracePt t="269" x="5524500" y="3127375"/>
          <p14:tracePt t="272" x="5511800" y="3100388"/>
          <p14:tracePt t="273" x="5511800" y="3086100"/>
          <p14:tracePt t="274" x="5497513" y="3086100"/>
          <p14:tracePt t="275" x="5497513" y="3071813"/>
          <p14:tracePt t="277" x="5497513" y="3059113"/>
          <p14:tracePt t="278" x="5483225" y="3044825"/>
          <p14:tracePt t="279" x="5483225" y="3030538"/>
          <p14:tracePt t="282" x="5470525" y="3017838"/>
          <p14:tracePt t="283" x="5470525" y="3003550"/>
          <p14:tracePt t="286" x="5456238" y="2976563"/>
          <p14:tracePt t="288" x="5456238" y="2962275"/>
          <p14:tracePt t="290" x="5441950" y="2949575"/>
          <p14:tracePt t="292" x="5441950" y="2935288"/>
          <p14:tracePt t="293" x="5441950" y="2921000"/>
          <p14:tracePt t="294" x="5429250" y="2921000"/>
          <p14:tracePt t="296" x="5414963" y="2894013"/>
          <p14:tracePt t="300" x="5414963" y="2879725"/>
          <p14:tracePt t="300" x="5414963" y="2867025"/>
          <p14:tracePt t="303" x="5400675" y="2852738"/>
          <p14:tracePt t="304" x="5400675" y="2838450"/>
          <p14:tracePt t="307" x="5400675" y="2825750"/>
          <p14:tracePt t="308" x="5400675" y="2811463"/>
          <p14:tracePt t="309" x="5387975" y="2811463"/>
          <p14:tracePt t="311" x="5373688" y="2798763"/>
          <p14:tracePt t="313" x="5373688" y="2784475"/>
          <p14:tracePt t="317" x="5360988" y="2770188"/>
          <p14:tracePt t="319" x="5360988" y="2757488"/>
          <p14:tracePt t="322" x="5360988" y="2743200"/>
          <p14:tracePt t="325" x="5360988" y="2728913"/>
          <p14:tracePt t="327" x="5346700" y="2728913"/>
          <p14:tracePt t="331" x="5346700" y="2716213"/>
          <p14:tracePt t="334" x="5346700" y="2701925"/>
          <p14:tracePt t="341" x="5332413" y="2687638"/>
          <p14:tracePt t="511" x="5332413" y="2701925"/>
          <p14:tracePt t="515" x="5332413" y="2716213"/>
          <p14:tracePt t="519" x="5332413" y="2728913"/>
          <p14:tracePt t="523" x="5332413" y="2743200"/>
          <p14:tracePt t="526" x="5332413" y="2757488"/>
          <p14:tracePt t="528" x="5332413" y="2770188"/>
          <p14:tracePt t="530" x="5332413" y="2784475"/>
          <p14:tracePt t="534" x="5332413" y="2798763"/>
          <p14:tracePt t="536" x="5332413" y="2811463"/>
          <p14:tracePt t="538" x="5332413" y="2825750"/>
          <p14:tracePt t="540" x="5332413" y="2838450"/>
          <p14:tracePt t="543" x="5332413" y="2867025"/>
          <p14:tracePt t="547" x="5332413" y="2879725"/>
          <p14:tracePt t="549" x="5332413" y="2908300"/>
          <p14:tracePt t="551" x="5332413" y="2921000"/>
          <p14:tracePt t="553" x="5346700" y="2935288"/>
          <p14:tracePt t="554" x="5346700" y="2949575"/>
          <p14:tracePt t="555" x="5346700" y="2962275"/>
          <p14:tracePt t="557" x="5346700" y="2976563"/>
          <p14:tracePt t="558" x="5346700" y="2990850"/>
          <p14:tracePt t="559" x="5346700" y="3003550"/>
          <p14:tracePt t="560" x="5360988" y="3017838"/>
          <p14:tracePt t="562" x="5360988" y="3044825"/>
          <p14:tracePt t="563" x="5360988" y="3059113"/>
          <p14:tracePt t="565" x="5360988" y="3071813"/>
          <p14:tracePt t="567" x="5360988" y="3100388"/>
          <p14:tracePt t="568" x="5360988" y="3113088"/>
          <p14:tracePt t="569" x="5360988" y="3127375"/>
          <p14:tracePt t="570" x="5373688" y="3141663"/>
          <p14:tracePt t="571" x="5373688" y="3154363"/>
          <p14:tracePt t="573" x="5373688" y="3168650"/>
          <p14:tracePt t="574" x="5373688" y="3181350"/>
          <p14:tracePt t="575" x="5373688" y="3209925"/>
          <p14:tracePt t="577" x="5387975" y="3236913"/>
          <p14:tracePt t="579" x="5387975" y="3251200"/>
          <p14:tracePt t="580" x="5387975" y="3263900"/>
          <p14:tracePt t="582" x="5387975" y="3292475"/>
          <p14:tracePt t="583" x="5400675" y="3305175"/>
          <p14:tracePt t="585" x="5400675" y="3319463"/>
          <p14:tracePt t="585" x="5414963" y="3346450"/>
          <p14:tracePt t="587" x="5414963" y="3360738"/>
          <p14:tracePt t="589" x="5414963" y="3373438"/>
          <p14:tracePt t="590" x="5414963" y="3387725"/>
          <p14:tracePt t="592" x="5429250" y="3414713"/>
          <p14:tracePt t="593" x="5429250" y="3429000"/>
          <p14:tracePt t="594" x="5429250" y="3443288"/>
          <p14:tracePt t="595" x="5429250" y="3455988"/>
          <p14:tracePt t="596" x="5429250" y="3470275"/>
          <p14:tracePt t="597" x="5441950" y="3484563"/>
          <p14:tracePt t="598" x="5441950" y="3511550"/>
          <p14:tracePt t="601" x="5441950" y="3524250"/>
          <p14:tracePt t="602" x="5441950" y="3538538"/>
          <p14:tracePt t="603" x="5441950" y="3552825"/>
          <p14:tracePt t="605" x="5456238" y="3565525"/>
          <p14:tracePt t="607" x="5456238" y="3594100"/>
          <p14:tracePt t="608" x="5456238" y="3606800"/>
          <p14:tracePt t="610" x="5456238" y="3621088"/>
          <p14:tracePt t="612" x="5456238" y="3648075"/>
          <p14:tracePt t="614" x="5470525" y="3662363"/>
          <p14:tracePt t="616" x="5470525" y="3676650"/>
          <p14:tracePt t="617" x="5470525" y="3689350"/>
          <p14:tracePt t="619" x="5470525" y="3703638"/>
          <p14:tracePt t="621" x="5470525" y="3716338"/>
          <p14:tracePt t="623" x="5470525" y="3730625"/>
          <p14:tracePt t="625" x="5470525" y="3744913"/>
          <p14:tracePt t="627" x="5470525" y="3757613"/>
          <p14:tracePt t="629" x="5470525" y="3771900"/>
          <p14:tracePt t="633" x="5470525" y="3798888"/>
          <p14:tracePt t="635" x="5470525" y="3813175"/>
          <p14:tracePt t="638" x="5470525" y="3840163"/>
          <p14:tracePt t="642" x="5470525" y="3854450"/>
          <p14:tracePt t="643" x="5470525" y="3867150"/>
          <p14:tracePt t="645" x="5470525" y="3881438"/>
          <p14:tracePt t="647" x="5470525" y="3895725"/>
          <p14:tracePt t="649" x="5470525" y="3908425"/>
          <p14:tracePt t="651" x="5470525" y="3937000"/>
          <p14:tracePt t="654" x="5456238" y="3949700"/>
          <p14:tracePt t="656" x="5456238" y="3978275"/>
          <p14:tracePt t="658" x="5456238" y="3990975"/>
          <p14:tracePt t="660" x="5456238" y="4005263"/>
          <p14:tracePt t="661" x="5456238" y="4019550"/>
          <p14:tracePt t="663" x="5456238" y="4032250"/>
          <p14:tracePt t="665" x="5456238" y="4059238"/>
          <p14:tracePt t="667" x="5456238" y="4073525"/>
          <p14:tracePt t="669" x="5456238" y="4100513"/>
          <p14:tracePt t="670" x="5456238" y="4114800"/>
          <p14:tracePt t="673" x="5456238" y="4129088"/>
          <p14:tracePt t="674" x="5456238" y="4141788"/>
          <p14:tracePt t="676" x="5456238" y="4156075"/>
          <p14:tracePt t="678" x="5456238" y="4170363"/>
          <p14:tracePt t="680" x="5456238" y="4183063"/>
          <p14:tracePt t="681" x="5456238" y="4197350"/>
          <p14:tracePt t="682" x="5456238" y="4210050"/>
          <p14:tracePt t="686" x="5456238" y="4224338"/>
          <p14:tracePt t="688" x="5456238" y="4238625"/>
          <p14:tracePt t="690" x="5456238" y="4251325"/>
          <p14:tracePt t="693" x="5456238" y="4265613"/>
          <p14:tracePt t="695" x="5456238" y="4279900"/>
          <p14:tracePt t="699" x="5456238" y="4292600"/>
          <p14:tracePt t="700" x="5456238" y="4306888"/>
          <p14:tracePt t="706" x="5456238" y="4321175"/>
          <p14:tracePt t="711" x="5456238" y="4333875"/>
          <p14:tracePt t="719" x="5456238" y="4348163"/>
          <p14:tracePt t="723" x="5456238" y="4362450"/>
          <p14:tracePt t="733" x="5456238" y="4375150"/>
          <p14:tracePt t="736" x="5470525" y="4375150"/>
          <p14:tracePt t="740" x="5470525" y="4389438"/>
          <p14:tracePt t="748" x="5483225" y="4402138"/>
          <p14:tracePt t="751" x="5483225" y="4416425"/>
          <p14:tracePt t="758" x="5483225" y="4430713"/>
          <p14:tracePt t="766" x="5483225" y="4443413"/>
          <p14:tracePt t="774" x="5483225" y="4457700"/>
          <p14:tracePt t="777" x="5483225" y="4471988"/>
          <p14:tracePt t="784" x="5483225" y="4484688"/>
          <p14:tracePt t="789" x="5483225" y="4498975"/>
          <p14:tracePt t="795" x="5483225" y="4513263"/>
          <p14:tracePt t="799" x="5483225" y="4525963"/>
          <p14:tracePt t="802" x="5483225" y="4540250"/>
          <p14:tracePt t="806" x="5483225" y="4552950"/>
          <p14:tracePt t="809" x="5483225" y="4567238"/>
          <p14:tracePt t="814" x="5483225" y="4594225"/>
          <p14:tracePt t="817" x="5470525" y="4594225"/>
          <p14:tracePt t="818" x="5470525" y="4608513"/>
          <p14:tracePt t="822" x="5470525" y="4622800"/>
          <p14:tracePt t="825" x="5470525" y="4635500"/>
          <p14:tracePt t="827" x="5470525" y="4649788"/>
          <p14:tracePt t="829" x="5470525" y="4664075"/>
          <p14:tracePt t="831" x="5456238" y="4664075"/>
          <p14:tracePt t="831" x="5456238" y="4676775"/>
          <p14:tracePt t="833" x="5456238" y="4691063"/>
          <p14:tracePt t="836" x="5456238" y="4705350"/>
          <p14:tracePt t="839" x="5441950" y="4718050"/>
          <p14:tracePt t="841" x="5429250" y="4745038"/>
          <p14:tracePt t="843" x="5429250" y="4759325"/>
          <p14:tracePt t="844" x="5414963" y="4773613"/>
          <p14:tracePt t="846" x="5414963" y="4786313"/>
          <p14:tracePt t="848" x="5414963" y="4800600"/>
          <p14:tracePt t="849" x="5400675" y="4814888"/>
          <p14:tracePt t="851" x="5387975" y="4827588"/>
          <p14:tracePt t="853" x="5387975" y="4841875"/>
          <p14:tracePt t="854" x="5373688" y="4856163"/>
          <p14:tracePt t="856" x="5373688" y="4868863"/>
          <p14:tracePt t="857" x="5360988" y="4883150"/>
          <p14:tracePt t="858" x="5346700" y="4895850"/>
          <p14:tracePt t="860" x="5346700" y="4910138"/>
          <p14:tracePt t="861" x="5332413" y="4910138"/>
          <p14:tracePt t="862" x="5332413" y="4924425"/>
          <p14:tracePt t="863" x="5319713" y="4937125"/>
          <p14:tracePt t="864" x="5319713" y="4951413"/>
          <p14:tracePt t="865" x="5305425" y="4951413"/>
          <p14:tracePt t="866" x="5291138" y="4965700"/>
          <p14:tracePt t="867" x="5278438" y="4965700"/>
          <p14:tracePt t="868" x="5278438" y="4978400"/>
          <p14:tracePt t="869" x="5278438" y="4992688"/>
          <p14:tracePt t="870" x="5264150" y="5006975"/>
          <p14:tracePt t="871" x="5249863" y="5006975"/>
          <p14:tracePt t="872" x="5237163" y="5033963"/>
          <p14:tracePt t="876" x="5210175" y="5048250"/>
          <p14:tracePt t="878" x="5195888" y="5075238"/>
          <p14:tracePt t="879" x="5181600" y="5075238"/>
          <p14:tracePt t="880" x="5181600" y="5087938"/>
          <p14:tracePt t="883" x="5154613" y="5102225"/>
          <p14:tracePt t="884" x="5140325" y="5102225"/>
          <p14:tracePt t="885" x="5140325" y="5116513"/>
          <p14:tracePt t="886" x="5113338" y="5129213"/>
          <p14:tracePt t="888" x="5099050" y="5129213"/>
          <p14:tracePt t="889" x="5086350" y="5157788"/>
          <p14:tracePt t="891" x="5059363" y="5157788"/>
          <p14:tracePt t="892" x="5059363" y="5170488"/>
          <p14:tracePt t="893" x="5045075" y="5184775"/>
          <p14:tracePt t="894" x="5030788" y="5184775"/>
          <p14:tracePt t="895" x="5030788" y="5199063"/>
          <p14:tracePt t="896" x="5003800" y="5199063"/>
          <p14:tracePt t="898" x="5003800" y="5226050"/>
          <p14:tracePt t="899" x="4976813" y="5226050"/>
          <p14:tracePt t="901" x="4948238" y="5238750"/>
          <p14:tracePt t="903" x="4935538" y="5253038"/>
          <p14:tracePt t="905" x="4908550" y="5267325"/>
          <p14:tracePt t="906" x="4908550" y="5280025"/>
          <p14:tracePt t="907" x="4894263" y="5280025"/>
          <p14:tracePt t="909" x="4879975" y="5294313"/>
          <p14:tracePt t="910" x="4867275" y="5294313"/>
          <p14:tracePt t="911" x="4852988" y="5308600"/>
          <p14:tracePt t="913" x="4838700" y="5308600"/>
          <p14:tracePt t="914" x="4826000" y="5321300"/>
          <p14:tracePt t="915" x="4811713" y="5321300"/>
          <p14:tracePt t="918" x="4797425" y="5335588"/>
          <p14:tracePt t="919" x="4784725" y="5335588"/>
          <p14:tracePt t="923" x="4770438" y="5349875"/>
          <p14:tracePt t="925" x="4770438" y="5362575"/>
          <p14:tracePt t="926" x="4757738" y="5362575"/>
          <p14:tracePt t="928" x="4743450" y="5362575"/>
          <p14:tracePt t="930" x="4729163" y="5362575"/>
          <p14:tracePt t="934" x="4729163" y="5376863"/>
          <p14:tracePt t="935" x="4716463" y="5376863"/>
          <p14:tracePt t="944" x="4702175" y="5376863"/>
          <p14:tracePt t="946" x="4702175" y="5391150"/>
          <p14:tracePt t="959" x="4687888" y="5391150"/>
          <p14:tracePt t="961" x="4687888" y="5403850"/>
          <p14:tracePt t="962" x="4675188" y="5403850"/>
          <p14:tracePt t="972" x="4660900" y="5418138"/>
          <p14:tracePt t="980" x="4646613" y="5418138"/>
          <p14:tracePt t="986" x="4633913" y="5430838"/>
          <p14:tracePt t="996" x="4619625" y="5430838"/>
          <p14:tracePt t="1283" x="4619625" y="5418138"/>
          <p14:tracePt t="1290" x="4619625" y="5403850"/>
          <p14:tracePt t="1312" x="4619625" y="5391150"/>
          <p14:tracePt t="1335" x="4633913" y="5391150"/>
          <p14:tracePt t="1341" x="4633913" y="5376863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90CCC41-92FB-F82B-2E83-6B20FAE3D745}"/>
              </a:ext>
            </a:extLst>
          </p:cNvPr>
          <p:cNvSpPr/>
          <p:nvPr/>
        </p:nvSpPr>
        <p:spPr bwMode="auto">
          <a:xfrm>
            <a:off x="5602706" y="4123960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FC137FA-D120-4A44-F48F-A5B8AB8BFC70}"/>
              </a:ext>
            </a:extLst>
          </p:cNvPr>
          <p:cNvSpPr/>
          <p:nvPr/>
        </p:nvSpPr>
        <p:spPr bwMode="auto">
          <a:xfrm>
            <a:off x="3851920" y="4913256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A1E7CB9-6F14-DDC6-2E4D-4D547C7CC3A4}"/>
              </a:ext>
            </a:extLst>
          </p:cNvPr>
          <p:cNvSpPr txBox="1"/>
          <p:nvPr/>
        </p:nvSpPr>
        <p:spPr>
          <a:xfrm>
            <a:off x="2611327" y="170080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AEFFGGEBD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E004AC50-29BB-A4E6-AADD-468FC093C9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51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379">
        <p:fade/>
      </p:transition>
    </mc:Choice>
    <mc:Fallback>
      <p:transition advTm="137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" x="5757863" y="4978400"/>
          <p14:tracePt t="19" x="5772150" y="4978400"/>
          <p14:tracePt t="22" x="5784850" y="4965700"/>
          <p14:tracePt t="29" x="5784850" y="4951413"/>
          <p14:tracePt t="41" x="5799138" y="4951413"/>
          <p14:tracePt t="44" x="5799138" y="4937125"/>
          <p14:tracePt t="65" x="5813425" y="4937125"/>
          <p14:tracePt t="76" x="5813425" y="4924425"/>
          <p14:tracePt t="78" x="5826125" y="4924425"/>
          <p14:tracePt t="193" x="5826125" y="4910138"/>
          <p14:tracePt t="194" x="5826125" y="4895850"/>
          <p14:tracePt t="199" x="5826125" y="4883150"/>
          <p14:tracePt t="203" x="5826125" y="4868863"/>
          <p14:tracePt t="207" x="5826125" y="4856163"/>
          <p14:tracePt t="209" x="5826125" y="4841875"/>
          <p14:tracePt t="212" x="5826125" y="4827588"/>
          <p14:tracePt t="215" x="5826125" y="4814888"/>
          <p14:tracePt t="217" x="5826125" y="4800600"/>
          <p14:tracePt t="219" x="5826125" y="4786313"/>
          <p14:tracePt t="222" x="5826125" y="4773613"/>
          <p14:tracePt t="224" x="5826125" y="4745038"/>
          <p14:tracePt t="227" x="5826125" y="4718050"/>
          <p14:tracePt t="229" x="5813425" y="4718050"/>
          <p14:tracePt t="231" x="5813425" y="4676775"/>
          <p14:tracePt t="233" x="5813425" y="4664075"/>
          <p14:tracePt t="234" x="5813425" y="4649788"/>
          <p14:tracePt t="235" x="5813425" y="4635500"/>
          <p14:tracePt t="236" x="5813425" y="4622800"/>
          <p14:tracePt t="238" x="5784850" y="4594225"/>
          <p14:tracePt t="240" x="5784850" y="4581525"/>
          <p14:tracePt t="241" x="5784850" y="4567238"/>
          <p14:tracePt t="242" x="5784850" y="4552950"/>
          <p14:tracePt t="243" x="5772150" y="4525963"/>
          <p14:tracePt t="245" x="5757863" y="4513263"/>
          <p14:tracePt t="246" x="5757863" y="4498975"/>
          <p14:tracePt t="247" x="5757863" y="4471988"/>
          <p14:tracePt t="248" x="5757863" y="4457700"/>
          <p14:tracePt t="249" x="5743575" y="4443413"/>
          <p14:tracePt t="250" x="5743575" y="4430713"/>
          <p14:tracePt t="251" x="5730875" y="4416425"/>
          <p14:tracePt t="252" x="5730875" y="4402138"/>
          <p14:tracePt t="253" x="5716588" y="4362450"/>
          <p14:tracePt t="255" x="5702300" y="4348163"/>
          <p14:tracePt t="256" x="5702300" y="4333875"/>
          <p14:tracePt t="257" x="5702300" y="4306888"/>
          <p14:tracePt t="258" x="5689600" y="4292600"/>
          <p14:tracePt t="259" x="5675313" y="4265613"/>
          <p14:tracePt t="260" x="5675313" y="4251325"/>
          <p14:tracePt t="261" x="5675313" y="4224338"/>
          <p14:tracePt t="263" x="5648325" y="4197350"/>
          <p14:tracePt t="264" x="5634038" y="4156075"/>
          <p14:tracePt t="266" x="5634038" y="4141788"/>
          <p14:tracePt t="268" x="5634038" y="4129088"/>
          <p14:tracePt t="268" x="5621338" y="4100513"/>
          <p14:tracePt t="270" x="5607050" y="4087813"/>
          <p14:tracePt t="271" x="5607050" y="4073525"/>
          <p14:tracePt t="272" x="5592763" y="4046538"/>
          <p14:tracePt t="274" x="5580063" y="4032250"/>
          <p14:tracePt t="275" x="5580063" y="4019550"/>
          <p14:tracePt t="276" x="5565775" y="3990975"/>
          <p14:tracePt t="278" x="5551488" y="3963988"/>
          <p14:tracePt t="279" x="5524500" y="3937000"/>
          <p14:tracePt t="280" x="5524500" y="3895725"/>
          <p14:tracePt t="281" x="5524500" y="3881438"/>
          <p14:tracePt t="283" x="5511800" y="3854450"/>
          <p14:tracePt t="286" x="5470525" y="3798888"/>
          <p14:tracePt t="286" x="5470525" y="3786188"/>
          <p14:tracePt t="287" x="5470525" y="3771900"/>
          <p14:tracePt t="290" x="5441950" y="3730625"/>
          <p14:tracePt t="291" x="5441950" y="3703638"/>
          <p14:tracePt t="293" x="5441950" y="3676650"/>
          <p14:tracePt t="294" x="5429250" y="3662363"/>
          <p14:tracePt t="294" x="5414963" y="3635375"/>
          <p14:tracePt t="296" x="5400675" y="3621088"/>
          <p14:tracePt t="297" x="5400675" y="3606800"/>
          <p14:tracePt t="297" x="5400675" y="3579813"/>
          <p14:tracePt t="299" x="5400675" y="3565525"/>
          <p14:tracePt t="300" x="5400675" y="3552825"/>
          <p14:tracePt t="301" x="5373688" y="3538538"/>
          <p14:tracePt t="301" x="5373688" y="3524250"/>
          <p14:tracePt t="302" x="5373688" y="3511550"/>
          <p14:tracePt t="303" x="5373688" y="3497263"/>
          <p14:tracePt t="305" x="5373688" y="3484563"/>
          <p14:tracePt t="306" x="5373688" y="3470275"/>
          <p14:tracePt t="307" x="5360988" y="3455988"/>
          <p14:tracePt t="307" x="5360988" y="3443288"/>
          <p14:tracePt t="308" x="5346700" y="3429000"/>
          <p14:tracePt t="311" x="5346700" y="3414713"/>
          <p14:tracePt t="312" x="5346700" y="3402013"/>
          <p14:tracePt t="313" x="5346700" y="3387725"/>
          <p14:tracePt t="315" x="5332413" y="3360738"/>
          <p14:tracePt t="317" x="5319713" y="3333750"/>
          <p14:tracePt t="319" x="5319713" y="3319463"/>
          <p14:tracePt t="320" x="5319713" y="3305175"/>
          <p14:tracePt t="321" x="5305425" y="3305175"/>
          <p14:tracePt t="323" x="5305425" y="3278188"/>
          <p14:tracePt t="326" x="5291138" y="3263900"/>
          <p14:tracePt t="329" x="5278438" y="3236913"/>
          <p14:tracePt t="332" x="5278438" y="3222625"/>
          <p14:tracePt t="333" x="5264150" y="3222625"/>
          <p14:tracePt t="335" x="5264150" y="3209925"/>
          <p14:tracePt t="338" x="5264150" y="3195638"/>
          <p14:tracePt t="340" x="5249863" y="3195638"/>
          <p14:tracePt t="342" x="5249863" y="3181350"/>
          <p14:tracePt t="344" x="5237163" y="3168650"/>
          <p14:tracePt t="347" x="5237163" y="3154363"/>
          <p14:tracePt t="353" x="5222875" y="3127375"/>
          <p14:tracePt t="360" x="5210175" y="3113088"/>
          <p14:tracePt t="365" x="5195888" y="3100388"/>
          <p14:tracePt t="369" x="5181600" y="3100388"/>
          <p14:tracePt t="370" x="5181600" y="3086100"/>
          <p14:tracePt t="372" x="5181600" y="3071813"/>
          <p14:tracePt t="377" x="5168900" y="3071813"/>
          <p14:tracePt t="378" x="5168900" y="3059113"/>
          <p14:tracePt t="384" x="5154613" y="3044825"/>
          <p14:tracePt t="390" x="5154613" y="3030538"/>
          <p14:tracePt t="392" x="5154613" y="3017838"/>
          <p14:tracePt t="393" x="5140325" y="3017838"/>
          <p14:tracePt t="397" x="5127625" y="3003550"/>
          <p14:tracePt t="401" x="5127625" y="2990850"/>
          <p14:tracePt t="403" x="5113338" y="2990850"/>
          <p14:tracePt t="405" x="5113338" y="2976563"/>
          <p14:tracePt t="407" x="5113338" y="2962275"/>
          <p14:tracePt t="408" x="5099050" y="2962275"/>
          <p14:tracePt t="410" x="5099050" y="2949575"/>
          <p14:tracePt t="413" x="5086350" y="2949575"/>
          <p14:tracePt t="414" x="5072063" y="2949575"/>
          <p14:tracePt t="416" x="5072063" y="2935288"/>
          <p14:tracePt t="418" x="5059363" y="2935288"/>
          <p14:tracePt t="419" x="5059363" y="2921000"/>
          <p14:tracePt t="422" x="5045075" y="2908300"/>
          <p14:tracePt t="425" x="5045075" y="2894013"/>
          <p14:tracePt t="427" x="5030788" y="2894013"/>
          <p14:tracePt t="429" x="5018088" y="2894013"/>
          <p14:tracePt t="431" x="5018088" y="2879725"/>
          <p14:tracePt t="434" x="5003800" y="2879725"/>
          <p14:tracePt t="435" x="5003800" y="2867025"/>
          <p14:tracePt t="438" x="4989513" y="2852738"/>
          <p14:tracePt t="445" x="4976813" y="2838450"/>
          <p14:tracePt t="446" x="4976813" y="2825750"/>
          <p14:tracePt t="449" x="4962525" y="2825750"/>
          <p14:tracePt t="451" x="4948238" y="2811463"/>
          <p14:tracePt t="454" x="4948238" y="2798763"/>
          <p14:tracePt t="457" x="4935538" y="2784475"/>
          <p14:tracePt t="460" x="4935538" y="2770188"/>
          <p14:tracePt t="464" x="4935538" y="2757488"/>
          <p14:tracePt t="466" x="4921250" y="2743200"/>
          <p14:tracePt t="467" x="4908550" y="2743200"/>
          <p14:tracePt t="467" x="4908550" y="2728913"/>
          <p14:tracePt t="472" x="4908550" y="2716213"/>
          <p14:tracePt t="475" x="4894263" y="2716213"/>
          <p14:tracePt t="476" x="4894263" y="2701925"/>
          <p14:tracePt t="478" x="4894263" y="2687638"/>
          <p14:tracePt t="482" x="4894263" y="2674938"/>
          <p14:tracePt t="483" x="4879975" y="2674938"/>
          <p14:tracePt t="486" x="4879975" y="2660650"/>
          <p14:tracePt t="491" x="4867275" y="2647950"/>
          <p14:tracePt t="495" x="4852988" y="2647950"/>
          <p14:tracePt t="497" x="4852988" y="2633663"/>
          <p14:tracePt t="502" x="4852988" y="2619375"/>
          <p14:tracePt t="510" x="4852988" y="2606675"/>
          <p14:tracePt t="515" x="4838700" y="2606675"/>
          <p14:tracePt t="525" x="4838700" y="2592388"/>
          <p14:tracePt t="538" x="4826000" y="2578100"/>
          <p14:tracePt t="543" x="4826000" y="2565400"/>
          <p14:tracePt t="553" x="4826000" y="2551113"/>
          <p14:tracePt t="556" x="4811713" y="2551113"/>
          <p14:tracePt t="562" x="4811713" y="2536825"/>
          <p14:tracePt t="568" x="4811713" y="2524125"/>
          <p14:tracePt t="571" x="4797425" y="2509838"/>
          <p14:tracePt t="577" x="4797425" y="2495550"/>
          <p14:tracePt t="581" x="4797425" y="2482850"/>
          <p14:tracePt t="586" x="4797425" y="2468563"/>
          <p14:tracePt t="588" x="4797425" y="2455863"/>
          <p14:tracePt t="592" x="4797425" y="2441575"/>
          <p14:tracePt t="598" x="4797425" y="2427288"/>
          <p14:tracePt t="602" x="4784725" y="2427288"/>
          <p14:tracePt t="603" x="4784725" y="2414588"/>
          <p14:tracePt t="607" x="4784725" y="2400300"/>
          <p14:tracePt t="615" x="4784725" y="2386013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90CCC41-92FB-F82B-2E83-6B20FAE3D745}"/>
              </a:ext>
            </a:extLst>
          </p:cNvPr>
          <p:cNvSpPr/>
          <p:nvPr/>
        </p:nvSpPr>
        <p:spPr bwMode="auto">
          <a:xfrm>
            <a:off x="5602706" y="4123960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FC137FA-D120-4A44-F48F-A5B8AB8BFC70}"/>
              </a:ext>
            </a:extLst>
          </p:cNvPr>
          <p:cNvSpPr/>
          <p:nvPr/>
        </p:nvSpPr>
        <p:spPr bwMode="auto">
          <a:xfrm>
            <a:off x="3851920" y="4913256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BBDFBC3-D6F2-A082-5A6F-CCEA8B0929D4}"/>
              </a:ext>
            </a:extLst>
          </p:cNvPr>
          <p:cNvSpPr/>
          <p:nvPr/>
        </p:nvSpPr>
        <p:spPr bwMode="auto">
          <a:xfrm>
            <a:off x="6597012" y="5301208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84ACB97-7425-63DF-FF6C-A13F916E6ACD}"/>
              </a:ext>
            </a:extLst>
          </p:cNvPr>
          <p:cNvSpPr txBox="1"/>
          <p:nvPr/>
        </p:nvSpPr>
        <p:spPr>
          <a:xfrm>
            <a:off x="2611327" y="1700808"/>
            <a:ext cx="2427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AEFFGGEBDD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2A5BF6D7-3AC9-66D6-0731-88FD2DEDBA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52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055">
        <p:fade/>
      </p:transition>
    </mc:Choice>
    <mc:Fallback>
      <p:transition advTm="105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90CCC41-92FB-F82B-2E83-6B20FAE3D745}"/>
              </a:ext>
            </a:extLst>
          </p:cNvPr>
          <p:cNvSpPr/>
          <p:nvPr/>
        </p:nvSpPr>
        <p:spPr bwMode="auto">
          <a:xfrm>
            <a:off x="5602706" y="4123960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FC137FA-D120-4A44-F48F-A5B8AB8BFC70}"/>
              </a:ext>
            </a:extLst>
          </p:cNvPr>
          <p:cNvSpPr/>
          <p:nvPr/>
        </p:nvSpPr>
        <p:spPr bwMode="auto">
          <a:xfrm>
            <a:off x="3851920" y="4913256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BBDFBC3-D6F2-A082-5A6F-CCEA8B0929D4}"/>
              </a:ext>
            </a:extLst>
          </p:cNvPr>
          <p:cNvSpPr/>
          <p:nvPr/>
        </p:nvSpPr>
        <p:spPr bwMode="auto">
          <a:xfrm>
            <a:off x="6597012" y="5301208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79FED39-2061-24CA-DF37-E599D2A2335B}"/>
              </a:ext>
            </a:extLst>
          </p:cNvPr>
          <p:cNvSpPr txBox="1"/>
          <p:nvPr/>
        </p:nvSpPr>
        <p:spPr>
          <a:xfrm>
            <a:off x="2611327" y="1700808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AEFFGGEBDDC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D805D5E7-60E5-9E15-463E-32D8AD9F55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78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776">
        <p:fade/>
      </p:transition>
    </mc:Choice>
    <mc:Fallback>
      <p:transition advTm="77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90CCC41-92FB-F82B-2E83-6B20FAE3D745}"/>
              </a:ext>
            </a:extLst>
          </p:cNvPr>
          <p:cNvSpPr/>
          <p:nvPr/>
        </p:nvSpPr>
        <p:spPr bwMode="auto">
          <a:xfrm>
            <a:off x="5602706" y="4123960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FC137FA-D120-4A44-F48F-A5B8AB8BFC70}"/>
              </a:ext>
            </a:extLst>
          </p:cNvPr>
          <p:cNvSpPr/>
          <p:nvPr/>
        </p:nvSpPr>
        <p:spPr bwMode="auto">
          <a:xfrm>
            <a:off x="3851920" y="4913256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BBDFBC3-D6F2-A082-5A6F-CCEA8B0929D4}"/>
              </a:ext>
            </a:extLst>
          </p:cNvPr>
          <p:cNvSpPr/>
          <p:nvPr/>
        </p:nvSpPr>
        <p:spPr bwMode="auto">
          <a:xfrm>
            <a:off x="6597012" y="5301208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92E77E9-46F0-D3F2-5917-AF1FC9E45F09}"/>
              </a:ext>
            </a:extLst>
          </p:cNvPr>
          <p:cNvSpPr txBox="1"/>
          <p:nvPr/>
        </p:nvSpPr>
        <p:spPr>
          <a:xfrm>
            <a:off x="2611327" y="1700808"/>
            <a:ext cx="2837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AEFFGGEBDDCC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9698793C-A593-7F28-6D4A-2429DF3621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0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333">
        <p:fade/>
      </p:transition>
    </mc:Choice>
    <mc:Fallback>
      <p:transition advTm="133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66" x="4797425" y="2359025"/>
          <p14:tracePt t="268" x="4811713" y="2359025"/>
          <p14:tracePt t="271" x="4811713" y="2344738"/>
          <p14:tracePt t="272" x="4826000" y="2344738"/>
          <p14:tracePt t="276" x="4838700" y="2332038"/>
          <p14:tracePt t="280" x="4852988" y="2332038"/>
          <p14:tracePt t="282" x="4852988" y="2317750"/>
          <p14:tracePt t="284" x="4867275" y="2317750"/>
          <p14:tracePt t="288" x="4879975" y="2305050"/>
          <p14:tracePt t="289" x="4879975" y="2290763"/>
          <p14:tracePt t="299" x="4894263" y="2276475"/>
          <p14:tracePt t="301" x="4908550" y="2276475"/>
          <p14:tracePt t="302" x="4908550" y="2263775"/>
          <p14:tracePt t="304" x="4921250" y="2263775"/>
          <p14:tracePt t="310" x="4921250" y="2249488"/>
          <p14:tracePt t="313" x="4935538" y="2249488"/>
          <p14:tracePt t="314" x="4935538" y="2235200"/>
          <p14:tracePt t="328" x="4935538" y="2222500"/>
          <p14:tracePt t="329" x="4948238" y="2222500"/>
          <p14:tracePt t="367" x="4948238" y="2208213"/>
          <p14:tracePt t="374" x="4962525" y="2208213"/>
          <p14:tracePt t="385" x="4976813" y="2193925"/>
          <p14:tracePt t="390" x="4976813" y="2181225"/>
          <p14:tracePt t="392" x="4989513" y="2181225"/>
          <p14:tracePt t="397" x="4989513" y="2166938"/>
          <p14:tracePt t="400" x="5003800" y="2166938"/>
          <p14:tracePt t="404" x="5003800" y="2152650"/>
          <p14:tracePt t="405" x="5018088" y="2152650"/>
          <p14:tracePt t="408" x="5030788" y="2152650"/>
          <p14:tracePt t="410" x="5030788" y="2139950"/>
          <p14:tracePt t="412" x="5045075" y="2139950"/>
          <p14:tracePt t="413" x="5045075" y="2125663"/>
          <p14:tracePt t="419" x="5059363" y="2112963"/>
          <p14:tracePt t="426" x="5072063" y="2098675"/>
          <p14:tracePt t="430" x="5086350" y="2098675"/>
          <p14:tracePt t="441" x="5086350" y="2084388"/>
          <p14:tracePt t="537" x="5099050" y="2084388"/>
          <p14:tracePt t="543" x="5113338" y="2084388"/>
          <p14:tracePt t="560" x="5127625" y="2084388"/>
          <p14:tracePt t="565" x="5140325" y="2084388"/>
          <p14:tracePt t="574" x="5154613" y="2084388"/>
          <p14:tracePt t="584" x="5168900" y="2098675"/>
          <p14:tracePt t="595" x="5181600" y="2098675"/>
          <p14:tracePt t="597" x="5181600" y="2112963"/>
          <p14:tracePt t="599" x="5195888" y="2112963"/>
          <p14:tracePt t="613" x="5210175" y="2112963"/>
          <p14:tracePt t="614" x="5210175" y="2125663"/>
          <p14:tracePt t="633" x="5210175" y="2139950"/>
          <p14:tracePt t="642" x="5222875" y="2139950"/>
          <p14:tracePt t="689" x="5222875" y="2152650"/>
          <p14:tracePt t="703" x="5237163" y="2152650"/>
          <p14:tracePt t="704" x="5237163" y="2166938"/>
          <p14:tracePt t="720" x="5249863" y="2166938"/>
          <p14:tracePt t="751" x="5249863" y="2181225"/>
          <p14:tracePt t="784" x="5264150" y="2193925"/>
          <p14:tracePt t="797" x="5264150" y="2208213"/>
          <p14:tracePt t="812" x="5278438" y="2222500"/>
          <p14:tracePt t="847" x="5278438" y="2235200"/>
          <p14:tracePt t="849" x="5291138" y="2235200"/>
          <p14:tracePt t="889" x="5291138" y="2249488"/>
          <p14:tracePt t="923" x="5305425" y="2249488"/>
          <p14:tracePt t="932" x="5319713" y="2249488"/>
          <p14:tracePt t="933" x="5319713" y="2263775"/>
          <p14:tracePt t="960" x="5319713" y="2276475"/>
          <p14:tracePt t="979" x="5332413" y="2276475"/>
          <p14:tracePt t="1005" x="5332413" y="2290763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6EA2459-CE73-1A7C-3663-EEF4230EDB8B}"/>
              </a:ext>
            </a:extLst>
          </p:cNvPr>
          <p:cNvCxnSpPr/>
          <p:nvPr/>
        </p:nvCxnSpPr>
        <p:spPr bwMode="auto">
          <a:xfrm flipH="1">
            <a:off x="3705234" y="3392996"/>
            <a:ext cx="1190802" cy="83803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F2F42F-3A71-2016-9FD2-D8E47C0CDD62}"/>
              </a:ext>
            </a:extLst>
          </p:cNvPr>
          <p:cNvCxnSpPr/>
          <p:nvPr/>
        </p:nvCxnSpPr>
        <p:spPr bwMode="auto">
          <a:xfrm>
            <a:off x="2231740" y="3537012"/>
            <a:ext cx="1473494" cy="69401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64E78EB-552C-6A88-546E-3C94B8E73D89}"/>
              </a:ext>
            </a:extLst>
          </p:cNvPr>
          <p:cNvCxnSpPr/>
          <p:nvPr/>
        </p:nvCxnSpPr>
        <p:spPr bwMode="auto">
          <a:xfrm flipH="1">
            <a:off x="2915816" y="4231027"/>
            <a:ext cx="789418" cy="117544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11E44096-46FF-5072-79CF-8B27DEC29405}"/>
              </a:ext>
            </a:extLst>
          </p:cNvPr>
          <p:cNvCxnSpPr/>
          <p:nvPr/>
        </p:nvCxnSpPr>
        <p:spPr bwMode="auto">
          <a:xfrm>
            <a:off x="4896036" y="3392996"/>
            <a:ext cx="1075250" cy="1095773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B8D518F-BA2D-DA47-4788-C72F8DD97E50}"/>
              </a:ext>
            </a:extLst>
          </p:cNvPr>
          <p:cNvCxnSpPr/>
          <p:nvPr/>
        </p:nvCxnSpPr>
        <p:spPr bwMode="auto">
          <a:xfrm flipH="1">
            <a:off x="4215306" y="4488769"/>
            <a:ext cx="1755980" cy="798207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42F40B9-78E7-20A4-14FA-CC7EC27094FE}"/>
              </a:ext>
            </a:extLst>
          </p:cNvPr>
          <p:cNvCxnSpPr/>
          <p:nvPr/>
        </p:nvCxnSpPr>
        <p:spPr bwMode="auto">
          <a:xfrm>
            <a:off x="5971286" y="4488769"/>
            <a:ext cx="999526" cy="1179822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66FF33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16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Input: AEFFGGEBDDCCBA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</a:rPr>
              <a:t>                      </a:t>
            </a:r>
            <a:endParaRPr lang="zh-TW" altLang="en-US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BE64152-1FD4-E4D4-C093-953BA873AFCF}"/>
              </a:ext>
            </a:extLst>
          </p:cNvPr>
          <p:cNvSpPr/>
          <p:nvPr/>
        </p:nvSpPr>
        <p:spPr bwMode="auto">
          <a:xfrm>
            <a:off x="1907704" y="3212976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61FBAC-43E7-4746-4EB6-0D96A7D96468}"/>
              </a:ext>
            </a:extLst>
          </p:cNvPr>
          <p:cNvSpPr/>
          <p:nvPr/>
        </p:nvSpPr>
        <p:spPr bwMode="auto">
          <a:xfrm>
            <a:off x="3381198" y="3906991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353CCA1-A327-0C4D-BDE9-7B9CB6B759AB}"/>
              </a:ext>
            </a:extLst>
          </p:cNvPr>
          <p:cNvSpPr/>
          <p:nvPr/>
        </p:nvSpPr>
        <p:spPr bwMode="auto">
          <a:xfrm>
            <a:off x="2591780" y="508243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1ED4AD-B2C2-BD99-FFF1-231570058B3E}"/>
              </a:ext>
            </a:extLst>
          </p:cNvPr>
          <p:cNvSpPr/>
          <p:nvPr/>
        </p:nvSpPr>
        <p:spPr bwMode="auto">
          <a:xfrm>
            <a:off x="6646776" y="5344555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5D777B5-5503-B436-1961-6043E56A8AC0}"/>
              </a:ext>
            </a:extLst>
          </p:cNvPr>
          <p:cNvSpPr/>
          <p:nvPr/>
        </p:nvSpPr>
        <p:spPr bwMode="auto">
          <a:xfrm>
            <a:off x="5647250" y="4164733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4D560B-7E3A-44FC-1EDB-D46A801D97D3}"/>
              </a:ext>
            </a:extLst>
          </p:cNvPr>
          <p:cNvSpPr/>
          <p:nvPr/>
        </p:nvSpPr>
        <p:spPr bwMode="auto">
          <a:xfrm>
            <a:off x="3891270" y="496294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D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B933CE1-1344-7F5C-B783-F0AF42BE3E94}"/>
              </a:ext>
            </a:extLst>
          </p:cNvPr>
          <p:cNvSpPr/>
          <p:nvPr/>
        </p:nvSpPr>
        <p:spPr bwMode="auto">
          <a:xfrm>
            <a:off x="4572000" y="3068960"/>
            <a:ext cx="648072" cy="64807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</a:t>
            </a:r>
            <a:endParaRPr kumimoji="1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3B12E7F-F123-92CE-6053-950F3FBC0EA6}"/>
              </a:ext>
            </a:extLst>
          </p:cNvPr>
          <p:cNvSpPr/>
          <p:nvPr/>
        </p:nvSpPr>
        <p:spPr bwMode="auto">
          <a:xfrm>
            <a:off x="4527036" y="3023996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8E8FFCF-9195-0064-3176-2E4137CD85D6}"/>
              </a:ext>
            </a:extLst>
          </p:cNvPr>
          <p:cNvSpPr/>
          <p:nvPr/>
        </p:nvSpPr>
        <p:spPr bwMode="auto">
          <a:xfrm>
            <a:off x="3337233" y="3863113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507DE63-750E-B867-2DCB-812C657875AD}"/>
              </a:ext>
            </a:extLst>
          </p:cNvPr>
          <p:cNvSpPr/>
          <p:nvPr/>
        </p:nvSpPr>
        <p:spPr bwMode="auto">
          <a:xfrm>
            <a:off x="1862906" y="3172032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96D5687-1251-9B8E-A638-045F3640F078}"/>
              </a:ext>
            </a:extLst>
          </p:cNvPr>
          <p:cNvSpPr/>
          <p:nvPr/>
        </p:nvSpPr>
        <p:spPr bwMode="auto">
          <a:xfrm>
            <a:off x="2545896" y="5037204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90CCC41-92FB-F82B-2E83-6B20FAE3D745}"/>
              </a:ext>
            </a:extLst>
          </p:cNvPr>
          <p:cNvSpPr/>
          <p:nvPr/>
        </p:nvSpPr>
        <p:spPr bwMode="auto">
          <a:xfrm>
            <a:off x="5602706" y="4123960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66FF33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FC137FA-D120-4A44-F48F-A5B8AB8BFC70}"/>
              </a:ext>
            </a:extLst>
          </p:cNvPr>
          <p:cNvSpPr/>
          <p:nvPr/>
        </p:nvSpPr>
        <p:spPr bwMode="auto">
          <a:xfrm>
            <a:off x="3851920" y="4913256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BBDFBC3-D6F2-A082-5A6F-CCEA8B0929D4}"/>
              </a:ext>
            </a:extLst>
          </p:cNvPr>
          <p:cNvSpPr/>
          <p:nvPr/>
        </p:nvSpPr>
        <p:spPr bwMode="auto">
          <a:xfrm>
            <a:off x="6597012" y="5301208"/>
            <a:ext cx="745200" cy="745200"/>
          </a:xfrm>
          <a:prstGeom prst="ellipse">
            <a:avLst/>
          </a:prstGeom>
          <a:noFill/>
          <a:ln w="76200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B8E2961-7779-CB56-5E3D-12A759360E12}"/>
              </a:ext>
            </a:extLst>
          </p:cNvPr>
          <p:cNvSpPr txBox="1"/>
          <p:nvPr/>
        </p:nvSpPr>
        <p:spPr>
          <a:xfrm>
            <a:off x="2611327" y="1700808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AEFFGGEBDDCCB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訊 2">
            <a:hlinkClick r:id="" action="ppaction://media"/>
            <a:extLst>
              <a:ext uri="{FF2B5EF4-FFF2-40B4-BE49-F238E27FC236}">
                <a16:creationId xmlns:a16="http://schemas.microsoft.com/office/drawing/2014/main" id="{46883B8B-8966-31D0-A24A-0652D0DF1F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8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283">
        <p:fade/>
      </p:transition>
    </mc:Choice>
    <mc:Fallback>
      <p:transition advTm="328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7" x="5387975" y="2332038"/>
          <p14:tracePt t="435" x="5387975" y="2317750"/>
          <p14:tracePt t="483" x="5373688" y="2317750"/>
          <p14:tracePt t="509" x="5360988" y="2317750"/>
          <p14:tracePt t="516" x="5346700" y="2317750"/>
          <p14:tracePt t="527" x="5332413" y="2317750"/>
          <p14:tracePt t="534" x="5332413" y="2305050"/>
          <p14:tracePt t="540" x="5319713" y="2305050"/>
          <p14:tracePt t="544" x="5319713" y="2290763"/>
          <p14:tracePt t="546" x="5305425" y="2290763"/>
          <p14:tracePt t="556" x="5305425" y="2276475"/>
          <p14:tracePt t="557" x="5291138" y="2276475"/>
          <p14:tracePt t="561" x="5291138" y="2263775"/>
          <p14:tracePt t="567" x="5291138" y="2249488"/>
          <p14:tracePt t="569" x="5291138" y="2235200"/>
          <p14:tracePt t="571" x="5291138" y="2222500"/>
          <p14:tracePt t="574" x="5278438" y="2208213"/>
          <p14:tracePt t="576" x="5278438" y="2193925"/>
          <p14:tracePt t="579" x="5278438" y="2181225"/>
          <p14:tracePt t="581" x="5278438" y="2166938"/>
          <p14:tracePt t="583" x="5278438" y="2152650"/>
          <p14:tracePt t="584" x="5278438" y="2139950"/>
          <p14:tracePt t="586" x="5278438" y="2125663"/>
          <p14:tracePt t="588" x="5278438" y="2112963"/>
          <p14:tracePt t="591" x="5278438" y="2084388"/>
          <p14:tracePt t="593" x="5278438" y="2071688"/>
          <p14:tracePt t="595" x="5278438" y="2057400"/>
          <p14:tracePt t="595" x="5278438" y="2043113"/>
          <p14:tracePt t="599" x="5278438" y="2030413"/>
          <p14:tracePt t="601" x="5278438" y="2016125"/>
          <p14:tracePt t="603" x="5278438" y="2001838"/>
          <p14:tracePt t="604" x="5278438" y="1989138"/>
          <p14:tracePt t="607" x="5278438" y="1974850"/>
          <p14:tracePt t="609" x="5278438" y="1947863"/>
          <p14:tracePt t="611" x="5291138" y="1947863"/>
          <p14:tracePt t="612" x="5291138" y="1933575"/>
          <p14:tracePt t="614" x="5291138" y="1920875"/>
          <p14:tracePt t="615" x="5291138" y="1906588"/>
          <p14:tracePt t="620" x="5291138" y="1892300"/>
          <p14:tracePt t="622" x="5291138" y="1879600"/>
          <p14:tracePt t="626" x="5291138" y="1865313"/>
          <p14:tracePt t="631" x="5291138" y="1851025"/>
          <p14:tracePt t="634" x="5291138" y="1838325"/>
          <p14:tracePt t="640" x="5291138" y="1824038"/>
          <p14:tracePt t="651" x="5291138" y="1809750"/>
          <p14:tracePt t="692" x="5291138" y="1797050"/>
          <p14:tracePt t="694" x="5291138" y="1782763"/>
          <p14:tracePt t="701" x="5291138" y="1770063"/>
          <p14:tracePt t="707" x="5291138" y="1755775"/>
          <p14:tracePt t="710" x="5291138" y="1741488"/>
          <p14:tracePt t="714" x="5278438" y="1728788"/>
          <p14:tracePt t="718" x="5278438" y="1714500"/>
          <p14:tracePt t="725" x="5278438" y="1700213"/>
          <p14:tracePt t="725" x="5264150" y="1700213"/>
          <p14:tracePt t="729" x="5264150" y="1687513"/>
          <p14:tracePt t="734" x="5249863" y="1673225"/>
          <p14:tracePt t="738" x="5237163" y="1658938"/>
          <p14:tracePt t="747" x="5222875" y="1646238"/>
          <p14:tracePt t="751" x="5222875" y="1631950"/>
          <p14:tracePt t="755" x="5210175" y="1631950"/>
          <p14:tracePt t="758" x="5195888" y="1631950"/>
          <p14:tracePt t="760" x="5195888" y="1619250"/>
          <p14:tracePt t="764" x="5181600" y="1619250"/>
          <p14:tracePt t="769" x="5168900" y="1619250"/>
          <p14:tracePt t="772" x="5154613" y="1604963"/>
          <p14:tracePt t="772" x="5140325" y="1604963"/>
          <p14:tracePt t="775" x="5127625" y="1604963"/>
          <p14:tracePt t="777" x="5113338" y="1604963"/>
          <p14:tracePt t="779" x="5099050" y="1604963"/>
          <p14:tracePt t="780" x="5086350" y="1590675"/>
          <p14:tracePt t="784" x="5072063" y="1590675"/>
          <p14:tracePt t="786" x="5045075" y="1577975"/>
          <p14:tracePt t="787" x="5030788" y="1577975"/>
          <p14:tracePt t="789" x="5018088" y="1577975"/>
          <p14:tracePt t="791" x="4989513" y="1577975"/>
          <p14:tracePt t="793" x="4962525" y="1577975"/>
          <p14:tracePt t="793" x="4948238" y="1563688"/>
          <p14:tracePt t="794" x="4935538" y="1563688"/>
          <p14:tracePt t="796" x="4921250" y="1563688"/>
          <p14:tracePt t="797" x="4908550" y="1563688"/>
          <p14:tracePt t="800" x="4879975" y="1549400"/>
          <p14:tracePt t="801" x="4867275" y="1549400"/>
          <p14:tracePt t="802" x="4852988" y="1549400"/>
          <p14:tracePt t="803" x="4826000" y="1549400"/>
          <p14:tracePt t="804" x="4797425" y="1549400"/>
          <p14:tracePt t="806" x="4784725" y="1549400"/>
          <p14:tracePt t="807" x="4757738" y="1536700"/>
          <p14:tracePt t="809" x="4729163" y="1536700"/>
          <p14:tracePt t="812" x="4702175" y="1522413"/>
          <p14:tracePt t="814" x="4660900" y="1522413"/>
          <p14:tracePt t="814" x="4646613" y="1522413"/>
          <p14:tracePt t="815" x="4633913" y="1522413"/>
          <p14:tracePt t="816" x="4619625" y="1522413"/>
          <p14:tracePt t="817" x="4606925" y="1522413"/>
          <p14:tracePt t="818" x="4592638" y="1522413"/>
          <p14:tracePt t="821" x="4551363" y="1508125"/>
          <p14:tracePt t="822" x="4537075" y="1508125"/>
          <p14:tracePt t="823" x="4524375" y="1495425"/>
          <p14:tracePt t="824" x="4497388" y="1495425"/>
          <p14:tracePt t="827" x="4468813" y="1495425"/>
          <p14:tracePt t="828" x="4456113" y="1495425"/>
          <p14:tracePt t="829" x="4441825" y="1495425"/>
          <p14:tracePt t="830" x="4427538" y="1481138"/>
          <p14:tracePt t="831" x="4414838" y="1481138"/>
          <p14:tracePt t="834" x="4386263" y="1481138"/>
          <p14:tracePt t="835" x="4359275" y="1481138"/>
          <p14:tracePt t="836" x="4346575" y="1481138"/>
          <p14:tracePt t="837" x="4332288" y="1481138"/>
          <p14:tracePt t="838" x="4318000" y="1481138"/>
          <p14:tracePt t="839" x="4305300" y="1466850"/>
          <p14:tracePt t="841" x="4291013" y="1466850"/>
          <p14:tracePt t="842" x="4276725" y="1466850"/>
          <p14:tracePt t="843" x="4249738" y="1466850"/>
          <p14:tracePt t="845" x="4235450" y="1466850"/>
          <p14:tracePt t="846" x="4222750" y="1454150"/>
          <p14:tracePt t="848" x="4208463" y="1454150"/>
          <p14:tracePt t="849" x="4195763" y="1454150"/>
          <p14:tracePt t="849" x="4181475" y="1454150"/>
          <p14:tracePt t="850" x="4167188" y="1454150"/>
          <p14:tracePt t="852" x="4154488" y="1454150"/>
          <p14:tracePt t="853" x="4140200" y="1454150"/>
          <p14:tracePt t="854" x="4125913" y="1454150"/>
          <p14:tracePt t="858" x="4098925" y="1439863"/>
          <p14:tracePt t="859" x="4071938" y="1427163"/>
          <p14:tracePt t="860" x="4057650" y="1427163"/>
          <p14:tracePt t="861" x="4044950" y="1427163"/>
          <p14:tracePt t="862" x="4030663" y="1427163"/>
          <p14:tracePt t="864" x="4003675" y="1427163"/>
          <p14:tracePt t="866" x="3989388" y="1427163"/>
          <p14:tracePt t="869" x="3975100" y="1427163"/>
          <p14:tracePt t="870" x="3962400" y="1427163"/>
          <p14:tracePt t="871" x="3933825" y="1427163"/>
          <p14:tracePt t="876" x="3906838" y="1427163"/>
          <p14:tracePt t="877" x="3894138" y="1427163"/>
          <p14:tracePt t="878" x="3879850" y="1427163"/>
          <p14:tracePt t="879" x="3865563" y="1412875"/>
          <p14:tracePt t="881" x="3852863" y="1412875"/>
          <p14:tracePt t="883" x="3838575" y="1412875"/>
          <p14:tracePt t="885" x="3824288" y="1412875"/>
          <p14:tracePt t="886" x="3811588" y="1398588"/>
          <p14:tracePt t="887" x="3797300" y="1398588"/>
          <p14:tracePt t="888" x="3783013" y="1398588"/>
          <p14:tracePt t="891" x="3770313" y="1398588"/>
          <p14:tracePt t="893" x="3743325" y="1398588"/>
          <p14:tracePt t="896" x="3714750" y="1398588"/>
          <p14:tracePt t="897" x="3702050" y="1398588"/>
          <p14:tracePt t="904" x="3646488" y="1398588"/>
          <p14:tracePt t="905" x="3632200" y="1398588"/>
          <p14:tracePt t="906" x="3619500" y="1398588"/>
          <p14:tracePt t="907" x="3605213" y="1398588"/>
          <p14:tracePt t="910" x="3578225" y="1385888"/>
          <p14:tracePt t="912" x="3551238" y="1385888"/>
          <p14:tracePt t="914" x="3536950" y="1385888"/>
          <p14:tracePt t="917" x="3509963" y="1385888"/>
          <p14:tracePt t="918" x="3495675" y="1385888"/>
          <p14:tracePt t="920" x="3481388" y="1385888"/>
          <p14:tracePt t="922" x="3454400" y="1385888"/>
          <p14:tracePt t="925" x="3441700" y="1385888"/>
          <p14:tracePt t="928" x="3427413" y="1385888"/>
          <p14:tracePt t="931" x="3413125" y="1385888"/>
          <p14:tracePt t="934" x="3400425" y="1385888"/>
          <p14:tracePt t="938" x="3386138" y="1385888"/>
          <p14:tracePt t="952" x="3371850" y="1385888"/>
          <p14:tracePt t="959" x="3371850" y="1371600"/>
          <p14:tracePt t="971" x="3359150" y="1371600"/>
          <p14:tracePt t="984" x="3344863" y="1371600"/>
          <p14:tracePt t="987" x="3330575" y="1371600"/>
          <p14:tracePt t="995" x="3317875" y="1371600"/>
          <p14:tracePt t="1003" x="3303588" y="1371600"/>
          <p14:tracePt t="1011" x="3290888" y="1371600"/>
          <p14:tracePt t="1020" x="3276600" y="1371600"/>
          <p14:tracePt t="1028" x="3262313" y="1371600"/>
          <p14:tracePt t="1035" x="3249613" y="1371600"/>
          <p14:tracePt t="1045" x="3235325" y="1371600"/>
          <p14:tracePt t="1049" x="3221038" y="1371600"/>
          <p14:tracePt t="1058" x="3208338" y="1371600"/>
          <p14:tracePt t="1218" x="3235325" y="1371600"/>
          <p14:tracePt t="1224" x="3303588" y="1371600"/>
          <p14:tracePt t="1227" x="3344863" y="1371600"/>
          <p14:tracePt t="1227" x="3359150" y="1371600"/>
          <p14:tracePt t="1229" x="3371850" y="1371600"/>
          <p14:tracePt t="1230" x="3386138" y="1371600"/>
          <p14:tracePt t="1231" x="3427413" y="1357313"/>
          <p14:tracePt t="1232" x="3441700" y="1357313"/>
          <p14:tracePt t="1233" x="3468688" y="1357313"/>
          <p14:tracePt t="1234" x="3495675" y="1357313"/>
          <p14:tracePt t="1235" x="3509963" y="1357313"/>
          <p14:tracePt t="1237" x="3522663" y="1357313"/>
          <p14:tracePt t="1238" x="3563938" y="1344613"/>
          <p14:tracePt t="1240" x="3592513" y="1344613"/>
          <p14:tracePt t="1240" x="3619500" y="1344613"/>
          <p14:tracePt t="1241" x="3646488" y="1344613"/>
          <p14:tracePt t="1242" x="3673475" y="1330325"/>
          <p14:tracePt t="1243" x="3714750" y="1330325"/>
          <p14:tracePt t="1244" x="3756025" y="1330325"/>
          <p14:tracePt t="1245" x="3797300" y="1316038"/>
          <p14:tracePt t="1246" x="3838575" y="1303338"/>
          <p14:tracePt t="1249" x="3879850" y="1303338"/>
          <p14:tracePt t="1251" x="3921125" y="1303338"/>
          <p14:tracePt t="1252" x="3962400" y="1303338"/>
          <p14:tracePt t="1252" x="4003675" y="1289050"/>
          <p14:tracePt t="1253" x="4044950" y="1276350"/>
          <p14:tracePt t="1254" x="4084638" y="1276350"/>
          <p14:tracePt t="1255" x="4140200" y="1276350"/>
          <p14:tracePt t="1256" x="4181475" y="1276350"/>
          <p14:tracePt t="1258" x="4222750" y="1262063"/>
          <p14:tracePt t="1259" x="4264025" y="1262063"/>
          <p14:tracePt t="1260" x="4305300" y="1262063"/>
          <p14:tracePt t="1261" x="4346575" y="1247775"/>
          <p14:tracePt t="1262" x="4373563" y="1247775"/>
          <p14:tracePt t="1263" x="4400550" y="1247775"/>
          <p14:tracePt t="1265" x="4441825" y="1235075"/>
          <p14:tracePt t="1266" x="4483100" y="1235075"/>
          <p14:tracePt t="1266" x="4510088" y="1235075"/>
          <p14:tracePt t="1267" x="4537075" y="1235075"/>
          <p14:tracePt t="1268" x="4578350" y="1235075"/>
          <p14:tracePt t="1269" x="4606925" y="1235075"/>
          <p14:tracePt t="1270" x="4646613" y="1235075"/>
          <p14:tracePt t="1271" x="4675188" y="1235075"/>
          <p14:tracePt t="1272" x="4716463" y="1235075"/>
          <p14:tracePt t="1273" x="4757738" y="1235075"/>
          <p14:tracePt t="1274" x="4784725" y="1235075"/>
          <p14:tracePt t="1275" x="4811713" y="1235075"/>
          <p14:tracePt t="1276" x="4838700" y="1235075"/>
          <p14:tracePt t="1278" x="4894263" y="1235075"/>
          <p14:tracePt t="1279" x="4921250" y="1235075"/>
          <p14:tracePt t="1281" x="4962525" y="1235075"/>
          <p14:tracePt t="1282" x="4976813" y="1235075"/>
          <p14:tracePt t="1283" x="5003800" y="1235075"/>
          <p14:tracePt t="1285" x="5018088" y="1235075"/>
          <p14:tracePt t="1286" x="5045075" y="1235075"/>
          <p14:tracePt t="1286" x="5059363" y="1235075"/>
          <p14:tracePt t="1287" x="5072063" y="1235075"/>
          <p14:tracePt t="1288" x="5099050" y="1235075"/>
          <p14:tracePt t="1289" x="5140325" y="1247775"/>
          <p14:tracePt t="1292" x="5168900" y="1247775"/>
          <p14:tracePt t="1293" x="5181600" y="1247775"/>
          <p14:tracePt t="1293" x="5195888" y="1247775"/>
          <p14:tracePt t="1294" x="5210175" y="1262063"/>
          <p14:tracePt t="1295" x="5222875" y="1262063"/>
          <p14:tracePt t="1297" x="5249863" y="1262063"/>
          <p14:tracePt t="1300" x="5264150" y="1262063"/>
          <p14:tracePt t="1301" x="5278438" y="1262063"/>
          <p14:tracePt t="1303" x="5305425" y="1262063"/>
          <p14:tracePt t="1306" x="5332413" y="1262063"/>
          <p14:tracePt t="1308" x="5346700" y="1276350"/>
          <p14:tracePt t="1311" x="5373688" y="1276350"/>
          <p14:tracePt t="1315" x="5387975" y="1276350"/>
          <p14:tracePt t="1319" x="5400675" y="1276350"/>
          <p14:tracePt t="1326" x="5414963" y="1276350"/>
          <p14:tracePt t="1409" x="5414963" y="1289050"/>
          <p14:tracePt t="1413" x="5414963" y="1303338"/>
          <p14:tracePt t="1415" x="5400675" y="1316038"/>
          <p14:tracePt t="1417" x="5400675" y="1330325"/>
          <p14:tracePt t="1419" x="5387975" y="1344613"/>
          <p14:tracePt t="1420" x="5387975" y="1357313"/>
          <p14:tracePt t="1422" x="5360988" y="1385888"/>
          <p14:tracePt t="1424" x="5360988" y="1398588"/>
          <p14:tracePt t="1426" x="5332413" y="1427163"/>
          <p14:tracePt t="1428" x="5319713" y="1454150"/>
          <p14:tracePt t="1430" x="5291138" y="1466850"/>
          <p14:tracePt t="1431" x="5278438" y="1481138"/>
          <p14:tracePt t="1432" x="5249863" y="1495425"/>
          <p14:tracePt t="1433" x="5237163" y="1522413"/>
          <p14:tracePt t="1434" x="5222875" y="1522413"/>
          <p14:tracePt t="1435" x="5195888" y="1536700"/>
          <p14:tracePt t="1436" x="5195888" y="1563688"/>
          <p14:tracePt t="1438" x="5168900" y="1577975"/>
          <p14:tracePt t="1439" x="5154613" y="1590675"/>
          <p14:tracePt t="1439" x="5140325" y="1604963"/>
          <p14:tracePt t="1440" x="5113338" y="1619250"/>
          <p14:tracePt t="1441" x="5086350" y="1646238"/>
          <p14:tracePt t="1442" x="5072063" y="1646238"/>
          <p14:tracePt t="1443" x="5059363" y="1658938"/>
          <p14:tracePt t="1445" x="5030788" y="1687513"/>
          <p14:tracePt t="1446" x="5003800" y="1700213"/>
          <p14:tracePt t="1446" x="4989513" y="1714500"/>
          <p14:tracePt t="1447" x="4976813" y="1728788"/>
          <p14:tracePt t="1448" x="4935538" y="1741488"/>
          <p14:tracePt t="1449" x="4921250" y="1755775"/>
          <p14:tracePt t="1452" x="4908550" y="1770063"/>
          <p14:tracePt t="1453" x="4867275" y="1782763"/>
          <p14:tracePt t="1453" x="4852988" y="1797050"/>
          <p14:tracePt t="1454" x="4826000" y="1809750"/>
          <p14:tracePt t="1455" x="4797425" y="1838325"/>
          <p14:tracePt t="1456" x="4757738" y="1838325"/>
          <p14:tracePt t="1457" x="4729163" y="1865313"/>
          <p14:tracePt t="1459" x="4716463" y="1879600"/>
          <p14:tracePt t="1460" x="4687888" y="1892300"/>
          <p14:tracePt t="1461" x="4646613" y="1920875"/>
          <p14:tracePt t="1461" x="4619625" y="1920875"/>
          <p14:tracePt t="1462" x="4592638" y="1933575"/>
          <p14:tracePt t="1463" x="4565650" y="1962150"/>
          <p14:tracePt t="1464" x="4510088" y="1974850"/>
          <p14:tracePt t="1467" x="4468813" y="2001838"/>
          <p14:tracePt t="1467" x="4441825" y="2016125"/>
          <p14:tracePt t="1468" x="4400550" y="2030413"/>
          <p14:tracePt t="1470" x="4373563" y="2043113"/>
          <p14:tracePt t="1470" x="4332288" y="2057400"/>
          <p14:tracePt t="1473" x="4291013" y="2084388"/>
          <p14:tracePt t="1474" x="4249738" y="2112963"/>
          <p14:tracePt t="1474" x="4208463" y="2125663"/>
          <p14:tracePt t="1475" x="4154488" y="2139950"/>
          <p14:tracePt t="1476" x="4113213" y="2166938"/>
          <p14:tracePt t="1477" x="4071938" y="2166938"/>
          <p14:tracePt t="1478" x="4044950" y="2181225"/>
          <p14:tracePt t="1480" x="4003675" y="2193925"/>
          <p14:tracePt t="1481" x="3975100" y="2208213"/>
          <p14:tracePt t="1481" x="3933825" y="2208213"/>
          <p14:tracePt t="1482" x="3894138" y="2222500"/>
          <p14:tracePt t="1483" x="3852863" y="2249488"/>
          <p14:tracePt t="1484" x="3824288" y="2263775"/>
          <p14:tracePt t="1485" x="3783013" y="2276475"/>
          <p14:tracePt t="1486" x="3743325" y="2290763"/>
          <p14:tracePt t="1488" x="3702050" y="2305050"/>
          <p14:tracePt t="1489" x="3660775" y="2305050"/>
          <p14:tracePt t="1490" x="3619500" y="2317750"/>
          <p14:tracePt t="1491" x="3578225" y="2332038"/>
          <p14:tracePt t="1492" x="3551238" y="2344738"/>
          <p14:tracePt t="1495" x="3522663" y="2344738"/>
          <p14:tracePt t="1495" x="3481388" y="2359025"/>
          <p14:tracePt t="1496" x="3454400" y="2373313"/>
          <p14:tracePt t="1497" x="3413125" y="2386013"/>
          <p14:tracePt t="1498" x="3386138" y="2386013"/>
          <p14:tracePt t="1499" x="3359150" y="2400300"/>
          <p14:tracePt t="1500" x="3330575" y="2427288"/>
          <p14:tracePt t="1502" x="3303588" y="2427288"/>
          <p14:tracePt t="1503" x="3262313" y="2441575"/>
          <p14:tracePt t="1504" x="3249613" y="2441575"/>
          <p14:tracePt t="1505" x="3221038" y="2455863"/>
          <p14:tracePt t="1506" x="3194050" y="2468563"/>
          <p14:tracePt t="1507" x="3167063" y="2468563"/>
          <p14:tracePt t="1508" x="3125788" y="2468563"/>
          <p14:tracePt t="1509" x="3098800" y="2482850"/>
          <p14:tracePt t="1510" x="3084513" y="2495550"/>
          <p14:tracePt t="1511" x="3070225" y="2495550"/>
          <p14:tracePt t="1512" x="3043238" y="2495550"/>
          <p14:tracePt t="1513" x="3016250" y="2495550"/>
          <p14:tracePt t="1515" x="3001963" y="2509838"/>
          <p14:tracePt t="1516" x="2989263" y="2509838"/>
          <p14:tracePt t="1516" x="2947988" y="2524125"/>
          <p14:tracePt t="1518" x="2919413" y="2524125"/>
          <p14:tracePt t="1519" x="2906713" y="2524125"/>
          <p14:tracePt t="1520" x="2892425" y="2524125"/>
          <p14:tracePt t="1522" x="2878138" y="2524125"/>
          <p14:tracePt t="1523" x="2865438" y="2524125"/>
          <p14:tracePt t="1523" x="2838450" y="2524125"/>
          <p14:tracePt t="1524" x="2824163" y="2524125"/>
          <p14:tracePt t="1525" x="2809875" y="2536825"/>
          <p14:tracePt t="1529" x="2768600" y="2551113"/>
          <p14:tracePt t="1530" x="2755900" y="2551113"/>
          <p14:tracePt t="1531" x="2741613" y="2551113"/>
          <p14:tracePt t="1532" x="2728913" y="2551113"/>
          <p14:tracePt t="1535" x="2714625" y="2551113"/>
          <p14:tracePt t="1536" x="2700338" y="2551113"/>
          <p14:tracePt t="1537" x="2687638" y="2551113"/>
          <p14:tracePt t="1538" x="2673350" y="2551113"/>
          <p14:tracePt t="1542" x="2659063" y="2551113"/>
          <p14:tracePt t="1543" x="2646363" y="2551113"/>
          <p14:tracePt t="1550" x="2632075" y="2551113"/>
          <p14:tracePt t="1604" x="2617788" y="2551113"/>
          <p14:tracePt t="1697" x="2632075" y="2551113"/>
          <p14:tracePt t="1698" x="2646363" y="2551113"/>
          <p14:tracePt t="1699" x="2659063" y="2551113"/>
          <p14:tracePt t="1701" x="2673350" y="2551113"/>
          <p14:tracePt t="1702" x="2687638" y="2551113"/>
          <p14:tracePt t="1704" x="2728913" y="2551113"/>
          <p14:tracePt t="1705" x="2728913" y="2536825"/>
          <p14:tracePt t="1706" x="2741613" y="2536825"/>
          <p14:tracePt t="1707" x="2768600" y="2536825"/>
          <p14:tracePt t="1708" x="2782888" y="2536825"/>
          <p14:tracePt t="1710" x="2809875" y="2536825"/>
          <p14:tracePt t="1711" x="2838450" y="2536825"/>
          <p14:tracePt t="1712" x="2851150" y="2536825"/>
          <p14:tracePt t="1713" x="2878138" y="2536825"/>
          <p14:tracePt t="1714" x="2906713" y="2536825"/>
          <p14:tracePt t="1715" x="2919413" y="2536825"/>
          <p14:tracePt t="1716" x="2947988" y="2536825"/>
          <p14:tracePt t="1717" x="2974975" y="2524125"/>
          <p14:tracePt t="1719" x="3001963" y="2524125"/>
          <p14:tracePt t="1721" x="3028950" y="2524125"/>
          <p14:tracePt t="1723" x="3070225" y="2524125"/>
          <p14:tracePt t="1725" x="3098800" y="2524125"/>
          <p14:tracePt t="1726" x="3111500" y="2524125"/>
          <p14:tracePt t="1727" x="3140075" y="2524125"/>
          <p14:tracePt t="1728" x="3167063" y="2524125"/>
          <p14:tracePt t="1729" x="3194050" y="2524125"/>
          <p14:tracePt t="1731" x="3235325" y="2524125"/>
          <p14:tracePt t="1732" x="3276600" y="2524125"/>
          <p14:tracePt t="1733" x="3317875" y="2524125"/>
          <p14:tracePt t="1735" x="3359150" y="2524125"/>
          <p14:tracePt t="1737" x="3400425" y="2509838"/>
          <p14:tracePt t="1738" x="3441700" y="2509838"/>
          <p14:tracePt t="1739" x="3495675" y="2509838"/>
          <p14:tracePt t="1741" x="3536950" y="2495550"/>
          <p14:tracePt t="1742" x="3605213" y="2495550"/>
          <p14:tracePt t="1743" x="3660775" y="2495550"/>
          <p14:tracePt t="1745" x="3770313" y="2495550"/>
          <p14:tracePt t="1746" x="3852863" y="2482850"/>
          <p14:tracePt t="1746" x="3906838" y="2482850"/>
          <p14:tracePt t="1748" x="3962400" y="2482850"/>
          <p14:tracePt t="1749" x="4016375" y="2482850"/>
          <p14:tracePt t="1751" x="4071938" y="2468563"/>
          <p14:tracePt t="1753" x="4154488" y="2468563"/>
          <p14:tracePt t="1755" x="4208463" y="2468563"/>
          <p14:tracePt t="1756" x="4264025" y="2468563"/>
          <p14:tracePt t="1757" x="4318000" y="2468563"/>
          <p14:tracePt t="1759" x="4441825" y="2441575"/>
          <p14:tracePt t="1759" x="4497388" y="2441575"/>
          <p14:tracePt t="1761" x="4578350" y="2441575"/>
          <p14:tracePt t="1762" x="4633913" y="2441575"/>
          <p14:tracePt t="1763" x="4687888" y="2441575"/>
          <p14:tracePt t="1764" x="4729163" y="2427288"/>
          <p14:tracePt t="1765" x="4784725" y="2414588"/>
          <p14:tracePt t="1766" x="4838700" y="2414588"/>
          <p14:tracePt t="1767" x="4894263" y="2414588"/>
          <p14:tracePt t="1768" x="4962525" y="2414588"/>
          <p14:tracePt t="1768" x="5018088" y="2414588"/>
          <p14:tracePt t="1772" x="5072063" y="2400300"/>
          <p14:tracePt t="1772" x="5113338" y="2400300"/>
          <p14:tracePt t="1775" x="5154613" y="2400300"/>
          <p14:tracePt t="1775" x="5195888" y="2400300"/>
          <p14:tracePt t="1777" x="5222875" y="2400300"/>
          <p14:tracePt t="1778" x="5264150" y="2400300"/>
          <p14:tracePt t="1780" x="5291138" y="2400300"/>
          <p14:tracePt t="1780" x="5319713" y="2400300"/>
          <p14:tracePt t="1782" x="5360988" y="2400300"/>
          <p14:tracePt t="1783" x="5387975" y="2400300"/>
          <p14:tracePt t="1783" x="5400675" y="2400300"/>
          <p14:tracePt t="1785" x="5441950" y="2400300"/>
          <p14:tracePt t="1786" x="5456238" y="2400300"/>
          <p14:tracePt t="1788" x="5470525" y="2400300"/>
          <p14:tracePt t="1788" x="5483225" y="2400300"/>
          <p14:tracePt t="1791" x="5511800" y="2400300"/>
          <p14:tracePt t="1793" x="5524500" y="2400300"/>
          <p14:tracePt t="1794" x="5538788" y="2400300"/>
          <p14:tracePt t="1797" x="5551488" y="2400300"/>
          <p14:tracePt t="1799" x="5565775" y="24003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17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794174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5F39198C-CD94-E337-5CDD-07FFAD58FB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08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0380">
        <p159:morph option="byObject"/>
      </p:transition>
    </mc:Choice>
    <mc:Fallback>
      <p:transition advTm="6038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13" x="5580063" y="2400300"/>
          <p14:tracePt t="1424" x="5580063" y="2414588"/>
          <p14:tracePt t="1432" x="5565775" y="2441575"/>
          <p14:tracePt t="1434" x="5565775" y="2455863"/>
          <p14:tracePt t="1437" x="5551488" y="2468563"/>
          <p14:tracePt t="1448" x="5551488" y="2482850"/>
          <p14:tracePt t="1462" x="5551488" y="2495550"/>
          <p14:tracePt t="1464" x="5580063" y="2495550"/>
          <p14:tracePt t="1952" x="5580063" y="2509838"/>
          <p14:tracePt t="1954" x="5565775" y="2524125"/>
          <p14:tracePt t="1955" x="5551488" y="2524125"/>
          <p14:tracePt t="1956" x="5538788" y="2524125"/>
          <p14:tracePt t="1958" x="5524500" y="2524125"/>
          <p14:tracePt t="4761" x="5524500" y="2536825"/>
          <p14:tracePt t="4764" x="5524500" y="2551113"/>
          <p14:tracePt t="4766" x="5511800" y="2551113"/>
          <p14:tracePt t="4768" x="5497513" y="2565400"/>
          <p14:tracePt t="4770" x="5483225" y="2565400"/>
          <p14:tracePt t="4770" x="5456238" y="2565400"/>
          <p14:tracePt t="4772" x="5441950" y="2565400"/>
          <p14:tracePt t="4774" x="5429250" y="2565400"/>
          <p14:tracePt t="4774" x="5400675" y="2565400"/>
          <p14:tracePt t="4776" x="5373688" y="2565400"/>
          <p14:tracePt t="4778" x="5346700" y="2551113"/>
          <p14:tracePt t="4779" x="5319713" y="2536825"/>
          <p14:tracePt t="4781" x="5291138" y="2536825"/>
          <p14:tracePt t="4782" x="5264150" y="2536825"/>
          <p14:tracePt t="4783" x="5249863" y="2509838"/>
          <p14:tracePt t="4784" x="5222875" y="2509838"/>
          <p14:tracePt t="4785" x="5195888" y="2509838"/>
          <p14:tracePt t="4787" x="5181600" y="2482850"/>
          <p14:tracePt t="4788" x="5154613" y="2482850"/>
          <p14:tracePt t="4789" x="5140325" y="2482850"/>
          <p14:tracePt t="4790" x="5127625" y="2468563"/>
          <p14:tracePt t="4792" x="5113338" y="2468563"/>
          <p14:tracePt t="4793" x="5099050" y="2455863"/>
          <p14:tracePt t="4794" x="5086350" y="2455863"/>
          <p14:tracePt t="4795" x="5072063" y="2455863"/>
          <p14:tracePt t="4797" x="5059363" y="2441575"/>
          <p14:tracePt t="5198" x="5045075" y="2441575"/>
          <p14:tracePt t="5252" x="5045075" y="2455863"/>
          <p14:tracePt t="5254" x="5030788" y="2455863"/>
          <p14:tracePt t="5257" x="5030788" y="2468563"/>
          <p14:tracePt t="5259" x="5018088" y="2482850"/>
          <p14:tracePt t="5265" x="5003800" y="2482850"/>
          <p14:tracePt t="5266" x="5003800" y="2495550"/>
          <p14:tracePt t="5272" x="4989513" y="2495550"/>
          <p14:tracePt t="5278" x="4976813" y="2495550"/>
          <p14:tracePt t="5280" x="4976813" y="2509838"/>
          <p14:tracePt t="5385" x="4962525" y="2509838"/>
          <p14:tracePt t="5387" x="4935538" y="2509838"/>
          <p14:tracePt t="5389" x="4921250" y="2509838"/>
          <p14:tracePt t="5390" x="4908550" y="2509838"/>
          <p14:tracePt t="5392" x="4894263" y="2509838"/>
          <p14:tracePt t="5393" x="4879975" y="2495550"/>
          <p14:tracePt t="5394" x="4867275" y="2495550"/>
          <p14:tracePt t="5395" x="4867275" y="2482850"/>
          <p14:tracePt t="5396" x="4852988" y="2482850"/>
          <p14:tracePt t="5397" x="4838700" y="2482850"/>
          <p14:tracePt t="5398" x="4826000" y="2482850"/>
          <p14:tracePt t="5399" x="4811713" y="2482850"/>
          <p14:tracePt t="5400" x="4797425" y="2468563"/>
          <p14:tracePt t="5401" x="4784725" y="2468563"/>
          <p14:tracePt t="5402" x="4770438" y="2468563"/>
          <p14:tracePt t="5403" x="4743450" y="2455863"/>
          <p14:tracePt t="5405" x="4729163" y="2455863"/>
          <p14:tracePt t="5406" x="4716463" y="2455863"/>
          <p14:tracePt t="5407" x="4702175" y="2455863"/>
          <p14:tracePt t="5408" x="4687888" y="2455863"/>
          <p14:tracePt t="5410" x="4675188" y="2441575"/>
          <p14:tracePt t="5411" x="4660900" y="2441575"/>
          <p14:tracePt t="5411" x="4646613" y="2441575"/>
          <p14:tracePt t="5413" x="4619625" y="2427288"/>
          <p14:tracePt t="5415" x="4592638" y="2427288"/>
          <p14:tracePt t="5417" x="4578350" y="2427288"/>
          <p14:tracePt t="5419" x="4565650" y="2427288"/>
          <p14:tracePt t="5421" x="4551363" y="2427288"/>
          <p14:tracePt t="5424" x="4524375" y="2427288"/>
          <p14:tracePt t="5426" x="4510088" y="2427288"/>
          <p14:tracePt t="5429" x="4497388" y="2427288"/>
          <p14:tracePt t="5432" x="4483100" y="2427288"/>
          <p14:tracePt t="5437" x="4468813" y="2427288"/>
          <p14:tracePt t="5972" x="4468813" y="2400300"/>
          <p14:tracePt t="5974" x="4456113" y="2400300"/>
          <p14:tracePt t="5976" x="4441825" y="2400300"/>
          <p14:tracePt t="5977" x="4441825" y="2386013"/>
          <p14:tracePt t="5978" x="4400550" y="2373313"/>
          <p14:tracePt t="5982" x="4386263" y="2359025"/>
          <p14:tracePt t="5984" x="4373563" y="2344738"/>
          <p14:tracePt t="5985" x="4359275" y="2344738"/>
          <p14:tracePt t="5987" x="4346575" y="2332038"/>
          <p14:tracePt t="5989" x="4332288" y="2332038"/>
          <p14:tracePt t="5990" x="4332288" y="2317750"/>
          <p14:tracePt t="5991" x="4318000" y="2317750"/>
          <p14:tracePt t="5994" x="4305300" y="2305050"/>
          <p14:tracePt t="5994" x="4291013" y="2305050"/>
          <p14:tracePt t="5996" x="4276725" y="2290763"/>
          <p14:tracePt t="5998" x="4249738" y="2276475"/>
          <p14:tracePt t="6000" x="4235450" y="2263775"/>
          <p14:tracePt t="6002" x="4222750" y="2263775"/>
          <p14:tracePt t="6004" x="4208463" y="2249488"/>
          <p14:tracePt t="6005" x="4181475" y="2235200"/>
          <p14:tracePt t="6007" x="4167188" y="2222500"/>
          <p14:tracePt t="6008" x="4154488" y="2222500"/>
          <p14:tracePt t="6008" x="4140200" y="2208213"/>
          <p14:tracePt t="6009" x="4125913" y="2208213"/>
          <p14:tracePt t="6010" x="4098925" y="2193925"/>
          <p14:tracePt t="6011" x="4084638" y="2193925"/>
          <p14:tracePt t="6012" x="4071938" y="2181225"/>
          <p14:tracePt t="6013" x="4044950" y="2166938"/>
          <p14:tracePt t="6015" x="4030663" y="2166938"/>
          <p14:tracePt t="6016" x="4003675" y="2152650"/>
          <p14:tracePt t="6017" x="3975100" y="2125663"/>
          <p14:tracePt t="6018" x="3948113" y="2125663"/>
          <p14:tracePt t="6019" x="3921125" y="2125663"/>
          <p14:tracePt t="6020" x="3906838" y="2112963"/>
          <p14:tracePt t="6021" x="3894138" y="2098675"/>
          <p14:tracePt t="6022" x="3865563" y="2098675"/>
          <p14:tracePt t="6023" x="3852863" y="2084388"/>
          <p14:tracePt t="6024" x="3824288" y="2084388"/>
          <p14:tracePt t="6026" x="3783013" y="2057400"/>
          <p14:tracePt t="6028" x="3756025" y="2057400"/>
          <p14:tracePt t="6029" x="3743325" y="2043113"/>
          <p14:tracePt t="6030" x="3714750" y="2030413"/>
          <p14:tracePt t="6031" x="3687763" y="2030413"/>
          <p14:tracePt t="6032" x="3660775" y="2016125"/>
          <p14:tracePt t="6033" x="3632200" y="2001838"/>
          <p14:tracePt t="6034" x="3605213" y="1989138"/>
          <p14:tracePt t="6035" x="3578225" y="1989138"/>
          <p14:tracePt t="6037" x="3563938" y="1974850"/>
          <p14:tracePt t="6038" x="3536950" y="1962150"/>
          <p14:tracePt t="6040" x="3509963" y="1962150"/>
          <p14:tracePt t="6042" x="3495675" y="1962150"/>
          <p14:tracePt t="6044" x="3481388" y="1962150"/>
          <p14:tracePt t="6046" x="3454400" y="1947863"/>
          <p14:tracePt t="6047" x="3427413" y="1947863"/>
          <p14:tracePt t="6048" x="3413125" y="1933575"/>
          <p14:tracePt t="6050" x="3400425" y="1920875"/>
          <p14:tracePt t="6052" x="3359150" y="1920875"/>
          <p14:tracePt t="6054" x="3330575" y="1906588"/>
          <p14:tracePt t="6055" x="3303588" y="1892300"/>
          <p14:tracePt t="6056" x="3290888" y="1892300"/>
          <p14:tracePt t="6057" x="3276600" y="1892300"/>
          <p14:tracePt t="6058" x="3262313" y="1879600"/>
          <p14:tracePt t="6060" x="3249613" y="1879600"/>
          <p14:tracePt t="6061" x="3208338" y="1851025"/>
          <p14:tracePt t="6064" x="3179763" y="1851025"/>
          <p14:tracePt t="6066" x="3167063" y="1851025"/>
          <p14:tracePt t="6068" x="3140075" y="1838325"/>
          <p14:tracePt t="6069" x="3125788" y="1824038"/>
          <p14:tracePt t="6072" x="3098800" y="1824038"/>
          <p14:tracePt t="6074" x="3084513" y="1824038"/>
          <p14:tracePt t="6074" x="3070225" y="1809750"/>
          <p14:tracePt t="6075" x="3057525" y="1809750"/>
          <p14:tracePt t="6077" x="3043238" y="1809750"/>
          <p14:tracePt t="6078" x="3028950" y="1797050"/>
          <p14:tracePt t="6079" x="3016250" y="1782763"/>
          <p14:tracePt t="6083" x="2974975" y="1770063"/>
          <p14:tracePt t="6084" x="2947988" y="1770063"/>
          <p14:tracePt t="6086" x="2933700" y="1770063"/>
          <p14:tracePt t="6086" x="2933700" y="1755775"/>
          <p14:tracePt t="6088" x="2919413" y="1755775"/>
          <p14:tracePt t="6090" x="2892425" y="1741488"/>
          <p14:tracePt t="6095" x="2865438" y="1741488"/>
          <p14:tracePt t="6097" x="2851150" y="1728788"/>
          <p14:tracePt t="6099" x="2838450" y="1728788"/>
          <p14:tracePt t="6102" x="2824163" y="1728788"/>
          <p14:tracePt t="6104" x="2809875" y="1728788"/>
          <p14:tracePt t="6107" x="2797175" y="1714500"/>
          <p14:tracePt t="6114" x="2782888" y="1714500"/>
          <p14:tracePt t="6128" x="2768600" y="1714500"/>
          <p14:tracePt t="6129" x="2768600" y="1700213"/>
          <p14:tracePt t="6141" x="2755900" y="1700213"/>
          <p14:tracePt t="6143" x="2755900" y="1687513"/>
          <p14:tracePt t="6147" x="2741613" y="1687513"/>
          <p14:tracePt t="6150" x="2728913" y="1687513"/>
          <p14:tracePt t="6159" x="2714625" y="1687513"/>
          <p14:tracePt t="6164" x="2700338" y="1673225"/>
          <p14:tracePt t="6172" x="2687638" y="1673225"/>
          <p14:tracePt t="6174" x="2673350" y="1673225"/>
          <p14:tracePt t="6178" x="2673350" y="1658938"/>
          <p14:tracePt t="6180" x="2659063" y="1658938"/>
          <p14:tracePt t="6185" x="2646363" y="1658938"/>
          <p14:tracePt t="6187" x="2646363" y="1646238"/>
          <p14:tracePt t="6189" x="2617788" y="1646238"/>
          <p14:tracePt t="6190" x="2617788" y="1631950"/>
          <p14:tracePt t="6195" x="2605088" y="1631950"/>
          <p14:tracePt t="6198" x="2590800" y="1631950"/>
          <p14:tracePt t="6199" x="2590800" y="1619250"/>
          <p14:tracePt t="6205" x="2563813" y="1619250"/>
          <p14:tracePt t="6206" x="2563813" y="1604963"/>
          <p14:tracePt t="6210" x="2549525" y="1604963"/>
          <p14:tracePt t="6211" x="2549525" y="1590675"/>
          <p14:tracePt t="6213" x="2536825" y="1590675"/>
          <p14:tracePt t="6214" x="2536825" y="1577975"/>
          <p14:tracePt t="6216" x="2522538" y="1577975"/>
          <p14:tracePt t="6218" x="2508250" y="1577975"/>
          <p14:tracePt t="6219" x="2508250" y="1563688"/>
          <p14:tracePt t="6220" x="2495550" y="1563688"/>
          <p14:tracePt t="6223" x="2466975" y="1536700"/>
          <p14:tracePt t="6227" x="2454275" y="1536700"/>
          <p14:tracePt t="6227" x="2454275" y="1522413"/>
          <p14:tracePt t="6229" x="2439988" y="1522413"/>
          <p14:tracePt t="6231" x="2413000" y="1508125"/>
          <p14:tracePt t="6233" x="2398713" y="1495425"/>
          <p14:tracePt t="6236" x="2386013" y="1481138"/>
          <p14:tracePt t="6237" x="2371725" y="1481138"/>
          <p14:tracePt t="6239" x="2357438" y="1466850"/>
          <p14:tracePt t="6241" x="2344738" y="1466850"/>
          <p14:tracePt t="6243" x="2316163" y="1454150"/>
          <p14:tracePt t="6244" x="2316163" y="1439863"/>
          <p14:tracePt t="6246" x="2303463" y="1439863"/>
          <p14:tracePt t="6248" x="2289175" y="1439863"/>
          <p14:tracePt t="6250" x="2289175" y="1427163"/>
          <p14:tracePt t="6251" x="2276475" y="1427163"/>
          <p14:tracePt t="6254" x="2262188" y="1412875"/>
          <p14:tracePt t="6258" x="2247900" y="1412875"/>
          <p14:tracePt t="6261" x="2247900" y="1398588"/>
          <p14:tracePt t="6264" x="2235200" y="1398588"/>
          <p14:tracePt t="6268" x="2235200" y="1385888"/>
          <p14:tracePt t="6272" x="2220913" y="1385888"/>
          <p14:tracePt t="6281" x="2220913" y="1371600"/>
          <p14:tracePt t="6303" x="2220913" y="1357313"/>
          <p14:tracePt t="6306" x="2206625" y="1357313"/>
          <p14:tracePt t="6315" x="2206625" y="1344613"/>
          <p14:tracePt t="6321" x="2206625" y="1330325"/>
          <p14:tracePt t="6323" x="2193925" y="1330325"/>
          <p14:tracePt t="6327" x="2179638" y="1316038"/>
          <p14:tracePt t="6331" x="2165350" y="1316038"/>
          <p14:tracePt t="6333" x="2165350" y="1303338"/>
          <p14:tracePt t="6335" x="2152650" y="1303338"/>
          <p14:tracePt t="6337" x="2152650" y="1289050"/>
          <p14:tracePt t="6340" x="2152650" y="1276350"/>
          <p14:tracePt t="6341" x="2138363" y="1276350"/>
          <p14:tracePt t="6344" x="2125663" y="1276350"/>
          <p14:tracePt t="6345" x="2125663" y="1262063"/>
          <p14:tracePt t="6348" x="2111375" y="1262063"/>
          <p14:tracePt t="6349" x="2111375" y="1247775"/>
          <p14:tracePt t="6351" x="2097088" y="1247775"/>
          <p14:tracePt t="6355" x="2097088" y="1235075"/>
          <p14:tracePt t="6356" x="2070100" y="1235075"/>
          <p14:tracePt t="6357" x="2070100" y="1220788"/>
          <p14:tracePt t="6361" x="2055813" y="1220788"/>
          <p14:tracePt t="6362" x="2055813" y="1206500"/>
          <p14:tracePt t="6366" x="2043113" y="1206500"/>
          <p14:tracePt t="6369" x="2028825" y="1193800"/>
          <p14:tracePt t="6376" x="2028825" y="1179513"/>
          <p14:tracePt t="6378" x="2014538" y="1179513"/>
          <p14:tracePt t="6384" x="2014538" y="1165225"/>
          <p14:tracePt t="6430" x="2001838" y="1165225"/>
          <p14:tracePt t="6440" x="2001838" y="1152525"/>
          <p14:tracePt t="6473" x="1987550" y="1152525"/>
          <p14:tracePt t="6588" x="2001838" y="1152525"/>
          <p14:tracePt t="6596" x="2014538" y="1152525"/>
          <p14:tracePt t="6606" x="2028825" y="1152525"/>
          <p14:tracePt t="6611" x="2043113" y="1152525"/>
          <p14:tracePt t="6617" x="2055813" y="1152525"/>
          <p14:tracePt t="6624" x="2070100" y="1152525"/>
          <p14:tracePt t="6628" x="2084388" y="1152525"/>
          <p14:tracePt t="6632" x="2097088" y="1152525"/>
          <p14:tracePt t="6638" x="2111375" y="1152525"/>
          <p14:tracePt t="6643" x="2138363" y="1152525"/>
          <p14:tracePt t="6650" x="2152650" y="1152525"/>
          <p14:tracePt t="6654" x="2165350" y="1152525"/>
          <p14:tracePt t="6659" x="2179638" y="1152525"/>
          <p14:tracePt t="6660" x="2193925" y="1152525"/>
          <p14:tracePt t="6664" x="2206625" y="1152525"/>
          <p14:tracePt t="6667" x="2220913" y="1152525"/>
          <p14:tracePt t="6671" x="2235200" y="1152525"/>
          <p14:tracePt t="6674" x="2247900" y="1152525"/>
          <p14:tracePt t="6676" x="2262188" y="1152525"/>
          <p14:tracePt t="6679" x="2276475" y="1152525"/>
          <p14:tracePt t="6682" x="2289175" y="1152525"/>
          <p14:tracePt t="6683" x="2303463" y="1152525"/>
          <p14:tracePt t="6687" x="2316163" y="1152525"/>
          <p14:tracePt t="6690" x="2330450" y="1152525"/>
          <p14:tracePt t="6694" x="2344738" y="1152525"/>
          <p14:tracePt t="6697" x="2357438" y="1152525"/>
          <p14:tracePt t="6703" x="2371725" y="1152525"/>
          <p14:tracePt t="6709" x="2386013" y="1152525"/>
          <p14:tracePt t="6730" x="2413000" y="1152525"/>
          <p14:tracePt t="6746" x="2427288" y="1152525"/>
          <p14:tracePt t="6762" x="2454275" y="1152525"/>
          <p14:tracePt t="6775" x="2466975" y="1152525"/>
          <p14:tracePt t="6784" x="2481263" y="1152525"/>
          <p14:tracePt t="6793" x="2495550" y="1152525"/>
          <p14:tracePt t="6804" x="2508250" y="1152525"/>
          <p14:tracePt t="6821" x="2522538" y="1152525"/>
          <p14:tracePt t="6834" x="2536825" y="1152525"/>
          <p14:tracePt t="6843" x="2549525" y="1152525"/>
          <p14:tracePt t="6851" x="2563813" y="1152525"/>
          <p14:tracePt t="6857" x="2578100" y="1152525"/>
          <p14:tracePt t="6863" x="2590800" y="1152525"/>
          <p14:tracePt t="6872" x="2605088" y="1152525"/>
          <p14:tracePt t="6881" x="2617788" y="1152525"/>
          <p14:tracePt t="6883" x="2632075" y="1152525"/>
          <p14:tracePt t="6893" x="2646363" y="1152525"/>
          <p14:tracePt t="6902" x="2659063" y="1152525"/>
          <p14:tracePt t="6912" x="2673350" y="1152525"/>
          <p14:tracePt t="6914" x="2687638" y="1152525"/>
          <p14:tracePt t="6922" x="2700338" y="1152525"/>
          <p14:tracePt t="6924" x="2714625" y="1152525"/>
          <p14:tracePt t="6931" x="2728913" y="1152525"/>
          <p14:tracePt t="6935" x="2741613" y="1152525"/>
          <p14:tracePt t="6939" x="2755900" y="1152525"/>
          <p14:tracePt t="6941" x="2755900" y="1165225"/>
          <p14:tracePt t="6946" x="2768600" y="1165225"/>
          <p14:tracePt t="6955" x="2782888" y="1165225"/>
          <p14:tracePt t="6960" x="2797175" y="1165225"/>
          <p14:tracePt t="6981" x="2809875" y="1165225"/>
          <p14:tracePt t="6992" x="2824163" y="1165225"/>
          <p14:tracePt t="6994" x="2824163" y="1179513"/>
          <p14:tracePt t="7005" x="2838450" y="1179513"/>
          <p14:tracePt t="7009" x="2851150" y="1179513"/>
          <p14:tracePt t="7017" x="2865438" y="1179513"/>
          <p14:tracePt t="7034" x="2878138" y="1179513"/>
          <p14:tracePt t="7046" x="2892425" y="1179513"/>
          <p14:tracePt t="7048" x="2906713" y="1179513"/>
          <p14:tracePt t="7069" x="2919413" y="1179513"/>
          <p14:tracePt t="7099" x="2933700" y="1179513"/>
          <p14:tracePt t="7126" x="2947988" y="1179513"/>
          <p14:tracePt t="7131" x="2960688" y="1179513"/>
          <p14:tracePt t="7140" x="2974975" y="1179513"/>
          <p14:tracePt t="7148" x="2989263" y="1179513"/>
          <p14:tracePt t="7155" x="3001963" y="1179513"/>
          <p14:tracePt t="7158" x="3016250" y="1179513"/>
          <p14:tracePt t="7164" x="3028950" y="1179513"/>
          <p14:tracePt t="7172" x="3043238" y="1179513"/>
          <p14:tracePt t="7867" x="3057525" y="1179513"/>
          <p14:tracePt t="7868" x="3070225" y="1179513"/>
          <p14:tracePt t="7872" x="3084513" y="1193800"/>
          <p14:tracePt t="7873" x="3098800" y="1193800"/>
          <p14:tracePt t="7874" x="3111500" y="1193800"/>
          <p14:tracePt t="7875" x="3125788" y="1193800"/>
          <p14:tracePt t="7877" x="3140075" y="1193800"/>
          <p14:tracePt t="7878" x="3152775" y="1206500"/>
          <p14:tracePt t="7879" x="3167063" y="1206500"/>
          <p14:tracePt t="7882" x="3208338" y="1220788"/>
          <p14:tracePt t="7883" x="3221038" y="1220788"/>
          <p14:tracePt t="7884" x="3249613" y="1220788"/>
          <p14:tracePt t="7885" x="3262313" y="1220788"/>
          <p14:tracePt t="7886" x="3276600" y="1235075"/>
          <p14:tracePt t="7887" x="3290888" y="1247775"/>
          <p14:tracePt t="7889" x="3303588" y="1247775"/>
          <p14:tracePt t="7890" x="3317875" y="1247775"/>
          <p14:tracePt t="7890" x="3330575" y="1247775"/>
          <p14:tracePt t="7891" x="3344863" y="1247775"/>
          <p14:tracePt t="7892" x="3359150" y="1247775"/>
          <p14:tracePt t="7893" x="3386138" y="1247775"/>
          <p14:tracePt t="7896" x="3413125" y="1247775"/>
          <p14:tracePt t="7897" x="3427413" y="1262063"/>
          <p14:tracePt t="7898" x="3454400" y="1276350"/>
          <p14:tracePt t="7899" x="3495675" y="1276350"/>
          <p14:tracePt t="7900" x="3536950" y="1276350"/>
          <p14:tracePt t="7902" x="3563938" y="1276350"/>
          <p14:tracePt t="7903" x="3578225" y="1276350"/>
          <p14:tracePt t="7904" x="3605213" y="1289050"/>
          <p14:tracePt t="7906" x="3632200" y="1303338"/>
          <p14:tracePt t="7908" x="3673475" y="1303338"/>
          <p14:tracePt t="7911" x="3687763" y="1303338"/>
          <p14:tracePt t="7912" x="3714750" y="1316038"/>
          <p14:tracePt t="7913" x="3729038" y="1316038"/>
          <p14:tracePt t="7914" x="3756025" y="1316038"/>
          <p14:tracePt t="7915" x="3783013" y="1316038"/>
          <p14:tracePt t="7917" x="3824288" y="1316038"/>
          <p14:tracePt t="7918" x="3865563" y="1330325"/>
          <p14:tracePt t="7919" x="3894138" y="1330325"/>
          <p14:tracePt t="7920" x="3921125" y="1330325"/>
          <p14:tracePt t="7922" x="3962400" y="1330325"/>
          <p14:tracePt t="7924" x="4003675" y="1330325"/>
          <p14:tracePt t="7925" x="4044950" y="1344613"/>
          <p14:tracePt t="7925" x="4071938" y="1344613"/>
          <p14:tracePt t="7926" x="4113213" y="1357313"/>
          <p14:tracePt t="7928" x="4154488" y="1357313"/>
          <p14:tracePt t="7929" x="4181475" y="1357313"/>
          <p14:tracePt t="7931" x="4235450" y="1371600"/>
          <p14:tracePt t="7932" x="4264025" y="1371600"/>
          <p14:tracePt t="7934" x="4291013" y="1385888"/>
          <p14:tracePt t="7936" x="4332288" y="1398588"/>
          <p14:tracePt t="7936" x="4359275" y="1398588"/>
          <p14:tracePt t="7938" x="4386263" y="1398588"/>
          <p14:tracePt t="7939" x="4414838" y="1398588"/>
          <p14:tracePt t="7940" x="4441825" y="1412875"/>
          <p14:tracePt t="7941" x="4468813" y="1412875"/>
          <p14:tracePt t="7942" x="4483100" y="1427163"/>
          <p14:tracePt t="7943" x="4497388" y="1427163"/>
          <p14:tracePt t="7945" x="4524375" y="1439863"/>
          <p14:tracePt t="7946" x="4565650" y="1439863"/>
          <p14:tracePt t="7948" x="4578350" y="1454150"/>
          <p14:tracePt t="7949" x="4619625" y="1466850"/>
          <p14:tracePt t="7951" x="4633913" y="1466850"/>
          <p14:tracePt t="7952" x="4646613" y="1466850"/>
          <p14:tracePt t="7953" x="4675188" y="1481138"/>
          <p14:tracePt t="7955" x="4687888" y="1495425"/>
          <p14:tracePt t="7956" x="4716463" y="1495425"/>
          <p14:tracePt t="7959" x="4729163" y="1508125"/>
          <p14:tracePt t="7960" x="4743450" y="1522413"/>
          <p14:tracePt t="7961" x="4770438" y="1522413"/>
          <p14:tracePt t="7963" x="4784725" y="1549400"/>
          <p14:tracePt t="7965" x="4797425" y="1549400"/>
          <p14:tracePt t="7967" x="4826000" y="1563688"/>
          <p14:tracePt t="7970" x="4838700" y="1577975"/>
          <p14:tracePt t="7973" x="4852988" y="1590675"/>
          <p14:tracePt t="7973" x="4867275" y="1590675"/>
          <p14:tracePt t="7975" x="4879975" y="1604963"/>
          <p14:tracePt t="7979" x="4894263" y="1631950"/>
          <p14:tracePt t="7980" x="4908550" y="1631950"/>
          <p14:tracePt t="7981" x="4921250" y="1631950"/>
          <p14:tracePt t="7982" x="4921250" y="1646238"/>
          <p14:tracePt t="7983" x="4935538" y="1646238"/>
          <p14:tracePt t="7986" x="4948238" y="1658938"/>
          <p14:tracePt t="7988" x="4962525" y="1687513"/>
          <p14:tracePt t="7990" x="4976813" y="1687513"/>
          <p14:tracePt t="7993" x="4989513" y="1700213"/>
          <p14:tracePt t="7994" x="5003800" y="1714500"/>
          <p14:tracePt t="7995" x="5018088" y="1728788"/>
          <p14:tracePt t="7998" x="5030788" y="1741488"/>
          <p14:tracePt t="8001" x="5045075" y="1755775"/>
          <p14:tracePt t="8002" x="5059363" y="1770063"/>
          <p14:tracePt t="8004" x="5086350" y="1797050"/>
          <p14:tracePt t="8008" x="5099050" y="1809750"/>
          <p14:tracePt t="8009" x="5113338" y="1824038"/>
          <p14:tracePt t="8011" x="5127625" y="1838325"/>
          <p14:tracePt t="8014" x="5140325" y="1851025"/>
          <p14:tracePt t="8015" x="5154613" y="1851025"/>
          <p14:tracePt t="8017" x="5168900" y="1879600"/>
          <p14:tracePt t="8019" x="5181600" y="1879600"/>
          <p14:tracePt t="8021" x="5181600" y="1892300"/>
          <p14:tracePt t="8022" x="5195888" y="1906588"/>
          <p14:tracePt t="8023" x="5210175" y="1906588"/>
          <p14:tracePt t="8025" x="5210175" y="1920875"/>
          <p14:tracePt t="8026" x="5222875" y="1920875"/>
          <p14:tracePt t="8028" x="5222875" y="1933575"/>
          <p14:tracePt t="8029" x="5237163" y="1933575"/>
          <p14:tracePt t="8031" x="5237163" y="1947863"/>
          <p14:tracePt t="8034" x="5249863" y="1947863"/>
          <p14:tracePt t="8035" x="5264150" y="1962150"/>
          <p14:tracePt t="8037" x="5264150" y="1974850"/>
          <p14:tracePt t="8039" x="5278438" y="1974850"/>
          <p14:tracePt t="8044" x="5278438" y="1989138"/>
          <p14:tracePt t="8044" x="5305425" y="1989138"/>
          <p14:tracePt t="8050" x="5319713" y="2001838"/>
          <p14:tracePt t="8058" x="5332413" y="2016125"/>
          <p14:tracePt t="8060" x="5332413" y="2030413"/>
          <p14:tracePt t="8064" x="5346700" y="2030413"/>
          <p14:tracePt t="8069" x="5360988" y="2043113"/>
          <p14:tracePt t="8077" x="5360988" y="2057400"/>
          <p14:tracePt t="8079" x="5373688" y="2057400"/>
          <p14:tracePt t="8084" x="5373688" y="2071688"/>
          <p14:tracePt t="8085" x="5387975" y="2084388"/>
          <p14:tracePt t="8090" x="5387975" y="2098675"/>
          <p14:tracePt t="8092" x="5400675" y="2098675"/>
          <p14:tracePt t="8095" x="5414963" y="2112963"/>
          <p14:tracePt t="8100" x="5429250" y="2125663"/>
          <p14:tracePt t="8102" x="5429250" y="2139950"/>
          <p14:tracePt t="8106" x="5441950" y="2139950"/>
          <p14:tracePt t="8109" x="5441950" y="2152650"/>
          <p14:tracePt t="8117" x="5456238" y="2166938"/>
          <p14:tracePt t="8121" x="5470525" y="2166938"/>
          <p14:tracePt t="8126" x="5470525" y="2181225"/>
          <p14:tracePt t="8132" x="5483225" y="2193925"/>
          <p14:tracePt t="8147" x="5497513" y="2208213"/>
          <p14:tracePt t="8171" x="5511800" y="2208213"/>
          <p14:tracePt t="8199" x="5524500" y="2208213"/>
          <p14:tracePt t="8516" x="5524500" y="2222500"/>
          <p14:tracePt t="8526" x="5524500" y="2235200"/>
          <p14:tracePt t="8537" x="5524500" y="2249488"/>
          <p14:tracePt t="8552" x="5524500" y="2263775"/>
          <p14:tracePt t="8558" x="5524500" y="2276475"/>
          <p14:tracePt t="8565" x="5524500" y="2290763"/>
          <p14:tracePt t="8571" x="5524500" y="2305050"/>
          <p14:tracePt t="8573" x="5524500" y="2317750"/>
          <p14:tracePt t="8578" x="5524500" y="2332038"/>
          <p14:tracePt t="8582" x="5511800" y="2332038"/>
          <p14:tracePt t="8591" x="5511800" y="2359025"/>
          <p14:tracePt t="8593" x="5511800" y="2373313"/>
          <p14:tracePt t="8606" x="5497513" y="2386013"/>
          <p14:tracePt t="8668" x="5483225" y="2400300"/>
          <p14:tracePt t="8673" x="5470525" y="2400300"/>
          <p14:tracePt t="8675" x="5470525" y="2414588"/>
          <p14:tracePt t="8677" x="5456238" y="2427288"/>
          <p14:tracePt t="8681" x="5441950" y="2427288"/>
          <p14:tracePt t="8683" x="5429250" y="2441575"/>
          <p14:tracePt t="8685" x="5414963" y="2441575"/>
          <p14:tracePt t="8688" x="5400675" y="2441575"/>
          <p14:tracePt t="8691" x="5387975" y="2455863"/>
          <p14:tracePt t="8696" x="5373688" y="2455863"/>
          <p14:tracePt t="8697" x="5360988" y="2455863"/>
          <p14:tracePt t="8698" x="5360988" y="2468563"/>
          <p14:tracePt t="8700" x="5332413" y="2468563"/>
          <p14:tracePt t="8704" x="5319713" y="2468563"/>
          <p14:tracePt t="8706" x="5291138" y="2468563"/>
          <p14:tracePt t="8709" x="5291138" y="2482850"/>
          <p14:tracePt t="8709" x="5278438" y="2482850"/>
          <p14:tracePt t="8711" x="5264150" y="2482850"/>
          <p14:tracePt t="8716" x="5237163" y="2482850"/>
          <p14:tracePt t="8718" x="5222875" y="2482850"/>
          <p14:tracePt t="8723" x="5210175" y="2482850"/>
          <p14:tracePt t="8724" x="5181600" y="2482850"/>
          <p14:tracePt t="8724" x="5168900" y="2482850"/>
          <p14:tracePt t="8726" x="5154613" y="2482850"/>
          <p14:tracePt t="8730" x="5127625" y="2482850"/>
          <p14:tracePt t="8731" x="5113338" y="2482850"/>
          <p14:tracePt t="8732" x="5099050" y="2482850"/>
          <p14:tracePt t="8734" x="5086350" y="2482850"/>
          <p14:tracePt t="8736" x="5072063" y="2482850"/>
          <p14:tracePt t="8739" x="5059363" y="2482850"/>
          <p14:tracePt t="8743" x="5045075" y="2482850"/>
          <p14:tracePt t="8746" x="5030788" y="2482850"/>
          <p14:tracePt t="8747" x="5018088" y="2482850"/>
          <p14:tracePt t="8750" x="5018088" y="2468563"/>
          <p14:tracePt t="8752" x="5003800" y="2468563"/>
          <p14:tracePt t="8761" x="4989513" y="2455863"/>
          <p14:tracePt t="8858" x="4976813" y="2441575"/>
          <p14:tracePt t="8968" x="4989513" y="2441575"/>
          <p14:tracePt t="8971" x="4989513" y="2427288"/>
          <p14:tracePt t="8992" x="5003800" y="2427288"/>
          <p14:tracePt t="9011" x="5018088" y="2427288"/>
          <p14:tracePt t="9026" x="5030788" y="2427288"/>
          <p14:tracePt t="9048" x="5045075" y="2427288"/>
          <p14:tracePt t="9062" x="5059363" y="2427288"/>
          <p14:tracePt t="9070" x="5059363" y="2414588"/>
          <p14:tracePt t="9145" x="5072063" y="2414588"/>
          <p14:tracePt t="9553" x="5086350" y="2414588"/>
          <p14:tracePt t="9567" x="5099050" y="2414588"/>
          <p14:tracePt t="9569" x="5099050" y="2400300"/>
          <p14:tracePt t="14829" x="5099050" y="2386013"/>
          <p14:tracePt t="14831" x="5059363" y="2373313"/>
          <p14:tracePt t="14832" x="5045075" y="2359025"/>
          <p14:tracePt t="14833" x="5003800" y="2359025"/>
          <p14:tracePt t="14834" x="4976813" y="2344738"/>
          <p14:tracePt t="14835" x="4948238" y="2344738"/>
          <p14:tracePt t="14836" x="4921250" y="2332038"/>
          <p14:tracePt t="14837" x="4908550" y="2332038"/>
          <p14:tracePt t="14838" x="4879975" y="2317750"/>
          <p14:tracePt t="14840" x="4852988" y="2317750"/>
          <p14:tracePt t="14841" x="4811713" y="2317750"/>
          <p14:tracePt t="14842" x="4757738" y="2305050"/>
          <p14:tracePt t="14843" x="4716463" y="2290763"/>
          <p14:tracePt t="14844" x="4660900" y="2290763"/>
          <p14:tracePt t="14845" x="4592638" y="2276475"/>
          <p14:tracePt t="14847" x="4483100" y="2263775"/>
          <p14:tracePt t="14849" x="4427538" y="2263775"/>
          <p14:tracePt t="14850" x="4359275" y="2249488"/>
          <p14:tracePt t="14851" x="4305300" y="2249488"/>
          <p14:tracePt t="14852" x="4249738" y="2249488"/>
          <p14:tracePt t="14854" x="4140200" y="2249488"/>
          <p14:tracePt t="14856" x="4057650" y="2249488"/>
          <p14:tracePt t="14856" x="4003675" y="2249488"/>
          <p14:tracePt t="14857" x="3933825" y="2249488"/>
          <p14:tracePt t="14858" x="3865563" y="2235200"/>
          <p14:tracePt t="14859" x="3797300" y="2235200"/>
          <p14:tracePt t="14861" x="3673475" y="2222500"/>
          <p14:tracePt t="14862" x="3632200" y="2222500"/>
          <p14:tracePt t="14863" x="3578225" y="2208213"/>
          <p14:tracePt t="14864" x="3522663" y="2193925"/>
          <p14:tracePt t="14866" x="3468688" y="2193925"/>
          <p14:tracePt t="14868" x="3427413" y="2193925"/>
          <p14:tracePt t="14869" x="3371850" y="2181225"/>
          <p14:tracePt t="14869" x="3303588" y="2166938"/>
          <p14:tracePt t="14870" x="3249613" y="2166938"/>
          <p14:tracePt t="14871" x="3208338" y="2166938"/>
          <p14:tracePt t="14872" x="3152775" y="2152650"/>
          <p14:tracePt t="14875" x="3111500" y="2152650"/>
          <p14:tracePt t="14876" x="3070225" y="2152650"/>
          <p14:tracePt t="14877" x="3028950" y="2139950"/>
          <p14:tracePt t="14878" x="2989263" y="2125663"/>
          <p14:tracePt t="14879" x="2947988" y="2112963"/>
          <p14:tracePt t="14880" x="2919413" y="2112963"/>
          <p14:tracePt t="14882" x="2865438" y="2112963"/>
          <p14:tracePt t="14883" x="2838450" y="2098675"/>
          <p14:tracePt t="14883" x="2824163" y="2098675"/>
          <p14:tracePt t="14884" x="2797175" y="2084388"/>
          <p14:tracePt t="14885" x="2768600" y="2071688"/>
          <p14:tracePt t="14886" x="2741613" y="2071688"/>
          <p14:tracePt t="14887" x="2728913" y="2071688"/>
          <p14:tracePt t="14888" x="2714625" y="2057400"/>
          <p14:tracePt t="14889" x="2673350" y="2043113"/>
          <p14:tracePt t="14890" x="2659063" y="2043113"/>
          <p14:tracePt t="14891" x="2646363" y="2043113"/>
          <p14:tracePt t="14892" x="2617788" y="2030413"/>
          <p14:tracePt t="14893" x="2605088" y="2016125"/>
          <p14:tracePt t="14894" x="2590800" y="2016125"/>
          <p14:tracePt t="14896" x="2563813" y="2016125"/>
          <p14:tracePt t="14897" x="2549525" y="2001838"/>
          <p14:tracePt t="14898" x="2536825" y="1989138"/>
          <p14:tracePt t="14900" x="2508250" y="1989138"/>
          <p14:tracePt t="14901" x="2495550" y="1962150"/>
          <p14:tracePt t="14903" x="2481263" y="1947863"/>
          <p14:tracePt t="14905" x="2454275" y="1933575"/>
          <p14:tracePt t="14906" x="2439988" y="1933575"/>
          <p14:tracePt t="14907" x="2427288" y="1920875"/>
          <p14:tracePt t="14910" x="2413000" y="1906588"/>
          <p14:tracePt t="14912" x="2386013" y="1879600"/>
          <p14:tracePt t="14913" x="2371725" y="1879600"/>
          <p14:tracePt t="14914" x="2371725" y="1865313"/>
          <p14:tracePt t="14915" x="2357438" y="1851025"/>
          <p14:tracePt t="14917" x="2344738" y="1851025"/>
          <p14:tracePt t="14919" x="2330450" y="1838325"/>
          <p14:tracePt t="14921" x="2316163" y="1824038"/>
          <p14:tracePt t="14925" x="2289175" y="1809750"/>
          <p14:tracePt t="14927" x="2289175" y="1797050"/>
          <p14:tracePt t="14932" x="2276475" y="1797050"/>
          <p14:tracePt t="14935" x="2276475" y="1782763"/>
          <p14:tracePt t="14940" x="2262188" y="1782763"/>
          <p14:tracePt t="14942" x="2262188" y="1770063"/>
          <p14:tracePt t="14949" x="2247900" y="1770063"/>
          <p14:tracePt t="14953" x="2235200" y="1770063"/>
          <p14:tracePt t="14955" x="2235200" y="1755775"/>
          <p14:tracePt t="14959" x="2220913" y="1741488"/>
          <p14:tracePt t="14966" x="2206625" y="1728788"/>
          <p14:tracePt t="14972" x="2193925" y="1728788"/>
          <p14:tracePt t="14974" x="2179638" y="1728788"/>
          <p14:tracePt t="14979" x="2179638" y="1714500"/>
          <p14:tracePt t="14986" x="2165350" y="1714500"/>
          <p14:tracePt t="15022" x="2165350" y="1700213"/>
          <p14:tracePt t="15024" x="2165350" y="1687513"/>
          <p14:tracePt t="15028" x="2165350" y="1673225"/>
          <p14:tracePt t="15033" x="2165350" y="1658938"/>
          <p14:tracePt t="15037" x="2165350" y="1646238"/>
          <p14:tracePt t="15039" x="2165350" y="1631950"/>
          <p14:tracePt t="15043" x="2165350" y="1619250"/>
          <p14:tracePt t="15050" x="2165350" y="1604963"/>
          <p14:tracePt t="15056" x="2165350" y="1590675"/>
          <p14:tracePt t="15058" x="2165350" y="1577975"/>
          <p14:tracePt t="15063" x="2165350" y="1563688"/>
          <p14:tracePt t="15068" x="2165350" y="1549400"/>
          <p14:tracePt t="15070" x="2165350" y="1536700"/>
          <p14:tracePt t="15072" x="2165350" y="1522413"/>
          <p14:tracePt t="15075" x="2165350" y="1508125"/>
          <p14:tracePt t="15078" x="2165350" y="1495425"/>
          <p14:tracePt t="15080" x="2152650" y="1495425"/>
          <p14:tracePt t="15084" x="2152650" y="1481138"/>
          <p14:tracePt t="15085" x="2152650" y="1466850"/>
          <p14:tracePt t="15086" x="2138363" y="1466850"/>
          <p14:tracePt t="15091" x="2125663" y="1454150"/>
          <p14:tracePt t="15095" x="2125663" y="1439863"/>
          <p14:tracePt t="15098" x="2111375" y="1439863"/>
          <p14:tracePt t="15102" x="2111375" y="1427163"/>
          <p14:tracePt t="15104" x="2111375" y="1412875"/>
          <p14:tracePt t="15110" x="2097088" y="1398588"/>
          <p14:tracePt t="15115" x="2097088" y="1385888"/>
          <p14:tracePt t="15122" x="2097088" y="1371600"/>
          <p14:tracePt t="15125" x="2097088" y="1357313"/>
          <p14:tracePt t="15128" x="2097088" y="1344613"/>
          <p14:tracePt t="15132" x="2097088" y="1330325"/>
          <p14:tracePt t="15140" x="2097088" y="1316038"/>
          <p14:tracePt t="15141" x="2097088" y="1303338"/>
          <p14:tracePt t="15143" x="2097088" y="1289050"/>
          <p14:tracePt t="15147" x="2097088" y="1276350"/>
          <p14:tracePt t="15152" x="2097088" y="1262063"/>
          <p14:tracePt t="15153" x="2084388" y="1262063"/>
          <p14:tracePt t="15155" x="2084388" y="1247775"/>
          <p14:tracePt t="15157" x="2084388" y="1235075"/>
          <p14:tracePt t="15160" x="2070100" y="1235075"/>
          <p14:tracePt t="15161" x="2070100" y="1220788"/>
          <p14:tracePt t="15167" x="2070100" y="1206500"/>
          <p14:tracePt t="15172" x="2070100" y="1193800"/>
          <p14:tracePt t="15174" x="2055813" y="1179513"/>
          <p14:tracePt t="15178" x="2055813" y="1165225"/>
          <p14:tracePt t="15184" x="2055813" y="1152525"/>
          <p14:tracePt t="15185" x="2043113" y="1152525"/>
          <p14:tracePt t="15189" x="2043113" y="1138238"/>
          <p14:tracePt t="15195" x="2043113" y="1123950"/>
          <p14:tracePt t="15335" x="2055813" y="1123950"/>
          <p14:tracePt t="15343" x="2070100" y="1123950"/>
          <p14:tracePt t="15347" x="2084388" y="1123950"/>
          <p14:tracePt t="15349" x="2084388" y="1138238"/>
          <p14:tracePt t="15351" x="2097088" y="1138238"/>
          <p14:tracePt t="15355" x="2111375" y="1138238"/>
          <p14:tracePt t="15358" x="2125663" y="1138238"/>
          <p14:tracePt t="15361" x="2138363" y="1138238"/>
          <p14:tracePt t="15362" x="2152650" y="1138238"/>
          <p14:tracePt t="15364" x="2165350" y="1138238"/>
          <p14:tracePt t="15366" x="2179638" y="1138238"/>
          <p14:tracePt t="15368" x="2193925" y="1138238"/>
          <p14:tracePt t="15369" x="2206625" y="1138238"/>
          <p14:tracePt t="15370" x="2220913" y="1138238"/>
          <p14:tracePt t="15371" x="2235200" y="1138238"/>
          <p14:tracePt t="15373" x="2262188" y="1138238"/>
          <p14:tracePt t="15376" x="2276475" y="1138238"/>
          <p14:tracePt t="15376" x="2289175" y="1138238"/>
          <p14:tracePt t="15378" x="2303463" y="1138238"/>
          <p14:tracePt t="15379" x="2330450" y="1138238"/>
          <p14:tracePt t="15382" x="2357438" y="1138238"/>
          <p14:tracePt t="15382" x="2371725" y="1138238"/>
          <p14:tracePt t="15384" x="2386013" y="1138238"/>
          <p14:tracePt t="15386" x="2413000" y="1138238"/>
          <p14:tracePt t="15387" x="2427288" y="1138238"/>
          <p14:tracePt t="15389" x="2439988" y="1138238"/>
          <p14:tracePt t="15390" x="2454275" y="1138238"/>
          <p14:tracePt t="15392" x="2466975" y="1138238"/>
          <p14:tracePt t="15393" x="2495550" y="1138238"/>
          <p14:tracePt t="15396" x="2522538" y="1138238"/>
          <p14:tracePt t="15397" x="2549525" y="1138238"/>
          <p14:tracePt t="15398" x="2563813" y="1138238"/>
          <p14:tracePt t="15400" x="2590800" y="1138238"/>
          <p14:tracePt t="15403" x="2605088" y="1138238"/>
          <p14:tracePt t="15404" x="2632075" y="1138238"/>
          <p14:tracePt t="15406" x="2646363" y="1138238"/>
          <p14:tracePt t="15408" x="2673350" y="1138238"/>
          <p14:tracePt t="15410" x="2700338" y="1123950"/>
          <p14:tracePt t="15411" x="2714625" y="1123950"/>
          <p14:tracePt t="15412" x="2755900" y="1123950"/>
          <p14:tracePt t="15414" x="2782888" y="1123950"/>
          <p14:tracePt t="15417" x="2809875" y="1123950"/>
          <p14:tracePt t="15418" x="2838450" y="1123950"/>
          <p14:tracePt t="15419" x="2865438" y="1123950"/>
          <p14:tracePt t="15420" x="2878138" y="1123950"/>
          <p14:tracePt t="15421" x="2906713" y="1123950"/>
          <p14:tracePt t="15422" x="2919413" y="1123950"/>
          <p14:tracePt t="15425" x="2960688" y="1123950"/>
          <p14:tracePt t="15426" x="2974975" y="1123950"/>
          <p14:tracePt t="15427" x="2989263" y="1123950"/>
          <p14:tracePt t="15428" x="3001963" y="1123950"/>
          <p14:tracePt t="15429" x="3028950" y="1123950"/>
          <p14:tracePt t="15431" x="3057525" y="1123950"/>
          <p14:tracePt t="15435" x="3098800" y="1123950"/>
          <p14:tracePt t="15436" x="3111500" y="1123950"/>
          <p14:tracePt t="15438" x="3152775" y="1123950"/>
          <p14:tracePt t="15440" x="3194050" y="1123950"/>
          <p14:tracePt t="15442" x="3221038" y="1123950"/>
          <p14:tracePt t="15443" x="3249613" y="1123950"/>
          <p14:tracePt t="15445" x="3262313" y="1123950"/>
          <p14:tracePt t="15446" x="3276600" y="1123950"/>
          <p14:tracePt t="15446" x="3303588" y="1123950"/>
          <p14:tracePt t="15448" x="3330575" y="1123950"/>
          <p14:tracePt t="15449" x="3344863" y="1123950"/>
          <p14:tracePt t="15450" x="3359150" y="1123950"/>
          <p14:tracePt t="15451" x="3371850" y="1123950"/>
          <p14:tracePt t="15452" x="3386138" y="1123950"/>
          <p14:tracePt t="15453" x="3400425" y="1123950"/>
          <p14:tracePt t="15454" x="3427413" y="1123950"/>
          <p14:tracePt t="15455" x="3441700" y="1123950"/>
          <p14:tracePt t="15457" x="3468688" y="1123950"/>
          <p14:tracePt t="15459" x="3481388" y="1123950"/>
          <p14:tracePt t="15459" x="3509963" y="1123950"/>
          <p14:tracePt t="15461" x="3522663" y="1123950"/>
          <p14:tracePt t="15462" x="3536950" y="1123950"/>
          <p14:tracePt t="15463" x="3563938" y="1123950"/>
          <p14:tracePt t="15466" x="3592513" y="1123950"/>
          <p14:tracePt t="15468" x="3605213" y="1123950"/>
          <p14:tracePt t="15469" x="3632200" y="1123950"/>
          <p14:tracePt t="15470" x="3646488" y="1123950"/>
          <p14:tracePt t="15472" x="3673475" y="1123950"/>
          <p14:tracePt t="15474" x="3702050" y="1123950"/>
          <p14:tracePt t="15476" x="3714750" y="1123950"/>
          <p14:tracePt t="15477" x="3743325" y="1123950"/>
          <p14:tracePt t="15480" x="3756025" y="1123950"/>
          <p14:tracePt t="15484" x="3783013" y="1123950"/>
          <p14:tracePt t="15485" x="3783013" y="1111250"/>
          <p14:tracePt t="15486" x="3797300" y="1111250"/>
          <p14:tracePt t="15487" x="3811588" y="1111250"/>
          <p14:tracePt t="15491" x="3838575" y="1111250"/>
          <p14:tracePt t="15493" x="3852863" y="1111250"/>
          <p14:tracePt t="15496" x="3865563" y="1111250"/>
          <p14:tracePt t="15498" x="3879850" y="1111250"/>
          <p14:tracePt t="15505" x="3894138" y="1111250"/>
          <p14:tracePt t="15649" x="3906838" y="1111250"/>
          <p14:tracePt t="15986" x="3921125" y="1123950"/>
          <p14:tracePt t="15989" x="3933825" y="1138238"/>
          <p14:tracePt t="15991" x="3933825" y="1152525"/>
          <p14:tracePt t="15992" x="3948113" y="1165225"/>
          <p14:tracePt t="15995" x="3948113" y="1179513"/>
          <p14:tracePt t="15997" x="3962400" y="1193800"/>
          <p14:tracePt t="16002" x="3975100" y="1220788"/>
          <p14:tracePt t="16004" x="3989388" y="1220788"/>
          <p14:tracePt t="16004" x="3989388" y="1235075"/>
          <p14:tracePt t="16008" x="4003675" y="1247775"/>
          <p14:tracePt t="16008" x="4003675" y="1262063"/>
          <p14:tracePt t="16011" x="4016375" y="1276350"/>
          <p14:tracePt t="16015" x="4030663" y="1289050"/>
          <p14:tracePt t="16018" x="4044950" y="1303338"/>
          <p14:tracePt t="16019" x="4044950" y="1316038"/>
          <p14:tracePt t="16024" x="4057650" y="1330325"/>
          <p14:tracePt t="16029" x="4057650" y="1344613"/>
          <p14:tracePt t="16031" x="4071938" y="1344613"/>
          <p14:tracePt t="16032" x="4071938" y="1357313"/>
          <p14:tracePt t="16039" x="4071938" y="1371600"/>
          <p14:tracePt t="16041" x="4084638" y="1371600"/>
          <p14:tracePt t="16047" x="4098925" y="1371600"/>
          <p14:tracePt t="16054" x="4098925" y="1385888"/>
          <p14:tracePt t="16068" x="4098925" y="1398588"/>
          <p14:tracePt t="16075" x="4098925" y="1412875"/>
          <p14:tracePt t="16077" x="4098925" y="1427163"/>
          <p14:tracePt t="16080" x="4098925" y="1439863"/>
          <p14:tracePt t="16084" x="4098925" y="1454150"/>
          <p14:tracePt t="16086" x="4084638" y="1466850"/>
          <p14:tracePt t="16091" x="4084638" y="1495425"/>
          <p14:tracePt t="16092" x="4071938" y="1495425"/>
          <p14:tracePt t="16092" x="4071938" y="1508125"/>
          <p14:tracePt t="16095" x="4071938" y="1536700"/>
          <p14:tracePt t="16098" x="4057650" y="1536700"/>
          <p14:tracePt t="16098" x="4057650" y="1549400"/>
          <p14:tracePt t="16100" x="4057650" y="1563688"/>
          <p14:tracePt t="16104" x="4030663" y="1590675"/>
          <p14:tracePt t="16105" x="4030663" y="1604963"/>
          <p14:tracePt t="16107" x="4030663" y="1619250"/>
          <p14:tracePt t="16109" x="4030663" y="1646238"/>
          <p14:tracePt t="16111" x="4016375" y="1658938"/>
          <p14:tracePt t="16112" x="4016375" y="1673225"/>
          <p14:tracePt t="16113" x="4016375" y="1687513"/>
          <p14:tracePt t="16115" x="4016375" y="1700213"/>
          <p14:tracePt t="16116" x="4003675" y="1714500"/>
          <p14:tracePt t="16118" x="4003675" y="1728788"/>
          <p14:tracePt t="16119" x="3989388" y="1728788"/>
          <p14:tracePt t="16120" x="3989388" y="1755775"/>
          <p14:tracePt t="16122" x="3989388" y="1770063"/>
          <p14:tracePt t="16125" x="3975100" y="1797050"/>
          <p14:tracePt t="16126" x="3975100" y="1809750"/>
          <p14:tracePt t="16126" x="3975100" y="1824038"/>
          <p14:tracePt t="16128" x="3962400" y="1838325"/>
          <p14:tracePt t="16130" x="3962400" y="1865313"/>
          <p14:tracePt t="16132" x="3948113" y="1892300"/>
          <p14:tracePt t="16134" x="3948113" y="1906588"/>
          <p14:tracePt t="16135" x="3933825" y="1920875"/>
          <p14:tracePt t="16136" x="3933825" y="1933575"/>
          <p14:tracePt t="16137" x="3921125" y="1947863"/>
          <p14:tracePt t="16140" x="3921125" y="1962150"/>
          <p14:tracePt t="16140" x="3906838" y="1974850"/>
          <p14:tracePt t="16141" x="3906838" y="1989138"/>
          <p14:tracePt t="16142" x="3906838" y="2001838"/>
          <p14:tracePt t="16143" x="3906838" y="2016125"/>
          <p14:tracePt t="16144" x="3894138" y="2030413"/>
          <p14:tracePt t="16145" x="3879850" y="2043113"/>
          <p14:tracePt t="16146" x="3879850" y="2057400"/>
          <p14:tracePt t="16147" x="3865563" y="2071688"/>
          <p14:tracePt t="16148" x="3865563" y="2084388"/>
          <p14:tracePt t="16149" x="3852863" y="2098675"/>
          <p14:tracePt t="16151" x="3838575" y="2125663"/>
          <p14:tracePt t="16153" x="3838575" y="2139950"/>
          <p14:tracePt t="16154" x="3824288" y="2166938"/>
          <p14:tracePt t="16155" x="3811588" y="2181225"/>
          <p14:tracePt t="16156" x="3811588" y="2193925"/>
          <p14:tracePt t="16158" x="3797300" y="2222500"/>
          <p14:tracePt t="16160" x="3783013" y="2235200"/>
          <p14:tracePt t="16161" x="3770313" y="2249488"/>
          <p14:tracePt t="16161" x="3770313" y="2263775"/>
          <p14:tracePt t="16162" x="3756025" y="2276475"/>
          <p14:tracePt t="16164" x="3743325" y="2305050"/>
          <p14:tracePt t="16165" x="3729038" y="2305050"/>
          <p14:tracePt t="16166" x="3729038" y="2317750"/>
          <p14:tracePt t="16167" x="3714750" y="2344738"/>
          <p14:tracePt t="16168" x="3702050" y="2344738"/>
          <p14:tracePt t="16169" x="3687763" y="2373313"/>
          <p14:tracePt t="16171" x="3673475" y="2400300"/>
          <p14:tracePt t="16173" x="3660775" y="2400300"/>
          <p14:tracePt t="16174" x="3632200" y="2441575"/>
          <p14:tracePt t="16176" x="3619500" y="2468563"/>
          <p14:tracePt t="16177" x="3605213" y="2482850"/>
          <p14:tracePt t="16179" x="3592513" y="2495550"/>
          <p14:tracePt t="16181" x="3563938" y="2524125"/>
          <p14:tracePt t="16182" x="3551238" y="2536825"/>
          <p14:tracePt t="16183" x="3536950" y="2551113"/>
          <p14:tracePt t="16184" x="3522663" y="2565400"/>
          <p14:tracePt t="16186" x="3509963" y="2578100"/>
          <p14:tracePt t="16188" x="3495675" y="2606675"/>
          <p14:tracePt t="16189" x="3481388" y="2606675"/>
          <p14:tracePt t="16190" x="3468688" y="2606675"/>
          <p14:tracePt t="16191" x="3454400" y="2633663"/>
          <p14:tracePt t="16193" x="3454400" y="2647950"/>
          <p14:tracePt t="16195" x="3441700" y="2647950"/>
          <p14:tracePt t="16196" x="3413125" y="2660650"/>
          <p14:tracePt t="16196" x="3413125" y="2674938"/>
          <p14:tracePt t="16198" x="3400425" y="2674938"/>
          <p14:tracePt t="16201" x="3386138" y="2701925"/>
          <p14:tracePt t="16203" x="3371850" y="2716213"/>
          <p14:tracePt t="16206" x="3371850" y="2728913"/>
          <p14:tracePt t="16208" x="3359150" y="2728913"/>
          <p14:tracePt t="16209" x="3359150" y="2743200"/>
          <p14:tracePt t="16211" x="3344863" y="2757488"/>
          <p14:tracePt t="16217" x="3344863" y="2770188"/>
          <p14:tracePt t="16223" x="3330575" y="2770188"/>
          <p14:tracePt t="16228" x="3330575" y="2784475"/>
          <p14:tracePt t="16237" x="3317875" y="2784475"/>
          <p14:tracePt t="16238" x="3317875" y="2798763"/>
          <p14:tracePt t="16240" x="3317875" y="2811463"/>
          <p14:tracePt t="16244" x="3303588" y="2811463"/>
          <p14:tracePt t="16246" x="3290888" y="2825750"/>
          <p14:tracePt t="16251" x="3276600" y="2825750"/>
          <p14:tracePt t="16252" x="3262313" y="2838450"/>
          <p14:tracePt t="16253" x="3249613" y="2838450"/>
          <p14:tracePt t="16255" x="3235325" y="2852738"/>
          <p14:tracePt t="16258" x="3208338" y="2867025"/>
          <p14:tracePt t="16259" x="3194050" y="2867025"/>
          <p14:tracePt t="16261" x="3179763" y="2879725"/>
          <p14:tracePt t="16262" x="3167063" y="2879725"/>
          <p14:tracePt t="16265" x="3167063" y="2894013"/>
          <p14:tracePt t="16266" x="3152775" y="2908300"/>
          <p14:tracePt t="16267" x="3125788" y="2908300"/>
          <p14:tracePt t="16272" x="3084513" y="2935288"/>
          <p14:tracePt t="16274" x="3070225" y="2935288"/>
          <p14:tracePt t="16275" x="3070225" y="2949575"/>
          <p14:tracePt t="16276" x="3057525" y="2949575"/>
          <p14:tracePt t="16278" x="3043238" y="2949575"/>
          <p14:tracePt t="16280" x="3028950" y="2962275"/>
          <p14:tracePt t="16283" x="3016250" y="2976563"/>
          <p14:tracePt t="16285" x="3001963" y="2976563"/>
          <p14:tracePt t="16286" x="2989263" y="2976563"/>
          <p14:tracePt t="16288" x="2989263" y="2990850"/>
          <p14:tracePt t="16289" x="2974975" y="2990850"/>
          <p14:tracePt t="16292" x="2960688" y="2990850"/>
          <p14:tracePt t="16294" x="2947988" y="3003550"/>
          <p14:tracePt t="16300" x="2933700" y="3003550"/>
          <p14:tracePt t="16301" x="2919413" y="3003550"/>
          <p14:tracePt t="16306" x="2906713" y="3017838"/>
          <p14:tracePt t="16309" x="2892425" y="3017838"/>
          <p14:tracePt t="16314" x="2878138" y="3030538"/>
          <p14:tracePt t="16317" x="2865438" y="3030538"/>
          <p14:tracePt t="16320" x="2851150" y="3030538"/>
          <p14:tracePt t="16325" x="2851150" y="3044825"/>
          <p14:tracePt t="16327" x="2838450" y="3044825"/>
          <p14:tracePt t="16337" x="2824163" y="3044825"/>
          <p14:tracePt t="16460" x="2824163" y="3059113"/>
          <p14:tracePt t="16468" x="2838450" y="3059113"/>
          <p14:tracePt t="16517" x="2851150" y="3059113"/>
          <p14:tracePt t="16526" x="2865438" y="3059113"/>
          <p14:tracePt t="16569" x="2878138" y="3059113"/>
          <p14:tracePt t="16634" x="2878138" y="3044825"/>
          <p14:tracePt t="16636" x="2878138" y="3030538"/>
          <p14:tracePt t="16638" x="2878138" y="3017838"/>
          <p14:tracePt t="16641" x="2878138" y="3003550"/>
          <p14:tracePt t="16647" x="2878138" y="2976563"/>
          <p14:tracePt t="16649" x="2878138" y="2962275"/>
          <p14:tracePt t="16653" x="2865438" y="2949575"/>
          <p14:tracePt t="16658" x="2865438" y="2935288"/>
          <p14:tracePt t="16660" x="2865438" y="2921000"/>
          <p14:tracePt t="16667" x="2865438" y="2908300"/>
          <p14:tracePt t="16671" x="2865438" y="2894013"/>
          <p14:tracePt t="16673" x="2851150" y="2894013"/>
          <p14:tracePt t="16675" x="2851150" y="2879725"/>
          <p14:tracePt t="16681" x="2851150" y="2867025"/>
          <p14:tracePt t="16683" x="2851150" y="2852738"/>
          <p14:tracePt t="16688" x="2851150" y="2838450"/>
          <p14:tracePt t="16691" x="2851150" y="2825750"/>
          <p14:tracePt t="16692" x="2851150" y="2811463"/>
          <p14:tracePt t="16694" x="2838450" y="2811463"/>
          <p14:tracePt t="16696" x="2838450" y="2798763"/>
          <p14:tracePt t="16701" x="2838450" y="2784475"/>
          <p14:tracePt t="16703" x="2838450" y="2770188"/>
          <p14:tracePt t="16704" x="2838450" y="2757488"/>
          <p14:tracePt t="16705" x="2824163" y="2757488"/>
          <p14:tracePt t="16706" x="2824163" y="2743200"/>
          <p14:tracePt t="16709" x="2824163" y="2728913"/>
          <p14:tracePt t="16711" x="2809875" y="2716213"/>
          <p14:tracePt t="16712" x="2809875" y="2701925"/>
          <p14:tracePt t="16715" x="2809875" y="2687638"/>
          <p14:tracePt t="16718" x="2809875" y="2674938"/>
          <p14:tracePt t="16723" x="2809875" y="2660650"/>
          <p14:tracePt t="16728" x="2809875" y="2647950"/>
          <p14:tracePt t="16730" x="2809875" y="2633663"/>
          <p14:tracePt t="16771" x="2809875" y="2619375"/>
          <p14:tracePt t="16816" x="2809875" y="2592388"/>
          <p14:tracePt t="16825" x="2809875" y="2578100"/>
          <p14:tracePt t="16827" x="2809875" y="2565400"/>
          <p14:tracePt t="16833" x="2809875" y="2551113"/>
          <p14:tracePt t="16837" x="2809875" y="2536825"/>
          <p14:tracePt t="16842" x="2809875" y="2524125"/>
          <p14:tracePt t="16844" x="2809875" y="2509838"/>
          <p14:tracePt t="16852" x="2809875" y="2495550"/>
          <p14:tracePt t="16860" x="2809875" y="2482850"/>
          <p14:tracePt t="16868" x="2809875" y="2468563"/>
          <p14:tracePt t="16870" x="2809875" y="2455863"/>
          <p14:tracePt t="16876" x="2824163" y="2455863"/>
          <p14:tracePt t="16876" x="2824163" y="2441575"/>
          <p14:tracePt t="16883" x="2824163" y="2427288"/>
          <p14:tracePt t="16889" x="2824163" y="2414588"/>
          <p14:tracePt t="16892" x="2824163" y="2400300"/>
          <p14:tracePt t="16897" x="2824163" y="2386013"/>
          <p14:tracePt t="16902" x="2824163" y="2373313"/>
          <p14:tracePt t="16907" x="2838450" y="2359025"/>
          <p14:tracePt t="16912" x="2838450" y="2344738"/>
          <p14:tracePt t="16913" x="2838450" y="2332038"/>
          <p14:tracePt t="16921" x="2838450" y="2317750"/>
          <p14:tracePt t="16925" x="2838450" y="2305050"/>
          <p14:tracePt t="16935" x="2838450" y="2290763"/>
          <p14:tracePt t="16938" x="2838450" y="2276475"/>
          <p14:tracePt t="16940" x="2851150" y="2276475"/>
          <p14:tracePt t="16948" x="2851150" y="2263775"/>
          <p14:tracePt t="16958" x="2865438" y="2249488"/>
          <p14:tracePt t="17403" x="2878138" y="2249488"/>
          <p14:tracePt t="17407" x="2892425" y="2249488"/>
          <p14:tracePt t="17410" x="2906713" y="2249488"/>
          <p14:tracePt t="17413" x="2919413" y="2249488"/>
          <p14:tracePt t="17414" x="2933700" y="2249488"/>
          <p14:tracePt t="17416" x="2947988" y="2249488"/>
          <p14:tracePt t="17420" x="2960688" y="2249488"/>
          <p14:tracePt t="17422" x="2974975" y="2263775"/>
          <p14:tracePt t="17424" x="2989263" y="2263775"/>
          <p14:tracePt t="17425" x="3001963" y="2263775"/>
          <p14:tracePt t="17427" x="3016250" y="2276475"/>
          <p14:tracePt t="17431" x="3028950" y="2276475"/>
          <p14:tracePt t="17435" x="3043238" y="2276475"/>
          <p14:tracePt t="17440" x="3070225" y="2276475"/>
          <p14:tracePt t="17446" x="3070225" y="2290763"/>
          <p14:tracePt t="17452" x="3084513" y="2290763"/>
          <p14:tracePt t="17461" x="3098800" y="2290763"/>
          <p14:tracePt t="17469" x="3111500" y="2290763"/>
          <p14:tracePt t="17473" x="3125788" y="2290763"/>
          <p14:tracePt t="17475" x="3125788" y="2305050"/>
          <p14:tracePt t="17481" x="3140075" y="2305050"/>
          <p14:tracePt t="17482" x="3152775" y="2305050"/>
          <p14:tracePt t="17493" x="3167063" y="2305050"/>
          <p14:tracePt t="17502" x="3179763" y="2305050"/>
          <p14:tracePt t="17511" x="3194050" y="2305050"/>
          <p14:tracePt t="17515" x="3208338" y="2305050"/>
          <p14:tracePt t="17523" x="3221038" y="2305050"/>
          <p14:tracePt t="17532" x="3235325" y="2305050"/>
          <p14:tracePt t="17537" x="3249613" y="2305050"/>
          <p14:tracePt t="17541" x="3262313" y="2305050"/>
          <p14:tracePt t="17543" x="3276600" y="2317750"/>
          <p14:tracePt t="17548" x="3290888" y="2317750"/>
          <p14:tracePt t="17549" x="3290888" y="2332038"/>
          <p14:tracePt t="17552" x="3303588" y="2332038"/>
          <p14:tracePt t="17555" x="3317875" y="2332038"/>
          <p14:tracePt t="17557" x="3330575" y="2332038"/>
          <p14:tracePt t="17559" x="3344863" y="2332038"/>
          <p14:tracePt t="17560" x="3344863" y="2344738"/>
          <p14:tracePt t="17562" x="3371850" y="2344738"/>
          <p14:tracePt t="17564" x="3386138" y="2344738"/>
          <p14:tracePt t="17568" x="3400425" y="2359025"/>
          <p14:tracePt t="17568" x="3413125" y="2359025"/>
          <p14:tracePt t="17570" x="3427413" y="2359025"/>
          <p14:tracePt t="17572" x="3454400" y="2359025"/>
          <p14:tracePt t="17574" x="3468688" y="2373313"/>
          <p14:tracePt t="17576" x="3481388" y="2373313"/>
          <p14:tracePt t="17577" x="3495675" y="2386013"/>
          <p14:tracePt t="17578" x="3509963" y="2386013"/>
          <p14:tracePt t="17579" x="3522663" y="2386013"/>
          <p14:tracePt t="17581" x="3536950" y="2386013"/>
          <p14:tracePt t="17582" x="3551238" y="2386013"/>
          <p14:tracePt t="17584" x="3563938" y="2386013"/>
          <p14:tracePt t="17584" x="3578225" y="2400300"/>
          <p14:tracePt t="17585" x="3592513" y="2400300"/>
          <p14:tracePt t="17587" x="3619500" y="2400300"/>
          <p14:tracePt t="17589" x="3632200" y="2414588"/>
          <p14:tracePt t="17591" x="3673475" y="2414588"/>
          <p14:tracePt t="17598" x="3743325" y="2427288"/>
          <p14:tracePt t="17599" x="3770313" y="2427288"/>
          <p14:tracePt t="17601" x="3783013" y="2427288"/>
          <p14:tracePt t="17604" x="3811588" y="2427288"/>
          <p14:tracePt t="17605" x="3824288" y="2441575"/>
          <p14:tracePt t="17607" x="3852863" y="2441575"/>
          <p14:tracePt t="17611" x="3865563" y="2441575"/>
          <p14:tracePt t="17612" x="3879850" y="2441575"/>
          <p14:tracePt t="17613" x="3894138" y="2441575"/>
          <p14:tracePt t="17615" x="3906838" y="2441575"/>
          <p14:tracePt t="17618" x="3921125" y="2441575"/>
          <p14:tracePt t="17621" x="3933825" y="2441575"/>
          <p14:tracePt t="17625" x="3948113" y="2441575"/>
          <p14:tracePt t="17633" x="3962400" y="2441575"/>
          <p14:tracePt t="17747" x="3948113" y="2441575"/>
          <p14:tracePt t="17749" x="3933825" y="2441575"/>
          <p14:tracePt t="17755" x="3921125" y="2441575"/>
          <p14:tracePt t="17758" x="3906838" y="2441575"/>
          <p14:tracePt t="17761" x="3894138" y="2441575"/>
          <p14:tracePt t="17762" x="3879850" y="2441575"/>
          <p14:tracePt t="17764" x="3879850" y="2427288"/>
          <p14:tracePt t="17766" x="3865563" y="2427288"/>
          <p14:tracePt t="17771" x="3838575" y="2427288"/>
          <p14:tracePt t="17773" x="3838575" y="2414588"/>
          <p14:tracePt t="17774" x="3824288" y="2414588"/>
          <p14:tracePt t="17779" x="3811588" y="2414588"/>
          <p14:tracePt t="17781" x="3797300" y="2414588"/>
          <p14:tracePt t="17784" x="3783013" y="2400300"/>
          <p14:tracePt t="17786" x="3770313" y="2400300"/>
          <p14:tracePt t="17790" x="3756025" y="2400300"/>
          <p14:tracePt t="17793" x="3743325" y="2400300"/>
          <p14:tracePt t="17795" x="3729038" y="2400300"/>
          <p14:tracePt t="17798" x="3702050" y="2400300"/>
          <p14:tracePt t="17799" x="3702050" y="2386013"/>
          <p14:tracePt t="17800" x="3687763" y="2386013"/>
          <p14:tracePt t="17802" x="3673475" y="2386013"/>
          <p14:tracePt t="17805" x="3660775" y="2386013"/>
          <p14:tracePt t="17807" x="3646488" y="2386013"/>
          <p14:tracePt t="17808" x="3632200" y="2386013"/>
          <p14:tracePt t="17808" x="3619500" y="2386013"/>
          <p14:tracePt t="17810" x="3605213" y="2386013"/>
          <p14:tracePt t="17813" x="3592513" y="2386013"/>
          <p14:tracePt t="17814" x="3563938" y="2386013"/>
          <p14:tracePt t="17816" x="3551238" y="2386013"/>
          <p14:tracePt t="17817" x="3536950" y="2386013"/>
          <p14:tracePt t="17820" x="3522663" y="2386013"/>
          <p14:tracePt t="17821" x="3509963" y="2386013"/>
          <p14:tracePt t="17822" x="3495675" y="2386013"/>
          <p14:tracePt t="17822" x="3481388" y="2386013"/>
          <p14:tracePt t="17827" x="3454400" y="2373313"/>
          <p14:tracePt t="17828" x="3441700" y="2373313"/>
          <p14:tracePt t="17829" x="3413125" y="2373313"/>
          <p14:tracePt t="17831" x="3400425" y="2373313"/>
          <p14:tracePt t="17832" x="3386138" y="2373313"/>
          <p14:tracePt t="17834" x="3371850" y="2373313"/>
          <p14:tracePt t="17836" x="3359150" y="2373313"/>
          <p14:tracePt t="17836" x="3344863" y="2373313"/>
          <p14:tracePt t="17837" x="3330575" y="2373313"/>
          <p14:tracePt t="17841" x="3290888" y="2373313"/>
          <p14:tracePt t="17842" x="3276600" y="2373313"/>
          <p14:tracePt t="17845" x="3249613" y="2373313"/>
          <p14:tracePt t="17848" x="3235325" y="2373313"/>
          <p14:tracePt t="17849" x="3208338" y="2373313"/>
          <p14:tracePt t="17850" x="3194050" y="2373313"/>
          <p14:tracePt t="17851" x="3179763" y="2373313"/>
          <p14:tracePt t="17854" x="3152775" y="2373313"/>
          <p14:tracePt t="17856" x="3140075" y="2373313"/>
          <p14:tracePt t="17857" x="3125788" y="2373313"/>
          <p14:tracePt t="17860" x="3098800" y="2373313"/>
          <p14:tracePt t="17862" x="3084513" y="2373313"/>
          <p14:tracePt t="17863" x="3070225" y="2373313"/>
          <p14:tracePt t="17863" x="3057525" y="2373313"/>
          <p14:tracePt t="17865" x="3028950" y="2373313"/>
          <p14:tracePt t="17869" x="3016250" y="2373313"/>
          <p14:tracePt t="17869" x="3001963" y="2373313"/>
          <p14:tracePt t="17870" x="2989263" y="2373313"/>
          <p14:tracePt t="17872" x="2974975" y="2373313"/>
          <p14:tracePt t="17875" x="2947988" y="2373313"/>
          <p14:tracePt t="17876" x="2947988" y="2386013"/>
          <p14:tracePt t="17877" x="2933700" y="2386013"/>
          <p14:tracePt t="17879" x="2919413" y="2386013"/>
          <p14:tracePt t="17882" x="2892425" y="2386013"/>
          <p14:tracePt t="17884" x="2878138" y="2386013"/>
          <p14:tracePt t="17886" x="2878138" y="2400300"/>
          <p14:tracePt t="17887" x="2865438" y="2400300"/>
          <p14:tracePt t="17889" x="2851150" y="2400300"/>
          <p14:tracePt t="17890" x="2838450" y="2400300"/>
          <p14:tracePt t="17893" x="2824163" y="2414588"/>
          <p14:tracePt t="17896" x="2809875" y="2414588"/>
          <p14:tracePt t="17897" x="2797175" y="2414588"/>
          <p14:tracePt t="17899" x="2797175" y="2427288"/>
          <p14:tracePt t="17900" x="2782888" y="2427288"/>
          <p14:tracePt t="17905" x="2768600" y="2427288"/>
          <p14:tracePt t="17915" x="2755900" y="2441575"/>
          <p14:tracePt t="17974" x="2741613" y="2441575"/>
          <p14:tracePt t="18172" x="2741613" y="2455863"/>
          <p14:tracePt t="18176" x="2741613" y="2468563"/>
          <p14:tracePt t="18184" x="2741613" y="2482850"/>
          <p14:tracePt t="18188" x="2741613" y="2495550"/>
          <p14:tracePt t="18202" x="2755900" y="2509838"/>
          <p14:tracePt t="18225" x="2755900" y="2524125"/>
          <p14:tracePt t="18248" x="2768600" y="2536825"/>
          <p14:tracePt t="18257" x="2768600" y="2551113"/>
          <p14:tracePt t="18275" x="2782888" y="2565400"/>
          <p14:tracePt t="18462" x="2782888" y="2578100"/>
          <p14:tracePt t="18472" x="2782888" y="2592388"/>
          <p14:tracePt t="18474" x="2782888" y="2606675"/>
          <p14:tracePt t="18483" x="2782888" y="2619375"/>
          <p14:tracePt t="18495" x="2782888" y="2633663"/>
          <p14:tracePt t="18509" x="2782888" y="2647950"/>
          <p14:tracePt t="19108" x="2797175" y="2647950"/>
          <p14:tracePt t="19130" x="2809875" y="2647950"/>
          <p14:tracePt t="19132" x="2809875" y="2633663"/>
          <p14:tracePt t="19137" x="2824163" y="2633663"/>
          <p14:tracePt t="19159" x="2824163" y="2619375"/>
          <p14:tracePt t="19161" x="2838450" y="2619375"/>
          <p14:tracePt t="19183" x="2851150" y="2619375"/>
          <p14:tracePt t="19188" x="2865438" y="2619375"/>
          <p14:tracePt t="19196" x="2865438" y="2606675"/>
          <p14:tracePt t="19201" x="2878138" y="2606675"/>
          <p14:tracePt t="19208" x="2892425" y="2592388"/>
          <p14:tracePt t="19218" x="2892425" y="2578100"/>
          <p14:tracePt t="19221" x="2906713" y="2578100"/>
          <p14:tracePt t="19223" x="2919413" y="2578100"/>
          <p14:tracePt t="19234" x="2919413" y="2565400"/>
          <p14:tracePt t="19257" x="2933700" y="2565400"/>
          <p14:tracePt t="19605" x="2933700" y="2551113"/>
          <p14:tracePt t="19611" x="2933700" y="2536825"/>
          <p14:tracePt t="19853" x="2947988" y="2536825"/>
          <p14:tracePt t="19882" x="2960688" y="2536825"/>
          <p14:tracePt t="19907" x="2974975" y="2536825"/>
          <p14:tracePt t="19932" x="2989263" y="2536825"/>
          <p14:tracePt t="20638" x="3001963" y="2536825"/>
          <p14:tracePt t="38389" x="3001963" y="2524125"/>
          <p14:tracePt t="38393" x="3001963" y="2495550"/>
          <p14:tracePt t="38396" x="3001963" y="2482850"/>
          <p14:tracePt t="38398" x="3001963" y="2468563"/>
          <p14:tracePt t="38401" x="3001963" y="2455863"/>
          <p14:tracePt t="38402" x="3001963" y="2441575"/>
          <p14:tracePt t="38404" x="3001963" y="2427288"/>
          <p14:tracePt t="38405" x="2989263" y="2427288"/>
          <p14:tracePt t="38406" x="2989263" y="2414588"/>
          <p14:tracePt t="38408" x="2989263" y="2400300"/>
          <p14:tracePt t="38412" x="2989263" y="2386013"/>
          <p14:tracePt t="38417" x="3001963" y="2386013"/>
          <p14:tracePt t="38417" x="3001963" y="2373313"/>
          <p14:tracePt t="38420" x="3016250" y="2373313"/>
          <p14:tracePt t="38422" x="3028950" y="2373313"/>
          <p14:tracePt t="38424" x="3028950" y="2359025"/>
          <p14:tracePt t="38426" x="3043238" y="2359025"/>
          <p14:tracePt t="38428" x="3043238" y="2344738"/>
          <p14:tracePt t="38429" x="3057525" y="2344738"/>
          <p14:tracePt t="38432" x="3070225" y="2344738"/>
          <p14:tracePt t="38434" x="3084513" y="2344738"/>
          <p14:tracePt t="38436" x="3098800" y="2332038"/>
          <p14:tracePt t="38438" x="3111500" y="2332038"/>
          <p14:tracePt t="38439" x="3125788" y="2332038"/>
          <p14:tracePt t="38442" x="3152775" y="2317750"/>
          <p14:tracePt t="38445" x="3167063" y="2317750"/>
          <p14:tracePt t="38446" x="3179763" y="2317750"/>
          <p14:tracePt t="38447" x="3194050" y="2317750"/>
          <p14:tracePt t="38449" x="3221038" y="2305050"/>
          <p14:tracePt t="38452" x="3235325" y="2305050"/>
          <p14:tracePt t="38453" x="3249613" y="2305050"/>
          <p14:tracePt t="38454" x="3262313" y="2290763"/>
          <p14:tracePt t="38454" x="3276600" y="2290763"/>
          <p14:tracePt t="38455" x="3276600" y="2276475"/>
          <p14:tracePt t="38459" x="3317875" y="2276475"/>
          <p14:tracePt t="38460" x="3330575" y="2276475"/>
          <p14:tracePt t="38462" x="3344863" y="2263775"/>
          <p14:tracePt t="38463" x="3371850" y="2263775"/>
          <p14:tracePt t="38466" x="3386138" y="2263775"/>
          <p14:tracePt t="38467" x="3400425" y="2263775"/>
          <p14:tracePt t="38471" x="3413125" y="2263775"/>
          <p14:tracePt t="38473" x="3427413" y="2249488"/>
          <p14:tracePt t="38474" x="3441700" y="2249488"/>
          <p14:tracePt t="38476" x="3454400" y="2249488"/>
          <p14:tracePt t="38484" x="3468688" y="2249488"/>
          <p14:tracePt t="38834" x="3454400" y="2249488"/>
          <p14:tracePt t="38836" x="3441700" y="2249488"/>
          <p14:tracePt t="38838" x="3427413" y="2249488"/>
          <p14:tracePt t="38840" x="3413125" y="2249488"/>
          <p14:tracePt t="38844" x="3386138" y="2249488"/>
          <p14:tracePt t="38847" x="3371850" y="2249488"/>
          <p14:tracePt t="38851" x="3359150" y="2249488"/>
          <p14:tracePt t="38854" x="3330575" y="2249488"/>
          <p14:tracePt t="38856" x="3317875" y="2249488"/>
          <p14:tracePt t="38858" x="3303588" y="2249488"/>
          <p14:tracePt t="38861" x="3290888" y="2249488"/>
          <p14:tracePt t="38864" x="3276600" y="2249488"/>
          <p14:tracePt t="38866" x="3262313" y="2249488"/>
          <p14:tracePt t="38868" x="3249613" y="2249488"/>
          <p14:tracePt t="38870" x="3235325" y="2249488"/>
          <p14:tracePt t="38872" x="3221038" y="2249488"/>
          <p14:tracePt t="38875" x="3208338" y="2249488"/>
          <p14:tracePt t="38877" x="3179763" y="2249488"/>
          <p14:tracePt t="38879" x="3167063" y="2249488"/>
          <p14:tracePt t="38882" x="3152775" y="2249488"/>
          <p14:tracePt t="38883" x="3140075" y="2249488"/>
          <p14:tracePt t="38885" x="3111500" y="2249488"/>
          <p14:tracePt t="38887" x="3111500" y="2263775"/>
          <p14:tracePt t="38889" x="3098800" y="2263775"/>
          <p14:tracePt t="38890" x="3070225" y="2276475"/>
          <p14:tracePt t="38893" x="3057525" y="2276475"/>
          <p14:tracePt t="38894" x="3043238" y="2276475"/>
          <p14:tracePt t="38896" x="3028950" y="2290763"/>
          <p14:tracePt t="38897" x="3016250" y="2290763"/>
          <p14:tracePt t="38899" x="3001963" y="2290763"/>
          <p14:tracePt t="38900" x="2989263" y="2290763"/>
          <p14:tracePt t="38901" x="2989263" y="2305050"/>
          <p14:tracePt t="38902" x="2974975" y="2305050"/>
          <p14:tracePt t="38904" x="2960688" y="2305050"/>
          <p14:tracePt t="38905" x="2960688" y="2317750"/>
          <p14:tracePt t="38906" x="2933700" y="2317750"/>
          <p14:tracePt t="38910" x="2919413" y="2332038"/>
          <p14:tracePt t="38911" x="2906713" y="2332038"/>
          <p14:tracePt t="38914" x="2892425" y="2332038"/>
          <p14:tracePt t="38917" x="2878138" y="2332038"/>
          <p14:tracePt t="38918" x="2878138" y="2344738"/>
          <p14:tracePt t="38923" x="2865438" y="2344738"/>
          <p14:tracePt t="38925" x="2851150" y="2344738"/>
          <p14:tracePt t="38931" x="2838450" y="2359025"/>
          <p14:tracePt t="39019" x="2838450" y="2373313"/>
          <p14:tracePt t="39023" x="2824163" y="2373313"/>
          <p14:tracePt t="39033" x="2809875" y="2373313"/>
          <p14:tracePt t="39044" x="2809875" y="2386013"/>
          <p14:tracePt t="39064" x="2797175" y="2386013"/>
          <p14:tracePt t="39072" x="2782888" y="2386013"/>
          <p14:tracePt t="39077" x="2782888" y="2400300"/>
          <p14:tracePt t="39078" x="2768600" y="2400300"/>
          <p14:tracePt t="39084" x="2755900" y="2414588"/>
          <p14:tracePt t="39087" x="2755900" y="2427288"/>
          <p14:tracePt t="39088" x="2741613" y="2427288"/>
          <p14:tracePt t="39090" x="2728913" y="2427288"/>
          <p14:tracePt t="39091" x="2714625" y="2427288"/>
          <p14:tracePt t="39092" x="2714625" y="2441575"/>
          <p14:tracePt t="39093" x="2700338" y="2441575"/>
          <p14:tracePt t="39094" x="2687638" y="2441575"/>
          <p14:tracePt t="39095" x="2687638" y="2455863"/>
          <p14:tracePt t="39098" x="2673350" y="2455863"/>
          <p14:tracePt t="39099" x="2673350" y="2468563"/>
          <p14:tracePt t="39100" x="2659063" y="2482850"/>
          <p14:tracePt t="39102" x="2646363" y="2482850"/>
          <p14:tracePt t="39105" x="2646363" y="2495550"/>
          <p14:tracePt t="39106" x="2632075" y="2495550"/>
          <p14:tracePt t="39107" x="2617788" y="2495550"/>
          <p14:tracePt t="39108" x="2617788" y="2509838"/>
          <p14:tracePt t="39108" x="2605088" y="2509838"/>
          <p14:tracePt t="39111" x="2590800" y="2524125"/>
          <p14:tracePt t="39113" x="2590800" y="2536825"/>
          <p14:tracePt t="39113" x="2578100" y="2536825"/>
          <p14:tracePt t="39114" x="2563813" y="2536825"/>
          <p14:tracePt t="39118" x="2549525" y="2551113"/>
          <p14:tracePt t="39119" x="2536825" y="2565400"/>
          <p14:tracePt t="39121" x="2522538" y="2578100"/>
          <p14:tracePt t="39124" x="2508250" y="2578100"/>
          <p14:tracePt t="39125" x="2508250" y="2592388"/>
          <p14:tracePt t="39127" x="2481263" y="2592388"/>
          <p14:tracePt t="39129" x="2481263" y="2606675"/>
          <p14:tracePt t="39130" x="2466975" y="2606675"/>
          <p14:tracePt t="39132" x="2466975" y="2619375"/>
          <p14:tracePt t="39135" x="2454275" y="2619375"/>
          <p14:tracePt t="39135" x="2454275" y="2633663"/>
          <p14:tracePt t="39139" x="2439988" y="2633663"/>
          <p14:tracePt t="39142" x="2439988" y="2647950"/>
          <p14:tracePt t="39146" x="2427288" y="2647950"/>
          <p14:tracePt t="39153" x="2427288" y="2660650"/>
          <p14:tracePt t="39154" x="2413000" y="2660650"/>
          <p14:tracePt t="39160" x="2413000" y="2674938"/>
          <p14:tracePt t="39165" x="2398713" y="2674938"/>
          <p14:tracePt t="39167" x="2398713" y="2687638"/>
          <p14:tracePt t="39174" x="2398713" y="2701925"/>
          <p14:tracePt t="39175" x="2386013" y="2701925"/>
          <p14:tracePt t="39178" x="2371725" y="2701925"/>
          <p14:tracePt t="39180" x="2371725" y="2716213"/>
          <p14:tracePt t="39184" x="2357438" y="2728913"/>
          <p14:tracePt t="39187" x="2357438" y="2743200"/>
          <p14:tracePt t="39189" x="2344738" y="2743200"/>
          <p14:tracePt t="39191" x="2344738" y="2757488"/>
          <p14:tracePt t="39195" x="2330450" y="2757488"/>
          <p14:tracePt t="39197" x="2316163" y="2757488"/>
          <p14:tracePt t="39198" x="2316163" y="2770188"/>
          <p14:tracePt t="39203" x="2303463" y="2784475"/>
          <p14:tracePt t="39209" x="2303463" y="2798763"/>
          <p14:tracePt t="39213" x="2289175" y="2798763"/>
          <p14:tracePt t="39219" x="2289175" y="2811463"/>
          <p14:tracePt t="39225" x="2276475" y="2811463"/>
          <p14:tracePt t="39230" x="2276475" y="2825750"/>
          <p14:tracePt t="39233" x="2262188" y="2825750"/>
          <p14:tracePt t="39247" x="2262188" y="2838450"/>
          <p14:tracePt t="39264" x="2247900" y="2838450"/>
          <p14:tracePt t="39269" x="2247900" y="2852738"/>
          <p14:tracePt t="39278" x="2235200" y="2867025"/>
          <p14:tracePt t="39285" x="2220913" y="2879725"/>
          <p14:tracePt t="39287" x="2206625" y="2879725"/>
          <p14:tracePt t="39290" x="2206625" y="2894013"/>
          <p14:tracePt t="39292" x="2193925" y="2894013"/>
          <p14:tracePt t="39295" x="2179638" y="2894013"/>
          <p14:tracePt t="39299" x="2179638" y="2908300"/>
          <p14:tracePt t="39299" x="2165350" y="2908300"/>
          <p14:tracePt t="39300" x="2165350" y="2921000"/>
          <p14:tracePt t="39301" x="2152650" y="2921000"/>
          <p14:tracePt t="39306" x="2138363" y="2921000"/>
          <p14:tracePt t="39307" x="2138363" y="2935288"/>
          <p14:tracePt t="39308" x="2125663" y="2935288"/>
          <p14:tracePt t="39311" x="2111375" y="2935288"/>
          <p14:tracePt t="39313" x="2111375" y="2949575"/>
          <p14:tracePt t="39316" x="2097088" y="2949575"/>
          <p14:tracePt t="39316" x="2084388" y="2949575"/>
          <p14:tracePt t="39319" x="2084388" y="2962275"/>
          <p14:tracePt t="39320" x="2070100" y="2962275"/>
          <p14:tracePt t="39321" x="2070100" y="2976563"/>
          <p14:tracePt t="39323" x="2055813" y="2976563"/>
          <p14:tracePt t="39328" x="2043113" y="2990850"/>
          <p14:tracePt t="39330" x="2028825" y="2990850"/>
          <p14:tracePt t="39334" x="2014538" y="3003550"/>
          <p14:tracePt t="39339" x="2001838" y="3003550"/>
          <p14:tracePt t="39344" x="2001838" y="3017838"/>
          <p14:tracePt t="39347" x="1987550" y="3017838"/>
          <p14:tracePt t="39351" x="1974850" y="3017838"/>
          <p14:tracePt t="39352" x="1974850" y="3030538"/>
          <p14:tracePt t="39371" x="1960563" y="3030538"/>
          <p14:tracePt t="39373" x="1960563" y="3044825"/>
          <p14:tracePt t="39775" x="1974850" y="3044825"/>
          <p14:tracePt t="39777" x="1987550" y="3044825"/>
          <p14:tracePt t="39780" x="2001838" y="3044825"/>
          <p14:tracePt t="39783" x="2014538" y="3044825"/>
          <p14:tracePt t="39785" x="2028825" y="3044825"/>
          <p14:tracePt t="39787" x="2043113" y="3030538"/>
          <p14:tracePt t="39789" x="2055813" y="3030538"/>
          <p14:tracePt t="39792" x="2070100" y="3017838"/>
          <p14:tracePt t="39794" x="2084388" y="3017838"/>
          <p14:tracePt t="39795" x="2097088" y="3017838"/>
          <p14:tracePt t="39798" x="2097088" y="3003550"/>
          <p14:tracePt t="39800" x="2111375" y="3003550"/>
          <p14:tracePt t="39801" x="2125663" y="3003550"/>
          <p14:tracePt t="39802" x="2125663" y="2990850"/>
          <p14:tracePt t="39803" x="2138363" y="2990850"/>
          <p14:tracePt t="39805" x="2152650" y="2976563"/>
          <p14:tracePt t="39808" x="2165350" y="2962275"/>
          <p14:tracePt t="39811" x="2179638" y="2949575"/>
          <p14:tracePt t="39815" x="2193925" y="2949575"/>
          <p14:tracePt t="39817" x="2193925" y="2921000"/>
          <p14:tracePt t="39819" x="2206625" y="2921000"/>
          <p14:tracePt t="39821" x="2206625" y="2908300"/>
          <p14:tracePt t="39823" x="2220913" y="2908300"/>
          <p14:tracePt t="39824" x="2220913" y="2894013"/>
          <p14:tracePt t="39830" x="2220913" y="2879725"/>
          <p14:tracePt t="39834" x="2220913" y="2867025"/>
          <p14:tracePt t="39836" x="2220913" y="2852738"/>
          <p14:tracePt t="39841" x="2220913" y="2838450"/>
          <p14:tracePt t="39847" x="2220913" y="2825750"/>
          <p14:tracePt t="39848" x="2220913" y="2811463"/>
          <p14:tracePt t="39852" x="2220913" y="2798763"/>
          <p14:tracePt t="39858" x="2206625" y="2784475"/>
          <p14:tracePt t="39862" x="2193925" y="2770188"/>
          <p14:tracePt t="39864" x="2193925" y="2757488"/>
          <p14:tracePt t="39869" x="2179638" y="2743200"/>
          <p14:tracePt t="39874" x="2179638" y="2728913"/>
          <p14:tracePt t="39877" x="2165350" y="2716213"/>
          <p14:tracePt t="39882" x="2165350" y="2701925"/>
          <p14:tracePt t="39883" x="2165350" y="2687638"/>
          <p14:tracePt t="39886" x="2165350" y="2674938"/>
          <p14:tracePt t="39890" x="2152650" y="2660650"/>
          <p14:tracePt t="39893" x="2152650" y="2647950"/>
          <p14:tracePt t="39896" x="2152650" y="2633663"/>
          <p14:tracePt t="39897" x="2152650" y="2619375"/>
          <p14:tracePt t="39900" x="2152650" y="2606675"/>
          <p14:tracePt t="39901" x="2152650" y="2592388"/>
          <p14:tracePt t="39904" x="2152650" y="2578100"/>
          <p14:tracePt t="39906" x="2152650" y="2565400"/>
          <p14:tracePt t="39908" x="2152650" y="2551113"/>
          <p14:tracePt t="39910" x="2152650" y="2536825"/>
          <p14:tracePt t="39911" x="2152650" y="2524125"/>
          <p14:tracePt t="39914" x="2152650" y="2509838"/>
          <p14:tracePt t="39917" x="2138363" y="2495550"/>
          <p14:tracePt t="39917" x="2138363" y="2482850"/>
          <p14:tracePt t="39919" x="2138363" y="2468563"/>
          <p14:tracePt t="39922" x="2138363" y="2455863"/>
          <p14:tracePt t="39924" x="2138363" y="2441575"/>
          <p14:tracePt t="39926" x="2138363" y="2427288"/>
          <p14:tracePt t="39928" x="2138363" y="2414588"/>
          <p14:tracePt t="39929" x="2138363" y="2400300"/>
          <p14:tracePt t="39930" x="2125663" y="2400300"/>
          <p14:tracePt t="39932" x="2125663" y="2386013"/>
          <p14:tracePt t="39934" x="2125663" y="2373313"/>
          <p14:tracePt t="39937" x="2125663" y="2359025"/>
          <p14:tracePt t="39939" x="2125663" y="2344738"/>
          <p14:tracePt t="39940" x="2111375" y="2344738"/>
          <p14:tracePt t="39943" x="2111375" y="2332038"/>
          <p14:tracePt t="39945" x="2097088" y="2317750"/>
          <p14:tracePt t="39948" x="2084388" y="2305050"/>
          <p14:tracePt t="39950" x="2084388" y="2290763"/>
          <p14:tracePt t="39954" x="2070100" y="2276475"/>
          <p14:tracePt t="39958" x="2070100" y="2263775"/>
          <p14:tracePt t="39963" x="2055813" y="2263775"/>
          <p14:tracePt t="39964" x="2055813" y="2249488"/>
          <p14:tracePt t="39966" x="2055813" y="2235200"/>
          <p14:tracePt t="39967" x="2043113" y="2235200"/>
          <p14:tracePt t="39977" x="2043113" y="2222500"/>
          <p14:tracePt t="40467" x="2043113" y="2193925"/>
          <p14:tracePt t="40469" x="2055813" y="2181225"/>
          <p14:tracePt t="40472" x="2070100" y="2181225"/>
          <p14:tracePt t="40472" x="2084388" y="2166938"/>
          <p14:tracePt t="40474" x="2097088" y="2166938"/>
          <p14:tracePt t="40475" x="2097088" y="2152650"/>
          <p14:tracePt t="40477" x="2111375" y="2152650"/>
          <p14:tracePt t="40480" x="2111375" y="2139950"/>
          <p14:tracePt t="40481" x="2125663" y="2139950"/>
          <p14:tracePt t="40483" x="2138363" y="2125663"/>
          <p14:tracePt t="40486" x="2138363" y="2112963"/>
          <p14:tracePt t="40487" x="2152650" y="2112963"/>
          <p14:tracePt t="40489" x="2152650" y="2098675"/>
          <p14:tracePt t="40494" x="2165350" y="2098675"/>
          <p14:tracePt t="40495" x="2165350" y="2084388"/>
          <p14:tracePt t="40515" x="2165350" y="2071688"/>
          <p14:tracePt t="40547" x="2165350" y="2057400"/>
          <p14:tracePt t="40550" x="2179638" y="2057400"/>
          <p14:tracePt t="40557" x="2179638" y="2043113"/>
          <p14:tracePt t="40564" x="2193925" y="2043113"/>
          <p14:tracePt t="40565" x="2193925" y="2030413"/>
          <p14:tracePt t="40577" x="2193925" y="2016125"/>
          <p14:tracePt t="40583" x="2193925" y="2001838"/>
          <p14:tracePt t="40587" x="2193925" y="1989138"/>
          <p14:tracePt t="40595" x="2193925" y="1974850"/>
          <p14:tracePt t="40601" x="2193925" y="1962150"/>
          <p14:tracePt t="40604" x="2193925" y="1947863"/>
          <p14:tracePt t="40610" x="2193925" y="1933575"/>
          <p14:tracePt t="40614" x="2193925" y="1920875"/>
          <p14:tracePt t="40619" x="2193925" y="1906588"/>
          <p14:tracePt t="40622" x="2193925" y="1892300"/>
          <p14:tracePt t="40626" x="2193925" y="1879600"/>
          <p14:tracePt t="40629" x="2193925" y="1865313"/>
          <p14:tracePt t="40633" x="2193925" y="1851025"/>
          <p14:tracePt t="40638" x="2193925" y="1824038"/>
          <p14:tracePt t="40643" x="2193925" y="1809750"/>
          <p14:tracePt t="40646" x="2193925" y="1797050"/>
          <p14:tracePt t="40650" x="2193925" y="1782763"/>
          <p14:tracePt t="40653" x="2193925" y="1770063"/>
          <p14:tracePt t="40654" x="2179638" y="1770063"/>
          <p14:tracePt t="40656" x="2179638" y="1755775"/>
          <p14:tracePt t="40661" x="2179638" y="1741488"/>
          <p14:tracePt t="40661" x="2165350" y="1741488"/>
          <p14:tracePt t="40662" x="2165350" y="1728788"/>
          <p14:tracePt t="40666" x="2165350" y="1714500"/>
          <p14:tracePt t="40669" x="2165350" y="1700213"/>
          <p14:tracePt t="40673" x="2152650" y="1700213"/>
          <p14:tracePt t="40674" x="2152650" y="1687513"/>
          <p14:tracePt t="40676" x="2152650" y="1673225"/>
          <p14:tracePt t="40681" x="2138363" y="1658938"/>
          <p14:tracePt t="40683" x="2125663" y="1658938"/>
          <p14:tracePt t="40684" x="2125663" y="1646238"/>
          <p14:tracePt t="40688" x="2125663" y="1631950"/>
          <p14:tracePt t="40690" x="2111375" y="1619250"/>
          <p14:tracePt t="40695" x="2111375" y="1604963"/>
          <p14:tracePt t="40698" x="2097088" y="1604963"/>
          <p14:tracePt t="40700" x="2097088" y="1590675"/>
          <p14:tracePt t="40707" x="2097088" y="1577975"/>
          <p14:tracePt t="40709" x="2084388" y="1563688"/>
          <p14:tracePt t="40716" x="2084388" y="1549400"/>
          <p14:tracePt t="40717" x="2070100" y="1549400"/>
          <p14:tracePt t="40720" x="2070100" y="1536700"/>
          <p14:tracePt t="40724" x="2055813" y="1522413"/>
          <p14:tracePt t="40727" x="2055813" y="1508125"/>
          <p14:tracePt t="40730" x="2055813" y="1495425"/>
          <p14:tracePt t="40737" x="2043113" y="1481138"/>
          <p14:tracePt t="40744" x="2043113" y="1466850"/>
          <p14:tracePt t="40746" x="2043113" y="1454150"/>
          <p14:tracePt t="40748" x="2028825" y="1454150"/>
          <p14:tracePt t="40753" x="2028825" y="1439863"/>
          <p14:tracePt t="40760" x="2014538" y="1427163"/>
          <p14:tracePt t="40768" x="2014538" y="1398588"/>
          <p14:tracePt t="40769" x="2001838" y="1398588"/>
          <p14:tracePt t="40776" x="1987550" y="1385888"/>
          <p14:tracePt t="40781" x="1987550" y="1371600"/>
          <p14:tracePt t="40788" x="1974850" y="1357313"/>
          <p14:tracePt t="40793" x="1974850" y="1344613"/>
          <p14:tracePt t="40798" x="1960563" y="1344613"/>
          <p14:tracePt t="40804" x="1960563" y="1330325"/>
          <p14:tracePt t="40810" x="1946275" y="1330325"/>
          <p14:tracePt t="40819" x="1946275" y="1316038"/>
          <p14:tracePt t="40844" x="1946275" y="1303338"/>
          <p14:tracePt t="40851" x="1946275" y="1289050"/>
          <p14:tracePt t="40864" x="1946275" y="1276350"/>
          <p14:tracePt t="40870" x="1946275" y="1262063"/>
          <p14:tracePt t="40878" x="1933575" y="1247775"/>
          <p14:tracePt t="40882" x="1933575" y="1235075"/>
          <p14:tracePt t="40894" x="1933575" y="1220788"/>
          <p14:tracePt t="40899" x="1919288" y="1220788"/>
          <p14:tracePt t="40908" x="1919288" y="1206500"/>
          <p14:tracePt t="40997" x="1905000" y="1206500"/>
          <p14:tracePt t="40999" x="1905000" y="1193800"/>
          <p14:tracePt t="41002" x="1892300" y="1193800"/>
          <p14:tracePt t="41005" x="1892300" y="1179513"/>
          <p14:tracePt t="41145" x="1878013" y="1165225"/>
          <p14:tracePt t="41656" x="1878013" y="1152525"/>
          <p14:tracePt t="41678" x="1892300" y="1152525"/>
          <p14:tracePt t="41686" x="1905000" y="1152525"/>
          <p14:tracePt t="41773" x="1919288" y="1152525"/>
          <p14:tracePt t="41786" x="1933575" y="1152525"/>
          <p14:tracePt t="41806" x="1933575" y="1138238"/>
          <p14:tracePt t="41830" x="1946275" y="1138238"/>
          <p14:tracePt t="41852" x="1960563" y="1138238"/>
          <p14:tracePt t="41863" x="1974850" y="1138238"/>
          <p14:tracePt t="41878" x="1987550" y="1138238"/>
          <p14:tracePt t="41887" x="2001838" y="1138238"/>
          <p14:tracePt t="41892" x="2014538" y="1138238"/>
          <p14:tracePt t="41898" x="2028825" y="1138238"/>
          <p14:tracePt t="41907" x="2043113" y="1138238"/>
          <p14:tracePt t="41914" x="2055813" y="1138238"/>
          <p14:tracePt t="41915" x="2070100" y="1138238"/>
          <p14:tracePt t="41928" x="2084388" y="1138238"/>
          <p14:tracePt t="41938" x="2097088" y="1138238"/>
          <p14:tracePt t="41946" x="2111375" y="1138238"/>
          <p14:tracePt t="41948" x="2111375" y="1152525"/>
          <p14:tracePt t="41950" x="2125663" y="1152525"/>
          <p14:tracePt t="41956" x="2138363" y="1152525"/>
          <p14:tracePt t="41960" x="2152650" y="1152525"/>
          <p14:tracePt t="41966" x="2179638" y="1152525"/>
          <p14:tracePt t="41973" x="2206625" y="1165225"/>
          <p14:tracePt t="41974" x="2220913" y="1179513"/>
          <p14:tracePt t="41976" x="2235200" y="1179513"/>
          <p14:tracePt t="41980" x="2247900" y="1179513"/>
          <p14:tracePt t="41985" x="2262188" y="1179513"/>
          <p14:tracePt t="41986" x="2276475" y="1179513"/>
          <p14:tracePt t="41992" x="2289175" y="1179513"/>
          <p14:tracePt t="41994" x="2289175" y="1193800"/>
          <p14:tracePt t="41994" x="2303463" y="1193800"/>
          <p14:tracePt t="41998" x="2316163" y="1193800"/>
          <p14:tracePt t="42000" x="2330450" y="1193800"/>
          <p14:tracePt t="42003" x="2344738" y="1193800"/>
          <p14:tracePt t="42008" x="2357438" y="1193800"/>
          <p14:tracePt t="42012" x="2371725" y="1193800"/>
          <p14:tracePt t="42016" x="2386013" y="1193800"/>
          <p14:tracePt t="42022" x="2398713" y="1193800"/>
          <p14:tracePt t="42024" x="2413000" y="1193800"/>
          <p14:tracePt t="42031" x="2427288" y="1193800"/>
          <p14:tracePt t="42034" x="2439988" y="1193800"/>
          <p14:tracePt t="42038" x="2454275" y="1193800"/>
          <p14:tracePt t="42043" x="2466975" y="1193800"/>
          <p14:tracePt t="42048" x="2481263" y="1193800"/>
          <p14:tracePt t="42050" x="2495550" y="1193800"/>
          <p14:tracePt t="42055" x="2508250" y="1193800"/>
          <p14:tracePt t="42057" x="2522538" y="1193800"/>
          <p14:tracePt t="42062" x="2536825" y="1193800"/>
          <p14:tracePt t="42064" x="2549525" y="1193800"/>
          <p14:tracePt t="42065" x="2563813" y="1193800"/>
          <p14:tracePt t="42070" x="2578100" y="1193800"/>
          <p14:tracePt t="42072" x="2590800" y="1193800"/>
          <p14:tracePt t="42074" x="2605088" y="1193800"/>
          <p14:tracePt t="42078" x="2617788" y="1193800"/>
          <p14:tracePt t="42080" x="2632075" y="1193800"/>
          <p14:tracePt t="42084" x="2646363" y="1193800"/>
          <p14:tracePt t="42085" x="2659063" y="1193800"/>
          <p14:tracePt t="42091" x="2673350" y="1193800"/>
          <p14:tracePt t="42095" x="2687638" y="1193800"/>
          <p14:tracePt t="42103" x="2700338" y="1193800"/>
          <p14:tracePt t="42108" x="2714625" y="1193800"/>
          <p14:tracePt t="42322" x="2728913" y="1193800"/>
          <p14:tracePt t="42328" x="2741613" y="1193800"/>
          <p14:tracePt t="42334" x="2755900" y="1193800"/>
          <p14:tracePt t="42335" x="2768600" y="1193800"/>
          <p14:tracePt t="42340" x="2782888" y="1193800"/>
          <p14:tracePt t="42343" x="2797175" y="1193800"/>
          <p14:tracePt t="42348" x="2809875" y="1193800"/>
          <p14:tracePt t="42350" x="2824163" y="1193800"/>
          <p14:tracePt t="42352" x="2838450" y="1193800"/>
          <p14:tracePt t="42356" x="2851150" y="1193800"/>
          <p14:tracePt t="42362" x="2865438" y="1193800"/>
          <p14:tracePt t="42363" x="2878138" y="1193800"/>
          <p14:tracePt t="42366" x="2892425" y="1193800"/>
          <p14:tracePt t="42369" x="2906713" y="1193800"/>
          <p14:tracePt t="42374" x="2919413" y="1193800"/>
          <p14:tracePt t="42377" x="2933700" y="1193800"/>
          <p14:tracePt t="42379" x="2947988" y="1206500"/>
          <p14:tracePt t="42383" x="2960688" y="1206500"/>
          <p14:tracePt t="42387" x="2974975" y="1206500"/>
          <p14:tracePt t="42391" x="2989263" y="1206500"/>
          <p14:tracePt t="42396" x="3001963" y="1206500"/>
          <p14:tracePt t="42401" x="3016250" y="1206500"/>
          <p14:tracePt t="42403" x="3028950" y="1206500"/>
          <p14:tracePt t="42406" x="3043238" y="1206500"/>
          <p14:tracePt t="42409" x="3057525" y="1206500"/>
          <p14:tracePt t="42411" x="3070225" y="1206500"/>
          <p14:tracePt t="42414" x="3084513" y="1206500"/>
          <p14:tracePt t="42416" x="3098800" y="1206500"/>
          <p14:tracePt t="42419" x="3111500" y="1206500"/>
          <p14:tracePt t="42420" x="3125788" y="1206500"/>
          <p14:tracePt t="42422" x="3140075" y="1206500"/>
          <p14:tracePt t="42424" x="3152775" y="1206500"/>
          <p14:tracePt t="42426" x="3167063" y="1206500"/>
          <p14:tracePt t="42427" x="3167063" y="1193800"/>
          <p14:tracePt t="42428" x="3179763" y="1193800"/>
          <p14:tracePt t="42431" x="3194050" y="1193800"/>
          <p14:tracePt t="42432" x="3208338" y="1193800"/>
          <p14:tracePt t="42434" x="3221038" y="1193800"/>
          <p14:tracePt t="42436" x="3235325" y="1193800"/>
          <p14:tracePt t="42438" x="3249613" y="1193800"/>
          <p14:tracePt t="42441" x="3262313" y="1193800"/>
          <p14:tracePt t="42444" x="3276600" y="1179513"/>
          <p14:tracePt t="42450" x="3290888" y="1179513"/>
          <p14:tracePt t="42451" x="3303588" y="1179513"/>
          <p14:tracePt t="42455" x="3317875" y="1179513"/>
          <p14:tracePt t="42459" x="3330575" y="1179513"/>
          <p14:tracePt t="42466" x="3344863" y="1179513"/>
          <p14:tracePt t="42467" x="3359150" y="1179513"/>
          <p14:tracePt t="42474" x="3371850" y="1179513"/>
          <p14:tracePt t="42479" x="3386138" y="1179513"/>
          <p14:tracePt t="42490" x="3400425" y="1179513"/>
          <p14:tracePt t="42497" x="3413125" y="1179513"/>
          <p14:tracePt t="42507" x="3427413" y="1179513"/>
          <p14:tracePt t="42513" x="3441700" y="1179513"/>
          <p14:tracePt t="42517" x="3454400" y="1179513"/>
          <p14:tracePt t="42518" x="3468688" y="1179513"/>
          <p14:tracePt t="42521" x="3481388" y="1179513"/>
          <p14:tracePt t="42525" x="3495675" y="1179513"/>
          <p14:tracePt t="42528" x="3509963" y="1179513"/>
          <p14:tracePt t="42529" x="3522663" y="1179513"/>
          <p14:tracePt t="42530" x="3536950" y="1179513"/>
          <p14:tracePt t="42534" x="3563938" y="1179513"/>
          <p14:tracePt t="42536" x="3578225" y="1179513"/>
          <p14:tracePt t="42538" x="3592513" y="1179513"/>
          <p14:tracePt t="42540" x="3605213" y="1179513"/>
          <p14:tracePt t="42542" x="3619500" y="1179513"/>
          <p14:tracePt t="42543" x="3632200" y="1179513"/>
          <p14:tracePt t="42545" x="3646488" y="1179513"/>
          <p14:tracePt t="42547" x="3660775" y="1179513"/>
          <p14:tracePt t="42549" x="3673475" y="1179513"/>
          <p14:tracePt t="42552" x="3687763" y="1179513"/>
          <p14:tracePt t="42554" x="3702050" y="1179513"/>
          <p14:tracePt t="42556" x="3714750" y="1179513"/>
          <p14:tracePt t="42558" x="3729038" y="1179513"/>
          <p14:tracePt t="42560" x="3756025" y="1179513"/>
          <p14:tracePt t="42565" x="3770313" y="1179513"/>
          <p14:tracePt t="42566" x="3783013" y="1179513"/>
          <p14:tracePt t="42568" x="3797300" y="1179513"/>
          <p14:tracePt t="42570" x="3811588" y="1179513"/>
          <p14:tracePt t="42573" x="3824288" y="1179513"/>
          <p14:tracePt t="42576" x="3838575" y="1179513"/>
          <p14:tracePt t="42577" x="3852863" y="1179513"/>
          <p14:tracePt t="42579" x="3865563" y="1179513"/>
          <p14:tracePt t="42584" x="3894138" y="1179513"/>
          <p14:tracePt t="42585" x="3921125" y="1179513"/>
          <p14:tracePt t="42588" x="3933825" y="1179513"/>
          <p14:tracePt t="42591" x="3948113" y="1179513"/>
          <p14:tracePt t="42593" x="3975100" y="1179513"/>
          <p14:tracePt t="42597" x="4003675" y="1179513"/>
          <p14:tracePt t="42598" x="4016375" y="1179513"/>
          <p14:tracePt t="42599" x="4030663" y="1179513"/>
          <p14:tracePt t="42600" x="4044950" y="1179513"/>
          <p14:tracePt t="42602" x="4057650" y="1193800"/>
          <p14:tracePt t="42604" x="4071938" y="1193800"/>
          <p14:tracePt t="42607" x="4084638" y="1193800"/>
          <p14:tracePt t="42607" x="4098925" y="1193800"/>
          <p14:tracePt t="42609" x="4113213" y="1193800"/>
          <p14:tracePt t="42611" x="4125913" y="1193800"/>
          <p14:tracePt t="42614" x="4140200" y="1193800"/>
          <p14:tracePt t="42614" x="4154488" y="1193800"/>
          <p14:tracePt t="42618" x="4167188" y="1206500"/>
          <p14:tracePt t="42620" x="4195763" y="1206500"/>
          <p14:tracePt t="42621" x="4195763" y="1220788"/>
          <p14:tracePt t="42622" x="4208463" y="1220788"/>
          <p14:tracePt t="42625" x="4222750" y="1220788"/>
          <p14:tracePt t="42626" x="4235450" y="1220788"/>
          <p14:tracePt t="42628" x="4249738" y="1220788"/>
          <p14:tracePt t="42629" x="4264025" y="1220788"/>
          <p14:tracePt t="42632" x="4276725" y="1220788"/>
          <p14:tracePt t="42633" x="4291013" y="1220788"/>
          <p14:tracePt t="42636" x="4305300" y="1220788"/>
          <p14:tracePt t="42640" x="4332288" y="1235075"/>
          <p14:tracePt t="42641" x="4346575" y="1235075"/>
          <p14:tracePt t="42646" x="4373563" y="1235075"/>
          <p14:tracePt t="42648" x="4386263" y="1235075"/>
          <p14:tracePt t="42652" x="4414838" y="1235075"/>
          <p14:tracePt t="42655" x="4427538" y="1235075"/>
          <p14:tracePt t="42656" x="4441825" y="1235075"/>
          <p14:tracePt t="42658" x="4456113" y="1235075"/>
          <p14:tracePt t="42661" x="4468813" y="1235075"/>
          <p14:tracePt t="42661" x="4483100" y="1235075"/>
          <p14:tracePt t="42664" x="4497388" y="1235075"/>
          <p14:tracePt t="42667" x="4510088" y="1235075"/>
          <p14:tracePt t="42668" x="4524375" y="1235075"/>
          <p14:tracePt t="42669" x="4537075" y="1235075"/>
          <p14:tracePt t="42673" x="4551363" y="1235075"/>
          <p14:tracePt t="42675" x="4578350" y="1235075"/>
          <p14:tracePt t="42677" x="4592638" y="1235075"/>
          <p14:tracePt t="42679" x="4606925" y="1235075"/>
          <p14:tracePt t="42681" x="4619625" y="1247775"/>
          <p14:tracePt t="42682" x="4633913" y="1247775"/>
          <p14:tracePt t="42685" x="4646613" y="1247775"/>
          <p14:tracePt t="42688" x="4660900" y="1247775"/>
          <p14:tracePt t="42691" x="4675188" y="1247775"/>
          <p14:tracePt t="42695" x="4675188" y="1262063"/>
          <p14:tracePt t="42697" x="4687888" y="1276350"/>
          <p14:tracePt t="42708" x="4702175" y="1289050"/>
          <p14:tracePt t="42711" x="4702175" y="1303338"/>
          <p14:tracePt t="42716" x="4716463" y="1303338"/>
          <p14:tracePt t="42716" x="4716463" y="1316038"/>
          <p14:tracePt t="42717" x="4716463" y="1330325"/>
          <p14:tracePt t="42720" x="4716463" y="1344613"/>
          <p14:tracePt t="42723" x="4716463" y="1357313"/>
          <p14:tracePt t="42725" x="4716463" y="1371600"/>
          <p14:tracePt t="42726" x="4716463" y="1385888"/>
          <p14:tracePt t="42729" x="4716463" y="1398588"/>
          <p14:tracePt t="42732" x="4716463" y="1427163"/>
          <p14:tracePt t="42736" x="4716463" y="1439863"/>
          <p14:tracePt t="42737" x="4716463" y="1454150"/>
          <p14:tracePt t="42739" x="4716463" y="1466850"/>
          <p14:tracePt t="42741" x="4716463" y="1481138"/>
          <p14:tracePt t="42743" x="4716463" y="1495425"/>
          <p14:tracePt t="42744" x="4716463" y="1508125"/>
          <p14:tracePt t="42746" x="4716463" y="1522413"/>
          <p14:tracePt t="42747" x="4716463" y="1536700"/>
          <p14:tracePt t="42750" x="4716463" y="1549400"/>
          <p14:tracePt t="42751" x="4716463" y="1563688"/>
          <p14:tracePt t="42752" x="4716463" y="1577975"/>
          <p14:tracePt t="42753" x="4716463" y="1590675"/>
          <p14:tracePt t="42755" x="4702175" y="1604963"/>
          <p14:tracePt t="42757" x="4702175" y="1619250"/>
          <p14:tracePt t="42758" x="4687888" y="1631950"/>
          <p14:tracePt t="42759" x="4687888" y="1646238"/>
          <p14:tracePt t="42761" x="4687888" y="1658938"/>
          <p14:tracePt t="42762" x="4675188" y="1673225"/>
          <p14:tracePt t="42764" x="4675188" y="1687513"/>
          <p14:tracePt t="42765" x="4660900" y="1687513"/>
          <p14:tracePt t="42765" x="4660900" y="1700213"/>
          <p14:tracePt t="42766" x="4646613" y="1714500"/>
          <p14:tracePt t="42768" x="4633913" y="1728788"/>
          <p14:tracePt t="42771" x="4619625" y="1755775"/>
          <p14:tracePt t="42772" x="4619625" y="1782763"/>
          <p14:tracePt t="42773" x="4606925" y="1782763"/>
          <p14:tracePt t="42774" x="4606925" y="1797050"/>
          <p14:tracePt t="42775" x="4592638" y="1797050"/>
          <p14:tracePt t="42776" x="4578350" y="1824038"/>
          <p14:tracePt t="42778" x="4565650" y="1838325"/>
          <p14:tracePt t="42779" x="4551363" y="1851025"/>
          <p14:tracePt t="42780" x="4537075" y="1865313"/>
          <p14:tracePt t="42782" x="4524375" y="1879600"/>
          <p14:tracePt t="42783" x="4524375" y="1892300"/>
          <p14:tracePt t="42784" x="4510088" y="1892300"/>
          <p14:tracePt t="42786" x="4510088" y="1906588"/>
          <p14:tracePt t="42786" x="4483100" y="1920875"/>
          <p14:tracePt t="42787" x="4483100" y="1933575"/>
          <p14:tracePt t="42788" x="4468813" y="1947863"/>
          <p14:tracePt t="42789" x="4441825" y="1962150"/>
          <p14:tracePt t="42791" x="4427538" y="1974850"/>
          <p14:tracePt t="42792" x="4414838" y="1989138"/>
          <p14:tracePt t="42793" x="4400550" y="2001838"/>
          <p14:tracePt t="42794" x="4386263" y="2016125"/>
          <p14:tracePt t="42795" x="4373563" y="2030413"/>
          <p14:tracePt t="42796" x="4359275" y="2030413"/>
          <p14:tracePt t="42797" x="4346575" y="2043113"/>
          <p14:tracePt t="42798" x="4332288" y="2057400"/>
          <p14:tracePt t="42799" x="4305300" y="2071688"/>
          <p14:tracePt t="42800" x="4291013" y="2084388"/>
          <p14:tracePt t="42802" x="4264025" y="2098675"/>
          <p14:tracePt t="42803" x="4222750" y="2125663"/>
          <p14:tracePt t="42805" x="4195763" y="2152650"/>
          <p14:tracePt t="42806" x="4167188" y="2152650"/>
          <p14:tracePt t="42808" x="4154488" y="2181225"/>
          <p14:tracePt t="42810" x="4125913" y="2181225"/>
          <p14:tracePt t="42813" x="4098925" y="2208213"/>
          <p14:tracePt t="42813" x="4084638" y="2222500"/>
          <p14:tracePt t="42814" x="4057650" y="2222500"/>
          <p14:tracePt t="42816" x="4030663" y="2249488"/>
          <p14:tracePt t="42817" x="4016375" y="2263775"/>
          <p14:tracePt t="42818" x="3989388" y="2276475"/>
          <p14:tracePt t="42820" x="3975100" y="2290763"/>
          <p14:tracePt t="42820" x="3962400" y="2290763"/>
          <p14:tracePt t="42821" x="3933825" y="2305050"/>
          <p14:tracePt t="42822" x="3921125" y="2317750"/>
          <p14:tracePt t="42823" x="3906838" y="2332038"/>
          <p14:tracePt t="42824" x="3879850" y="2332038"/>
          <p14:tracePt t="42825" x="3865563" y="2359025"/>
          <p14:tracePt t="42827" x="3838575" y="2359025"/>
          <p14:tracePt t="42827" x="3824288" y="2359025"/>
          <p14:tracePt t="42828" x="3811588" y="2386013"/>
          <p14:tracePt t="42829" x="3783013" y="2386013"/>
          <p14:tracePt t="42831" x="3756025" y="2400300"/>
          <p14:tracePt t="42832" x="3743325" y="2414588"/>
          <p14:tracePt t="42834" x="3729038" y="2427288"/>
          <p14:tracePt t="42834" x="3714750" y="2427288"/>
          <p14:tracePt t="42835" x="3702050" y="2427288"/>
          <p14:tracePt t="42836" x="3687763" y="2441575"/>
          <p14:tracePt t="42838" x="3660775" y="2455863"/>
          <p14:tracePt t="42840" x="3646488" y="2468563"/>
          <p14:tracePt t="42842" x="3619500" y="2482850"/>
          <p14:tracePt t="42844" x="3605213" y="2482850"/>
          <p14:tracePt t="42845" x="3592513" y="2495550"/>
          <p14:tracePt t="42847" x="3578225" y="2495550"/>
          <p14:tracePt t="42849" x="3563938" y="2509838"/>
          <p14:tracePt t="42851" x="3563938" y="2524125"/>
          <p14:tracePt t="42854" x="3551238" y="2524125"/>
          <p14:tracePt t="42856" x="3536950" y="2536825"/>
          <p14:tracePt t="42862" x="3522663" y="2536825"/>
          <p14:tracePt t="42878" x="3522663" y="2551113"/>
          <p14:tracePt t="42896" x="3522663" y="2565400"/>
          <p14:tracePt t="42904" x="3522663" y="2578100"/>
          <p14:tracePt t="42955" x="3522663" y="2592388"/>
          <p14:tracePt t="43006" x="3509963" y="2606675"/>
          <p14:tracePt t="43025" x="3509963" y="2619375"/>
          <p14:tracePt t="43029" x="3495675" y="2619375"/>
          <p14:tracePt t="43166" x="3481388" y="2606675"/>
          <p14:tracePt t="43619" x="3468688" y="2606675"/>
          <p14:tracePt t="43638" x="3454400" y="2606675"/>
          <p14:tracePt t="43640" x="3454400" y="2592388"/>
          <p14:tracePt t="43647" x="3441700" y="2592388"/>
          <p14:tracePt t="43654" x="3427413" y="2578100"/>
          <p14:tracePt t="43656" x="3413125" y="2578100"/>
          <p14:tracePt t="43661" x="3400425" y="2565400"/>
          <p14:tracePt t="43670" x="3386138" y="2565400"/>
          <p14:tracePt t="43724" x="3371850" y="2565400"/>
          <p14:tracePt t="43729" x="3359150" y="2565400"/>
          <p14:tracePt t="43749" x="3344863" y="2565400"/>
          <p14:tracePt t="43763" x="3330575" y="2565400"/>
          <p14:tracePt t="43778" x="3330575" y="2551113"/>
          <p14:tracePt t="43786" x="3317875" y="2551113"/>
          <p14:tracePt t="43831" x="3303588" y="2551113"/>
          <p14:tracePt t="43911" x="3290888" y="2551113"/>
          <p14:tracePt t="43931" x="3276600" y="2551113"/>
          <p14:tracePt t="44101" x="3276600" y="2536825"/>
          <p14:tracePt t="44175" x="3276600" y="2524125"/>
          <p14:tracePt t="44179" x="3276600" y="2509838"/>
          <p14:tracePt t="44191" x="3276600" y="2495550"/>
          <p14:tracePt t="44199" x="3290888" y="2495550"/>
          <p14:tracePt t="44206" x="3290888" y="2482850"/>
          <p14:tracePt t="44214" x="3303588" y="2482850"/>
          <p14:tracePt t="44232" x="3317875" y="2468563"/>
          <p14:tracePt t="44279" x="3317875" y="2455863"/>
          <p14:tracePt t="44289" x="3330575" y="2455863"/>
          <p14:tracePt t="45450" x="3317875" y="2455863"/>
          <p14:tracePt t="45452" x="3303588" y="2455863"/>
          <p14:tracePt t="45459" x="3303588" y="2468563"/>
          <p14:tracePt t="45461" x="3290888" y="2468563"/>
          <p14:tracePt t="45471" x="3276600" y="2468563"/>
          <p14:tracePt t="45477" x="3276600" y="2482850"/>
          <p14:tracePt t="45480" x="3262313" y="2482850"/>
          <p14:tracePt t="45491" x="3249613" y="2482850"/>
          <p14:tracePt t="45501" x="3249613" y="2495550"/>
          <p14:tracePt t="45529" x="3235325" y="2495550"/>
          <p14:tracePt t="45531" x="3235325" y="2509838"/>
          <p14:tracePt t="45536" x="3235325" y="2524125"/>
          <p14:tracePt t="45546" x="3221038" y="2536825"/>
          <p14:tracePt t="45554" x="3221038" y="2551113"/>
          <p14:tracePt t="45559" x="3208338" y="2551113"/>
          <p14:tracePt t="45560" x="3208338" y="2565400"/>
          <p14:tracePt t="45563" x="3194050" y="2578100"/>
          <p14:tracePt t="45571" x="3179763" y="2592388"/>
          <p14:tracePt t="45573" x="3179763" y="2606675"/>
          <p14:tracePt t="45576" x="3167063" y="2606675"/>
          <p14:tracePt t="45584" x="3167063" y="2633663"/>
          <p14:tracePt t="45586" x="3152775" y="2633663"/>
          <p14:tracePt t="45591" x="3152775" y="2647950"/>
          <p14:tracePt t="45598" x="3140075" y="2647950"/>
          <p14:tracePt t="45605" x="3140075" y="2660650"/>
          <p14:tracePt t="45635" x="3140075" y="2674938"/>
          <p14:tracePt t="45643" x="3140075" y="2687638"/>
          <p14:tracePt t="45649" x="3140075" y="2701925"/>
          <p14:tracePt t="45657" x="3140075" y="2716213"/>
          <p14:tracePt t="45662" x="3125788" y="2728913"/>
          <p14:tracePt t="45667" x="3125788" y="2743200"/>
          <p14:tracePt t="45674" x="3125788" y="2757488"/>
          <p14:tracePt t="45679" x="3125788" y="2770188"/>
          <p14:tracePt t="45685" x="3125788" y="2784475"/>
          <p14:tracePt t="45686" x="3125788" y="2798763"/>
          <p14:tracePt t="45690" x="3111500" y="2798763"/>
          <p14:tracePt t="45692" x="3111500" y="2811463"/>
          <p14:tracePt t="45697" x="3111500" y="2825750"/>
          <p14:tracePt t="45703" x="3111500" y="2838450"/>
          <p14:tracePt t="45710" x="3111500" y="2852738"/>
          <p14:tracePt t="45723" x="3111500" y="2867025"/>
          <p14:tracePt t="45777" x="3111500" y="2879725"/>
          <p14:tracePt t="45788" x="3111500" y="2894013"/>
          <p14:tracePt t="45804" x="3111500" y="2908300"/>
          <p14:tracePt t="45822" x="3111500" y="2921000"/>
          <p14:tracePt t="45908" x="3125788" y="2921000"/>
          <p14:tracePt t="45918" x="3140075" y="2935288"/>
          <p14:tracePt t="45925" x="3152775" y="2935288"/>
          <p14:tracePt t="45941" x="3167063" y="2935288"/>
          <p14:tracePt t="46036" x="3179763" y="2935288"/>
          <p14:tracePt t="46043" x="3194050" y="2949575"/>
          <p14:tracePt t="46051" x="3208338" y="2949575"/>
          <p14:tracePt t="46063" x="3221038" y="2949575"/>
          <p14:tracePt t="47114" x="3208338" y="2949575"/>
          <p14:tracePt t="47121" x="3194050" y="2949575"/>
          <p14:tracePt t="47123" x="3194050" y="2935288"/>
          <p14:tracePt t="47124" x="3179763" y="2935288"/>
          <p14:tracePt t="47131" x="3179763" y="2921000"/>
          <p14:tracePt t="47135" x="3167063" y="2921000"/>
          <p14:tracePt t="47136" x="3167063" y="2908300"/>
          <p14:tracePt t="47140" x="3167063" y="2894013"/>
          <p14:tracePt t="47144" x="3152775" y="2894013"/>
          <p14:tracePt t="47146" x="3152775" y="2879725"/>
          <p14:tracePt t="47150" x="3140075" y="2879725"/>
          <p14:tracePt t="47151" x="3140075" y="2867025"/>
          <p14:tracePt t="47154" x="3125788" y="2867025"/>
          <p14:tracePt t="47157" x="3125788" y="2852738"/>
          <p14:tracePt t="47160" x="3111500" y="2838450"/>
          <p14:tracePt t="47166" x="3098800" y="2825750"/>
          <p14:tracePt t="47172" x="3084513" y="2811463"/>
          <p14:tracePt t="47174" x="3070225" y="2811463"/>
          <p14:tracePt t="47177" x="3070225" y="2798763"/>
          <p14:tracePt t="47180" x="3057525" y="2784475"/>
          <p14:tracePt t="47188" x="3043238" y="2784475"/>
          <p14:tracePt t="47189" x="3043238" y="2770188"/>
          <p14:tracePt t="47199" x="3028950" y="2770188"/>
          <p14:tracePt t="47201" x="3016250" y="2757488"/>
          <p14:tracePt t="47209" x="3016250" y="2743200"/>
          <p14:tracePt t="47211" x="3016250" y="2728913"/>
          <p14:tracePt t="47213" x="3001963" y="2728913"/>
          <p14:tracePt t="47220" x="3001963" y="2716213"/>
          <p14:tracePt t="47223" x="3001963" y="2701925"/>
          <p14:tracePt t="47224" x="2989263" y="2701925"/>
          <p14:tracePt t="47230" x="2974975" y="2674938"/>
          <p14:tracePt t="47232" x="2960688" y="2674938"/>
          <p14:tracePt t="47234" x="2960688" y="2660650"/>
          <p14:tracePt t="47238" x="2947988" y="2660650"/>
          <p14:tracePt t="47240" x="2947988" y="2647950"/>
          <p14:tracePt t="47243" x="2933700" y="2647950"/>
          <p14:tracePt t="47245" x="2933700" y="2633663"/>
          <p14:tracePt t="47247" x="2919413" y="2619375"/>
          <p14:tracePt t="47252" x="2906713" y="2606675"/>
          <p14:tracePt t="47257" x="2892425" y="2592388"/>
          <p14:tracePt t="47264" x="2878138" y="2578100"/>
          <p14:tracePt t="47269" x="2878138" y="2565400"/>
          <p14:tracePt t="47272" x="2878138" y="2551113"/>
          <p14:tracePt t="47276" x="2865438" y="2536825"/>
          <p14:tracePt t="47282" x="2865438" y="2524125"/>
          <p14:tracePt t="47286" x="2865438" y="2509838"/>
          <p14:tracePt t="47291" x="2851150" y="2495550"/>
          <p14:tracePt t="47294" x="2838450" y="2495550"/>
          <p14:tracePt t="47298" x="2838450" y="2482850"/>
          <p14:tracePt t="47302" x="2838450" y="2468563"/>
          <p14:tracePt t="47306" x="2824163" y="2468563"/>
          <p14:tracePt t="47313" x="2824163" y="2455863"/>
          <p14:tracePt t="47319" x="2824163" y="2441575"/>
          <p14:tracePt t="47327" x="2809875" y="2441575"/>
          <p14:tracePt t="47376" x="2809875" y="2427288"/>
          <p14:tracePt t="47394" x="2797175" y="2427288"/>
          <p14:tracePt t="47396" x="2797175" y="2414588"/>
          <p14:tracePt t="47402" x="2797175" y="2400300"/>
          <p14:tracePt t="47405" x="2797175" y="2386013"/>
          <p14:tracePt t="47406" x="2782888" y="2386013"/>
          <p14:tracePt t="47412" x="2782888" y="2373313"/>
          <p14:tracePt t="47418" x="2782888" y="2359025"/>
          <p14:tracePt t="47425" x="2782888" y="2344738"/>
          <p14:tracePt t="47426" x="2768600" y="2344738"/>
          <p14:tracePt t="47428" x="2768600" y="2332038"/>
          <p14:tracePt t="47438" x="2768600" y="2317750"/>
          <p14:tracePt t="47832" x="2782888" y="2317750"/>
          <p14:tracePt t="47839" x="2797175" y="2317750"/>
          <p14:tracePt t="48059" x="2809875" y="2317750"/>
          <p14:tracePt t="48743" x="2824163" y="2332038"/>
          <p14:tracePt t="48748" x="2824163" y="2344738"/>
          <p14:tracePt t="48764" x="2824163" y="2359025"/>
          <p14:tracePt t="48789" x="2838450" y="2359025"/>
          <p14:tracePt t="49205" x="2838450" y="2373313"/>
          <p14:tracePt t="49208" x="2838450" y="2400300"/>
          <p14:tracePt t="49211" x="2838450" y="2414588"/>
          <p14:tracePt t="49215" x="2838450" y="2427288"/>
          <p14:tracePt t="49217" x="2838450" y="2441575"/>
          <p14:tracePt t="49219" x="2838450" y="2455863"/>
          <p14:tracePt t="49221" x="2838450" y="2468563"/>
          <p14:tracePt t="49223" x="2838450" y="2482850"/>
          <p14:tracePt t="49226" x="2838450" y="2495550"/>
          <p14:tracePt t="49229" x="2838450" y="2509838"/>
          <p14:tracePt t="49233" x="2824163" y="2524125"/>
          <p14:tracePt t="49236" x="2824163" y="2536825"/>
          <p14:tracePt t="49238" x="2824163" y="2551113"/>
          <p14:tracePt t="49242" x="2824163" y="2565400"/>
          <p14:tracePt t="49245" x="2824163" y="2578100"/>
          <p14:tracePt t="49253" x="2824163" y="2592388"/>
          <p14:tracePt t="49254" x="2824163" y="2606675"/>
          <p14:tracePt t="49259" x="2824163" y="2619375"/>
          <p14:tracePt t="49265" x="2809875" y="2619375"/>
          <p14:tracePt t="49268" x="2809875" y="2633663"/>
          <p14:tracePt t="49276" x="2809875" y="2647950"/>
          <p14:tracePt t="49284" x="2809875" y="2660650"/>
          <p14:tracePt t="49290" x="2809875" y="2674938"/>
          <p14:tracePt t="49296" x="2809875" y="2687638"/>
          <p14:tracePt t="49299" x="2809875" y="2701925"/>
          <p14:tracePt t="49301" x="2809875" y="2716213"/>
          <p14:tracePt t="49305" x="2809875" y="2728913"/>
          <p14:tracePt t="49308" x="2809875" y="2743200"/>
          <p14:tracePt t="49313" x="2809875" y="2770188"/>
          <p14:tracePt t="49318" x="2797175" y="2784475"/>
          <p14:tracePt t="49320" x="2797175" y="2798763"/>
          <p14:tracePt t="49325" x="2797175" y="2811463"/>
          <p14:tracePt t="49327" x="2797175" y="2825750"/>
          <p14:tracePt t="49328" x="2782888" y="2825750"/>
          <p14:tracePt t="49329" x="2782888" y="2838450"/>
          <p14:tracePt t="49331" x="2768600" y="2852738"/>
          <p14:tracePt t="49334" x="2768600" y="2867025"/>
          <p14:tracePt t="49335" x="2768600" y="2879725"/>
          <p14:tracePt t="49337" x="2755900" y="2894013"/>
          <p14:tracePt t="49341" x="2755900" y="2908300"/>
          <p14:tracePt t="49343" x="2755900" y="2921000"/>
          <p14:tracePt t="49344" x="2741613" y="2921000"/>
          <p14:tracePt t="49345" x="2741613" y="2935288"/>
          <p14:tracePt t="49348" x="2728913" y="2949575"/>
          <p14:tracePt t="49351" x="2728913" y="2962275"/>
          <p14:tracePt t="49355" x="2728913" y="2976563"/>
          <p14:tracePt t="49355" x="2728913" y="2990850"/>
          <p14:tracePt t="49357" x="2714625" y="2990850"/>
          <p14:tracePt t="49358" x="2714625" y="3003550"/>
          <p14:tracePt t="49362" x="2714625" y="3017838"/>
          <p14:tracePt t="49365" x="2714625" y="3030538"/>
          <p14:tracePt t="49366" x="2714625" y="3044825"/>
          <p14:tracePt t="49368" x="2700338" y="3044825"/>
          <p14:tracePt t="49369" x="2700338" y="3059113"/>
          <p14:tracePt t="49372" x="2700338" y="3071813"/>
          <p14:tracePt t="49376" x="2700338" y="3100388"/>
          <p14:tracePt t="49378" x="2687638" y="3100388"/>
          <p14:tracePt t="49380" x="2687638" y="3113088"/>
          <p14:tracePt t="49382" x="2673350" y="3113088"/>
          <p14:tracePt t="49383" x="2673350" y="3127375"/>
          <p14:tracePt t="49385" x="2673350" y="3141663"/>
          <p14:tracePt t="49387" x="2673350" y="3154363"/>
          <p14:tracePt t="49391" x="2673350" y="3168650"/>
          <p14:tracePt t="49392" x="2659063" y="3168650"/>
          <p14:tracePt t="49396" x="2659063" y="3181350"/>
          <p14:tracePt t="49398" x="2659063" y="3195638"/>
          <p14:tracePt t="49401" x="2646363" y="3209925"/>
          <p14:tracePt t="49404" x="2646363" y="3222625"/>
          <p14:tracePt t="49411" x="2646363" y="3236913"/>
          <p14:tracePt t="49412" x="2632075" y="3236913"/>
          <p14:tracePt t="49416" x="2617788" y="3251200"/>
          <p14:tracePt t="49418" x="2617788" y="3263900"/>
          <p14:tracePt t="49424" x="2617788" y="3278188"/>
          <p14:tracePt t="49426" x="2605088" y="3278188"/>
          <p14:tracePt t="49431" x="2605088" y="3292475"/>
          <p14:tracePt t="49437" x="2605088" y="3305175"/>
          <p14:tracePt t="49438" x="2590800" y="3305175"/>
          <p14:tracePt t="49439" x="2590800" y="3319463"/>
          <p14:tracePt t="49446" x="2590800" y="3333750"/>
          <p14:tracePt t="49447" x="2578100" y="3333750"/>
          <p14:tracePt t="49449" x="2578100" y="3346450"/>
          <p14:tracePt t="49452" x="2563813" y="3346450"/>
          <p14:tracePt t="49453" x="2563813" y="3360738"/>
          <p14:tracePt t="49455" x="2563813" y="3373438"/>
          <p14:tracePt t="49459" x="2549525" y="3373438"/>
          <p14:tracePt t="49459" x="2549525" y="3387725"/>
          <p14:tracePt t="49464" x="2549525" y="3402013"/>
          <p14:tracePt t="49466" x="2536825" y="3414713"/>
          <p14:tracePt t="49467" x="2536825" y="3429000"/>
          <p14:tracePt t="49470" x="2522538" y="3443288"/>
          <p14:tracePt t="49473" x="2508250" y="3455988"/>
          <p14:tracePt t="49474" x="2508250" y="3470275"/>
          <p14:tracePt t="49477" x="2508250" y="3484563"/>
          <p14:tracePt t="49479" x="2495550" y="3484563"/>
          <p14:tracePt t="49480" x="2495550" y="3497263"/>
          <p14:tracePt t="49482" x="2495550" y="3511550"/>
          <p14:tracePt t="49484" x="2481263" y="3524250"/>
          <p14:tracePt t="49487" x="2481263" y="3538538"/>
          <p14:tracePt t="49488" x="2466975" y="3538538"/>
          <p14:tracePt t="49490" x="2466975" y="3552825"/>
          <p14:tracePt t="49493" x="2466975" y="3565525"/>
          <p14:tracePt t="49495" x="2466975" y="3579813"/>
          <p14:tracePt t="49499" x="2454275" y="3594100"/>
          <p14:tracePt t="49502" x="2454275" y="3606800"/>
          <p14:tracePt t="49507" x="2454275" y="3621088"/>
          <p14:tracePt t="49514" x="2454275" y="3635375"/>
          <p14:tracePt t="49536" x="2454275" y="3648075"/>
          <p14:tracePt t="49542" x="2439988" y="3648075"/>
          <p14:tracePt t="49582" x="2439988" y="3662363"/>
          <p14:tracePt t="49589" x="2439988" y="3676650"/>
          <p14:tracePt t="49598" x="2439988" y="3689350"/>
          <p14:tracePt t="49609" x="2439988" y="3703638"/>
          <p14:tracePt t="49617" x="2439988" y="3716338"/>
          <p14:tracePt t="49623" x="2439988" y="3730625"/>
          <p14:tracePt t="49625" x="2427288" y="3730625"/>
          <p14:tracePt t="50175" x="2427288" y="3716338"/>
          <p14:tracePt t="50177" x="2427288" y="3703638"/>
          <p14:tracePt t="50179" x="2427288" y="3689350"/>
          <p14:tracePt t="50180" x="2427288" y="3676650"/>
          <p14:tracePt t="50182" x="2427288" y="3662363"/>
          <p14:tracePt t="50184" x="2439988" y="3648075"/>
          <p14:tracePt t="50186" x="2439988" y="3635375"/>
          <p14:tracePt t="50190" x="2454275" y="3621088"/>
          <p14:tracePt t="50191" x="2454275" y="3606800"/>
          <p14:tracePt t="50192" x="2466975" y="3606800"/>
          <p14:tracePt t="50194" x="2466975" y="3594100"/>
          <p14:tracePt t="50196" x="2466975" y="3579813"/>
          <p14:tracePt t="50198" x="2481263" y="3565525"/>
          <p14:tracePt t="50201" x="2481263" y="3552825"/>
          <p14:tracePt t="50205" x="2495550" y="3538538"/>
          <p14:tracePt t="50208" x="2495550" y="3524250"/>
          <p14:tracePt t="50211" x="2495550" y="3511550"/>
          <p14:tracePt t="50217" x="2495550" y="3484563"/>
          <p14:tracePt t="50222" x="2495550" y="3470275"/>
          <p14:tracePt t="50224" x="2495550" y="3455988"/>
          <p14:tracePt t="50226" x="2508250" y="3443288"/>
          <p14:tracePt t="50229" x="2508250" y="3429000"/>
          <p14:tracePt t="50232" x="2522538" y="3429000"/>
          <p14:tracePt t="50237" x="2522538" y="3414713"/>
          <p14:tracePt t="50239" x="2522538" y="3402013"/>
          <p14:tracePt t="50241" x="2522538" y="3387725"/>
          <p14:tracePt t="50244" x="2536825" y="3387725"/>
          <p14:tracePt t="50247" x="2536825" y="3373438"/>
          <p14:tracePt t="50252" x="2536825" y="3360738"/>
          <p14:tracePt t="50254" x="2549525" y="3360738"/>
          <p14:tracePt t="50257" x="2549525" y="3346450"/>
          <p14:tracePt t="50259" x="2549525" y="3333750"/>
          <p14:tracePt t="50262" x="2563813" y="3333750"/>
          <p14:tracePt t="50264" x="2563813" y="3319463"/>
          <p14:tracePt t="50266" x="2563813" y="3305175"/>
          <p14:tracePt t="50268" x="2578100" y="3305175"/>
          <p14:tracePt t="50271" x="2590800" y="3292475"/>
          <p14:tracePt t="50273" x="2590800" y="3278188"/>
          <p14:tracePt t="50274" x="2590800" y="3263900"/>
          <p14:tracePt t="50277" x="2605088" y="3263900"/>
          <p14:tracePt t="50278" x="2605088" y="3251200"/>
          <p14:tracePt t="50282" x="2617788" y="3222625"/>
          <p14:tracePt t="50284" x="2632075" y="3222625"/>
          <p14:tracePt t="50286" x="2632075" y="3195638"/>
          <p14:tracePt t="50287" x="2646363" y="3195638"/>
          <p14:tracePt t="50288" x="2646363" y="3181350"/>
          <p14:tracePt t="50289" x="2659063" y="3181350"/>
          <p14:tracePt t="50292" x="2673350" y="3168650"/>
          <p14:tracePt t="50293" x="2673350" y="3154363"/>
          <p14:tracePt t="50294" x="2687638" y="3141663"/>
          <p14:tracePt t="50297" x="2700338" y="3127375"/>
          <p14:tracePt t="50300" x="2700338" y="3113088"/>
          <p14:tracePt t="50300" x="2714625" y="3100388"/>
          <p14:tracePt t="50302" x="2728913" y="3086100"/>
          <p14:tracePt t="50305" x="2741613" y="3071813"/>
          <p14:tracePt t="50307" x="2741613" y="3059113"/>
          <p14:tracePt t="50310" x="2755900" y="3044825"/>
          <p14:tracePt t="50313" x="2755900" y="3030538"/>
          <p14:tracePt t="50317" x="2768600" y="3017838"/>
          <p14:tracePt t="50320" x="2768600" y="3003550"/>
          <p14:tracePt t="50321" x="2782888" y="3003550"/>
          <p14:tracePt t="50328" x="2782888" y="2990850"/>
          <p14:tracePt t="50340" x="2782888" y="2976563"/>
          <p14:tracePt t="50349" x="2797175" y="2976563"/>
          <p14:tracePt t="50354" x="2797175" y="2962275"/>
          <p14:tracePt t="50374" x="2797175" y="2949575"/>
          <p14:tracePt t="50387" x="2809875" y="2949575"/>
          <p14:tracePt t="50393" x="2809875" y="2935288"/>
          <p14:tracePt t="50402" x="2809875" y="2921000"/>
          <p14:tracePt t="50408" x="2824163" y="2921000"/>
          <p14:tracePt t="50410" x="2824163" y="2908300"/>
          <p14:tracePt t="50411" x="2838450" y="2908300"/>
          <p14:tracePt t="50418" x="2838450" y="2894013"/>
          <p14:tracePt t="50424" x="2838450" y="2879725"/>
          <p14:tracePt t="50449" x="2851150" y="2879725"/>
          <p14:tracePt t="50482" x="2851150" y="2867025"/>
          <p14:tracePt t="50498" x="2851150" y="2838450"/>
          <p14:tracePt t="50505" x="2851150" y="2825750"/>
          <p14:tracePt t="50509" x="2865438" y="2811463"/>
          <p14:tracePt t="50515" x="2865438" y="2798763"/>
          <p14:tracePt t="50519" x="2865438" y="2784475"/>
          <p14:tracePt t="50525" x="2865438" y="2770188"/>
          <p14:tracePt t="50526" x="2878138" y="2770188"/>
          <p14:tracePt t="50532" x="2878138" y="2757488"/>
          <p14:tracePt t="50539" x="2878138" y="2743200"/>
          <p14:tracePt t="50546" x="2878138" y="2728913"/>
          <p14:tracePt t="50553" x="2878138" y="2716213"/>
          <p14:tracePt t="50561" x="2878138" y="2701925"/>
          <p14:tracePt t="50563" x="2892425" y="2701925"/>
          <p14:tracePt t="50573" x="2892425" y="2687638"/>
          <p14:tracePt t="50579" x="2892425" y="2674938"/>
          <p14:tracePt t="50583" x="2892425" y="2660650"/>
          <p14:tracePt t="50592" x="2892425" y="2647950"/>
          <p14:tracePt t="50599" x="2892425" y="2633663"/>
          <p14:tracePt t="50607" x="2892425" y="2619375"/>
          <p14:tracePt t="50610" x="2906713" y="2619375"/>
          <p14:tracePt t="50612" x="2906713" y="2606675"/>
          <p14:tracePt t="50620" x="2906713" y="2592388"/>
          <p14:tracePt t="50631" x="2906713" y="2578100"/>
          <p14:tracePt t="50672" x="2906713" y="2565400"/>
          <p14:tracePt t="50717" x="2906713" y="2551113"/>
          <p14:tracePt t="50728" x="2906713" y="2536825"/>
          <p14:tracePt t="50734" x="2919413" y="2536825"/>
          <p14:tracePt t="50742" x="2919413" y="2524125"/>
          <p14:tracePt t="50761" x="2919413" y="2509838"/>
          <p14:tracePt t="50765" x="2933700" y="2509838"/>
          <p14:tracePt t="50768" x="2933700" y="2495550"/>
          <p14:tracePt t="50776" x="2947988" y="2495550"/>
          <p14:tracePt t="50778" x="2947988" y="2482850"/>
          <p14:tracePt t="50784" x="2960688" y="2468563"/>
          <p14:tracePt t="50791" x="2960688" y="2455863"/>
          <p14:tracePt t="50793" x="2974975" y="2455863"/>
          <p14:tracePt t="50796" x="2974975" y="2441575"/>
          <p14:tracePt t="50799" x="2989263" y="2441575"/>
          <p14:tracePt t="50802" x="2989263" y="2427288"/>
          <p14:tracePt t="50806" x="3001963" y="2427288"/>
          <p14:tracePt t="50810" x="3001963" y="2414588"/>
          <p14:tracePt t="50813" x="3016250" y="2414588"/>
          <p14:tracePt t="50820" x="3016250" y="2400300"/>
          <p14:tracePt t="50828" x="3028950" y="2400300"/>
          <p14:tracePt t="50839" x="3028950" y="2386013"/>
          <p14:tracePt t="50841" x="3043238" y="2386013"/>
          <p14:tracePt t="50848" x="3057525" y="2386013"/>
          <p14:tracePt t="50856" x="3070225" y="2373313"/>
          <p14:tracePt t="50858" x="3084513" y="2373313"/>
          <p14:tracePt t="50865" x="3098800" y="2373313"/>
          <p14:tracePt t="50866" x="3111500" y="2359025"/>
          <p14:tracePt t="50872" x="3125788" y="2359025"/>
          <p14:tracePt t="50875" x="3140075" y="2344738"/>
          <p14:tracePt t="50878" x="3152775" y="2344738"/>
          <p14:tracePt t="50880" x="3167063" y="2344738"/>
          <p14:tracePt t="50882" x="3167063" y="2332038"/>
          <p14:tracePt t="50886" x="3179763" y="2332038"/>
          <p14:tracePt t="50889" x="3194050" y="2332038"/>
          <p14:tracePt t="50891" x="3194050" y="2317750"/>
          <p14:tracePt t="50894" x="3208338" y="2317750"/>
          <p14:tracePt t="50897" x="3221038" y="2317750"/>
          <p14:tracePt t="50904" x="3235325" y="2317750"/>
          <p14:tracePt t="51360" x="3249613" y="2317750"/>
          <p14:tracePt t="51366" x="3262313" y="2317750"/>
          <p14:tracePt t="51368" x="3276600" y="2317750"/>
          <p14:tracePt t="51373" x="3290888" y="2317750"/>
          <p14:tracePt t="51377" x="3303588" y="2317750"/>
          <p14:tracePt t="51382" x="3317875" y="2317750"/>
          <p14:tracePt t="51388" x="3330575" y="2317750"/>
          <p14:tracePt t="51396" x="3344863" y="2317750"/>
          <p14:tracePt t="51418" x="3359150" y="2317750"/>
          <p14:tracePt t="51779" x="3371850" y="2317750"/>
          <p14:tracePt t="51783" x="3386138" y="2317750"/>
          <p14:tracePt t="51785" x="3386138" y="2305050"/>
          <p14:tracePt t="51786" x="3400425" y="2305050"/>
          <p14:tracePt t="51787" x="3400425" y="2290763"/>
          <p14:tracePt t="51789" x="3413125" y="2290763"/>
          <p14:tracePt t="51791" x="3427413" y="2276475"/>
          <p14:tracePt t="51795" x="3441700" y="2276475"/>
          <p14:tracePt t="51796" x="3454400" y="2263775"/>
          <p14:tracePt t="51799" x="3468688" y="2263775"/>
          <p14:tracePt t="51801" x="3481388" y="2249488"/>
          <p14:tracePt t="51803" x="3481388" y="2235200"/>
          <p14:tracePt t="51806" x="3495675" y="2235200"/>
          <p14:tracePt t="51807" x="3509963" y="2235200"/>
          <p14:tracePt t="51809" x="3522663" y="2222500"/>
          <p14:tracePt t="51815" x="3536950" y="2208213"/>
          <p14:tracePt t="51820" x="3551238" y="2208213"/>
          <p14:tracePt t="51821" x="3563938" y="2193925"/>
          <p14:tracePt t="51824" x="3563938" y="2181225"/>
          <p14:tracePt t="51827" x="3578225" y="2181225"/>
          <p14:tracePt t="51832" x="3578225" y="2166938"/>
          <p14:tracePt t="51835" x="3592513" y="2166938"/>
          <p14:tracePt t="51853" x="3592513" y="2152650"/>
          <p14:tracePt t="52011" x="3592513" y="2139950"/>
          <p14:tracePt t="52016" x="3592513" y="2125663"/>
          <p14:tracePt t="52025" x="3605213" y="2112963"/>
          <p14:tracePt t="52035" x="3605213" y="2098675"/>
          <p14:tracePt t="52043" x="3619500" y="2098675"/>
          <p14:tracePt t="52384" x="3619500" y="2112963"/>
          <p14:tracePt t="52399" x="3632200" y="2112963"/>
          <p14:tracePt t="52402" x="3632200" y="2125663"/>
          <p14:tracePt t="52410" x="3632200" y="2139950"/>
          <p14:tracePt t="52434" x="3646488" y="2139950"/>
          <p14:tracePt t="52477" x="3646488" y="2152650"/>
          <p14:tracePt t="52483" x="3646488" y="2166938"/>
          <p14:tracePt t="52487" x="3646488" y="2181225"/>
          <p14:tracePt t="52491" x="3646488" y="2193925"/>
          <p14:tracePt t="52497" x="3646488" y="2208213"/>
          <p14:tracePt t="52501" x="3646488" y="2222500"/>
          <p14:tracePt t="52507" x="3646488" y="2235200"/>
          <p14:tracePt t="52513" x="3646488" y="2249488"/>
          <p14:tracePt t="52524" x="3646488" y="2263775"/>
          <p14:tracePt t="52545" x="3646488" y="2276475"/>
          <p14:tracePt t="52558" x="3646488" y="2290763"/>
          <p14:tracePt t="52568" x="3632200" y="2290763"/>
          <p14:tracePt t="52569" x="3632200" y="2305050"/>
          <p14:tracePt t="52596" x="3632200" y="2317750"/>
          <p14:tracePt t="52620" x="3619500" y="2317750"/>
          <p14:tracePt t="52731" x="3605213" y="2317750"/>
          <p14:tracePt t="52737" x="3592513" y="2317750"/>
          <p14:tracePt t="52750" x="3578225" y="2317750"/>
          <p14:tracePt t="52761" x="3563938" y="2317750"/>
          <p14:tracePt t="52769" x="3551238" y="2317750"/>
          <p14:tracePt t="52789" x="3536950" y="2317750"/>
          <p14:tracePt t="52830" x="3522663" y="2317750"/>
          <p14:tracePt t="52848" x="3509963" y="2317750"/>
          <p14:tracePt t="53030" x="3495675" y="2317750"/>
          <p14:tracePt t="57846" x="3481388" y="2317750"/>
          <p14:tracePt t="57848" x="3468688" y="2317750"/>
          <p14:tracePt t="57851" x="3454400" y="2317750"/>
          <p14:tracePt t="57853" x="3441700" y="2317750"/>
          <p14:tracePt t="57858" x="3427413" y="2317750"/>
          <p14:tracePt t="57862" x="3413125" y="2317750"/>
          <p14:tracePt t="57863" x="3400425" y="2317750"/>
          <p14:tracePt t="57869" x="3386138" y="2317750"/>
          <p14:tracePt t="57876" x="3371850" y="2317750"/>
          <p14:tracePt t="57960" x="3371850" y="2332038"/>
          <p14:tracePt t="57965" x="3359150" y="2332038"/>
          <p14:tracePt t="57966" x="3344863" y="2332038"/>
          <p14:tracePt t="57969" x="3330575" y="2332038"/>
          <p14:tracePt t="57970" x="3317875" y="2344738"/>
          <p14:tracePt t="57973" x="3303588" y="2344738"/>
          <p14:tracePt t="57975" x="3276600" y="2359025"/>
          <p14:tracePt t="57979" x="3262313" y="2359025"/>
          <p14:tracePt t="57980" x="3262313" y="2373313"/>
          <p14:tracePt t="57981" x="3249613" y="2373313"/>
          <p14:tracePt t="57982" x="3235325" y="2373313"/>
          <p14:tracePt t="57985" x="3221038" y="2373313"/>
          <p14:tracePt t="57987" x="3221038" y="2386013"/>
          <p14:tracePt t="57988" x="3194050" y="2386013"/>
          <p14:tracePt t="57991" x="3179763" y="2386013"/>
          <p14:tracePt t="57994" x="3167063" y="2386013"/>
          <p14:tracePt t="57995" x="3167063" y="2400300"/>
          <p14:tracePt t="57997" x="3140075" y="2400300"/>
          <p14:tracePt t="58001" x="3125788" y="2400300"/>
          <p14:tracePt t="58002" x="3111500" y="2400300"/>
          <p14:tracePt t="58005" x="3098800" y="2400300"/>
          <p14:tracePt t="58008" x="3084513" y="2400300"/>
          <p14:tracePt t="58011" x="3070225" y="2400300"/>
          <p14:tracePt t="58014" x="3057525" y="2400300"/>
          <p14:tracePt t="58056" x="3057525" y="2414588"/>
          <p14:tracePt t="58070" x="3043238" y="2414588"/>
          <p14:tracePt t="58077" x="3028950" y="2414588"/>
          <p14:tracePt t="58083" x="3016250" y="2414588"/>
          <p14:tracePt t="58084" x="3001963" y="2414588"/>
          <p14:tracePt t="58086" x="3001963" y="2427288"/>
          <p14:tracePt t="58088" x="2989263" y="2441575"/>
          <p14:tracePt t="58090" x="2974975" y="2441575"/>
          <p14:tracePt t="58093" x="2947988" y="2455863"/>
          <p14:tracePt t="58097" x="2933700" y="2455863"/>
          <p14:tracePt t="58099" x="2919413" y="2468563"/>
          <p14:tracePt t="58100" x="2906713" y="2482850"/>
          <p14:tracePt t="58105" x="2892425" y="2482850"/>
          <p14:tracePt t="58106" x="2878138" y="2495550"/>
          <p14:tracePt t="58108" x="2865438" y="2495550"/>
          <p14:tracePt t="58111" x="2851150" y="2509838"/>
          <p14:tracePt t="58113" x="2838450" y="2509838"/>
          <p14:tracePt t="58115" x="2824163" y="2524125"/>
          <p14:tracePt t="58116" x="2824163" y="2536825"/>
          <p14:tracePt t="58118" x="2809875" y="2536825"/>
          <p14:tracePt t="58119" x="2809875" y="2551113"/>
          <p14:tracePt t="58121" x="2797175" y="2551113"/>
          <p14:tracePt t="58123" x="2782888" y="2565400"/>
          <p14:tracePt t="58126" x="2768600" y="2578100"/>
          <p14:tracePt t="58128" x="2755900" y="2578100"/>
          <p14:tracePt t="58130" x="2755900" y="2592388"/>
          <p14:tracePt t="58133" x="2741613" y="2592388"/>
          <p14:tracePt t="58134" x="2741613" y="2606675"/>
          <p14:tracePt t="58137" x="2728913" y="2606675"/>
          <p14:tracePt t="58139" x="2728913" y="2619375"/>
          <p14:tracePt t="58140" x="2714625" y="2619375"/>
          <p14:tracePt t="58142" x="2714625" y="2633663"/>
          <p14:tracePt t="58151" x="2714625" y="2647950"/>
          <p14:tracePt t="58153" x="2700338" y="2647950"/>
          <p14:tracePt t="58162" x="2700338" y="2660650"/>
          <p14:tracePt t="58171" x="2700338" y="2674938"/>
          <p14:tracePt t="58175" x="2700338" y="2687638"/>
          <p14:tracePt t="58181" x="2687638" y="2701925"/>
          <p14:tracePt t="58186" x="2687638" y="2716213"/>
          <p14:tracePt t="58191" x="2673350" y="2728913"/>
          <p14:tracePt t="58192" x="2659063" y="2743200"/>
          <p14:tracePt t="58196" x="2659063" y="2757488"/>
          <p14:tracePt t="58197" x="2646363" y="2757488"/>
          <p14:tracePt t="58199" x="2646363" y="2770188"/>
          <p14:tracePt t="58202" x="2632075" y="2784475"/>
          <p14:tracePt t="58204" x="2632075" y="2798763"/>
          <p14:tracePt t="58206" x="2617788" y="2798763"/>
          <p14:tracePt t="58207" x="2617788" y="2811463"/>
          <p14:tracePt t="58210" x="2605088" y="2825750"/>
          <p14:tracePt t="58212" x="2590800" y="2825750"/>
          <p14:tracePt t="58213" x="2590800" y="2838450"/>
          <p14:tracePt t="58215" x="2578100" y="2852738"/>
          <p14:tracePt t="58218" x="2563813" y="2867025"/>
          <p14:tracePt t="58222" x="2549525" y="2879725"/>
          <p14:tracePt t="58223" x="2536825" y="2879725"/>
          <p14:tracePt t="58225" x="2522538" y="2908300"/>
          <p14:tracePt t="58227" x="2508250" y="2908300"/>
          <p14:tracePt t="58229" x="2495550" y="2921000"/>
          <p14:tracePt t="58231" x="2481263" y="2921000"/>
          <p14:tracePt t="58233" x="2481263" y="2935288"/>
          <p14:tracePt t="58236" x="2466975" y="2949575"/>
          <p14:tracePt t="58238" x="2454275" y="2962275"/>
          <p14:tracePt t="58240" x="2439988" y="2962275"/>
          <p14:tracePt t="58243" x="2427288" y="2976563"/>
          <p14:tracePt t="58244" x="2427288" y="2990850"/>
          <p14:tracePt t="58246" x="2398713" y="3003550"/>
          <p14:tracePt t="58248" x="2398713" y="3017838"/>
          <p14:tracePt t="58250" x="2386013" y="3017838"/>
          <p14:tracePt t="58252" x="2371725" y="3030538"/>
          <p14:tracePt t="58254" x="2357438" y="3030538"/>
          <p14:tracePt t="58257" x="2344738" y="3044825"/>
          <p14:tracePt t="58258" x="2344738" y="3059113"/>
          <p14:tracePt t="58260" x="2330450" y="3059113"/>
          <p14:tracePt t="58262" x="2316163" y="3071813"/>
          <p14:tracePt t="58265" x="2303463" y="3071813"/>
          <p14:tracePt t="58267" x="2289175" y="3086100"/>
          <p14:tracePt t="58269" x="2289175" y="3100388"/>
          <p14:tracePt t="58271" x="2276475" y="3100388"/>
          <p14:tracePt t="58273" x="2262188" y="3113088"/>
          <p14:tracePt t="58276" x="2247900" y="3113088"/>
          <p14:tracePt t="58279" x="2247900" y="3127375"/>
          <p14:tracePt t="58281" x="2235200" y="3127375"/>
          <p14:tracePt t="58291" x="2220913" y="3127375"/>
          <p14:tracePt t="58292" x="2220913" y="3141663"/>
          <p14:tracePt t="58829" x="2206625" y="3141663"/>
          <p14:tracePt t="58837" x="2193925" y="3141663"/>
          <p14:tracePt t="58838" x="2193925" y="3154363"/>
          <p14:tracePt t="58841" x="2179638" y="3168650"/>
          <p14:tracePt t="58845" x="2165350" y="3181350"/>
          <p14:tracePt t="58847" x="2152650" y="3195638"/>
          <p14:tracePt t="58850" x="2138363" y="3209925"/>
          <p14:tracePt t="58855" x="2125663" y="3209925"/>
          <p14:tracePt t="58856" x="2125663" y="3222625"/>
          <p14:tracePt t="58857" x="2111375" y="3222625"/>
          <p14:tracePt t="58860" x="2097088" y="3236913"/>
          <p14:tracePt t="58862" x="2084388" y="3251200"/>
          <p14:tracePt t="58864" x="2070100" y="3251200"/>
          <p14:tracePt t="58867" x="2070100" y="3263900"/>
          <p14:tracePt t="58869" x="2043113" y="3263900"/>
          <p14:tracePt t="58870" x="2043113" y="3278188"/>
          <p14:tracePt t="58871" x="2028825" y="3278188"/>
          <p14:tracePt t="58874" x="2028825" y="3292475"/>
          <p14:tracePt t="58876" x="2014538" y="3292475"/>
          <p14:tracePt t="58878" x="1987550" y="3292475"/>
          <p14:tracePt t="58879" x="1987550" y="3305175"/>
          <p14:tracePt t="58881" x="1974850" y="3319463"/>
          <p14:tracePt t="58884" x="1946275" y="3319463"/>
          <p14:tracePt t="58885" x="1946275" y="3333750"/>
          <p14:tracePt t="58888" x="1933575" y="3333750"/>
          <p14:tracePt t="58889" x="1905000" y="3346450"/>
          <p14:tracePt t="58891" x="1892300" y="3360738"/>
          <p14:tracePt t="58893" x="1878013" y="3360738"/>
          <p14:tracePt t="58896" x="1863725" y="3360738"/>
          <p14:tracePt t="58897" x="1851025" y="3373438"/>
          <p14:tracePt t="58899" x="1836738" y="3373438"/>
          <p14:tracePt t="58901" x="1824038" y="3373438"/>
          <p14:tracePt t="58904" x="1824038" y="3387725"/>
          <p14:tracePt t="58905" x="1809750" y="3387725"/>
          <p14:tracePt t="58907" x="1795463" y="3387725"/>
          <p14:tracePt t="58908" x="1795463" y="3402013"/>
          <p14:tracePt t="58911" x="1782763" y="3402013"/>
          <p14:tracePt t="58911" x="1768475" y="3402013"/>
          <p14:tracePt t="58915" x="1754188" y="3402013"/>
          <p14:tracePt t="58919" x="1741488" y="3402013"/>
          <p14:tracePt t="58924" x="1727200" y="3402013"/>
          <p14:tracePt t="58927" x="1712913" y="3402013"/>
          <p14:tracePt t="58929" x="1700213" y="3402013"/>
          <p14:tracePt t="58933" x="1685925" y="3402013"/>
          <p14:tracePt t="58936" x="1673225" y="3402013"/>
          <p14:tracePt t="58939" x="1658938" y="3402013"/>
          <p14:tracePt t="58942" x="1644650" y="3402013"/>
          <p14:tracePt t="58947" x="1631950" y="3402013"/>
          <p14:tracePt t="58950" x="1617663" y="3402013"/>
          <p14:tracePt t="58953" x="1603375" y="3402013"/>
          <p14:tracePt t="58956" x="1590675" y="3402013"/>
          <p14:tracePt t="58959" x="1576388" y="3402013"/>
          <p14:tracePt t="58960" x="1562100" y="3402013"/>
          <p14:tracePt t="58962" x="1549400" y="3402013"/>
          <p14:tracePt t="58965" x="1522413" y="3402013"/>
          <p14:tracePt t="58967" x="1508125" y="3402013"/>
          <p14:tracePt t="58969" x="1493838" y="3402013"/>
          <p14:tracePt t="58970" x="1481138" y="3402013"/>
          <p14:tracePt t="58972" x="1466850" y="3402013"/>
          <p14:tracePt t="58973" x="1439863" y="3402013"/>
          <p14:tracePt t="58975" x="1425575" y="3402013"/>
          <p14:tracePt t="58976" x="1411288" y="3402013"/>
          <p14:tracePt t="58977" x="1398588" y="3402013"/>
          <p14:tracePt t="58979" x="1371600" y="3387725"/>
          <p14:tracePt t="58980" x="1357313" y="3387725"/>
          <p14:tracePt t="58981" x="1343025" y="3387725"/>
          <p14:tracePt t="58983" x="1316038" y="3387725"/>
          <p14:tracePt t="58984" x="1301750" y="3387725"/>
          <p14:tracePt t="58986" x="1274763" y="3387725"/>
          <p14:tracePt t="58987" x="1247775" y="3387725"/>
          <p14:tracePt t="58988" x="1247775" y="3373438"/>
          <p14:tracePt t="58989" x="1220788" y="3373438"/>
          <p14:tracePt t="58990" x="1206500" y="3373438"/>
          <p14:tracePt t="58993" x="1179513" y="3373438"/>
          <p14:tracePt t="58994" x="1150938" y="3360738"/>
          <p14:tracePt t="58995" x="1138238" y="3360738"/>
          <p14:tracePt t="58996" x="1123950" y="3360738"/>
          <p14:tracePt t="58998" x="1109663" y="3360738"/>
          <p14:tracePt t="59000" x="1082675" y="3360738"/>
          <p14:tracePt t="59001" x="1069975" y="3360738"/>
          <p14:tracePt t="59002" x="1055688" y="3360738"/>
          <p14:tracePt t="59004" x="1041400" y="3360738"/>
          <p14:tracePt t="59005" x="1028700" y="3360738"/>
          <p14:tracePt t="59008" x="1014413" y="3346450"/>
          <p14:tracePt t="59008" x="1000125" y="3346450"/>
          <p14:tracePt t="59009" x="987425" y="3346450"/>
          <p14:tracePt t="59011" x="973138" y="3346450"/>
          <p14:tracePt t="59014" x="958850" y="3346450"/>
          <p14:tracePt t="59015" x="946150" y="3346450"/>
          <p14:tracePt t="59016" x="946150" y="3333750"/>
          <p14:tracePt t="59017" x="931863" y="3333750"/>
          <p14:tracePt t="59022" x="919163" y="3333750"/>
          <p14:tracePt t="59024" x="904875" y="3333750"/>
          <p14:tracePt t="59026" x="890588" y="3333750"/>
          <p14:tracePt t="59031" x="890588" y="3319463"/>
          <p14:tracePt t="59033" x="877888" y="3319463"/>
          <p14:tracePt t="59104" x="863600" y="3319463"/>
          <p14:tracePt t="59121" x="849313" y="3319463"/>
          <p14:tracePt t="59131" x="836613" y="3319463"/>
          <p14:tracePt t="59369" x="822325" y="3319463"/>
          <p14:tracePt t="59372" x="822325" y="3333750"/>
          <p14:tracePt t="59376" x="809625" y="3346450"/>
          <p14:tracePt t="59382" x="795338" y="3346450"/>
          <p14:tracePt t="59384" x="781050" y="3346450"/>
          <p14:tracePt t="59387" x="781050" y="3360738"/>
          <p14:tracePt t="59391" x="768350" y="3360738"/>
          <p14:tracePt t="59397" x="768350" y="3373438"/>
          <p14:tracePt t="59398" x="754063" y="3373438"/>
          <p14:tracePt t="59409" x="739775" y="3373438"/>
          <p14:tracePt t="59413" x="739775" y="3387725"/>
          <p14:tracePt t="59414" x="739775" y="3402013"/>
          <p14:tracePt t="59416" x="727075" y="3402013"/>
          <p14:tracePt t="59426" x="727075" y="3414713"/>
          <p14:tracePt t="59427" x="712788" y="3414713"/>
          <p14:tracePt t="59430" x="712788" y="3429000"/>
          <p14:tracePt t="59433" x="698500" y="3429000"/>
          <p14:tracePt t="59435" x="698500" y="3443288"/>
          <p14:tracePt t="59437" x="698500" y="3455988"/>
          <p14:tracePt t="59441" x="698500" y="3470275"/>
          <p14:tracePt t="59442" x="685800" y="3470275"/>
          <p14:tracePt t="59444" x="685800" y="3484563"/>
          <p14:tracePt t="59447" x="685800" y="3511550"/>
          <p14:tracePt t="59449" x="671513" y="3511550"/>
          <p14:tracePt t="59453" x="671513" y="3524250"/>
          <p14:tracePt t="59456" x="671513" y="3538538"/>
          <p14:tracePt t="59459" x="671513" y="3552825"/>
          <p14:tracePt t="59466" x="671513" y="3565525"/>
          <p14:tracePt t="59470" x="671513" y="3594100"/>
          <p14:tracePt t="59479" x="671513" y="3606800"/>
          <p14:tracePt t="59485" x="671513" y="3621088"/>
          <p14:tracePt t="59490" x="671513" y="3635375"/>
          <p14:tracePt t="59497" x="658813" y="3648075"/>
          <p14:tracePt t="59501" x="658813" y="3662363"/>
          <p14:tracePt t="59508" x="658813" y="3689350"/>
          <p14:tracePt t="59512" x="644525" y="3703638"/>
          <p14:tracePt t="59515" x="644525" y="3716338"/>
          <p14:tracePt t="59519" x="644525" y="3730625"/>
          <p14:tracePt t="59522" x="630238" y="3744913"/>
          <p14:tracePt t="59523" x="630238" y="3757613"/>
          <p14:tracePt t="59526" x="617538" y="3757613"/>
          <p14:tracePt t="59528" x="617538" y="3771900"/>
          <p14:tracePt t="59530" x="617538" y="3786188"/>
          <p14:tracePt t="59531" x="617538" y="3798888"/>
          <p14:tracePt t="59536" x="617538" y="3813175"/>
          <p14:tracePt t="59539" x="617538" y="3827463"/>
          <p14:tracePt t="59543" x="617538" y="3840163"/>
          <p14:tracePt t="59545" x="617538" y="3854450"/>
          <p14:tracePt t="59552" x="617538" y="3867150"/>
          <p14:tracePt t="59560" x="617538" y="3881438"/>
          <p14:tracePt t="59568" x="617538" y="3895725"/>
          <p14:tracePt t="59573" x="617538" y="3908425"/>
          <p14:tracePt t="59583" x="630238" y="3922713"/>
          <p14:tracePt t="59599" x="630238" y="3937000"/>
          <p14:tracePt t="59603" x="644525" y="393700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18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</a:rPr>
              <a:t>EFFGGEBDDCCBA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/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25B6053B-5CD3-1EDF-44C7-5951A3C115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81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7231">
        <p159:morph option="byObject"/>
      </p:transition>
    </mc:Choice>
    <mc:Fallback>
      <p:transition advTm="723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1" x="644525" y="3949700"/>
          <p14:tracePt t="98" x="644525" y="3963988"/>
          <p14:tracePt t="128" x="644525" y="3978275"/>
          <p14:tracePt t="196" x="658813" y="3978275"/>
          <p14:tracePt t="201" x="671513" y="3978275"/>
          <p14:tracePt t="204" x="685800" y="3978275"/>
          <p14:tracePt t="208" x="698500" y="3978275"/>
          <p14:tracePt t="214" x="712788" y="3978275"/>
          <p14:tracePt t="218" x="727075" y="3978275"/>
          <p14:tracePt t="223" x="739775" y="3978275"/>
          <p14:tracePt t="234" x="754063" y="3978275"/>
          <p14:tracePt t="242" x="754063" y="3963988"/>
          <p14:tracePt t="246" x="768350" y="3963988"/>
          <p14:tracePt t="254" x="781050" y="3963988"/>
          <p14:tracePt t="258" x="795338" y="3963988"/>
          <p14:tracePt t="259" x="795338" y="3949700"/>
          <p14:tracePt t="268" x="809625" y="3949700"/>
          <p14:tracePt t="274" x="809625" y="3937000"/>
          <p14:tracePt t="281" x="822325" y="3937000"/>
          <p14:tracePt t="284" x="822325" y="3922713"/>
          <p14:tracePt t="291" x="836613" y="3922713"/>
          <p14:tracePt t="294" x="836613" y="3908425"/>
          <p14:tracePt t="298" x="836613" y="3895725"/>
          <p14:tracePt t="300" x="849313" y="3895725"/>
          <p14:tracePt t="306" x="849313" y="3881438"/>
          <p14:tracePt t="308" x="863600" y="3881438"/>
          <p14:tracePt t="312" x="863600" y="3867150"/>
          <p14:tracePt t="314" x="877888" y="3867150"/>
          <p14:tracePt t="317" x="877888" y="3854450"/>
          <p14:tracePt t="318" x="890588" y="3854450"/>
          <p14:tracePt t="319" x="890588" y="3840163"/>
          <p14:tracePt t="321" x="904875" y="3840163"/>
          <p14:tracePt t="323" x="919163" y="3827463"/>
          <p14:tracePt t="326" x="946150" y="3798888"/>
          <p14:tracePt t="328" x="958850" y="3786188"/>
          <p14:tracePt t="336" x="1041400" y="3730625"/>
          <p14:tracePt t="336" x="1055688" y="3730625"/>
          <p14:tracePt t="339" x="1069975" y="3716338"/>
          <p14:tracePt t="340" x="1096963" y="3703638"/>
          <p14:tracePt t="342" x="1109663" y="3676650"/>
          <p14:tracePt t="343" x="1138238" y="3676650"/>
          <p14:tracePt t="344" x="1138238" y="3662363"/>
          <p14:tracePt t="345" x="1150938" y="3662363"/>
          <p14:tracePt t="345" x="1165225" y="3648075"/>
          <p14:tracePt t="347" x="1179513" y="3648075"/>
          <p14:tracePt t="349" x="1192213" y="3621088"/>
          <p14:tracePt t="350" x="1220788" y="3621088"/>
          <p14:tracePt t="350" x="1233488" y="3606800"/>
          <p14:tracePt t="353" x="1260475" y="3594100"/>
          <p14:tracePt t="354" x="1274763" y="3594100"/>
          <p14:tracePt t="356" x="1301750" y="3565525"/>
          <p14:tracePt t="358" x="1316038" y="3565525"/>
          <p14:tracePt t="358" x="1330325" y="3552825"/>
          <p14:tracePt t="361" x="1343025" y="3538538"/>
          <p14:tracePt t="363" x="1371600" y="3524250"/>
          <p14:tracePt t="364" x="1384300" y="3524250"/>
          <p14:tracePt t="366" x="1398588" y="3511550"/>
          <p14:tracePt t="367" x="1411288" y="3497263"/>
          <p14:tracePt t="368" x="1425575" y="3484563"/>
          <p14:tracePt t="370" x="1439863" y="3484563"/>
          <p14:tracePt t="372" x="1452563" y="3470275"/>
          <p14:tracePt t="376" x="1493838" y="3455988"/>
          <p14:tracePt t="378" x="1508125" y="3455988"/>
          <p14:tracePt t="379" x="1522413" y="3443288"/>
          <p14:tracePt t="380" x="1535113" y="3443288"/>
          <p14:tracePt t="382" x="1549400" y="3443288"/>
          <p14:tracePt t="385" x="1562100" y="3414713"/>
          <p14:tracePt t="387" x="1576388" y="3414713"/>
          <p14:tracePt t="387" x="1590675" y="3414713"/>
          <p14:tracePt t="389" x="1603375" y="3402013"/>
          <p14:tracePt t="392" x="1631950" y="3402013"/>
          <p14:tracePt t="394" x="1644650" y="3387725"/>
          <p14:tracePt t="395" x="1658938" y="3387725"/>
          <p14:tracePt t="396" x="1673225" y="3387725"/>
          <p14:tracePt t="398" x="1685925" y="3373438"/>
          <p14:tracePt t="399" x="1700213" y="3373438"/>
          <p14:tracePt t="401" x="1712913" y="3373438"/>
          <p14:tracePt t="404" x="1741488" y="3373438"/>
          <p14:tracePt t="405" x="1754188" y="3360738"/>
          <p14:tracePt t="407" x="1768475" y="3360738"/>
          <p14:tracePt t="408" x="1782763" y="3346450"/>
          <p14:tracePt t="411" x="1795463" y="3346450"/>
          <p14:tracePt t="413" x="1824038" y="3333750"/>
          <p14:tracePt t="416" x="1836738" y="3333750"/>
          <p14:tracePt t="418" x="1851025" y="3333750"/>
          <p14:tracePt t="420" x="1878013" y="3319463"/>
          <p14:tracePt t="422" x="1892300" y="3319463"/>
          <p14:tracePt t="424" x="1905000" y="3319463"/>
          <p14:tracePt t="425" x="1933575" y="3305175"/>
          <p14:tracePt t="427" x="1946275" y="3305175"/>
          <p14:tracePt t="429" x="1960563" y="3292475"/>
          <p14:tracePt t="432" x="1974850" y="3292475"/>
          <p14:tracePt t="432" x="1987550" y="3278188"/>
          <p14:tracePt t="433" x="2001838" y="3278188"/>
          <p14:tracePt t="434" x="2014538" y="3278188"/>
          <p14:tracePt t="436" x="2028825" y="3278188"/>
          <p14:tracePt t="439" x="2055813" y="3263900"/>
          <p14:tracePt t="440" x="2070100" y="3251200"/>
          <p14:tracePt t="441" x="2084388" y="3251200"/>
          <p14:tracePt t="443" x="2111375" y="3251200"/>
          <p14:tracePt t="445" x="2125663" y="3251200"/>
          <p14:tracePt t="446" x="2125663" y="3236913"/>
          <p14:tracePt t="447" x="2138363" y="3236913"/>
          <p14:tracePt t="448" x="2179638" y="3222625"/>
          <p14:tracePt t="451" x="2193925" y="3222625"/>
          <p14:tracePt t="453" x="2206625" y="3222625"/>
          <p14:tracePt t="453" x="2220913" y="3209925"/>
          <p14:tracePt t="455" x="2235200" y="3209925"/>
          <p14:tracePt t="456" x="2247900" y="3209925"/>
          <p14:tracePt t="457" x="2262188" y="3209925"/>
          <p14:tracePt t="459" x="2276475" y="3195638"/>
          <p14:tracePt t="461" x="2289175" y="3181350"/>
          <p14:tracePt t="462" x="2303463" y="3181350"/>
          <p14:tracePt t="464" x="2316163" y="3181350"/>
          <p14:tracePt t="467" x="2330450" y="3181350"/>
          <p14:tracePt t="469" x="2344738" y="3168650"/>
          <p14:tracePt t="472" x="2357438" y="3168650"/>
          <p14:tracePt t="474" x="2371725" y="3168650"/>
          <p14:tracePt t="477" x="2386013" y="3168650"/>
          <p14:tracePt t="482" x="2413000" y="3154363"/>
          <p14:tracePt t="488" x="2427288" y="3154363"/>
          <p14:tracePt t="491" x="2439988" y="3154363"/>
          <p14:tracePt t="494" x="2454275" y="3154363"/>
          <p14:tracePt t="496" x="2454275" y="3141663"/>
          <p14:tracePt t="498" x="2466975" y="3141663"/>
          <p14:tracePt t="501" x="2481263" y="3141663"/>
          <p14:tracePt t="503" x="2481263" y="3127375"/>
          <p14:tracePt t="506" x="2508250" y="3127375"/>
          <p14:tracePt t="511" x="2522538" y="3127375"/>
          <p14:tracePt t="515" x="2536825" y="3127375"/>
          <p14:tracePt t="516" x="2536825" y="3113088"/>
          <p14:tracePt t="520" x="2549525" y="3113088"/>
          <p14:tracePt t="521" x="2563813" y="3113088"/>
          <p14:tracePt t="526" x="2578100" y="3113088"/>
          <p14:tracePt t="531" x="2590800" y="3113088"/>
          <p14:tracePt t="534" x="2605088" y="3113088"/>
          <p14:tracePt t="536" x="2617788" y="3100388"/>
          <p14:tracePt t="538" x="2632075" y="3100388"/>
          <p14:tracePt t="541" x="2659063" y="3100388"/>
          <p14:tracePt t="544" x="2673350" y="3100388"/>
          <p14:tracePt t="547" x="2687638" y="3100388"/>
          <p14:tracePt t="548" x="2700338" y="3100388"/>
          <p14:tracePt t="551" x="2728913" y="3086100"/>
          <p14:tracePt t="552" x="2741613" y="3071813"/>
          <p14:tracePt t="553" x="2755900" y="3071813"/>
          <p14:tracePt t="555" x="2768600" y="3071813"/>
          <p14:tracePt t="558" x="2797175" y="3071813"/>
          <p14:tracePt t="559" x="2824163" y="3071813"/>
          <p14:tracePt t="561" x="2851150" y="3071813"/>
          <p14:tracePt t="562" x="2865438" y="3059113"/>
          <p14:tracePt t="564" x="2892425" y="3059113"/>
          <p14:tracePt t="566" x="2906713" y="3059113"/>
          <p14:tracePt t="567" x="2919413" y="3059113"/>
          <p14:tracePt t="568" x="2933700" y="3059113"/>
          <p14:tracePt t="570" x="2974975" y="3044825"/>
          <p14:tracePt t="572" x="2989263" y="3044825"/>
          <p14:tracePt t="573" x="3001963" y="3044825"/>
          <p14:tracePt t="574" x="3016250" y="3030538"/>
          <p14:tracePt t="576" x="3028950" y="3030538"/>
          <p14:tracePt t="578" x="3057525" y="3030538"/>
          <p14:tracePt t="580" x="3070225" y="3030538"/>
          <p14:tracePt t="582" x="3098800" y="3030538"/>
          <p14:tracePt t="585" x="3111500" y="3030538"/>
          <p14:tracePt t="585" x="3125788" y="3030538"/>
          <p14:tracePt t="586" x="3125788" y="3017838"/>
          <p14:tracePt t="587" x="3140075" y="3017838"/>
          <p14:tracePt t="591" x="3152775" y="3017838"/>
          <p14:tracePt t="595" x="3167063" y="3017838"/>
          <p14:tracePt t="598" x="3179763" y="3017838"/>
          <p14:tracePt t="942" x="3167063" y="3017838"/>
          <p14:tracePt t="944" x="3152775" y="3017838"/>
          <p14:tracePt t="947" x="3140075" y="3017838"/>
          <p14:tracePt t="948" x="3125788" y="3017838"/>
          <p14:tracePt t="950" x="3111500" y="3017838"/>
          <p14:tracePt t="952" x="3098800" y="3017838"/>
          <p14:tracePt t="954" x="3084513" y="3017838"/>
          <p14:tracePt t="956" x="3057525" y="3030538"/>
          <p14:tracePt t="960" x="3043238" y="3030538"/>
          <p14:tracePt t="961" x="3016250" y="3044825"/>
          <p14:tracePt t="962" x="3001963" y="3044825"/>
          <p14:tracePt t="967" x="2960688" y="3044825"/>
          <p14:tracePt t="968" x="2947988" y="3059113"/>
          <p14:tracePt t="969" x="2933700" y="3059113"/>
          <p14:tracePt t="970" x="2919413" y="3059113"/>
          <p14:tracePt t="973" x="2906713" y="3059113"/>
          <p14:tracePt t="974" x="2892425" y="3059113"/>
          <p14:tracePt t="975" x="2865438" y="3059113"/>
          <p14:tracePt t="977" x="2851150" y="3059113"/>
          <p14:tracePt t="979" x="2824163" y="3059113"/>
          <p14:tracePt t="981" x="2797175" y="3071813"/>
          <p14:tracePt t="982" x="2768600" y="3071813"/>
          <p14:tracePt t="983" x="2755900" y="3071813"/>
          <p14:tracePt t="984" x="2741613" y="3086100"/>
          <p14:tracePt t="985" x="2728913" y="3086100"/>
          <p14:tracePt t="987" x="2700338" y="3086100"/>
          <p14:tracePt t="988" x="2687638" y="3086100"/>
          <p14:tracePt t="989" x="2659063" y="3086100"/>
          <p14:tracePt t="991" x="2632075" y="3100388"/>
          <p14:tracePt t="992" x="2605088" y="3113088"/>
          <p14:tracePt t="994" x="2590800" y="3113088"/>
          <p14:tracePt t="995" x="2578100" y="3113088"/>
          <p14:tracePt t="996" x="2549525" y="3113088"/>
          <p14:tracePt t="998" x="2522538" y="3113088"/>
          <p14:tracePt t="1000" x="2508250" y="3113088"/>
          <p14:tracePt t="1001" x="2481263" y="3113088"/>
          <p14:tracePt t="1003" x="2454275" y="3113088"/>
          <p14:tracePt t="1005" x="2427288" y="3113088"/>
          <p14:tracePt t="1008" x="2398713" y="3127375"/>
          <p14:tracePt t="1008" x="2371725" y="3127375"/>
          <p14:tracePt t="1009" x="2344738" y="3141663"/>
          <p14:tracePt t="1010" x="2330450" y="3141663"/>
          <p14:tracePt t="1011" x="2316163" y="3141663"/>
          <p14:tracePt t="1014" x="2262188" y="3141663"/>
          <p14:tracePt t="1015" x="2247900" y="3141663"/>
          <p14:tracePt t="1017" x="2235200" y="3141663"/>
          <p14:tracePt t="1018" x="2206625" y="3141663"/>
          <p14:tracePt t="1021" x="2193925" y="3141663"/>
          <p14:tracePt t="1022" x="2152650" y="3154363"/>
          <p14:tracePt t="1023" x="2138363" y="3154363"/>
          <p14:tracePt t="1024" x="2125663" y="3154363"/>
          <p14:tracePt t="1025" x="2111375" y="3154363"/>
          <p14:tracePt t="1026" x="2084388" y="3154363"/>
          <p14:tracePt t="1028" x="2070100" y="3154363"/>
          <p14:tracePt t="1029" x="2055813" y="3168650"/>
          <p14:tracePt t="1030" x="2028825" y="3168650"/>
          <p14:tracePt t="1031" x="2014538" y="3168650"/>
          <p14:tracePt t="1033" x="2001838" y="3168650"/>
          <p14:tracePt t="1036" x="1974850" y="3181350"/>
          <p14:tracePt t="1036" x="1946275" y="3181350"/>
          <p14:tracePt t="1039" x="1919288" y="3181350"/>
          <p14:tracePt t="1039" x="1905000" y="3181350"/>
          <p14:tracePt t="1040" x="1892300" y="3181350"/>
          <p14:tracePt t="1042" x="1878013" y="3181350"/>
          <p14:tracePt t="1043" x="1863725" y="3181350"/>
          <p14:tracePt t="1043" x="1851025" y="3181350"/>
          <p14:tracePt t="1045" x="1836738" y="3181350"/>
          <p14:tracePt t="1047" x="1824038" y="3181350"/>
          <p14:tracePt t="1049" x="1809750" y="3181350"/>
          <p14:tracePt t="1050" x="1795463" y="3181350"/>
          <p14:tracePt t="1055" x="1768475" y="3181350"/>
          <p14:tracePt t="1132" x="1768475" y="3195638"/>
          <p14:tracePt t="1140" x="1768475" y="3209925"/>
          <p14:tracePt t="1142" x="1768475" y="3222625"/>
          <p14:tracePt t="1146" x="1754188" y="3236913"/>
          <p14:tracePt t="1148" x="1754188" y="3251200"/>
          <p14:tracePt t="1151" x="1754188" y="3263900"/>
          <p14:tracePt t="1155" x="1741488" y="3278188"/>
          <p14:tracePt t="1156" x="1741488" y="3292475"/>
          <p14:tracePt t="1161" x="1741488" y="3305175"/>
          <p14:tracePt t="1162" x="1741488" y="3319463"/>
          <p14:tracePt t="1164" x="1741488" y="3333750"/>
          <p14:tracePt t="1166" x="1741488" y="3346450"/>
          <p14:tracePt t="1168" x="1727200" y="3360738"/>
          <p14:tracePt t="1170" x="1712913" y="3373438"/>
          <p14:tracePt t="1173" x="1712913" y="3402013"/>
          <p14:tracePt t="1176" x="1712913" y="3414713"/>
          <p14:tracePt t="1179" x="1712913" y="3429000"/>
          <p14:tracePt t="1180" x="1712913" y="3443288"/>
          <p14:tracePt t="1181" x="1712913" y="3455988"/>
          <p14:tracePt t="1182" x="1712913" y="3470275"/>
          <p14:tracePt t="1183" x="1712913" y="3484563"/>
          <p14:tracePt t="1186" x="1712913" y="3497263"/>
          <p14:tracePt t="1188" x="1712913" y="3511550"/>
          <p14:tracePt t="1190" x="1712913" y="3524250"/>
          <p14:tracePt t="1191" x="1712913" y="3538538"/>
          <p14:tracePt t="1191" x="1712913" y="3552825"/>
          <p14:tracePt t="1193" x="1712913" y="3565525"/>
          <p14:tracePt t="1196" x="1712913" y="3579813"/>
          <p14:tracePt t="1197" x="1712913" y="3606800"/>
          <p14:tracePt t="1199" x="1712913" y="3621088"/>
          <p14:tracePt t="1202" x="1712913" y="3635375"/>
          <p14:tracePt t="1203" x="1727200" y="3648075"/>
          <p14:tracePt t="1205" x="1741488" y="3662363"/>
          <p14:tracePt t="1206" x="1741488" y="3676650"/>
          <p14:tracePt t="1209" x="1754188" y="3703638"/>
          <p14:tracePt t="1210" x="1754188" y="3716338"/>
          <p14:tracePt t="1212" x="1768475" y="3730625"/>
          <p14:tracePt t="1215" x="1782763" y="3744913"/>
          <p14:tracePt t="1217" x="1782763" y="3757613"/>
          <p14:tracePt t="1217" x="1795463" y="3757613"/>
          <p14:tracePt t="1220" x="1809750" y="3786188"/>
          <p14:tracePt t="1221" x="1824038" y="3798888"/>
          <p14:tracePt t="1224" x="1836738" y="3813175"/>
          <p14:tracePt t="1224" x="1851025" y="3827463"/>
          <p14:tracePt t="1226" x="1863725" y="3840163"/>
          <p14:tracePt t="1230" x="1863725" y="3854450"/>
          <p14:tracePt t="1231" x="1878013" y="3854450"/>
          <p14:tracePt t="1232" x="1892300" y="3854450"/>
          <p14:tracePt t="1232" x="1892300" y="3867150"/>
          <p14:tracePt t="1234" x="1905000" y="3881438"/>
          <p14:tracePt t="1235" x="1919288" y="3881438"/>
          <p14:tracePt t="1237" x="1933575" y="3881438"/>
          <p14:tracePt t="1238" x="1933575" y="3895725"/>
          <p14:tracePt t="1238" x="1946275" y="3895725"/>
          <p14:tracePt t="1240" x="1960563" y="3895725"/>
          <p14:tracePt t="1243" x="1974850" y="3908425"/>
          <p14:tracePt t="1245" x="1987550" y="3908425"/>
          <p14:tracePt t="1245" x="2001838" y="3908425"/>
          <p14:tracePt t="1247" x="2014538" y="3908425"/>
          <p14:tracePt t="1251" x="2028825" y="3922713"/>
          <p14:tracePt t="1253" x="2043113" y="3922713"/>
          <p14:tracePt t="1258" x="2055813" y="3937000"/>
          <p14:tracePt t="1259" x="2070100" y="3937000"/>
          <p14:tracePt t="1369" x="2070100" y="3949700"/>
          <p14:tracePt t="1373" x="2070100" y="3963988"/>
          <p14:tracePt t="1376" x="2070100" y="3978275"/>
          <p14:tracePt t="1378" x="2070100" y="3990975"/>
          <p14:tracePt t="1381" x="2055813" y="4005263"/>
          <p14:tracePt t="1384" x="2055813" y="4019550"/>
          <p14:tracePt t="1386" x="2043113" y="4019550"/>
          <p14:tracePt t="1387" x="2043113" y="4032250"/>
          <p14:tracePt t="1390" x="2028825" y="4046538"/>
          <p14:tracePt t="1391" x="2028825" y="4059238"/>
          <p14:tracePt t="1394" x="2014538" y="4073525"/>
          <p14:tracePt t="1396" x="2001838" y="4087813"/>
          <p14:tracePt t="1398" x="1987550" y="4100513"/>
          <p14:tracePt t="1400" x="1987550" y="4114800"/>
          <p14:tracePt t="1401" x="1974850" y="4114800"/>
          <p14:tracePt t="1404" x="1974850" y="4129088"/>
          <p14:tracePt t="1405" x="1960563" y="4141788"/>
          <p14:tracePt t="1406" x="1960563" y="4156075"/>
          <p14:tracePt t="1407" x="1946275" y="4156075"/>
          <p14:tracePt t="1410" x="1946275" y="4170363"/>
          <p14:tracePt t="1411" x="1946275" y="4183063"/>
          <p14:tracePt t="1412" x="1933575" y="4197350"/>
          <p14:tracePt t="1414" x="1933575" y="4210050"/>
          <p14:tracePt t="1417" x="1919288" y="4224338"/>
          <p14:tracePt t="1418" x="1905000" y="4238625"/>
          <p14:tracePt t="1420" x="1905000" y="4251325"/>
          <p14:tracePt t="1421" x="1892300" y="4251325"/>
          <p14:tracePt t="1424" x="1892300" y="4279900"/>
          <p14:tracePt t="1425" x="1878013" y="4279900"/>
          <p14:tracePt t="1426" x="1878013" y="4292600"/>
          <p14:tracePt t="1427" x="1863725" y="4292600"/>
          <p14:tracePt t="1428" x="1863725" y="4306888"/>
          <p14:tracePt t="1432" x="1851025" y="4333875"/>
          <p14:tracePt t="1433" x="1851025" y="4348163"/>
          <p14:tracePt t="1436" x="1851025" y="4362450"/>
          <p14:tracePt t="1436" x="1836738" y="4375150"/>
          <p14:tracePt t="1438" x="1824038" y="4375150"/>
          <p14:tracePt t="1439" x="1824038" y="4402138"/>
          <p14:tracePt t="1441" x="1824038" y="4416425"/>
          <p14:tracePt t="1442" x="1809750" y="4430713"/>
          <p14:tracePt t="1443" x="1809750" y="4443413"/>
          <p14:tracePt t="1446" x="1795463" y="4471988"/>
          <p14:tracePt t="1447" x="1782763" y="4484688"/>
          <p14:tracePt t="1448" x="1782763" y="4498975"/>
          <p14:tracePt t="1449" x="1782763" y="4513263"/>
          <p14:tracePt t="1450" x="1782763" y="4525963"/>
          <p14:tracePt t="1452" x="1768475" y="4525963"/>
          <p14:tracePt t="1453" x="1768475" y="4552950"/>
          <p14:tracePt t="1454" x="1768475" y="4567238"/>
          <p14:tracePt t="1455" x="1754188" y="4594225"/>
          <p14:tracePt t="1457" x="1741488" y="4622800"/>
          <p14:tracePt t="1459" x="1741488" y="4635500"/>
          <p14:tracePt t="1460" x="1741488" y="4649788"/>
          <p14:tracePt t="1461" x="1741488" y="4664075"/>
          <p14:tracePt t="1461" x="1727200" y="4676775"/>
          <p14:tracePt t="1462" x="1727200" y="4691063"/>
          <p14:tracePt t="1463" x="1727200" y="4705350"/>
          <p14:tracePt t="1464" x="1727200" y="4718050"/>
          <p14:tracePt t="1466" x="1712913" y="4745038"/>
          <p14:tracePt t="1467" x="1712913" y="4759325"/>
          <p14:tracePt t="1467" x="1700213" y="4773613"/>
          <p14:tracePt t="1468" x="1700213" y="4786313"/>
          <p14:tracePt t="1469" x="1685925" y="4814888"/>
          <p14:tracePt t="1470" x="1685925" y="4827588"/>
          <p14:tracePt t="1471" x="1685925" y="4841875"/>
          <p14:tracePt t="1473" x="1685925" y="4868863"/>
          <p14:tracePt t="1474" x="1673225" y="4883150"/>
          <p14:tracePt t="1474" x="1658938" y="4895850"/>
          <p14:tracePt t="1475" x="1658938" y="4924425"/>
          <p14:tracePt t="1476" x="1658938" y="4951413"/>
          <p14:tracePt t="1477" x="1644650" y="4951413"/>
          <p14:tracePt t="1479" x="1644650" y="4978400"/>
          <p14:tracePt t="1480" x="1631950" y="4992688"/>
          <p14:tracePt t="1481" x="1631950" y="5006975"/>
          <p14:tracePt t="1481" x="1617663" y="5033963"/>
          <p14:tracePt t="1482" x="1603375" y="5048250"/>
          <p14:tracePt t="1483" x="1603375" y="5060950"/>
          <p14:tracePt t="1484" x="1590675" y="5087938"/>
          <p14:tracePt t="1487" x="1590675" y="5102225"/>
          <p14:tracePt t="1488" x="1576388" y="5116513"/>
          <p14:tracePt t="1489" x="1576388" y="5143500"/>
          <p14:tracePt t="1490" x="1549400" y="5170488"/>
          <p14:tracePt t="1493" x="1535113" y="5184775"/>
          <p14:tracePt t="1494" x="1522413" y="5211763"/>
          <p14:tracePt t="1495" x="1522413" y="5226050"/>
          <p14:tracePt t="1497" x="1508125" y="5238750"/>
          <p14:tracePt t="1498" x="1508125" y="5267325"/>
          <p14:tracePt t="1500" x="1493838" y="5267325"/>
          <p14:tracePt t="1501" x="1493838" y="5280025"/>
          <p14:tracePt t="1501" x="1493838" y="5294313"/>
          <p14:tracePt t="1502" x="1481138" y="5308600"/>
          <p14:tracePt t="1503" x="1481138" y="5321300"/>
          <p14:tracePt t="1505" x="1466850" y="5335588"/>
          <p14:tracePt t="1507" x="1466850" y="5362575"/>
          <p14:tracePt t="1508" x="1452563" y="5362575"/>
          <p14:tracePt t="1509" x="1452563" y="5376863"/>
          <p14:tracePt t="1510" x="1452563" y="5391150"/>
          <p14:tracePt t="1512" x="1439863" y="5403850"/>
          <p14:tracePt t="1515" x="1439863" y="5418138"/>
          <p14:tracePt t="1515" x="1439863" y="5430838"/>
          <p14:tracePt t="1516" x="1425575" y="5445125"/>
          <p14:tracePt t="1518" x="1425575" y="5472113"/>
          <p14:tracePt t="1522" x="1425575" y="5500688"/>
          <p14:tracePt t="1525" x="1398588" y="5513388"/>
          <p14:tracePt t="1527" x="1398588" y="5527675"/>
          <p14:tracePt t="1529" x="1398588" y="5541963"/>
          <p14:tracePt t="1531" x="1398588" y="5554663"/>
          <p14:tracePt t="1536" x="1398588" y="5595938"/>
          <p14:tracePt t="1537" x="1398588" y="5610225"/>
          <p14:tracePt t="1539" x="1384300" y="5637213"/>
          <p14:tracePt t="1543" x="1384300" y="5651500"/>
          <p14:tracePt t="1543" x="1384300" y="5664200"/>
          <p14:tracePt t="1545" x="1384300" y="5678488"/>
          <p14:tracePt t="1547" x="1384300" y="5692775"/>
          <p14:tracePt t="1550" x="1384300" y="5705475"/>
          <p14:tracePt t="1554" x="1384300" y="5734050"/>
          <p14:tracePt t="1557" x="1384300" y="5746750"/>
          <p14:tracePt t="1558" x="1384300" y="5761038"/>
          <p14:tracePt t="1560" x="1384300" y="5773738"/>
          <p14:tracePt t="1563" x="1384300" y="5788025"/>
          <p14:tracePt t="1566" x="1384300" y="5815013"/>
          <p14:tracePt t="1569" x="1384300" y="5829300"/>
          <p14:tracePt t="1571" x="1384300" y="5843588"/>
          <p14:tracePt t="1573" x="1384300" y="5856288"/>
          <p14:tracePt t="1575" x="1384300" y="5870575"/>
          <p14:tracePt t="1578" x="1384300" y="5884863"/>
          <p14:tracePt t="1580" x="1384300" y="5911850"/>
          <p14:tracePt t="1584" x="1384300" y="5924550"/>
          <p14:tracePt t="1587" x="1384300" y="5953125"/>
          <p14:tracePt t="1590" x="1384300" y="5965825"/>
          <p14:tracePt t="1592" x="1384300" y="5980113"/>
          <p14:tracePt t="1593" x="1384300" y="5994400"/>
          <p14:tracePt t="1597" x="1384300" y="6007100"/>
          <p14:tracePt t="1599" x="1384300" y="6021388"/>
          <p14:tracePt t="1602" x="1384300" y="6035675"/>
          <p14:tracePt t="1605" x="1398588" y="6035675"/>
          <p14:tracePt t="1606" x="1398588" y="6048375"/>
          <p14:tracePt t="1608" x="1398588" y="6062663"/>
          <p14:tracePt t="1614" x="1398588" y="6076950"/>
          <p14:tracePt t="1621" x="1398588" y="6089650"/>
          <p14:tracePt t="1624" x="1411288" y="6089650"/>
          <p14:tracePt t="1626" x="1411288" y="6103938"/>
          <p14:tracePt t="1631" x="1411288" y="6116638"/>
          <p14:tracePt t="1639" x="1425575" y="6116638"/>
          <p14:tracePt t="1640" x="1425575" y="6130925"/>
          <p14:tracePt t="1644" x="1425575" y="6145213"/>
          <p14:tracePt t="1647" x="1439863" y="6157913"/>
          <p14:tracePt t="1651" x="1439863" y="6172200"/>
          <p14:tracePt t="1653" x="1439863" y="6186488"/>
          <p14:tracePt t="1656" x="1452563" y="6186488"/>
          <p14:tracePt t="1656" x="1452563" y="6199188"/>
          <p14:tracePt t="1661" x="1466850" y="6213475"/>
          <p14:tracePt t="1662" x="1466850" y="6227763"/>
          <p14:tracePt t="1665" x="1466850" y="6254750"/>
          <p14:tracePt t="1667" x="1481138" y="6254750"/>
          <p14:tracePt t="1668" x="1481138" y="6267450"/>
          <p14:tracePt t="1669" x="1481138" y="6281738"/>
          <p14:tracePt t="1673" x="1481138" y="6296025"/>
          <p14:tracePt t="1674" x="1508125" y="6308725"/>
          <p14:tracePt t="1679" x="1522413" y="6323013"/>
          <p14:tracePt t="1681" x="1522413" y="6337300"/>
          <p14:tracePt t="1684" x="1535113" y="6350000"/>
          <p14:tracePt t="1689" x="1549400" y="6364288"/>
          <p14:tracePt t="1693" x="1562100" y="6378575"/>
          <p14:tracePt t="1695" x="1576388" y="6391275"/>
          <p14:tracePt t="1699" x="1590675" y="6405563"/>
          <p14:tracePt t="1702" x="1603375" y="6405563"/>
          <p14:tracePt t="1704" x="1617663" y="6405563"/>
          <p14:tracePt t="1706" x="1631950" y="6405563"/>
          <p14:tracePt t="1707" x="1631950" y="6419850"/>
          <p14:tracePt t="1708" x="1644650" y="6419850"/>
          <p14:tracePt t="1709" x="1658938" y="6432550"/>
          <p14:tracePt t="1713" x="1673225" y="6432550"/>
          <p14:tracePt t="1714" x="1685925" y="6432550"/>
          <p14:tracePt t="1716" x="1700213" y="6446838"/>
          <p14:tracePt t="1718" x="1712913" y="6446838"/>
          <p14:tracePt t="1722" x="1727200" y="6446838"/>
          <p14:tracePt t="1724" x="1741488" y="6446838"/>
          <p14:tracePt t="1727" x="1754188" y="6446838"/>
          <p14:tracePt t="1732" x="1782763" y="6446838"/>
          <p14:tracePt t="1737" x="1795463" y="6446838"/>
          <p14:tracePt t="1744" x="1809750" y="6446838"/>
          <p14:tracePt t="1748" x="1824038" y="6446838"/>
          <p14:tracePt t="1755" x="1836738" y="6446838"/>
          <p14:tracePt t="1764" x="1851025" y="6446838"/>
          <p14:tracePt t="1777" x="1863725" y="6446838"/>
          <p14:tracePt t="1782" x="1878013" y="6446838"/>
          <p14:tracePt t="1786" x="1878013" y="6432550"/>
          <p14:tracePt t="1794" x="1878013" y="6419850"/>
          <p14:tracePt t="1795" x="1892300" y="6419850"/>
          <p14:tracePt t="1804" x="1905000" y="6419850"/>
          <p14:tracePt t="1807" x="1905000" y="6405563"/>
          <p14:tracePt t="1810" x="1919288" y="6405563"/>
          <p14:tracePt t="1817" x="1933575" y="6391275"/>
          <p14:tracePt t="1820" x="1946275" y="6391275"/>
          <p14:tracePt t="1826" x="1960563" y="6391275"/>
          <p14:tracePt t="1833" x="1974850" y="6391275"/>
          <p14:tracePt t="1835" x="1987550" y="6378575"/>
          <p14:tracePt t="1837" x="2001838" y="6378575"/>
          <p14:tracePt t="1843" x="2014538" y="6378575"/>
          <p14:tracePt t="1847" x="2028825" y="6364288"/>
          <p14:tracePt t="1849" x="2043113" y="6364288"/>
          <p14:tracePt t="1853" x="2055813" y="6364288"/>
          <p14:tracePt t="1866" x="2070100" y="6364288"/>
          <p14:tracePt t="1870" x="2084388" y="6364288"/>
          <p14:tracePt t="1879" x="2084388" y="6350000"/>
          <p14:tracePt t="1884" x="2097088" y="6350000"/>
          <p14:tracePt t="1973" x="2097088" y="6337300"/>
          <p14:tracePt t="1980" x="2111375" y="6337300"/>
          <p14:tracePt t="1984" x="2111375" y="6323013"/>
          <p14:tracePt t="1987" x="2111375" y="6308725"/>
          <p14:tracePt t="1995" x="2125663" y="6308725"/>
          <p14:tracePt t="1996" x="2125663" y="6296025"/>
          <p14:tracePt t="2001" x="2138363" y="6296025"/>
          <p14:tracePt t="2008" x="2138363" y="6281738"/>
          <p14:tracePt t="2019" x="2138363" y="6267450"/>
          <p14:tracePt t="2023" x="2138363" y="6254750"/>
          <p14:tracePt t="2033" x="2138363" y="6240463"/>
          <p14:tracePt t="2039" x="2138363" y="6227763"/>
          <p14:tracePt t="2047" x="2138363" y="6213475"/>
          <p14:tracePt t="2055" x="2138363" y="6199188"/>
          <p14:tracePt t="2061" x="2138363" y="6186488"/>
          <p14:tracePt t="2070" x="2138363" y="6172200"/>
          <p14:tracePt t="2082" x="2138363" y="6157913"/>
          <p14:tracePt t="2085" x="2138363" y="6145213"/>
          <p14:tracePt t="2096" x="2138363" y="6130925"/>
          <p14:tracePt t="2118" x="2138363" y="6116638"/>
          <p14:tracePt t="2790" x="2152650" y="6116638"/>
          <p14:tracePt t="2812" x="2152650" y="6103938"/>
          <p14:tracePt t="2814" x="2152650" y="6089650"/>
          <p14:tracePt t="2818" x="2152650" y="6076950"/>
          <p14:tracePt t="2821" x="2165350" y="6076950"/>
          <p14:tracePt t="2823" x="2165350" y="6062663"/>
          <p14:tracePt t="2827" x="2165350" y="6048375"/>
          <p14:tracePt t="2831" x="2165350" y="6035675"/>
          <p14:tracePt t="2836" x="2179638" y="6021388"/>
          <p14:tracePt t="2845" x="2179638" y="6007100"/>
          <p14:tracePt t="2854" x="2179638" y="5994400"/>
          <p14:tracePt t="2856" x="2193925" y="5994400"/>
          <p14:tracePt t="4903" x="2179638" y="5994400"/>
          <p14:tracePt t="4908" x="2165350" y="5994400"/>
          <p14:tracePt t="4912" x="2152650" y="5994400"/>
          <p14:tracePt t="4914" x="2138363" y="5994400"/>
          <p14:tracePt t="4918" x="2125663" y="5994400"/>
          <p14:tracePt t="4924" x="2111375" y="5994400"/>
          <p14:tracePt t="4926" x="2111375" y="5980113"/>
          <p14:tracePt t="4933" x="2097088" y="5965825"/>
          <p14:tracePt t="4940" x="2084388" y="5965825"/>
          <p14:tracePt t="4950" x="2070100" y="5965825"/>
          <p14:tracePt t="4967" x="2055813" y="5965825"/>
          <p14:tracePt t="4974" x="2055813" y="5953125"/>
          <p14:tracePt t="4991" x="2055813" y="5938838"/>
          <p14:tracePt t="5000" x="2055813" y="5924550"/>
          <p14:tracePt t="5004" x="2055813" y="5911850"/>
          <p14:tracePt t="5012" x="2055813" y="5897563"/>
          <p14:tracePt t="5020" x="2055813" y="5884863"/>
          <p14:tracePt t="5027" x="2055813" y="5870575"/>
          <p14:tracePt t="5032" x="2055813" y="5856288"/>
          <p14:tracePt t="5064" x="2055813" y="5843588"/>
          <p14:tracePt t="5068" x="2070100" y="5843588"/>
          <p14:tracePt t="5078" x="2084388" y="5843588"/>
          <p14:tracePt t="5083" x="2097088" y="5843588"/>
          <p14:tracePt t="5091" x="2111375" y="5843588"/>
          <p14:tracePt t="5096" x="2125663" y="5843588"/>
          <p14:tracePt t="5098" x="2138363" y="5829300"/>
          <p14:tracePt t="5100" x="2152650" y="5829300"/>
          <p14:tracePt t="5105" x="2165350" y="5829300"/>
          <p14:tracePt t="5109" x="2179638" y="5829300"/>
          <p14:tracePt t="5111" x="2193925" y="5829300"/>
          <p14:tracePt t="5114" x="2206625" y="5815013"/>
          <p14:tracePt t="5117" x="2220913" y="5815013"/>
          <p14:tracePt t="5119" x="2235200" y="5815013"/>
          <p14:tracePt t="5120" x="2235200" y="5802313"/>
          <p14:tracePt t="5122" x="2247900" y="5802313"/>
          <p14:tracePt t="5125" x="2262188" y="5802313"/>
          <p14:tracePt t="5131" x="2276475" y="5802313"/>
          <p14:tracePt t="5137" x="2289175" y="5802313"/>
          <p14:tracePt t="5144" x="2303463" y="5802313"/>
          <p14:tracePt t="5166" x="2316163" y="5802313"/>
          <p14:tracePt t="5174" x="2316163" y="5815013"/>
          <p14:tracePt t="5183" x="2316163" y="5829300"/>
          <p14:tracePt t="5187" x="2330450" y="5829300"/>
          <p14:tracePt t="5189" x="2330450" y="5843588"/>
          <p14:tracePt t="5194" x="2330450" y="5856288"/>
          <p14:tracePt t="5197" x="2330450" y="5870575"/>
          <p14:tracePt t="5202" x="2330450" y="5884863"/>
          <p14:tracePt t="5208" x="2330450" y="5897563"/>
          <p14:tracePt t="5214" x="2330450" y="5911850"/>
          <p14:tracePt t="5216" x="2330450" y="5924550"/>
          <p14:tracePt t="5224" x="2330450" y="5938838"/>
          <p14:tracePt t="5232" x="2330450" y="5953125"/>
          <p14:tracePt t="5251" x="2330450" y="5965825"/>
          <p14:tracePt t="5313" x="2316163" y="5965825"/>
          <p14:tracePt t="5316" x="2316163" y="5980113"/>
          <p14:tracePt t="5318" x="2303463" y="5980113"/>
          <p14:tracePt t="5319" x="2289175" y="5980113"/>
          <p14:tracePt t="5324" x="2276475" y="5980113"/>
          <p14:tracePt t="5328" x="2262188" y="5980113"/>
          <p14:tracePt t="5330" x="2262188" y="5994400"/>
          <p14:tracePt t="5334" x="2247900" y="5994400"/>
          <p14:tracePt t="5337" x="2235200" y="5994400"/>
          <p14:tracePt t="5348" x="2220913" y="5994400"/>
          <p14:tracePt t="5398" x="2206625" y="5994400"/>
          <p14:tracePt t="5404" x="2193925" y="5994400"/>
          <p14:tracePt t="5407" x="2179638" y="5994400"/>
          <p14:tracePt t="5415" x="2165350" y="5994400"/>
          <p14:tracePt t="5421" x="2152650" y="5994400"/>
          <p14:tracePt t="5427" x="2138363" y="5994400"/>
          <p14:tracePt t="5429" x="2125663" y="5994400"/>
          <p14:tracePt t="5432" x="2125663" y="5980113"/>
          <p14:tracePt t="5434" x="2111375" y="5980113"/>
          <p14:tracePt t="5438" x="2097088" y="5980113"/>
          <p14:tracePt t="5443" x="2084388" y="5980113"/>
          <p14:tracePt t="5445" x="2070100" y="5980113"/>
          <p14:tracePt t="5450" x="2055813" y="5980113"/>
          <p14:tracePt t="5456" x="2055813" y="5965825"/>
          <p14:tracePt t="5459" x="2043113" y="5965825"/>
          <p14:tracePt t="5555" x="2028825" y="5965825"/>
          <p14:tracePt t="5577" x="2028825" y="5953125"/>
          <p14:tracePt t="5596" x="2028825" y="5938838"/>
          <p14:tracePt t="5610" x="2028825" y="5924550"/>
          <p14:tracePt t="5614" x="2043113" y="5924550"/>
          <p14:tracePt t="5619" x="2043113" y="5911850"/>
          <p14:tracePt t="5624" x="2055813" y="5911850"/>
          <p14:tracePt t="5635" x="2070100" y="5897563"/>
          <p14:tracePt t="5641" x="2084388" y="5897563"/>
          <p14:tracePt t="5653" x="2097088" y="5897563"/>
          <p14:tracePt t="5665" x="2097088" y="5884863"/>
          <p14:tracePt t="5675" x="2111375" y="5884863"/>
          <p14:tracePt t="5688" x="2125663" y="5884863"/>
          <p14:tracePt t="5693" x="2138363" y="5884863"/>
          <p14:tracePt t="5705" x="2152650" y="5884863"/>
          <p14:tracePt t="5720" x="2165350" y="5884863"/>
          <p14:tracePt t="5733" x="2179638" y="5884863"/>
          <p14:tracePt t="5749" x="2193925" y="5897563"/>
          <p14:tracePt t="5757" x="2206625" y="5897563"/>
          <p14:tracePt t="5788" x="2206625" y="5911850"/>
          <p14:tracePt t="5838" x="2206625" y="5924550"/>
          <p14:tracePt t="5851" x="2193925" y="5938838"/>
          <p14:tracePt t="5863" x="2179638" y="5938838"/>
          <p14:tracePt t="5883" x="2165350" y="5938838"/>
          <p14:tracePt t="5896" x="2152650" y="5938838"/>
          <p14:tracePt t="5905" x="2138363" y="5938838"/>
          <p14:tracePt t="5909" x="2125663" y="5938838"/>
          <p14:tracePt t="5920" x="2111375" y="5938838"/>
          <p14:tracePt t="5927" x="2111375" y="5924550"/>
          <p14:tracePt t="5930" x="2097088" y="5911850"/>
          <p14:tracePt t="5936" x="2097088" y="5897563"/>
          <p14:tracePt t="5942" x="2097088" y="5884863"/>
          <p14:tracePt t="5949" x="2084388" y="5870575"/>
          <p14:tracePt t="5953" x="2084388" y="5856288"/>
          <p14:tracePt t="5981" x="2084388" y="5843588"/>
          <p14:tracePt t="6013" x="2097088" y="5843588"/>
          <p14:tracePt t="6022" x="2111375" y="5829300"/>
          <p14:tracePt t="6027" x="2125663" y="5829300"/>
          <p14:tracePt t="6029" x="2138363" y="5829300"/>
          <p14:tracePt t="6035" x="2152650" y="5829300"/>
          <p14:tracePt t="6040" x="2165350" y="5829300"/>
          <p14:tracePt t="6047" x="2179638" y="5829300"/>
          <p14:tracePt t="6054" x="2193925" y="5829300"/>
          <p14:tracePt t="6056" x="2206625" y="5829300"/>
          <p14:tracePt t="6063" x="2220913" y="5829300"/>
          <p14:tracePt t="6066" x="2235200" y="5829300"/>
          <p14:tracePt t="6072" x="2247900" y="5829300"/>
          <p14:tracePt t="6074" x="2262188" y="5829300"/>
          <p14:tracePt t="6079" x="2276475" y="5829300"/>
          <p14:tracePt t="6081" x="2276475" y="5843588"/>
          <p14:tracePt t="6085" x="2289175" y="5843588"/>
          <p14:tracePt t="6090" x="2289175" y="5856288"/>
          <p14:tracePt t="6094" x="2303463" y="5856288"/>
          <p14:tracePt t="6099" x="2303463" y="5870575"/>
          <p14:tracePt t="6102" x="2316163" y="5870575"/>
          <p14:tracePt t="6114" x="2316163" y="5884863"/>
          <p14:tracePt t="6158" x="2316163" y="5897563"/>
          <p14:tracePt t="6171" x="2303463" y="5897563"/>
          <p14:tracePt t="6181" x="2289175" y="5911850"/>
          <p14:tracePt t="6187" x="2276475" y="5924550"/>
          <p14:tracePt t="6192" x="2262188" y="5924550"/>
          <p14:tracePt t="6195" x="2247900" y="5924550"/>
          <p14:tracePt t="6200" x="2235200" y="5924550"/>
          <p14:tracePt t="6205" x="2220913" y="5924550"/>
          <p14:tracePt t="6210" x="2206625" y="5938838"/>
          <p14:tracePt t="6215" x="2193925" y="5938838"/>
          <p14:tracePt t="6220" x="2179638" y="5938838"/>
          <p14:tracePt t="6228" x="2165350" y="5938838"/>
          <p14:tracePt t="6247" x="2152650" y="5938838"/>
          <p14:tracePt t="6296" x="2152650" y="5924550"/>
          <p14:tracePt t="6304" x="2152650" y="5911850"/>
          <p14:tracePt t="6463" x="2165350" y="5911850"/>
          <p14:tracePt t="6566" x="2179638" y="5911850"/>
          <p14:tracePt t="6587" x="2179638" y="5924550"/>
          <p14:tracePt t="6732" x="2179638" y="5938838"/>
          <p14:tracePt t="6734" x="2193925" y="5938838"/>
          <p14:tracePt t="6738" x="2206625" y="5938838"/>
          <p14:tracePt t="6744" x="2206625" y="5953125"/>
          <p14:tracePt t="6755" x="2220913" y="5953125"/>
          <p14:tracePt t="6759" x="2220913" y="5965825"/>
          <p14:tracePt t="6767" x="2220913" y="5980113"/>
          <p14:tracePt t="6775" x="2235200" y="5980113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19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TW" sz="2400" dirty="0">
                <a:latin typeface="Times New Roman" panose="02020603050405020304" pitchFamily="18" charset="0"/>
              </a:rPr>
              <a:t>FFGGEBDDCCBA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45220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ADC0AA00-3F9B-71B4-EEF7-212FD3226D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73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8230">
        <p159:morph option="byObject"/>
      </p:transition>
    </mc:Choice>
    <mc:Fallback>
      <p:transition advTm="823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03" x="2316163" y="6048375"/>
          <p14:tracePt t="330" x="2357438" y="6089650"/>
          <p14:tracePt t="333" x="2371725" y="6089650"/>
          <p14:tracePt t="339" x="2386013" y="6103938"/>
          <p14:tracePt t="342" x="2398713" y="6103938"/>
          <p14:tracePt t="346" x="2413000" y="6103938"/>
          <p14:tracePt t="349" x="2427288" y="6103938"/>
          <p14:tracePt t="352" x="2427288" y="6116638"/>
          <p14:tracePt t="353" x="2439988" y="6116638"/>
          <p14:tracePt t="355" x="2454275" y="6116638"/>
          <p14:tracePt t="360" x="2466975" y="6116638"/>
          <p14:tracePt t="364" x="2481263" y="6116638"/>
          <p14:tracePt t="366" x="2481263" y="6130925"/>
          <p14:tracePt t="369" x="2508250" y="6130925"/>
          <p14:tracePt t="375" x="2522538" y="6130925"/>
          <p14:tracePt t="377" x="2522538" y="6145213"/>
          <p14:tracePt t="380" x="2536825" y="6145213"/>
          <p14:tracePt t="386" x="2549525" y="6145213"/>
          <p14:tracePt t="387" x="2563813" y="6145213"/>
          <p14:tracePt t="394" x="2578100" y="6145213"/>
          <p14:tracePt t="400" x="2590800" y="6145213"/>
          <p14:tracePt t="405" x="2605088" y="6145213"/>
          <p14:tracePt t="407" x="2617788" y="6145213"/>
          <p14:tracePt t="411" x="2632075" y="6145213"/>
          <p14:tracePt t="416" x="2646363" y="6145213"/>
          <p14:tracePt t="418" x="2659063" y="6145213"/>
          <p14:tracePt t="420" x="2673350" y="6145213"/>
          <p14:tracePt t="421" x="2673350" y="6130925"/>
          <p14:tracePt t="422" x="2687638" y="6130925"/>
          <p14:tracePt t="425" x="2700338" y="6130925"/>
          <p14:tracePt t="426" x="2728913" y="6130925"/>
          <p14:tracePt t="429" x="2741613" y="6130925"/>
          <p14:tracePt t="431" x="2768600" y="6116638"/>
          <p14:tracePt t="432" x="2782888" y="6116638"/>
          <p14:tracePt t="433" x="2809875" y="6103938"/>
          <p14:tracePt t="435" x="2824163" y="6103938"/>
          <p14:tracePt t="436" x="2838450" y="6103938"/>
          <p14:tracePt t="438" x="2851150" y="6103938"/>
          <p14:tracePt t="439" x="2878138" y="6103938"/>
          <p14:tracePt t="440" x="2878138" y="6089650"/>
          <p14:tracePt t="441" x="2892425" y="6089650"/>
          <p14:tracePt t="442" x="2906713" y="6089650"/>
          <p14:tracePt t="443" x="2919413" y="6089650"/>
          <p14:tracePt t="445" x="2933700" y="6089650"/>
          <p14:tracePt t="447" x="2960688" y="6076950"/>
          <p14:tracePt t="450" x="2974975" y="6076950"/>
          <p14:tracePt t="451" x="2989263" y="6076950"/>
          <p14:tracePt t="452" x="3001963" y="6062663"/>
          <p14:tracePt t="453" x="3016250" y="6062663"/>
          <p14:tracePt t="454" x="3028950" y="6062663"/>
          <p14:tracePt t="456" x="3028950" y="6048375"/>
          <p14:tracePt t="457" x="3043238" y="6048375"/>
          <p14:tracePt t="460" x="3057525" y="6048375"/>
          <p14:tracePt t="461" x="3070225" y="6035675"/>
          <p14:tracePt t="461" x="3084513" y="6035675"/>
          <p14:tracePt t="465" x="3111500" y="6021388"/>
          <p14:tracePt t="467" x="3140075" y="6007100"/>
          <p14:tracePt t="467" x="3152775" y="6007100"/>
          <p14:tracePt t="468" x="3167063" y="5994400"/>
          <p14:tracePt t="469" x="3179763" y="5980113"/>
          <p14:tracePt t="470" x="3194050" y="5980113"/>
          <p14:tracePt t="472" x="3208338" y="5980113"/>
          <p14:tracePt t="473" x="3221038" y="5965825"/>
          <p14:tracePt t="474" x="3249613" y="5965825"/>
          <p14:tracePt t="475" x="3276600" y="5965825"/>
          <p14:tracePt t="476" x="3276600" y="5953125"/>
          <p14:tracePt t="477" x="3303588" y="5938838"/>
          <p14:tracePt t="478" x="3317875" y="5938838"/>
          <p14:tracePt t="480" x="3330575" y="5938838"/>
          <p14:tracePt t="481" x="3359150" y="5924550"/>
          <p14:tracePt t="482" x="3386138" y="5911850"/>
          <p14:tracePt t="485" x="3413125" y="5897563"/>
          <p14:tracePt t="487" x="3427413" y="5884863"/>
          <p14:tracePt t="488" x="3454400" y="5884863"/>
          <p14:tracePt t="488" x="3454400" y="5870575"/>
          <p14:tracePt t="489" x="3468688" y="5870575"/>
          <p14:tracePt t="490" x="3468688" y="5856288"/>
          <p14:tracePt t="491" x="3495675" y="5856288"/>
          <p14:tracePt t="493" x="3509963" y="5843588"/>
          <p14:tracePt t="495" x="3509963" y="5829300"/>
          <p14:tracePt t="495" x="3522663" y="5829300"/>
          <p14:tracePt t="496" x="3536950" y="5815013"/>
          <p14:tracePt t="498" x="3551238" y="5802313"/>
          <p14:tracePt t="501" x="3578225" y="5788025"/>
          <p14:tracePt t="503" x="3592513" y="5773738"/>
          <p14:tracePt t="504" x="3619500" y="5761038"/>
          <p14:tracePt t="508" x="3632200" y="5734050"/>
          <p14:tracePt t="510" x="3660775" y="5719763"/>
          <p14:tracePt t="511" x="3660775" y="5692775"/>
          <p14:tracePt t="512" x="3687763" y="5692775"/>
          <p14:tracePt t="514" x="3702050" y="5664200"/>
          <p14:tracePt t="516" x="3714750" y="5651500"/>
          <p14:tracePt t="518" x="3729038" y="5622925"/>
          <p14:tracePt t="519" x="3743325" y="5610225"/>
          <p14:tracePt t="522" x="3756025" y="5595938"/>
          <p14:tracePt t="523" x="3770313" y="5568950"/>
          <p14:tracePt t="524" x="3783013" y="5554663"/>
          <p14:tracePt t="525" x="3797300" y="5541963"/>
          <p14:tracePt t="528" x="3797300" y="5527675"/>
          <p14:tracePt t="529" x="3824288" y="5500688"/>
          <p14:tracePt t="530" x="3824288" y="5486400"/>
          <p14:tracePt t="530" x="3838575" y="5472113"/>
          <p14:tracePt t="532" x="3852863" y="5445125"/>
          <p14:tracePt t="533" x="3865563" y="5430838"/>
          <p14:tracePt t="535" x="3879850" y="5418138"/>
          <p14:tracePt t="536" x="3879850" y="5403850"/>
          <p14:tracePt t="537" x="3894138" y="5391150"/>
          <p14:tracePt t="538" x="3906838" y="5349875"/>
          <p14:tracePt t="539" x="3921125" y="5335588"/>
          <p14:tracePt t="540" x="3933825" y="5308600"/>
          <p14:tracePt t="544" x="3962400" y="5280025"/>
          <p14:tracePt t="544" x="3962400" y="5253038"/>
          <p14:tracePt t="545" x="3975100" y="5238750"/>
          <p14:tracePt t="546" x="3989388" y="5226050"/>
          <p14:tracePt t="547" x="3989388" y="5211763"/>
          <p14:tracePt t="550" x="4003675" y="5199063"/>
          <p14:tracePt t="550" x="4016375" y="5157788"/>
          <p14:tracePt t="552" x="4030663" y="5143500"/>
          <p14:tracePt t="553" x="4044950" y="5129213"/>
          <p14:tracePt t="554" x="4044950" y="5116513"/>
          <p14:tracePt t="556" x="4044950" y="5102225"/>
          <p14:tracePt t="557" x="4044950" y="5087938"/>
          <p14:tracePt t="558" x="4057650" y="5075238"/>
          <p14:tracePt t="559" x="4071938" y="5060950"/>
          <p14:tracePt t="561" x="4071938" y="5033963"/>
          <p14:tracePt t="562" x="4071938" y="5019675"/>
          <p14:tracePt t="563" x="4084638" y="5006975"/>
          <p14:tracePt t="565" x="4098925" y="4978400"/>
          <p14:tracePt t="565" x="4098925" y="4965700"/>
          <p14:tracePt t="567" x="4098925" y="4951413"/>
          <p14:tracePt t="569" x="4098925" y="4924425"/>
          <p14:tracePt t="571" x="4113213" y="4895850"/>
          <p14:tracePt t="573" x="4125913" y="4883150"/>
          <p14:tracePt t="575" x="4125913" y="4868863"/>
          <p14:tracePt t="578" x="4125913" y="4856163"/>
          <p14:tracePt t="578" x="4125913" y="4827588"/>
          <p14:tracePt t="580" x="4125913" y="4814888"/>
          <p14:tracePt t="581" x="4125913" y="4800600"/>
          <p14:tracePt t="584" x="4125913" y="4786313"/>
          <p14:tracePt t="586" x="4125913" y="4773613"/>
          <p14:tracePt t="588" x="4125913" y="4759325"/>
          <p14:tracePt t="592" x="4125913" y="4745038"/>
          <p14:tracePt t="593" x="4125913" y="4732338"/>
          <p14:tracePt t="594" x="4113213" y="4718050"/>
          <p14:tracePt t="598" x="4113213" y="4705350"/>
          <p14:tracePt t="599" x="4098925" y="4705350"/>
          <p14:tracePt t="601" x="4098925" y="4691063"/>
          <p14:tracePt t="604" x="4098925" y="4676775"/>
          <p14:tracePt t="606" x="4084638" y="4664075"/>
          <p14:tracePt t="607" x="4071938" y="4649788"/>
          <p14:tracePt t="609" x="4071938" y="4635500"/>
          <p14:tracePt t="612" x="4057650" y="4622800"/>
          <p14:tracePt t="613" x="4057650" y="4608513"/>
          <p14:tracePt t="613" x="4044950" y="4608513"/>
          <p14:tracePt t="614" x="4044950" y="4594225"/>
          <p14:tracePt t="615" x="4044950" y="4581525"/>
          <p14:tracePt t="618" x="4030663" y="4567238"/>
          <p14:tracePt t="620" x="4016375" y="4552950"/>
          <p14:tracePt t="621" x="4016375" y="4540250"/>
          <p14:tracePt t="623" x="4003675" y="4513263"/>
          <p14:tracePt t="626" x="3989388" y="4484688"/>
          <p14:tracePt t="627" x="3975100" y="4484688"/>
          <p14:tracePt t="628" x="3975100" y="4471988"/>
          <p14:tracePt t="629" x="3975100" y="4457700"/>
          <p14:tracePt t="632" x="3962400" y="4443413"/>
          <p14:tracePt t="633" x="3948113" y="4416425"/>
          <p14:tracePt t="635" x="3948113" y="4402138"/>
          <p14:tracePt t="636" x="3933825" y="4402138"/>
          <p14:tracePt t="637" x="3921125" y="4389438"/>
          <p14:tracePt t="639" x="3921125" y="4375150"/>
          <p14:tracePt t="640" x="3906838" y="4362450"/>
          <p14:tracePt t="643" x="3906838" y="4348163"/>
          <p14:tracePt t="643" x="3894138" y="4333875"/>
          <p14:tracePt t="644" x="3894138" y="4321175"/>
          <p14:tracePt t="646" x="3879850" y="4321175"/>
          <p14:tracePt t="647" x="3879850" y="4292600"/>
          <p14:tracePt t="649" x="3865563" y="4279900"/>
          <p14:tracePt t="650" x="3852863" y="4265613"/>
          <p14:tracePt t="651" x="3852863" y="4251325"/>
          <p14:tracePt t="653" x="3852863" y="4238625"/>
          <p14:tracePt t="654" x="3838575" y="4210050"/>
          <p14:tracePt t="656" x="3824288" y="4197350"/>
          <p14:tracePt t="657" x="3824288" y="4183063"/>
          <p14:tracePt t="658" x="3811588" y="4183063"/>
          <p14:tracePt t="660" x="3811588" y="4170363"/>
          <p14:tracePt t="661" x="3797300" y="4141788"/>
          <p14:tracePt t="662" x="3783013" y="4129088"/>
          <p14:tracePt t="666" x="3770313" y="4100513"/>
          <p14:tracePt t="668" x="3756025" y="4073525"/>
          <p14:tracePt t="670" x="3743325" y="4046538"/>
          <p14:tracePt t="671" x="3729038" y="4032250"/>
          <p14:tracePt t="672" x="3729038" y="4019550"/>
          <p14:tracePt t="673" x="3714750" y="4005263"/>
          <p14:tracePt t="675" x="3687763" y="3978275"/>
          <p14:tracePt t="676" x="3673475" y="3963988"/>
          <p14:tracePt t="677" x="3673475" y="3937000"/>
          <p14:tracePt t="678" x="3660775" y="3937000"/>
          <p14:tracePt t="679" x="3646488" y="3922713"/>
          <p14:tracePt t="680" x="3632200" y="3895725"/>
          <p14:tracePt t="682" x="3619500" y="3867150"/>
          <p14:tracePt t="683" x="3592513" y="3854450"/>
          <p14:tracePt t="684" x="3592513" y="3840163"/>
          <p14:tracePt t="685" x="3578225" y="3827463"/>
          <p14:tracePt t="686" x="3563938" y="3813175"/>
          <p14:tracePt t="688" x="3536950" y="3786188"/>
          <p14:tracePt t="690" x="3509963" y="3744913"/>
          <p14:tracePt t="692" x="3495675" y="3730625"/>
          <p14:tracePt t="693" x="3495675" y="3716338"/>
          <p14:tracePt t="694" x="3468688" y="3703638"/>
          <p14:tracePt t="695" x="3454400" y="3689350"/>
          <p14:tracePt t="697" x="3441700" y="3676650"/>
          <p14:tracePt t="698" x="3441700" y="3662363"/>
          <p14:tracePt t="699" x="3427413" y="3662363"/>
          <p14:tracePt t="700" x="3427413" y="3648075"/>
          <p14:tracePt t="701" x="3413125" y="3648075"/>
          <p14:tracePt t="703" x="3400425" y="3621088"/>
          <p14:tracePt t="704" x="3386138" y="3606800"/>
          <p14:tracePt t="706" x="3371850" y="3606800"/>
          <p14:tracePt t="707" x="3371850" y="3594100"/>
          <p14:tracePt t="709" x="3359150" y="3579813"/>
          <p14:tracePt t="711" x="3344863" y="3552825"/>
          <p14:tracePt t="713" x="3317875" y="3552825"/>
          <p14:tracePt t="714" x="3317875" y="3538538"/>
          <p14:tracePt t="717" x="3303588" y="3524250"/>
          <p14:tracePt t="719" x="3290888" y="3511550"/>
          <p14:tracePt t="722" x="3290888" y="3497263"/>
          <p14:tracePt t="724" x="3276600" y="3497263"/>
          <p14:tracePt t="725" x="3276600" y="3484563"/>
          <p14:tracePt t="727" x="3262313" y="3484563"/>
          <p14:tracePt t="730" x="3249613" y="3470275"/>
          <p14:tracePt t="732" x="3249613" y="3455988"/>
          <p14:tracePt t="735" x="3235325" y="3455988"/>
          <p14:tracePt t="736" x="3235325" y="3443288"/>
          <p14:tracePt t="741" x="3221038" y="3429000"/>
          <p14:tracePt t="747" x="3221038" y="3414713"/>
          <p14:tracePt t="751" x="3221038" y="3402013"/>
          <p14:tracePt t="755" x="3208338" y="3402013"/>
          <p14:tracePt t="756" x="3208338" y="3387725"/>
          <p14:tracePt t="761" x="3208338" y="3373438"/>
          <p14:tracePt t="766" x="3208338" y="3360738"/>
          <p14:tracePt t="768" x="3208338" y="3346450"/>
          <p14:tracePt t="772" x="3208338" y="3333750"/>
          <p14:tracePt t="776" x="3208338" y="3319463"/>
          <p14:tracePt t="780" x="3208338" y="3305175"/>
          <p14:tracePt t="780" x="3221038" y="3292475"/>
          <p14:tracePt t="785" x="3249613" y="3278188"/>
          <p14:tracePt t="786" x="3249613" y="3263900"/>
          <p14:tracePt t="789" x="3262313" y="3251200"/>
          <p14:tracePt t="790" x="3276600" y="3251200"/>
          <p14:tracePt t="793" x="3290888" y="3236913"/>
          <p14:tracePt t="795" x="3303588" y="3222625"/>
          <p14:tracePt t="799" x="3317875" y="3222625"/>
          <p14:tracePt t="800" x="3330575" y="3209925"/>
          <p14:tracePt t="803" x="3330575" y="3195638"/>
          <p14:tracePt t="805" x="3344863" y="3195638"/>
          <p14:tracePt t="807" x="3344863" y="3181350"/>
          <p14:tracePt t="811" x="3359150" y="3181350"/>
          <p14:tracePt t="818" x="3371850" y="3168650"/>
          <p14:tracePt t="820" x="3386138" y="3168650"/>
          <p14:tracePt t="829" x="3400425" y="3168650"/>
          <p14:tracePt t="837" x="3413125" y="3154363"/>
          <p14:tracePt t="847" x="3427413" y="3154363"/>
          <p14:tracePt t="854" x="3441700" y="3154363"/>
          <p14:tracePt t="862" x="3454400" y="3154363"/>
          <p14:tracePt t="872" x="3454400" y="3141663"/>
          <p14:tracePt t="877" x="3468688" y="3141663"/>
          <p14:tracePt t="895" x="3481388" y="3141663"/>
          <p14:tracePt t="900" x="3481388" y="3127375"/>
          <p14:tracePt t="910" x="3481388" y="3113088"/>
          <p14:tracePt t="925" x="3481388" y="3100388"/>
          <p14:tracePt t="940" x="3481388" y="3086100"/>
          <p14:tracePt t="1001" x="3481388" y="3071813"/>
          <p14:tracePt t="1023" x="3468688" y="3071813"/>
          <p14:tracePt t="1025" x="3468688" y="3059113"/>
          <p14:tracePt t="1040" x="3468688" y="3044825"/>
          <p14:tracePt t="1054" x="3468688" y="3030538"/>
          <p14:tracePt t="1486" x="3468688" y="3044825"/>
          <p14:tracePt t="1494" x="3468688" y="3059113"/>
          <p14:tracePt t="1498" x="3468688" y="3071813"/>
          <p14:tracePt t="1503" x="3468688" y="3086100"/>
          <p14:tracePt t="1505" x="3468688" y="3100388"/>
          <p14:tracePt t="1509" x="3468688" y="3113088"/>
          <p14:tracePt t="1512" x="3468688" y="3127375"/>
          <p14:tracePt t="1516" x="3468688" y="3141663"/>
          <p14:tracePt t="1517" x="3468688" y="3154363"/>
          <p14:tracePt t="1522" x="3468688" y="3168650"/>
          <p14:tracePt t="1523" x="3468688" y="3181350"/>
          <p14:tracePt t="1525" x="3468688" y="3195638"/>
          <p14:tracePt t="1528" x="3468688" y="3209925"/>
          <p14:tracePt t="1529" x="3468688" y="3222625"/>
          <p14:tracePt t="1532" x="3468688" y="3236913"/>
          <p14:tracePt t="1533" x="3468688" y="3251200"/>
          <p14:tracePt t="1536" x="3468688" y="3263900"/>
          <p14:tracePt t="1539" x="3468688" y="3278188"/>
          <p14:tracePt t="1543" x="3468688" y="3305175"/>
          <p14:tracePt t="1545" x="3468688" y="3319463"/>
          <p14:tracePt t="1547" x="3468688" y="3346450"/>
          <p14:tracePt t="1550" x="3481388" y="3360738"/>
          <p14:tracePt t="1552" x="3481388" y="3373438"/>
          <p14:tracePt t="1554" x="3481388" y="3387725"/>
          <p14:tracePt t="1557" x="3481388" y="3402013"/>
          <p14:tracePt t="1559" x="3481388" y="3429000"/>
          <p14:tracePt t="1563" x="3481388" y="3443288"/>
          <p14:tracePt t="1564" x="3481388" y="3455988"/>
          <p14:tracePt t="1565" x="3481388" y="3470275"/>
          <p14:tracePt t="1567" x="3481388" y="3484563"/>
          <p14:tracePt t="1570" x="3481388" y="3497263"/>
          <p14:tracePt t="1571" x="3481388" y="3524250"/>
          <p14:tracePt t="1575" x="3481388" y="3552825"/>
          <p14:tracePt t="1577" x="3481388" y="3565525"/>
          <p14:tracePt t="1579" x="3481388" y="3594100"/>
          <p14:tracePt t="1581" x="3481388" y="3606800"/>
          <p14:tracePt t="1584" x="3481388" y="3621088"/>
          <p14:tracePt t="1585" x="3481388" y="3635375"/>
          <p14:tracePt t="1586" x="3481388" y="3648075"/>
          <p14:tracePt t="1588" x="3481388" y="3662363"/>
          <p14:tracePt t="1590" x="3481388" y="3676650"/>
          <p14:tracePt t="1592" x="3481388" y="3689350"/>
          <p14:tracePt t="1593" x="3481388" y="3716338"/>
          <p14:tracePt t="1595" x="3481388" y="3730625"/>
          <p14:tracePt t="1599" x="3481388" y="3757613"/>
          <p14:tracePt t="1599" x="3481388" y="3771900"/>
          <p14:tracePt t="1601" x="3481388" y="3786188"/>
          <p14:tracePt t="1604" x="3481388" y="3813175"/>
          <p14:tracePt t="1606" x="3481388" y="3827463"/>
          <p14:tracePt t="1606" x="3481388" y="3840163"/>
          <p14:tracePt t="1608" x="3481388" y="3854450"/>
          <p14:tracePt t="1609" x="3481388" y="3867150"/>
          <p14:tracePt t="1612" x="3481388" y="3881438"/>
          <p14:tracePt t="1613" x="3481388" y="3908425"/>
          <p14:tracePt t="1614" x="3481388" y="3922713"/>
          <p14:tracePt t="1616" x="3481388" y="3937000"/>
          <p14:tracePt t="1619" x="3481388" y="3963988"/>
          <p14:tracePt t="1621" x="3481388" y="3978275"/>
          <p14:tracePt t="1622" x="3481388" y="3990975"/>
          <p14:tracePt t="1626" x="3454400" y="4019550"/>
          <p14:tracePt t="1626" x="3454400" y="4032250"/>
          <p14:tracePt t="1629" x="3454400" y="4046538"/>
          <p14:tracePt t="1631" x="3454400" y="4059238"/>
          <p14:tracePt t="1633" x="3441700" y="4073525"/>
          <p14:tracePt t="1635" x="3441700" y="4100513"/>
          <p14:tracePt t="1637" x="3441700" y="4114800"/>
          <p14:tracePt t="1639" x="3441700" y="4129088"/>
          <p14:tracePt t="1641" x="3441700" y="4141788"/>
          <p14:tracePt t="1642" x="3427413" y="4141788"/>
          <p14:tracePt t="1644" x="3427413" y="4156075"/>
          <p14:tracePt t="1647" x="3427413" y="4170363"/>
          <p14:tracePt t="1648" x="3413125" y="4170363"/>
          <p14:tracePt t="1649" x="3413125" y="4183063"/>
          <p14:tracePt t="1651" x="3413125" y="4197350"/>
          <p14:tracePt t="1654" x="3413125" y="4210050"/>
          <p14:tracePt t="1656" x="3413125" y="4224338"/>
          <p14:tracePt t="1658" x="3413125" y="4238625"/>
          <p14:tracePt t="1662" x="3413125" y="4251325"/>
          <p14:tracePt t="1665" x="3413125" y="4265613"/>
          <p14:tracePt t="1669" x="3413125" y="4279900"/>
          <p14:tracePt t="1671" x="3413125" y="4292600"/>
          <p14:tracePt t="1675" x="3400425" y="4306888"/>
          <p14:tracePt t="1675" x="3400425" y="4321175"/>
          <p14:tracePt t="1682" x="3400425" y="4348163"/>
          <p14:tracePt t="1683" x="3400425" y="4362450"/>
          <p14:tracePt t="1685" x="3386138" y="4362450"/>
          <p14:tracePt t="1687" x="3386138" y="4375150"/>
          <p14:tracePt t="1689" x="3386138" y="4389438"/>
          <p14:tracePt t="1689" x="3371850" y="4389438"/>
          <p14:tracePt t="1690" x="3371850" y="4402138"/>
          <p14:tracePt t="1692" x="3371850" y="4416425"/>
          <p14:tracePt t="1695" x="3359150" y="4430713"/>
          <p14:tracePt t="1698" x="3359150" y="4443413"/>
          <p14:tracePt t="1701" x="3359150" y="4457700"/>
          <p14:tracePt t="1703" x="3344863" y="4471988"/>
          <p14:tracePt t="1705" x="3344863" y="4498975"/>
          <p14:tracePt t="1706" x="3344863" y="4513263"/>
          <p14:tracePt t="1710" x="3330575" y="4525963"/>
          <p14:tracePt t="1710" x="3317875" y="4540250"/>
          <p14:tracePt t="1712" x="3317875" y="4552950"/>
          <p14:tracePt t="1714" x="3317875" y="4567238"/>
          <p14:tracePt t="1717" x="3303588" y="4581525"/>
          <p14:tracePt t="1718" x="3303588" y="4594225"/>
          <p14:tracePt t="1719" x="3303588" y="4608513"/>
          <p14:tracePt t="1723" x="3290888" y="4635500"/>
          <p14:tracePt t="1724" x="3276600" y="4649788"/>
          <p14:tracePt t="1727" x="3276600" y="4676775"/>
          <p14:tracePt t="1730" x="3262313" y="4691063"/>
          <p14:tracePt t="1731" x="3262313" y="4705350"/>
          <p14:tracePt t="1732" x="3262313" y="4718050"/>
          <p14:tracePt t="1734" x="3262313" y="4732338"/>
          <p14:tracePt t="1735" x="3249613" y="4745038"/>
          <p14:tracePt t="1737" x="3249613" y="4759325"/>
          <p14:tracePt t="1738" x="3235325" y="4759325"/>
          <p14:tracePt t="1739" x="3235325" y="4786313"/>
          <p14:tracePt t="1741" x="3235325" y="4800600"/>
          <p14:tracePt t="1745" x="3221038" y="4814888"/>
          <p14:tracePt t="1746" x="3221038" y="4827588"/>
          <p14:tracePt t="1748" x="3221038" y="4841875"/>
          <p14:tracePt t="1751" x="3208338" y="4856163"/>
          <p14:tracePt t="1752" x="3208338" y="4868863"/>
          <p14:tracePt t="1752" x="3208338" y="4883150"/>
          <p14:tracePt t="1753" x="3208338" y="4895850"/>
          <p14:tracePt t="1755" x="3194050" y="4910138"/>
          <p14:tracePt t="1758" x="3194050" y="4937125"/>
          <p14:tracePt t="1760" x="3194050" y="4951413"/>
          <p14:tracePt t="1762" x="3179763" y="4965700"/>
          <p14:tracePt t="1765" x="3179763" y="4992688"/>
          <p14:tracePt t="1766" x="3179763" y="5019675"/>
          <p14:tracePt t="1768" x="3179763" y="5033963"/>
          <p14:tracePt t="1770" x="3167063" y="5048250"/>
          <p14:tracePt t="1772" x="3152775" y="5060950"/>
          <p14:tracePt t="1773" x="3152775" y="5087938"/>
          <p14:tracePt t="1775" x="3152775" y="5102225"/>
          <p14:tracePt t="1776" x="3152775" y="5116513"/>
          <p14:tracePt t="1779" x="3140075" y="5129213"/>
          <p14:tracePt t="1779" x="3140075" y="5143500"/>
          <p14:tracePt t="1781" x="3140075" y="5157788"/>
          <p14:tracePt t="1782" x="3140075" y="5170488"/>
          <p14:tracePt t="1783" x="3140075" y="5184775"/>
          <p14:tracePt t="1787" x="3125788" y="5211763"/>
          <p14:tracePt t="1788" x="3125788" y="5226050"/>
          <p14:tracePt t="1790" x="3125788" y="5253038"/>
          <p14:tracePt t="1793" x="3111500" y="5253038"/>
          <p14:tracePt t="1793" x="3111500" y="5267325"/>
          <p14:tracePt t="1795" x="3111500" y="5294313"/>
          <p14:tracePt t="1797" x="3111500" y="5308600"/>
          <p14:tracePt t="1800" x="3111500" y="5321300"/>
          <p14:tracePt t="1801" x="3111500" y="5335588"/>
          <p14:tracePt t="1803" x="3111500" y="5349875"/>
          <p14:tracePt t="1807" x="3098800" y="5376863"/>
          <p14:tracePt t="1810" x="3098800" y="5391150"/>
          <p14:tracePt t="1813" x="3098800" y="5418138"/>
          <p14:tracePt t="1816" x="3098800" y="5430838"/>
          <p14:tracePt t="1818" x="3098800" y="5445125"/>
          <p14:tracePt t="1820" x="3098800" y="5459413"/>
          <p14:tracePt t="1822" x="3098800" y="5472113"/>
          <p14:tracePt t="1824" x="3098800" y="5500688"/>
          <p14:tracePt t="1826" x="3098800" y="5513388"/>
          <p14:tracePt t="1828" x="3098800" y="5527675"/>
          <p14:tracePt t="1830" x="3098800" y="5541963"/>
          <p14:tracePt t="1832" x="3098800" y="5568950"/>
          <p14:tracePt t="1834" x="3084513" y="5581650"/>
          <p14:tracePt t="1836" x="3084513" y="5595938"/>
          <p14:tracePt t="1837" x="3084513" y="5610225"/>
          <p14:tracePt t="1838" x="3084513" y="5622925"/>
          <p14:tracePt t="1840" x="3084513" y="5637213"/>
          <p14:tracePt t="1843" x="3084513" y="5651500"/>
          <p14:tracePt t="1844" x="3084513" y="5678488"/>
          <p14:tracePt t="1846" x="3084513" y="5692775"/>
          <p14:tracePt t="1848" x="3084513" y="5705475"/>
          <p14:tracePt t="1849" x="3084513" y="5719763"/>
          <p14:tracePt t="1851" x="3084513" y="5734050"/>
          <p14:tracePt t="1852" x="3084513" y="5746750"/>
          <p14:tracePt t="1854" x="3084513" y="5761038"/>
          <p14:tracePt t="1857" x="3084513" y="5788025"/>
          <p14:tracePt t="1859" x="3084513" y="5802313"/>
          <p14:tracePt t="1862" x="3084513" y="5815013"/>
          <p14:tracePt t="1864" x="3084513" y="5829300"/>
          <p14:tracePt t="1866" x="3084513" y="5843588"/>
          <p14:tracePt t="1868" x="3084513" y="5856288"/>
          <p14:tracePt t="1871" x="3084513" y="5870575"/>
          <p14:tracePt t="1874" x="3084513" y="5884863"/>
          <p14:tracePt t="1876" x="3084513" y="5897563"/>
          <p14:tracePt t="1878" x="3084513" y="5911850"/>
          <p14:tracePt t="1883" x="3084513" y="5924550"/>
          <p14:tracePt t="1885" x="3084513" y="5938838"/>
          <p14:tracePt t="1886" x="3070225" y="5938838"/>
          <p14:tracePt t="1891" x="3070225" y="5953125"/>
          <p14:tracePt t="1897" x="3070225" y="5965825"/>
          <p14:tracePt t="1901" x="3057525" y="5965825"/>
          <p14:tracePt t="1902" x="3057525" y="5980113"/>
          <p14:tracePt t="1906" x="3057525" y="5994400"/>
          <p14:tracePt t="1913" x="3057525" y="6007100"/>
          <p14:tracePt t="1923" x="3043238" y="6007100"/>
          <p14:tracePt t="1927" x="3043238" y="6021388"/>
          <p14:tracePt t="1929" x="3028950" y="6021388"/>
          <p14:tracePt t="1945" x="3028950" y="6035675"/>
          <p14:tracePt t="1949" x="3028950" y="6048375"/>
          <p14:tracePt t="1951" x="3016250" y="6048375"/>
          <p14:tracePt t="2032" x="3001963" y="6062663"/>
          <p14:tracePt t="2038" x="2989263" y="6062663"/>
          <p14:tracePt t="2042" x="2974975" y="6076950"/>
          <p14:tracePt t="2050" x="2960688" y="6089650"/>
          <p14:tracePt t="2058" x="2960688" y="6103938"/>
          <p14:tracePt t="2073" x="2947988" y="6103938"/>
          <p14:tracePt t="2098" x="2933700" y="6103938"/>
          <p14:tracePt t="2105" x="2919413" y="6103938"/>
          <p14:tracePt t="2111" x="2906713" y="6103938"/>
          <p14:tracePt t="2117" x="2892425" y="6103938"/>
          <p14:tracePt t="2124" x="2878138" y="6103938"/>
          <p14:tracePt t="2125" x="2865438" y="6103938"/>
          <p14:tracePt t="2130" x="2851150" y="6103938"/>
          <p14:tracePt t="2131" x="2851150" y="6089650"/>
          <p14:tracePt t="2136" x="2838450" y="6089650"/>
          <p14:tracePt t="2142" x="2824163" y="6089650"/>
          <p14:tracePt t="2148" x="2809875" y="6089650"/>
          <p14:tracePt t="2149" x="2809875" y="6076950"/>
          <p14:tracePt t="2151" x="2797175" y="6076950"/>
          <p14:tracePt t="2159" x="2782888" y="6076950"/>
          <p14:tracePt t="2197" x="2768600" y="6076950"/>
          <p14:tracePt t="2225" x="2768600" y="6062663"/>
          <p14:tracePt t="2233" x="2755900" y="6062663"/>
          <p14:tracePt t="2241" x="2741613" y="6062663"/>
          <p14:tracePt t="2262" x="2741613" y="6048375"/>
          <p14:tracePt t="2264" x="2728913" y="6048375"/>
          <p14:tracePt t="2268" x="2728913" y="6035675"/>
          <p14:tracePt t="2343" x="2728913" y="6021388"/>
          <p14:tracePt t="2354" x="2728913" y="6007100"/>
          <p14:tracePt t="2360" x="2728913" y="5994400"/>
          <p14:tracePt t="2365" x="2728913" y="5980113"/>
          <p14:tracePt t="2375" x="2728913" y="5965825"/>
          <p14:tracePt t="2398" x="2728913" y="5953125"/>
          <p14:tracePt t="2410" x="2728913" y="5938838"/>
          <p14:tracePt t="2414" x="2728913" y="5924550"/>
          <p14:tracePt t="2425" x="2728913" y="5911850"/>
          <p14:tracePt t="2433" x="2728913" y="5897563"/>
          <p14:tracePt t="2439" x="2741613" y="5897563"/>
          <p14:tracePt t="2442" x="2755900" y="5884863"/>
          <p14:tracePt t="2447" x="2755900" y="5870575"/>
          <p14:tracePt t="2454" x="2755900" y="5856288"/>
          <p14:tracePt t="2457" x="2768600" y="5856288"/>
          <p14:tracePt t="2462" x="2768600" y="5843588"/>
          <p14:tracePt t="2466" x="2782888" y="5843588"/>
          <p14:tracePt t="2468" x="2782888" y="5829300"/>
          <p14:tracePt t="2470" x="2797175" y="5815013"/>
          <p14:tracePt t="2474" x="2809875" y="5815013"/>
          <p14:tracePt t="2474" x="2809875" y="5802313"/>
          <p14:tracePt t="2481" x="2824163" y="5788025"/>
          <p14:tracePt t="2484" x="2824163" y="5773738"/>
          <p14:tracePt t="2486" x="2838450" y="5761038"/>
          <p14:tracePt t="2489" x="2851150" y="5746750"/>
          <p14:tracePt t="2494" x="2851150" y="5734050"/>
          <p14:tracePt t="2495" x="2865438" y="5719763"/>
          <p14:tracePt t="2498" x="2878138" y="5719763"/>
          <p14:tracePt t="2499" x="2878138" y="5705475"/>
          <p14:tracePt t="2500" x="2892425" y="5692775"/>
          <p14:tracePt t="2504" x="2892425" y="5678488"/>
          <p14:tracePt t="2505" x="2906713" y="5678488"/>
          <p14:tracePt t="2506" x="2906713" y="5664200"/>
          <p14:tracePt t="2509" x="2919413" y="5651500"/>
          <p14:tracePt t="2510" x="2933700" y="5637213"/>
          <p14:tracePt t="2515" x="2947988" y="5622925"/>
          <p14:tracePt t="2516" x="2947988" y="5610225"/>
          <p14:tracePt t="2519" x="2960688" y="5595938"/>
          <p14:tracePt t="2520" x="2960688" y="5581650"/>
          <p14:tracePt t="2522" x="2974975" y="5568950"/>
          <p14:tracePt t="2525" x="2989263" y="5554663"/>
          <p14:tracePt t="2527" x="2989263" y="5541963"/>
          <p14:tracePt t="2530" x="3001963" y="5527675"/>
          <p14:tracePt t="2533" x="3001963" y="5513388"/>
          <p14:tracePt t="2535" x="3016250" y="5513388"/>
          <p14:tracePt t="2536" x="3028950" y="5500688"/>
          <p14:tracePt t="2537" x="3028950" y="5486400"/>
          <p14:tracePt t="2543" x="3043238" y="5472113"/>
          <p14:tracePt t="2547" x="3043238" y="5459413"/>
          <p14:tracePt t="2549" x="3057525" y="5459413"/>
          <p14:tracePt t="2552" x="3057525" y="5445125"/>
          <p14:tracePt t="2558" x="3057525" y="5430838"/>
          <p14:tracePt t="2565" x="3070225" y="5418138"/>
          <p14:tracePt t="2579" x="3070225" y="5403850"/>
          <p14:tracePt t="2590" x="3070225" y="5391150"/>
          <p14:tracePt t="2596" x="3070225" y="5376863"/>
          <p14:tracePt t="2602" x="3084513" y="5362575"/>
          <p14:tracePt t="2606" x="3084513" y="5349875"/>
          <p14:tracePt t="2608" x="3098800" y="5349875"/>
          <p14:tracePt t="2610" x="3098800" y="5335588"/>
          <p14:tracePt t="2613" x="3098800" y="5321300"/>
          <p14:tracePt t="2615" x="3098800" y="5308600"/>
          <p14:tracePt t="2617" x="3111500" y="5308600"/>
          <p14:tracePt t="2619" x="3111500" y="5294313"/>
          <p14:tracePt t="2623" x="3111500" y="5280025"/>
          <p14:tracePt t="2626" x="3111500" y="5267325"/>
          <p14:tracePt t="2627" x="3125788" y="5253038"/>
          <p14:tracePt t="2633" x="3125788" y="5238750"/>
          <p14:tracePt t="2635" x="3125788" y="5226050"/>
          <p14:tracePt t="2640" x="3125788" y="5211763"/>
          <p14:tracePt t="2642" x="3125788" y="5199063"/>
          <p14:tracePt t="2645" x="3125788" y="5184775"/>
          <p14:tracePt t="2650" x="3125788" y="5170488"/>
          <p14:tracePt t="2661" x="3125788" y="5157788"/>
          <p14:tracePt t="2679" x="3125788" y="5143500"/>
          <p14:tracePt t="2739" x="3111500" y="5143500"/>
          <p14:tracePt t="2747" x="3098800" y="5143500"/>
          <p14:tracePt t="2750" x="3084513" y="5143500"/>
          <p14:tracePt t="2756" x="3070225" y="5143500"/>
          <p14:tracePt t="2761" x="3057525" y="5143500"/>
          <p14:tracePt t="2767" x="3043238" y="5157788"/>
          <p14:tracePt t="2771" x="3028950" y="5157788"/>
          <p14:tracePt t="2774" x="3016250" y="5157788"/>
          <p14:tracePt t="2779" x="3001963" y="5157788"/>
          <p14:tracePt t="2781" x="3001963" y="5170488"/>
          <p14:tracePt t="2785" x="2989263" y="5170488"/>
          <p14:tracePt t="2788" x="2974975" y="5170488"/>
          <p14:tracePt t="2791" x="2960688" y="5184775"/>
          <p14:tracePt t="2795" x="2947988" y="5184775"/>
          <p14:tracePt t="2801" x="2933700" y="5199063"/>
          <p14:tracePt t="2807" x="2933700" y="5211763"/>
          <p14:tracePt t="2809" x="2919413" y="5211763"/>
          <p14:tracePt t="2813" x="2906713" y="5211763"/>
          <p14:tracePt t="2817" x="2906713" y="5226050"/>
          <p14:tracePt t="2828" x="2892425" y="5226050"/>
          <p14:tracePt t="2890" x="2878138" y="5226050"/>
          <p14:tracePt t="2932" x="2878138" y="5238750"/>
          <p14:tracePt t="3099" x="2878138" y="5253038"/>
          <p14:tracePt t="3105" x="2878138" y="5267325"/>
          <p14:tracePt t="3117" x="2878138" y="5280025"/>
          <p14:tracePt t="3121" x="2892425" y="5280025"/>
          <p14:tracePt t="3141" x="2906713" y="5280025"/>
          <p14:tracePt t="3154" x="2919413" y="5280025"/>
          <p14:tracePt t="3177" x="2933700" y="5280025"/>
          <p14:tracePt t="3187" x="2947988" y="5280025"/>
          <p14:tracePt t="3194" x="2960688" y="5280025"/>
          <p14:tracePt t="3200" x="2974975" y="5280025"/>
          <p14:tracePt t="3211" x="2989263" y="5280025"/>
          <p14:tracePt t="3228" x="3001963" y="5280025"/>
          <p14:tracePt t="3261" x="3016250" y="5280025"/>
          <p14:tracePt t="3272" x="3016250" y="5267325"/>
          <p14:tracePt t="3276" x="3016250" y="5253038"/>
          <p14:tracePt t="3285" x="3028950" y="5238750"/>
          <p14:tracePt t="3291" x="3028950" y="5226050"/>
          <p14:tracePt t="3299" x="3028950" y="5211763"/>
          <p14:tracePt t="3302" x="3028950" y="5199063"/>
          <p14:tracePt t="3312" x="3028950" y="5184775"/>
          <p14:tracePt t="3319" x="3028950" y="5170488"/>
          <p14:tracePt t="3327" x="3028950" y="5157788"/>
          <p14:tracePt t="3329" x="3028950" y="5143500"/>
          <p14:tracePt t="3338" x="3028950" y="5129213"/>
          <p14:tracePt t="3345" x="3028950" y="5116513"/>
          <p14:tracePt t="3354" x="3028950" y="5102225"/>
          <p14:tracePt t="3365" x="3028950" y="5087938"/>
          <p14:tracePt t="3436" x="3028950" y="5075238"/>
          <p14:tracePt t="3464" x="3028950" y="5060950"/>
          <p14:tracePt t="3563" x="3028950" y="5048250"/>
          <p14:tracePt t="3570" x="3028950" y="5033963"/>
          <p14:tracePt t="3793" x="3028950" y="5019675"/>
          <p14:tracePt t="3820" x="3016250" y="5019675"/>
          <p14:tracePt t="3938" x="3016250" y="5033963"/>
          <p14:tracePt t="3940" x="3016250" y="5048250"/>
          <p14:tracePt t="3945" x="3016250" y="5060950"/>
          <p14:tracePt t="3949" x="3016250" y="5075238"/>
          <p14:tracePt t="3954" x="3016250" y="5087938"/>
          <p14:tracePt t="3957" x="3016250" y="5102225"/>
          <p14:tracePt t="3962" x="3016250" y="5116513"/>
          <p14:tracePt t="3968" x="3016250" y="5129213"/>
          <p14:tracePt t="3974" x="3016250" y="5143500"/>
          <p14:tracePt t="3976" x="3016250" y="5157788"/>
          <p14:tracePt t="3983" x="3016250" y="5170488"/>
          <p14:tracePt t="3996" x="3016250" y="5184775"/>
          <p14:tracePt t="4014" x="3016250" y="5199063"/>
          <p14:tracePt t="4028" x="3016250" y="5211763"/>
          <p14:tracePt t="4062" x="3016250" y="5226050"/>
          <p14:tracePt t="4073" x="3001963" y="5226050"/>
          <p14:tracePt t="5240" x="3016250" y="5226050"/>
          <p14:tracePt t="5243" x="3028950" y="5226050"/>
          <p14:tracePt t="5251" x="3043238" y="5226050"/>
          <p14:tracePt t="5260" x="3057525" y="5226050"/>
          <p14:tracePt t="5295" x="3070225" y="5226050"/>
          <p14:tracePt t="5315" x="3070225" y="5211763"/>
          <p14:tracePt t="5319" x="3070225" y="5199063"/>
          <p14:tracePt t="5326" x="3070225" y="5184775"/>
          <p14:tracePt t="5331" x="3084513" y="5170488"/>
          <p14:tracePt t="5335" x="3084513" y="5157788"/>
          <p14:tracePt t="5337" x="3084513" y="5143500"/>
          <p14:tracePt t="5342" x="3084513" y="5129213"/>
          <p14:tracePt t="5347" x="3084513" y="5116513"/>
          <p14:tracePt t="5349" x="3098800" y="5116513"/>
          <p14:tracePt t="5352" x="3098800" y="5102225"/>
          <p14:tracePt t="5354" x="3098800" y="5087938"/>
          <p14:tracePt t="5360" x="3098800" y="5075238"/>
          <p14:tracePt t="5369" x="3098800" y="5060950"/>
          <p14:tracePt t="5476" x="3098800" y="5048250"/>
          <p14:tracePt t="5479" x="3098800" y="5033963"/>
          <p14:tracePt t="5494" x="3098800" y="5019675"/>
          <p14:tracePt t="5606" x="3084513" y="5019675"/>
          <p14:tracePt t="5610" x="3070225" y="5019675"/>
          <p14:tracePt t="5615" x="3057525" y="5019675"/>
          <p14:tracePt t="5619" x="3043238" y="5019675"/>
          <p14:tracePt t="5623" x="3028950" y="5033963"/>
          <p14:tracePt t="5626" x="3016250" y="5048250"/>
          <p14:tracePt t="5629" x="3001963" y="5048250"/>
          <p14:tracePt t="5635" x="2989263" y="5060950"/>
          <p14:tracePt t="5642" x="2974975" y="5060950"/>
          <p14:tracePt t="5644" x="2960688" y="5075238"/>
          <p14:tracePt t="5653" x="2947988" y="5075238"/>
          <p14:tracePt t="5658" x="2947988" y="5087938"/>
          <p14:tracePt t="5671" x="2933700" y="5102225"/>
          <p14:tracePt t="5730" x="2933700" y="5087938"/>
          <p14:tracePt t="5737" x="2933700" y="5075238"/>
          <p14:tracePt t="5739" x="2919413" y="5075238"/>
          <p14:tracePt t="5746" x="2919413" y="5060950"/>
          <p14:tracePt t="5756" x="2906713" y="5060950"/>
          <p14:tracePt t="5757" x="2906713" y="5048250"/>
          <p14:tracePt t="5766" x="2906713" y="5033963"/>
          <p14:tracePt t="5832" x="2906713" y="5019675"/>
          <p14:tracePt t="6089" x="2919413" y="5019675"/>
          <p14:tracePt t="6104" x="2919413" y="5033963"/>
          <p14:tracePt t="6109" x="2919413" y="5048250"/>
          <p14:tracePt t="6111" x="2933700" y="5048250"/>
          <p14:tracePt t="6116" x="2933700" y="5060950"/>
          <p14:tracePt t="6124" x="2933700" y="5075238"/>
          <p14:tracePt t="6127" x="2947988" y="5075238"/>
          <p14:tracePt t="6131" x="2947988" y="5087938"/>
          <p14:tracePt t="6133" x="2947988" y="5102225"/>
          <p14:tracePt t="6140" x="2947988" y="5116513"/>
          <p14:tracePt t="6147" x="2960688" y="5116513"/>
          <p14:tracePt t="6148" x="2960688" y="5129213"/>
          <p14:tracePt t="6153" x="2974975" y="5129213"/>
          <p14:tracePt t="6156" x="2974975" y="5143500"/>
          <p14:tracePt t="6159" x="2974975" y="5157788"/>
          <p14:tracePt t="6168" x="2989263" y="5157788"/>
          <p14:tracePt t="6169" x="2989263" y="5170488"/>
          <p14:tracePt t="6182" x="2989263" y="5184775"/>
          <p14:tracePt t="6185" x="3001963" y="5184775"/>
          <p14:tracePt t="6192" x="3001963" y="5199063"/>
          <p14:tracePt t="6195" x="3016250" y="5199063"/>
          <p14:tracePt t="6197" x="3016250" y="5211763"/>
          <p14:tracePt t="6200" x="3028950" y="5211763"/>
          <p14:tracePt t="6205" x="3028950" y="5226050"/>
          <p14:tracePt t="6210" x="3043238" y="5226050"/>
          <p14:tracePt t="6214" x="3043238" y="5238750"/>
          <p14:tracePt t="6220" x="3057525" y="5238750"/>
          <p14:tracePt t="6222" x="3057525" y="5253038"/>
          <p14:tracePt t="6225" x="3057525" y="5267325"/>
          <p14:tracePt t="6233" x="3057525" y="5280025"/>
          <p14:tracePt t="6235" x="3070225" y="5280025"/>
          <p14:tracePt t="6241" x="3070225" y="5294313"/>
          <p14:tracePt t="6247" x="3084513" y="5308600"/>
          <p14:tracePt t="6253" x="3098800" y="5321300"/>
          <p14:tracePt t="6258" x="3098800" y="5335588"/>
          <p14:tracePt t="6265" x="3111500" y="5349875"/>
          <p14:tracePt t="6273" x="3125788" y="5362575"/>
          <p14:tracePt t="6276" x="3125788" y="5376863"/>
          <p14:tracePt t="6279" x="3125788" y="5391150"/>
          <p14:tracePt t="6283" x="3125788" y="5403850"/>
          <p14:tracePt t="6286" x="3140075" y="5418138"/>
          <p14:tracePt t="6291" x="3152775" y="5430838"/>
          <p14:tracePt t="6294" x="3152775" y="5445125"/>
          <p14:tracePt t="6297" x="3152775" y="5459413"/>
          <p14:tracePt t="6300" x="3152775" y="5472113"/>
          <p14:tracePt t="6302" x="3167063" y="5472113"/>
          <p14:tracePt t="6303" x="3167063" y="5486400"/>
          <p14:tracePt t="6306" x="3167063" y="5500688"/>
          <p14:tracePt t="6308" x="3167063" y="5513388"/>
          <p14:tracePt t="6314" x="3167063" y="5527675"/>
          <p14:tracePt t="6318" x="3167063" y="5541963"/>
          <p14:tracePt t="6319" x="3179763" y="5554663"/>
          <p14:tracePt t="6325" x="3179763" y="5568950"/>
          <p14:tracePt t="6331" x="3179763" y="5581650"/>
          <p14:tracePt t="6336" x="3179763" y="5595938"/>
          <p14:tracePt t="6341" x="3179763" y="5610225"/>
          <p14:tracePt t="6346" x="3194050" y="5622925"/>
          <p14:tracePt t="6354" x="3194050" y="5637213"/>
          <p14:tracePt t="6359" x="3208338" y="5637213"/>
          <p14:tracePt t="6362" x="3208338" y="5651500"/>
          <p14:tracePt t="6365" x="3208338" y="5664200"/>
          <p14:tracePt t="6371" x="3208338" y="5678488"/>
          <p14:tracePt t="6377" x="3208338" y="5692775"/>
          <p14:tracePt t="6383" x="3221038" y="5705475"/>
          <p14:tracePt t="6385" x="3221038" y="5719763"/>
          <p14:tracePt t="6390" x="3221038" y="5734050"/>
          <p14:tracePt t="6395" x="3221038" y="5746750"/>
          <p14:tracePt t="6401" x="3221038" y="5761038"/>
          <p14:tracePt t="6408" x="3221038" y="5773738"/>
          <p14:tracePt t="6412" x="3221038" y="5788025"/>
          <p14:tracePt t="6423" x="3221038" y="5802313"/>
          <p14:tracePt t="6430" x="3208338" y="5802313"/>
          <p14:tracePt t="6435" x="3194050" y="5802313"/>
          <p14:tracePt t="6438" x="3194050" y="5815013"/>
          <p14:tracePt t="6443" x="3179763" y="5815013"/>
          <p14:tracePt t="6450" x="3167063" y="5829300"/>
          <p14:tracePt t="6454" x="3167063" y="5843588"/>
          <p14:tracePt t="6457" x="3152775" y="5843588"/>
          <p14:tracePt t="6460" x="3140075" y="5843588"/>
          <p14:tracePt t="6464" x="3125788" y="5856288"/>
          <p14:tracePt t="6469" x="3111500" y="5856288"/>
          <p14:tracePt t="6473" x="3098800" y="5856288"/>
          <p14:tracePt t="6474" x="3084513" y="5870575"/>
          <p14:tracePt t="6481" x="3070225" y="5870575"/>
          <p14:tracePt t="6487" x="3057525" y="5870575"/>
          <p14:tracePt t="6494" x="3043238" y="5884863"/>
          <p14:tracePt t="6505" x="3028950" y="5897563"/>
          <p14:tracePt t="6512" x="3016250" y="5897563"/>
          <p14:tracePt t="6536" x="3001963" y="5897563"/>
          <p14:tracePt t="6552" x="2989263" y="5897563"/>
          <p14:tracePt t="6563" x="2974975" y="5897563"/>
          <p14:tracePt t="6566" x="2960688" y="5897563"/>
          <p14:tracePt t="6574" x="2947988" y="5897563"/>
          <p14:tracePt t="6579" x="2933700" y="5897563"/>
          <p14:tracePt t="6586" x="2919413" y="5897563"/>
          <p14:tracePt t="6591" x="2906713" y="5897563"/>
          <p14:tracePt t="6596" x="2892425" y="5897563"/>
          <p14:tracePt t="6609" x="2878138" y="5897563"/>
          <p14:tracePt t="6765" x="2865438" y="5897563"/>
          <p14:tracePt t="6783" x="2851150" y="5897563"/>
          <p14:tracePt t="6839" x="2838450" y="5897563"/>
          <p14:tracePt t="6879" x="2838450" y="5911850"/>
          <p14:tracePt t="6885" x="2824163" y="5911850"/>
          <p14:tracePt t="6900" x="2809875" y="5911850"/>
          <p14:tracePt t="6905" x="2797175" y="5924550"/>
          <p14:tracePt t="6915" x="2782888" y="5924550"/>
          <p14:tracePt t="6927" x="2782888" y="5938838"/>
          <p14:tracePt t="6929" x="2768600" y="5938838"/>
          <p14:tracePt t="6940" x="2768600" y="5953125"/>
          <p14:tracePt t="7300" x="2768600" y="5965825"/>
          <p14:tracePt t="7302" x="2755900" y="5965825"/>
          <p14:tracePt t="7312" x="2755900" y="5980113"/>
          <p14:tracePt t="7333" x="2741613" y="599440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20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TW" sz="2400" dirty="0">
                <a:latin typeface="Times New Roman" panose="02020603050405020304" pitchFamily="18" charset="0"/>
              </a:rPr>
              <a:t>FGGEBDDCCBA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09404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6B132DD4-A7BF-AD6E-E071-6379BE575F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58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6441">
        <p159:morph option="byObject"/>
      </p:transition>
    </mc:Choice>
    <mc:Fallback>
      <p:transition advTm="644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4" x="3125788" y="6240463"/>
          <p14:tracePt t="56" x="3140075" y="6240463"/>
          <p14:tracePt t="61" x="3152775" y="6240463"/>
          <p14:tracePt t="69" x="3167063" y="6240463"/>
          <p14:tracePt t="73" x="3167063" y="6227763"/>
          <p14:tracePt t="83" x="3167063" y="6213475"/>
          <p14:tracePt t="84" x="3179763" y="6213475"/>
          <p14:tracePt t="150" x="3194050" y="6213475"/>
          <p14:tracePt t="166" x="3208338" y="6199188"/>
          <p14:tracePt t="202" x="3221038" y="6199188"/>
          <p14:tracePt t="233" x="3235325" y="6199188"/>
          <p14:tracePt t="286" x="3249613" y="6199188"/>
          <p14:tracePt t="327" x="3249613" y="6186488"/>
          <p14:tracePt t="329" x="3262313" y="6186488"/>
          <p14:tracePt t="341" x="3276600" y="6186488"/>
          <p14:tracePt t="370" x="3290888" y="6186488"/>
          <p14:tracePt t="403" x="3303588" y="6186488"/>
          <p14:tracePt t="442" x="3317875" y="6186488"/>
          <p14:tracePt t="459" x="3330575" y="6172200"/>
          <p14:tracePt t="462" x="3344863" y="6172200"/>
          <p14:tracePt t="465" x="3344863" y="6157913"/>
          <p14:tracePt t="466" x="3359150" y="6157913"/>
          <p14:tracePt t="471" x="3371850" y="6157913"/>
          <p14:tracePt t="477" x="3371850" y="6145213"/>
          <p14:tracePt t="478" x="3386138" y="6145213"/>
          <p14:tracePt t="488" x="3400425" y="6145213"/>
          <p14:tracePt t="498" x="3400425" y="6130925"/>
          <p14:tracePt t="503" x="3413125" y="6130925"/>
          <p14:tracePt t="514" x="3427413" y="6130925"/>
          <p14:tracePt t="525" x="3427413" y="6116638"/>
          <p14:tracePt t="539" x="3441700" y="6116638"/>
          <p14:tracePt t="545" x="3441700" y="6103938"/>
          <p14:tracePt t="548" x="3454400" y="6103938"/>
          <p14:tracePt t="553" x="3468688" y="6089650"/>
          <p14:tracePt t="556" x="3481388" y="6089650"/>
          <p14:tracePt t="560" x="3481388" y="6076950"/>
          <p14:tracePt t="562" x="3495675" y="6076950"/>
          <p14:tracePt t="564" x="3495675" y="6062663"/>
          <p14:tracePt t="565" x="3509963" y="6062663"/>
          <p14:tracePt t="566" x="3509963" y="6048375"/>
          <p14:tracePt t="570" x="3522663" y="6035675"/>
          <p14:tracePt t="571" x="3536950" y="6035675"/>
          <p14:tracePt t="575" x="3536950" y="6021388"/>
          <p14:tracePt t="577" x="3551238" y="6007100"/>
          <p14:tracePt t="581" x="3551238" y="5994400"/>
          <p14:tracePt t="584" x="3563938" y="5994400"/>
          <p14:tracePt t="584" x="3563938" y="5980113"/>
          <p14:tracePt t="588" x="3563938" y="5965825"/>
          <p14:tracePt t="589" x="3578225" y="5965825"/>
          <p14:tracePt t="591" x="3592513" y="5953125"/>
          <p14:tracePt t="592" x="3592513" y="5938838"/>
          <p14:tracePt t="594" x="3605213" y="5938838"/>
          <p14:tracePt t="598" x="3605213" y="5924550"/>
          <p14:tracePt t="598" x="3605213" y="5911850"/>
          <p14:tracePt t="600" x="3619500" y="5911850"/>
          <p14:tracePt t="601" x="3619500" y="5897563"/>
          <p14:tracePt t="604" x="3619500" y="5884863"/>
          <p14:tracePt t="606" x="3632200" y="5884863"/>
          <p14:tracePt t="608" x="3632200" y="5870575"/>
          <p14:tracePt t="609" x="3646488" y="5870575"/>
          <p14:tracePt t="611" x="3646488" y="5856288"/>
          <p14:tracePt t="612" x="3646488" y="5843588"/>
          <p14:tracePt t="617" x="3646488" y="5829300"/>
          <p14:tracePt t="619" x="3660775" y="5829300"/>
          <p14:tracePt t="620" x="3660775" y="5815013"/>
          <p14:tracePt t="622" x="3660775" y="5802313"/>
          <p14:tracePt t="625" x="3673475" y="5788025"/>
          <p14:tracePt t="629" x="3673475" y="5773738"/>
          <p14:tracePt t="631" x="3687763" y="5773738"/>
          <p14:tracePt t="633" x="3687763" y="5761038"/>
          <p14:tracePt t="634" x="3702050" y="5761038"/>
          <p14:tracePt t="636" x="3702050" y="5746750"/>
          <p14:tracePt t="638" x="3702050" y="5734050"/>
          <p14:tracePt t="640" x="3714750" y="5734050"/>
          <p14:tracePt t="642" x="3714750" y="5719763"/>
          <p14:tracePt t="646" x="3714750" y="5705475"/>
          <p14:tracePt t="647" x="3729038" y="5705475"/>
          <p14:tracePt t="649" x="3729038" y="5692775"/>
          <p14:tracePt t="653" x="3743325" y="5664200"/>
          <p14:tracePt t="655" x="3756025" y="5664200"/>
          <p14:tracePt t="655" x="3756025" y="5651500"/>
          <p14:tracePt t="660" x="3770313" y="5622925"/>
          <p14:tracePt t="662" x="3770313" y="5610225"/>
          <p14:tracePt t="663" x="3783013" y="5610225"/>
          <p14:tracePt t="665" x="3783013" y="5595938"/>
          <p14:tracePt t="667" x="3797300" y="5595938"/>
          <p14:tracePt t="668" x="3811588" y="5568950"/>
          <p14:tracePt t="671" x="3811588" y="5554663"/>
          <p14:tracePt t="672" x="3824288" y="5554663"/>
          <p14:tracePt t="673" x="3824288" y="5527675"/>
          <p14:tracePt t="676" x="3838575" y="5513388"/>
          <p14:tracePt t="678" x="3852863" y="5500688"/>
          <p14:tracePt t="681" x="3852863" y="5486400"/>
          <p14:tracePt t="682" x="3865563" y="5486400"/>
          <p14:tracePt t="683" x="3865563" y="5472113"/>
          <p14:tracePt t="684" x="3865563" y="5459413"/>
          <p14:tracePt t="688" x="3865563" y="5445125"/>
          <p14:tracePt t="689" x="3879850" y="5430838"/>
          <p14:tracePt t="692" x="3894138" y="5418138"/>
          <p14:tracePt t="695" x="3894138" y="5403850"/>
          <p14:tracePt t="697" x="3894138" y="5391150"/>
          <p14:tracePt t="701" x="3894138" y="5376863"/>
          <p14:tracePt t="705" x="3906838" y="5362575"/>
          <p14:tracePt t="708" x="3906838" y="5349875"/>
          <p14:tracePt t="710" x="3906838" y="5335588"/>
          <p14:tracePt t="713" x="3906838" y="5321300"/>
          <p14:tracePt t="715" x="3906838" y="5308600"/>
          <p14:tracePt t="718" x="3906838" y="5294313"/>
          <p14:tracePt t="721" x="3921125" y="5280025"/>
          <p14:tracePt t="724" x="3921125" y="5267325"/>
          <p14:tracePt t="726" x="3921125" y="5253038"/>
          <p14:tracePt t="727" x="3921125" y="5238750"/>
          <p14:tracePt t="732" x="3921125" y="5226050"/>
          <p14:tracePt t="733" x="3933825" y="5226050"/>
          <p14:tracePt t="736" x="3933825" y="5199063"/>
          <p14:tracePt t="739" x="3933825" y="5184775"/>
          <p14:tracePt t="744" x="3933825" y="5170488"/>
          <p14:tracePt t="745" x="3948113" y="5157788"/>
          <p14:tracePt t="750" x="3948113" y="5143500"/>
          <p14:tracePt t="753" x="3948113" y="5129213"/>
          <p14:tracePt t="756" x="3948113" y="5116513"/>
          <p14:tracePt t="761" x="3948113" y="5102225"/>
          <p14:tracePt t="761" x="3948113" y="5087938"/>
          <p14:tracePt t="763" x="3962400" y="5087938"/>
          <p14:tracePt t="765" x="3962400" y="5075238"/>
          <p14:tracePt t="767" x="3962400" y="5060950"/>
          <p14:tracePt t="771" x="3962400" y="5048250"/>
          <p14:tracePt t="775" x="3962400" y="5033963"/>
          <p14:tracePt t="776" x="3962400" y="5019675"/>
          <p14:tracePt t="779" x="3962400" y="5006975"/>
          <p14:tracePt t="781" x="3975100" y="4992688"/>
          <p14:tracePt t="784" x="3975100" y="4978400"/>
          <p14:tracePt t="785" x="3975100" y="4965700"/>
          <p14:tracePt t="789" x="3975100" y="4937125"/>
          <p14:tracePt t="792" x="3975100" y="4924425"/>
          <p14:tracePt t="793" x="3989388" y="4910138"/>
          <p14:tracePt t="796" x="4003675" y="4895850"/>
          <p14:tracePt t="799" x="4003675" y="4883150"/>
          <p14:tracePt t="801" x="4003675" y="4856163"/>
          <p14:tracePt t="805" x="4003675" y="4841875"/>
          <p14:tracePt t="806" x="4003675" y="4827588"/>
          <p14:tracePt t="807" x="4003675" y="4814888"/>
          <p14:tracePt t="811" x="4003675" y="4800600"/>
          <p14:tracePt t="812" x="4003675" y="4786313"/>
          <p14:tracePt t="814" x="4003675" y="4773613"/>
          <p14:tracePt t="816" x="4003675" y="4759325"/>
          <p14:tracePt t="819" x="4003675" y="4745038"/>
          <p14:tracePt t="824" x="4003675" y="4732338"/>
          <p14:tracePt t="826" x="4003675" y="4718050"/>
          <p14:tracePt t="827" x="4003675" y="4705350"/>
          <p14:tracePt t="829" x="4003675" y="4691063"/>
          <p14:tracePt t="834" x="3989388" y="4676775"/>
          <p14:tracePt t="836" x="3975100" y="4664075"/>
          <p14:tracePt t="838" x="3975100" y="4649788"/>
          <p14:tracePt t="841" x="3975100" y="4635500"/>
          <p14:tracePt t="843" x="3962400" y="4635500"/>
          <p14:tracePt t="846" x="3962400" y="4622800"/>
          <p14:tracePt t="850" x="3948113" y="4608513"/>
          <p14:tracePt t="851" x="3948113" y="4594225"/>
          <p14:tracePt t="859" x="3948113" y="4581525"/>
          <p14:tracePt t="860" x="3933825" y="4581525"/>
          <p14:tracePt t="862" x="3921125" y="4581525"/>
          <p14:tracePt t="867" x="3921125" y="4567238"/>
          <p14:tracePt t="872" x="3921125" y="4552950"/>
          <p14:tracePt t="875" x="3906838" y="4540250"/>
          <p14:tracePt t="882" x="3906838" y="4525963"/>
          <p14:tracePt t="883" x="3894138" y="4525963"/>
          <p14:tracePt t="888" x="3894138" y="4513263"/>
          <p14:tracePt t="892" x="3879850" y="4498975"/>
          <p14:tracePt t="896" x="3865563" y="4484688"/>
          <p14:tracePt t="898" x="3865563" y="4471988"/>
          <p14:tracePt t="903" x="3852863" y="4457700"/>
          <p14:tracePt t="906" x="3838575" y="4443413"/>
          <p14:tracePt t="910" x="3838575" y="4430713"/>
          <p14:tracePt t="911" x="3824288" y="4416425"/>
          <p14:tracePt t="912" x="3811588" y="4416425"/>
          <p14:tracePt t="915" x="3811588" y="4402138"/>
          <p14:tracePt t="918" x="3797300" y="4375150"/>
          <p14:tracePt t="922" x="3783013" y="4362450"/>
          <p14:tracePt t="924" x="3770313" y="4348163"/>
          <p14:tracePt t="925" x="3770313" y="4333875"/>
          <p14:tracePt t="927" x="3756025" y="4333875"/>
          <p14:tracePt t="929" x="3756025" y="4321175"/>
          <p14:tracePt t="931" x="3743325" y="4321175"/>
          <p14:tracePt t="932" x="3743325" y="4306888"/>
          <p14:tracePt t="934" x="3729038" y="4292600"/>
          <p14:tracePt t="939" x="3714750" y="4279900"/>
          <p14:tracePt t="941" x="3702050" y="4265613"/>
          <p14:tracePt t="945" x="3687763" y="4251325"/>
          <p14:tracePt t="946" x="3687763" y="4238625"/>
          <p14:tracePt t="947" x="3673475" y="4238625"/>
          <p14:tracePt t="950" x="3660775" y="4224338"/>
          <p14:tracePt t="952" x="3646488" y="4210050"/>
          <p14:tracePt t="957" x="3632200" y="4210050"/>
          <p14:tracePt t="958" x="3632200" y="4197350"/>
          <p14:tracePt t="960" x="3619500" y="4183063"/>
          <p14:tracePt t="962" x="3605213" y="4183063"/>
          <p14:tracePt t="965" x="3592513" y="4183063"/>
          <p14:tracePt t="966" x="3592513" y="4170363"/>
          <p14:tracePt t="970" x="3578225" y="4170363"/>
          <p14:tracePt t="973" x="3578225" y="4156075"/>
          <p14:tracePt t="974" x="3563938" y="4156075"/>
          <p14:tracePt t="976" x="3551238" y="4156075"/>
          <p14:tracePt t="984" x="3536950" y="4141788"/>
          <p14:tracePt t="993" x="3536950" y="4129088"/>
          <p14:tracePt t="1006" x="3522663" y="4129088"/>
          <p14:tracePt t="1035" x="3509963" y="4114800"/>
          <p14:tracePt t="1040" x="3495675" y="4100513"/>
          <p14:tracePt t="1044" x="3481388" y="4087813"/>
          <p14:tracePt t="1046" x="3481388" y="4073525"/>
          <p14:tracePt t="1050" x="3468688" y="4059238"/>
          <p14:tracePt t="1052" x="3468688" y="4046538"/>
          <p14:tracePt t="1052" x="3454400" y="4046538"/>
          <p14:tracePt t="1056" x="3441700" y="4019550"/>
          <p14:tracePt t="1057" x="3427413" y="4019550"/>
          <p14:tracePt t="1058" x="3427413" y="4005263"/>
          <p14:tracePt t="1061" x="3413125" y="3990975"/>
          <p14:tracePt t="1062" x="3413125" y="3978275"/>
          <p14:tracePt t="1065" x="3413125" y="3963988"/>
          <p14:tracePt t="1067" x="3400425" y="3963988"/>
          <p14:tracePt t="1068" x="3386138" y="3949700"/>
          <p14:tracePt t="1072" x="3371850" y="3922713"/>
          <p14:tracePt t="1076" x="3359150" y="3908425"/>
          <p14:tracePt t="1080" x="3359150" y="3895725"/>
          <p14:tracePt t="1082" x="3344863" y="3895725"/>
          <p14:tracePt t="1084" x="3330575" y="3881438"/>
          <p14:tracePt t="1086" x="3330575" y="3867150"/>
          <p14:tracePt t="1089" x="3317875" y="3867150"/>
          <p14:tracePt t="1092" x="3317875" y="3854450"/>
          <p14:tracePt t="1093" x="3303588" y="3854450"/>
          <p14:tracePt t="1096" x="3303588" y="3840163"/>
          <p14:tracePt t="1099" x="3276600" y="3840163"/>
          <p14:tracePt t="1103" x="3276600" y="3827463"/>
          <p14:tracePt t="1108" x="3262313" y="3827463"/>
          <p14:tracePt t="1116" x="3262313" y="3813175"/>
          <p14:tracePt t="1263" x="3249613" y="3813175"/>
          <p14:tracePt t="1561" x="3262313" y="3813175"/>
          <p14:tracePt t="1563" x="3262313" y="3827463"/>
          <p14:tracePt t="1566" x="3276600" y="3827463"/>
          <p14:tracePt t="1567" x="3290888" y="3827463"/>
          <p14:tracePt t="1569" x="3290888" y="3840163"/>
          <p14:tracePt t="1570" x="3303588" y="3840163"/>
          <p14:tracePt t="1574" x="3303588" y="3854450"/>
          <p14:tracePt t="1575" x="3317875" y="3854450"/>
          <p14:tracePt t="1576" x="3317875" y="3867150"/>
          <p14:tracePt t="1577" x="3330575" y="3867150"/>
          <p14:tracePt t="1579" x="3344863" y="3867150"/>
          <p14:tracePt t="1584" x="3359150" y="3881438"/>
          <p14:tracePt t="1589" x="3371850" y="3895725"/>
          <p14:tracePt t="1592" x="3386138" y="3895725"/>
          <p14:tracePt t="1596" x="3400425" y="3895725"/>
          <p14:tracePt t="1598" x="3400425" y="3908425"/>
          <p14:tracePt t="1601" x="3413125" y="3908425"/>
          <p14:tracePt t="1602" x="3413125" y="3922713"/>
          <p14:tracePt t="1605" x="3427413" y="3922713"/>
          <p14:tracePt t="1608" x="3427413" y="3937000"/>
          <p14:tracePt t="1611" x="3441700" y="3937000"/>
          <p14:tracePt t="1614" x="3441700" y="3949700"/>
          <p14:tracePt t="1619" x="3454400" y="3949700"/>
          <p14:tracePt t="1621" x="3468688" y="3963988"/>
          <p14:tracePt t="1625" x="3468688" y="3978275"/>
          <p14:tracePt t="1626" x="3481388" y="3978275"/>
          <p14:tracePt t="1629" x="3481388" y="3990975"/>
          <p14:tracePt t="1631" x="3495675" y="3990975"/>
          <p14:tracePt t="1633" x="3495675" y="4005263"/>
          <p14:tracePt t="1637" x="3509963" y="4005263"/>
          <p14:tracePt t="1639" x="3509963" y="4019550"/>
          <p14:tracePt t="1640" x="3522663" y="4019550"/>
          <p14:tracePt t="1641" x="3522663" y="4032250"/>
          <p14:tracePt t="1643" x="3522663" y="4046538"/>
          <p14:tracePt t="1647" x="3536950" y="4059238"/>
          <p14:tracePt t="1653" x="3551238" y="4073525"/>
          <p14:tracePt t="1655" x="3551238" y="4087813"/>
          <p14:tracePt t="1658" x="3563938" y="4087813"/>
          <p14:tracePt t="1660" x="3563938" y="4100513"/>
          <p14:tracePt t="1661" x="3578225" y="4100513"/>
          <p14:tracePt t="1662" x="3578225" y="4114800"/>
          <p14:tracePt t="1665" x="3592513" y="4114800"/>
          <p14:tracePt t="1667" x="3592513" y="4129088"/>
          <p14:tracePt t="1668" x="3605213" y="4129088"/>
          <p14:tracePt t="1670" x="3605213" y="4141788"/>
          <p14:tracePt t="1674" x="3619500" y="4156075"/>
          <p14:tracePt t="1676" x="3632200" y="4156075"/>
          <p14:tracePt t="1681" x="3646488" y="4170363"/>
          <p14:tracePt t="1685" x="3660775" y="4183063"/>
          <p14:tracePt t="1691" x="3673475" y="4197350"/>
          <p14:tracePt t="1695" x="3687763" y="4210050"/>
          <p14:tracePt t="1703" x="3702050" y="4224338"/>
          <p14:tracePt t="1710" x="3714750" y="4238625"/>
          <p14:tracePt t="1716" x="3714750" y="4251325"/>
          <p14:tracePt t="1718" x="3714750" y="4265613"/>
          <p14:tracePt t="1725" x="3729038" y="4279900"/>
          <p14:tracePt t="1730" x="3729038" y="4292600"/>
          <p14:tracePt t="1735" x="3743325" y="4306888"/>
          <p14:tracePt t="1739" x="3743325" y="4321175"/>
          <p14:tracePt t="1743" x="3743325" y="4333875"/>
          <p14:tracePt t="1749" x="3743325" y="4348163"/>
          <p14:tracePt t="1755" x="3743325" y="4362450"/>
          <p14:tracePt t="1757" x="3743325" y="4375150"/>
          <p14:tracePt t="1762" x="3743325" y="4389438"/>
          <p14:tracePt t="1765" x="3743325" y="4402138"/>
          <p14:tracePt t="1769" x="3743325" y="4416425"/>
          <p14:tracePt t="1771" x="3729038" y="4416425"/>
          <p14:tracePt t="1773" x="3729038" y="4430713"/>
          <p14:tracePt t="1775" x="3729038" y="4443413"/>
          <p14:tracePt t="1785" x="3702050" y="4484688"/>
          <p14:tracePt t="1787" x="3702050" y="4498975"/>
          <p14:tracePt t="1790" x="3687763" y="4513263"/>
          <p14:tracePt t="1792" x="3673475" y="4525963"/>
          <p14:tracePt t="1796" x="3673475" y="4540250"/>
          <p14:tracePt t="1799" x="3660775" y="4552950"/>
          <p14:tracePt t="1801" x="3660775" y="4567238"/>
          <p14:tracePt t="1804" x="3646488" y="4581525"/>
          <p14:tracePt t="1808" x="3646488" y="4594225"/>
          <p14:tracePt t="1809" x="3646488" y="4608513"/>
          <p14:tracePt t="1812" x="3632200" y="4608513"/>
          <p14:tracePt t="1815" x="3619500" y="4622800"/>
          <p14:tracePt t="1820" x="3619500" y="4635500"/>
          <p14:tracePt t="1827" x="3619500" y="4649788"/>
          <p14:tracePt t="1834" x="3605213" y="4649788"/>
          <p14:tracePt t="1838" x="3605213" y="4664075"/>
          <p14:tracePt t="1865" x="3605213" y="4676775"/>
          <p14:tracePt t="1878" x="3605213" y="4691063"/>
          <p14:tracePt t="1887" x="3605213" y="4705350"/>
          <p14:tracePt t="1891" x="3605213" y="4718050"/>
          <p14:tracePt t="1901" x="3605213" y="4732338"/>
          <p14:tracePt t="1919" x="3605213" y="4745038"/>
          <p14:tracePt t="1971" x="3592513" y="4745038"/>
          <p14:tracePt t="1978" x="3592513" y="4759325"/>
          <p14:tracePt t="1990" x="3578225" y="4759325"/>
          <p14:tracePt t="1999" x="3563938" y="4759325"/>
          <p14:tracePt t="2041" x="3551238" y="4773613"/>
          <p14:tracePt t="2063" x="3536950" y="4773613"/>
          <p14:tracePt t="2085" x="3536950" y="4786313"/>
          <p14:tracePt t="2087" x="3522663" y="4786313"/>
          <p14:tracePt t="2090" x="3509963" y="4786313"/>
          <p14:tracePt t="2106" x="3495675" y="4786313"/>
          <p14:tracePt t="2362" x="3481388" y="4773613"/>
          <p14:tracePt t="2365" x="3481388" y="4759325"/>
          <p14:tracePt t="2379" x="3481388" y="4745038"/>
          <p14:tracePt t="2389" x="3481388" y="4732338"/>
          <p14:tracePt t="2474" x="3495675" y="4732338"/>
          <p14:tracePt t="2481" x="3509963" y="4732338"/>
          <p14:tracePt t="2488" x="3522663" y="4732338"/>
          <p14:tracePt t="2503" x="3536950" y="4732338"/>
          <p14:tracePt t="2504" x="3536950" y="4745038"/>
          <p14:tracePt t="2512" x="3536950" y="4759325"/>
          <p14:tracePt t="2517" x="3536950" y="4773613"/>
          <p14:tracePt t="2518" x="3551238" y="4773613"/>
          <p14:tracePt t="2524" x="3551238" y="4786313"/>
          <p14:tracePt t="2530" x="3551238" y="4800600"/>
          <p14:tracePt t="2536" x="3551238" y="4814888"/>
          <p14:tracePt t="2538" x="3563938" y="4814888"/>
          <p14:tracePt t="2542" x="3563938" y="4827588"/>
          <p14:tracePt t="2550" x="3563938" y="4841875"/>
          <p14:tracePt t="2552" x="3578225" y="4841875"/>
          <p14:tracePt t="2552" x="3578225" y="4856163"/>
          <p14:tracePt t="2559" x="3578225" y="4868863"/>
          <p14:tracePt t="2567" x="3578225" y="4883150"/>
          <p14:tracePt t="2569" x="3578225" y="4895850"/>
          <p14:tracePt t="2570" x="3592513" y="4895850"/>
          <p14:tracePt t="2575" x="3592513" y="4910138"/>
          <p14:tracePt t="2578" x="3592513" y="4924425"/>
          <p14:tracePt t="2585" x="3592513" y="4937125"/>
          <p14:tracePt t="2586" x="3592513" y="4951413"/>
          <p14:tracePt t="2589" x="3605213" y="4951413"/>
          <p14:tracePt t="2591" x="3605213" y="4965700"/>
          <p14:tracePt t="2596" x="3605213" y="4978400"/>
          <p14:tracePt t="2601" x="3605213" y="4992688"/>
          <p14:tracePt t="2603" x="3605213" y="5006975"/>
          <p14:tracePt t="2609" x="3619500" y="5019675"/>
          <p14:tracePt t="2615" x="3619500" y="5033963"/>
          <p14:tracePt t="2620" x="3619500" y="5048250"/>
          <p14:tracePt t="2623" x="3619500" y="5060950"/>
          <p14:tracePt t="2628" x="3619500" y="5075238"/>
          <p14:tracePt t="2632" x="3619500" y="5087938"/>
          <p14:tracePt t="2636" x="3619500" y="5102225"/>
          <p14:tracePt t="2638" x="3619500" y="5116513"/>
          <p14:tracePt t="2641" x="3619500" y="5129213"/>
          <p14:tracePt t="2645" x="3619500" y="5143500"/>
          <p14:tracePt t="2648" x="3619500" y="5157788"/>
          <p14:tracePt t="2650" x="3619500" y="5170488"/>
          <p14:tracePt t="2654" x="3619500" y="5184775"/>
          <p14:tracePt t="2656" x="3619500" y="5199063"/>
          <p14:tracePt t="2659" x="3619500" y="5211763"/>
          <p14:tracePt t="2661" x="3619500" y="5226050"/>
          <p14:tracePt t="2664" x="3619500" y="5238750"/>
          <p14:tracePt t="2667" x="3619500" y="5253038"/>
          <p14:tracePt t="2670" x="3619500" y="5267325"/>
          <p14:tracePt t="2671" x="3619500" y="5280025"/>
          <p14:tracePt t="2673" x="3619500" y="5294313"/>
          <p14:tracePt t="2677" x="3619500" y="5308600"/>
          <p14:tracePt t="2680" x="3619500" y="5321300"/>
          <p14:tracePt t="2681" x="3619500" y="5335588"/>
          <p14:tracePt t="2685" x="3619500" y="5349875"/>
          <p14:tracePt t="2688" x="3619500" y="5376863"/>
          <p14:tracePt t="2692" x="3619500" y="5391150"/>
          <p14:tracePt t="2694" x="3619500" y="5403850"/>
          <p14:tracePt t="2695" x="3619500" y="5418138"/>
          <p14:tracePt t="2697" x="3619500" y="5430838"/>
          <p14:tracePt t="2701" x="3619500" y="5445125"/>
          <p14:tracePt t="2703" x="3619500" y="5459413"/>
          <p14:tracePt t="2705" x="3619500" y="5472113"/>
          <p14:tracePt t="2709" x="3619500" y="5486400"/>
          <p14:tracePt t="2713" x="3619500" y="5500688"/>
          <p14:tracePt t="2716" x="3619500" y="5513388"/>
          <p14:tracePt t="2720" x="3605213" y="5527675"/>
          <p14:tracePt t="2722" x="3605213" y="5541963"/>
          <p14:tracePt t="2726" x="3605213" y="5554663"/>
          <p14:tracePt t="2729" x="3605213" y="5568950"/>
          <p14:tracePt t="2734" x="3592513" y="5581650"/>
          <p14:tracePt t="2740" x="3592513" y="5595938"/>
          <p14:tracePt t="2752" x="3592513" y="5610225"/>
          <p14:tracePt t="2773" x="3592513" y="5622925"/>
          <p14:tracePt t="2848" x="3578225" y="5622925"/>
          <p14:tracePt t="2853" x="3563938" y="5622925"/>
          <p14:tracePt t="2865" x="3551238" y="5622925"/>
          <p14:tracePt t="2871" x="3536950" y="5622925"/>
          <p14:tracePt t="2877" x="3536950" y="5610225"/>
          <p14:tracePt t="2882" x="3522663" y="5610225"/>
          <p14:tracePt t="2884" x="3522663" y="5595938"/>
          <p14:tracePt t="2885" x="3522663" y="5581650"/>
          <p14:tracePt t="2889" x="3522663" y="5568950"/>
          <p14:tracePt t="2890" x="3509963" y="5568950"/>
          <p14:tracePt t="2891" x="3509963" y="5554663"/>
          <p14:tracePt t="2896" x="3509963" y="5527675"/>
          <p14:tracePt t="2898" x="3509963" y="5513388"/>
          <p14:tracePt t="2901" x="3509963" y="5500688"/>
          <p14:tracePt t="2902" x="3509963" y="5486400"/>
          <p14:tracePt t="2903" x="3509963" y="5472113"/>
          <p14:tracePt t="2905" x="3509963" y="5459413"/>
          <p14:tracePt t="2910" x="3509963" y="5445125"/>
          <p14:tracePt t="2910" x="3509963" y="5418138"/>
          <p14:tracePt t="2913" x="3509963" y="5403850"/>
          <p14:tracePt t="2916" x="3509963" y="5376863"/>
          <p14:tracePt t="2917" x="3509963" y="5362575"/>
          <p14:tracePt t="2919" x="3509963" y="5349875"/>
          <p14:tracePt t="2921" x="3495675" y="5335588"/>
          <p14:tracePt t="2923" x="3495675" y="5321300"/>
          <p14:tracePt t="2925" x="3495675" y="5294313"/>
          <p14:tracePt t="2929" x="3495675" y="5280025"/>
          <p14:tracePt t="2931" x="3495675" y="5267325"/>
          <p14:tracePt t="2932" x="3495675" y="5253038"/>
          <p14:tracePt t="2934" x="3481388" y="5238750"/>
          <p14:tracePt t="2938" x="3481388" y="5226050"/>
          <p14:tracePt t="2939" x="3481388" y="5211763"/>
          <p14:tracePt t="2942" x="3481388" y="5199063"/>
          <p14:tracePt t="2945" x="3481388" y="5184775"/>
          <p14:tracePt t="2949" x="3481388" y="5170488"/>
          <p14:tracePt t="2953" x="3481388" y="5157788"/>
          <p14:tracePt t="2955" x="3481388" y="5143500"/>
          <p14:tracePt t="2959" x="3481388" y="5129213"/>
          <p14:tracePt t="2963" x="3481388" y="5116513"/>
          <p14:tracePt t="2966" x="3481388" y="5102225"/>
          <p14:tracePt t="2969" x="3481388" y="5087938"/>
          <p14:tracePt t="2973" x="3481388" y="5075238"/>
          <p14:tracePt t="2977" x="3481388" y="5060950"/>
          <p14:tracePt t="2981" x="3481388" y="5048250"/>
          <p14:tracePt t="2981" x="3481388" y="5033963"/>
          <p14:tracePt t="2987" x="3481388" y="5019675"/>
          <p14:tracePt t="2990" x="3481388" y="5006975"/>
          <p14:tracePt t="2991" x="3481388" y="4992688"/>
          <p14:tracePt t="2993" x="3481388" y="4978400"/>
          <p14:tracePt t="2994" x="3495675" y="4978400"/>
          <p14:tracePt t="2998" x="3495675" y="4965700"/>
          <p14:tracePt t="3000" x="3495675" y="4951413"/>
          <p14:tracePt t="3002" x="3495675" y="4937125"/>
          <p14:tracePt t="3004" x="3495675" y="4924425"/>
          <p14:tracePt t="3006" x="3509963" y="4924425"/>
          <p14:tracePt t="3008" x="3509963" y="4910138"/>
          <p14:tracePt t="3009" x="3509963" y="4895850"/>
          <p14:tracePt t="3012" x="3509963" y="4883150"/>
          <p14:tracePt t="3014" x="3522663" y="4883150"/>
          <p14:tracePt t="3014" x="3522663" y="4868863"/>
          <p14:tracePt t="3018" x="3522663" y="4856163"/>
          <p14:tracePt t="3021" x="3522663" y="4841875"/>
          <p14:tracePt t="3026" x="3522663" y="4827588"/>
          <p14:tracePt t="3027" x="3522663" y="4814888"/>
          <p14:tracePt t="3036" x="3522663" y="4800600"/>
          <p14:tracePt t="3077" x="3522663" y="4786313"/>
          <p14:tracePt t="3100" x="3522663" y="4773613"/>
          <p14:tracePt t="3104" x="3522663" y="4759325"/>
          <p14:tracePt t="3111" x="3522663" y="4745038"/>
          <p14:tracePt t="3118" x="3522663" y="4732338"/>
          <p14:tracePt t="3123" x="3522663" y="4718050"/>
          <p14:tracePt t="3127" x="3509963" y="4705350"/>
          <p14:tracePt t="3137" x="3509963" y="4691063"/>
          <p14:tracePt t="3251" x="3509963" y="4676775"/>
          <p14:tracePt t="3362" x="3509963" y="4691063"/>
          <p14:tracePt t="3367" x="3509963" y="4705350"/>
          <p14:tracePt t="3369" x="3509963" y="4718050"/>
          <p14:tracePt t="3373" x="3509963" y="4732338"/>
          <p14:tracePt t="3376" x="3509963" y="4745038"/>
          <p14:tracePt t="3380" x="3509963" y="4759325"/>
          <p14:tracePt t="3382" x="3509963" y="4773613"/>
          <p14:tracePt t="3383" x="3509963" y="4786313"/>
          <p14:tracePt t="3386" x="3509963" y="4800600"/>
          <p14:tracePt t="3389" x="3509963" y="4814888"/>
          <p14:tracePt t="3390" x="3509963" y="4827588"/>
          <p14:tracePt t="3396" x="3509963" y="4841875"/>
          <p14:tracePt t="3397" x="3509963" y="4856163"/>
          <p14:tracePt t="3399" x="3509963" y="4868863"/>
          <p14:tracePt t="3403" x="3509963" y="4883150"/>
          <p14:tracePt t="3403" x="3509963" y="4895850"/>
          <p14:tracePt t="3407" x="3509963" y="4910138"/>
          <p14:tracePt t="3410" x="3509963" y="4937125"/>
          <p14:tracePt t="3414" x="3509963" y="4951413"/>
          <p14:tracePt t="3417" x="3509963" y="4965700"/>
          <p14:tracePt t="3419" x="3509963" y="4978400"/>
          <p14:tracePt t="3421" x="3509963" y="4992688"/>
          <p14:tracePt t="3425" x="3509963" y="5006975"/>
          <p14:tracePt t="3428" x="3509963" y="5019675"/>
          <p14:tracePt t="3429" x="3509963" y="5033963"/>
          <p14:tracePt t="3431" x="3509963" y="5048250"/>
          <p14:tracePt t="3434" x="3509963" y="5060950"/>
          <p14:tracePt t="3438" x="3509963" y="5087938"/>
          <p14:tracePt t="3443" x="3509963" y="5102225"/>
          <p14:tracePt t="3445" x="3509963" y="5116513"/>
          <p14:tracePt t="3448" x="3509963" y="5129213"/>
          <p14:tracePt t="3451" x="3509963" y="5143500"/>
          <p14:tracePt t="3452" x="3509963" y="5157788"/>
          <p14:tracePt t="3457" x="3509963" y="5170488"/>
          <p14:tracePt t="3460" x="3509963" y="5184775"/>
          <p14:tracePt t="3460" x="3509963" y="5199063"/>
          <p14:tracePt t="3464" x="3509963" y="5211763"/>
          <p14:tracePt t="3467" x="3509963" y="5226050"/>
          <p14:tracePt t="3468" x="3509963" y="5238750"/>
          <p14:tracePt t="3473" x="3509963" y="5253038"/>
          <p14:tracePt t="3474" x="3509963" y="5267325"/>
          <p14:tracePt t="3475" x="3509963" y="5280025"/>
          <p14:tracePt t="3479" x="3509963" y="5294313"/>
          <p14:tracePt t="3482" x="3509963" y="5321300"/>
          <p14:tracePt t="3486" x="3509963" y="5335588"/>
          <p14:tracePt t="3490" x="3509963" y="5349875"/>
          <p14:tracePt t="3492" x="3509963" y="5362575"/>
          <p14:tracePt t="3495" x="3509963" y="5376863"/>
          <p14:tracePt t="3497" x="3522663" y="5376863"/>
          <p14:tracePt t="3498" x="3522663" y="5391150"/>
          <p14:tracePt t="3501" x="3522663" y="5403850"/>
          <p14:tracePt t="3503" x="3522663" y="5418138"/>
          <p14:tracePt t="3508" x="3522663" y="5430838"/>
          <p14:tracePt t="3513" x="3522663" y="5445125"/>
          <p14:tracePt t="3518" x="3522663" y="5459413"/>
          <p14:tracePt t="3521" x="3522663" y="5472113"/>
          <p14:tracePt t="3524" x="3536950" y="5472113"/>
          <p14:tracePt t="3530" x="3536950" y="5486400"/>
          <p14:tracePt t="3535" x="3536950" y="5500688"/>
          <p14:tracePt t="3542" x="3536950" y="5513388"/>
          <p14:tracePt t="3544" x="3536950" y="5527675"/>
          <p14:tracePt t="3549" x="3536950" y="5541963"/>
          <p14:tracePt t="3553" x="3536950" y="5554663"/>
          <p14:tracePt t="3557" x="3536950" y="5568950"/>
          <p14:tracePt t="3560" x="3536950" y="5581650"/>
          <p14:tracePt t="3564" x="3536950" y="5595938"/>
          <p14:tracePt t="3569" x="3536950" y="5610225"/>
          <p14:tracePt t="3573" x="3536950" y="5622925"/>
          <p14:tracePt t="3577" x="3536950" y="5637213"/>
          <p14:tracePt t="3582" x="3536950" y="5651500"/>
          <p14:tracePt t="3587" x="3536950" y="5664200"/>
          <p14:tracePt t="3594" x="3536950" y="5678488"/>
          <p14:tracePt t="3595" x="3536950" y="5692775"/>
          <p14:tracePt t="3598" x="3551238" y="5692775"/>
          <p14:tracePt t="3602" x="3551238" y="5705475"/>
          <p14:tracePt t="3606" x="3551238" y="5719763"/>
          <p14:tracePt t="3611" x="3551238" y="5734050"/>
          <p14:tracePt t="3616" x="3551238" y="5746750"/>
          <p14:tracePt t="3618" x="3551238" y="5761038"/>
          <p14:tracePt t="3619" x="3551238" y="5773738"/>
          <p14:tracePt t="3624" x="3551238" y="5788025"/>
          <p14:tracePt t="3626" x="3563938" y="5802313"/>
          <p14:tracePt t="3628" x="3563938" y="5815013"/>
          <p14:tracePt t="3631" x="3563938" y="5829300"/>
          <p14:tracePt t="3634" x="3563938" y="5843588"/>
          <p14:tracePt t="3636" x="3578225" y="5856288"/>
          <p14:tracePt t="3641" x="3578225" y="5870575"/>
          <p14:tracePt t="3646" x="3578225" y="5884863"/>
          <p14:tracePt t="3649" x="3578225" y="5897563"/>
          <p14:tracePt t="3653" x="3578225" y="5911850"/>
          <p14:tracePt t="3660" x="3578225" y="5924550"/>
          <p14:tracePt t="3674" x="3578225" y="5938838"/>
          <p14:tracePt t="3717" x="3563938" y="5938838"/>
          <p14:tracePt t="3726" x="3563938" y="5953125"/>
          <p14:tracePt t="3733" x="3551238" y="5953125"/>
          <p14:tracePt t="3742" x="3536950" y="5953125"/>
          <p14:tracePt t="3751" x="3522663" y="5953125"/>
          <p14:tracePt t="3754" x="3509963" y="5953125"/>
          <p14:tracePt t="3763" x="3495675" y="5953125"/>
          <p14:tracePt t="3769" x="3481388" y="5953125"/>
          <p14:tracePt t="3776" x="3468688" y="5953125"/>
          <p14:tracePt t="3780" x="3454400" y="5953125"/>
          <p14:tracePt t="3790" x="3441700" y="5953125"/>
          <p14:tracePt t="3792" x="3441700" y="5938838"/>
          <p14:tracePt t="3799" x="3427413" y="5938838"/>
          <p14:tracePt t="3809" x="3413125" y="5938838"/>
          <p14:tracePt t="3814" x="3413125" y="5924550"/>
          <p14:tracePt t="3819" x="3400425" y="5924550"/>
          <p14:tracePt t="3827" x="3386138" y="5924550"/>
          <p14:tracePt t="3968" x="3371850" y="5924550"/>
          <p14:tracePt t="4151" x="3371850" y="5938838"/>
          <p14:tracePt t="4172" x="3371850" y="5953125"/>
          <p14:tracePt t="4193" x="3371850" y="5965825"/>
          <p14:tracePt t="4214" x="3386138" y="5965825"/>
          <p14:tracePt t="4379" x="3386138" y="5980113"/>
          <p14:tracePt t="4392" x="3400425" y="5980113"/>
          <p14:tracePt t="4437" x="3413125" y="5980113"/>
          <p14:tracePt t="4444" x="3413125" y="5994400"/>
          <p14:tracePt t="4456" x="3427413" y="5994400"/>
          <p14:tracePt t="4476" x="3441700" y="5994400"/>
          <p14:tracePt t="4485" x="3441700" y="6007100"/>
          <p14:tracePt t="4525" x="3454400" y="6007100"/>
          <p14:tracePt t="4553" x="3468688" y="6007100"/>
          <p14:tracePt t="4579" x="3481388" y="6007100"/>
          <p14:tracePt t="4637" x="3495675" y="6007100"/>
          <p14:tracePt t="4651" x="3509963" y="6007100"/>
          <p14:tracePt t="4653" x="3522663" y="6007100"/>
          <p14:tracePt t="4659" x="3536950" y="6007100"/>
          <p14:tracePt t="4661" x="3551238" y="6007100"/>
          <p14:tracePt t="4665" x="3563938" y="6007100"/>
          <p14:tracePt t="4668" x="3563938" y="5994400"/>
          <p14:tracePt t="4669" x="3578225" y="5994400"/>
          <p14:tracePt t="4674" x="3592513" y="5994400"/>
          <p14:tracePt t="4681" x="3605213" y="5980113"/>
          <p14:tracePt t="4682" x="3605213" y="5965825"/>
          <p14:tracePt t="4683" x="3619500" y="5965825"/>
          <p14:tracePt t="4690" x="3632200" y="5953125"/>
          <p14:tracePt t="4696" x="3646488" y="5953125"/>
          <p14:tracePt t="4697" x="3646488" y="5938838"/>
          <p14:tracePt t="4702" x="3660775" y="5938838"/>
          <p14:tracePt t="4704" x="3660775" y="5924550"/>
          <p14:tracePt t="4704" x="3673475" y="5924550"/>
          <p14:tracePt t="4708" x="3673475" y="5911850"/>
          <p14:tracePt t="4711" x="3687763" y="5911850"/>
          <p14:tracePt t="4713" x="3687763" y="5897563"/>
          <p14:tracePt t="4716" x="3702050" y="5897563"/>
          <p14:tracePt t="4717" x="3702050" y="5884863"/>
          <p14:tracePt t="4721" x="3714750" y="5870575"/>
          <p14:tracePt t="4723" x="3714750" y="5856288"/>
          <p14:tracePt t="4724" x="3729038" y="5843588"/>
          <p14:tracePt t="4728" x="3743325" y="5829300"/>
          <p14:tracePt t="4730" x="3743325" y="5815013"/>
          <p14:tracePt t="4731" x="3770313" y="5815013"/>
          <p14:tracePt t="4732" x="3770313" y="5802313"/>
          <p14:tracePt t="4734" x="3783013" y="5788025"/>
          <p14:tracePt t="4736" x="3783013" y="5773738"/>
          <p14:tracePt t="4737" x="3797300" y="5773738"/>
          <p14:tracePt t="4738" x="3811588" y="5761038"/>
          <p14:tracePt t="4740" x="3811588" y="5746750"/>
          <p14:tracePt t="4741" x="3824288" y="5734050"/>
          <p14:tracePt t="4743" x="3824288" y="5719763"/>
          <p14:tracePt t="4744" x="3838575" y="5719763"/>
          <p14:tracePt t="4745" x="3852863" y="5705475"/>
          <p14:tracePt t="4746" x="3852863" y="5692775"/>
          <p14:tracePt t="4748" x="3865563" y="5678488"/>
          <p14:tracePt t="4751" x="3879850" y="5651500"/>
          <p14:tracePt t="4752" x="3894138" y="5637213"/>
          <p14:tracePt t="4753" x="3906838" y="5622925"/>
          <p14:tracePt t="4754" x="3921125" y="5610225"/>
          <p14:tracePt t="4756" x="3933825" y="5595938"/>
          <p14:tracePt t="4758" x="3948113" y="5581650"/>
          <p14:tracePt t="4759" x="3962400" y="5568950"/>
          <p14:tracePt t="4761" x="3962400" y="5554663"/>
          <p14:tracePt t="4761" x="3989388" y="5527675"/>
          <p14:tracePt t="4763" x="3989388" y="5513388"/>
          <p14:tracePt t="4765" x="4003675" y="5513388"/>
          <p14:tracePt t="4765" x="4003675" y="5500688"/>
          <p14:tracePt t="4766" x="4030663" y="5486400"/>
          <p14:tracePt t="4768" x="4044950" y="5459413"/>
          <p14:tracePt t="4770" x="4057650" y="5445125"/>
          <p14:tracePt t="4771" x="4057650" y="5430838"/>
          <p14:tracePt t="4773" x="4071938" y="5430838"/>
          <p14:tracePt t="4774" x="4084638" y="5418138"/>
          <p14:tracePt t="4778" x="4113213" y="5391150"/>
          <p14:tracePt t="4779" x="4113213" y="5376863"/>
          <p14:tracePt t="4779" x="4113213" y="5362575"/>
          <p14:tracePt t="4780" x="4125913" y="5362575"/>
          <p14:tracePt t="4782" x="4140200" y="5349875"/>
          <p14:tracePt t="4785" x="4154488" y="5321300"/>
          <p14:tracePt t="4786" x="4154488" y="5308600"/>
          <p14:tracePt t="4787" x="4167188" y="5294313"/>
          <p14:tracePt t="4789" x="4167188" y="5280025"/>
          <p14:tracePt t="4792" x="4181475" y="5267325"/>
          <p14:tracePt t="4793" x="4181475" y="5238750"/>
          <p14:tracePt t="4795" x="4195763" y="5226050"/>
          <p14:tracePt t="4796" x="4208463" y="5211763"/>
          <p14:tracePt t="4799" x="4208463" y="5199063"/>
          <p14:tracePt t="4800" x="4208463" y="5184775"/>
          <p14:tracePt t="4801" x="4222750" y="5184775"/>
          <p14:tracePt t="4802" x="4222750" y="5170488"/>
          <p14:tracePt t="4803" x="4222750" y="5157788"/>
          <p14:tracePt t="4806" x="4222750" y="5143500"/>
          <p14:tracePt t="4806" x="4235450" y="5143500"/>
          <p14:tracePt t="4807" x="4235450" y="5129213"/>
          <p14:tracePt t="4809" x="4235450" y="5116513"/>
          <p14:tracePt t="4812" x="4249738" y="5102225"/>
          <p14:tracePt t="4813" x="4264025" y="5087938"/>
          <p14:tracePt t="4814" x="4264025" y="5075238"/>
          <p14:tracePt t="4816" x="4264025" y="5060950"/>
          <p14:tracePt t="4819" x="4276725" y="5048250"/>
          <p14:tracePt t="4820" x="4276725" y="5033963"/>
          <p14:tracePt t="4822" x="4276725" y="5019675"/>
          <p14:tracePt t="4823" x="4291013" y="5019675"/>
          <p14:tracePt t="4824" x="4305300" y="5006975"/>
          <p14:tracePt t="4827" x="4305300" y="4992688"/>
          <p14:tracePt t="4828" x="4305300" y="4978400"/>
          <p14:tracePt t="4830" x="4318000" y="4965700"/>
          <p14:tracePt t="4833" x="4318000" y="4951413"/>
          <p14:tracePt t="4835" x="4318000" y="4937125"/>
          <p14:tracePt t="4835" x="4332288" y="4924425"/>
          <p14:tracePt t="4837" x="4346575" y="4910138"/>
          <p14:tracePt t="4840" x="4346575" y="4895850"/>
          <p14:tracePt t="4841" x="4346575" y="4883150"/>
          <p14:tracePt t="4842" x="4346575" y="4868863"/>
          <p14:tracePt t="4843" x="4359275" y="4856163"/>
          <p14:tracePt t="4845" x="4359275" y="4827588"/>
          <p14:tracePt t="4848" x="4359275" y="4814888"/>
          <p14:tracePt t="4850" x="4373563" y="4786313"/>
          <p14:tracePt t="4852" x="4373563" y="4773613"/>
          <p14:tracePt t="4854" x="4373563" y="4759325"/>
          <p14:tracePt t="4855" x="4386263" y="4745038"/>
          <p14:tracePt t="4856" x="4386263" y="4732338"/>
          <p14:tracePt t="4858" x="4386263" y="4705350"/>
          <p14:tracePt t="4861" x="4386263" y="4691063"/>
          <p14:tracePt t="4862" x="4400550" y="4676775"/>
          <p14:tracePt t="4863" x="4400550" y="4664075"/>
          <p14:tracePt t="4865" x="4400550" y="4649788"/>
          <p14:tracePt t="4866" x="4400550" y="4635500"/>
          <p14:tracePt t="4869" x="4400550" y="4622800"/>
          <p14:tracePt t="4869" x="4400550" y="4594225"/>
          <p14:tracePt t="4870" x="4414838" y="4594225"/>
          <p14:tracePt t="4872" x="4414838" y="4581525"/>
          <p14:tracePt t="4874" x="4414838" y="4552950"/>
          <p14:tracePt t="4875" x="4427538" y="4540250"/>
          <p14:tracePt t="4876" x="4427538" y="4525963"/>
          <p14:tracePt t="4878" x="4427538" y="4513263"/>
          <p14:tracePt t="4879" x="4427538" y="4498975"/>
          <p14:tracePt t="4881" x="4427538" y="4484688"/>
          <p14:tracePt t="4882" x="4427538" y="4471988"/>
          <p14:tracePt t="4883" x="4441825" y="4457700"/>
          <p14:tracePt t="4884" x="4441825" y="4443413"/>
          <p14:tracePt t="4886" x="4441825" y="4430713"/>
          <p14:tracePt t="4888" x="4456113" y="4402138"/>
          <p14:tracePt t="4889" x="4456113" y="4389438"/>
          <p14:tracePt t="4890" x="4456113" y="4375150"/>
          <p14:tracePt t="4892" x="4456113" y="4362450"/>
          <p14:tracePt t="4894" x="4468813" y="4333875"/>
          <p14:tracePt t="4896" x="4468813" y="4321175"/>
          <p14:tracePt t="4897" x="4468813" y="4306888"/>
          <p14:tracePt t="4898" x="4468813" y="4292600"/>
          <p14:tracePt t="4900" x="4483100" y="4279900"/>
          <p14:tracePt t="4902" x="4483100" y="4265613"/>
          <p14:tracePt t="4903" x="4483100" y="4238625"/>
          <p14:tracePt t="4905" x="4497388" y="4224338"/>
          <p14:tracePt t="4908" x="4497388" y="4210050"/>
          <p14:tracePt t="4910" x="4497388" y="4197350"/>
          <p14:tracePt t="4910" x="4497388" y="4183063"/>
          <p14:tracePt t="4912" x="4510088" y="4170363"/>
          <p14:tracePt t="4917" x="4510088" y="4141788"/>
          <p14:tracePt t="4918" x="4510088" y="4129088"/>
          <p14:tracePt t="4920" x="4524375" y="4114800"/>
          <p14:tracePt t="4924" x="4524375" y="4100513"/>
          <p14:tracePt t="4925" x="4524375" y="4087813"/>
          <p14:tracePt t="4929" x="4524375" y="4073525"/>
          <p14:tracePt t="4931" x="4537075" y="4073525"/>
          <p14:tracePt t="4931" x="4537075" y="4059238"/>
          <p14:tracePt t="4932" x="4537075" y="4046538"/>
          <p14:tracePt t="4938" x="4551363" y="4032250"/>
          <p14:tracePt t="4942" x="4551363" y="4019550"/>
          <p14:tracePt t="4950" x="4551363" y="4005263"/>
          <p14:tracePt t="4959" x="4551363" y="3990975"/>
          <p14:tracePt t="4978" x="4551363" y="3978275"/>
          <p14:tracePt t="4999" x="4551363" y="3963988"/>
          <p14:tracePt t="5005" x="4551363" y="3949700"/>
          <p14:tracePt t="5011" x="4551363" y="3937000"/>
          <p14:tracePt t="5014" x="4551363" y="3922713"/>
          <p14:tracePt t="5017" x="4551363" y="3908425"/>
          <p14:tracePt t="5020" x="4551363" y="3895725"/>
          <p14:tracePt t="5023" x="4551363" y="3881438"/>
          <p14:tracePt t="5024" x="4551363" y="3867150"/>
          <p14:tracePt t="5028" x="4551363" y="3854450"/>
          <p14:tracePt t="5031" x="4551363" y="3840163"/>
          <p14:tracePt t="5034" x="4551363" y="3827463"/>
          <p14:tracePt t="5035" x="4551363" y="3813175"/>
          <p14:tracePt t="5038" x="4551363" y="3798888"/>
          <p14:tracePt t="5041" x="4551363" y="3786188"/>
          <p14:tracePt t="5044" x="4537075" y="3786188"/>
          <p14:tracePt t="5045" x="4537075" y="3771900"/>
          <p14:tracePt t="5048" x="4537075" y="3757613"/>
          <p14:tracePt t="5054" x="4537075" y="3744913"/>
          <p14:tracePt t="5056" x="4524375" y="3730625"/>
          <p14:tracePt t="5058" x="4524375" y="3716338"/>
          <p14:tracePt t="5063" x="4524375" y="3703638"/>
          <p14:tracePt t="5065" x="4524375" y="3689350"/>
          <p14:tracePt t="5067" x="4510088" y="3689350"/>
          <p14:tracePt t="5069" x="4510088" y="3676650"/>
          <p14:tracePt t="5072" x="4510088" y="3662363"/>
          <p14:tracePt t="5077" x="4510088" y="3648075"/>
          <p14:tracePt t="5078" x="4497388" y="3648075"/>
          <p14:tracePt t="5084" x="4483100" y="3635375"/>
          <p14:tracePt t="5088" x="4483100" y="3621088"/>
          <p14:tracePt t="5090" x="4483100" y="3606800"/>
          <p14:tracePt t="5095" x="4468813" y="3606800"/>
          <p14:tracePt t="5096" x="4468813" y="3594100"/>
          <p14:tracePt t="5103" x="4468813" y="3579813"/>
          <p14:tracePt t="5105" x="4456113" y="3579813"/>
          <p14:tracePt t="5111" x="4456113" y="3565525"/>
          <p14:tracePt t="5113" x="4456113" y="3552825"/>
          <p14:tracePt t="5118" x="4441825" y="3552825"/>
          <p14:tracePt t="5122" x="4427538" y="3538538"/>
          <p14:tracePt t="5133" x="4414838" y="3524250"/>
          <p14:tracePt t="5145" x="4400550" y="3511550"/>
          <p14:tracePt t="5152" x="4400550" y="3497263"/>
          <p14:tracePt t="5159" x="4386263" y="3497263"/>
          <p14:tracePt t="5168" x="4373563" y="3484563"/>
          <p14:tracePt t="5177" x="4359275" y="3470275"/>
          <p14:tracePt t="5182" x="4359275" y="3455988"/>
          <p14:tracePt t="5186" x="4346575" y="3455988"/>
          <p14:tracePt t="5188" x="4346575" y="3443288"/>
          <p14:tracePt t="5189" x="4332288" y="3429000"/>
          <p14:tracePt t="5195" x="4318000" y="3414713"/>
          <p14:tracePt t="5197" x="4318000" y="3402013"/>
          <p14:tracePt t="5197" x="4305300" y="3402013"/>
          <p14:tracePt t="5200" x="4291013" y="3402013"/>
          <p14:tracePt t="5202" x="4291013" y="3387725"/>
          <p14:tracePt t="5204" x="4276725" y="3387725"/>
          <p14:tracePt t="5209" x="4264025" y="3373438"/>
          <p14:tracePt t="5210" x="4264025" y="3360738"/>
          <p14:tracePt t="5212" x="4249738" y="3360738"/>
          <p14:tracePt t="5216" x="4235450" y="3346450"/>
          <p14:tracePt t="5219" x="4222750" y="3346450"/>
          <p14:tracePt t="5222" x="4222750" y="3333750"/>
          <p14:tracePt t="5223" x="4208463" y="3333750"/>
          <p14:tracePt t="5225" x="4195763" y="3333750"/>
          <p14:tracePt t="5228" x="4181475" y="3319463"/>
          <p14:tracePt t="5234" x="4167188" y="3305175"/>
          <p14:tracePt t="5239" x="4154488" y="3292475"/>
          <p14:tracePt t="5247" x="4140200" y="3292475"/>
          <p14:tracePt t="5253" x="4140200" y="3278188"/>
          <p14:tracePt t="5255" x="4125913" y="3278188"/>
          <p14:tracePt t="5274" x="4113213" y="3278188"/>
          <p14:tracePt t="5278" x="4113213" y="3263900"/>
          <p14:tracePt t="5283" x="4098925" y="3263900"/>
          <p14:tracePt t="5293" x="4084638" y="3263900"/>
          <p14:tracePt t="5297" x="4084638" y="3251200"/>
          <p14:tracePt t="5304" x="4071938" y="3251200"/>
          <p14:tracePt t="5306" x="4071938" y="3236913"/>
          <p14:tracePt t="5310" x="4057650" y="3236913"/>
          <p14:tracePt t="5323" x="4044950" y="3236913"/>
          <p14:tracePt t="5324" x="4044950" y="3222625"/>
          <p14:tracePt t="5334" x="4030663" y="3222625"/>
          <p14:tracePt t="5337" x="4030663" y="3209925"/>
          <p14:tracePt t="5344" x="4016375" y="3209925"/>
          <p14:tracePt t="5348" x="4016375" y="3195638"/>
          <p14:tracePt t="5349" x="4003675" y="3195638"/>
          <p14:tracePt t="5355" x="4003675" y="3181350"/>
          <p14:tracePt t="5359" x="3989388" y="3181350"/>
          <p14:tracePt t="5368" x="3989388" y="3168650"/>
          <p14:tracePt t="5372" x="3975100" y="3168650"/>
          <p14:tracePt t="5381" x="3975100" y="3154363"/>
          <p14:tracePt t="5390" x="3962400" y="3154363"/>
          <p14:tracePt t="5408" x="3948113" y="3141663"/>
          <p14:tracePt t="5422" x="3948113" y="3127375"/>
          <p14:tracePt t="5450" x="3933825" y="3127375"/>
          <p14:tracePt t="5460" x="3933825" y="3113088"/>
          <p14:tracePt t="5466" x="3921125" y="3113088"/>
          <p14:tracePt t="5472" x="3921125" y="3100388"/>
          <p14:tracePt t="5479" x="3906838" y="3100388"/>
          <p14:tracePt t="5486" x="3894138" y="3086100"/>
          <p14:tracePt t="5494" x="3894138" y="3071813"/>
          <p14:tracePt t="5501" x="3879850" y="3071813"/>
          <p14:tracePt t="5867" x="3865563" y="3071813"/>
          <p14:tracePt t="5872" x="3865563" y="3059113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TW" sz="2400" dirty="0">
                <a:latin typeface="Times New Roman" panose="02020603050405020304" pitchFamily="18" charset="0"/>
              </a:rPr>
              <a:t>GGEBDDCCBA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686792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EFA77AAB-4960-89F6-9EE9-99678FF939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144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24413">
        <p159:morph option="byObject"/>
      </p:transition>
    </mc:Choice>
    <mc:Fallback>
      <p:transition advTm="2441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5" x="3921125" y="3071813"/>
          <p14:tracePt t="39" x="3921125" y="3086100"/>
          <p14:tracePt t="43" x="3933825" y="3086100"/>
          <p14:tracePt t="49" x="3933825" y="3100388"/>
          <p14:tracePt t="56" x="3948113" y="3100388"/>
          <p14:tracePt t="57" x="3948113" y="3113088"/>
          <p14:tracePt t="60" x="3962400" y="3113088"/>
          <p14:tracePt t="62" x="3962400" y="3127375"/>
          <p14:tracePt t="64" x="3962400" y="3141663"/>
          <p14:tracePt t="69" x="3962400" y="3154363"/>
          <p14:tracePt t="71" x="3975100" y="3154363"/>
          <p14:tracePt t="72" x="3975100" y="3168650"/>
          <p14:tracePt t="76" x="3975100" y="3181350"/>
          <p14:tracePt t="79" x="3975100" y="3195638"/>
          <p14:tracePt t="82" x="3975100" y="3209925"/>
          <p14:tracePt t="86" x="3989388" y="3222625"/>
          <p14:tracePt t="92" x="3989388" y="3251200"/>
          <p14:tracePt t="95" x="3989388" y="3263900"/>
          <p14:tracePt t="98" x="3989388" y="3278188"/>
          <p14:tracePt t="100" x="3989388" y="3292475"/>
          <p14:tracePt t="105" x="3989388" y="3305175"/>
          <p14:tracePt t="107" x="3989388" y="3319463"/>
          <p14:tracePt t="112" x="3989388" y="3333750"/>
          <p14:tracePt t="114" x="3989388" y="3346450"/>
          <p14:tracePt t="116" x="3989388" y="3360738"/>
          <p14:tracePt t="121" x="3989388" y="3373438"/>
          <p14:tracePt t="126" x="3989388" y="3387725"/>
          <p14:tracePt t="130" x="3989388" y="3402013"/>
          <p14:tracePt t="133" x="3989388" y="3414713"/>
          <p14:tracePt t="135" x="3975100" y="3414713"/>
          <p14:tracePt t="138" x="3975100" y="3429000"/>
          <p14:tracePt t="142" x="3962400" y="3429000"/>
          <p14:tracePt t="142" x="3962400" y="3443288"/>
          <p14:tracePt t="148" x="3948113" y="3443288"/>
          <p14:tracePt t="150" x="3948113" y="3455988"/>
          <p14:tracePt t="168" x="3933825" y="3484563"/>
          <p14:tracePt t="170" x="3921125" y="3484563"/>
          <p14:tracePt t="184" x="3921125" y="3497263"/>
          <p14:tracePt t="186" x="3906838" y="3497263"/>
          <p14:tracePt t="205" x="3894138" y="3497263"/>
          <p14:tracePt t="227" x="3879850" y="3497263"/>
          <p14:tracePt t="240" x="3865563" y="3497263"/>
          <p14:tracePt t="249" x="3852863" y="3497263"/>
          <p14:tracePt t="255" x="3838575" y="3497263"/>
          <p14:tracePt t="266" x="3838575" y="3511550"/>
          <p14:tracePt t="268" x="3824288" y="3511550"/>
          <p14:tracePt t="438" x="3824288" y="3524250"/>
          <p14:tracePt t="440" x="3824288" y="3538538"/>
          <p14:tracePt t="442" x="3824288" y="3552825"/>
          <p14:tracePt t="444" x="3824288" y="3565525"/>
          <p14:tracePt t="446" x="3824288" y="3579813"/>
          <p14:tracePt t="448" x="3824288" y="3594100"/>
          <p14:tracePt t="451" x="3824288" y="3606800"/>
          <p14:tracePt t="453" x="3824288" y="3621088"/>
          <p14:tracePt t="454" x="3824288" y="3635375"/>
          <p14:tracePt t="456" x="3838575" y="3648075"/>
          <p14:tracePt t="458" x="3838575" y="3662363"/>
          <p14:tracePt t="460" x="3838575" y="3676650"/>
          <p14:tracePt t="463" x="3852863" y="3703638"/>
          <p14:tracePt t="465" x="3852863" y="3716338"/>
          <p14:tracePt t="467" x="3852863" y="3730625"/>
          <p14:tracePt t="468" x="3852863" y="3744913"/>
          <p14:tracePt t="469" x="3852863" y="3757613"/>
          <p14:tracePt t="471" x="3852863" y="3771900"/>
          <p14:tracePt t="472" x="3852863" y="3786188"/>
          <p14:tracePt t="473" x="3865563" y="3786188"/>
          <p14:tracePt t="474" x="3865563" y="3798888"/>
          <p14:tracePt t="475" x="3865563" y="3813175"/>
          <p14:tracePt t="476" x="3865563" y="3827463"/>
          <p14:tracePt t="478" x="3879850" y="3840163"/>
          <p14:tracePt t="480" x="3879850" y="3854450"/>
          <p14:tracePt t="481" x="3879850" y="3867150"/>
          <p14:tracePt t="481" x="3879850" y="3881438"/>
          <p14:tracePt t="483" x="3879850" y="3895725"/>
          <p14:tracePt t="485" x="3879850" y="3922713"/>
          <p14:tracePt t="487" x="3879850" y="3937000"/>
          <p14:tracePt t="488" x="3879850" y="3949700"/>
          <p14:tracePt t="488" x="3879850" y="3963988"/>
          <p14:tracePt t="489" x="3879850" y="3978275"/>
          <p14:tracePt t="492" x="3879850" y="3990975"/>
          <p14:tracePt t="494" x="3879850" y="4019550"/>
          <p14:tracePt t="495" x="3879850" y="4032250"/>
          <p14:tracePt t="498" x="3879850" y="4046538"/>
          <p14:tracePt t="499" x="3879850" y="4059238"/>
          <p14:tracePt t="501" x="3879850" y="4087813"/>
          <p14:tracePt t="503" x="3879850" y="4100513"/>
          <p14:tracePt t="503" x="3879850" y="4114800"/>
          <p14:tracePt t="508" x="3865563" y="4156075"/>
          <p14:tracePt t="510" x="3865563" y="4170363"/>
          <p14:tracePt t="513" x="3865563" y="4197350"/>
          <p14:tracePt t="515" x="3865563" y="4210050"/>
          <p14:tracePt t="517" x="3852863" y="4224338"/>
          <p14:tracePt t="520" x="3852863" y="4238625"/>
          <p14:tracePt t="523" x="3838575" y="4265613"/>
          <p14:tracePt t="527" x="3838575" y="4279900"/>
          <p14:tracePt t="531" x="3824288" y="4292600"/>
          <p14:tracePt t="536" x="3824288" y="4321175"/>
          <p14:tracePt t="540" x="3824288" y="4333875"/>
          <p14:tracePt t="544" x="3824288" y="4348163"/>
          <p14:tracePt t="546" x="3811588" y="4348163"/>
          <p14:tracePt t="548" x="3811588" y="4362450"/>
          <p14:tracePt t="550" x="3811588" y="4375150"/>
          <p14:tracePt t="557" x="3811588" y="4389438"/>
          <p14:tracePt t="559" x="3797300" y="4389438"/>
          <p14:tracePt t="561" x="3797300" y="4402138"/>
          <p14:tracePt t="566" x="3797300" y="4416425"/>
          <p14:tracePt t="568" x="3783013" y="4430713"/>
          <p14:tracePt t="573" x="3783013" y="4443413"/>
          <p14:tracePt t="578" x="3783013" y="4457700"/>
          <p14:tracePt t="580" x="3770313" y="4457700"/>
          <p14:tracePt t="583" x="3770313" y="4471988"/>
          <p14:tracePt t="587" x="3770313" y="4484688"/>
          <p14:tracePt t="589" x="3756025" y="4484688"/>
          <p14:tracePt t="593" x="3756025" y="4498975"/>
          <p14:tracePt t="598" x="3743325" y="4498975"/>
          <p14:tracePt t="599" x="3743325" y="4513263"/>
          <p14:tracePt t="604" x="3729038" y="4513263"/>
          <p14:tracePt t="606" x="3729038" y="4525963"/>
          <p14:tracePt t="614" x="3729038" y="4540250"/>
          <p14:tracePt t="619" x="3729038" y="4552950"/>
          <p14:tracePt t="620" x="3714750" y="4552950"/>
          <p14:tracePt t="630" x="3702050" y="4552950"/>
          <p14:tracePt t="633" x="3702050" y="4567238"/>
          <p14:tracePt t="638" x="3687763" y="4567238"/>
          <p14:tracePt t="642" x="3673475" y="4567238"/>
          <p14:tracePt t="644" x="3673475" y="4581525"/>
          <p14:tracePt t="648" x="3660775" y="4581525"/>
          <p14:tracePt t="653" x="3646488" y="4594225"/>
          <p14:tracePt t="657" x="3632200" y="4594225"/>
          <p14:tracePt t="658" x="3632200" y="4608513"/>
          <p14:tracePt t="660" x="3619500" y="4608513"/>
          <p14:tracePt t="662" x="3605213" y="4608513"/>
          <p14:tracePt t="668" x="3592513" y="4622800"/>
          <p14:tracePt t="669" x="3578225" y="4622800"/>
          <p14:tracePt t="675" x="3551238" y="4635500"/>
          <p14:tracePt t="679" x="3536950" y="4635500"/>
          <p14:tracePt t="680" x="3536950" y="4649788"/>
          <p14:tracePt t="682" x="3522663" y="4649788"/>
          <p14:tracePt t="684" x="3522663" y="4664075"/>
          <p14:tracePt t="686" x="3509963" y="4664075"/>
          <p14:tracePt t="687" x="3495675" y="4664075"/>
          <p14:tracePt t="689" x="3495675" y="4676775"/>
          <p14:tracePt t="691" x="3481388" y="4676775"/>
          <p14:tracePt t="692" x="3468688" y="4676775"/>
          <p14:tracePt t="696" x="3468688" y="4691063"/>
          <p14:tracePt t="699" x="3454400" y="4691063"/>
          <p14:tracePt t="702" x="3441700" y="4691063"/>
          <p14:tracePt t="706" x="3441700" y="4705350"/>
          <p14:tracePt t="708" x="3427413" y="4705350"/>
          <p14:tracePt t="714" x="3427413" y="4718050"/>
          <p14:tracePt t="749" x="3413125" y="4718050"/>
          <p14:tracePt t="781" x="3400425" y="4718050"/>
          <p14:tracePt t="911" x="3400425" y="4705350"/>
          <p14:tracePt t="913" x="3413125" y="4705350"/>
          <p14:tracePt t="919" x="3427413" y="4705350"/>
          <p14:tracePt t="921" x="3427413" y="4691063"/>
          <p14:tracePt t="922" x="3441700" y="4691063"/>
          <p14:tracePt t="924" x="3454400" y="4691063"/>
          <p14:tracePt t="927" x="3468688" y="4691063"/>
          <p14:tracePt t="932" x="3481388" y="4691063"/>
          <p14:tracePt t="936" x="3495675" y="4691063"/>
          <p14:tracePt t="937" x="3509963" y="4676775"/>
          <p14:tracePt t="940" x="3522663" y="4676775"/>
          <p14:tracePt t="945" x="3536950" y="4676775"/>
          <p14:tracePt t="950" x="3551238" y="4676775"/>
          <p14:tracePt t="952" x="3563938" y="4676775"/>
          <p14:tracePt t="958" x="3578225" y="4676775"/>
          <p14:tracePt t="1095" x="3592513" y="4676775"/>
          <p14:tracePt t="1586" x="3605213" y="4676775"/>
          <p14:tracePt t="1634" x="3619500" y="4676775"/>
          <p14:tracePt t="1745" x="3605213" y="4676775"/>
          <p14:tracePt t="1750" x="3592513" y="4676775"/>
          <p14:tracePt t="1759" x="3592513" y="4664075"/>
          <p14:tracePt t="1762" x="3592513" y="4649788"/>
          <p14:tracePt t="1767" x="3578225" y="4649788"/>
          <p14:tracePt t="1782" x="3578225" y="4635500"/>
          <p14:tracePt t="1799" x="3578225" y="4622800"/>
          <p14:tracePt t="1813" x="3578225" y="4608513"/>
          <p14:tracePt t="1814" x="3578225" y="4594225"/>
          <p14:tracePt t="1825" x="3592513" y="4581525"/>
          <p14:tracePt t="1829" x="3605213" y="4581525"/>
          <p14:tracePt t="1833" x="3619500" y="4581525"/>
          <p14:tracePt t="1837" x="3619500" y="4567238"/>
          <p14:tracePt t="1839" x="3632200" y="4567238"/>
          <p14:tracePt t="1846" x="3646488" y="4567238"/>
          <p14:tracePt t="1851" x="3660775" y="4567238"/>
          <p14:tracePt t="1854" x="3673475" y="4567238"/>
          <p14:tracePt t="1862" x="3687763" y="4567238"/>
          <p14:tracePt t="1867" x="3702050" y="4567238"/>
          <p14:tracePt t="1874" x="3714750" y="4567238"/>
          <p14:tracePt t="1877" x="3729038" y="4567238"/>
          <p14:tracePt t="1886" x="3743325" y="4581525"/>
          <p14:tracePt t="1900" x="3743325" y="4594225"/>
          <p14:tracePt t="1907" x="3743325" y="4608513"/>
          <p14:tracePt t="1909" x="3756025" y="4608513"/>
          <p14:tracePt t="1916" x="3756025" y="4622800"/>
          <p14:tracePt t="1925" x="3756025" y="4635500"/>
          <p14:tracePt t="1934" x="3756025" y="4649788"/>
          <p14:tracePt t="1940" x="3756025" y="4664075"/>
          <p14:tracePt t="1948" x="3756025" y="4676775"/>
          <p14:tracePt t="1950" x="3743325" y="4676775"/>
          <p14:tracePt t="1955" x="3729038" y="4676775"/>
          <p14:tracePt t="1956" x="3729038" y="4691063"/>
          <p14:tracePt t="1958" x="3714750" y="4691063"/>
          <p14:tracePt t="1961" x="3702050" y="4691063"/>
          <p14:tracePt t="1965" x="3687763" y="4705350"/>
          <p14:tracePt t="1969" x="3673475" y="4705350"/>
          <p14:tracePt t="1970" x="3660775" y="4718050"/>
          <p14:tracePt t="1974" x="3646488" y="4718050"/>
          <p14:tracePt t="1978" x="3632200" y="4718050"/>
          <p14:tracePt t="1983" x="3619500" y="4718050"/>
          <p14:tracePt t="1988" x="3605213" y="4718050"/>
          <p14:tracePt t="2002" x="3592513" y="4718050"/>
          <p14:tracePt t="2013" x="3578225" y="4718050"/>
          <p14:tracePt t="2015" x="3578225" y="4705350"/>
          <p14:tracePt t="2025" x="3578225" y="4691063"/>
          <p14:tracePt t="2034" x="3578225" y="4676775"/>
          <p14:tracePt t="2041" x="3578225" y="4664075"/>
          <p14:tracePt t="2045" x="3578225" y="4649788"/>
          <p14:tracePt t="2051" x="3578225" y="4635500"/>
          <p14:tracePt t="2058" x="3578225" y="4622800"/>
          <p14:tracePt t="2059" x="3592513" y="4622800"/>
          <p14:tracePt t="2108" x="3605213" y="4622800"/>
          <p14:tracePt t="2126" x="3619500" y="4622800"/>
          <p14:tracePt t="2458" x="3632200" y="4622800"/>
          <p14:tracePt t="2528" x="3632200" y="4635500"/>
          <p14:tracePt t="2545" x="3646488" y="4635500"/>
          <p14:tracePt t="2565" x="3646488" y="4649788"/>
          <p14:tracePt t="3433" x="3646488" y="4664075"/>
          <p14:tracePt t="3439" x="3632200" y="4664075"/>
          <p14:tracePt t="3446" x="3619500" y="4664075"/>
          <p14:tracePt t="3448" x="3605213" y="4664075"/>
          <p14:tracePt t="3456" x="3592513" y="4664075"/>
          <p14:tracePt t="3471" x="3578225" y="4664075"/>
          <p14:tracePt t="3486" x="3563938" y="4664075"/>
          <p14:tracePt t="3501" x="3551238" y="4664075"/>
          <p14:tracePt t="3530" x="3536950" y="4664075"/>
          <p14:tracePt t="3543" x="3522663" y="4664075"/>
          <p14:tracePt t="3553" x="3509963" y="4664075"/>
          <p14:tracePt t="3556" x="3495675" y="4664075"/>
          <p14:tracePt t="3563" x="3481388" y="4664075"/>
          <p14:tracePt t="3569" x="3468688" y="4664075"/>
          <p14:tracePt t="3577" x="3454400" y="4664075"/>
          <p14:tracePt t="3585" x="3441700" y="4664075"/>
          <p14:tracePt t="3589" x="3427413" y="4664075"/>
          <p14:tracePt t="3600" x="3427413" y="4676775"/>
          <p14:tracePt t="3647" x="3413125" y="4676775"/>
          <p14:tracePt t="3665" x="3400425" y="4676775"/>
          <p14:tracePt t="3691" x="3386138" y="4676775"/>
          <p14:tracePt t="3755" x="3386138" y="4664075"/>
          <p14:tracePt t="3757" x="3371850" y="4664075"/>
          <p14:tracePt t="3760" x="3371850" y="4649788"/>
          <p14:tracePt t="3775" x="3371850" y="4635500"/>
          <p14:tracePt t="3806" x="3386138" y="4635500"/>
          <p14:tracePt t="3821" x="3400425" y="4635500"/>
          <p14:tracePt t="3843" x="3413125" y="4635500"/>
          <p14:tracePt t="3873" x="3427413" y="4635500"/>
          <p14:tracePt t="3884" x="3441700" y="4635500"/>
          <p14:tracePt t="3905" x="3441700" y="4649788"/>
          <p14:tracePt t="3917" x="3441700" y="4664075"/>
          <p14:tracePt t="3945" x="3441700" y="4676775"/>
          <p14:tracePt t="3962" x="3441700" y="4691063"/>
          <p14:tracePt t="3973" x="3441700" y="4705350"/>
          <p14:tracePt t="3980" x="3441700" y="4718050"/>
          <p14:tracePt t="3983" x="3427413" y="4718050"/>
          <p14:tracePt t="3995" x="3413125" y="4718050"/>
          <p14:tracePt t="3998" x="3413125" y="4732338"/>
          <p14:tracePt t="4008" x="3400425" y="4732338"/>
          <p14:tracePt t="4030" x="3386138" y="4732338"/>
          <p14:tracePt t="4035" x="3371850" y="4732338"/>
          <p14:tracePt t="4044" x="3359150" y="4732338"/>
          <p14:tracePt t="4057" x="3344863" y="4732338"/>
          <p14:tracePt t="4388" x="3359150" y="4732338"/>
          <p14:tracePt t="4440" x="3359150" y="4745038"/>
          <p14:tracePt t="4452" x="3371850" y="4745038"/>
          <p14:tracePt t="4464" x="3386138" y="4745038"/>
          <p14:tracePt t="4485" x="3400425" y="4745038"/>
          <p14:tracePt t="4577" x="3413125" y="4745038"/>
          <p14:tracePt t="4949" x="3427413" y="4745038"/>
          <p14:tracePt t="5019" x="3441700" y="4745038"/>
          <p14:tracePt t="5025" x="3441700" y="4732338"/>
          <p14:tracePt t="5031" x="3454400" y="4732338"/>
          <p14:tracePt t="5035" x="3454400" y="4718050"/>
          <p14:tracePt t="5039" x="3454400" y="4705350"/>
          <p14:tracePt t="5043" x="3468688" y="4705350"/>
          <p14:tracePt t="5046" x="3468688" y="4691063"/>
          <p14:tracePt t="5053" x="3481388" y="4676775"/>
          <p14:tracePt t="5060" x="3481388" y="4664075"/>
          <p14:tracePt t="5062" x="3481388" y="4649788"/>
          <p14:tracePt t="5065" x="3495675" y="4649788"/>
          <p14:tracePt t="5071" x="3495675" y="4635500"/>
          <p14:tracePt t="5078" x="3495675" y="4622800"/>
          <p14:tracePt t="5084" x="3495675" y="4608513"/>
          <p14:tracePt t="5090" x="3495675" y="4594225"/>
          <p14:tracePt t="5094" x="3509963" y="4594225"/>
          <p14:tracePt t="5096" x="3509963" y="4581525"/>
          <p14:tracePt t="5102" x="3509963" y="4567238"/>
          <p14:tracePt t="5110" x="3509963" y="4552950"/>
          <p14:tracePt t="5113" x="3509963" y="4540250"/>
          <p14:tracePt t="5220" x="3509963" y="4552950"/>
          <p14:tracePt t="5227" x="3509963" y="4567238"/>
          <p14:tracePt t="5235" x="3509963" y="4581525"/>
          <p14:tracePt t="5242" x="3509963" y="4594225"/>
          <p14:tracePt t="5246" x="3509963" y="4608513"/>
          <p14:tracePt t="5253" x="3509963" y="4622800"/>
          <p14:tracePt t="5255" x="3495675" y="4622800"/>
          <p14:tracePt t="5259" x="3495675" y="4635500"/>
          <p14:tracePt t="5265" x="3495675" y="4649788"/>
          <p14:tracePt t="5268" x="3481388" y="4649788"/>
          <p14:tracePt t="5269" x="3481388" y="4664075"/>
          <p14:tracePt t="5276" x="3481388" y="4676775"/>
          <p14:tracePt t="5280" x="3468688" y="4676775"/>
          <p14:tracePt t="5292" x="3468688" y="4691063"/>
          <p14:tracePt t="5309" x="3468688" y="4705350"/>
          <p14:tracePt t="5311" x="3454400" y="4705350"/>
          <p14:tracePt t="5321" x="3454400" y="4718050"/>
          <p14:tracePt t="5429" x="3454400" y="4732338"/>
          <p14:tracePt t="5496" x="3454400" y="4745038"/>
          <p14:tracePt t="5498" x="3468688" y="4745038"/>
          <p14:tracePt t="5512" x="3468688" y="4759325"/>
          <p14:tracePt t="5519" x="3468688" y="4773613"/>
          <p14:tracePt t="5528" x="3468688" y="4786313"/>
          <p14:tracePt t="5536" x="3468688" y="4800600"/>
          <p14:tracePt t="5544" x="3468688" y="4814888"/>
          <p14:tracePt t="5547" x="3468688" y="4827588"/>
          <p14:tracePt t="5552" x="3468688" y="4841875"/>
          <p14:tracePt t="5558" x="3468688" y="4856163"/>
          <p14:tracePt t="5564" x="3468688" y="4868863"/>
          <p14:tracePt t="5568" x="3468688" y="4883150"/>
          <p14:tracePt t="5576" x="3468688" y="4895850"/>
          <p14:tracePt t="5578" x="3454400" y="4895850"/>
          <p14:tracePt t="5588" x="3454400" y="4910138"/>
          <p14:tracePt t="5729" x="3441700" y="4910138"/>
          <p14:tracePt t="5733" x="3427413" y="4910138"/>
          <p14:tracePt t="5751" x="3413125" y="4910138"/>
          <p14:tracePt t="5783" x="3413125" y="4924425"/>
          <p14:tracePt t="5796" x="3400425" y="4924425"/>
          <p14:tracePt t="5823" x="3400425" y="4937125"/>
          <p14:tracePt t="5827" x="3386138" y="4951413"/>
          <p14:tracePt t="5831" x="3371850" y="4951413"/>
          <p14:tracePt t="5845" x="3371850" y="4965700"/>
          <p14:tracePt t="5897" x="3359150" y="4965700"/>
          <p14:tracePt t="5930" x="3359150" y="4978400"/>
          <p14:tracePt t="5967" x="3344863" y="4992688"/>
          <p14:tracePt t="5978" x="3344863" y="5006975"/>
          <p14:tracePt t="5984" x="3330575" y="5006975"/>
          <p14:tracePt t="5990" x="3317875" y="5006975"/>
          <p14:tracePt t="6002" x="3317875" y="5019675"/>
          <p14:tracePt t="6008" x="3303588" y="5019675"/>
          <p14:tracePt t="6036" x="3290888" y="5019675"/>
          <p14:tracePt t="6049" x="3276600" y="5019675"/>
          <p14:tracePt t="6053" x="3262313" y="5019675"/>
          <p14:tracePt t="6066" x="3249613" y="5019675"/>
          <p14:tracePt t="6077" x="3235325" y="5019675"/>
          <p14:tracePt t="6081" x="3235325" y="5033963"/>
          <p14:tracePt t="6086" x="3221038" y="5033963"/>
          <p14:tracePt t="6096" x="3208338" y="5033963"/>
          <p14:tracePt t="6098" x="3194050" y="5033963"/>
          <p14:tracePt t="6107" x="3179763" y="5033963"/>
          <p14:tracePt t="6117" x="3167063" y="5033963"/>
          <p14:tracePt t="6118" x="3167063" y="5048250"/>
          <p14:tracePt t="6139" x="3152775" y="5048250"/>
          <p14:tracePt t="6151" x="3140075" y="5048250"/>
          <p14:tracePt t="6228" x="3125788" y="5048250"/>
          <p14:tracePt t="6244" x="3111500" y="5048250"/>
          <p14:tracePt t="6256" x="3098800" y="5048250"/>
          <p14:tracePt t="6265" x="3084513" y="5048250"/>
          <p14:tracePt t="6338" x="3098800" y="5048250"/>
          <p14:tracePt t="6342" x="3111500" y="5048250"/>
          <p14:tracePt t="6346" x="3125788" y="5048250"/>
          <p14:tracePt t="6349" x="3140075" y="5048250"/>
          <p14:tracePt t="6349" x="3152775" y="5048250"/>
          <p14:tracePt t="6355" x="3194050" y="5048250"/>
          <p14:tracePt t="6358" x="3208338" y="5048250"/>
          <p14:tracePt t="6359" x="3221038" y="5048250"/>
          <p14:tracePt t="6362" x="3249613" y="5048250"/>
          <p14:tracePt t="6364" x="3262313" y="5048250"/>
          <p14:tracePt t="6366" x="3276600" y="5048250"/>
          <p14:tracePt t="6367" x="3303588" y="5048250"/>
          <p14:tracePt t="6369" x="3317875" y="5048250"/>
          <p14:tracePt t="6371" x="3330575" y="5048250"/>
          <p14:tracePt t="6372" x="3344863" y="5048250"/>
          <p14:tracePt t="6373" x="3359150" y="5048250"/>
          <p14:tracePt t="6374" x="3371850" y="5048250"/>
          <p14:tracePt t="6376" x="3386138" y="5048250"/>
          <p14:tracePt t="6377" x="3400425" y="5048250"/>
          <p14:tracePt t="6379" x="3413125" y="5048250"/>
          <p14:tracePt t="6381" x="3427413" y="5048250"/>
          <p14:tracePt t="6383" x="3441700" y="5048250"/>
          <p14:tracePt t="6385" x="3454400" y="5048250"/>
          <p14:tracePt t="6386" x="3468688" y="5048250"/>
          <p14:tracePt t="6388" x="3481388" y="5048250"/>
          <p14:tracePt t="6390" x="3495675" y="5048250"/>
          <p14:tracePt t="6392" x="3509963" y="5048250"/>
          <p14:tracePt t="6392" x="3522663" y="5048250"/>
          <p14:tracePt t="6396" x="3536950" y="5048250"/>
          <p14:tracePt t="6400" x="3551238" y="5048250"/>
          <p14:tracePt t="6402" x="3563938" y="5048250"/>
          <p14:tracePt t="6407" x="3578225" y="5048250"/>
          <p14:tracePt t="6412" x="3592513" y="5048250"/>
          <p14:tracePt t="6416" x="3592513" y="5060950"/>
          <p14:tracePt t="6421" x="3605213" y="5060950"/>
          <p14:tracePt t="6428" x="3619500" y="5060950"/>
          <p14:tracePt t="6452" x="3632200" y="5060950"/>
          <p14:tracePt t="6473" x="3632200" y="5075238"/>
          <p14:tracePt t="6565" x="3632200" y="5060950"/>
          <p14:tracePt t="6567" x="3619500" y="5060950"/>
          <p14:tracePt t="6570" x="3605213" y="5048250"/>
          <p14:tracePt t="6575" x="3605213" y="5033963"/>
          <p14:tracePt t="6576" x="3592513" y="5033963"/>
          <p14:tracePt t="6579" x="3578225" y="5019675"/>
          <p14:tracePt t="6582" x="3563938" y="5006975"/>
          <p14:tracePt t="6584" x="3551238" y="4992688"/>
          <p14:tracePt t="6586" x="3522663" y="4992688"/>
          <p14:tracePt t="6587" x="3522663" y="4978400"/>
          <p14:tracePt t="6589" x="3509963" y="4965700"/>
          <p14:tracePt t="6590" x="3495675" y="4965700"/>
          <p14:tracePt t="6592" x="3481388" y="4951413"/>
          <p14:tracePt t="6593" x="3468688" y="4951413"/>
          <p14:tracePt t="6593" x="3468688" y="4937125"/>
          <p14:tracePt t="6594" x="3441700" y="4924425"/>
          <p14:tracePt t="6598" x="3427413" y="4910138"/>
          <p14:tracePt t="6600" x="3400425" y="4910138"/>
          <p14:tracePt t="6600" x="3400425" y="4895850"/>
          <p14:tracePt t="6601" x="3386138" y="4895850"/>
          <p14:tracePt t="6602" x="3371850" y="4883150"/>
          <p14:tracePt t="6605" x="3344863" y="4883150"/>
          <p14:tracePt t="6606" x="3330575" y="4868863"/>
          <p14:tracePt t="6607" x="3317875" y="4856163"/>
          <p14:tracePt t="6610" x="3303588" y="4856163"/>
          <p14:tracePt t="6612" x="3290888" y="4841875"/>
          <p14:tracePt t="6614" x="3276600" y="4827588"/>
          <p14:tracePt t="6615" x="3262313" y="4827588"/>
          <p14:tracePt t="6617" x="3249613" y="4827588"/>
          <p14:tracePt t="6618" x="3249613" y="4814888"/>
          <p14:tracePt t="6621" x="3221038" y="4800600"/>
          <p14:tracePt t="6624" x="3208338" y="4800600"/>
          <p14:tracePt t="6628" x="3194050" y="4786313"/>
          <p14:tracePt t="6633" x="3179763" y="4786313"/>
          <p14:tracePt t="6647" x="3167063" y="4773613"/>
          <p14:tracePt t="6775" x="3167063" y="4786313"/>
          <p14:tracePt t="6777" x="3179763" y="4786313"/>
          <p14:tracePt t="6795" x="3194050" y="4786313"/>
          <p14:tracePt t="6797" x="3194050" y="4800600"/>
          <p14:tracePt t="6805" x="3208338" y="4800600"/>
          <p14:tracePt t="6811" x="3208338" y="4814888"/>
          <p14:tracePt t="6813" x="3221038" y="4814888"/>
          <p14:tracePt t="6821" x="3221038" y="4827588"/>
          <p14:tracePt t="6826" x="3235325" y="4827588"/>
          <p14:tracePt t="6838" x="3235325" y="4841875"/>
          <p14:tracePt t="6839" x="3249613" y="4841875"/>
          <p14:tracePt t="6847" x="3262313" y="4841875"/>
          <p14:tracePt t="6853" x="3262313" y="4856163"/>
          <p14:tracePt t="6872" x="3276600" y="4856163"/>
          <p14:tracePt t="6950" x="3262313" y="4856163"/>
          <p14:tracePt t="6953" x="3249613" y="4856163"/>
          <p14:tracePt t="6959" x="3235325" y="4856163"/>
          <p14:tracePt t="6964" x="3221038" y="4856163"/>
          <p14:tracePt t="6969" x="3208338" y="4856163"/>
          <p14:tracePt t="6971" x="3194050" y="4856163"/>
          <p14:tracePt t="6975" x="3179763" y="4856163"/>
          <p14:tracePt t="6980" x="3167063" y="4856163"/>
          <p14:tracePt t="6982" x="3152775" y="4856163"/>
          <p14:tracePt t="6984" x="3140075" y="4856163"/>
          <p14:tracePt t="6989" x="3125788" y="4856163"/>
          <p14:tracePt t="6994" x="3111500" y="4856163"/>
          <p14:tracePt t="7002" x="3098800" y="4856163"/>
          <p14:tracePt t="7004" x="3084513" y="4841875"/>
          <p14:tracePt t="7011" x="3084513" y="4827588"/>
          <p14:tracePt t="7013" x="3070225" y="4827588"/>
          <p14:tracePt t="7015" x="3070225" y="4814888"/>
          <p14:tracePt t="7019" x="3057525" y="4814888"/>
          <p14:tracePt t="7023" x="3057525" y="4800600"/>
          <p14:tracePt t="7029" x="3043238" y="4786313"/>
          <p14:tracePt t="7035" x="3028950" y="4759325"/>
          <p14:tracePt t="7038" x="3016250" y="4759325"/>
          <p14:tracePt t="7043" x="3016250" y="4745038"/>
          <p14:tracePt t="7047" x="3001963" y="4732338"/>
          <p14:tracePt t="7055" x="3001963" y="4718050"/>
          <p14:tracePt t="7058" x="2989263" y="4718050"/>
          <p14:tracePt t="7064" x="2989263" y="4705350"/>
          <p14:tracePt t="7067" x="2989263" y="4691063"/>
          <p14:tracePt t="7070" x="2974975" y="4691063"/>
          <p14:tracePt t="7075" x="2960688" y="4676775"/>
          <p14:tracePt t="7087" x="2960688" y="4664075"/>
          <p14:tracePt t="7096" x="2947988" y="4664075"/>
          <p14:tracePt t="7098" x="2947988" y="4649788"/>
          <p14:tracePt t="7105" x="2947988" y="4635500"/>
          <p14:tracePt t="7114" x="2933700" y="4635500"/>
          <p14:tracePt t="7121" x="2933700" y="4622800"/>
          <p14:tracePt t="7143" x="2933700" y="4608513"/>
          <p14:tracePt t="7153" x="2933700" y="4594225"/>
          <p14:tracePt t="7159" x="2933700" y="4581525"/>
          <p14:tracePt t="7170" x="2947988" y="4567238"/>
          <p14:tracePt t="7178" x="2960688" y="4567238"/>
          <p14:tracePt t="7181" x="2960688" y="4552950"/>
          <p14:tracePt t="7183" x="2974975" y="4552950"/>
          <p14:tracePt t="7194" x="2989263" y="4540250"/>
          <p14:tracePt t="7201" x="3001963" y="4540250"/>
          <p14:tracePt t="7208" x="3001963" y="4525963"/>
          <p14:tracePt t="7210" x="3016250" y="4525963"/>
          <p14:tracePt t="7212" x="3028950" y="4525963"/>
          <p14:tracePt t="7219" x="3043238" y="4525963"/>
          <p14:tracePt t="7226" x="3057525" y="4525963"/>
          <p14:tracePt t="7232" x="3070225" y="4525963"/>
          <p14:tracePt t="7239" x="3084513" y="4525963"/>
          <p14:tracePt t="7240" x="3098800" y="4525963"/>
          <p14:tracePt t="7245" x="3098800" y="4540250"/>
          <p14:tracePt t="7246" x="3111500" y="4540250"/>
          <p14:tracePt t="7253" x="3125788" y="4540250"/>
          <p14:tracePt t="7258" x="3152775" y="4552950"/>
          <p14:tracePt t="7263" x="3167063" y="4552950"/>
          <p14:tracePt t="7268" x="3194050" y="4567238"/>
          <p14:tracePt t="7275" x="3208338" y="4581525"/>
          <p14:tracePt t="7277" x="3221038" y="4581525"/>
          <p14:tracePt t="7280" x="3235325" y="4581525"/>
          <p14:tracePt t="7284" x="3249613" y="4581525"/>
          <p14:tracePt t="7290" x="3262313" y="4581525"/>
          <p14:tracePt t="7294" x="3262313" y="4594225"/>
          <p14:tracePt t="7295" x="3276600" y="4594225"/>
          <p14:tracePt t="7298" x="3290888" y="4594225"/>
          <p14:tracePt t="7307" x="3303588" y="4594225"/>
          <p14:tracePt t="7316" x="3317875" y="4608513"/>
          <p14:tracePt t="7332" x="3330575" y="4608513"/>
          <p14:tracePt t="7342" x="3330575" y="4622800"/>
          <p14:tracePt t="7351" x="3330575" y="4635500"/>
          <p14:tracePt t="7356" x="3344863" y="4635500"/>
          <p14:tracePt t="7362" x="3344863" y="4649788"/>
          <p14:tracePt t="7363" x="3359150" y="4649788"/>
          <p14:tracePt t="7373" x="3359150" y="4664075"/>
          <p14:tracePt t="7387" x="3359150" y="4676775"/>
          <p14:tracePt t="7392" x="3371850" y="4676775"/>
          <p14:tracePt t="7402" x="3371850" y="4691063"/>
          <p14:tracePt t="7409" x="3371850" y="4705350"/>
          <p14:tracePt t="7423" x="3371850" y="4718050"/>
          <p14:tracePt t="7434" x="3371850" y="4732338"/>
          <p14:tracePt t="7446" x="3371850" y="4745038"/>
          <p14:tracePt t="7450" x="3359150" y="4745038"/>
          <p14:tracePt t="7457" x="3359150" y="4759325"/>
          <p14:tracePt t="7460" x="3344863" y="4759325"/>
          <p14:tracePt t="7470" x="3344863" y="4773613"/>
          <p14:tracePt t="7472" x="3330575" y="4773613"/>
          <p14:tracePt t="7480" x="3317875" y="4773613"/>
          <p14:tracePt t="7485" x="3303588" y="4786313"/>
          <p14:tracePt t="7491" x="3290888" y="4786313"/>
          <p14:tracePt t="7495" x="3276600" y="4786313"/>
          <p14:tracePt t="7499" x="3276600" y="4800600"/>
          <p14:tracePt t="7501" x="3262313" y="4800600"/>
          <p14:tracePt t="7505" x="3249613" y="4800600"/>
          <p14:tracePt t="7508" x="3235325" y="4800600"/>
          <p14:tracePt t="7509" x="3235325" y="4814888"/>
          <p14:tracePt t="7513" x="3221038" y="4814888"/>
          <p14:tracePt t="7518" x="3208338" y="4814888"/>
          <p14:tracePt t="7524" x="3194050" y="4814888"/>
          <p14:tracePt t="7527" x="3179763" y="4814888"/>
          <p14:tracePt t="7534" x="3167063" y="4814888"/>
          <p14:tracePt t="7545" x="3152775" y="4814888"/>
          <p14:tracePt t="7551" x="3140075" y="4814888"/>
          <p14:tracePt t="7553" x="3125788" y="4814888"/>
          <p14:tracePt t="7561" x="3111500" y="4814888"/>
          <p14:tracePt t="7565" x="3098800" y="4800600"/>
          <p14:tracePt t="7570" x="3084513" y="4800600"/>
          <p14:tracePt t="7571" x="3070225" y="4800600"/>
          <p14:tracePt t="7574" x="3070225" y="4786313"/>
          <p14:tracePt t="7576" x="3057525" y="4786313"/>
          <p14:tracePt t="7580" x="3043238" y="4786313"/>
          <p14:tracePt t="7581" x="3043238" y="4773613"/>
          <p14:tracePt t="7584" x="3028950" y="4773613"/>
          <p14:tracePt t="7586" x="3016250" y="4759325"/>
          <p14:tracePt t="7592" x="3001963" y="4759325"/>
          <p14:tracePt t="7598" x="2989263" y="4759325"/>
          <p14:tracePt t="7609" x="2989263" y="4745038"/>
          <p14:tracePt t="7645" x="2989263" y="4732338"/>
          <p14:tracePt t="7652" x="2974975" y="4732338"/>
          <p14:tracePt t="7654" x="2974975" y="4718050"/>
          <p14:tracePt t="7660" x="2974975" y="4705350"/>
          <p14:tracePt t="7663" x="2974975" y="4691063"/>
          <p14:tracePt t="7669" x="2974975" y="4676775"/>
          <p14:tracePt t="7679" x="2974975" y="4664075"/>
          <p14:tracePt t="7690" x="2974975" y="4649788"/>
          <p14:tracePt t="7696" x="2974975" y="4635500"/>
          <p14:tracePt t="7706" x="2974975" y="4622800"/>
          <p14:tracePt t="7722" x="2989263" y="4622800"/>
          <p14:tracePt t="7723" x="2989263" y="4608513"/>
          <p14:tracePt t="7733" x="3001963" y="4608513"/>
          <p14:tracePt t="7740" x="3001963" y="4594225"/>
          <p14:tracePt t="7744" x="3016250" y="4594225"/>
          <p14:tracePt t="7745" x="3028950" y="4594225"/>
          <p14:tracePt t="7748" x="3028950" y="4581525"/>
          <p14:tracePt t="7751" x="3043238" y="4581525"/>
          <p14:tracePt t="7757" x="3057525" y="4581525"/>
          <p14:tracePt t="7760" x="3057525" y="4567238"/>
          <p14:tracePt t="7762" x="3070225" y="4567238"/>
          <p14:tracePt t="7764" x="3084513" y="4567238"/>
          <p14:tracePt t="7770" x="3098800" y="4567238"/>
          <p14:tracePt t="7778" x="3111500" y="4552950"/>
          <p14:tracePt t="7787" x="3125788" y="4552950"/>
          <p14:tracePt t="7789" x="3140075" y="4552950"/>
          <p14:tracePt t="7797" x="3152775" y="4552950"/>
          <p14:tracePt t="7805" x="3167063" y="4552950"/>
          <p14:tracePt t="7814" x="3179763" y="4552950"/>
          <p14:tracePt t="7820" x="3194050" y="4552950"/>
          <p14:tracePt t="7830" x="3208338" y="4552950"/>
          <p14:tracePt t="7838" x="3221038" y="4552950"/>
          <p14:tracePt t="7849" x="3235325" y="4552950"/>
          <p14:tracePt t="7851" x="3235325" y="4567238"/>
          <p14:tracePt t="7853" x="3249613" y="4567238"/>
          <p14:tracePt t="7859" x="3262313" y="4567238"/>
          <p14:tracePt t="7866" x="3262313" y="4581525"/>
          <p14:tracePt t="7869" x="3276600" y="4594225"/>
          <p14:tracePt t="7878" x="3290888" y="4594225"/>
          <p14:tracePt t="7880" x="3303588" y="4608513"/>
          <p14:tracePt t="7890" x="3317875" y="4622800"/>
          <p14:tracePt t="7897" x="3317875" y="4635500"/>
          <p14:tracePt t="7901" x="3330575" y="4635500"/>
          <p14:tracePt t="7902" x="3330575" y="4649788"/>
          <p14:tracePt t="7911" x="3330575" y="4664075"/>
          <p14:tracePt t="7912" x="3344863" y="4664075"/>
          <p14:tracePt t="7921" x="3344863" y="4676775"/>
          <p14:tracePt t="7924" x="3359150" y="4676775"/>
          <p14:tracePt t="7933" x="3359150" y="4691063"/>
          <p14:tracePt t="7935" x="3359150" y="4705350"/>
          <p14:tracePt t="7965" x="3359150" y="4718050"/>
          <p14:tracePt t="7981" x="3359150" y="4732338"/>
          <p14:tracePt t="7988" x="3359150" y="4745038"/>
          <p14:tracePt t="7995" x="3359150" y="4759325"/>
          <p14:tracePt t="8001" x="3359150" y="4773613"/>
          <p14:tracePt t="8004" x="3344863" y="4773613"/>
          <p14:tracePt t="8010" x="3344863" y="4786313"/>
          <p14:tracePt t="8017" x="3330575" y="4786313"/>
          <p14:tracePt t="8023" x="3330575" y="4800600"/>
          <p14:tracePt t="8030" x="3317875" y="4800600"/>
          <p14:tracePt t="8052" x="3303588" y="4800600"/>
          <p14:tracePt t="8085" x="3290888" y="4800600"/>
          <p14:tracePt t="8089" x="3276600" y="4800600"/>
          <p14:tracePt t="8095" x="3262313" y="4800600"/>
          <p14:tracePt t="8099" x="3249613" y="4800600"/>
          <p14:tracePt t="8102" x="3235325" y="4800600"/>
          <p14:tracePt t="8106" x="3221038" y="4800600"/>
          <p14:tracePt t="8113" x="3208338" y="4800600"/>
          <p14:tracePt t="8119" x="3194050" y="4800600"/>
          <p14:tracePt t="8120" x="3179763" y="4800600"/>
          <p14:tracePt t="8129" x="3167063" y="4800600"/>
          <p14:tracePt t="8138" x="3152775" y="4800600"/>
          <p14:tracePt t="8226" x="3140075" y="4800600"/>
          <p14:tracePt t="8232" x="3125788" y="4786313"/>
          <p14:tracePt t="8256" x="3111500" y="4786313"/>
          <p14:tracePt t="8302" x="3111500" y="4773613"/>
          <p14:tracePt t="8311" x="3111500" y="4759325"/>
          <p14:tracePt t="8312" x="3098800" y="4759325"/>
          <p14:tracePt t="8329" x="3098800" y="4745038"/>
          <p14:tracePt t="8340" x="3084513" y="4745038"/>
          <p14:tracePt t="8349" x="3084513" y="4732338"/>
          <p14:tracePt t="8350" x="3070225" y="4732338"/>
          <p14:tracePt t="8373" x="3070225" y="4718050"/>
          <p14:tracePt t="8387" x="3070225" y="4705350"/>
          <p14:tracePt t="8390" x="3057525" y="4705350"/>
          <p14:tracePt t="8391" x="3057525" y="4691063"/>
          <p14:tracePt t="8401" x="3057525" y="4676775"/>
          <p14:tracePt t="8414" x="3057525" y="4664075"/>
          <p14:tracePt t="8427" x="3057525" y="4649788"/>
          <p14:tracePt t="8460" x="3057525" y="4635500"/>
          <p14:tracePt t="8489" x="3057525" y="4622800"/>
          <p14:tracePt t="8525" x="3057525" y="4608513"/>
          <p14:tracePt t="8577" x="3070225" y="4608513"/>
          <p14:tracePt t="8580" x="3070225" y="4594225"/>
          <p14:tracePt t="8584" x="3070225" y="4581525"/>
          <p14:tracePt t="8586" x="3084513" y="4581525"/>
          <p14:tracePt t="8594" x="3098800" y="4581525"/>
          <p14:tracePt t="8596" x="3098800" y="4567238"/>
          <p14:tracePt t="8608" x="3111500" y="4567238"/>
          <p14:tracePt t="8616" x="3125788" y="4567238"/>
          <p14:tracePt t="8633" x="3140075" y="4567238"/>
          <p14:tracePt t="8647" x="3152775" y="4567238"/>
          <p14:tracePt t="8660" x="3179763" y="4567238"/>
          <p14:tracePt t="8667" x="3194050" y="4567238"/>
          <p14:tracePt t="8674" x="3208338" y="4567238"/>
          <p14:tracePt t="8683" x="3221038" y="4567238"/>
          <p14:tracePt t="8688" x="3235325" y="4567238"/>
          <p14:tracePt t="8694" x="3235325" y="4581525"/>
          <p14:tracePt t="8701" x="3249613" y="4581525"/>
          <p14:tracePt t="8706" x="3249613" y="4594225"/>
          <p14:tracePt t="8715" x="3262313" y="4594225"/>
          <p14:tracePt t="8732" x="3276600" y="4608513"/>
          <p14:tracePt t="8743" x="3290888" y="4608513"/>
          <p14:tracePt t="8762" x="3303588" y="4622800"/>
          <p14:tracePt t="8816" x="3303588" y="4635500"/>
          <p14:tracePt t="8838" x="3303588" y="4649788"/>
          <p14:tracePt t="8845" x="3317875" y="4649788"/>
          <p14:tracePt t="8945" x="3317875" y="4664075"/>
          <p14:tracePt t="8964" x="3330575" y="4664075"/>
          <p14:tracePt t="8966" x="3344863" y="4676775"/>
          <p14:tracePt t="8976" x="3359150" y="4676775"/>
          <p14:tracePt t="8977" x="3359150" y="4691063"/>
          <p14:tracePt t="8981" x="3371850" y="4691063"/>
          <p14:tracePt t="8985" x="3371850" y="4705350"/>
          <p14:tracePt t="8988" x="3386138" y="4705350"/>
          <p14:tracePt t="8994" x="3400425" y="4705350"/>
          <p14:tracePt t="8997" x="3413125" y="4705350"/>
          <p14:tracePt t="8999" x="3413125" y="4718050"/>
          <p14:tracePt t="9009" x="3427413" y="4718050"/>
          <p14:tracePt t="9051" x="3441700" y="4718050"/>
          <p14:tracePt t="9064" x="3454400" y="4718050"/>
          <p14:tracePt t="9071" x="3468688" y="4718050"/>
          <p14:tracePt t="9086" x="3481388" y="4718050"/>
          <p14:tracePt t="9123" x="3481388" y="4705350"/>
          <p14:tracePt t="9126" x="3481388" y="4691063"/>
          <p14:tracePt t="9143" x="3481388" y="4676775"/>
          <p14:tracePt t="9156" x="3481388" y="4664075"/>
          <p14:tracePt t="9165" x="3468688" y="4664075"/>
          <p14:tracePt t="9167" x="3468688" y="4649788"/>
          <p14:tracePt t="9171" x="3454400" y="4649788"/>
          <p14:tracePt t="9174" x="3454400" y="4635500"/>
          <p14:tracePt t="9185" x="3454400" y="4622800"/>
          <p14:tracePt t="9187" x="3441700" y="4622800"/>
          <p14:tracePt t="9203" x="3441700" y="4608513"/>
          <p14:tracePt t="9369" x="3441700" y="4622800"/>
          <p14:tracePt t="9386" x="3441700" y="4635500"/>
          <p14:tracePt t="9393" x="3441700" y="4649788"/>
          <p14:tracePt t="9412" x="3441700" y="4664075"/>
          <p14:tracePt t="9460" x="3441700" y="4676775"/>
          <p14:tracePt t="9492" x="3441700" y="4691063"/>
          <p14:tracePt t="9615" x="3441700" y="4705350"/>
          <p14:tracePt t="9625" x="3441700" y="4718050"/>
          <p14:tracePt t="9636" x="3441700" y="4732338"/>
          <p14:tracePt t="9646" x="3441700" y="4745038"/>
          <p14:tracePt t="9659" x="3441700" y="4759325"/>
          <p14:tracePt t="9669" x="3441700" y="4773613"/>
          <p14:tracePt t="9689" x="3441700" y="4786313"/>
          <p14:tracePt t="9710" x="3441700" y="4800600"/>
          <p14:tracePt t="9758" x="3441700" y="4814888"/>
          <p14:tracePt t="9778" x="3441700" y="4827588"/>
          <p14:tracePt t="9795" x="3441700" y="4841875"/>
          <p14:tracePt t="9808" x="3441700" y="4856163"/>
          <p14:tracePt t="9815" x="3441700" y="4868863"/>
          <p14:tracePt t="9821" x="3441700" y="4883150"/>
          <p14:tracePt t="9828" x="3441700" y="4895850"/>
          <p14:tracePt t="9835" x="3441700" y="4910138"/>
          <p14:tracePt t="9843" x="3427413" y="4924425"/>
          <p14:tracePt t="9848" x="3427413" y="4937125"/>
          <p14:tracePt t="9855" x="3427413" y="4951413"/>
          <p14:tracePt t="9863" x="3427413" y="4965700"/>
          <p14:tracePt t="9874" x="3413125" y="4978400"/>
          <p14:tracePt t="9881" x="3413125" y="4992688"/>
          <p14:tracePt t="9897" x="3413125" y="5006975"/>
          <p14:tracePt t="9951" x="3413125" y="5019675"/>
          <p14:tracePt t="9965" x="3413125" y="5033963"/>
          <p14:tracePt t="9973" x="3413125" y="5048250"/>
          <p14:tracePt t="10008" x="3413125" y="5060950"/>
          <p14:tracePt t="10094" x="3400425" y="5060950"/>
          <p14:tracePt t="10142" x="3386138" y="5060950"/>
          <p14:tracePt t="10153" x="3386138" y="5075238"/>
          <p14:tracePt t="10161" x="3371850" y="5075238"/>
          <p14:tracePt t="10174" x="3359150" y="5075238"/>
          <p14:tracePt t="10181" x="3344863" y="5075238"/>
          <p14:tracePt t="10186" x="3330575" y="5075238"/>
          <p14:tracePt t="10192" x="3317875" y="5075238"/>
          <p14:tracePt t="10197" x="3303588" y="5075238"/>
          <p14:tracePt t="10202" x="3290888" y="5075238"/>
          <p14:tracePt t="10206" x="3276600" y="5075238"/>
          <p14:tracePt t="10208" x="3276600" y="5060950"/>
          <p14:tracePt t="10211" x="3262313" y="5060950"/>
          <p14:tracePt t="10218" x="3249613" y="5060950"/>
          <p14:tracePt t="10228" x="3235325" y="5060950"/>
          <p14:tracePt t="10232" x="3221038" y="5060950"/>
          <p14:tracePt t="10252" x="3208338" y="5060950"/>
          <p14:tracePt t="10266" x="3194050" y="5060950"/>
          <p14:tracePt t="10276" x="3179763" y="5060950"/>
          <p14:tracePt t="10279" x="3167063" y="5060950"/>
          <p14:tracePt t="10291" x="3152775" y="5060950"/>
          <p14:tracePt t="10706" x="3167063" y="5060950"/>
          <p14:tracePt t="10709" x="3179763" y="5060950"/>
          <p14:tracePt t="10715" x="3194050" y="5060950"/>
          <p14:tracePt t="10723" x="3208338" y="5060950"/>
          <p14:tracePt t="10726" x="3221038" y="5060950"/>
          <p14:tracePt t="10727" x="3235325" y="5060950"/>
          <p14:tracePt t="10731" x="3249613" y="5060950"/>
          <p14:tracePt t="10734" x="3262313" y="5060950"/>
          <p14:tracePt t="10738" x="3290888" y="5060950"/>
          <p14:tracePt t="10741" x="3303588" y="5060950"/>
          <p14:tracePt t="10744" x="3330575" y="5060950"/>
          <p14:tracePt t="10747" x="3359150" y="5060950"/>
          <p14:tracePt t="10749" x="3371850" y="5060950"/>
          <p14:tracePt t="10751" x="3386138" y="5060950"/>
          <p14:tracePt t="10753" x="3400425" y="5060950"/>
          <p14:tracePt t="10754" x="3413125" y="5060950"/>
          <p14:tracePt t="10756" x="3427413" y="5060950"/>
          <p14:tracePt t="10758" x="3441700" y="5060950"/>
          <p14:tracePt t="10759" x="3454400" y="5060950"/>
          <p14:tracePt t="10762" x="3468688" y="5060950"/>
          <p14:tracePt t="10763" x="3481388" y="5060950"/>
          <p14:tracePt t="10766" x="3509963" y="5060950"/>
          <p14:tracePt t="10766" x="3522663" y="5060950"/>
          <p14:tracePt t="10769" x="3536950" y="5060950"/>
          <p14:tracePt t="10770" x="3551238" y="5060950"/>
          <p14:tracePt t="10772" x="3563938" y="5060950"/>
          <p14:tracePt t="10774" x="3578225" y="5060950"/>
          <p14:tracePt t="10775" x="3605213" y="5060950"/>
          <p14:tracePt t="10779" x="3619500" y="5060950"/>
          <p14:tracePt t="10780" x="3646488" y="5060950"/>
          <p14:tracePt t="10783" x="3660775" y="5060950"/>
          <p14:tracePt t="10785" x="3673475" y="5060950"/>
          <p14:tracePt t="10788" x="3687763" y="5060950"/>
          <p14:tracePt t="10791" x="3702050" y="5060950"/>
          <p14:tracePt t="10794" x="3714750" y="5060950"/>
          <p14:tracePt t="10801" x="3729038" y="5060950"/>
          <p14:tracePt t="10805" x="3743325" y="5060950"/>
          <p14:tracePt t="10841" x="3756025" y="5060950"/>
          <p14:tracePt t="10894" x="3770313" y="5060950"/>
          <p14:tracePt t="10902" x="3770313" y="5075238"/>
          <p14:tracePt t="11017" x="3770313" y="5060950"/>
          <p14:tracePt t="11020" x="3770313" y="5048250"/>
          <p14:tracePt t="11022" x="3770313" y="5033963"/>
          <p14:tracePt t="11027" x="3770313" y="5019675"/>
          <p14:tracePt t="11028" x="3783013" y="5019675"/>
          <p14:tracePt t="11029" x="3783013" y="5006975"/>
          <p14:tracePt t="11034" x="3797300" y="4992688"/>
          <p14:tracePt t="11035" x="3797300" y="4978400"/>
          <p14:tracePt t="11040" x="3797300" y="4965700"/>
          <p14:tracePt t="11044" x="3797300" y="4951413"/>
          <p14:tracePt t="11046" x="3811588" y="4951413"/>
          <p14:tracePt t="11047" x="3811588" y="4937125"/>
          <p14:tracePt t="11051" x="3811588" y="4924425"/>
          <p14:tracePt t="11055" x="3811588" y="4910138"/>
          <p14:tracePt t="11060" x="3811588" y="4895850"/>
          <p14:tracePt t="11064" x="3811588" y="4883150"/>
          <p14:tracePt t="11067" x="3811588" y="4868863"/>
          <p14:tracePt t="11075" x="3811588" y="4856163"/>
          <p14:tracePt t="11103" x="3811588" y="4841875"/>
          <p14:tracePt t="11123" x="3811588" y="4827588"/>
          <p14:tracePt t="11133" x="3811588" y="4814888"/>
          <p14:tracePt t="11145" x="3811588" y="4800600"/>
          <p14:tracePt t="11158" x="3811588" y="4786313"/>
          <p14:tracePt t="11173" x="3811588" y="4773613"/>
          <p14:tracePt t="11309" x="3811588" y="4759325"/>
          <p14:tracePt t="11359" x="3797300" y="4759325"/>
          <p14:tracePt t="11456" x="3797300" y="4745038"/>
          <p14:tracePt t="11690" x="3783013" y="4745038"/>
          <p14:tracePt t="11693" x="3770313" y="4745038"/>
          <p14:tracePt t="11697" x="3756025" y="4745038"/>
          <p14:tracePt t="11699" x="3743325" y="4745038"/>
          <p14:tracePt t="11701" x="3729038" y="4745038"/>
          <p14:tracePt t="11705" x="3714750" y="4745038"/>
          <p14:tracePt t="11707" x="3702050" y="4745038"/>
          <p14:tracePt t="11711" x="3687763" y="4745038"/>
          <p14:tracePt t="11712" x="3673475" y="4745038"/>
          <p14:tracePt t="11715" x="3660775" y="4745038"/>
          <p14:tracePt t="11719" x="3646488" y="4745038"/>
          <p14:tracePt t="11722" x="3632200" y="4745038"/>
          <p14:tracePt t="11724" x="3619500" y="4745038"/>
          <p14:tracePt t="11726" x="3605213" y="4745038"/>
          <p14:tracePt t="11730" x="3592513" y="4745038"/>
          <p14:tracePt t="11732" x="3592513" y="4759325"/>
          <p14:tracePt t="11734" x="3578225" y="4759325"/>
          <p14:tracePt t="11734" x="3563938" y="4759325"/>
          <p14:tracePt t="11738" x="3551238" y="4759325"/>
          <p14:tracePt t="11742" x="3536950" y="4759325"/>
          <p14:tracePt t="11744" x="3536950" y="4773613"/>
          <p14:tracePt t="11744" x="3522663" y="4773613"/>
          <p14:tracePt t="11747" x="3509963" y="4773613"/>
          <p14:tracePt t="11751" x="3495675" y="4773613"/>
          <p14:tracePt t="11755" x="3481388" y="4773613"/>
          <p14:tracePt t="11759" x="3468688" y="4773613"/>
          <p14:tracePt t="11764" x="3454400" y="4773613"/>
          <p14:tracePt t="11767" x="3441700" y="4773613"/>
          <p14:tracePt t="11773" x="3427413" y="4773613"/>
          <p14:tracePt t="11783" x="3413125" y="4773613"/>
          <p14:tracePt t="11798" x="3400425" y="4773613"/>
          <p14:tracePt t="11803" x="3386138" y="4773613"/>
          <p14:tracePt t="11812" x="3371850" y="4773613"/>
          <p14:tracePt t="11818" x="3359150" y="4773613"/>
          <p14:tracePt t="11821" x="3344863" y="4773613"/>
          <p14:tracePt t="11824" x="3330575" y="4773613"/>
          <p14:tracePt t="11828" x="3317875" y="4773613"/>
          <p14:tracePt t="11830" x="3317875" y="4786313"/>
          <p14:tracePt t="11832" x="3303588" y="4786313"/>
          <p14:tracePt t="11835" x="3290888" y="4786313"/>
          <p14:tracePt t="11836" x="3276600" y="4786313"/>
          <p14:tracePt t="11842" x="3262313" y="4786313"/>
          <p14:tracePt t="11844" x="3249613" y="4786313"/>
          <p14:tracePt t="11847" x="3235325" y="4786313"/>
          <p14:tracePt t="11848" x="3221038" y="4786313"/>
          <p14:tracePt t="11855" x="3208338" y="4786313"/>
          <p14:tracePt t="11860" x="3194050" y="4786313"/>
          <p14:tracePt t="11871" x="3179763" y="4786313"/>
          <p14:tracePt t="11883" x="3167063" y="4786313"/>
          <p14:tracePt t="11924" x="3152775" y="4786313"/>
          <p14:tracePt t="11930" x="3140075" y="4786313"/>
          <p14:tracePt t="11938" x="3140075" y="4773613"/>
          <p14:tracePt t="11940" x="3125788" y="4773613"/>
          <p14:tracePt t="11941" x="3111500" y="4759325"/>
          <p14:tracePt t="11947" x="3098800" y="4759325"/>
          <p14:tracePt t="11953" x="3084513" y="4745038"/>
          <p14:tracePt t="11958" x="3070225" y="4745038"/>
          <p14:tracePt t="11963" x="3057525" y="4732338"/>
          <p14:tracePt t="11967" x="3043238" y="4732338"/>
          <p14:tracePt t="11973" x="3028950" y="4718050"/>
          <p14:tracePt t="11978" x="3016250" y="4705350"/>
          <p14:tracePt t="11984" x="3001963" y="4705350"/>
          <p14:tracePt t="11988" x="2989263" y="4705350"/>
          <p14:tracePt t="11990" x="2989263" y="4691063"/>
          <p14:tracePt t="11994" x="2974975" y="4691063"/>
          <p14:tracePt t="12004" x="2974975" y="4676775"/>
          <p14:tracePt t="12006" x="2960688" y="4676775"/>
          <p14:tracePt t="12024" x="2947988" y="4664075"/>
          <p14:tracePt t="12043" x="2947988" y="4649788"/>
          <p14:tracePt t="12047" x="2933700" y="4649788"/>
          <p14:tracePt t="12050" x="2933700" y="4635500"/>
          <p14:tracePt t="12067" x="2933700" y="4622800"/>
          <p14:tracePt t="12126" x="2933700" y="4608513"/>
          <p14:tracePt t="12142" x="2933700" y="4594225"/>
          <p14:tracePt t="12144" x="2947988" y="4594225"/>
          <p14:tracePt t="12148" x="2947988" y="4581525"/>
          <p14:tracePt t="12150" x="2960688" y="4581525"/>
          <p14:tracePt t="12155" x="2974975" y="4581525"/>
          <p14:tracePt t="12157" x="2974975" y="4567238"/>
          <p14:tracePt t="12162" x="2989263" y="4567238"/>
          <p14:tracePt t="12163" x="3001963" y="4567238"/>
          <p14:tracePt t="12168" x="3016250" y="4552950"/>
          <p14:tracePt t="12175" x="3028950" y="4552950"/>
          <p14:tracePt t="12177" x="3043238" y="4552950"/>
          <p14:tracePt t="12180" x="3043238" y="4540250"/>
          <p14:tracePt t="12182" x="3057525" y="4540250"/>
          <p14:tracePt t="12186" x="3070225" y="4540250"/>
          <p14:tracePt t="12187" x="3070225" y="4525963"/>
          <p14:tracePt t="12191" x="3098800" y="4525963"/>
          <p14:tracePt t="12198" x="3111500" y="4525963"/>
          <p14:tracePt t="12199" x="3111500" y="4513263"/>
          <p14:tracePt t="12203" x="3125788" y="4513263"/>
          <p14:tracePt t="12209" x="3140075" y="4513263"/>
          <p14:tracePt t="12219" x="3140075" y="4498975"/>
          <p14:tracePt t="12222" x="3152775" y="4498975"/>
          <p14:tracePt t="12249" x="3167063" y="4498975"/>
          <p14:tracePt t="12260" x="3179763" y="4498975"/>
          <p14:tracePt t="12266" x="3194050" y="4498975"/>
          <p14:tracePt t="12276" x="3208338" y="4498975"/>
          <p14:tracePt t="12284" x="3221038" y="4498975"/>
          <p14:tracePt t="12290" x="3235325" y="4498975"/>
          <p14:tracePt t="12295" x="3249613" y="4498975"/>
          <p14:tracePt t="12304" x="3262313" y="4498975"/>
          <p14:tracePt t="12315" x="3276600" y="4498975"/>
          <p14:tracePt t="12322" x="3276600" y="4513263"/>
          <p14:tracePt t="12329" x="3290888" y="4513263"/>
          <p14:tracePt t="12334" x="3303588" y="4513263"/>
          <p14:tracePt t="12344" x="3303588" y="4525963"/>
          <p14:tracePt t="12346" x="3317875" y="4525963"/>
          <p14:tracePt t="12361" x="3330575" y="4525963"/>
          <p14:tracePt t="12367" x="3330575" y="4540250"/>
          <p14:tracePt t="12372" x="3344863" y="4552950"/>
          <p14:tracePt t="12379" x="3359150" y="4552950"/>
          <p14:tracePt t="12391" x="3359150" y="4567238"/>
          <p14:tracePt t="12394" x="3371850" y="4567238"/>
          <p14:tracePt t="12410" x="3371850" y="4581525"/>
          <p14:tracePt t="12411" x="3386138" y="4581525"/>
          <p14:tracePt t="12439" x="3400425" y="4581525"/>
          <p14:tracePt t="12463" x="3400425" y="4594225"/>
          <p14:tracePt t="12484" x="3413125" y="4594225"/>
          <p14:tracePt t="12489" x="3413125" y="4608513"/>
          <p14:tracePt t="12505" x="3427413" y="4608513"/>
          <p14:tracePt t="12512" x="3427413" y="4622800"/>
          <p14:tracePt t="12529" x="3427413" y="4635500"/>
          <p14:tracePt t="12544" x="3427413" y="4649788"/>
          <p14:tracePt t="12548" x="3441700" y="4649788"/>
          <p14:tracePt t="12552" x="3441700" y="4664075"/>
          <p14:tracePt t="12580" x="3441700" y="4676775"/>
          <p14:tracePt t="12597" x="3441700" y="4691063"/>
          <p14:tracePt t="12605" x="3441700" y="4705350"/>
          <p14:tracePt t="12610" x="3441700" y="4718050"/>
          <p14:tracePt t="12617" x="3427413" y="4718050"/>
          <p14:tracePt t="12620" x="3427413" y="4732338"/>
          <p14:tracePt t="12629" x="3427413" y="4745038"/>
          <p14:tracePt t="12631" x="3413125" y="4745038"/>
          <p14:tracePt t="12636" x="3400425" y="4745038"/>
          <p14:tracePt t="12640" x="3400425" y="4759325"/>
          <p14:tracePt t="12648" x="3400425" y="4773613"/>
          <p14:tracePt t="12649" x="3386138" y="4773613"/>
          <p14:tracePt t="12662" x="3371850" y="4773613"/>
          <p14:tracePt t="12664" x="3371850" y="4786313"/>
          <p14:tracePt t="12675" x="3359150" y="4786313"/>
          <p14:tracePt t="12683" x="3344863" y="4786313"/>
          <p14:tracePt t="12690" x="3344863" y="4800600"/>
          <p14:tracePt t="12694" x="3330575" y="4800600"/>
          <p14:tracePt t="12702" x="3317875" y="4800600"/>
          <p14:tracePt t="12709" x="3303588" y="4800600"/>
          <p14:tracePt t="12713" x="3290888" y="4800600"/>
          <p14:tracePt t="12721" x="3276600" y="4800600"/>
          <p14:tracePt t="12725" x="3262313" y="4800600"/>
          <p14:tracePt t="12735" x="3249613" y="4800600"/>
          <p14:tracePt t="12738" x="3235325" y="4800600"/>
          <p14:tracePt t="12744" x="3221038" y="4800600"/>
          <p14:tracePt t="12751" x="3194050" y="4800600"/>
          <p14:tracePt t="12758" x="3194050" y="4786313"/>
          <p14:tracePt t="12762" x="3179763" y="4786313"/>
          <p14:tracePt t="12772" x="3167063" y="4786313"/>
          <p14:tracePt t="12788" x="3152775" y="4786313"/>
          <p14:tracePt t="12806" x="3152775" y="4773613"/>
          <p14:tracePt t="12809" x="3140075" y="4773613"/>
          <p14:tracePt t="12831" x="3140075" y="4759325"/>
          <p14:tracePt t="12834" x="3125788" y="4759325"/>
          <p14:tracePt t="12842" x="3125788" y="4745038"/>
          <p14:tracePt t="12845" x="3111500" y="4745038"/>
          <p14:tracePt t="12852" x="3111500" y="4732338"/>
          <p14:tracePt t="12854" x="3098800" y="4732338"/>
          <p14:tracePt t="12859" x="3084513" y="4718050"/>
          <p14:tracePt t="12863" x="3084513" y="4705350"/>
          <p14:tracePt t="12869" x="3070225" y="4705350"/>
          <p14:tracePt t="12871" x="3070225" y="4691063"/>
          <p14:tracePt t="12876" x="3070225" y="4676775"/>
          <p14:tracePt t="12881" x="3057525" y="4676775"/>
          <p14:tracePt t="12887" x="3057525" y="4664075"/>
          <p14:tracePt t="12904" x="3057525" y="4649788"/>
          <p14:tracePt t="12969" x="3057525" y="4635500"/>
          <p14:tracePt t="12973" x="3070225" y="4635500"/>
          <p14:tracePt t="12975" x="3070225" y="4622800"/>
          <p14:tracePt t="12978" x="3084513" y="4622800"/>
          <p14:tracePt t="12983" x="3098800" y="4608513"/>
          <p14:tracePt t="12988" x="3098800" y="4594225"/>
          <p14:tracePt t="12992" x="3111500" y="4594225"/>
          <p14:tracePt t="13016" x="3125788" y="4594225"/>
          <p14:tracePt t="13026" x="3125788" y="4581525"/>
          <p14:tracePt t="13029" x="3140075" y="4581525"/>
          <p14:tracePt t="13030" x="3152775" y="4581525"/>
          <p14:tracePt t="13040" x="3167063" y="4581525"/>
          <p14:tracePt t="13048" x="3179763" y="4581525"/>
          <p14:tracePt t="13057" x="3194050" y="4581525"/>
          <p14:tracePt t="13058" x="3208338" y="4581525"/>
          <p14:tracePt t="13064" x="3221038" y="4581525"/>
          <p14:tracePt t="13069" x="3235325" y="4581525"/>
          <p14:tracePt t="13073" x="3249613" y="4581525"/>
          <p14:tracePt t="13077" x="3262313" y="4581525"/>
          <p14:tracePt t="13081" x="3276600" y="4581525"/>
          <p14:tracePt t="13085" x="3290888" y="4581525"/>
          <p14:tracePt t="13090" x="3303588" y="4581525"/>
          <p14:tracePt t="13093" x="3317875" y="4581525"/>
          <p14:tracePt t="13099" x="3330575" y="4581525"/>
          <p14:tracePt t="13106" x="3344863" y="4581525"/>
          <p14:tracePt t="13123" x="3359150" y="4581525"/>
          <p14:tracePt t="13131" x="3371850" y="4581525"/>
          <p14:tracePt t="13165" x="3386138" y="4581525"/>
          <p14:tracePt t="13166" x="3386138" y="4594225"/>
          <p14:tracePt t="13302" x="3400425" y="4594225"/>
          <p14:tracePt t="13308" x="3413125" y="4594225"/>
          <p14:tracePt t="13312" x="3413125" y="4608513"/>
          <p14:tracePt t="13313" x="3427413" y="4608513"/>
          <p14:tracePt t="13319" x="3441700" y="4622800"/>
          <p14:tracePt t="13328" x="3454400" y="4635500"/>
          <p14:tracePt t="13333" x="3468688" y="4635500"/>
          <p14:tracePt t="13335" x="3481388" y="4635500"/>
          <p14:tracePt t="13336" x="3481388" y="4649788"/>
          <p14:tracePt t="13339" x="3495675" y="4664075"/>
          <p14:tracePt t="13345" x="3509963" y="4676775"/>
          <p14:tracePt t="13350" x="3522663" y="4676775"/>
          <p14:tracePt t="13352" x="3536950" y="4676775"/>
          <p14:tracePt t="13353" x="3536950" y="4691063"/>
          <p14:tracePt t="13357" x="3551238" y="4691063"/>
          <p14:tracePt t="13363" x="3563938" y="4705350"/>
          <p14:tracePt t="13366" x="3563938" y="4718050"/>
          <p14:tracePt t="13372" x="3578225" y="4718050"/>
          <p14:tracePt t="13377" x="3592513" y="4718050"/>
          <p14:tracePt t="13380" x="3592513" y="4732338"/>
          <p14:tracePt t="13400" x="3592513" y="4745038"/>
          <p14:tracePt t="13405" x="3605213" y="4745038"/>
          <p14:tracePt t="13445" x="3605213" y="4759325"/>
          <p14:tracePt t="13457" x="3605213" y="4773613"/>
          <p14:tracePt t="13467" x="3605213" y="4786313"/>
          <p14:tracePt t="13474" x="3605213" y="4800600"/>
          <p14:tracePt t="13480" x="3605213" y="4814888"/>
          <p14:tracePt t="13485" x="3605213" y="4827588"/>
          <p14:tracePt t="13487" x="3605213" y="4841875"/>
          <p14:tracePt t="13490" x="3605213" y="4856163"/>
          <p14:tracePt t="13496" x="3605213" y="4868863"/>
          <p14:tracePt t="13502" x="3605213" y="4883150"/>
          <p14:tracePt t="13506" x="3605213" y="4895850"/>
          <p14:tracePt t="13513" x="3592513" y="4895850"/>
          <p14:tracePt t="13517" x="3578225" y="4910138"/>
          <p14:tracePt t="13537" x="3563938" y="4910138"/>
          <p14:tracePt t="13544" x="3563938" y="4924425"/>
          <p14:tracePt t="13554" x="3551238" y="4924425"/>
          <p14:tracePt t="13565" x="3536950" y="4924425"/>
          <p14:tracePt t="13571" x="3522663" y="4924425"/>
          <p14:tracePt t="13572" x="3522663" y="4937125"/>
          <p14:tracePt t="13582" x="3509963" y="4951413"/>
          <p14:tracePt t="13658" x="3509963" y="4965700"/>
          <p14:tracePt t="13667" x="3509963" y="4978400"/>
          <p14:tracePt t="13675" x="3509963" y="4992688"/>
          <p14:tracePt t="13676" x="3522663" y="4992688"/>
          <p14:tracePt t="13678" x="3522663" y="5006975"/>
          <p14:tracePt t="13680" x="3536950" y="5006975"/>
          <p14:tracePt t="13685" x="3536950" y="5019675"/>
          <p14:tracePt t="13688" x="3551238" y="5019675"/>
          <p14:tracePt t="13693" x="3551238" y="5033963"/>
          <p14:tracePt t="13695" x="3563938" y="5033963"/>
          <p14:tracePt t="13698" x="3578225" y="5033963"/>
          <p14:tracePt t="13701" x="3592513" y="5033963"/>
          <p14:tracePt t="13703" x="3592513" y="5048250"/>
          <p14:tracePt t="13704" x="3605213" y="5048250"/>
          <p14:tracePt t="13707" x="3619500" y="5060950"/>
          <p14:tracePt t="13711" x="3632200" y="5060950"/>
          <p14:tracePt t="13712" x="3646488" y="5060950"/>
          <p14:tracePt t="13716" x="3660775" y="5060950"/>
          <p14:tracePt t="13720" x="3673475" y="5060950"/>
          <p14:tracePt t="13731" x="3673475" y="5075238"/>
          <p14:tracePt t="13776" x="3687763" y="5075238"/>
          <p14:tracePt t="13791" x="3702050" y="5075238"/>
          <p14:tracePt t="13807" x="3714750" y="5075238"/>
          <p14:tracePt t="13892" x="3714750" y="5087938"/>
          <p14:tracePt t="13931" x="3702050" y="5087938"/>
          <p14:tracePt t="13937" x="3687763" y="5087938"/>
          <p14:tracePt t="13946" x="3673475" y="5087938"/>
          <p14:tracePt t="13953" x="3660775" y="5087938"/>
          <p14:tracePt t="13954" x="3660775" y="5075238"/>
          <p14:tracePt t="13960" x="3646488" y="5075238"/>
          <p14:tracePt t="13961" x="3632200" y="5060950"/>
          <p14:tracePt t="13963" x="3632200" y="5048250"/>
          <p14:tracePt t="13967" x="3619500" y="5033963"/>
          <p14:tracePt t="13973" x="3605213" y="5019675"/>
          <p14:tracePt t="13977" x="3605213" y="5006975"/>
          <p14:tracePt t="13981" x="3578225" y="4992688"/>
          <p14:tracePt t="13987" x="3578225" y="4978400"/>
          <p14:tracePt t="13989" x="3563938" y="4978400"/>
          <p14:tracePt t="13995" x="3563938" y="4965700"/>
          <p14:tracePt t="14000" x="3563938" y="4951413"/>
          <p14:tracePt t="14001" x="3551238" y="4937125"/>
          <p14:tracePt t="14009" x="3551238" y="4924425"/>
          <p14:tracePt t="14016" x="3551238" y="4910138"/>
          <p14:tracePt t="14023" x="3551238" y="4895850"/>
          <p14:tracePt t="14029" x="3551238" y="4883150"/>
          <p14:tracePt t="14034" x="3551238" y="4868863"/>
          <p14:tracePt t="14042" x="3551238" y="4856163"/>
          <p14:tracePt t="14046" x="3563938" y="4856163"/>
          <p14:tracePt t="14049" x="3563938" y="4841875"/>
          <p14:tracePt t="14052" x="3578225" y="4827588"/>
          <p14:tracePt t="14056" x="3592513" y="4827588"/>
          <p14:tracePt t="14060" x="3605213" y="4827588"/>
          <p14:tracePt t="14061" x="3605213" y="4814888"/>
          <p14:tracePt t="14065" x="3619500" y="4814888"/>
          <p14:tracePt t="14071" x="3632200" y="4814888"/>
          <p14:tracePt t="14072" x="3632200" y="4800600"/>
          <p14:tracePt t="14073" x="3646488" y="4800600"/>
          <p14:tracePt t="14082" x="3660775" y="4800600"/>
          <p14:tracePt t="14096" x="3673475" y="4800600"/>
          <p14:tracePt t="14111" x="3687763" y="4800600"/>
          <p14:tracePt t="14119" x="3702050" y="4800600"/>
          <p14:tracePt t="14128" x="3702050" y="4814888"/>
          <p14:tracePt t="14130" x="3714750" y="4814888"/>
          <p14:tracePt t="14136" x="3714750" y="4827588"/>
          <p14:tracePt t="14141" x="3729038" y="4841875"/>
          <p14:tracePt t="14150" x="3729038" y="4856163"/>
          <p14:tracePt t="14158" x="3743325" y="4868863"/>
          <p14:tracePt t="14164" x="3756025" y="4868863"/>
          <p14:tracePt t="14170" x="3756025" y="4883150"/>
          <p14:tracePt t="14176" x="3756025" y="4895850"/>
          <p14:tracePt t="14190" x="3756025" y="4910138"/>
          <p14:tracePt t="14198" x="3756025" y="4924425"/>
          <p14:tracePt t="14202" x="3743325" y="4924425"/>
          <p14:tracePt t="14207" x="3743325" y="4937125"/>
          <p14:tracePt t="14211" x="3729038" y="4951413"/>
          <p14:tracePt t="14218" x="3729038" y="4965700"/>
          <p14:tracePt t="14219" x="3714750" y="4965700"/>
          <p14:tracePt t="14225" x="3714750" y="4978400"/>
          <p14:tracePt t="14228" x="3702050" y="4978400"/>
          <p14:tracePt t="14229" x="3702050" y="4992688"/>
          <p14:tracePt t="14233" x="3687763" y="5006975"/>
          <p14:tracePt t="14239" x="3687763" y="5019675"/>
          <p14:tracePt t="14240" x="3673475" y="5019675"/>
          <p14:tracePt t="14244" x="3673475" y="5033963"/>
          <p14:tracePt t="14252" x="3673475" y="5060950"/>
          <p14:tracePt t="14254" x="3660775" y="5060950"/>
          <p14:tracePt t="14258" x="3660775" y="5075238"/>
          <p14:tracePt t="14261" x="3660775" y="5087938"/>
          <p14:tracePt t="14265" x="3660775" y="5102225"/>
          <p14:tracePt t="14266" x="3660775" y="5116513"/>
          <p14:tracePt t="14269" x="3660775" y="5129213"/>
          <p14:tracePt t="14272" x="3660775" y="5143500"/>
          <p14:tracePt t="14275" x="3660775" y="5170488"/>
          <p14:tracePt t="14277" x="3660775" y="5184775"/>
          <p14:tracePt t="14280" x="3660775" y="5199063"/>
          <p14:tracePt t="14282" x="3660775" y="5211763"/>
          <p14:tracePt t="14284" x="3660775" y="5226050"/>
          <p14:tracePt t="14286" x="3660775" y="5238750"/>
          <p14:tracePt t="14288" x="3660775" y="5253038"/>
          <p14:tracePt t="14288" x="3660775" y="5267325"/>
          <p14:tracePt t="14293" x="3660775" y="5280025"/>
          <p14:tracePt t="14294" x="3660775" y="5294313"/>
          <p14:tracePt t="14295" x="3660775" y="5308600"/>
          <p14:tracePt t="14298" x="3660775" y="5321300"/>
          <p14:tracePt t="14300" x="3660775" y="5349875"/>
          <p14:tracePt t="14302" x="3660775" y="5362575"/>
          <p14:tracePt t="14305" x="3660775" y="5376863"/>
          <p14:tracePt t="14307" x="3660775" y="5391150"/>
          <p14:tracePt t="14309" x="3660775" y="5403850"/>
          <p14:tracePt t="14310" x="3660775" y="5418138"/>
          <p14:tracePt t="14313" x="3673475" y="5430838"/>
          <p14:tracePt t="14316" x="3673475" y="5445125"/>
          <p14:tracePt t="14321" x="3673475" y="5459413"/>
          <p14:tracePt t="14324" x="3673475" y="5472113"/>
          <p14:tracePt t="14325" x="3687763" y="5472113"/>
          <p14:tracePt t="14328" x="3687763" y="5486400"/>
          <p14:tracePt t="14331" x="3687763" y="5500688"/>
          <p14:tracePt t="14339" x="3702050" y="5513388"/>
          <p14:tracePt t="14353" x="3702050" y="5527675"/>
          <p14:tracePt t="14369" x="3702050" y="5541963"/>
          <p14:tracePt t="14372" x="3702050" y="5554663"/>
          <p14:tracePt t="14380" x="3702050" y="5568950"/>
          <p14:tracePt t="14389" x="3702050" y="5581650"/>
          <p14:tracePt t="14394" x="3702050" y="5595938"/>
          <p14:tracePt t="14397" x="3702050" y="5610225"/>
          <p14:tracePt t="14404" x="3702050" y="5622925"/>
          <p14:tracePt t="14412" x="3702050" y="5637213"/>
          <p14:tracePt t="14419" x="3702050" y="5651500"/>
          <p14:tracePt t="14425" x="3702050" y="5664200"/>
          <p14:tracePt t="14432" x="3702050" y="5678488"/>
          <p14:tracePt t="14438" x="3702050" y="5692775"/>
          <p14:tracePt t="14444" x="3702050" y="5705475"/>
          <p14:tracePt t="14449" x="3702050" y="5719763"/>
          <p14:tracePt t="14457" x="3702050" y="5734050"/>
          <p14:tracePt t="14470" x="3702050" y="5746750"/>
          <p14:tracePt t="14478" x="3687763" y="5746750"/>
          <p14:tracePt t="14491" x="3673475" y="5746750"/>
          <p14:tracePt t="14498" x="3660775" y="5746750"/>
          <p14:tracePt t="14505" x="3646488" y="5746750"/>
          <p14:tracePt t="14508" x="3632200" y="5761038"/>
          <p14:tracePt t="14516" x="3619500" y="5761038"/>
          <p14:tracePt t="14523" x="3605213" y="5761038"/>
          <p14:tracePt t="14532" x="3592513" y="5761038"/>
          <p14:tracePt t="14535" x="3578225" y="5761038"/>
          <p14:tracePt t="14550" x="3563938" y="5761038"/>
          <p14:tracePt t="14569" x="3551238" y="5761038"/>
          <p14:tracePt t="14580" x="3536950" y="5761038"/>
          <p14:tracePt t="14584" x="3536950" y="5746750"/>
          <p14:tracePt t="14586" x="3522663" y="5746750"/>
          <p14:tracePt t="14592" x="3522663" y="5734050"/>
          <p14:tracePt t="14594" x="3509963" y="5734050"/>
          <p14:tracePt t="14597" x="3509963" y="5719763"/>
          <p14:tracePt t="14600" x="3509963" y="5705475"/>
          <p14:tracePt t="14604" x="3495675" y="5705475"/>
          <p14:tracePt t="14606" x="3495675" y="5692775"/>
          <p14:tracePt t="14609" x="3495675" y="5678488"/>
          <p14:tracePt t="14612" x="3481388" y="5678488"/>
          <p14:tracePt t="14614" x="3481388" y="5664200"/>
          <p14:tracePt t="14616" x="3481388" y="5651500"/>
          <p14:tracePt t="14620" x="3481388" y="5637213"/>
          <p14:tracePt t="14621" x="3468688" y="5637213"/>
          <p14:tracePt t="14624" x="3468688" y="5622925"/>
          <p14:tracePt t="14627" x="3468688" y="5610225"/>
          <p14:tracePt t="14629" x="3468688" y="5595938"/>
          <p14:tracePt t="14630" x="3454400" y="5595938"/>
          <p14:tracePt t="14632" x="3454400" y="5581650"/>
          <p14:tracePt t="14635" x="3454400" y="5568950"/>
          <p14:tracePt t="14640" x="3454400" y="5554663"/>
          <p14:tracePt t="14640" x="3454400" y="5541963"/>
          <p14:tracePt t="14650" x="3468688" y="5527675"/>
          <p14:tracePt t="14656" x="3481388" y="5527675"/>
          <p14:tracePt t="14663" x="3495675" y="5527675"/>
          <p14:tracePt t="14668" x="3509963" y="5513388"/>
          <p14:tracePt t="14672" x="3522663" y="5513388"/>
          <p14:tracePt t="14676" x="3536950" y="5513388"/>
          <p14:tracePt t="14682" x="3551238" y="5513388"/>
          <p14:tracePt t="14684" x="3563938" y="5513388"/>
          <p14:tracePt t="14686" x="3578225" y="5513388"/>
          <p14:tracePt t="14689" x="3592513" y="5513388"/>
          <p14:tracePt t="14691" x="3592513" y="5527675"/>
          <p14:tracePt t="14693" x="3605213" y="5527675"/>
          <p14:tracePt t="14696" x="3619500" y="5527675"/>
          <p14:tracePt t="14698" x="3632200" y="5541963"/>
          <p14:tracePt t="14701" x="3646488" y="5554663"/>
          <p14:tracePt t="14706" x="3660775" y="5554663"/>
          <p14:tracePt t="14709" x="3673475" y="5568950"/>
          <p14:tracePt t="14712" x="3687763" y="5568950"/>
          <p14:tracePt t="14715" x="3687763" y="5581650"/>
          <p14:tracePt t="14718" x="3702050" y="5581650"/>
          <p14:tracePt t="14726" x="3714750" y="5581650"/>
          <p14:tracePt t="14730" x="3714750" y="5595938"/>
          <p14:tracePt t="14740" x="3714750" y="5610225"/>
          <p14:tracePt t="14758" x="3714750" y="5622925"/>
          <p14:tracePt t="14770" x="3714750" y="5637213"/>
          <p14:tracePt t="14778" x="3714750" y="5651500"/>
          <p14:tracePt t="14782" x="3714750" y="5664200"/>
          <p14:tracePt t="14785" x="3702050" y="5664200"/>
          <p14:tracePt t="14790" x="3702050" y="5678488"/>
          <p14:tracePt t="14791" x="3687763" y="5678488"/>
          <p14:tracePt t="14794" x="3673475" y="5678488"/>
          <p14:tracePt t="14800" x="3660775" y="5678488"/>
          <p14:tracePt t="14801" x="3660775" y="5692775"/>
          <p14:tracePt t="14805" x="3646488" y="5692775"/>
          <p14:tracePt t="14809" x="3632200" y="5692775"/>
          <p14:tracePt t="14812" x="3619500" y="5692775"/>
          <p14:tracePt t="14816" x="3605213" y="5692775"/>
          <p14:tracePt t="14823" x="3592513" y="5692775"/>
          <p14:tracePt t="14834" x="3578225" y="5692775"/>
          <p14:tracePt t="14838" x="3563938" y="5692775"/>
          <p14:tracePt t="14845" x="3563938" y="5678488"/>
          <p14:tracePt t="14848" x="3551238" y="5678488"/>
          <p14:tracePt t="14850" x="3551238" y="5664200"/>
          <p14:tracePt t="14852" x="3551238" y="5651500"/>
          <p14:tracePt t="14856" x="3551238" y="5637213"/>
          <p14:tracePt t="14859" x="3551238" y="5610225"/>
          <p14:tracePt t="14862" x="3536950" y="5595938"/>
          <p14:tracePt t="14865" x="3536950" y="5581650"/>
          <p14:tracePt t="14867" x="3536950" y="5568950"/>
          <p14:tracePt t="14869" x="3536950" y="5554663"/>
          <p14:tracePt t="14871" x="3536950" y="5541963"/>
          <p14:tracePt t="14872" x="3522663" y="5541963"/>
          <p14:tracePt t="14873" x="3522663" y="5527675"/>
          <p14:tracePt t="14874" x="3522663" y="5513388"/>
          <p14:tracePt t="14875" x="3522663" y="5500688"/>
          <p14:tracePt t="14877" x="3522663" y="5486400"/>
          <p14:tracePt t="14878" x="3522663" y="5472113"/>
          <p14:tracePt t="14880" x="3522663" y="5459413"/>
          <p14:tracePt t="14880" x="3522663" y="5445125"/>
          <p14:tracePt t="14883" x="3522663" y="5430838"/>
          <p14:tracePt t="14884" x="3522663" y="5418138"/>
          <p14:tracePt t="14884" x="3522663" y="5403850"/>
          <p14:tracePt t="14885" x="3522663" y="5391150"/>
          <p14:tracePt t="14888" x="3522663" y="5376863"/>
          <p14:tracePt t="14889" x="3522663" y="5362575"/>
          <p14:tracePt t="14890" x="3522663" y="5349875"/>
          <p14:tracePt t="14891" x="3522663" y="5335588"/>
          <p14:tracePt t="14892" x="3522663" y="5321300"/>
          <p14:tracePt t="14894" x="3522663" y="5308600"/>
          <p14:tracePt t="14897" x="3522663" y="5280025"/>
          <p14:tracePt t="14900" x="3522663" y="5253038"/>
          <p14:tracePt t="14903" x="3522663" y="5238750"/>
          <p14:tracePt t="14904" x="3522663" y="5226050"/>
          <p14:tracePt t="14906" x="3522663" y="5211763"/>
          <p14:tracePt t="14911" x="3522663" y="5184775"/>
          <p14:tracePt t="14915" x="3522663" y="5170488"/>
          <p14:tracePt t="14917" x="3522663" y="5157788"/>
          <p14:tracePt t="14919" x="3522663" y="5143500"/>
          <p14:tracePt t="14924" x="3522663" y="5129213"/>
          <p14:tracePt t="14927" x="3522663" y="5116513"/>
          <p14:tracePt t="14931" x="3522663" y="5102225"/>
          <p14:tracePt t="14934" x="3522663" y="5087938"/>
          <p14:tracePt t="14940" x="3522663" y="5075238"/>
          <p14:tracePt t="14948" x="3522663" y="5060950"/>
          <p14:tracePt t="14958" x="3522663" y="5048250"/>
          <p14:tracePt t="14960" x="3522663" y="5033963"/>
          <p14:tracePt t="14966" x="3522663" y="5019675"/>
          <p14:tracePt t="14972" x="3522663" y="5006975"/>
          <p14:tracePt t="14976" x="3522663" y="4992688"/>
          <p14:tracePt t="14980" x="3522663" y="4978400"/>
          <p14:tracePt t="14982" x="3522663" y="4965700"/>
          <p14:tracePt t="14982" x="3509963" y="4965700"/>
          <p14:tracePt t="14986" x="3509963" y="4951413"/>
          <p14:tracePt t="14988" x="3509963" y="4937125"/>
          <p14:tracePt t="14994" x="3495675" y="4924425"/>
          <p14:tracePt t="14996" x="3495675" y="4910138"/>
          <p14:tracePt t="15001" x="3481388" y="4895850"/>
          <p14:tracePt t="15003" x="3481388" y="4883150"/>
          <p14:tracePt t="15006" x="3468688" y="4868863"/>
          <p14:tracePt t="15008" x="3468688" y="4856163"/>
          <p14:tracePt t="15008" x="3454400" y="4856163"/>
          <p14:tracePt t="15010" x="3454400" y="4841875"/>
          <p14:tracePt t="15012" x="3441700" y="4841875"/>
          <p14:tracePt t="15014" x="3441700" y="4827588"/>
          <p14:tracePt t="15017" x="3413125" y="4827588"/>
          <p14:tracePt t="15017" x="3413125" y="4814888"/>
          <p14:tracePt t="15019" x="3413125" y="4800600"/>
          <p14:tracePt t="15022" x="3400425" y="4800600"/>
          <p14:tracePt t="15026" x="3386138" y="4786313"/>
          <p14:tracePt t="15030" x="3371850" y="4786313"/>
          <p14:tracePt t="15033" x="3359150" y="4786313"/>
          <p14:tracePt t="15034" x="3359150" y="4773613"/>
          <p14:tracePt t="15040" x="3344863" y="4773613"/>
          <p14:tracePt t="15048" x="3330575" y="4773613"/>
          <p14:tracePt t="15056" x="3330575" y="4759325"/>
          <p14:tracePt t="15075" x="3330575" y="4745038"/>
          <p14:tracePt t="15080" x="3317875" y="4745038"/>
          <p14:tracePt t="15089" x="3303588" y="4745038"/>
          <p14:tracePt t="15101" x="3303588" y="4732338"/>
          <p14:tracePt t="15108" x="3290888" y="4732338"/>
          <p14:tracePt t="15191" x="3276600" y="4732338"/>
          <p14:tracePt t="15221" x="3276600" y="4718050"/>
          <p14:tracePt t="15277" x="3262313" y="4718050"/>
          <p14:tracePt t="15300" x="3262313" y="4691063"/>
          <p14:tracePt t="15308" x="3249613" y="4691063"/>
          <p14:tracePt t="15346" x="3235325" y="4691063"/>
          <p14:tracePt t="15369" x="3221038" y="4691063"/>
          <p14:tracePt t="15373" x="3208338" y="4691063"/>
          <p14:tracePt t="15377" x="3194050" y="4691063"/>
          <p14:tracePt t="15378" x="3179763" y="4691063"/>
          <p14:tracePt t="15381" x="3167063" y="4691063"/>
          <p14:tracePt t="15383" x="3152775" y="4691063"/>
          <p14:tracePt t="15386" x="3140075" y="4691063"/>
          <p14:tracePt t="15387" x="3125788" y="4691063"/>
          <p14:tracePt t="15390" x="3111500" y="4691063"/>
          <p14:tracePt t="15392" x="3098800" y="4691063"/>
          <p14:tracePt t="15392" x="3084513" y="4691063"/>
          <p14:tracePt t="15394" x="3070225" y="4691063"/>
          <p14:tracePt t="15398" x="3057525" y="4691063"/>
          <p14:tracePt t="15400" x="3043238" y="4691063"/>
          <p14:tracePt t="15401" x="3028950" y="4691063"/>
          <p14:tracePt t="15404" x="3016250" y="4691063"/>
          <p14:tracePt t="15406" x="3001963" y="4691063"/>
          <p14:tracePt t="15409" x="2989263" y="4691063"/>
          <p14:tracePt t="15411" x="2974975" y="4691063"/>
          <p14:tracePt t="15414" x="2960688" y="4691063"/>
          <p14:tracePt t="15417" x="2947988" y="4691063"/>
          <p14:tracePt t="15419" x="2947988" y="4705350"/>
          <p14:tracePt t="15419" x="2933700" y="4705350"/>
          <p14:tracePt t="15420" x="2919413" y="4705350"/>
          <p14:tracePt t="15426" x="2906713" y="4705350"/>
          <p14:tracePt t="15430" x="2892425" y="4705350"/>
          <p14:tracePt t="15438" x="2878138" y="4705350"/>
          <p14:tracePt t="15553" x="2892425" y="4705350"/>
          <p14:tracePt t="15556" x="2906713" y="4705350"/>
          <p14:tracePt t="15559" x="2933700" y="4705350"/>
          <p14:tracePt t="15562" x="2947988" y="4705350"/>
          <p14:tracePt t="15564" x="2960688" y="4705350"/>
          <p14:tracePt t="15566" x="2974975" y="4705350"/>
          <p14:tracePt t="15568" x="2989263" y="4705350"/>
          <p14:tracePt t="15570" x="3016250" y="4705350"/>
          <p14:tracePt t="15572" x="3028950" y="4705350"/>
          <p14:tracePt t="15574" x="3043238" y="4705350"/>
          <p14:tracePt t="15576" x="3070225" y="4705350"/>
          <p14:tracePt t="15578" x="3084513" y="4705350"/>
          <p14:tracePt t="15580" x="3098800" y="4705350"/>
          <p14:tracePt t="15581" x="3111500" y="4705350"/>
          <p14:tracePt t="15583" x="3125788" y="4705350"/>
          <p14:tracePt t="15585" x="3140075" y="4705350"/>
          <p14:tracePt t="15587" x="3167063" y="4705350"/>
          <p14:tracePt t="15590" x="3194050" y="4705350"/>
          <p14:tracePt t="15592" x="3208338" y="4705350"/>
          <p14:tracePt t="15594" x="3221038" y="4705350"/>
          <p14:tracePt t="15595" x="3235325" y="4705350"/>
          <p14:tracePt t="15596" x="3249613" y="4691063"/>
          <p14:tracePt t="15598" x="3262313" y="4691063"/>
          <p14:tracePt t="15600" x="3276600" y="4691063"/>
          <p14:tracePt t="15602" x="3303588" y="4691063"/>
          <p14:tracePt t="15605" x="3317875" y="4691063"/>
          <p14:tracePt t="15607" x="3330575" y="4691063"/>
          <p14:tracePt t="15609" x="3344863" y="4691063"/>
          <p14:tracePt t="15610" x="3359150" y="4691063"/>
          <p14:tracePt t="15614" x="3371850" y="4691063"/>
          <p14:tracePt t="15629" x="3386138" y="4691063"/>
          <p14:tracePt t="15687" x="3371850" y="4691063"/>
          <p14:tracePt t="15692" x="3359150" y="4691063"/>
          <p14:tracePt t="15694" x="3344863" y="4691063"/>
          <p14:tracePt t="15697" x="3330575" y="4691063"/>
          <p14:tracePt t="15699" x="3317875" y="4691063"/>
          <p14:tracePt t="15702" x="3303588" y="4691063"/>
          <p14:tracePt t="15703" x="3290888" y="4691063"/>
          <p14:tracePt t="15704" x="3276600" y="4691063"/>
          <p14:tracePt t="15707" x="3262313" y="4691063"/>
          <p14:tracePt t="15708" x="3249613" y="4691063"/>
          <p14:tracePt t="15710" x="3235325" y="4691063"/>
          <p14:tracePt t="15712" x="3221038" y="4691063"/>
          <p14:tracePt t="15713" x="3208338" y="4691063"/>
          <p14:tracePt t="15715" x="3194050" y="4691063"/>
          <p14:tracePt t="15717" x="3167063" y="4691063"/>
          <p14:tracePt t="15719" x="3152775" y="4691063"/>
          <p14:tracePt t="15720" x="3140075" y="4691063"/>
          <p14:tracePt t="15722" x="3125788" y="4691063"/>
          <p14:tracePt t="15723" x="3111500" y="4691063"/>
          <p14:tracePt t="15725" x="3084513" y="4691063"/>
          <p14:tracePt t="15727" x="3070225" y="4691063"/>
          <p14:tracePt t="15728" x="3057525" y="4691063"/>
          <p14:tracePt t="15730" x="3043238" y="4691063"/>
          <p14:tracePt t="15732" x="3028950" y="4691063"/>
          <p14:tracePt t="15734" x="3016250" y="4691063"/>
          <p14:tracePt t="15735" x="3001963" y="4691063"/>
          <p14:tracePt t="15738" x="2989263" y="4691063"/>
          <p14:tracePt t="15741" x="2974975" y="4691063"/>
          <p14:tracePt t="15746" x="2960688" y="4691063"/>
          <p14:tracePt t="15761" x="2947988" y="4691063"/>
          <p14:tracePt t="15845" x="2960688" y="4691063"/>
          <p14:tracePt t="15849" x="2974975" y="4691063"/>
          <p14:tracePt t="15853" x="2989263" y="4691063"/>
          <p14:tracePt t="15856" x="3016250" y="4691063"/>
          <p14:tracePt t="15858" x="3028950" y="4691063"/>
          <p14:tracePt t="15862" x="3057525" y="4691063"/>
          <p14:tracePt t="15864" x="3070225" y="4691063"/>
          <p14:tracePt t="15864" x="3084513" y="4691063"/>
          <p14:tracePt t="15867" x="3098800" y="4691063"/>
          <p14:tracePt t="15869" x="3111500" y="4691063"/>
          <p14:tracePt t="15871" x="3125788" y="4691063"/>
          <p14:tracePt t="15873" x="3140075" y="4691063"/>
          <p14:tracePt t="15873" x="3152775" y="4691063"/>
          <p14:tracePt t="15876" x="3167063" y="4691063"/>
          <p14:tracePt t="15878" x="3194050" y="4691063"/>
          <p14:tracePt t="15879" x="3208338" y="4691063"/>
          <p14:tracePt t="15883" x="3221038" y="4691063"/>
          <p14:tracePt t="15885" x="3235325" y="4691063"/>
          <p14:tracePt t="15888" x="3249613" y="4691063"/>
          <p14:tracePt t="15890" x="3262313" y="4691063"/>
          <p14:tracePt t="15893" x="3276600" y="4691063"/>
          <p14:tracePt t="15903" x="3290888" y="4691063"/>
          <p14:tracePt t="15969" x="3276600" y="4691063"/>
          <p14:tracePt t="15971" x="3262313" y="4691063"/>
          <p14:tracePt t="15975" x="3249613" y="4691063"/>
          <p14:tracePt t="15977" x="3235325" y="4691063"/>
          <p14:tracePt t="15981" x="3208338" y="4691063"/>
          <p14:tracePt t="15983" x="3194050" y="4691063"/>
          <p14:tracePt t="15984" x="3179763" y="4691063"/>
          <p14:tracePt t="15988" x="3167063" y="4691063"/>
          <p14:tracePt t="15989" x="3152775" y="4691063"/>
          <p14:tracePt t="15994" x="3140075" y="4691063"/>
          <p14:tracePt t="16001" x="3125788" y="4691063"/>
          <p14:tracePt t="16195" x="3140075" y="4691063"/>
          <p14:tracePt t="16495" x="3152775" y="4691063"/>
          <p14:tracePt t="16519" x="3167063" y="4691063"/>
          <p14:tracePt t="16542" x="3167063" y="4705350"/>
          <p14:tracePt t="16733" x="3152775" y="4705350"/>
          <p14:tracePt t="16737" x="3140075" y="4705350"/>
          <p14:tracePt t="16743" x="3125788" y="4705350"/>
          <p14:tracePt t="16748" x="3111500" y="4705350"/>
          <p14:tracePt t="16752" x="3098800" y="4705350"/>
          <p14:tracePt t="16756" x="3098800" y="4691063"/>
          <p14:tracePt t="16761" x="3084513" y="4691063"/>
          <p14:tracePt t="16768" x="3070225" y="4691063"/>
          <p14:tracePt t="16770" x="3070225" y="4676775"/>
          <p14:tracePt t="16772" x="3057525" y="4676775"/>
          <p14:tracePt t="16780" x="3057525" y="4664075"/>
          <p14:tracePt t="16787" x="3043238" y="4649788"/>
          <p14:tracePt t="16795" x="3043238" y="4635500"/>
          <p14:tracePt t="16801" x="3043238" y="4622800"/>
          <p14:tracePt t="16803" x="3043238" y="4608513"/>
          <p14:tracePt t="16809" x="3043238" y="4594225"/>
          <p14:tracePt t="16812" x="3043238" y="4581525"/>
          <p14:tracePt t="16818" x="3043238" y="4567238"/>
          <p14:tracePt t="16819" x="3043238" y="4552950"/>
          <p14:tracePt t="16822" x="3057525" y="4552950"/>
          <p14:tracePt t="16825" x="3070225" y="4540250"/>
          <p14:tracePt t="16830" x="3070225" y="4525963"/>
          <p14:tracePt t="16831" x="3084513" y="4525963"/>
          <p14:tracePt t="16839" x="3098800" y="4525963"/>
          <p14:tracePt t="16842" x="3098800" y="4513263"/>
          <p14:tracePt t="16858" x="3111500" y="4513263"/>
          <p14:tracePt t="16862" x="3125788" y="4513263"/>
          <p14:tracePt t="16868" x="3140075" y="4513263"/>
          <p14:tracePt t="16874" x="3152775" y="4513263"/>
          <p14:tracePt t="16879" x="3167063" y="4513263"/>
          <p14:tracePt t="16884" x="3179763" y="4513263"/>
          <p14:tracePt t="16886" x="3179763" y="4525963"/>
          <p14:tracePt t="16889" x="3194050" y="4525963"/>
          <p14:tracePt t="16897" x="3208338" y="4540250"/>
          <p14:tracePt t="16904" x="3208338" y="4552950"/>
          <p14:tracePt t="16905" x="3221038" y="4552950"/>
          <p14:tracePt t="16907" x="3221038" y="4567238"/>
          <p14:tracePt t="16911" x="3235325" y="4567238"/>
          <p14:tracePt t="16915" x="3235325" y="4581525"/>
          <p14:tracePt t="16920" x="3235325" y="4594225"/>
          <p14:tracePt t="16925" x="3249613" y="4608513"/>
          <p14:tracePt t="16929" x="3249613" y="4622800"/>
          <p14:tracePt t="16934" x="3249613" y="4635500"/>
          <p14:tracePt t="16941" x="3249613" y="4649788"/>
          <p14:tracePt t="16943" x="3262313" y="4649788"/>
          <p14:tracePt t="16949" x="3262313" y="4664075"/>
          <p14:tracePt t="16951" x="3262313" y="4676775"/>
          <p14:tracePt t="16957" x="3262313" y="4691063"/>
          <p14:tracePt t="16967" x="3262313" y="4705350"/>
          <p14:tracePt t="16970" x="3249613" y="4705350"/>
          <p14:tracePt t="16974" x="3235325" y="4718050"/>
          <p14:tracePt t="16976" x="3221038" y="4718050"/>
          <p14:tracePt t="16977" x="3221038" y="4732338"/>
          <p14:tracePt t="16978" x="3208338" y="4732338"/>
          <p14:tracePt t="16983" x="3194050" y="4732338"/>
          <p14:tracePt t="16984" x="3179763" y="4732338"/>
          <p14:tracePt t="16985" x="3179763" y="4745038"/>
          <p14:tracePt t="16986" x="3167063" y="4745038"/>
          <p14:tracePt t="16990" x="3152775" y="4745038"/>
          <p14:tracePt t="16994" x="3125788" y="4759325"/>
          <p14:tracePt t="16997" x="3111500" y="4759325"/>
          <p14:tracePt t="17001" x="3098800" y="4759325"/>
          <p14:tracePt t="17004" x="3084513" y="4759325"/>
          <p14:tracePt t="17008" x="3070225" y="4773613"/>
          <p14:tracePt t="17015" x="3057525" y="4773613"/>
          <p14:tracePt t="17026" x="3043238" y="4773613"/>
          <p14:tracePt t="17029" x="3028950" y="4773613"/>
          <p14:tracePt t="17048" x="3016250" y="4759325"/>
          <p14:tracePt t="17056" x="3016250" y="4745038"/>
          <p14:tracePt t="17063" x="3016250" y="4732338"/>
          <p14:tracePt t="17067" x="3016250" y="4718050"/>
          <p14:tracePt t="17069" x="3028950" y="4718050"/>
          <p14:tracePt t="17073" x="3028950" y="4705350"/>
          <p14:tracePt t="17075" x="3043238" y="4705350"/>
          <p14:tracePt t="17081" x="3057525" y="4691063"/>
          <p14:tracePt t="17086" x="3070225" y="4691063"/>
          <p14:tracePt t="17090" x="3084513" y="4691063"/>
          <p14:tracePt t="17095" x="3098800" y="4691063"/>
          <p14:tracePt t="17099" x="3098800" y="4676775"/>
          <p14:tracePt t="17100" x="3111500" y="4676775"/>
          <p14:tracePt t="17105" x="3140075" y="4676775"/>
          <p14:tracePt t="17109" x="3152775" y="4676775"/>
          <p14:tracePt t="17112" x="3167063" y="4676775"/>
          <p14:tracePt t="17116" x="3179763" y="4676775"/>
          <p14:tracePt t="17118" x="3194050" y="4676775"/>
          <p14:tracePt t="17120" x="3208338" y="4676775"/>
          <p14:tracePt t="17124" x="3221038" y="4676775"/>
          <p14:tracePt t="17127" x="3249613" y="4676775"/>
          <p14:tracePt t="17131" x="3262313" y="4676775"/>
          <p14:tracePt t="17134" x="3276600" y="4691063"/>
          <p14:tracePt t="17137" x="3290888" y="4691063"/>
          <p14:tracePt t="17138" x="3303588" y="4691063"/>
          <p14:tracePt t="17141" x="3317875" y="4691063"/>
          <p14:tracePt t="17144" x="3330575" y="4691063"/>
          <p14:tracePt t="17145" x="3330575" y="4705350"/>
          <p14:tracePt t="17147" x="3344863" y="4705350"/>
          <p14:tracePt t="17147" x="3359150" y="4705350"/>
          <p14:tracePt t="17152" x="3371850" y="4705350"/>
          <p14:tracePt t="17155" x="3386138" y="4718050"/>
          <p14:tracePt t="17158" x="3400425" y="4732338"/>
          <p14:tracePt t="17161" x="3413125" y="4732338"/>
          <p14:tracePt t="17164" x="3427413" y="4732338"/>
          <p14:tracePt t="17169" x="3441700" y="4732338"/>
          <p14:tracePt t="17172" x="3454400" y="4745038"/>
          <p14:tracePt t="17177" x="3468688" y="4745038"/>
          <p14:tracePt t="17182" x="3468688" y="4759325"/>
          <p14:tracePt t="17184" x="3481388" y="4759325"/>
          <p14:tracePt t="17189" x="3481388" y="4773613"/>
          <p14:tracePt t="17196" x="3481388" y="4786313"/>
          <p14:tracePt t="17200" x="3495675" y="4786313"/>
          <p14:tracePt t="17220" x="3495675" y="4800600"/>
          <p14:tracePt t="17236" x="3495675" y="4814888"/>
          <p14:tracePt t="17245" x="3509963" y="4814888"/>
          <p14:tracePt t="17265" x="3509963" y="4827588"/>
          <p14:tracePt t="17371" x="3522663" y="4827588"/>
          <p14:tracePt t="17383" x="3522663" y="4841875"/>
          <p14:tracePt t="17386" x="3536950" y="4841875"/>
          <p14:tracePt t="17392" x="3551238" y="4856163"/>
          <p14:tracePt t="17399" x="3563938" y="4856163"/>
          <p14:tracePt t="17403" x="3578225" y="4868863"/>
          <p14:tracePt t="17411" x="3592513" y="4868863"/>
          <p14:tracePt t="17413" x="3592513" y="4883150"/>
          <p14:tracePt t="17418" x="3619500" y="4895850"/>
          <p14:tracePt t="17424" x="3632200" y="4895850"/>
          <p14:tracePt t="17426" x="3632200" y="4910138"/>
          <p14:tracePt t="17432" x="3646488" y="4910138"/>
          <p14:tracePt t="17436" x="3673475" y="4924425"/>
          <p14:tracePt t="17439" x="3673475" y="4937125"/>
          <p14:tracePt t="17442" x="3687763" y="4937125"/>
          <p14:tracePt t="17445" x="3687763" y="4951413"/>
          <p14:tracePt t="17447" x="3702050" y="4951413"/>
          <p14:tracePt t="17450" x="3714750" y="4951413"/>
          <p14:tracePt t="17453" x="3714750" y="4965700"/>
          <p14:tracePt t="17460" x="3729038" y="4965700"/>
          <p14:tracePt t="17465" x="3729038" y="4978400"/>
          <p14:tracePt t="17478" x="3729038" y="4992688"/>
          <p14:tracePt t="17499" x="3743325" y="4992688"/>
          <p14:tracePt t="17509" x="3743325" y="5006975"/>
          <p14:tracePt t="17530" x="3743325" y="5019675"/>
          <p14:tracePt t="17549" x="3743325" y="5033963"/>
          <p14:tracePt t="17561" x="3743325" y="5048250"/>
          <p14:tracePt t="17567" x="3743325" y="5060950"/>
          <p14:tracePt t="17587" x="3729038" y="5075238"/>
          <p14:tracePt t="17601" x="3714750" y="5075238"/>
          <p14:tracePt t="17605" x="3702050" y="5075238"/>
          <p14:tracePt t="17612" x="3687763" y="5075238"/>
          <p14:tracePt t="17616" x="3660775" y="5075238"/>
          <p14:tracePt t="17621" x="3646488" y="5075238"/>
          <p14:tracePt t="17626" x="3632200" y="5075238"/>
          <p14:tracePt t="17630" x="3619500" y="5060950"/>
          <p14:tracePt t="17635" x="3605213" y="5048250"/>
          <p14:tracePt t="17641" x="3592513" y="5048250"/>
          <p14:tracePt t="17644" x="3592513" y="5033963"/>
          <p14:tracePt t="17648" x="3578225" y="5033963"/>
          <p14:tracePt t="17654" x="3578225" y="5019675"/>
          <p14:tracePt t="17657" x="3563938" y="5019675"/>
          <p14:tracePt t="17666" x="3563938" y="5006975"/>
          <p14:tracePt t="17670" x="3551238" y="5006975"/>
          <p14:tracePt t="17674" x="3536950" y="5006975"/>
          <p14:tracePt t="17680" x="3536950" y="4992688"/>
          <p14:tracePt t="17687" x="3522663" y="4978400"/>
          <p14:tracePt t="17697" x="3522663" y="4965700"/>
          <p14:tracePt t="17711" x="3522663" y="4951413"/>
          <p14:tracePt t="17721" x="3522663" y="4937125"/>
          <p14:tracePt t="17725" x="3509963" y="4937125"/>
          <p14:tracePt t="17728" x="3509963" y="4924425"/>
          <p14:tracePt t="17736" x="3509963" y="4910138"/>
          <p14:tracePt t="17743" x="3509963" y="4895850"/>
          <p14:tracePt t="17747" x="3522663" y="4895850"/>
          <p14:tracePt t="17749" x="3522663" y="4883150"/>
          <p14:tracePt t="17752" x="3536950" y="4883150"/>
          <p14:tracePt t="17755" x="3551238" y="4868863"/>
          <p14:tracePt t="17761" x="3563938" y="4868863"/>
          <p14:tracePt t="17765" x="3563938" y="4856163"/>
          <p14:tracePt t="17768" x="3578225" y="4856163"/>
          <p14:tracePt t="17777" x="3592513" y="4856163"/>
          <p14:tracePt t="17782" x="3605213" y="4856163"/>
          <p14:tracePt t="17786" x="3619500" y="4856163"/>
          <p14:tracePt t="17790" x="3632200" y="4856163"/>
          <p14:tracePt t="17793" x="3646488" y="4856163"/>
          <p14:tracePt t="17797" x="3660775" y="4856163"/>
          <p14:tracePt t="17801" x="3673475" y="4856163"/>
          <p14:tracePt t="17807" x="3687763" y="4856163"/>
          <p14:tracePt t="17817" x="3702050" y="4856163"/>
          <p14:tracePt t="17821" x="3714750" y="4856163"/>
          <p14:tracePt t="17832" x="3729038" y="4856163"/>
          <p14:tracePt t="17836" x="3729038" y="4868863"/>
          <p14:tracePt t="17845" x="3729038" y="4883150"/>
          <p14:tracePt t="17848" x="3743325" y="4883150"/>
          <p14:tracePt t="17855" x="3743325" y="4895850"/>
          <p14:tracePt t="17860" x="3756025" y="4910138"/>
          <p14:tracePt t="17868" x="3756025" y="4924425"/>
          <p14:tracePt t="17870" x="3756025" y="4937125"/>
          <p14:tracePt t="17872" x="3770313" y="4937125"/>
          <p14:tracePt t="17877" x="3770313" y="4951413"/>
          <p14:tracePt t="17886" x="3770313" y="4965700"/>
          <p14:tracePt t="17893" x="3770313" y="4978400"/>
          <p14:tracePt t="17897" x="3770313" y="4992688"/>
          <p14:tracePt t="17901" x="3756025" y="4992688"/>
          <p14:tracePt t="17904" x="3756025" y="5006975"/>
          <p14:tracePt t="17907" x="3743325" y="5006975"/>
          <p14:tracePt t="17911" x="3743325" y="5019675"/>
          <p14:tracePt t="17913" x="3729038" y="5019675"/>
          <p14:tracePt t="17916" x="3714750" y="5019675"/>
          <p14:tracePt t="17921" x="3714750" y="5033963"/>
          <p14:tracePt t="17922" x="3702050" y="5033963"/>
          <p14:tracePt t="17929" x="3687763" y="5033963"/>
          <p14:tracePt t="17935" x="3687763" y="5048250"/>
          <p14:tracePt t="17936" x="3673475" y="5048250"/>
          <p14:tracePt t="17945" x="3660775" y="5048250"/>
          <p14:tracePt t="17953" x="3646488" y="5048250"/>
          <p14:tracePt t="17960" x="3632200" y="5048250"/>
          <p14:tracePt t="17966" x="3619500" y="5048250"/>
          <p14:tracePt t="17969" x="3605213" y="5048250"/>
          <p14:tracePt t="17975" x="3592513" y="5048250"/>
          <p14:tracePt t="17989" x="3578225" y="5048250"/>
          <p14:tracePt t="18001" x="3563938" y="5048250"/>
          <p14:tracePt t="18018" x="3563938" y="5033963"/>
          <p14:tracePt t="18022" x="3551238" y="5033963"/>
          <p14:tracePt t="18031" x="3536950" y="5019675"/>
          <p14:tracePt t="18042" x="3536950" y="5006975"/>
          <p14:tracePt t="18059" x="3536950" y="4992688"/>
          <p14:tracePt t="18077" x="3522663" y="4992688"/>
          <p14:tracePt t="18208" x="3536950" y="4992688"/>
          <p14:tracePt t="18213" x="3551238" y="4992688"/>
          <p14:tracePt t="18226" x="3563938" y="4992688"/>
          <p14:tracePt t="18236" x="3578225" y="5006975"/>
          <p14:tracePt t="18249" x="3592513" y="5006975"/>
          <p14:tracePt t="18262" x="3605213" y="5006975"/>
          <p14:tracePt t="18272" x="3605213" y="5019675"/>
          <p14:tracePt t="18285" x="3619500" y="5019675"/>
          <p14:tracePt t="18992" x="3619500" y="5033963"/>
          <p14:tracePt t="18998" x="3632200" y="5033963"/>
          <p14:tracePt t="19002" x="3646488" y="5033963"/>
          <p14:tracePt t="19003" x="3660775" y="5033963"/>
          <p14:tracePt t="19005" x="3660775" y="5048250"/>
          <p14:tracePt t="19006" x="3673475" y="5048250"/>
          <p14:tracePt t="19011" x="3687763" y="5048250"/>
          <p14:tracePt t="19013" x="3702050" y="5060950"/>
          <p14:tracePt t="19015" x="3714750" y="5060950"/>
          <p14:tracePt t="19017" x="3729038" y="5060950"/>
          <p14:tracePt t="19020" x="3743325" y="5060950"/>
          <p14:tracePt t="19023" x="3743325" y="5075238"/>
          <p14:tracePt t="19025" x="3770313" y="5075238"/>
          <p14:tracePt t="19031" x="3783013" y="5075238"/>
          <p14:tracePt t="19041" x="3797300" y="5075238"/>
          <p14:tracePt t="19047" x="3797300" y="5087938"/>
          <p14:tracePt t="19062" x="3811588" y="5087938"/>
          <p14:tracePt t="19078" x="3824288" y="5087938"/>
          <p14:tracePt t="19091" x="3838575" y="5087938"/>
          <p14:tracePt t="19099" x="3852863" y="5087938"/>
          <p14:tracePt t="19100" x="3852863" y="5102225"/>
          <p14:tracePt t="19105" x="3865563" y="5102225"/>
          <p14:tracePt t="19107" x="3879850" y="5102225"/>
          <p14:tracePt t="19113" x="3894138" y="5102225"/>
          <p14:tracePt t="19119" x="3906838" y="5116513"/>
          <p14:tracePt t="19129" x="3921125" y="5116513"/>
          <p14:tracePt t="19133" x="3933825" y="5116513"/>
          <p14:tracePt t="19144" x="3948113" y="5116513"/>
          <p14:tracePt t="19150" x="3948113" y="5129213"/>
          <p14:tracePt t="19153" x="3962400" y="5129213"/>
          <p14:tracePt t="19163" x="3975100" y="5143500"/>
          <p14:tracePt t="19168" x="3989388" y="5143500"/>
          <p14:tracePt t="19175" x="3989388" y="5157788"/>
          <p14:tracePt t="19176" x="3989388" y="5170488"/>
          <p14:tracePt t="19183" x="4003675" y="5170488"/>
          <p14:tracePt t="19185" x="4003675" y="5184775"/>
          <p14:tracePt t="19190" x="4003675" y="5199063"/>
          <p14:tracePt t="19194" x="4003675" y="5211763"/>
          <p14:tracePt t="19197" x="4003675" y="5226050"/>
          <p14:tracePt t="19203" x="4003675" y="5238750"/>
          <p14:tracePt t="19205" x="4003675" y="5253038"/>
          <p14:tracePt t="19210" x="4003675" y="5267325"/>
          <p14:tracePt t="19212" x="4003675" y="5280025"/>
          <p14:tracePt t="19217" x="4003675" y="5294313"/>
          <p14:tracePt t="19222" x="4003675" y="5308600"/>
          <p14:tracePt t="19225" x="4003675" y="5321300"/>
          <p14:tracePt t="19226" x="4003675" y="5335588"/>
          <p14:tracePt t="19230" x="4003675" y="5349875"/>
          <p14:tracePt t="19233" x="4003675" y="5362575"/>
          <p14:tracePt t="19237" x="4003675" y="5376863"/>
          <p14:tracePt t="19238" x="3989388" y="5376863"/>
          <p14:tracePt t="19238" x="3989388" y="5391150"/>
          <p14:tracePt t="19244" x="3975100" y="5403850"/>
          <p14:tracePt t="19245" x="3975100" y="5418138"/>
          <p14:tracePt t="19249" x="3975100" y="5430838"/>
          <p14:tracePt t="19251" x="3975100" y="5445125"/>
          <p14:tracePt t="19252" x="3975100" y="5459413"/>
          <p14:tracePt t="19256" x="3975100" y="5472113"/>
          <p14:tracePt t="19260" x="3975100" y="5486400"/>
          <p14:tracePt t="19263" x="3975100" y="5500688"/>
          <p14:tracePt t="19265" x="3975100" y="5513388"/>
          <p14:tracePt t="19269" x="3975100" y="5527675"/>
          <p14:tracePt t="19273" x="3975100" y="5541963"/>
          <p14:tracePt t="19275" x="3975100" y="5554663"/>
          <p14:tracePt t="19279" x="3975100" y="5568950"/>
          <p14:tracePt t="19285" x="3975100" y="5581650"/>
          <p14:tracePt t="19289" x="3975100" y="5595938"/>
          <p14:tracePt t="19295" x="3975100" y="5610225"/>
          <p14:tracePt t="19297" x="3975100" y="5622925"/>
          <p14:tracePt t="19305" x="3975100" y="5637213"/>
          <p14:tracePt t="19316" x="3975100" y="5651500"/>
          <p14:tracePt t="19332" x="3975100" y="5664200"/>
          <p14:tracePt t="19339" x="3975100" y="5678488"/>
          <p14:tracePt t="19437" x="3962400" y="5678488"/>
          <p14:tracePt t="19448" x="3948113" y="5678488"/>
          <p14:tracePt t="19455" x="3933825" y="5678488"/>
          <p14:tracePt t="19459" x="3921125" y="5678488"/>
          <p14:tracePt t="19465" x="3906838" y="5678488"/>
          <p14:tracePt t="19472" x="3894138" y="5678488"/>
          <p14:tracePt t="19473" x="3894138" y="5664200"/>
          <p14:tracePt t="19482" x="3879850" y="5664200"/>
          <p14:tracePt t="19489" x="3865563" y="5664200"/>
          <p14:tracePt t="19881" x="3865563" y="5651500"/>
          <p14:tracePt t="19886" x="3865563" y="5637213"/>
          <p14:tracePt t="19890" x="3865563" y="5622925"/>
          <p14:tracePt t="19892" x="3865563" y="5610225"/>
          <p14:tracePt t="19897" x="3865563" y="5595938"/>
          <p14:tracePt t="19899" x="3865563" y="5581650"/>
          <p14:tracePt t="19902" x="3865563" y="5568950"/>
          <p14:tracePt t="19905" x="3865563" y="5554663"/>
          <p14:tracePt t="19908" x="3865563" y="5541963"/>
          <p14:tracePt t="19910" x="3865563" y="5527675"/>
          <p14:tracePt t="19913" x="3865563" y="5513388"/>
          <p14:tracePt t="19914" x="3865563" y="5500688"/>
          <p14:tracePt t="19916" x="3865563" y="5486400"/>
          <p14:tracePt t="19919" x="3865563" y="5472113"/>
          <p14:tracePt t="19920" x="3865563" y="5445125"/>
          <p14:tracePt t="19923" x="3865563" y="5430838"/>
          <p14:tracePt t="19925" x="3865563" y="5418138"/>
          <p14:tracePt t="19927" x="3865563" y="5391150"/>
          <p14:tracePt t="19929" x="3865563" y="5376863"/>
          <p14:tracePt t="19931" x="3865563" y="5349875"/>
          <p14:tracePt t="19933" x="3865563" y="5335588"/>
          <p14:tracePt t="19933" x="3865563" y="5321300"/>
          <p14:tracePt t="19936" x="3865563" y="5308600"/>
          <p14:tracePt t="19936" x="3865563" y="5294313"/>
          <p14:tracePt t="19939" x="3865563" y="5280025"/>
          <p14:tracePt t="19940" x="3865563" y="5267325"/>
          <p14:tracePt t="19942" x="3865563" y="5253038"/>
          <p14:tracePt t="19943" x="3865563" y="5238750"/>
          <p14:tracePt t="19944" x="3865563" y="5226050"/>
          <p14:tracePt t="19947" x="3865563" y="5199063"/>
          <p14:tracePt t="19949" x="3838575" y="5170488"/>
          <p14:tracePt t="19952" x="3838575" y="5129213"/>
          <p14:tracePt t="19955" x="3838575" y="5116513"/>
          <p14:tracePt t="19955" x="3824288" y="5102225"/>
          <p14:tracePt t="19957" x="3824288" y="5087938"/>
          <p14:tracePt t="19958" x="3824288" y="5075238"/>
          <p14:tracePt t="19960" x="3811588" y="5060950"/>
          <p14:tracePt t="19961" x="3811588" y="5033963"/>
          <p14:tracePt t="19963" x="3811588" y="5019675"/>
          <p14:tracePt t="19965" x="3811588" y="5006975"/>
          <p14:tracePt t="19966" x="3797300" y="5006975"/>
          <p14:tracePt t="19968" x="3797300" y="4978400"/>
          <p14:tracePt t="19969" x="3783013" y="4965700"/>
          <p14:tracePt t="19972" x="3783013" y="4951413"/>
          <p14:tracePt t="19974" x="3783013" y="4937125"/>
          <p14:tracePt t="19974" x="3783013" y="4924425"/>
          <p14:tracePt t="19978" x="3783013" y="4910138"/>
          <p14:tracePt t="19980" x="3783013" y="4895850"/>
          <p14:tracePt t="19981" x="3783013" y="4883150"/>
          <p14:tracePt t="19984" x="3783013" y="4868863"/>
          <p14:tracePt t="19986" x="3783013" y="4856163"/>
          <p14:tracePt t="19991" x="3783013" y="4841875"/>
          <p14:tracePt t="19994" x="3783013" y="4827588"/>
          <p14:tracePt t="19996" x="3783013" y="4814888"/>
          <p14:tracePt t="20001" x="3783013" y="4800600"/>
          <p14:tracePt t="20003" x="3783013" y="4786313"/>
          <p14:tracePt t="20006" x="3783013" y="4773613"/>
          <p14:tracePt t="20007" x="3783013" y="4759325"/>
          <p14:tracePt t="20011" x="3783013" y="4745038"/>
          <p14:tracePt t="20015" x="3783013" y="4718050"/>
          <p14:tracePt t="20019" x="3783013" y="4705350"/>
          <p14:tracePt t="20025" x="3783013" y="4691063"/>
          <p14:tracePt t="20080" x="3770313" y="4691063"/>
          <p14:tracePt t="20084" x="3743325" y="4691063"/>
          <p14:tracePt t="20087" x="3729038" y="4691063"/>
          <p14:tracePt t="20089" x="3714750" y="4691063"/>
          <p14:tracePt t="20092" x="3687763" y="4691063"/>
          <p14:tracePt t="20094" x="3673475" y="4691063"/>
          <p14:tracePt t="20097" x="3646488" y="4691063"/>
          <p14:tracePt t="20099" x="3632200" y="4691063"/>
          <p14:tracePt t="20102" x="3605213" y="4691063"/>
          <p14:tracePt t="20104" x="3592513" y="4691063"/>
          <p14:tracePt t="20105" x="3578225" y="4691063"/>
          <p14:tracePt t="20107" x="3563938" y="4691063"/>
          <p14:tracePt t="20108" x="3551238" y="4691063"/>
          <p14:tracePt t="20109" x="3536950" y="4691063"/>
          <p14:tracePt t="20110" x="3522663" y="4691063"/>
          <p14:tracePt t="20112" x="3509963" y="4691063"/>
          <p14:tracePt t="20113" x="3495675" y="4691063"/>
          <p14:tracePt t="20114" x="3481388" y="4691063"/>
          <p14:tracePt t="20115" x="3468688" y="4691063"/>
          <p14:tracePt t="20117" x="3454400" y="4691063"/>
          <p14:tracePt t="20119" x="3427413" y="4691063"/>
          <p14:tracePt t="20121" x="3413125" y="4691063"/>
          <p14:tracePt t="20122" x="3400425" y="4691063"/>
          <p14:tracePt t="20124" x="3371850" y="4691063"/>
          <p14:tracePt t="20126" x="3359150" y="4691063"/>
          <p14:tracePt t="20127" x="3344863" y="4691063"/>
          <p14:tracePt t="20129" x="3330575" y="4691063"/>
          <p14:tracePt t="20131" x="3303588" y="4691063"/>
          <p14:tracePt t="20133" x="3290888" y="4691063"/>
          <p14:tracePt t="20135" x="3276600" y="4691063"/>
          <p14:tracePt t="20137" x="3262313" y="4691063"/>
          <p14:tracePt t="20140" x="3249613" y="4691063"/>
          <p14:tracePt t="20145" x="3235325" y="4691063"/>
          <p14:tracePt t="20365" x="3221038" y="4691063"/>
          <p14:tracePt t="20372" x="3208338" y="4691063"/>
          <p14:tracePt t="20376" x="3208338" y="4676775"/>
          <p14:tracePt t="20385" x="3194050" y="4676775"/>
          <p14:tracePt t="20390" x="3194050" y="4664075"/>
          <p14:tracePt t="20401" x="3179763" y="4664075"/>
          <p14:tracePt t="20427" x="3167063" y="4664075"/>
          <p14:tracePt t="20446" x="3152775" y="4664075"/>
          <p14:tracePt t="20464" x="3140075" y="4664075"/>
          <p14:tracePt t="20473" x="3125788" y="4664075"/>
          <p14:tracePt t="20482" x="3111500" y="4664075"/>
          <p14:tracePt t="20487" x="3098800" y="4664075"/>
          <p14:tracePt t="20502" x="3084513" y="4664075"/>
          <p14:tracePt t="20521" x="3070225" y="4664075"/>
          <p14:tracePt t="20528" x="3070225" y="4649788"/>
          <p14:tracePt t="20631" x="3084513" y="4649788"/>
          <p14:tracePt t="20632" x="3111500" y="4649788"/>
          <p14:tracePt t="20634" x="3140075" y="4649788"/>
          <p14:tracePt t="20637" x="3167063" y="4649788"/>
          <p14:tracePt t="20638" x="3179763" y="4649788"/>
          <p14:tracePt t="20639" x="3194050" y="4649788"/>
          <p14:tracePt t="20641" x="3208338" y="4635500"/>
          <p14:tracePt t="20641" x="3235325" y="4635500"/>
          <p14:tracePt t="20642" x="3249613" y="4635500"/>
          <p14:tracePt t="20645" x="3262313" y="4635500"/>
          <p14:tracePt t="20646" x="3290888" y="4635500"/>
          <p14:tracePt t="20648" x="3303588" y="4635500"/>
          <p14:tracePt t="20648" x="3317875" y="4635500"/>
          <p14:tracePt t="20651" x="3344863" y="4635500"/>
          <p14:tracePt t="20653" x="3371850" y="4635500"/>
          <p14:tracePt t="20656" x="3386138" y="4622800"/>
          <p14:tracePt t="20657" x="3400425" y="4622800"/>
          <p14:tracePt t="20658" x="3413125" y="4622800"/>
          <p14:tracePt t="20658" x="3427413" y="4622800"/>
          <p14:tracePt t="20661" x="3441700" y="4622800"/>
          <p14:tracePt t="20663" x="3454400" y="4622800"/>
          <p14:tracePt t="20665" x="3481388" y="4622800"/>
          <p14:tracePt t="20668" x="3495675" y="4622800"/>
          <p14:tracePt t="20668" x="3509963" y="4622800"/>
          <p14:tracePt t="20672" x="3522663" y="4622800"/>
          <p14:tracePt t="20675" x="3536950" y="4622800"/>
          <p14:tracePt t="20679" x="3551238" y="4622800"/>
          <p14:tracePt t="20682" x="3563938" y="4622800"/>
          <p14:tracePt t="20693" x="3578225" y="4622800"/>
          <p14:tracePt t="20800" x="3592513" y="4622800"/>
          <p14:tracePt t="20815" x="3605213" y="4622800"/>
          <p14:tracePt t="20823" x="3619500" y="4622800"/>
          <p14:tracePt t="20825" x="3619500" y="4635500"/>
          <p14:tracePt t="20827" x="3619500" y="4649788"/>
          <p14:tracePt t="20831" x="3632200" y="4649788"/>
          <p14:tracePt t="20837" x="3632200" y="4664075"/>
          <p14:tracePt t="20840" x="3646488" y="4664075"/>
          <p14:tracePt t="20845" x="3646488" y="4676775"/>
          <p14:tracePt t="20850" x="3660775" y="4676775"/>
          <p14:tracePt t="20857" x="3660775" y="4691063"/>
          <p14:tracePt t="20860" x="3673475" y="4691063"/>
          <p14:tracePt t="20865" x="3673475" y="4705350"/>
          <p14:tracePt t="20877" x="3687763" y="4718050"/>
          <p14:tracePt t="20889" x="3702050" y="4732338"/>
          <p14:tracePt t="20894" x="3702050" y="4745038"/>
          <p14:tracePt t="20897" x="3702050" y="4759325"/>
          <p14:tracePt t="20905" x="3714750" y="4773613"/>
          <p14:tracePt t="20912" x="3729038" y="4786313"/>
          <p14:tracePt t="20919" x="3729038" y="4800600"/>
          <p14:tracePt t="20925" x="3729038" y="4814888"/>
          <p14:tracePt t="20938" x="3729038" y="4827588"/>
          <p14:tracePt t="20957" x="3729038" y="4841875"/>
          <p14:tracePt t="20971" x="3729038" y="4856163"/>
          <p14:tracePt t="20981" x="3729038" y="4868863"/>
          <p14:tracePt t="20987" x="3743325" y="4883150"/>
          <p14:tracePt t="20997" x="3756025" y="4895850"/>
          <p14:tracePt t="21002" x="3756025" y="4910138"/>
          <p14:tracePt t="21009" x="3770313" y="4924425"/>
          <p14:tracePt t="21013" x="3770313" y="4937125"/>
          <p14:tracePt t="21015" x="3783013" y="4937125"/>
          <p14:tracePt t="21022" x="3783013" y="4951413"/>
          <p14:tracePt t="21029" x="3783013" y="4965700"/>
          <p14:tracePt t="21039" x="3783013" y="4978400"/>
          <p14:tracePt t="21043" x="3797300" y="4992688"/>
          <p14:tracePt t="21051" x="3797300" y="5006975"/>
          <p14:tracePt t="21060" x="3811588" y="5019675"/>
          <p14:tracePt t="21067" x="3811588" y="5033963"/>
          <p14:tracePt t="21069" x="3811588" y="5048250"/>
          <p14:tracePt t="21077" x="3811588" y="5060950"/>
          <p14:tracePt t="21087" x="3811588" y="5075238"/>
          <p14:tracePt t="21097" x="3811588" y="5087938"/>
          <p14:tracePt t="21109" x="3811588" y="5102225"/>
          <p14:tracePt t="21207" x="3797300" y="5102225"/>
          <p14:tracePt t="21216" x="3783013" y="5102225"/>
          <p14:tracePt t="21221" x="3770313" y="5116513"/>
          <p14:tracePt t="21226" x="3756025" y="5116513"/>
          <p14:tracePt t="21231" x="3743325" y="5116513"/>
          <p14:tracePt t="21235" x="3729038" y="5116513"/>
          <p14:tracePt t="21238" x="3714750" y="5116513"/>
          <p14:tracePt t="21242" x="3702050" y="5116513"/>
          <p14:tracePt t="21246" x="3687763" y="5116513"/>
          <p14:tracePt t="21251" x="3673475" y="5116513"/>
          <p14:tracePt t="21253" x="3660775" y="5116513"/>
          <p14:tracePt t="21258" x="3646488" y="5116513"/>
          <p14:tracePt t="21261" x="3632200" y="5116513"/>
          <p14:tracePt t="21266" x="3619500" y="5116513"/>
          <p14:tracePt t="21268" x="3605213" y="5102225"/>
          <p14:tracePt t="21271" x="3605213" y="5087938"/>
          <p14:tracePt t="21272" x="3592513" y="5087938"/>
          <p14:tracePt t="21276" x="3578225" y="5075238"/>
          <p14:tracePt t="21279" x="3563938" y="5075238"/>
          <p14:tracePt t="21280" x="3551238" y="5075238"/>
          <p14:tracePt t="21280" x="3551238" y="5060950"/>
          <p14:tracePt t="21284" x="3536950" y="5060950"/>
          <p14:tracePt t="21285" x="3536950" y="5048250"/>
          <p14:tracePt t="21287" x="3522663" y="5048250"/>
          <p14:tracePt t="21288" x="3522663" y="5033963"/>
          <p14:tracePt t="21290" x="3509963" y="5033963"/>
          <p14:tracePt t="21291" x="3495675" y="5033963"/>
          <p14:tracePt t="21293" x="3495675" y="5019675"/>
          <p14:tracePt t="21295" x="3481388" y="5019675"/>
          <p14:tracePt t="21297" x="3481388" y="5006975"/>
          <p14:tracePt t="21299" x="3468688" y="5006975"/>
          <p14:tracePt t="21301" x="3468688" y="4978400"/>
          <p14:tracePt t="21305" x="3454400" y="4978400"/>
          <p14:tracePt t="21306" x="3441700" y="4965700"/>
          <p14:tracePt t="21310" x="3441700" y="4951413"/>
          <p14:tracePt t="21314" x="3427413" y="4937125"/>
          <p14:tracePt t="21317" x="3427413" y="4924425"/>
          <p14:tracePt t="21322" x="3413125" y="4910138"/>
          <p14:tracePt t="21324" x="3400425" y="4910138"/>
          <p14:tracePt t="21329" x="3400425" y="4895850"/>
          <p14:tracePt t="21332" x="3400425" y="4883150"/>
          <p14:tracePt t="21339" x="3400425" y="4868863"/>
          <p14:tracePt t="21346" x="3400425" y="4856163"/>
          <p14:tracePt t="21353" x="3400425" y="4841875"/>
          <p14:tracePt t="21357" x="3400425" y="4827588"/>
          <p14:tracePt t="21366" x="3400425" y="4814888"/>
          <p14:tracePt t="21379" x="3413125" y="4814888"/>
          <p14:tracePt t="21403" x="3427413" y="4814888"/>
          <p14:tracePt t="21408" x="3441700" y="4814888"/>
          <p14:tracePt t="21411" x="3468688" y="4814888"/>
          <p14:tracePt t="21415" x="3481388" y="4814888"/>
          <p14:tracePt t="21419" x="3495675" y="4814888"/>
          <p14:tracePt t="21421" x="3509963" y="4827588"/>
          <p14:tracePt t="21425" x="3522663" y="4841875"/>
          <p14:tracePt t="21428" x="3536950" y="4841875"/>
          <p14:tracePt t="21432" x="3551238" y="4856163"/>
          <p14:tracePt t="21436" x="3563938" y="4856163"/>
          <p14:tracePt t="21438" x="3578225" y="4868863"/>
          <p14:tracePt t="21442" x="3592513" y="4868863"/>
          <p14:tracePt t="21444" x="3592513" y="4883150"/>
          <p14:tracePt t="21446" x="3605213" y="4895850"/>
          <p14:tracePt t="21450" x="3619500" y="4895850"/>
          <p14:tracePt t="21452" x="3632200" y="4910138"/>
          <p14:tracePt t="21455" x="3632200" y="4924425"/>
          <p14:tracePt t="21457" x="3646488" y="4924425"/>
          <p14:tracePt t="21460" x="3646488" y="4937125"/>
          <p14:tracePt t="21461" x="3660775" y="4937125"/>
          <p14:tracePt t="21463" x="3660775" y="4951413"/>
          <p14:tracePt t="21465" x="3673475" y="4951413"/>
          <p14:tracePt t="21467" x="3673475" y="4965700"/>
          <p14:tracePt t="21469" x="3687763" y="4978400"/>
          <p14:tracePt t="21471" x="3702050" y="4978400"/>
          <p14:tracePt t="21473" x="3702050" y="4992688"/>
          <p14:tracePt t="21475" x="3702050" y="5006975"/>
          <p14:tracePt t="21477" x="3714750" y="5006975"/>
          <p14:tracePt t="21480" x="3714750" y="5019675"/>
          <p14:tracePt t="21483" x="3729038" y="5019675"/>
          <p14:tracePt t="21484" x="3743325" y="5033963"/>
          <p14:tracePt t="21487" x="3743325" y="5048250"/>
          <p14:tracePt t="21489" x="3743325" y="5060950"/>
          <p14:tracePt t="21494" x="3743325" y="5075238"/>
          <p14:tracePt t="21498" x="3756025" y="5087938"/>
          <p14:tracePt t="21501" x="3756025" y="5102225"/>
          <p14:tracePt t="21504" x="3756025" y="5116513"/>
          <p14:tracePt t="21508" x="3756025" y="5129213"/>
          <p14:tracePt t="21510" x="3756025" y="5143500"/>
          <p14:tracePt t="21515" x="3756025" y="5157788"/>
          <p14:tracePt t="21516" x="3756025" y="5170488"/>
          <p14:tracePt t="21519" x="3756025" y="5184775"/>
          <p14:tracePt t="21522" x="3756025" y="5199063"/>
          <p14:tracePt t="21526" x="3756025" y="5226050"/>
          <p14:tracePt t="21529" x="3756025" y="5238750"/>
          <p14:tracePt t="21532" x="3756025" y="5253038"/>
          <p14:tracePt t="21536" x="3756025" y="5267325"/>
          <p14:tracePt t="21537" x="3756025" y="5280025"/>
          <p14:tracePt t="21540" x="3756025" y="5294313"/>
          <p14:tracePt t="21543" x="3756025" y="5308600"/>
          <p14:tracePt t="21547" x="3756025" y="5335588"/>
          <p14:tracePt t="21551" x="3756025" y="5349875"/>
          <p14:tracePt t="21556" x="3756025" y="5362575"/>
          <p14:tracePt t="21558" x="3756025" y="5376863"/>
          <p14:tracePt t="21561" x="3756025" y="5391150"/>
          <p14:tracePt t="21565" x="3756025" y="5403850"/>
          <p14:tracePt t="21569" x="3756025" y="5418138"/>
          <p14:tracePt t="21571" x="3756025" y="5430838"/>
          <p14:tracePt t="21575" x="3756025" y="5445125"/>
          <p14:tracePt t="21580" x="3756025" y="5459413"/>
          <p14:tracePt t="21585" x="3756025" y="5472113"/>
          <p14:tracePt t="21589" x="3756025" y="5486400"/>
          <p14:tracePt t="21594" x="3756025" y="5500688"/>
          <p14:tracePt t="21600" x="3756025" y="5513388"/>
          <p14:tracePt t="21607" x="3756025" y="5527675"/>
          <p14:tracePt t="21608" x="3756025" y="5541963"/>
          <p14:tracePt t="21615" x="3756025" y="5554663"/>
          <p14:tracePt t="21621" x="3756025" y="5568950"/>
          <p14:tracePt t="21627" x="3756025" y="5581650"/>
          <p14:tracePt t="21628" x="3743325" y="5595938"/>
          <p14:tracePt t="21637" x="3743325" y="5610225"/>
          <p14:tracePt t="21646" x="3743325" y="5622925"/>
          <p14:tracePt t="21710" x="3743325" y="5637213"/>
          <p14:tracePt t="22055" x="3756025" y="5637213"/>
          <p14:tracePt t="22058" x="3770313" y="5637213"/>
          <p14:tracePt t="22059" x="3783013" y="5622925"/>
          <p14:tracePt t="22061" x="3797300" y="5622925"/>
          <p14:tracePt t="22062" x="3811588" y="5622925"/>
          <p14:tracePt t="22064" x="3811588" y="5610225"/>
          <p14:tracePt t="22065" x="3838575" y="5610225"/>
          <p14:tracePt t="22065" x="3852863" y="5595938"/>
          <p14:tracePt t="22066" x="3865563" y="5595938"/>
          <p14:tracePt t="22068" x="3894138" y="5595938"/>
          <p14:tracePt t="22070" x="3894138" y="5581650"/>
          <p14:tracePt t="22070" x="3906838" y="5581650"/>
          <p14:tracePt t="22072" x="3921125" y="5581650"/>
          <p14:tracePt t="22072" x="3933825" y="5581650"/>
          <p14:tracePt t="22074" x="3948113" y="5568950"/>
          <p14:tracePt t="22075" x="3962400" y="5568950"/>
          <p14:tracePt t="22076" x="3975100" y="5554663"/>
          <p14:tracePt t="22077" x="4003675" y="5554663"/>
          <p14:tracePt t="22078" x="4030663" y="5554663"/>
          <p14:tracePt t="22079" x="4057650" y="5541963"/>
          <p14:tracePt t="22081" x="4084638" y="5541963"/>
          <p14:tracePt t="22083" x="4113213" y="5527675"/>
          <p14:tracePt t="22085" x="4154488" y="5527675"/>
          <p14:tracePt t="22087" x="4181475" y="5513388"/>
          <p14:tracePt t="22088" x="4208463" y="5500688"/>
          <p14:tracePt t="22090" x="4235450" y="5486400"/>
          <p14:tracePt t="22091" x="4264025" y="5486400"/>
          <p14:tracePt t="22093" x="4291013" y="5472113"/>
          <p14:tracePt t="22095" x="4318000" y="5459413"/>
          <p14:tracePt t="22097" x="4346575" y="5459413"/>
          <p14:tracePt t="22098" x="4359275" y="5459413"/>
          <p14:tracePt t="22099" x="4373563" y="5459413"/>
          <p14:tracePt t="22101" x="4400550" y="5445125"/>
          <p14:tracePt t="22102" x="4414838" y="5445125"/>
          <p14:tracePt t="22103" x="4427538" y="5430838"/>
          <p14:tracePt t="22104" x="4456113" y="5430838"/>
          <p14:tracePt t="22105" x="4468813" y="5430838"/>
          <p14:tracePt t="22106" x="4483100" y="5430838"/>
          <p14:tracePt t="22107" x="4497388" y="5430838"/>
          <p14:tracePt t="22107" x="4524375" y="5418138"/>
          <p14:tracePt t="22108" x="4537075" y="5418138"/>
          <p14:tracePt t="22109" x="4565650" y="5418138"/>
          <p14:tracePt t="22112" x="4592638" y="5418138"/>
          <p14:tracePt t="22113" x="4619625" y="5403850"/>
          <p14:tracePt t="22115" x="4633913" y="5403850"/>
          <p14:tracePt t="22116" x="4646613" y="5403850"/>
          <p14:tracePt t="22119" x="4675188" y="5391150"/>
          <p14:tracePt t="22121" x="4687888" y="5391150"/>
          <p14:tracePt t="22122" x="4702175" y="5391150"/>
          <p14:tracePt t="22124" x="4716463" y="5391150"/>
          <p14:tracePt t="22126" x="4729163" y="5391150"/>
          <p14:tracePt t="22130" x="4743450" y="5391150"/>
          <p14:tracePt t="22136" x="4757738" y="5391150"/>
          <p14:tracePt t="22170" x="4770438" y="5391150"/>
          <p14:tracePt t="22193" x="4770438" y="5376863"/>
          <p14:tracePt t="22209" x="4784725" y="5376863"/>
          <p14:tracePt t="22306" x="4770438" y="5376863"/>
          <p14:tracePt t="22309" x="4770438" y="5362575"/>
          <p14:tracePt t="22311" x="4757738" y="5362575"/>
          <p14:tracePt t="22320" x="4743450" y="5362575"/>
          <p14:tracePt t="22321" x="4743450" y="5349875"/>
          <p14:tracePt t="22330" x="4743450" y="5335588"/>
          <p14:tracePt t="22337" x="4729163" y="5335588"/>
          <p14:tracePt t="22345" x="4729163" y="5321300"/>
          <p14:tracePt t="22355" x="4729163" y="5308600"/>
          <p14:tracePt t="22362" x="4716463" y="5294313"/>
          <p14:tracePt t="22365" x="4716463" y="5280025"/>
          <p14:tracePt t="22367" x="4716463" y="5267325"/>
          <p14:tracePt t="22371" x="4702175" y="5253038"/>
          <p14:tracePt t="22376" x="4702175" y="5238750"/>
          <p14:tracePt t="22378" x="4702175" y="5226050"/>
          <p14:tracePt t="22380" x="4702175" y="5211763"/>
          <p14:tracePt t="22384" x="4702175" y="5199063"/>
          <p14:tracePt t="22388" x="4702175" y="5184775"/>
          <p14:tracePt t="22391" x="4687888" y="5170488"/>
          <p14:tracePt t="22394" x="4687888" y="5157788"/>
          <p14:tracePt t="22397" x="4687888" y="5143500"/>
          <p14:tracePt t="22400" x="4687888" y="5129213"/>
          <p14:tracePt t="22401" x="4687888" y="5116513"/>
          <p14:tracePt t="22404" x="4687888" y="5102225"/>
          <p14:tracePt t="22408" x="4687888" y="5087938"/>
          <p14:tracePt t="22413" x="4687888" y="5075238"/>
          <p14:tracePt t="22418" x="4687888" y="5060950"/>
          <p14:tracePt t="22421" x="4687888" y="5048250"/>
          <p14:tracePt t="22427" x="4687888" y="5033963"/>
          <p14:tracePt t="22434" x="4687888" y="5019675"/>
          <p14:tracePt t="22442" x="4687888" y="5006975"/>
          <p14:tracePt t="22444" x="4687888" y="4992688"/>
          <p14:tracePt t="22453" x="4687888" y="4978400"/>
          <p14:tracePt t="22463" x="4687888" y="4965700"/>
          <p14:tracePt t="22470" x="4687888" y="4951413"/>
          <p14:tracePt t="22474" x="4687888" y="4937125"/>
          <p14:tracePt t="22480" x="4687888" y="4924425"/>
          <p14:tracePt t="22487" x="4687888" y="4910138"/>
          <p14:tracePt t="22493" x="4687888" y="4895850"/>
          <p14:tracePt t="22496" x="4687888" y="4883150"/>
          <p14:tracePt t="22502" x="4687888" y="4868863"/>
          <p14:tracePt t="22508" x="4687888" y="4856163"/>
          <p14:tracePt t="22522" x="4687888" y="4841875"/>
          <p14:tracePt t="22801" x="4687888" y="4827588"/>
          <p14:tracePt t="22832" x="4687888" y="4814888"/>
          <p14:tracePt t="22834" x="4687888" y="4800600"/>
          <p14:tracePt t="22837" x="4687888" y="4773613"/>
          <p14:tracePt t="22839" x="4687888" y="4759325"/>
          <p14:tracePt t="22841" x="4687888" y="4745038"/>
          <p14:tracePt t="22844" x="4675188" y="4732338"/>
          <p14:tracePt t="22846" x="4675188" y="4718050"/>
          <p14:tracePt t="22848" x="4675188" y="4705350"/>
          <p14:tracePt t="22850" x="4675188" y="4691063"/>
          <p14:tracePt t="22853" x="4675188" y="4676775"/>
          <p14:tracePt t="22855" x="4660900" y="4664075"/>
          <p14:tracePt t="22858" x="4660900" y="4649788"/>
          <p14:tracePt t="22862" x="4660900" y="4635500"/>
          <p14:tracePt t="22864" x="4660900" y="4622800"/>
          <p14:tracePt t="22866" x="4660900" y="4608513"/>
          <p14:tracePt t="22869" x="4646613" y="4608513"/>
          <p14:tracePt t="22870" x="4646613" y="4594225"/>
          <p14:tracePt t="22872" x="4646613" y="4581525"/>
          <p14:tracePt t="22874" x="4633913" y="4581525"/>
          <p14:tracePt t="22877" x="4619625" y="4567238"/>
          <p14:tracePt t="22880" x="4619625" y="4552950"/>
          <p14:tracePt t="22886" x="4619625" y="4540250"/>
          <p14:tracePt t="22895" x="4619625" y="4525963"/>
          <p14:tracePt t="22906" x="4619625" y="4513263"/>
          <p14:tracePt t="22910" x="4619625" y="4498975"/>
          <p14:tracePt t="22919" x="4619625" y="4484688"/>
          <p14:tracePt t="22926" x="4619625" y="4471988"/>
          <p14:tracePt t="22933" x="4619625" y="4457700"/>
          <p14:tracePt t="22939" x="4619625" y="4443413"/>
          <p14:tracePt t="22943" x="4619625" y="4430713"/>
          <p14:tracePt t="22949" x="4619625" y="4416425"/>
          <p14:tracePt t="22954" x="4619625" y="4402138"/>
          <p14:tracePt t="22960" x="4619625" y="4389438"/>
          <p14:tracePt t="22962" x="4619625" y="4375150"/>
          <p14:tracePt t="22971" x="4619625" y="4362450"/>
          <p14:tracePt t="22991" x="4619625" y="4348163"/>
          <p14:tracePt t="23027" x="4619625" y="4333875"/>
          <p14:tracePt t="23031" x="4619625" y="4321175"/>
          <p14:tracePt t="23037" x="4619625" y="4306888"/>
          <p14:tracePt t="23044" x="4619625" y="4292600"/>
          <p14:tracePt t="23049" x="4619625" y="4279900"/>
          <p14:tracePt t="23050" x="4619625" y="4265613"/>
          <p14:tracePt t="23055" x="4619625" y="4251325"/>
          <p14:tracePt t="23059" x="4619625" y="4238625"/>
          <p14:tracePt t="23063" x="4619625" y="4224338"/>
          <p14:tracePt t="23065" x="4619625" y="4210050"/>
          <p14:tracePt t="23069" x="4619625" y="4197350"/>
          <p14:tracePt t="23072" x="4619625" y="4183063"/>
          <p14:tracePt t="23078" x="4619625" y="4156075"/>
          <p14:tracePt t="23084" x="4619625" y="4141788"/>
          <p14:tracePt t="23088" x="4619625" y="4129088"/>
          <p14:tracePt t="23093" x="4619625" y="4114800"/>
          <p14:tracePt t="23097" x="4619625" y="4100513"/>
          <p14:tracePt t="23099" x="4606925" y="4100513"/>
          <p14:tracePt t="23105" x="4606925" y="4087813"/>
          <p14:tracePt t="23114" x="4606925" y="4073525"/>
          <p14:tracePt t="23120" x="4592638" y="4073525"/>
          <p14:tracePt t="23126" x="4592638" y="4059238"/>
          <p14:tracePt t="23138" x="4578350" y="4046538"/>
          <p14:tracePt t="23142" x="4578350" y="4032250"/>
          <p14:tracePt t="23149" x="4565650" y="4032250"/>
          <p14:tracePt t="23150" x="4565650" y="4019550"/>
          <p14:tracePt t="23159" x="4565650" y="4005263"/>
          <p14:tracePt t="23160" x="4551363" y="4005263"/>
          <p14:tracePt t="23162" x="4551363" y="3990975"/>
          <p14:tracePt t="23166" x="4551363" y="3978275"/>
          <p14:tracePt t="23170" x="4537075" y="3963988"/>
          <p14:tracePt t="23175" x="4537075" y="3949700"/>
          <p14:tracePt t="23178" x="4537075" y="3937000"/>
          <p14:tracePt t="23181" x="4537075" y="3922713"/>
          <p14:tracePt t="23182" x="4524375" y="3922713"/>
          <p14:tracePt t="23185" x="4524375" y="3908425"/>
          <p14:tracePt t="23191" x="4524375" y="3895725"/>
          <p14:tracePt t="23194" x="4510088" y="3895725"/>
          <p14:tracePt t="23199" x="4510088" y="3881438"/>
          <p14:tracePt t="23203" x="4510088" y="3867150"/>
          <p14:tracePt t="23207" x="4497388" y="3867150"/>
          <p14:tracePt t="23459" x="4483100" y="3867150"/>
          <p14:tracePt t="23460" x="4483100" y="3854450"/>
          <p14:tracePt t="23470" x="4468813" y="3854450"/>
          <p14:tracePt t="23472" x="4468813" y="3840163"/>
          <p14:tracePt t="23476" x="4456113" y="3840163"/>
          <p14:tracePt t="23478" x="4441825" y="3840163"/>
          <p14:tracePt t="23481" x="4441825" y="3827463"/>
          <p14:tracePt t="23485" x="4427538" y="3813175"/>
          <p14:tracePt t="23493" x="4414838" y="3813175"/>
          <p14:tracePt t="23506" x="4414838" y="3798888"/>
          <p14:tracePt t="23522" x="4400550" y="3786188"/>
          <p14:tracePt t="23527" x="4400550" y="3771900"/>
          <p14:tracePt t="23530" x="4400550" y="3757613"/>
          <p14:tracePt t="23533" x="4400550" y="3744913"/>
          <p14:tracePt t="23537" x="4400550" y="3730625"/>
          <p14:tracePt t="23541" x="4400550" y="3716338"/>
          <p14:tracePt t="23543" x="4400550" y="3703638"/>
          <p14:tracePt t="23548" x="4400550" y="3689350"/>
          <p14:tracePt t="23555" x="4400550" y="3676650"/>
          <p14:tracePt t="23562" x="4400550" y="3662363"/>
          <p14:tracePt t="23564" x="4386263" y="3662363"/>
          <p14:tracePt t="23565" x="4386263" y="3648075"/>
          <p14:tracePt t="23572" x="4386263" y="3635375"/>
          <p14:tracePt t="23580" x="4386263" y="3621088"/>
          <p14:tracePt t="23588" x="4386263" y="3606800"/>
          <p14:tracePt t="23594" x="4386263" y="3594100"/>
          <p14:tracePt t="23597" x="4386263" y="3579813"/>
          <p14:tracePt t="23601" x="4386263" y="3565525"/>
          <p14:tracePt t="23606" x="4386263" y="3552825"/>
          <p14:tracePt t="23611" x="4386263" y="3538538"/>
          <p14:tracePt t="23613" x="4373563" y="3538538"/>
          <p14:tracePt t="23613" x="4373563" y="3524250"/>
          <p14:tracePt t="23618" x="4373563" y="3511550"/>
          <p14:tracePt t="23624" x="4373563" y="3497263"/>
          <p14:tracePt t="23629" x="4373563" y="3484563"/>
          <p14:tracePt t="23629" x="4373563" y="3470275"/>
          <p14:tracePt t="23638" x="4373563" y="3455988"/>
          <p14:tracePt t="23647" x="4373563" y="3443288"/>
          <p14:tracePt t="23729" x="4373563" y="3455988"/>
          <p14:tracePt t="23731" x="4373563" y="3470275"/>
          <p14:tracePt t="23732" x="4373563" y="3484563"/>
          <p14:tracePt t="23734" x="4373563" y="3497263"/>
          <p14:tracePt t="23737" x="4373563" y="3511550"/>
          <p14:tracePt t="23739" x="4373563" y="3524250"/>
          <p14:tracePt t="23741" x="4373563" y="3538538"/>
          <p14:tracePt t="23744" x="4386263" y="3565525"/>
          <p14:tracePt t="23745" x="4386263" y="3579813"/>
          <p14:tracePt t="23747" x="4386263" y="3594100"/>
          <p14:tracePt t="23749" x="4386263" y="3606800"/>
          <p14:tracePt t="23751" x="4386263" y="3621088"/>
          <p14:tracePt t="23752" x="4386263" y="3635375"/>
          <p14:tracePt t="23752" x="4400550" y="3635375"/>
          <p14:tracePt t="23753" x="4400550" y="3648075"/>
          <p14:tracePt t="23756" x="4400550" y="3662363"/>
          <p14:tracePt t="23758" x="4400550" y="3689350"/>
          <p14:tracePt t="23759" x="4400550" y="3703638"/>
          <p14:tracePt t="23760" x="4400550" y="3716338"/>
          <p14:tracePt t="23762" x="4400550" y="3730625"/>
          <p14:tracePt t="23765" x="4400550" y="3757613"/>
          <p14:tracePt t="23765" x="4400550" y="3771900"/>
          <p14:tracePt t="23766" x="4414838" y="3786188"/>
          <p14:tracePt t="23768" x="4414838" y="3813175"/>
          <p14:tracePt t="23770" x="4414838" y="3827463"/>
          <p14:tracePt t="23772" x="4414838" y="3840163"/>
          <p14:tracePt t="23773" x="4414838" y="3867150"/>
          <p14:tracePt t="23774" x="4414838" y="3881438"/>
          <p14:tracePt t="23775" x="4427538" y="3908425"/>
          <p14:tracePt t="23776" x="4427538" y="3922713"/>
          <p14:tracePt t="23779" x="4427538" y="3949700"/>
          <p14:tracePt t="23779" x="4427538" y="3963988"/>
          <p14:tracePt t="23780" x="4427538" y="3990975"/>
          <p14:tracePt t="23782" x="4427538" y="4005263"/>
          <p14:tracePt t="23783" x="4427538" y="4032250"/>
          <p14:tracePt t="23785" x="4427538" y="4046538"/>
          <p14:tracePt t="23786" x="4427538" y="4059238"/>
          <p14:tracePt t="23786" x="4427538" y="4087813"/>
          <p14:tracePt t="23787" x="4427538" y="4114800"/>
          <p14:tracePt t="23789" x="4427538" y="4141788"/>
          <p14:tracePt t="23791" x="4427538" y="4156075"/>
          <p14:tracePt t="23793" x="4427538" y="4197350"/>
          <p14:tracePt t="23794" x="4427538" y="4210050"/>
          <p14:tracePt t="23794" x="4427538" y="4224338"/>
          <p14:tracePt t="23795" x="4427538" y="4251325"/>
          <p14:tracePt t="23796" x="4427538" y="4265613"/>
          <p14:tracePt t="23797" x="4427538" y="4279900"/>
          <p14:tracePt t="23799" x="4427538" y="4292600"/>
          <p14:tracePt t="23800" x="4427538" y="4321175"/>
          <p14:tracePt t="23800" x="4427538" y="4333875"/>
          <p14:tracePt t="23801" x="4427538" y="4348163"/>
          <p14:tracePt t="23802" x="4427538" y="4362450"/>
          <p14:tracePt t="23804" x="4427538" y="4389438"/>
          <p14:tracePt t="23805" x="4427538" y="4402138"/>
          <p14:tracePt t="23806" x="4427538" y="4416425"/>
          <p14:tracePt t="23807" x="4427538" y="4443413"/>
          <p14:tracePt t="23807" x="4427538" y="4457700"/>
          <p14:tracePt t="23808" x="4427538" y="4471988"/>
          <p14:tracePt t="23809" x="4427538" y="4484688"/>
          <p14:tracePt t="23810" x="4427538" y="4513263"/>
          <p14:tracePt t="23811" x="4427538" y="4525963"/>
          <p14:tracePt t="23813" x="4427538" y="4540250"/>
          <p14:tracePt t="23814" x="4427538" y="4567238"/>
          <p14:tracePt t="23814" x="4427538" y="4581525"/>
          <p14:tracePt t="23816" x="4427538" y="4608513"/>
          <p14:tracePt t="23818" x="4427538" y="4622800"/>
          <p14:tracePt t="23820" x="4427538" y="4649788"/>
          <p14:tracePt t="23821" x="4427538" y="4664075"/>
          <p14:tracePt t="23821" x="4427538" y="4676775"/>
          <p14:tracePt t="23822" x="4427538" y="4691063"/>
          <p14:tracePt t="23825" x="4427538" y="4718050"/>
          <p14:tracePt t="23827" x="4427538" y="4732338"/>
          <p14:tracePt t="23828" x="4427538" y="4745038"/>
          <p14:tracePt t="23828" x="4427538" y="4759325"/>
          <p14:tracePt t="23831" x="4427538" y="4773613"/>
          <p14:tracePt t="23832" x="4427538" y="4786313"/>
          <p14:tracePt t="23835" x="4427538" y="4814888"/>
          <p14:tracePt t="23836" x="4427538" y="4827588"/>
          <p14:tracePt t="23840" x="4427538" y="4841875"/>
          <p14:tracePt t="23842" x="4414838" y="4856163"/>
          <p14:tracePt t="23846" x="4414838" y="4868863"/>
          <p14:tracePt t="23850" x="4414838" y="4883150"/>
          <p14:tracePt t="23857" x="4414838" y="4895850"/>
          <p14:tracePt t="23859" x="4414838" y="4910138"/>
          <p14:tracePt t="23868" x="4414838" y="4924425"/>
          <p14:tracePt t="23873" x="4414838" y="4937125"/>
          <p14:tracePt t="23880" x="4414838" y="4951413"/>
          <p14:tracePt t="23883" x="4414838" y="4965700"/>
          <p14:tracePt t="23885" x="4400550" y="4965700"/>
          <p14:tracePt t="23888" x="4400550" y="4978400"/>
          <p14:tracePt t="23891" x="4386263" y="4992688"/>
          <p14:tracePt t="23895" x="4386263" y="5006975"/>
          <p14:tracePt t="23897" x="4386263" y="5019675"/>
          <p14:tracePt t="23901" x="4386263" y="5033963"/>
          <p14:tracePt t="23904" x="4373563" y="5033963"/>
          <p14:tracePt t="23906" x="4373563" y="5048250"/>
          <p14:tracePt t="23909" x="4359275" y="5060950"/>
          <p14:tracePt t="23911" x="4359275" y="5075238"/>
          <p14:tracePt t="23916" x="4359275" y="5087938"/>
          <p14:tracePt t="23920" x="4359275" y="5102225"/>
          <p14:tracePt t="23922" x="4346575" y="5102225"/>
          <p14:tracePt t="23926" x="4346575" y="5116513"/>
          <p14:tracePt t="23929" x="4346575" y="5129213"/>
          <p14:tracePt t="23936" x="4346575" y="5143500"/>
          <p14:tracePt t="23942" x="4332288" y="5157788"/>
          <p14:tracePt t="23953" x="4332288" y="5170488"/>
          <p14:tracePt t="23958" x="4332288" y="5184775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TW" sz="2400" dirty="0">
                <a:latin typeface="Times New Roman" panose="02020603050405020304" pitchFamily="18" charset="0"/>
              </a:rPr>
              <a:t>GEBDDCCBA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2155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8996AEAA-96B1-9030-F003-69C63FA49B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27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2331">
        <p159:morph option="byObject"/>
      </p:transition>
    </mc:Choice>
    <mc:Fallback>
      <p:transition advTm="233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1" x="4305300" y="5349875"/>
          <p14:tracePt t="60" x="4305300" y="5335588"/>
          <p14:tracePt t="67" x="4305300" y="5321300"/>
          <p14:tracePt t="72" x="4305300" y="5308600"/>
          <p14:tracePt t="74" x="4305300" y="5294313"/>
          <p14:tracePt t="78" x="4305300" y="5280025"/>
          <p14:tracePt t="81" x="4305300" y="5267325"/>
          <p14:tracePt t="85" x="4305300" y="5253038"/>
          <p14:tracePt t="87" x="4305300" y="5238750"/>
          <p14:tracePt t="89" x="4305300" y="5226050"/>
          <p14:tracePt t="98" x="4305300" y="5199063"/>
          <p14:tracePt t="100" x="4305300" y="5170488"/>
          <p14:tracePt t="103" x="4305300" y="5157788"/>
          <p14:tracePt t="107" x="4305300" y="5143500"/>
          <p14:tracePt t="110" x="4305300" y="5129213"/>
          <p14:tracePt t="112" x="4305300" y="5116513"/>
          <p14:tracePt t="115" x="4305300" y="5102225"/>
          <p14:tracePt t="119" x="4305300" y="5087938"/>
          <p14:tracePt t="120" x="4305300" y="5075238"/>
          <p14:tracePt t="122" x="4305300" y="5060950"/>
          <p14:tracePt t="126" x="4305300" y="5048250"/>
          <p14:tracePt t="129" x="4305300" y="5019675"/>
          <p14:tracePt t="133" x="4305300" y="5006975"/>
          <p14:tracePt t="135" x="4305300" y="4992688"/>
          <p14:tracePt t="139" x="4305300" y="4978400"/>
          <p14:tracePt t="141" x="4305300" y="4965700"/>
          <p14:tracePt t="144" x="4305300" y="4951413"/>
          <p14:tracePt t="147" x="4305300" y="4937125"/>
          <p14:tracePt t="150" x="4305300" y="4924425"/>
          <p14:tracePt t="154" x="4305300" y="4910138"/>
          <p14:tracePt t="156" x="4318000" y="4910138"/>
          <p14:tracePt t="157" x="4318000" y="4895850"/>
          <p14:tracePt t="159" x="4318000" y="4883150"/>
          <p14:tracePt t="164" x="4318000" y="4868863"/>
          <p14:tracePt t="169" x="4318000" y="4856163"/>
          <p14:tracePt t="175" x="4318000" y="4841875"/>
          <p14:tracePt t="177" x="4318000" y="4827588"/>
          <p14:tracePt t="184" x="4332288" y="4814888"/>
          <p14:tracePt t="204" x="4332288" y="4786313"/>
          <p14:tracePt t="330" x="4332288" y="4773613"/>
          <p14:tracePt t="632" x="4346575" y="4773613"/>
          <p14:tracePt t="636" x="4346575" y="4786313"/>
          <p14:tracePt t="639" x="4359275" y="4786313"/>
          <p14:tracePt t="644" x="4373563" y="4800600"/>
          <p14:tracePt t="650" x="4373563" y="4814888"/>
          <p14:tracePt t="655" x="4373563" y="4827588"/>
          <p14:tracePt t="657" x="4386263" y="4841875"/>
          <p14:tracePt t="661" x="4386263" y="4856163"/>
          <p14:tracePt t="665" x="4386263" y="4868863"/>
          <p14:tracePt t="669" x="4386263" y="4883150"/>
          <p14:tracePt t="672" x="4386263" y="4895850"/>
          <p14:tracePt t="676" x="4400550" y="4910138"/>
          <p14:tracePt t="678" x="4400550" y="4924425"/>
          <p14:tracePt t="680" x="4400550" y="4937125"/>
          <p14:tracePt t="684" x="4400550" y="4951413"/>
          <p14:tracePt t="686" x="4400550" y="4965700"/>
          <p14:tracePt t="690" x="4400550" y="4992688"/>
          <p14:tracePt t="694" x="4400550" y="5006975"/>
          <p14:tracePt t="696" x="4400550" y="5033963"/>
          <p14:tracePt t="698" x="4400550" y="5048250"/>
          <p14:tracePt t="701" x="4400550" y="5060950"/>
          <p14:tracePt t="702" x="4400550" y="5075238"/>
          <p14:tracePt t="703" x="4400550" y="5087938"/>
          <p14:tracePt t="706" x="4400550" y="5102225"/>
          <p14:tracePt t="708" x="4400550" y="5116513"/>
          <p14:tracePt t="709" x="4400550" y="5129213"/>
          <p14:tracePt t="711" x="4400550" y="5143500"/>
          <p14:tracePt t="714" x="4400550" y="5170488"/>
          <p14:tracePt t="716" x="4400550" y="5184775"/>
          <p14:tracePt t="718" x="4400550" y="5199063"/>
          <p14:tracePt t="719" x="4400550" y="5211763"/>
          <p14:tracePt t="721" x="4400550" y="5226050"/>
          <p14:tracePt t="723" x="4400550" y="5238750"/>
          <p14:tracePt t="725" x="4400550" y="5253038"/>
          <p14:tracePt t="726" x="4400550" y="5267325"/>
          <p14:tracePt t="728" x="4400550" y="5280025"/>
          <p14:tracePt t="730" x="4400550" y="5294313"/>
          <p14:tracePt t="733" x="4400550" y="5321300"/>
          <p14:tracePt t="737" x="4400550" y="5335588"/>
          <p14:tracePt t="739" x="4400550" y="5349875"/>
          <p14:tracePt t="741" x="4400550" y="5362575"/>
          <p14:tracePt t="744" x="4400550" y="5376863"/>
          <p14:tracePt t="745" x="4400550" y="5391150"/>
          <p14:tracePt t="747" x="4400550" y="5403850"/>
          <p14:tracePt t="751" x="4400550" y="5418138"/>
          <p14:tracePt t="754" x="4400550" y="5430838"/>
          <p14:tracePt t="758" x="4400550" y="5445125"/>
          <p14:tracePt t="763" x="4400550" y="5459413"/>
          <p14:tracePt t="766" x="4400550" y="5472113"/>
          <p14:tracePt t="770" x="4400550" y="5486400"/>
          <p14:tracePt t="777" x="4400550" y="5500688"/>
          <p14:tracePt t="780" x="4400550" y="5513388"/>
          <p14:tracePt t="783" x="4400550" y="5527675"/>
          <p14:tracePt t="788" x="4400550" y="5541963"/>
          <p14:tracePt t="794" x="4400550" y="5554663"/>
          <p14:tracePt t="800" x="4400550" y="5568950"/>
          <p14:tracePt t="803" x="4400550" y="5581650"/>
          <p14:tracePt t="811" x="4400550" y="5595938"/>
          <p14:tracePt t="829" x="4400550" y="5610225"/>
          <p14:tracePt t="1245" x="4386263" y="5610225"/>
          <p14:tracePt t="1252" x="4373563" y="5610225"/>
          <p14:tracePt t="1628" x="4386263" y="5610225"/>
          <p14:tracePt t="1632" x="4386263" y="5595938"/>
          <p14:tracePt t="1638" x="4400550" y="5595938"/>
          <p14:tracePt t="1639" x="4400550" y="5581650"/>
          <p14:tracePt t="1642" x="4400550" y="5568950"/>
          <p14:tracePt t="1644" x="4414838" y="5568950"/>
          <p14:tracePt t="1647" x="4414838" y="5554663"/>
          <p14:tracePt t="1649" x="4427538" y="5554663"/>
          <p14:tracePt t="1651" x="4441825" y="5527675"/>
          <p14:tracePt t="1655" x="4441825" y="5513388"/>
          <p14:tracePt t="1656" x="4456113" y="5513388"/>
          <p14:tracePt t="1658" x="4456113" y="5500688"/>
          <p14:tracePt t="1661" x="4468813" y="5486400"/>
          <p14:tracePt t="1663" x="4483100" y="5472113"/>
          <p14:tracePt t="1665" x="4483100" y="5459413"/>
          <p14:tracePt t="1667" x="4497388" y="5445125"/>
          <p14:tracePt t="1669" x="4497388" y="5430838"/>
          <p14:tracePt t="1671" x="4510088" y="5418138"/>
          <p14:tracePt t="1673" x="4510088" y="5403850"/>
          <p14:tracePt t="1675" x="4524375" y="5391150"/>
          <p14:tracePt t="1678" x="4524375" y="5376863"/>
          <p14:tracePt t="1680" x="4537075" y="5362575"/>
          <p14:tracePt t="1682" x="4537075" y="5349875"/>
          <p14:tracePt t="1684" x="4537075" y="5321300"/>
          <p14:tracePt t="1686" x="4551363" y="5321300"/>
          <p14:tracePt t="1687" x="4565650" y="5308600"/>
          <p14:tracePt t="1690" x="4565650" y="5294313"/>
          <p14:tracePt t="1692" x="4565650" y="5280025"/>
          <p14:tracePt t="1693" x="4578350" y="5267325"/>
          <p14:tracePt t="1695" x="4578350" y="5253038"/>
          <p14:tracePt t="1698" x="4592638" y="5226050"/>
          <p14:tracePt t="1700" x="4606925" y="5211763"/>
          <p14:tracePt t="1702" x="4606925" y="5199063"/>
          <p14:tracePt t="1704" x="4606925" y="5184775"/>
          <p14:tracePt t="1706" x="4619625" y="5170488"/>
          <p14:tracePt t="1709" x="4619625" y="5143500"/>
          <p14:tracePt t="1712" x="4633913" y="5129213"/>
          <p14:tracePt t="1715" x="4633913" y="5116513"/>
          <p14:tracePt t="1717" x="4633913" y="5102225"/>
          <p14:tracePt t="1718" x="4633913" y="5087938"/>
          <p14:tracePt t="1719" x="4646613" y="5087938"/>
          <p14:tracePt t="1721" x="4646613" y="5075238"/>
          <p14:tracePt t="1723" x="4660900" y="5075238"/>
          <p14:tracePt t="1725" x="4660900" y="5060950"/>
          <p14:tracePt t="1728" x="4660900" y="5048250"/>
          <p14:tracePt t="1731" x="4675188" y="5033963"/>
          <p14:tracePt t="1735" x="4675188" y="5019675"/>
          <p14:tracePt t="1739" x="4675188" y="5006975"/>
          <p14:tracePt t="1741" x="4687888" y="5006975"/>
          <p14:tracePt t="1743" x="4687888" y="4992688"/>
          <p14:tracePt t="1745" x="4687888" y="4978400"/>
          <p14:tracePt t="1749" x="4687888" y="4965700"/>
          <p14:tracePt t="1754" x="4702175" y="4951413"/>
          <p14:tracePt t="1759" x="4702175" y="4937125"/>
          <p14:tracePt t="1763" x="4716463" y="4924425"/>
          <p14:tracePt t="1768" x="4716463" y="4910138"/>
          <p14:tracePt t="1773" x="4716463" y="4895850"/>
          <p14:tracePt t="1780" x="4716463" y="4868863"/>
          <p14:tracePt t="1786" x="4716463" y="4856163"/>
          <p14:tracePt t="1789" x="4729163" y="4856163"/>
          <p14:tracePt t="1791" x="4729163" y="4841875"/>
          <p14:tracePt t="1798" x="4729163" y="4827588"/>
          <p14:tracePt t="1800" x="4729163" y="4814888"/>
          <p14:tracePt t="1806" x="4729163" y="480060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TW" sz="2400" dirty="0">
                <a:latin typeface="Times New Roman" panose="02020603050405020304" pitchFamily="18" charset="0"/>
              </a:rPr>
              <a:t>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104308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DF43CD45-1290-96F5-0C4D-0F488857E5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49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2540">
        <p159:morph option="byObject"/>
      </p:transition>
    </mc:Choice>
    <mc:Fallback>
      <p:transition advTm="254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7" x="4716463" y="4732338"/>
          <p14:tracePt t="83" x="4729163" y="4732338"/>
          <p14:tracePt t="93" x="4743450" y="4732338"/>
          <p14:tracePt t="102" x="4743450" y="4745038"/>
          <p14:tracePt t="108" x="4757738" y="4745038"/>
          <p14:tracePt t="117" x="4757738" y="4759325"/>
          <p14:tracePt t="119" x="4770438" y="4759325"/>
          <p14:tracePt t="125" x="4770438" y="4773613"/>
          <p14:tracePt t="135" x="4770438" y="4786313"/>
          <p14:tracePt t="139" x="4770438" y="4800600"/>
          <p14:tracePt t="141" x="4757738" y="4800600"/>
          <p14:tracePt t="146" x="4757738" y="4814888"/>
          <p14:tracePt t="147" x="4743450" y="4814888"/>
          <p14:tracePt t="149" x="4743450" y="4827588"/>
          <p14:tracePt t="150" x="4729163" y="4827588"/>
          <p14:tracePt t="154" x="4716463" y="4827588"/>
          <p14:tracePt t="156" x="4702175" y="4841875"/>
          <p14:tracePt t="160" x="4687888" y="4841875"/>
          <p14:tracePt t="162" x="4675188" y="4841875"/>
          <p14:tracePt t="163" x="4660900" y="4841875"/>
          <p14:tracePt t="164" x="4660900" y="4856163"/>
          <p14:tracePt t="167" x="4646613" y="4868863"/>
          <p14:tracePt t="169" x="4633913" y="4868863"/>
          <p14:tracePt t="191" x="4606925" y="4868863"/>
          <p14:tracePt t="205" x="4592638" y="4868863"/>
          <p14:tracePt t="210" x="4592638" y="4856163"/>
          <p14:tracePt t="215" x="4592638" y="4841875"/>
          <p14:tracePt t="221" x="4592638" y="4827588"/>
          <p14:tracePt t="225" x="4592638" y="4814888"/>
          <p14:tracePt t="228" x="4592638" y="4800600"/>
          <p14:tracePt t="236" x="4592638" y="4786313"/>
          <p14:tracePt t="242" x="4592638" y="4773613"/>
          <p14:tracePt t="244" x="4606925" y="4773613"/>
          <p14:tracePt t="372" x="4619625" y="4773613"/>
          <p14:tracePt t="652" x="4633913" y="4773613"/>
          <p14:tracePt t="690" x="4633913" y="4786313"/>
          <p14:tracePt t="711" x="4633913" y="4800600"/>
          <p14:tracePt t="717" x="4633913" y="4814888"/>
          <p14:tracePt t="729" x="4633913" y="4827588"/>
          <p14:tracePt t="738" x="4633913" y="4841875"/>
          <p14:tracePt t="741" x="4646613" y="4841875"/>
          <p14:tracePt t="746" x="4646613" y="4856163"/>
          <p14:tracePt t="748" x="4646613" y="4868863"/>
          <p14:tracePt t="753" x="4646613" y="4883150"/>
          <p14:tracePt t="758" x="4646613" y="4895850"/>
          <p14:tracePt t="764" x="4646613" y="4910138"/>
          <p14:tracePt t="767" x="4646613" y="4924425"/>
          <p14:tracePt t="771" x="4646613" y="4937125"/>
          <p14:tracePt t="774" x="4646613" y="4951413"/>
          <p14:tracePt t="778" x="4646613" y="4965700"/>
          <p14:tracePt t="783" x="4646613" y="4978400"/>
          <p14:tracePt t="785" x="4646613" y="4992688"/>
          <p14:tracePt t="790" x="4646613" y="5006975"/>
          <p14:tracePt t="795" x="4646613" y="5019675"/>
          <p14:tracePt t="801" x="4646613" y="5033963"/>
          <p14:tracePt t="804" x="4646613" y="5048250"/>
          <p14:tracePt t="811" x="4646613" y="5060950"/>
          <p14:tracePt t="821" x="4633913" y="5060950"/>
          <p14:tracePt t="823" x="4633913" y="5075238"/>
          <p14:tracePt t="837" x="4633913" y="5087938"/>
          <p14:tracePt t="855" x="4633913" y="5102225"/>
          <p14:tracePt t="959" x="4633913" y="5087938"/>
          <p14:tracePt t="966" x="4619625" y="5087938"/>
          <p14:tracePt t="979" x="4606925" y="5087938"/>
          <p14:tracePt t="998" x="4606925" y="5075238"/>
          <p14:tracePt t="1006" x="4592638" y="5075238"/>
          <p14:tracePt t="1014" x="4592638" y="5060950"/>
          <p14:tracePt t="1022" x="4578350" y="5048250"/>
          <p14:tracePt t="1025" x="4578350" y="5033963"/>
          <p14:tracePt t="1032" x="4565650" y="5019675"/>
          <p14:tracePt t="1037" x="4551363" y="5006975"/>
          <p14:tracePt t="1042" x="4551363" y="4992688"/>
          <p14:tracePt t="1044" x="4551363" y="4978400"/>
          <p14:tracePt t="1049" x="4537075" y="4965700"/>
          <p14:tracePt t="1053" x="4537075" y="4951413"/>
          <p14:tracePt t="1059" x="4537075" y="4937125"/>
          <p14:tracePt t="1063" x="4537075" y="4924425"/>
          <p14:tracePt t="1068" x="4537075" y="4910138"/>
          <p14:tracePt t="1080" x="4537075" y="4895850"/>
          <p14:tracePt t="1093" x="4537075" y="4883150"/>
          <p14:tracePt t="1104" x="4551363" y="4883150"/>
          <p14:tracePt t="1109" x="4565650" y="4883150"/>
          <p14:tracePt t="1119" x="4578350" y="4883150"/>
          <p14:tracePt t="1130" x="4592638" y="4883150"/>
          <p14:tracePt t="1140" x="4606925" y="4895850"/>
          <p14:tracePt t="1144" x="4619625" y="4895850"/>
          <p14:tracePt t="1147" x="4619625" y="4910138"/>
          <p14:tracePt t="1151" x="4633913" y="4910138"/>
          <p14:tracePt t="1154" x="4633913" y="4924425"/>
          <p14:tracePt t="1157" x="4633913" y="4937125"/>
          <p14:tracePt t="1160" x="4646613" y="4937125"/>
          <p14:tracePt t="1162" x="4646613" y="4951413"/>
          <p14:tracePt t="1172" x="4660900" y="4965700"/>
          <p14:tracePt t="1181" x="4660900" y="4978400"/>
          <p14:tracePt t="1185" x="4660900" y="4992688"/>
          <p14:tracePt t="1198" x="4660900" y="5006975"/>
          <p14:tracePt t="1212" x="4646613" y="5019675"/>
          <p14:tracePt t="1219" x="4633913" y="5019675"/>
          <p14:tracePt t="1228" x="4619625" y="5019675"/>
          <p14:tracePt t="1249" x="4606925" y="5019675"/>
          <p14:tracePt t="1266" x="4592638" y="5019675"/>
          <p14:tracePt t="1275" x="4578350" y="5006975"/>
          <p14:tracePt t="1283" x="4578350" y="4992688"/>
          <p14:tracePt t="1287" x="4578350" y="4978400"/>
          <p14:tracePt t="1293" x="4565650" y="4978400"/>
          <p14:tracePt t="1316" x="4565650" y="4965700"/>
          <p14:tracePt t="1333" x="4578350" y="4965700"/>
          <p14:tracePt t="1338" x="4592638" y="4965700"/>
          <p14:tracePt t="1346" x="4606925" y="4965700"/>
          <p14:tracePt t="1349" x="4619625" y="4965700"/>
          <p14:tracePt t="1357" x="4633913" y="4965700"/>
          <p14:tracePt t="1363" x="4646613" y="4965700"/>
          <p14:tracePt t="1368" x="4660900" y="4965700"/>
          <p14:tracePt t="1371" x="4675188" y="4978400"/>
          <p14:tracePt t="1376" x="4687888" y="4992688"/>
          <p14:tracePt t="1382" x="4702175" y="5006975"/>
          <p14:tracePt t="1386" x="4702175" y="5019675"/>
          <p14:tracePt t="1389" x="4702175" y="5033963"/>
          <p14:tracePt t="1391" x="4716463" y="5033963"/>
          <p14:tracePt t="1393" x="4716463" y="5048250"/>
          <p14:tracePt t="1397" x="4729163" y="5060950"/>
          <p14:tracePt t="1401" x="4729163" y="5075238"/>
          <p14:tracePt t="1403" x="4729163" y="5087938"/>
          <p14:tracePt t="1406" x="4729163" y="5102225"/>
          <p14:tracePt t="1411" x="4729163" y="5116513"/>
          <p14:tracePt t="1412" x="4729163" y="5129213"/>
          <p14:tracePt t="1413" x="4729163" y="5143500"/>
          <p14:tracePt t="1417" x="4729163" y="5157788"/>
          <p14:tracePt t="1418" x="4729163" y="5170488"/>
          <p14:tracePt t="1421" x="4729163" y="5184775"/>
          <p14:tracePt t="1424" x="4729163" y="5199063"/>
          <p14:tracePt t="1425" x="4729163" y="5211763"/>
          <p14:tracePt t="1426" x="4716463" y="5211763"/>
          <p14:tracePt t="1427" x="4716463" y="5226050"/>
          <p14:tracePt t="1429" x="4716463" y="5238750"/>
          <p14:tracePt t="1431" x="4716463" y="5253038"/>
          <p14:tracePt t="1432" x="4716463" y="5267325"/>
          <p14:tracePt t="1435" x="4716463" y="5294313"/>
          <p14:tracePt t="1437" x="4702175" y="5308600"/>
          <p14:tracePt t="1439" x="4702175" y="5321300"/>
          <p14:tracePt t="1441" x="4702175" y="5335588"/>
          <p14:tracePt t="1443" x="4702175" y="5349875"/>
          <p14:tracePt t="1445" x="4702175" y="5362575"/>
          <p14:tracePt t="1447" x="4702175" y="5376863"/>
          <p14:tracePt t="1449" x="4702175" y="5391150"/>
          <p14:tracePt t="1450" x="4702175" y="5403850"/>
          <p14:tracePt t="1451" x="4687888" y="5403850"/>
          <p14:tracePt t="1452" x="4687888" y="5418138"/>
          <p14:tracePt t="1455" x="4687888" y="5430838"/>
          <p14:tracePt t="1457" x="4687888" y="5459413"/>
          <p14:tracePt t="1460" x="4687888" y="5472113"/>
          <p14:tracePt t="1462" x="4687888" y="5486400"/>
          <p14:tracePt t="1464" x="4687888" y="5500688"/>
          <p14:tracePt t="1466" x="4687888" y="5513388"/>
          <p14:tracePt t="1469" x="4687888" y="5527675"/>
          <p14:tracePt t="1470" x="4675188" y="5527675"/>
          <p14:tracePt t="1472" x="4675188" y="5554663"/>
          <p14:tracePt t="1474" x="4675188" y="5568950"/>
          <p14:tracePt t="1477" x="4675188" y="5581650"/>
          <p14:tracePt t="1480" x="4675188" y="5595938"/>
          <p14:tracePt t="1484" x="4675188" y="5610225"/>
          <p14:tracePt t="1487" x="4675188" y="5622925"/>
          <p14:tracePt t="1488" x="4675188" y="5637213"/>
          <p14:tracePt t="1491" x="4660900" y="5637213"/>
          <p14:tracePt t="1494" x="4660900" y="5651500"/>
          <p14:tracePt t="1502" x="4660900" y="5664200"/>
          <p14:tracePt t="1517" x="4660900" y="5678488"/>
          <p14:tracePt t="1879" x="4675188" y="5678488"/>
          <p14:tracePt t="1887" x="4687888" y="5678488"/>
          <p14:tracePt t="1895" x="4702175" y="5678488"/>
          <p14:tracePt t="1900" x="4716463" y="5678488"/>
          <p14:tracePt t="1906" x="4729163" y="5678488"/>
          <p14:tracePt t="1910" x="4743450" y="5678488"/>
          <p14:tracePt t="1916" x="4757738" y="5678488"/>
          <p14:tracePt t="1920" x="4770438" y="5678488"/>
          <p14:tracePt t="1926" x="4784725" y="5678488"/>
          <p14:tracePt t="1928" x="4797425" y="5664200"/>
          <p14:tracePt t="1935" x="4811713" y="5664200"/>
          <p14:tracePt t="1937" x="4826000" y="5664200"/>
          <p14:tracePt t="1942" x="4838700" y="5664200"/>
          <p14:tracePt t="1944" x="4852988" y="5651500"/>
          <p14:tracePt t="1950" x="4867275" y="5651500"/>
          <p14:tracePt t="1952" x="4879975" y="5651500"/>
          <p14:tracePt t="1955" x="4894263" y="5651500"/>
          <p14:tracePt t="1957" x="4908550" y="5637213"/>
          <p14:tracePt t="1961" x="4921250" y="5637213"/>
          <p14:tracePt t="1966" x="4935538" y="5637213"/>
          <p14:tracePt t="1973" x="4948238" y="5637213"/>
          <p14:tracePt t="1974" x="4948238" y="5622925"/>
          <p14:tracePt t="1976" x="4962525" y="5622925"/>
          <p14:tracePt t="1985" x="4976813" y="5622925"/>
          <p14:tracePt t="2002" x="4989513" y="5610225"/>
          <p14:tracePt t="2020" x="5003800" y="5595938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TW" sz="2400" dirty="0">
                <a:latin typeface="Times New Roman" panose="02020603050405020304" pitchFamily="18" charset="0"/>
              </a:rPr>
              <a:t>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100223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A2B7A42E-6015-A76C-C0D5-EE759ED58B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40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5489">
        <p159:morph option="byObject"/>
      </p:transition>
    </mc:Choice>
    <mc:Fallback>
      <p:transition advTm="548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4" x="5470525" y="5376863"/>
          <p14:tracePt t="47" x="5470525" y="5362575"/>
          <p14:tracePt t="66" x="5456238" y="5362575"/>
          <p14:tracePt t="71" x="5456238" y="5349875"/>
          <p14:tracePt t="84" x="5456238" y="5335588"/>
          <p14:tracePt t="92" x="5456238" y="5321300"/>
          <p14:tracePt t="93" x="5441950" y="5321300"/>
          <p14:tracePt t="94" x="5441950" y="5308600"/>
          <p14:tracePt t="100" x="5429250" y="5294313"/>
          <p14:tracePt t="105" x="5429250" y="5280025"/>
          <p14:tracePt t="110" x="5429250" y="5267325"/>
          <p14:tracePt t="112" x="5429250" y="5253038"/>
          <p14:tracePt t="117" x="5429250" y="5238750"/>
          <p14:tracePt t="120" x="5429250" y="5226050"/>
          <p14:tracePt t="126" x="5429250" y="5199063"/>
          <p14:tracePt t="129" x="5429250" y="5184775"/>
          <p14:tracePt t="135" x="5429250" y="5170488"/>
          <p14:tracePt t="138" x="5429250" y="5157788"/>
          <p14:tracePt t="144" x="5429250" y="5143500"/>
          <p14:tracePt t="300" x="5429250" y="5157788"/>
          <p14:tracePt t="334" x="5400675" y="5199063"/>
          <p14:tracePt t="350" x="5400675" y="5211763"/>
          <p14:tracePt t="359" x="5400675" y="5226050"/>
          <p14:tracePt t="371" x="5387975" y="5226050"/>
          <p14:tracePt t="375" x="5387975" y="5238750"/>
          <p14:tracePt t="383" x="5373688" y="5253038"/>
          <p14:tracePt t="398" x="5373688" y="5267325"/>
          <p14:tracePt t="426" x="5373688" y="5280025"/>
          <p14:tracePt t="445" x="5360988" y="5280025"/>
          <p14:tracePt t="547" x="5346700" y="5280025"/>
          <p14:tracePt t="572" x="5332413" y="5280025"/>
          <p14:tracePt t="599" x="5319713" y="5280025"/>
          <p14:tracePt t="623" x="5319713" y="5267325"/>
          <p14:tracePt t="627" x="5305425" y="5267325"/>
          <p14:tracePt t="677" x="5291138" y="5267325"/>
          <p14:tracePt t="949" x="5278438" y="5267325"/>
          <p14:tracePt t="954" x="5264150" y="5253038"/>
          <p14:tracePt t="959" x="5249863" y="5253038"/>
          <p14:tracePt t="962" x="5249863" y="5238750"/>
          <p14:tracePt t="964" x="5237163" y="5238750"/>
          <p14:tracePt t="969" x="5222875" y="5226050"/>
          <p14:tracePt t="971" x="5210175" y="5226050"/>
          <p14:tracePt t="972" x="5210175" y="5211763"/>
          <p14:tracePt t="976" x="5195888" y="5211763"/>
          <p14:tracePt t="981" x="5181600" y="5199063"/>
          <p14:tracePt t="986" x="5168900" y="5199063"/>
          <p14:tracePt t="988" x="5154613" y="5199063"/>
          <p14:tracePt t="989" x="5154613" y="5184775"/>
          <p14:tracePt t="992" x="5140325" y="5184775"/>
          <p14:tracePt t="996" x="5140325" y="5170488"/>
          <p14:tracePt t="998" x="5127625" y="5157788"/>
          <p14:tracePt t="1003" x="5113338" y="5157788"/>
          <p14:tracePt t="1005" x="5099050" y="5157788"/>
          <p14:tracePt t="1007" x="5099050" y="5143500"/>
          <p14:tracePt t="1012" x="5086350" y="5143500"/>
          <p14:tracePt t="1024" x="5086350" y="5129213"/>
          <p14:tracePt t="1030" x="5072063" y="5129213"/>
          <p14:tracePt t="1042" x="5072063" y="5116513"/>
          <p14:tracePt t="1050" x="5072063" y="5102225"/>
          <p14:tracePt t="1055" x="5059363" y="5102225"/>
          <p14:tracePt t="1067" x="5045075" y="5087938"/>
          <p14:tracePt t="1079" x="5030788" y="5087938"/>
          <p14:tracePt t="1083" x="5018088" y="5087938"/>
          <p14:tracePt t="1084" x="5018088" y="5075238"/>
          <p14:tracePt t="1088" x="5003800" y="5075238"/>
          <p14:tracePt t="1094" x="4989513" y="5060950"/>
          <p14:tracePt t="1096" x="4976813" y="5060950"/>
          <p14:tracePt t="1101" x="4962525" y="5060950"/>
          <p14:tracePt t="1105" x="4948238" y="5060950"/>
          <p14:tracePt t="1106" x="4948238" y="5048250"/>
          <p14:tracePt t="1110" x="4935538" y="5048250"/>
          <p14:tracePt t="1112" x="4935538" y="5033963"/>
          <p14:tracePt t="1113" x="4921250" y="5033963"/>
          <p14:tracePt t="1116" x="4908550" y="5033963"/>
          <p14:tracePt t="1121" x="4894263" y="5019675"/>
          <p14:tracePt t="1123" x="4879975" y="5019675"/>
          <p14:tracePt t="1130" x="4867275" y="5006975"/>
          <p14:tracePt t="1150" x="4852988" y="4992688"/>
          <p14:tracePt t="1160" x="4852988" y="4978400"/>
          <p14:tracePt t="1193" x="4838700" y="4978400"/>
          <p14:tracePt t="1239" x="4826000" y="4978400"/>
          <p14:tracePt t="1249" x="4826000" y="4965700"/>
          <p14:tracePt t="1259" x="4826000" y="4951413"/>
          <p14:tracePt t="1274" x="4826000" y="4937125"/>
          <p14:tracePt t="1282" x="4826000" y="4924425"/>
          <p14:tracePt t="1292" x="4826000" y="4910138"/>
          <p14:tracePt t="1300" x="4826000" y="4895850"/>
          <p14:tracePt t="1306" x="4826000" y="4883150"/>
          <p14:tracePt t="1308" x="4826000" y="4868863"/>
          <p14:tracePt t="1313" x="4826000" y="4856163"/>
          <p14:tracePt t="1316" x="4838700" y="4841875"/>
          <p14:tracePt t="1319" x="4838700" y="4827588"/>
          <p14:tracePt t="1321" x="4838700" y="4814888"/>
          <p14:tracePt t="1322" x="4838700" y="4800600"/>
          <p14:tracePt t="1326" x="4838700" y="4786313"/>
          <p14:tracePt t="1328" x="4838700" y="4773613"/>
          <p14:tracePt t="1330" x="4838700" y="4759325"/>
          <p14:tracePt t="1334" x="4838700" y="4745038"/>
          <p14:tracePt t="1337" x="4838700" y="4732338"/>
          <p14:tracePt t="1338" x="4838700" y="4718050"/>
          <p14:tracePt t="1340" x="4838700" y="4705350"/>
          <p14:tracePt t="1341" x="4852988" y="4705350"/>
          <p14:tracePt t="1342" x="4852988" y="4691063"/>
          <p14:tracePt t="1342" x="4852988" y="4676775"/>
          <p14:tracePt t="1345" x="4852988" y="4664075"/>
          <p14:tracePt t="1345" x="4852988" y="4649788"/>
          <p14:tracePt t="1348" x="4867275" y="4622800"/>
          <p14:tracePt t="1351" x="4879975" y="4622800"/>
          <p14:tracePt t="1351" x="4879975" y="4608513"/>
          <p14:tracePt t="1352" x="4879975" y="4594225"/>
          <p14:tracePt t="1353" x="4879975" y="4581525"/>
          <p14:tracePt t="1355" x="4879975" y="4567238"/>
          <p14:tracePt t="1357" x="4894263" y="4567238"/>
          <p14:tracePt t="1357" x="4894263" y="4552950"/>
          <p14:tracePt t="1358" x="4894263" y="4540250"/>
          <p14:tracePt t="1362" x="4908550" y="4513263"/>
          <p14:tracePt t="1363" x="4908550" y="4498975"/>
          <p14:tracePt t="1364" x="4921250" y="4484688"/>
          <p14:tracePt t="1366" x="4935538" y="4471988"/>
          <p14:tracePt t="1366" x="4935538" y="4457700"/>
          <p14:tracePt t="1368" x="4948238" y="4430713"/>
          <p14:tracePt t="1369" x="4948238" y="4416425"/>
          <p14:tracePt t="1370" x="4962525" y="4402138"/>
          <p14:tracePt t="1371" x="4962525" y="4389438"/>
          <p14:tracePt t="1372" x="4976813" y="4375150"/>
          <p14:tracePt t="1375" x="4976813" y="4348163"/>
          <p14:tracePt t="1377" x="4989513" y="4321175"/>
          <p14:tracePt t="1377" x="5003800" y="4321175"/>
          <p14:tracePt t="1379" x="5003800" y="4292600"/>
          <p14:tracePt t="1381" x="5018088" y="4279900"/>
          <p14:tracePt t="1382" x="5030788" y="4265613"/>
          <p14:tracePt t="1383" x="5030788" y="4251325"/>
          <p14:tracePt t="1385" x="5045075" y="4224338"/>
          <p14:tracePt t="1387" x="5045075" y="4210050"/>
          <p14:tracePt t="1389" x="5045075" y="4197350"/>
          <p14:tracePt t="1390" x="5059363" y="4183063"/>
          <p14:tracePt t="1391" x="5059363" y="4170363"/>
          <p14:tracePt t="1393" x="5072063" y="4156075"/>
          <p14:tracePt t="1397" x="5072063" y="4129088"/>
          <p14:tracePt t="1399" x="5072063" y="4114800"/>
          <p14:tracePt t="1401" x="5072063" y="4100513"/>
          <p14:tracePt t="1401" x="5072063" y="4087813"/>
          <p14:tracePt t="1403" x="5086350" y="4087813"/>
          <p14:tracePt t="1404" x="5086350" y="4073525"/>
          <p14:tracePt t="1405" x="5086350" y="4059238"/>
          <p14:tracePt t="1406" x="5086350" y="4046538"/>
          <p14:tracePt t="1408" x="5086350" y="4032250"/>
          <p14:tracePt t="1411" x="5086350" y="4019550"/>
          <p14:tracePt t="1414" x="5099050" y="4005263"/>
          <p14:tracePt t="1415" x="5099050" y="3990975"/>
          <p14:tracePt t="1417" x="5099050" y="3978275"/>
          <p14:tracePt t="1419" x="5099050" y="3963988"/>
          <p14:tracePt t="1421" x="5099050" y="3949700"/>
          <p14:tracePt t="1425" x="5099050" y="3937000"/>
          <p14:tracePt t="1429" x="5099050" y="3922713"/>
          <p14:tracePt t="1430" x="5113338" y="3922713"/>
          <p14:tracePt t="1432" x="5113338" y="3908425"/>
          <p14:tracePt t="1436" x="5113338" y="3895725"/>
          <p14:tracePt t="1442" x="5113338" y="3881438"/>
          <p14:tracePt t="1449" x="5113338" y="3867150"/>
          <p14:tracePt t="1452" x="5127625" y="3867150"/>
          <p14:tracePt t="1456" x="5127625" y="3854450"/>
          <p14:tracePt t="1461" x="5127625" y="3840163"/>
          <p14:tracePt t="1469" x="5127625" y="3827463"/>
          <p14:tracePt t="1477" x="5127625" y="3813175"/>
          <p14:tracePt t="1483" x="5127625" y="3798888"/>
          <p14:tracePt t="1490" x="5127625" y="3786188"/>
          <p14:tracePt t="1494" x="5127625" y="3771900"/>
          <p14:tracePt t="1503" x="5127625" y="3757613"/>
          <p14:tracePt t="1508" x="5127625" y="3744913"/>
          <p14:tracePt t="1517" x="5127625" y="3730625"/>
          <p14:tracePt t="1520" x="5127625" y="3716338"/>
          <p14:tracePt t="1526" x="5113338" y="3703638"/>
          <p14:tracePt t="1531" x="5099050" y="3689350"/>
          <p14:tracePt t="1535" x="5086350" y="3676650"/>
          <p14:tracePt t="1536" x="5086350" y="3662363"/>
          <p14:tracePt t="1537" x="5072063" y="3662363"/>
          <p14:tracePt t="1539" x="5059363" y="3648075"/>
          <p14:tracePt t="1543" x="5045075" y="3648075"/>
          <p14:tracePt t="1543" x="5045075" y="3635375"/>
          <p14:tracePt t="1545" x="5030788" y="3635375"/>
          <p14:tracePt t="1549" x="5003800" y="3621088"/>
          <p14:tracePt t="1550" x="5003800" y="3606800"/>
          <p14:tracePt t="1551" x="4989513" y="3606800"/>
          <p14:tracePt t="1553" x="4976813" y="3594100"/>
          <p14:tracePt t="1556" x="4962525" y="3594100"/>
          <p14:tracePt t="1557" x="4962525" y="3579813"/>
          <p14:tracePt t="1558" x="4948238" y="3565525"/>
          <p14:tracePt t="1560" x="4935538" y="3565525"/>
          <p14:tracePt t="1561" x="4921250" y="3565525"/>
          <p14:tracePt t="1563" x="4921250" y="3552825"/>
          <p14:tracePt t="1564" x="4908550" y="3552825"/>
          <p14:tracePt t="1566" x="4908550" y="3538538"/>
          <p14:tracePt t="1567" x="4894263" y="3538538"/>
          <p14:tracePt t="1571" x="4879975" y="3524250"/>
          <p14:tracePt t="1573" x="4879975" y="3511550"/>
          <p14:tracePt t="1575" x="4867275" y="3511550"/>
          <p14:tracePt t="1578" x="4852988" y="3511550"/>
          <p14:tracePt t="1579" x="4852988" y="3497263"/>
          <p14:tracePt t="1584" x="4838700" y="3484563"/>
          <p14:tracePt t="1591" x="4826000" y="3470275"/>
          <p14:tracePt t="1592" x="4826000" y="3455988"/>
          <p14:tracePt t="1599" x="4811713" y="3443288"/>
          <p14:tracePt t="1603" x="4797425" y="3443288"/>
          <p14:tracePt t="1606" x="4797425" y="3429000"/>
          <p14:tracePt t="1610" x="4797425" y="3414713"/>
          <p14:tracePt t="1612" x="4784725" y="3402013"/>
          <p14:tracePt t="1619" x="4784725" y="3387725"/>
          <p14:tracePt t="1623" x="4784725" y="3373438"/>
          <p14:tracePt t="1628" x="4784725" y="3360738"/>
          <p14:tracePt t="1633" x="4770438" y="3346450"/>
          <p14:tracePt t="1638" x="4770438" y="3333750"/>
          <p14:tracePt t="1643" x="4770438" y="3319463"/>
          <p14:tracePt t="1651" x="4757738" y="3319463"/>
          <p14:tracePt t="1655" x="4743450" y="3305175"/>
          <p14:tracePt t="1661" x="4743450" y="3292475"/>
          <p14:tracePt t="1665" x="4743450" y="3278188"/>
          <p14:tracePt t="1667" x="4729163" y="3278188"/>
          <p14:tracePt t="1675" x="4729163" y="3263900"/>
          <p14:tracePt t="1679" x="4716463" y="3263900"/>
          <p14:tracePt t="1687" x="4716463" y="3251200"/>
          <p14:tracePt t="1693" x="4702175" y="3251200"/>
          <p14:tracePt t="1702" x="4687888" y="3236913"/>
          <p14:tracePt t="1707" x="4687888" y="3222625"/>
          <p14:tracePt t="1717" x="4687888" y="3209925"/>
          <p14:tracePt t="1722" x="4675188" y="3195638"/>
          <p14:tracePt t="1731" x="4675188" y="3181350"/>
          <p14:tracePt t="1734" x="4660900" y="3181350"/>
          <p14:tracePt t="1736" x="4660900" y="3168650"/>
          <p14:tracePt t="1744" x="4660900" y="3154363"/>
          <p14:tracePt t="1747" x="4646613" y="3154363"/>
          <p14:tracePt t="1753" x="4646613" y="3141663"/>
          <p14:tracePt t="1758" x="4633913" y="3141663"/>
          <p14:tracePt t="1768" x="4633913" y="3127375"/>
          <p14:tracePt t="1774" x="4619625" y="3127375"/>
          <p14:tracePt t="1775" x="4619625" y="3113088"/>
          <p14:tracePt t="1791" x="4606925" y="3113088"/>
          <p14:tracePt t="1793" x="4606925" y="3100388"/>
          <p14:tracePt t="1808" x="4592638" y="3100388"/>
          <p14:tracePt t="1810" x="4592638" y="3086100"/>
          <p14:tracePt t="1816" x="4578350" y="3086100"/>
          <p14:tracePt t="1827" x="4565650" y="3086100"/>
          <p14:tracePt t="1830" x="4565650" y="3071813"/>
          <p14:tracePt t="1839" x="4565650" y="3059113"/>
          <p14:tracePt t="1841" x="4551363" y="3059113"/>
          <p14:tracePt t="1851" x="4551363" y="3044825"/>
          <p14:tracePt t="1855" x="4537075" y="3044825"/>
          <p14:tracePt t="1861" x="4524375" y="3044825"/>
          <p14:tracePt t="1870" x="4524375" y="3030538"/>
          <p14:tracePt t="1877" x="4510088" y="3030538"/>
          <p14:tracePt t="1930" x="4497388" y="3030538"/>
          <p14:tracePt t="1938" x="4497388" y="3017838"/>
          <p14:tracePt t="1943" x="4483100" y="3017838"/>
          <p14:tracePt t="1946" x="4468813" y="3017838"/>
          <p14:tracePt t="1948" x="4468813" y="3003550"/>
          <p14:tracePt t="1964" x="4456113" y="3003550"/>
          <p14:tracePt t="2379" x="4456113" y="3017838"/>
          <p14:tracePt t="2381" x="4468813" y="3030538"/>
          <p14:tracePt t="2383" x="4468813" y="3044825"/>
          <p14:tracePt t="2385" x="4483100" y="3059113"/>
          <p14:tracePt t="2387" x="4483100" y="3071813"/>
          <p14:tracePt t="2389" x="4497388" y="3086100"/>
          <p14:tracePt t="2390" x="4510088" y="3100388"/>
          <p14:tracePt t="2391" x="4510088" y="3113088"/>
          <p14:tracePt t="2392" x="4524375" y="3113088"/>
          <p14:tracePt t="2393" x="4524375" y="3141663"/>
          <p14:tracePt t="2396" x="4537075" y="3154363"/>
          <p14:tracePt t="2397" x="4551363" y="3168650"/>
          <p14:tracePt t="2397" x="4551363" y="3181350"/>
          <p14:tracePt t="2399" x="4565650" y="3222625"/>
          <p14:tracePt t="2401" x="4578350" y="3236913"/>
          <p14:tracePt t="2403" x="4578350" y="3251200"/>
          <p14:tracePt t="2405" x="4578350" y="3278188"/>
          <p14:tracePt t="2405" x="4592638" y="3319463"/>
          <p14:tracePt t="2407" x="4606925" y="3346450"/>
          <p14:tracePt t="2408" x="4606925" y="3360738"/>
          <p14:tracePt t="2410" x="4619625" y="3373438"/>
          <p14:tracePt t="2411" x="4633913" y="3387725"/>
          <p14:tracePt t="2412" x="4633913" y="3414713"/>
          <p14:tracePt t="2413" x="4633913" y="3429000"/>
          <p14:tracePt t="2413" x="4660900" y="3443288"/>
          <p14:tracePt t="2414" x="4660900" y="3455988"/>
          <p14:tracePt t="2415" x="4660900" y="3470275"/>
          <p14:tracePt t="2417" x="4660900" y="3497263"/>
          <p14:tracePt t="2418" x="4675188" y="3511550"/>
          <p14:tracePt t="2419" x="4687888" y="3524250"/>
          <p14:tracePt t="2419" x="4687888" y="3565525"/>
          <p14:tracePt t="2420" x="4687888" y="3579813"/>
          <p14:tracePt t="2421" x="4702175" y="3594100"/>
          <p14:tracePt t="2424" x="4716463" y="3635375"/>
          <p14:tracePt t="2425" x="4729163" y="3648075"/>
          <p14:tracePt t="2426" x="4729163" y="3662363"/>
          <p14:tracePt t="2426" x="4729163" y="3689350"/>
          <p14:tracePt t="2427" x="4729163" y="3703638"/>
          <p14:tracePt t="2428" x="4729163" y="3716338"/>
          <p14:tracePt t="2429" x="4743450" y="3730625"/>
          <p14:tracePt t="2431" x="4743450" y="3757613"/>
          <p14:tracePt t="2432" x="4757738" y="3771900"/>
          <p14:tracePt t="2432" x="4757738" y="3786188"/>
          <p14:tracePt t="2433" x="4757738" y="3813175"/>
          <p14:tracePt t="2435" x="4757738" y="3827463"/>
          <p14:tracePt t="2437" x="4757738" y="3840163"/>
          <p14:tracePt t="2439" x="4770438" y="3881438"/>
          <p14:tracePt t="2441" x="4770438" y="3895725"/>
          <p14:tracePt t="2441" x="4770438" y="3922713"/>
          <p14:tracePt t="2442" x="4784725" y="3922713"/>
          <p14:tracePt t="2443" x="4784725" y="3937000"/>
          <p14:tracePt t="2445" x="4784725" y="3949700"/>
          <p14:tracePt t="2446" x="4784725" y="3963988"/>
          <p14:tracePt t="2446" x="4797425" y="3978275"/>
          <p14:tracePt t="2447" x="4811713" y="4005263"/>
          <p14:tracePt t="2448" x="4811713" y="4019550"/>
          <p14:tracePt t="2449" x="4811713" y="4032250"/>
          <p14:tracePt t="2452" x="4811713" y="4059238"/>
          <p14:tracePt t="2453" x="4811713" y="4073525"/>
          <p14:tracePt t="2453" x="4826000" y="4087813"/>
          <p14:tracePt t="2455" x="4838700" y="4129088"/>
          <p14:tracePt t="2457" x="4838700" y="4141788"/>
          <p14:tracePt t="2459" x="4838700" y="4156075"/>
          <p14:tracePt t="2460" x="4838700" y="4170363"/>
          <p14:tracePt t="2460" x="4852988" y="4197350"/>
          <p14:tracePt t="2461" x="4852988" y="4210050"/>
          <p14:tracePt t="2462" x="4852988" y="4224338"/>
          <p14:tracePt t="2464" x="4867275" y="4251325"/>
          <p14:tracePt t="2466" x="4867275" y="4265613"/>
          <p14:tracePt t="2467" x="4867275" y="4292600"/>
          <p14:tracePt t="2468" x="4867275" y="4306888"/>
          <p14:tracePt t="2470" x="4879975" y="4333875"/>
          <p14:tracePt t="2471" x="4894263" y="4348163"/>
          <p14:tracePt t="2473" x="4894263" y="4362450"/>
          <p14:tracePt t="2473" x="4894263" y="4375150"/>
          <p14:tracePt t="2474" x="4894263" y="4389438"/>
          <p14:tracePt t="2476" x="4908550" y="4402138"/>
          <p14:tracePt t="2477" x="4908550" y="4416425"/>
          <p14:tracePt t="2479" x="4908550" y="4430713"/>
          <p14:tracePt t="2480" x="4908550" y="4443413"/>
          <p14:tracePt t="2481" x="4921250" y="4457700"/>
          <p14:tracePt t="2482" x="4921250" y="4471988"/>
          <p14:tracePt t="2483" x="4921250" y="4484688"/>
          <p14:tracePt t="2485" x="4935538" y="4498975"/>
          <p14:tracePt t="2488" x="4935538" y="4513263"/>
          <p14:tracePt t="2489" x="4948238" y="4540250"/>
          <p14:tracePt t="2491" x="4948238" y="4552950"/>
          <p14:tracePt t="2494" x="4948238" y="4567238"/>
          <p14:tracePt t="2495" x="4962525" y="4581525"/>
          <p14:tracePt t="2498" x="4962525" y="4594225"/>
          <p14:tracePt t="2500" x="4976813" y="4608513"/>
          <p14:tracePt t="2501" x="4976813" y="4622800"/>
          <p14:tracePt t="2503" x="4976813" y="4635500"/>
          <p14:tracePt t="2508" x="4989513" y="4649788"/>
          <p14:tracePt t="2509" x="4989513" y="4664075"/>
          <p14:tracePt t="2512" x="4989513" y="4676775"/>
          <p14:tracePt t="2515" x="4989513" y="4691063"/>
          <p14:tracePt t="2519" x="5003800" y="4691063"/>
          <p14:tracePt t="2520" x="5003800" y="4705350"/>
          <p14:tracePt t="2525" x="5003800" y="4718050"/>
          <p14:tracePt t="2529" x="5003800" y="4732338"/>
          <p14:tracePt t="2533" x="5003800" y="4745038"/>
          <p14:tracePt t="2535" x="5018088" y="4745038"/>
          <p14:tracePt t="2538" x="5030788" y="4759325"/>
          <p14:tracePt t="2543" x="5030788" y="4773613"/>
          <p14:tracePt t="2544" x="5030788" y="4786313"/>
          <p14:tracePt t="2549" x="5045075" y="4800600"/>
          <p14:tracePt t="2554" x="5045075" y="4814888"/>
          <p14:tracePt t="2557" x="5045075" y="4827588"/>
          <p14:tracePt t="2559" x="5059363" y="4841875"/>
          <p14:tracePt t="2562" x="5059363" y="4856163"/>
          <p14:tracePt t="2566" x="5059363" y="4868863"/>
          <p14:tracePt t="2571" x="5072063" y="4883150"/>
          <p14:tracePt t="2574" x="5072063" y="4895850"/>
          <p14:tracePt t="2581" x="5072063" y="4910138"/>
          <p14:tracePt t="2586" x="5072063" y="4924425"/>
          <p14:tracePt t="2593" x="5072063" y="4937125"/>
          <p14:tracePt t="2598" x="5072063" y="4951413"/>
          <p14:tracePt t="2600" x="5086350" y="4951413"/>
          <p14:tracePt t="2608" x="5086350" y="4965700"/>
          <p14:tracePt t="2619" x="5086350" y="4978400"/>
          <p14:tracePt t="2625" x="5086350" y="4992688"/>
          <p14:tracePt t="2630" x="5086350" y="5006975"/>
          <p14:tracePt t="2633" x="5099050" y="5006975"/>
          <p14:tracePt t="2635" x="5099050" y="5019675"/>
          <p14:tracePt t="2640" x="5099050" y="5033963"/>
          <p14:tracePt t="2643" x="5113338" y="5033963"/>
          <p14:tracePt t="2644" x="5113338" y="5048250"/>
          <p14:tracePt t="2648" x="5113338" y="5060950"/>
          <p14:tracePt t="2650" x="5113338" y="5075238"/>
          <p14:tracePt t="2654" x="5113338" y="5087938"/>
          <p14:tracePt t="2656" x="5127625" y="5087938"/>
          <p14:tracePt t="2658" x="5127625" y="5102225"/>
          <p14:tracePt t="2662" x="5127625" y="5116513"/>
          <p14:tracePt t="2664" x="5127625" y="5129213"/>
          <p14:tracePt t="2668" x="5127625" y="5143500"/>
          <p14:tracePt t="2672" x="5127625" y="5157788"/>
          <p14:tracePt t="2679" x="5127625" y="5170488"/>
          <p14:tracePt t="2681" x="5140325" y="5170488"/>
          <p14:tracePt t="2683" x="5140325" y="5184775"/>
          <p14:tracePt t="2693" x="5140325" y="5199063"/>
          <p14:tracePt t="2713" x="5140325" y="5211763"/>
          <p14:tracePt t="2748" x="5127625" y="5211763"/>
          <p14:tracePt t="2756" x="5113338" y="5211763"/>
          <p14:tracePt t="2763" x="5099050" y="5211763"/>
          <p14:tracePt t="2765" x="5099050" y="5199063"/>
          <p14:tracePt t="2768" x="5086350" y="5199063"/>
          <p14:tracePt t="2771" x="5072063" y="5184775"/>
          <p14:tracePt t="2772" x="5072063" y="5170488"/>
          <p14:tracePt t="2776" x="5059363" y="5170488"/>
          <p14:tracePt t="2777" x="5059363" y="5157788"/>
          <p14:tracePt t="2779" x="5059363" y="5143500"/>
          <p14:tracePt t="2782" x="5045075" y="5143500"/>
          <p14:tracePt t="2783" x="5045075" y="5129213"/>
          <p14:tracePt t="2786" x="5030788" y="5116513"/>
          <p14:tracePt t="2788" x="5018088" y="5102225"/>
          <p14:tracePt t="2790" x="5018088" y="5087938"/>
          <p14:tracePt t="2793" x="5003800" y="5087938"/>
          <p14:tracePt t="2793" x="5003800" y="5075238"/>
          <p14:tracePt t="2794" x="5003800" y="5060950"/>
          <p14:tracePt t="2798" x="4989513" y="5048250"/>
          <p14:tracePt t="2800" x="4976813" y="5033963"/>
          <p14:tracePt t="2802" x="4976813" y="5019675"/>
          <p14:tracePt t="2805" x="4962525" y="5006975"/>
          <p14:tracePt t="2806" x="4962525" y="4992688"/>
          <p14:tracePt t="2810" x="4948238" y="4978400"/>
          <p14:tracePt t="2814" x="4948238" y="4951413"/>
          <p14:tracePt t="2814" x="4935538" y="4951413"/>
          <p14:tracePt t="2818" x="4921250" y="4937125"/>
          <p14:tracePt t="2821" x="4921250" y="4924425"/>
          <p14:tracePt t="2825" x="4908550" y="4924425"/>
          <p14:tracePt t="2827" x="4908550" y="4910138"/>
          <p14:tracePt t="2831" x="4908550" y="4895850"/>
          <p14:tracePt t="2834" x="4894263" y="4895850"/>
          <p14:tracePt t="2843" x="4894263" y="4883150"/>
          <p14:tracePt t="2906" x="4894263" y="4895850"/>
          <p14:tracePt t="2910" x="4894263" y="4910138"/>
          <p14:tracePt t="2912" x="4894263" y="4924425"/>
          <p14:tracePt t="2914" x="4894263" y="4937125"/>
          <p14:tracePt t="2915" x="4908550" y="4951413"/>
          <p14:tracePt t="2918" x="4908550" y="4965700"/>
          <p14:tracePt t="2922" x="4921250" y="4978400"/>
          <p14:tracePt t="2924" x="4921250" y="4992688"/>
          <p14:tracePt t="2925" x="4921250" y="5006975"/>
          <p14:tracePt t="2925" x="4921250" y="5019675"/>
          <p14:tracePt t="2929" x="4921250" y="5033963"/>
          <p14:tracePt t="2930" x="4935538" y="5048250"/>
          <p14:tracePt t="2932" x="4935538" y="5060950"/>
          <p14:tracePt t="2934" x="4935538" y="5075238"/>
          <p14:tracePt t="2936" x="4935538" y="5087938"/>
          <p14:tracePt t="2936" x="4948238" y="5087938"/>
          <p14:tracePt t="2938" x="4948238" y="5102225"/>
          <p14:tracePt t="2939" x="4962525" y="5116513"/>
          <p14:tracePt t="2941" x="4962525" y="5129213"/>
          <p14:tracePt t="2942" x="4962525" y="5143500"/>
          <p14:tracePt t="2945" x="4962525" y="5157788"/>
          <p14:tracePt t="2946" x="4976813" y="5157788"/>
          <p14:tracePt t="2947" x="4989513" y="5170488"/>
          <p14:tracePt t="2951" x="4989513" y="5184775"/>
          <p14:tracePt t="2953" x="4989513" y="5199063"/>
          <p14:tracePt t="2953" x="5003800" y="5199063"/>
          <p14:tracePt t="2956" x="5003800" y="5211763"/>
          <p14:tracePt t="2959" x="5018088" y="5226050"/>
          <p14:tracePt t="2967" x="5018088" y="5238750"/>
          <p14:tracePt t="2974" x="5030788" y="5253038"/>
          <p14:tracePt t="3036" x="5045075" y="5253038"/>
          <p14:tracePt t="3038" x="5059363" y="5253038"/>
          <p14:tracePt t="3040" x="5059363" y="5267325"/>
          <p14:tracePt t="3060" x="5072063" y="5267325"/>
          <p14:tracePt t="3134" x="5086350" y="5280025"/>
          <p14:tracePt t="3141" x="5099050" y="5280025"/>
          <p14:tracePt t="3145" x="5113338" y="5280025"/>
          <p14:tracePt t="3148" x="5113338" y="5294313"/>
          <p14:tracePt t="3151" x="5127625" y="5294313"/>
          <p14:tracePt t="3157" x="5140325" y="5308600"/>
          <p14:tracePt t="3161" x="5140325" y="5321300"/>
          <p14:tracePt t="3164" x="5154613" y="5321300"/>
          <p14:tracePt t="3165" x="5168900" y="5321300"/>
          <p14:tracePt t="3171" x="5168900" y="5335588"/>
          <p14:tracePt t="3175" x="5181600" y="5335588"/>
          <p14:tracePt t="3179" x="5181600" y="5349875"/>
          <p14:tracePt t="3190" x="5195888" y="5349875"/>
          <p14:tracePt t="3193" x="5195888" y="5362575"/>
          <p14:tracePt t="3261" x="5195888" y="5376863"/>
          <p14:tracePt t="3265" x="5210175" y="5376863"/>
          <p14:tracePt t="3281" x="5210175" y="5391150"/>
          <p14:tracePt t="3303" x="5222875" y="5391150"/>
          <p14:tracePt t="3307" x="5222875" y="5403850"/>
          <p14:tracePt t="3356" x="5222875" y="5418138"/>
          <p14:tracePt t="3472" x="5222875" y="5403850"/>
          <p14:tracePt t="3482" x="5222875" y="5391150"/>
          <p14:tracePt t="3489" x="5222875" y="5376863"/>
          <p14:tracePt t="3495" x="5222875" y="5362575"/>
          <p14:tracePt t="3502" x="5222875" y="5349875"/>
          <p14:tracePt t="3505" x="5210175" y="5349875"/>
          <p14:tracePt t="3514" x="5210175" y="5335588"/>
          <p14:tracePt t="3527" x="5210175" y="5321300"/>
          <p14:tracePt t="3535" x="5210175" y="5308600"/>
          <p14:tracePt t="3548" x="5210175" y="5294313"/>
          <p14:tracePt t="3604" x="5222875" y="5294313"/>
          <p14:tracePt t="3615" x="5237163" y="5294313"/>
          <p14:tracePt t="3691" x="5249863" y="5294313"/>
          <p14:tracePt t="3711" x="5249863" y="5308600"/>
          <p14:tracePt t="3715" x="5264150" y="5308600"/>
          <p14:tracePt t="3796" x="5278438" y="5308600"/>
          <p14:tracePt t="3809" x="5278438" y="5321300"/>
          <p14:tracePt t="3828" x="5291138" y="5335588"/>
          <p14:tracePt t="3835" x="5291138" y="5349875"/>
          <p14:tracePt t="3843" x="5305425" y="5376863"/>
          <p14:tracePt t="3848" x="5305425" y="5391150"/>
          <p14:tracePt t="3854" x="5305425" y="5403850"/>
          <p14:tracePt t="3856" x="5319713" y="5418138"/>
          <p14:tracePt t="3858" x="5332413" y="5418138"/>
          <p14:tracePt t="3860" x="5332413" y="5430838"/>
          <p14:tracePt t="3864" x="5332413" y="5445125"/>
          <p14:tracePt t="3869" x="5332413" y="5459413"/>
          <p14:tracePt t="3870" x="5332413" y="5472113"/>
          <p14:tracePt t="3874" x="5332413" y="5486400"/>
          <p14:tracePt t="3877" x="5332413" y="5500688"/>
          <p14:tracePt t="3883" x="5332413" y="5513388"/>
          <p14:tracePt t="3884" x="5332413" y="5527675"/>
          <p14:tracePt t="3886" x="5332413" y="5541963"/>
          <p14:tracePt t="3890" x="5332413" y="5554663"/>
          <p14:tracePt t="3895" x="5332413" y="5568950"/>
          <p14:tracePt t="3897" x="5332413" y="5581650"/>
          <p14:tracePt t="3898" x="5346700" y="5581650"/>
          <p14:tracePt t="3902" x="5346700" y="5595938"/>
          <p14:tracePt t="3907" x="5346700" y="5610225"/>
          <p14:tracePt t="3911" x="5346700" y="5622925"/>
          <p14:tracePt t="3914" x="5346700" y="5637213"/>
          <p14:tracePt t="3918" x="5346700" y="5651500"/>
          <p14:tracePt t="3925" x="5346700" y="5664200"/>
          <p14:tracePt t="3933" x="5346700" y="5678488"/>
          <p14:tracePt t="3946" x="5346700" y="5692775"/>
          <p14:tracePt t="3997" x="5346700" y="5705475"/>
          <p14:tracePt t="4021" x="5346700" y="5719763"/>
          <p14:tracePt t="4131" x="5332413" y="5719763"/>
          <p14:tracePt t="4141" x="5319713" y="5719763"/>
          <p14:tracePt t="4156" x="5305425" y="5705475"/>
          <p14:tracePt t="4162" x="5305425" y="5692775"/>
          <p14:tracePt t="4164" x="5291138" y="5692775"/>
          <p14:tracePt t="4168" x="5291138" y="5678488"/>
          <p14:tracePt t="4170" x="5278438" y="5664200"/>
          <p14:tracePt t="4174" x="5264150" y="5664200"/>
          <p14:tracePt t="4175" x="5264150" y="5651500"/>
          <p14:tracePt t="4179" x="5264150" y="5637213"/>
          <p14:tracePt t="4180" x="5249863" y="5637213"/>
          <p14:tracePt t="4182" x="5249863" y="5622925"/>
          <p14:tracePt t="4183" x="5249863" y="5610225"/>
          <p14:tracePt t="4184" x="5237163" y="5610225"/>
          <p14:tracePt t="4186" x="5237163" y="5595938"/>
          <p14:tracePt t="4190" x="5222875" y="5581650"/>
          <p14:tracePt t="4191" x="5222875" y="5568950"/>
          <p14:tracePt t="4191" x="5210175" y="5568950"/>
          <p14:tracePt t="4192" x="5210175" y="5554663"/>
          <p14:tracePt t="4196" x="5210175" y="5541963"/>
          <p14:tracePt t="4197" x="5195888" y="5527675"/>
          <p14:tracePt t="4198" x="5195888" y="5513388"/>
          <p14:tracePt t="4202" x="5195888" y="5500688"/>
          <p14:tracePt t="4203" x="5181600" y="5486400"/>
          <p14:tracePt t="4205" x="5168900" y="5472113"/>
          <p14:tracePt t="4206" x="5168900" y="5459413"/>
          <p14:tracePt t="4209" x="5168900" y="5445125"/>
          <p14:tracePt t="4210" x="5154613" y="5430838"/>
          <p14:tracePt t="4211" x="5154613" y="5418138"/>
          <p14:tracePt t="4214" x="5154613" y="5403850"/>
          <p14:tracePt t="4217" x="5154613" y="5391150"/>
          <p14:tracePt t="4222" x="5154613" y="5376863"/>
          <p14:tracePt t="4225" x="5154613" y="5362575"/>
          <p14:tracePt t="4227" x="5140325" y="5362575"/>
          <p14:tracePt t="4239" x="5140325" y="5349875"/>
          <p14:tracePt t="4295" x="5154613" y="5349875"/>
          <p14:tracePt t="4299" x="5154613" y="5335588"/>
          <p14:tracePt t="4302" x="5168900" y="5335588"/>
          <p14:tracePt t="4307" x="5181600" y="5335588"/>
          <p14:tracePt t="4313" x="5195888" y="5335588"/>
          <p14:tracePt t="4321" x="5210175" y="5335588"/>
          <p14:tracePt t="4328" x="5222875" y="5335588"/>
          <p14:tracePt t="4330" x="5237163" y="5335588"/>
          <p14:tracePt t="4338" x="5249863" y="5335588"/>
          <p14:tracePt t="4346" x="5264150" y="5335588"/>
          <p14:tracePt t="4356" x="5278438" y="5349875"/>
          <p14:tracePt t="4360" x="5291138" y="5349875"/>
          <p14:tracePt t="4365" x="5291138" y="5362575"/>
          <p14:tracePt t="4372" x="5291138" y="5376863"/>
          <p14:tracePt t="4383" x="5291138" y="5391150"/>
          <p14:tracePt t="4395" x="5291138" y="5403850"/>
          <p14:tracePt t="4403" x="5278438" y="5403850"/>
          <p14:tracePt t="4405" x="5278438" y="5418138"/>
          <p14:tracePt t="4410" x="5264150" y="5430838"/>
          <p14:tracePt t="4413" x="5249863" y="5430838"/>
          <p14:tracePt t="4419" x="5237163" y="5430838"/>
          <p14:tracePt t="4421" x="5222875" y="5430838"/>
          <p14:tracePt t="4428" x="5210175" y="5430838"/>
          <p14:tracePt t="4438" x="5195888" y="5430838"/>
          <p14:tracePt t="4459" x="5181600" y="5430838"/>
          <p14:tracePt t="4467" x="5168900" y="5430838"/>
          <p14:tracePt t="4470" x="5168900" y="5418138"/>
          <p14:tracePt t="4473" x="5168900" y="5403850"/>
          <p14:tracePt t="4476" x="5168900" y="5391150"/>
          <p14:tracePt t="4477" x="5154613" y="5391150"/>
          <p14:tracePt t="4479" x="5154613" y="5376863"/>
          <p14:tracePt t="4480" x="5154613" y="5362575"/>
          <p14:tracePt t="4482" x="5154613" y="5349875"/>
          <p14:tracePt t="4485" x="5154613" y="5335588"/>
          <p14:tracePt t="4487" x="5154613" y="5321300"/>
          <p14:tracePt t="4488" x="5154613" y="5308600"/>
          <p14:tracePt t="4491" x="5154613" y="5294313"/>
          <p14:tracePt t="4494" x="5154613" y="5280025"/>
          <p14:tracePt t="4496" x="5154613" y="5267325"/>
          <p14:tracePt t="4499" x="5154613" y="5253038"/>
          <p14:tracePt t="4502" x="5154613" y="5238750"/>
          <p14:tracePt t="4506" x="5154613" y="5226050"/>
          <p14:tracePt t="4512" x="5154613" y="5211763"/>
          <p14:tracePt t="4513" x="5168900" y="5211763"/>
          <p14:tracePt t="4529" x="5181600" y="5211763"/>
          <p14:tracePt t="4531" x="5181600" y="5199063"/>
          <p14:tracePt t="4536" x="5195888" y="5199063"/>
          <p14:tracePt t="4542" x="5210175" y="5199063"/>
          <p14:tracePt t="4547" x="5222875" y="5211763"/>
          <p14:tracePt t="4551" x="5237163" y="5211763"/>
          <p14:tracePt t="4555" x="5237163" y="5226050"/>
          <p14:tracePt t="4559" x="5249863" y="5226050"/>
          <p14:tracePt t="4562" x="5249863" y="5238750"/>
          <p14:tracePt t="4573" x="5264150" y="5253038"/>
          <p14:tracePt t="4582" x="5264150" y="5267325"/>
          <p14:tracePt t="4593" x="5264150" y="5280025"/>
          <p14:tracePt t="4600" x="5264150" y="5294313"/>
          <p14:tracePt t="4606" x="5264150" y="5308600"/>
          <p14:tracePt t="4610" x="5264150" y="5321300"/>
          <p14:tracePt t="4616" x="5249863" y="5321300"/>
          <p14:tracePt t="4619" x="5249863" y="5335588"/>
          <p14:tracePt t="4759" x="5249863" y="5349875"/>
          <p14:tracePt t="4768" x="5249863" y="5362575"/>
          <p14:tracePt t="4775" x="5249863" y="5376863"/>
          <p14:tracePt t="4779" x="5249863" y="5391150"/>
          <p14:tracePt t="4784" x="5249863" y="5403850"/>
          <p14:tracePt t="4791" x="5249863" y="5418138"/>
          <p14:tracePt t="4795" x="5249863" y="5430838"/>
          <p14:tracePt t="4797" x="5249863" y="5445125"/>
          <p14:tracePt t="4802" x="5249863" y="5459413"/>
          <p14:tracePt t="4807" x="5264150" y="5472113"/>
          <p14:tracePt t="4810" x="5264150" y="5486400"/>
          <p14:tracePt t="4814" x="5264150" y="5500688"/>
          <p14:tracePt t="4817" x="5264150" y="5513388"/>
          <p14:tracePt t="4821" x="5264150" y="5527675"/>
          <p14:tracePt t="4823" x="5264150" y="5541963"/>
          <p14:tracePt t="4828" x="5264150" y="5554663"/>
          <p14:tracePt t="4835" x="5264150" y="5568950"/>
          <p14:tracePt t="4843" x="5264150" y="5581650"/>
          <p14:tracePt t="4852" x="5264150" y="5595938"/>
          <p14:tracePt t="4859" x="5264150" y="5610225"/>
          <p14:tracePt t="4871" x="5278438" y="5610225"/>
          <p14:tracePt t="4986" x="5291138" y="5610225"/>
          <p14:tracePt t="5076" x="5305425" y="5610225"/>
          <p14:tracePt t="5084" x="5319713" y="5610225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</a:rPr>
              <a:t>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59305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2E05EC50-8C3C-44A1-00E7-82EF764217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19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2471">
        <p159:morph option="byObject"/>
      </p:transition>
    </mc:Choice>
    <mc:Fallback>
      <p:transition advTm="247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3" x="5743575" y="5664200"/>
          <p14:tracePt t="59" x="5757863" y="5664200"/>
          <p14:tracePt t="73" x="5772150" y="5664200"/>
          <p14:tracePt t="87" x="5784850" y="5664200"/>
          <p14:tracePt t="133" x="5799138" y="5664200"/>
          <p14:tracePt t="149" x="5799138" y="5651500"/>
          <p14:tracePt t="181" x="5799138" y="5637213"/>
          <p14:tracePt t="218" x="5799138" y="5527675"/>
          <p14:tracePt t="221" x="5799138" y="5513388"/>
          <p14:tracePt t="226" x="5799138" y="5500688"/>
          <p14:tracePt t="231" x="5799138" y="5486400"/>
          <p14:tracePt t="234" x="5799138" y="5472113"/>
          <p14:tracePt t="239" x="5799138" y="5459413"/>
          <p14:tracePt t="251" x="5799138" y="5445125"/>
          <p14:tracePt t="277" x="5799138" y="5430838"/>
          <p14:tracePt t="296" x="5799138" y="5418138"/>
          <p14:tracePt t="309" x="5799138" y="5403850"/>
          <p14:tracePt t="317" x="5799138" y="5391150"/>
          <p14:tracePt t="324" x="5799138" y="5376863"/>
          <p14:tracePt t="326" x="5799138" y="5362575"/>
          <p14:tracePt t="333" x="5799138" y="5349875"/>
          <p14:tracePt t="337" x="5799138" y="5335588"/>
          <p14:tracePt t="342" x="5799138" y="5321300"/>
          <p14:tracePt t="345" x="5799138" y="5308600"/>
          <p14:tracePt t="355" x="5799138" y="5294313"/>
          <p14:tracePt t="390" x="5799138" y="5280025"/>
          <p14:tracePt t="404" x="5799138" y="5267325"/>
          <p14:tracePt t="410" x="5799138" y="5253038"/>
          <p14:tracePt t="416" x="5799138" y="5238750"/>
          <p14:tracePt t="422" x="5799138" y="5226050"/>
          <p14:tracePt t="427" x="5799138" y="5211763"/>
          <p14:tracePt t="429" x="5799138" y="5199063"/>
          <p14:tracePt t="432" x="5799138" y="5184775"/>
          <p14:tracePt t="436" x="5799138" y="5170488"/>
          <p14:tracePt t="440" x="5799138" y="5157788"/>
          <p14:tracePt t="441" x="5799138" y="5143500"/>
          <p14:tracePt t="444" x="5799138" y="5129213"/>
          <p14:tracePt t="446" x="5799138" y="5116513"/>
          <p14:tracePt t="450" x="5799138" y="5102225"/>
          <p14:tracePt t="451" x="5799138" y="5087938"/>
          <p14:tracePt t="454" x="5799138" y="5075238"/>
          <p14:tracePt t="456" x="5799138" y="5060950"/>
          <p14:tracePt t="457" x="5799138" y="5048250"/>
          <p14:tracePt t="460" x="5799138" y="5033963"/>
          <p14:tracePt t="462" x="5799138" y="5019675"/>
          <p14:tracePt t="464" x="5784850" y="5006975"/>
          <p14:tracePt t="467" x="5784850" y="4992688"/>
          <p14:tracePt t="469" x="5784850" y="4978400"/>
          <p14:tracePt t="471" x="5784850" y="4951413"/>
          <p14:tracePt t="474" x="5784850" y="4937125"/>
          <p14:tracePt t="475" x="5784850" y="4924425"/>
          <p14:tracePt t="477" x="5784850" y="4910138"/>
          <p14:tracePt t="479" x="5784850" y="4895850"/>
          <p14:tracePt t="481" x="5784850" y="4883150"/>
          <p14:tracePt t="482" x="5784850" y="4868863"/>
          <p14:tracePt t="484" x="5784850" y="4856163"/>
          <p14:tracePt t="487" x="5784850" y="4841875"/>
          <p14:tracePt t="488" x="5784850" y="4827588"/>
          <p14:tracePt t="489" x="5784850" y="4814888"/>
          <p14:tracePt t="491" x="5784850" y="4800600"/>
          <p14:tracePt t="494" x="5784850" y="4786313"/>
          <p14:tracePt t="495" x="5784850" y="4773613"/>
          <p14:tracePt t="497" x="5772150" y="4745038"/>
          <p14:tracePt t="499" x="5757863" y="4745038"/>
          <p14:tracePt t="501" x="5757863" y="4732338"/>
          <p14:tracePt t="502" x="5757863" y="4718050"/>
          <p14:tracePt t="505" x="5743575" y="4718050"/>
          <p14:tracePt t="506" x="5743575" y="4705350"/>
          <p14:tracePt t="508" x="5743575" y="4691063"/>
          <p14:tracePt t="510" x="5730875" y="4664075"/>
          <p14:tracePt t="515" x="5716588" y="4649788"/>
          <p14:tracePt t="516" x="5716588" y="4635500"/>
          <p14:tracePt t="518" x="5702300" y="4635500"/>
          <p14:tracePt t="520" x="5689600" y="4622800"/>
          <p14:tracePt t="523" x="5675313" y="4608513"/>
          <p14:tracePt t="526" x="5675313" y="4594225"/>
          <p14:tracePt t="530" x="5662613" y="4594225"/>
          <p14:tracePt t="531" x="5662613" y="4581525"/>
          <p14:tracePt t="536" x="5662613" y="4567238"/>
          <p14:tracePt t="546" x="5662613" y="4552950"/>
          <p14:tracePt t="547" x="5648325" y="4552950"/>
          <p14:tracePt t="552" x="5648325" y="4540250"/>
          <p14:tracePt t="555" x="5634038" y="4525963"/>
          <p14:tracePt t="561" x="5634038" y="4513263"/>
          <p14:tracePt t="565" x="5634038" y="4498975"/>
          <p14:tracePt t="568" x="5634038" y="4484688"/>
          <p14:tracePt t="570" x="5634038" y="4471988"/>
          <p14:tracePt t="572" x="5621338" y="4471988"/>
          <p14:tracePt t="573" x="5621338" y="4457700"/>
          <p14:tracePt t="576" x="5621338" y="4443413"/>
          <p14:tracePt t="579" x="5621338" y="4430713"/>
          <p14:tracePt t="581" x="5607050" y="4416425"/>
          <p14:tracePt t="584" x="5607050" y="4402138"/>
          <p14:tracePt t="586" x="5607050" y="4389438"/>
          <p14:tracePt t="588" x="5607050" y="4375150"/>
          <p14:tracePt t="591" x="5592763" y="4362450"/>
          <p14:tracePt t="593" x="5592763" y="4333875"/>
          <p14:tracePt t="595" x="5592763" y="4321175"/>
          <p14:tracePt t="598" x="5580063" y="4292600"/>
          <p14:tracePt t="600" x="5580063" y="4279900"/>
          <p14:tracePt t="602" x="5580063" y="4265613"/>
          <p14:tracePt t="603" x="5580063" y="4238625"/>
          <p14:tracePt t="605" x="5580063" y="4224338"/>
          <p14:tracePt t="607" x="5580063" y="4210050"/>
          <p14:tracePt t="608" x="5565775" y="4197350"/>
          <p14:tracePt t="612" x="5551488" y="4170363"/>
          <p14:tracePt t="613" x="5551488" y="4156075"/>
          <p14:tracePt t="615" x="5551488" y="4141788"/>
          <p14:tracePt t="616" x="5551488" y="4129088"/>
          <p14:tracePt t="618" x="5538788" y="4114800"/>
          <p14:tracePt t="620" x="5538788" y="4087813"/>
          <p14:tracePt t="623" x="5524500" y="4073525"/>
          <p14:tracePt t="626" x="5511800" y="4046538"/>
          <p14:tracePt t="627" x="5511800" y="4032250"/>
          <p14:tracePt t="627" x="5511800" y="4019550"/>
          <p14:tracePt t="628" x="5497513" y="4019550"/>
          <p14:tracePt t="629" x="5497513" y="4005263"/>
          <p14:tracePt t="632" x="5497513" y="3990975"/>
          <p14:tracePt t="634" x="5483225" y="3978275"/>
          <p14:tracePt t="634" x="5470525" y="3978275"/>
          <p14:tracePt t="636" x="5470525" y="3963988"/>
          <p14:tracePt t="638" x="5470525" y="3949700"/>
          <p14:tracePt t="640" x="5456238" y="3937000"/>
          <p14:tracePt t="641" x="5456238" y="3922713"/>
          <p14:tracePt t="644" x="5456238" y="3908425"/>
          <p14:tracePt t="645" x="5441950" y="3908425"/>
          <p14:tracePt t="647" x="5441950" y="3895725"/>
          <p14:tracePt t="649" x="5429250" y="3895725"/>
          <p14:tracePt t="651" x="5429250" y="3867150"/>
          <p14:tracePt t="660" x="5414963" y="3840163"/>
          <p14:tracePt t="663" x="5414963" y="3827463"/>
          <p14:tracePt t="664" x="5414963" y="3813175"/>
          <p14:tracePt t="670" x="5414963" y="3798888"/>
          <p14:tracePt t="672" x="5400675" y="3798888"/>
          <p14:tracePt t="682" x="5400675" y="3786188"/>
          <p14:tracePt t="695" x="5400675" y="3771900"/>
          <p14:tracePt t="699" x="5400675" y="3757613"/>
          <p14:tracePt t="702" x="5400675" y="3744913"/>
          <p14:tracePt t="706" x="5400675" y="3730625"/>
          <p14:tracePt t="708" x="5387975" y="3716338"/>
          <p14:tracePt t="710" x="5387975" y="3703638"/>
          <p14:tracePt t="712" x="5387975" y="3689350"/>
          <p14:tracePt t="713" x="5373688" y="3689350"/>
          <p14:tracePt t="715" x="5373688" y="3676650"/>
          <p14:tracePt t="718" x="5373688" y="3648075"/>
          <p14:tracePt t="721" x="5373688" y="3635375"/>
          <p14:tracePt t="722" x="5360988" y="3635375"/>
          <p14:tracePt t="724" x="5360988" y="3606800"/>
          <p14:tracePt t="727" x="5360988" y="3594100"/>
          <p14:tracePt t="728" x="5346700" y="3594100"/>
          <p14:tracePt t="730" x="5346700" y="3579813"/>
          <p14:tracePt t="731" x="5346700" y="3565525"/>
          <p14:tracePt t="732" x="5346700" y="3552825"/>
          <p14:tracePt t="734" x="5332413" y="3538538"/>
          <p14:tracePt t="737" x="5332413" y="3511550"/>
          <p14:tracePt t="738" x="5319713" y="3497263"/>
          <p14:tracePt t="740" x="5319713" y="3484563"/>
          <p14:tracePt t="741" x="5319713" y="3470275"/>
          <p14:tracePt t="744" x="5305425" y="3443288"/>
          <p14:tracePt t="746" x="5305425" y="3429000"/>
          <p14:tracePt t="747" x="5305425" y="3414713"/>
          <p14:tracePt t="747" x="5291138" y="3414713"/>
          <p14:tracePt t="749" x="5291138" y="3402013"/>
          <p14:tracePt t="751" x="5278438" y="3387725"/>
          <p14:tracePt t="752" x="5278438" y="3360738"/>
          <p14:tracePt t="753" x="5264150" y="3346450"/>
          <p14:tracePt t="753" x="5264150" y="3333750"/>
          <p14:tracePt t="755" x="5249863" y="3319463"/>
          <p14:tracePt t="758" x="5237163" y="3305175"/>
          <p14:tracePt t="759" x="5237163" y="3292475"/>
          <p14:tracePt t="760" x="5222875" y="3292475"/>
          <p14:tracePt t="761" x="5222875" y="3263900"/>
          <p14:tracePt t="765" x="5210175" y="3251200"/>
          <p14:tracePt t="766" x="5195888" y="3222625"/>
          <p14:tracePt t="768" x="5195888" y="3209925"/>
          <p14:tracePt t="768" x="5181600" y="3195638"/>
          <p14:tracePt t="771" x="5181600" y="3181350"/>
          <p14:tracePt t="773" x="5168900" y="3181350"/>
          <p14:tracePt t="774" x="5154613" y="3168650"/>
          <p14:tracePt t="776" x="5154613" y="3154363"/>
          <p14:tracePt t="776" x="5140325" y="3141663"/>
          <p14:tracePt t="780" x="5140325" y="3127375"/>
          <p14:tracePt t="782" x="5140325" y="3113088"/>
          <p14:tracePt t="783" x="5127625" y="3100388"/>
          <p14:tracePt t="786" x="5127625" y="3086100"/>
          <p14:tracePt t="788" x="5113338" y="3086100"/>
          <p14:tracePt t="789" x="5099050" y="3086100"/>
          <p14:tracePt t="789" x="5099050" y="3071813"/>
          <p14:tracePt t="792" x="5099050" y="3059113"/>
          <p14:tracePt t="796" x="5099050" y="3044825"/>
          <p14:tracePt t="797" x="5086350" y="3044825"/>
          <p14:tracePt t="802" x="5086350" y="3030538"/>
          <p14:tracePt t="807" x="5072063" y="3030538"/>
          <p14:tracePt t="838" x="5072063" y="3017838"/>
          <p14:tracePt t="854" x="5059363" y="3017838"/>
          <p14:tracePt t="855" x="5045075" y="3017838"/>
          <p14:tracePt t="860" x="5030788" y="3017838"/>
          <p14:tracePt t="864" x="5018088" y="3017838"/>
          <p14:tracePt t="867" x="5003800" y="3017838"/>
          <p14:tracePt t="869" x="4989513" y="3017838"/>
          <p14:tracePt t="871" x="4989513" y="3003550"/>
          <p14:tracePt t="874" x="4976813" y="3003550"/>
          <p14:tracePt t="876" x="4962525" y="3003550"/>
          <p14:tracePt t="878" x="4962525" y="2990850"/>
          <p14:tracePt t="880" x="4948238" y="2990850"/>
          <p14:tracePt t="884" x="4935538" y="2990850"/>
          <p14:tracePt t="887" x="4921250" y="2990850"/>
          <p14:tracePt t="891" x="4908550" y="2990850"/>
          <p14:tracePt t="894" x="4894263" y="2990850"/>
          <p14:tracePt t="897" x="4879975" y="2976563"/>
          <p14:tracePt t="902" x="4867275" y="2976563"/>
          <p14:tracePt t="908" x="4852988" y="2976563"/>
          <p14:tracePt t="909" x="4838700" y="2976563"/>
          <p14:tracePt t="912" x="4826000" y="2976563"/>
          <p14:tracePt t="915" x="4811713" y="2976563"/>
          <p14:tracePt t="918" x="4811713" y="2962275"/>
          <p14:tracePt t="919" x="4797425" y="2962275"/>
          <p14:tracePt t="922" x="4784725" y="2962275"/>
          <p14:tracePt t="927" x="4770438" y="2962275"/>
          <p14:tracePt t="935" x="4757738" y="2962275"/>
          <p14:tracePt t="990" x="4757738" y="2976563"/>
          <p14:tracePt t="994" x="4757738" y="2990850"/>
          <p14:tracePt t="996" x="4757738" y="3003550"/>
          <p14:tracePt t="998" x="4757738" y="3017838"/>
          <p14:tracePt t="1001" x="4757738" y="3030538"/>
          <p14:tracePt t="1003" x="4757738" y="3044825"/>
          <p14:tracePt t="1005" x="4757738" y="3059113"/>
          <p14:tracePt t="1007" x="4757738" y="3071813"/>
          <p14:tracePt t="1009" x="4757738" y="3086100"/>
          <p14:tracePt t="1011" x="4757738" y="3100388"/>
          <p14:tracePt t="1013" x="4770438" y="3127375"/>
          <p14:tracePt t="1015" x="4784725" y="3141663"/>
          <p14:tracePt t="1017" x="4797425" y="3168650"/>
          <p14:tracePt t="1018" x="4797425" y="3181350"/>
          <p14:tracePt t="1018" x="4811713" y="3195638"/>
          <p14:tracePt t="1019" x="4826000" y="3195638"/>
          <p14:tracePt t="1021" x="4826000" y="3209925"/>
          <p14:tracePt t="1022" x="4852988" y="3236913"/>
          <p14:tracePt t="1024" x="4867275" y="3251200"/>
          <p14:tracePt t="1024" x="4879975" y="3278188"/>
          <p14:tracePt t="1027" x="4894263" y="3292475"/>
          <p14:tracePt t="1029" x="4921250" y="3319463"/>
          <p14:tracePt t="1030" x="4935538" y="3333750"/>
          <p14:tracePt t="1031" x="4948238" y="3360738"/>
          <p14:tracePt t="1032" x="4962525" y="3360738"/>
          <p14:tracePt t="1033" x="4976813" y="3373438"/>
          <p14:tracePt t="1034" x="4989513" y="3387725"/>
          <p14:tracePt t="1035" x="5003800" y="3402013"/>
          <p14:tracePt t="1036" x="5003800" y="3429000"/>
          <p14:tracePt t="1037" x="5030788" y="3443288"/>
          <p14:tracePt t="1037" x="5030788" y="3455988"/>
          <p14:tracePt t="1038" x="5045075" y="3470275"/>
          <p14:tracePt t="1039" x="5059363" y="3484563"/>
          <p14:tracePt t="1041" x="5072063" y="3511550"/>
          <p14:tracePt t="1042" x="5086350" y="3511550"/>
          <p14:tracePt t="1043" x="5099050" y="3538538"/>
          <p14:tracePt t="1044" x="5113338" y="3538538"/>
          <p14:tracePt t="1044" x="5113338" y="3552825"/>
          <p14:tracePt t="1045" x="5140325" y="3565525"/>
          <p14:tracePt t="1046" x="5140325" y="3579813"/>
          <p14:tracePt t="1047" x="5154613" y="3606800"/>
          <p14:tracePt t="1049" x="5168900" y="3621088"/>
          <p14:tracePt t="1050" x="5181600" y="3648075"/>
          <p14:tracePt t="1051" x="5195888" y="3662363"/>
          <p14:tracePt t="1052" x="5210175" y="3676650"/>
          <p14:tracePt t="1052" x="5222875" y="3689350"/>
          <p14:tracePt t="1053" x="5237163" y="3703638"/>
          <p14:tracePt t="1056" x="5264150" y="3730625"/>
          <p14:tracePt t="1057" x="5278438" y="3757613"/>
          <p14:tracePt t="1058" x="5291138" y="3771900"/>
          <p14:tracePt t="1060" x="5305425" y="3813175"/>
          <p14:tracePt t="1061" x="5319713" y="3813175"/>
          <p14:tracePt t="1062" x="5346700" y="3827463"/>
          <p14:tracePt t="1063" x="5346700" y="3867150"/>
          <p14:tracePt t="1065" x="5360988" y="3881438"/>
          <p14:tracePt t="1066" x="5373688" y="3895725"/>
          <p14:tracePt t="1066" x="5373688" y="3908425"/>
          <p14:tracePt t="1067" x="5373688" y="3937000"/>
          <p14:tracePt t="1070" x="5400675" y="3963988"/>
          <p14:tracePt t="1071" x="5414963" y="3978275"/>
          <p14:tracePt t="1072" x="5429250" y="4005263"/>
          <p14:tracePt t="1072" x="5441950" y="4019550"/>
          <p14:tracePt t="1073" x="5441950" y="4046538"/>
          <p14:tracePt t="1074" x="5456238" y="4046538"/>
          <p14:tracePt t="1076" x="5456238" y="4059238"/>
          <p14:tracePt t="1077" x="5470525" y="4087813"/>
          <p14:tracePt t="1079" x="5483225" y="4114800"/>
          <p14:tracePt t="1080" x="5483225" y="4129088"/>
          <p14:tracePt t="1081" x="5497513" y="4141788"/>
          <p14:tracePt t="1082" x="5511800" y="4156075"/>
          <p14:tracePt t="1084" x="5511800" y="4183063"/>
          <p14:tracePt t="1085" x="5524500" y="4197350"/>
          <p14:tracePt t="1086" x="5524500" y="4210050"/>
          <p14:tracePt t="1087" x="5538788" y="4224338"/>
          <p14:tracePt t="1088" x="5538788" y="4251325"/>
          <p14:tracePt t="1089" x="5551488" y="4251325"/>
          <p14:tracePt t="1090" x="5551488" y="4265613"/>
          <p14:tracePt t="1091" x="5565775" y="4292600"/>
          <p14:tracePt t="1092" x="5565775" y="4306888"/>
          <p14:tracePt t="1094" x="5580063" y="4333875"/>
          <p14:tracePt t="1096" x="5592763" y="4348163"/>
          <p14:tracePt t="1098" x="5592763" y="4375150"/>
          <p14:tracePt t="1099" x="5607050" y="4402138"/>
          <p14:tracePt t="1101" x="5621338" y="4430713"/>
          <p14:tracePt t="1103" x="5621338" y="4443413"/>
          <p14:tracePt t="1104" x="5634038" y="4457700"/>
          <p14:tracePt t="1105" x="5634038" y="4471988"/>
          <p14:tracePt t="1106" x="5648325" y="4498975"/>
          <p14:tracePt t="1107" x="5648325" y="4513263"/>
          <p14:tracePt t="1108" x="5662613" y="4513263"/>
          <p14:tracePt t="1109" x="5662613" y="4540250"/>
          <p14:tracePt t="1110" x="5662613" y="4552950"/>
          <p14:tracePt t="1112" x="5675313" y="4567238"/>
          <p14:tracePt t="1113" x="5675313" y="4594225"/>
          <p14:tracePt t="1114" x="5675313" y="4608513"/>
          <p14:tracePt t="1114" x="5689600" y="4622800"/>
          <p14:tracePt t="1117" x="5702300" y="4649788"/>
          <p14:tracePt t="1119" x="5702300" y="4676775"/>
          <p14:tracePt t="1120" x="5716588" y="4691063"/>
          <p14:tracePt t="1122" x="5716588" y="4718050"/>
          <p14:tracePt t="1126" x="5730875" y="4732338"/>
          <p14:tracePt t="1127" x="5730875" y="4759325"/>
          <p14:tracePt t="1129" x="5730875" y="4773613"/>
          <p14:tracePt t="1131" x="5730875" y="4786313"/>
          <p14:tracePt t="1133" x="5743575" y="4800600"/>
          <p14:tracePt t="1135" x="5757863" y="4814888"/>
          <p14:tracePt t="1138" x="5757863" y="4827588"/>
          <p14:tracePt t="1140" x="5757863" y="4841875"/>
          <p14:tracePt t="1143" x="5757863" y="4856163"/>
          <p14:tracePt t="1148" x="5757863" y="4868863"/>
          <p14:tracePt t="1151" x="5772150" y="4868863"/>
          <p14:tracePt t="1154" x="5772150" y="4883150"/>
          <p14:tracePt t="1156" x="5772150" y="4895850"/>
          <p14:tracePt t="1162" x="5772150" y="4910138"/>
          <p14:tracePt t="1164" x="5784850" y="4910138"/>
          <p14:tracePt t="1166" x="5784850" y="4924425"/>
          <p14:tracePt t="1172" x="5799138" y="4951413"/>
          <p14:tracePt t="1176" x="5799138" y="4965700"/>
          <p14:tracePt t="1180" x="5799138" y="4978400"/>
          <p14:tracePt t="1184" x="5799138" y="4992688"/>
          <p14:tracePt t="1185" x="5799138" y="5006975"/>
          <p14:tracePt t="1187" x="5813425" y="5006975"/>
          <p14:tracePt t="1189" x="5813425" y="5019675"/>
          <p14:tracePt t="1192" x="5813425" y="5033963"/>
          <p14:tracePt t="1196" x="5813425" y="5048250"/>
          <p14:tracePt t="1198" x="5813425" y="5060950"/>
          <p14:tracePt t="1203" x="5813425" y="5075238"/>
          <p14:tracePt t="1206" x="5813425" y="5087938"/>
          <p14:tracePt t="1210" x="5813425" y="5102225"/>
          <p14:tracePt t="1212" x="5813425" y="5116513"/>
          <p14:tracePt t="1217" x="5813425" y="5129213"/>
          <p14:tracePt t="1222" x="5813425" y="5143500"/>
          <p14:tracePt t="1226" x="5813425" y="5157788"/>
          <p14:tracePt t="1230" x="5813425" y="5170488"/>
          <p14:tracePt t="1234" x="5813425" y="5184775"/>
          <p14:tracePt t="1239" x="5813425" y="5199063"/>
          <p14:tracePt t="1244" x="5813425" y="5211763"/>
          <p14:tracePt t="1247" x="5813425" y="5226050"/>
          <p14:tracePt t="1251" x="5813425" y="5238750"/>
          <p14:tracePt t="1256" x="5813425" y="5253038"/>
          <p14:tracePt t="1261" x="5813425" y="5267325"/>
          <p14:tracePt t="1263" x="5813425" y="5280025"/>
          <p14:tracePt t="1267" x="5826125" y="5294313"/>
          <p14:tracePt t="1272" x="5826125" y="5308600"/>
          <p14:tracePt t="1277" x="5826125" y="5321300"/>
          <p14:tracePt t="1280" x="5826125" y="5335588"/>
          <p14:tracePt t="1286" x="5826125" y="5349875"/>
          <p14:tracePt t="1291" x="5826125" y="5362575"/>
          <p14:tracePt t="1296" x="5826125" y="5376863"/>
          <p14:tracePt t="1303" x="5826125" y="5391150"/>
          <p14:tracePt t="1307" x="5826125" y="5403850"/>
          <p14:tracePt t="1309" x="5826125" y="5418138"/>
          <p14:tracePt t="1313" x="5826125" y="5430838"/>
          <p14:tracePt t="1317" x="5826125" y="5445125"/>
          <p14:tracePt t="1321" x="5826125" y="5459413"/>
          <p14:tracePt t="1323" x="5826125" y="5472113"/>
          <p14:tracePt t="1326" x="5813425" y="5486400"/>
          <p14:tracePt t="1330" x="5813425" y="5513388"/>
          <p14:tracePt t="1334" x="5813425" y="5527675"/>
          <p14:tracePt t="1335" x="5799138" y="5527675"/>
          <p14:tracePt t="1337" x="5799138" y="5541963"/>
          <p14:tracePt t="1339" x="5799138" y="5554663"/>
          <p14:tracePt t="1342" x="5799138" y="5568950"/>
          <p14:tracePt t="1343" x="5784850" y="5568950"/>
          <p14:tracePt t="1345" x="5784850" y="5581650"/>
          <p14:tracePt t="1347" x="5772150" y="5595938"/>
          <p14:tracePt t="1349" x="5772150" y="5610225"/>
          <p14:tracePt t="1352" x="5757863" y="5622925"/>
          <p14:tracePt t="1356" x="5757863" y="5637213"/>
          <p14:tracePt t="1358" x="5743575" y="5637213"/>
          <p14:tracePt t="1361" x="5730875" y="5651500"/>
          <p14:tracePt t="1363" x="5730875" y="5664200"/>
          <p14:tracePt t="1365" x="5716588" y="5664200"/>
          <p14:tracePt t="1369" x="5716588" y="5678488"/>
          <p14:tracePt t="1379" x="5702300" y="5678488"/>
          <p14:tracePt t="1400" x="5702300" y="5692775"/>
          <p14:tracePt t="1423" x="5689600" y="5692775"/>
          <p14:tracePt t="1430" x="5675313" y="5692775"/>
          <p14:tracePt t="1506" x="5662613" y="5692775"/>
          <p14:tracePt t="1507" x="5662613" y="5678488"/>
          <p14:tracePt t="1539" x="5662613" y="5664200"/>
          <p14:tracePt t="1549" x="5662613" y="5651500"/>
          <p14:tracePt t="1566" x="5662613" y="5637213"/>
          <p14:tracePt t="1576" x="5662613" y="5622925"/>
          <p14:tracePt t="1583" x="5662613" y="5610225"/>
          <p14:tracePt t="1586" x="5662613" y="5595938"/>
          <p14:tracePt t="1593" x="5662613" y="5581650"/>
          <p14:tracePt t="1599" x="5662613" y="5568950"/>
          <p14:tracePt t="1602" x="5662613" y="5554663"/>
          <p14:tracePt t="1604" x="5662613" y="5541963"/>
          <p14:tracePt t="1608" x="5662613" y="5527675"/>
          <p14:tracePt t="1611" x="5662613" y="5513388"/>
          <p14:tracePt t="1615" x="5662613" y="5486400"/>
          <p14:tracePt t="1619" x="5662613" y="5472113"/>
          <p14:tracePt t="1621" x="5662613" y="5459413"/>
          <p14:tracePt t="1624" x="5662613" y="5430838"/>
          <p14:tracePt t="1628" x="5662613" y="5403850"/>
          <p14:tracePt t="1631" x="5662613" y="5391150"/>
          <p14:tracePt t="1633" x="5662613" y="5376863"/>
          <p14:tracePt t="1634" x="5662613" y="5362575"/>
          <p14:tracePt t="1636" x="5662613" y="5349875"/>
          <p14:tracePt t="1641" x="5675313" y="5308600"/>
          <p14:tracePt t="1644" x="5675313" y="5294313"/>
          <p14:tracePt t="1647" x="5675313" y="5267325"/>
          <p14:tracePt t="1648" x="5689600" y="5267325"/>
          <p14:tracePt t="1650" x="5689600" y="5253038"/>
          <p14:tracePt t="1652" x="5689600" y="5238750"/>
          <p14:tracePt t="1654" x="5689600" y="5226050"/>
          <p14:tracePt t="1656" x="5689600" y="5211763"/>
          <p14:tracePt t="1659" x="5689600" y="5199063"/>
          <p14:tracePt t="1661" x="5702300" y="5199063"/>
          <p14:tracePt t="1663" x="5702300" y="5184775"/>
          <p14:tracePt t="1664" x="5702300" y="5170488"/>
          <p14:tracePt t="1668" x="5702300" y="5157788"/>
          <p14:tracePt t="1672" x="5702300" y="5143500"/>
          <p14:tracePt t="1676" x="5702300" y="5129213"/>
          <p14:tracePt t="1678" x="5716588" y="5116513"/>
          <p14:tracePt t="1686" x="5716588" y="5102225"/>
          <p14:tracePt t="1693" x="5716588" y="5087938"/>
          <p14:tracePt t="1707" x="5730875" y="5087938"/>
          <p14:tracePt t="1710" x="5730875" y="5075238"/>
          <p14:tracePt t="1787" x="5730875" y="5060950"/>
          <p14:tracePt t="1801" x="5730875" y="5048250"/>
          <p14:tracePt t="1819" x="5730875" y="5033963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26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Times New Roman" panose="02020603050405020304" pitchFamily="18" charset="0"/>
              </a:rPr>
              <a:t>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/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C5292281-4706-27CB-6051-4785038D1B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52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2471">
        <p159:morph option="byObject"/>
      </p:transition>
    </mc:Choice>
    <mc:Fallback>
      <p:transition advTm="247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5" x="6305550" y="5087938"/>
          <p14:tracePt t="122" x="6292850" y="5087938"/>
          <p14:tracePt t="125" x="6292850" y="5075238"/>
          <p14:tracePt t="133" x="6292850" y="5060950"/>
          <p14:tracePt t="140" x="6278563" y="5060950"/>
          <p14:tracePt t="152" x="6278563" y="5048250"/>
          <p14:tracePt t="157" x="6265863" y="5048250"/>
          <p14:tracePt t="174" x="6265863" y="5033963"/>
          <p14:tracePt t="195" x="6251575" y="5019675"/>
          <p14:tracePt t="198" x="6251575" y="5006975"/>
          <p14:tracePt t="202" x="6237288" y="5006975"/>
          <p14:tracePt t="207" x="6237288" y="4992688"/>
          <p14:tracePt t="215" x="6237288" y="4978400"/>
          <p14:tracePt t="218" x="6224588" y="4978400"/>
          <p14:tracePt t="223" x="6224588" y="4965700"/>
          <p14:tracePt t="224" x="6224588" y="4951413"/>
          <p14:tracePt t="230" x="6210300" y="4951413"/>
          <p14:tracePt t="231" x="6210300" y="4937125"/>
          <p14:tracePt t="237" x="6196013" y="4924425"/>
          <p14:tracePt t="243" x="6196013" y="4910138"/>
          <p14:tracePt t="247" x="6196013" y="4895850"/>
          <p14:tracePt t="248" x="6183313" y="4895850"/>
          <p14:tracePt t="254" x="6183313" y="4883150"/>
          <p14:tracePt t="258" x="6183313" y="4868863"/>
          <p14:tracePt t="265" x="6183313" y="4856163"/>
          <p14:tracePt t="267" x="6183313" y="4841875"/>
          <p14:tracePt t="268" x="6169025" y="4841875"/>
          <p14:tracePt t="278" x="6169025" y="4827588"/>
          <p14:tracePt t="298" x="6169025" y="4814888"/>
          <p14:tracePt t="391" x="6169025" y="4800600"/>
          <p14:tracePt t="562" x="6169025" y="4786313"/>
          <p14:tracePt t="600" x="6169025" y="4773613"/>
          <p14:tracePt t="783" x="6169025" y="4759325"/>
          <p14:tracePt t="794" x="6169025" y="4745038"/>
          <p14:tracePt t="799" x="6154738" y="4745038"/>
          <p14:tracePt t="801" x="6142038" y="4732338"/>
          <p14:tracePt t="812" x="6127750" y="4718050"/>
          <p14:tracePt t="831" x="6115050" y="4718050"/>
          <p14:tracePt t="833" x="6115050" y="4705350"/>
          <p14:tracePt t="855" x="6115050" y="4691063"/>
          <p14:tracePt t="862" x="6115050" y="4676775"/>
          <p14:tracePt t="865" x="6115050" y="4664075"/>
          <p14:tracePt t="870" x="6115050" y="4649788"/>
          <p14:tracePt t="876" x="6115050" y="4635500"/>
          <p14:tracePt t="880" x="6115050" y="4622800"/>
          <p14:tracePt t="883" x="6115050" y="4608513"/>
          <p14:tracePt t="886" x="6115050" y="4594225"/>
          <p14:tracePt t="890" x="6115050" y="4581525"/>
          <p14:tracePt t="894" x="6115050" y="4567238"/>
          <p14:tracePt t="895" x="6115050" y="4552950"/>
          <p14:tracePt t="898" x="6115050" y="4540250"/>
          <p14:tracePt t="902" x="6115050" y="4525963"/>
          <p14:tracePt t="906" x="6115050" y="4513263"/>
          <p14:tracePt t="907" x="6115050" y="4498975"/>
          <p14:tracePt t="911" x="6127750" y="4484688"/>
          <p14:tracePt t="917" x="6127750" y="4471988"/>
          <p14:tracePt t="921" x="6127750" y="4457700"/>
          <p14:tracePt t="924" x="6127750" y="4443413"/>
          <p14:tracePt t="926" x="6142038" y="4443413"/>
          <p14:tracePt t="936" x="6142038" y="4430713"/>
          <p14:tracePt t="953" x="6154738" y="4430713"/>
          <p14:tracePt t="1005" x="6169025" y="4430713"/>
          <p14:tracePt t="1012" x="6183313" y="4430713"/>
          <p14:tracePt t="1017" x="6196013" y="4430713"/>
          <p14:tracePt t="1019" x="6210300" y="4430713"/>
          <p14:tracePt t="1026" x="6224588" y="4430713"/>
          <p14:tracePt t="1032" x="6237288" y="4443413"/>
          <p14:tracePt t="1039" x="6237288" y="4457700"/>
          <p14:tracePt t="1051" x="6251575" y="4457700"/>
          <p14:tracePt t="1070" x="6265863" y="4457700"/>
          <p14:tracePt t="1071" x="6265863" y="4471988"/>
          <p14:tracePt t="1077" x="6278563" y="4484688"/>
          <p14:tracePt t="1083" x="6292850" y="4498975"/>
          <p14:tracePt t="1086" x="6292850" y="4513263"/>
          <p14:tracePt t="1091" x="6305550" y="4525963"/>
          <p14:tracePt t="1099" x="6305550" y="4540250"/>
          <p14:tracePt t="1102" x="6319838" y="4552950"/>
          <p14:tracePt t="1110" x="6334125" y="4567238"/>
          <p14:tracePt t="1127" x="6334125" y="4581525"/>
          <p14:tracePt t="1279" x="6334125" y="4594225"/>
          <p14:tracePt t="1295" x="6334125" y="4608513"/>
          <p14:tracePt t="1302" x="6334125" y="4622800"/>
          <p14:tracePt t="1326" x="6334125" y="4635500"/>
          <p14:tracePt t="1375" x="6334125" y="4649788"/>
          <p14:tracePt t="1392" x="6334125" y="4664075"/>
          <p14:tracePt t="1403" x="6334125" y="4676775"/>
          <p14:tracePt t="1427" x="6334125" y="4691063"/>
          <p14:tracePt t="1428" x="6346825" y="4691063"/>
          <p14:tracePt t="1433" x="6361113" y="4691063"/>
          <p14:tracePt t="1466" x="6375400" y="4691063"/>
          <p14:tracePt t="1478" x="6388100" y="4691063"/>
          <p14:tracePt t="1483" x="6402388" y="4691063"/>
          <p14:tracePt t="1485" x="6415088" y="4691063"/>
          <p14:tracePt t="1488" x="6429375" y="4691063"/>
          <p14:tracePt t="1491" x="6443663" y="4691063"/>
          <p14:tracePt t="1494" x="6456363" y="4691063"/>
          <p14:tracePt t="1495" x="6470650" y="4691063"/>
          <p14:tracePt t="1497" x="6484938" y="4691063"/>
          <p14:tracePt t="1499" x="6497638" y="4691063"/>
          <p14:tracePt t="1501" x="6526213" y="4691063"/>
          <p14:tracePt t="1502" x="6538913" y="4691063"/>
          <p14:tracePt t="1504" x="6565900" y="4691063"/>
          <p14:tracePt t="1508" x="6594475" y="4691063"/>
          <p14:tracePt t="1509" x="6607175" y="4691063"/>
          <p14:tracePt t="1511" x="6635750" y="4691063"/>
          <p14:tracePt t="1512" x="6648450" y="4691063"/>
          <p14:tracePt t="1513" x="6662738" y="4691063"/>
          <p14:tracePt t="1514" x="6677025" y="4691063"/>
          <p14:tracePt t="1515" x="6704013" y="4691063"/>
          <p14:tracePt t="1516" x="6716713" y="4691063"/>
          <p14:tracePt t="1518" x="6745288" y="4691063"/>
          <p14:tracePt t="1519" x="6772275" y="4676775"/>
          <p14:tracePt t="1520" x="6786563" y="4676775"/>
          <p14:tracePt t="1521" x="6813550" y="4676775"/>
          <p14:tracePt t="1522" x="6827838" y="4676775"/>
          <p14:tracePt t="1523" x="6854825" y="4676775"/>
          <p14:tracePt t="1524" x="6867525" y="4676775"/>
          <p14:tracePt t="1526" x="6896100" y="4676775"/>
          <p14:tracePt t="1526" x="6896100" y="4664075"/>
          <p14:tracePt t="1528" x="6923088" y="4664075"/>
          <p14:tracePt t="1529" x="6937375" y="4664075"/>
          <p14:tracePt t="1530" x="6964363" y="4664075"/>
          <p14:tracePt t="1531" x="6978650" y="4664075"/>
          <p14:tracePt t="1532" x="6991350" y="4649788"/>
          <p14:tracePt t="1533" x="7005638" y="4649788"/>
          <p14:tracePt t="1533" x="7018338" y="4649788"/>
          <p14:tracePt t="1535" x="7032625" y="4649788"/>
          <p14:tracePt t="1536" x="7046913" y="4649788"/>
          <p14:tracePt t="1537" x="7059613" y="4649788"/>
          <p14:tracePt t="1537" x="7073900" y="4649788"/>
          <p14:tracePt t="1539" x="7088188" y="4635500"/>
          <p14:tracePt t="1540" x="7100888" y="4635500"/>
          <p14:tracePt t="1540" x="7115175" y="4635500"/>
          <p14:tracePt t="1543" x="7142163" y="4635500"/>
          <p14:tracePt t="1544" x="7156450" y="4635500"/>
          <p14:tracePt t="1545" x="7169150" y="4635500"/>
          <p14:tracePt t="1546" x="7169150" y="4622800"/>
          <p14:tracePt t="1547" x="7183438" y="4622800"/>
          <p14:tracePt t="1549" x="7197725" y="4622800"/>
          <p14:tracePt t="1551" x="7224713" y="4622800"/>
          <p14:tracePt t="1553" x="7239000" y="4608513"/>
          <p14:tracePt t="1555" x="7265988" y="4608513"/>
          <p14:tracePt t="1558" x="7292975" y="4608513"/>
          <p14:tracePt t="1561" x="7307263" y="4608513"/>
          <p14:tracePt t="1564" x="7319963" y="4608513"/>
          <p14:tracePt t="1565" x="7319963" y="4594225"/>
          <p14:tracePt t="1566" x="7334250" y="4594225"/>
          <p14:tracePt t="1571" x="7348538" y="4594225"/>
          <p14:tracePt t="1574" x="7361238" y="4594225"/>
          <p14:tracePt t="1582" x="7375525" y="4581525"/>
          <p14:tracePt t="1601" x="7389813" y="4567238"/>
          <p14:tracePt t="1613" x="7402513" y="4567238"/>
          <p14:tracePt t="1615" x="7402513" y="4552950"/>
          <p14:tracePt t="1617" x="7416800" y="4552950"/>
          <p14:tracePt t="1623" x="7431088" y="4540250"/>
          <p14:tracePt t="1628" x="7443788" y="4525963"/>
          <p14:tracePt t="1630" x="7458075" y="4513263"/>
          <p14:tracePt t="1633" x="7470775" y="4513263"/>
          <p14:tracePt t="1634" x="7470775" y="4498975"/>
          <p14:tracePt t="1636" x="7485063" y="4498975"/>
          <p14:tracePt t="1637" x="7499350" y="4484688"/>
          <p14:tracePt t="1640" x="7512050" y="4471988"/>
          <p14:tracePt t="1642" x="7526338" y="4471988"/>
          <p14:tracePt t="1643" x="7526338" y="4457700"/>
          <p14:tracePt t="1645" x="7553325" y="4457700"/>
          <p14:tracePt t="1647" x="7567613" y="4443413"/>
          <p14:tracePt t="1649" x="7581900" y="4443413"/>
          <p14:tracePt t="1650" x="7581900" y="4430713"/>
          <p14:tracePt t="1652" x="7594600" y="4430713"/>
          <p14:tracePt t="1654" x="7621588" y="4416425"/>
          <p14:tracePt t="1657" x="7635875" y="4402138"/>
          <p14:tracePt t="1659" x="7650163" y="4402138"/>
          <p14:tracePt t="1660" x="7662863" y="4402138"/>
          <p14:tracePt t="1661" x="7662863" y="4389438"/>
          <p14:tracePt t="1663" x="7677150" y="4389438"/>
          <p14:tracePt t="1664" x="7691438" y="4389438"/>
          <p14:tracePt t="1665" x="7691438" y="4375150"/>
          <p14:tracePt t="1667" x="7718425" y="4375150"/>
          <p14:tracePt t="1668" x="7732713" y="4362450"/>
          <p14:tracePt t="1672" x="7745413" y="4362450"/>
          <p14:tracePt t="1673" x="7745413" y="4348163"/>
          <p14:tracePt t="1674" x="7759700" y="4348163"/>
          <p14:tracePt t="1678" x="7772400" y="4348163"/>
          <p14:tracePt t="1680" x="7786688" y="4348163"/>
          <p14:tracePt t="1681" x="7800975" y="4333875"/>
          <p14:tracePt t="1685" x="7813675" y="4333875"/>
          <p14:tracePt t="1689" x="7827963" y="4333875"/>
          <p14:tracePt t="1690" x="7827963" y="4321175"/>
          <p14:tracePt t="1697" x="7842250" y="4321175"/>
          <p14:tracePt t="1705" x="7854950" y="4321175"/>
          <p14:tracePt t="1720" x="7869238" y="4321175"/>
          <p14:tracePt t="1728" x="7869238" y="4306888"/>
          <p14:tracePt t="1741" x="7869238" y="4292600"/>
          <p14:tracePt t="1744" x="7883525" y="4292600"/>
          <p14:tracePt t="1753" x="7896225" y="4292600"/>
          <p14:tracePt t="1755" x="7896225" y="4279900"/>
          <p14:tracePt t="1761" x="7910513" y="4279900"/>
          <p14:tracePt t="1762" x="7923213" y="4279900"/>
          <p14:tracePt t="1765" x="7923213" y="4265613"/>
          <p14:tracePt t="1768" x="7937500" y="4265613"/>
          <p14:tracePt t="1772" x="7951788" y="4251325"/>
          <p14:tracePt t="1773" x="7951788" y="4238625"/>
          <p14:tracePt t="1776" x="7964488" y="4238625"/>
          <p14:tracePt t="1779" x="7978775" y="4238625"/>
          <p14:tracePt t="1780" x="7978775" y="4224338"/>
          <p14:tracePt t="1781" x="7993063" y="4224338"/>
          <p14:tracePt t="1785" x="8005763" y="4210050"/>
          <p14:tracePt t="1789" x="8020050" y="4210050"/>
          <p14:tracePt t="1793" x="8034338" y="4197350"/>
          <p14:tracePt t="1796" x="8047038" y="4183063"/>
          <p14:tracePt t="1799" x="8061325" y="4183063"/>
          <p14:tracePt t="1805" x="8074025" y="4183063"/>
          <p14:tracePt t="1807" x="8088313" y="4170363"/>
          <p14:tracePt t="1813" x="8102600" y="4170363"/>
          <p14:tracePt t="1817" x="8102600" y="4156075"/>
          <p14:tracePt t="1821" x="8115300" y="4156075"/>
          <p14:tracePt t="1827" x="8129588" y="4156075"/>
          <p14:tracePt t="1835" x="8143875" y="4156075"/>
          <p14:tracePt t="1841" x="8143875" y="4141788"/>
          <p14:tracePt t="1843" x="8156575" y="4141788"/>
          <p14:tracePt t="1854" x="8170863" y="4141788"/>
          <p14:tracePt t="1860" x="8185150" y="4129088"/>
          <p14:tracePt t="1862" x="8197850" y="4129088"/>
          <p14:tracePt t="1869" x="8212138" y="4129088"/>
          <p14:tracePt t="1876" x="8224838" y="4114800"/>
          <p14:tracePt t="1879" x="8239125" y="4114800"/>
          <p14:tracePt t="1881" x="8253413" y="4114800"/>
          <p14:tracePt t="1885" x="8266113" y="4114800"/>
          <p14:tracePt t="1887" x="8266113" y="4100513"/>
          <p14:tracePt t="1889" x="8280400" y="4100513"/>
          <p14:tracePt t="1892" x="8294688" y="4100513"/>
          <p14:tracePt t="1893" x="8307388" y="4100513"/>
          <p14:tracePt t="1895" x="8321675" y="4100513"/>
          <p14:tracePt t="1897" x="8334375" y="4100513"/>
          <p14:tracePt t="1899" x="8348663" y="4073525"/>
          <p14:tracePt t="1900" x="8362950" y="4073525"/>
          <p14:tracePt t="1901" x="8375650" y="4073525"/>
          <p14:tracePt t="1903" x="8389938" y="4073525"/>
          <p14:tracePt t="1906" x="8404225" y="4073525"/>
          <p14:tracePt t="1907" x="8416925" y="4073525"/>
          <p14:tracePt t="1911" x="8431213" y="4073525"/>
          <p14:tracePt t="1912" x="8445500" y="4073525"/>
          <p14:tracePt t="1914" x="8458200" y="4073525"/>
          <p14:tracePt t="1916" x="8472488" y="4073525"/>
          <p14:tracePt t="1921" x="8485188" y="4059238"/>
          <p14:tracePt t="1927" x="8499475" y="4059238"/>
          <p14:tracePt t="1962" x="8513763" y="4059238"/>
          <p14:tracePt t="1964" x="8526463" y="4059238"/>
          <p14:tracePt t="1970" x="8526463" y="4073525"/>
          <p14:tracePt t="1972" x="8540750" y="4073525"/>
          <p14:tracePt t="1976" x="8540750" y="4100513"/>
          <p14:tracePt t="1977" x="8555038" y="4100513"/>
          <p14:tracePt t="1983" x="8555038" y="4114800"/>
          <p14:tracePt t="1984" x="8567738" y="4114800"/>
          <p14:tracePt t="1987" x="8582025" y="4114800"/>
          <p14:tracePt t="1989" x="8582025" y="4129088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27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Times New Roman" panose="02020603050405020304" pitchFamily="18" charset="0"/>
              </a:rPr>
              <a:t>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42508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A1087D7E-05F0-601D-AC14-B292377B69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89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4003">
        <p159:morph option="byObject"/>
      </p:transition>
    </mc:Choice>
    <mc:Fallback>
      <p:transition advTm="400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7" x="8170863" y="4525963"/>
          <p14:tracePt t="106" x="8156575" y="4525963"/>
          <p14:tracePt t="113" x="8143875" y="4525963"/>
          <p14:tracePt t="127" x="8129588" y="4525963"/>
          <p14:tracePt t="128" x="8129588" y="4540250"/>
          <p14:tracePt t="133" x="8115300" y="4540250"/>
          <p14:tracePt t="142" x="8102600" y="4540250"/>
          <p14:tracePt t="146" x="8102600" y="4552950"/>
          <p14:tracePt t="148" x="8088313" y="4552950"/>
          <p14:tracePt t="154" x="8074025" y="4567238"/>
          <p14:tracePt t="155" x="8061325" y="4567238"/>
          <p14:tracePt t="159" x="8047038" y="4567238"/>
          <p14:tracePt t="162" x="8034338" y="4581525"/>
          <p14:tracePt t="165" x="8020050" y="4581525"/>
          <p14:tracePt t="168" x="7993063" y="4581525"/>
          <p14:tracePt t="169" x="7993063" y="4594225"/>
          <p14:tracePt t="172" x="7978775" y="4594225"/>
          <p14:tracePt t="173" x="7978775" y="4608513"/>
          <p14:tracePt t="174" x="7964488" y="4608513"/>
          <p14:tracePt t="175" x="7951788" y="4608513"/>
          <p14:tracePt t="176" x="7937500" y="4608513"/>
          <p14:tracePt t="179" x="7923213" y="4622800"/>
          <p14:tracePt t="180" x="7910513" y="4622800"/>
          <p14:tracePt t="182" x="7896225" y="4622800"/>
          <p14:tracePt t="183" x="7869238" y="4622800"/>
          <p14:tracePt t="183" x="7854950" y="4635500"/>
          <p14:tracePt t="184" x="7842250" y="4635500"/>
          <p14:tracePt t="185" x="7827963" y="4635500"/>
          <p14:tracePt t="186" x="7813675" y="4649788"/>
          <p14:tracePt t="188" x="7800975" y="4649788"/>
          <p14:tracePt t="189" x="7772400" y="4649788"/>
          <p14:tracePt t="190" x="7759700" y="4664075"/>
          <p14:tracePt t="191" x="7745413" y="4664075"/>
          <p14:tracePt t="192" x="7718425" y="4676775"/>
          <p14:tracePt t="195" x="7691438" y="4676775"/>
          <p14:tracePt t="197" x="7662863" y="4691063"/>
          <p14:tracePt t="198" x="7635875" y="4691063"/>
          <p14:tracePt t="199" x="7608888" y="4691063"/>
          <p14:tracePt t="202" x="7581900" y="4705350"/>
          <p14:tracePt t="203" x="7553325" y="4718050"/>
          <p14:tracePt t="204" x="7526338" y="4718050"/>
          <p14:tracePt t="205" x="7499350" y="4732338"/>
          <p14:tracePt t="207" x="7470775" y="4745038"/>
          <p14:tracePt t="209" x="7458075" y="4745038"/>
          <p14:tracePt t="210" x="7443788" y="4759325"/>
          <p14:tracePt t="210" x="7431088" y="4759325"/>
          <p14:tracePt t="211" x="7416800" y="4759325"/>
          <p14:tracePt t="212" x="7389813" y="4759325"/>
          <p14:tracePt t="213" x="7375525" y="4759325"/>
          <p14:tracePt t="214" x="7361238" y="4759325"/>
          <p14:tracePt t="216" x="7348538" y="4759325"/>
          <p14:tracePt t="217" x="7334250" y="4773613"/>
          <p14:tracePt t="217" x="7319963" y="4773613"/>
          <p14:tracePt t="218" x="7307263" y="4773613"/>
          <p14:tracePt t="219" x="7292975" y="4773613"/>
          <p14:tracePt t="220" x="7280275" y="4773613"/>
          <p14:tracePt t="223" x="7265988" y="4786313"/>
          <p14:tracePt t="224" x="7251700" y="4786313"/>
          <p14:tracePt t="224" x="7239000" y="4786313"/>
          <p14:tracePt t="225" x="7239000" y="4800600"/>
          <p14:tracePt t="226" x="7224713" y="4800600"/>
          <p14:tracePt t="227" x="7210425" y="4800600"/>
          <p14:tracePt t="230" x="7183438" y="4800600"/>
          <p14:tracePt t="232" x="7169150" y="4800600"/>
          <p14:tracePt t="234" x="7156450" y="4800600"/>
          <p14:tracePt t="237" x="7129463" y="4800600"/>
          <p14:tracePt t="265" x="7059613" y="4814888"/>
          <p14:tracePt t="285" x="7046913" y="4814888"/>
          <p14:tracePt t="290" x="7032625" y="4814888"/>
          <p14:tracePt t="293" x="7018338" y="4814888"/>
          <p14:tracePt t="296" x="7005638" y="4814888"/>
          <p14:tracePt t="300" x="6978650" y="4814888"/>
          <p14:tracePt t="303" x="6964363" y="4814888"/>
          <p14:tracePt t="305" x="6950075" y="4827588"/>
          <p14:tracePt t="307" x="6937375" y="4827588"/>
          <p14:tracePt t="309" x="6923088" y="4827588"/>
          <p14:tracePt t="310" x="6908800" y="4827588"/>
          <p14:tracePt t="313" x="6881813" y="4827588"/>
          <p14:tracePt t="316" x="6867525" y="4841875"/>
          <p14:tracePt t="316" x="6854825" y="4841875"/>
          <p14:tracePt t="317" x="6840538" y="4841875"/>
          <p14:tracePt t="320" x="6813550" y="4841875"/>
          <p14:tracePt t="322" x="6799263" y="4841875"/>
          <p14:tracePt t="323" x="6786563" y="4841875"/>
          <p14:tracePt t="324" x="6772275" y="4841875"/>
          <p14:tracePt t="327" x="6745288" y="4841875"/>
          <p14:tracePt t="331" x="6731000" y="4841875"/>
          <p14:tracePt t="332" x="6716713" y="4841875"/>
          <p14:tracePt t="334" x="6704013" y="4841875"/>
          <p14:tracePt t="335" x="6689725" y="4841875"/>
          <p14:tracePt t="339" x="6677025" y="4841875"/>
          <p14:tracePt t="341" x="6662738" y="4841875"/>
          <p14:tracePt t="345" x="6648450" y="4841875"/>
          <p14:tracePt t="350" x="6635750" y="4841875"/>
          <p14:tracePt t="367" x="6621463" y="4841875"/>
          <p14:tracePt t="376" x="6607175" y="4827588"/>
          <p14:tracePt t="398" x="6607175" y="4814888"/>
          <p14:tracePt t="409" x="6594475" y="4800600"/>
          <p14:tracePt t="420" x="6580188" y="4800600"/>
          <p14:tracePt t="422" x="6580188" y="4786313"/>
          <p14:tracePt t="430" x="6565900" y="4786313"/>
          <p14:tracePt t="433" x="6565900" y="4773613"/>
          <p14:tracePt t="436" x="6553200" y="4773613"/>
          <p14:tracePt t="443" x="6553200" y="4759325"/>
          <p14:tracePt t="448" x="6538913" y="4745038"/>
          <p14:tracePt t="457" x="6538913" y="4732338"/>
          <p14:tracePt t="467" x="6538913" y="4718050"/>
          <p14:tracePt t="479" x="6538913" y="4705350"/>
          <p14:tracePt t="634" x="6553200" y="4705350"/>
          <p14:tracePt t="644" x="6565900" y="4705350"/>
          <p14:tracePt t="660" x="6565900" y="4718050"/>
          <p14:tracePt t="756" x="6553200" y="4718050"/>
          <p14:tracePt t="760" x="6538913" y="4732338"/>
          <p14:tracePt t="762" x="6526213" y="4732338"/>
          <p14:tracePt t="765" x="6497638" y="4745038"/>
          <p14:tracePt t="769" x="6484938" y="4745038"/>
          <p14:tracePt t="771" x="6470650" y="4745038"/>
          <p14:tracePt t="772" x="6456363" y="4745038"/>
          <p14:tracePt t="774" x="6443663" y="4745038"/>
          <p14:tracePt t="776" x="6429375" y="4745038"/>
          <p14:tracePt t="779" x="6415088" y="4745038"/>
          <p14:tracePt t="780" x="6402388" y="4745038"/>
          <p14:tracePt t="784" x="6375400" y="4745038"/>
          <p14:tracePt t="787" x="6361113" y="4759325"/>
          <p14:tracePt t="791" x="6346825" y="4759325"/>
          <p14:tracePt t="792" x="6334125" y="4759325"/>
          <p14:tracePt t="793" x="6319838" y="4759325"/>
          <p14:tracePt t="796" x="6305550" y="4759325"/>
          <p14:tracePt t="799" x="6278563" y="4759325"/>
          <p14:tracePt t="803" x="6265863" y="4759325"/>
          <p14:tracePt t="805" x="6251575" y="4759325"/>
          <p14:tracePt t="806" x="6237288" y="4759325"/>
          <p14:tracePt t="808" x="6224588" y="4759325"/>
          <p14:tracePt t="812" x="6210300" y="4759325"/>
          <p14:tracePt t="815" x="6196013" y="4759325"/>
          <p14:tracePt t="817" x="6183313" y="4759325"/>
          <p14:tracePt t="839" x="6169025" y="4759325"/>
          <p14:tracePt t="854" x="6154738" y="4759325"/>
          <p14:tracePt t="864" x="6142038" y="4759325"/>
          <p14:tracePt t="868" x="6127750" y="4759325"/>
          <p14:tracePt t="877" x="6115050" y="4759325"/>
          <p14:tracePt t="884" x="6100763" y="4759325"/>
          <p14:tracePt t="944" x="6100763" y="4745038"/>
          <p14:tracePt t="1022" x="6100763" y="4732338"/>
          <p14:tracePt t="1061" x="6115050" y="4732338"/>
          <p14:tracePt t="1069" x="6142038" y="4732338"/>
          <p14:tracePt t="1071" x="6142038" y="4718050"/>
          <p14:tracePt t="1078" x="6154738" y="4718050"/>
          <p14:tracePt t="1084" x="6183313" y="4718050"/>
          <p14:tracePt t="1090" x="6196013" y="4718050"/>
          <p14:tracePt t="1098" x="6224588" y="4718050"/>
          <p14:tracePt t="1103" x="6224588" y="4705350"/>
          <p14:tracePt t="1105" x="6237288" y="4705350"/>
          <p14:tracePt t="1112" x="6251575" y="4705350"/>
          <p14:tracePt t="1121" x="6265863" y="4705350"/>
          <p14:tracePt t="1126" x="6278563" y="4705350"/>
          <p14:tracePt t="1133" x="6292850" y="4705350"/>
          <p14:tracePt t="1135" x="6319838" y="4705350"/>
          <p14:tracePt t="1145" x="6334125" y="4705350"/>
          <p14:tracePt t="1149" x="6346825" y="4705350"/>
          <p14:tracePt t="1154" x="6361113" y="4705350"/>
          <p14:tracePt t="1157" x="6375400" y="4705350"/>
          <p14:tracePt t="1162" x="6388100" y="4718050"/>
          <p14:tracePt t="1166" x="6402388" y="4718050"/>
          <p14:tracePt t="1170" x="6415088" y="4718050"/>
          <p14:tracePt t="1173" x="6429375" y="4718050"/>
          <p14:tracePt t="1178" x="6443663" y="4718050"/>
          <p14:tracePt t="1183" x="6456363" y="4718050"/>
          <p14:tracePt t="1187" x="6456363" y="4732338"/>
          <p14:tracePt t="1188" x="6470650" y="4732338"/>
          <p14:tracePt t="1192" x="6484938" y="4732338"/>
          <p14:tracePt t="1202" x="6497638" y="4732338"/>
          <p14:tracePt t="1213" x="6511925" y="4732338"/>
          <p14:tracePt t="1249" x="6526213" y="4732338"/>
          <p14:tracePt t="1254" x="6526213" y="4745038"/>
          <p14:tracePt t="1282" x="6538913" y="4745038"/>
          <p14:tracePt t="1364" x="6538913" y="4759325"/>
          <p14:tracePt t="1377" x="6538913" y="4773613"/>
          <p14:tracePt t="1380" x="6538913" y="4786313"/>
          <p14:tracePt t="1382" x="6553200" y="4786313"/>
          <p14:tracePt t="1388" x="6553200" y="4800600"/>
          <p14:tracePt t="1395" x="6553200" y="4814888"/>
          <p14:tracePt t="1402" x="6565900" y="4827588"/>
          <p14:tracePt t="1407" x="6565900" y="4841875"/>
          <p14:tracePt t="1416" x="6565900" y="4856163"/>
          <p14:tracePt t="1426" x="6565900" y="4868863"/>
          <p14:tracePt t="1428" x="6580188" y="4868863"/>
          <p14:tracePt t="1434" x="6580188" y="4883150"/>
          <p14:tracePt t="1439" x="6580188" y="4895850"/>
          <p14:tracePt t="1446" x="6580188" y="4910138"/>
          <p14:tracePt t="1451" x="6580188" y="4924425"/>
          <p14:tracePt t="1454" x="6594475" y="4924425"/>
          <p14:tracePt t="1456" x="6594475" y="4937125"/>
          <p14:tracePt t="1459" x="6594475" y="4951413"/>
          <p14:tracePt t="1465" x="6594475" y="4965700"/>
          <p14:tracePt t="1472" x="6594475" y="4978400"/>
          <p14:tracePt t="1480" x="6594475" y="5006975"/>
          <p14:tracePt t="1490" x="6594475" y="5019675"/>
          <p14:tracePt t="1494" x="6607175" y="5019675"/>
          <p14:tracePt t="1551" x="6621463" y="5033963"/>
          <p14:tracePt t="1581" x="6621463" y="5048250"/>
          <p14:tracePt t="1659" x="6635750" y="5048250"/>
          <p14:tracePt t="1844" x="6635750" y="5060950"/>
          <p14:tracePt t="1951" x="6648450" y="5060950"/>
          <p14:tracePt t="2009" x="6662738" y="5060950"/>
          <p14:tracePt t="2083" x="6662738" y="5075238"/>
          <p14:tracePt t="2086" x="6677025" y="5075238"/>
          <p14:tracePt t="2109" x="6689725" y="5075238"/>
          <p14:tracePt t="2122" x="6704013" y="5075238"/>
          <p14:tracePt t="2130" x="6704013" y="5087938"/>
          <p14:tracePt t="2144" x="6716713" y="5087938"/>
          <p14:tracePt t="2156" x="6731000" y="5087938"/>
          <p14:tracePt t="2177" x="6731000" y="5102225"/>
          <p14:tracePt t="2284" x="6745288" y="5102225"/>
          <p14:tracePt t="2393" x="6745288" y="5087938"/>
          <p14:tracePt t="2408" x="6745288" y="5075238"/>
          <p14:tracePt t="2541" x="6731000" y="5087938"/>
          <p14:tracePt t="2542" x="6731000" y="5102225"/>
          <p14:tracePt t="2544" x="6731000" y="5116513"/>
          <p14:tracePt t="2545" x="6731000" y="5129213"/>
          <p14:tracePt t="2547" x="6716713" y="5129213"/>
          <p14:tracePt t="2548" x="6716713" y="5143500"/>
          <p14:tracePt t="2550" x="6716713" y="5157788"/>
          <p14:tracePt t="2552" x="6716713" y="5170488"/>
          <p14:tracePt t="2553" x="6716713" y="5184775"/>
          <p14:tracePt t="2556" x="6716713" y="5199063"/>
          <p14:tracePt t="2557" x="6716713" y="5211763"/>
          <p14:tracePt t="2558" x="6716713" y="5226050"/>
          <p14:tracePt t="2559" x="6704013" y="5226050"/>
          <p14:tracePt t="2560" x="6704013" y="5238750"/>
          <p14:tracePt t="2563" x="6689725" y="5253038"/>
          <p14:tracePt t="2565" x="6689725" y="5280025"/>
          <p14:tracePt t="2568" x="6689725" y="5294313"/>
          <p14:tracePt t="2572" x="6677025" y="5321300"/>
          <p14:tracePt t="2573" x="6677025" y="5335588"/>
          <p14:tracePt t="2576" x="6677025" y="5349875"/>
          <p14:tracePt t="2577" x="6677025" y="5362575"/>
          <p14:tracePt t="2578" x="6677025" y="5376863"/>
          <p14:tracePt t="2580" x="6662738" y="5376863"/>
          <p14:tracePt t="2581" x="6662738" y="5391150"/>
          <p14:tracePt t="2584" x="6648450" y="5403850"/>
          <p14:tracePt t="2585" x="6648450" y="5430838"/>
          <p14:tracePt t="2586" x="6648450" y="5445125"/>
          <p14:tracePt t="2587" x="6648450" y="5459413"/>
          <p14:tracePt t="2589" x="6648450" y="5472113"/>
          <p14:tracePt t="2591" x="6635750" y="5486400"/>
          <p14:tracePt t="2592" x="6635750" y="5500688"/>
          <p14:tracePt t="2593" x="6635750" y="5513388"/>
          <p14:tracePt t="2595" x="6635750" y="5527675"/>
          <p14:tracePt t="2596" x="6621463" y="5527675"/>
          <p14:tracePt t="2598" x="6621463" y="5541963"/>
          <p14:tracePt t="2598" x="6621463" y="5554663"/>
          <p14:tracePt t="2600" x="6607175" y="5568950"/>
          <p14:tracePt t="2601" x="6607175" y="5581650"/>
          <p14:tracePt t="2603" x="6607175" y="5595938"/>
          <p14:tracePt t="2605" x="6594475" y="5595938"/>
          <p14:tracePt t="2606" x="6594475" y="5610225"/>
          <p14:tracePt t="2607" x="6594475" y="5622925"/>
          <p14:tracePt t="2608" x="6594475" y="5637213"/>
          <p14:tracePt t="2612" x="6580188" y="5651500"/>
          <p14:tracePt t="2614" x="6580188" y="5664200"/>
          <p14:tracePt t="2617" x="6565900" y="5664200"/>
          <p14:tracePt t="2619" x="6565900" y="5678488"/>
          <p14:tracePt t="2631" x="6565900" y="5692775"/>
          <p14:tracePt t="2677" x="6565900" y="5705475"/>
          <p14:tracePt t="2858" x="6565900" y="5719763"/>
          <p14:tracePt t="2912" x="6565900" y="5734050"/>
          <p14:tracePt t="2966" x="6580188" y="5734050"/>
          <p14:tracePt t="2976" x="6580188" y="5746750"/>
          <p14:tracePt t="2988" x="6580188" y="5761038"/>
          <p14:tracePt t="3021" x="6594475" y="5761038"/>
          <p14:tracePt t="3034" x="6594475" y="5773738"/>
          <p14:tracePt t="3069" x="6594475" y="5788025"/>
          <p14:tracePt t="3164" x="6607175" y="5788025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28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</a:rPr>
              <a:t>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103837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46D217AC-A1AB-A70E-263C-208B97FCAB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7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1588">
        <p159:morph option="byObject"/>
      </p:transition>
    </mc:Choice>
    <mc:Fallback>
      <p:transition advTm="158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0" x="7361238" y="5513388"/>
          <p14:tracePt t="54" x="7361238" y="5500688"/>
          <p14:tracePt t="58" x="7361238" y="5486400"/>
          <p14:tracePt t="60" x="7361238" y="5472113"/>
          <p14:tracePt t="64" x="7361238" y="5459413"/>
          <p14:tracePt t="65" x="7348538" y="5459413"/>
          <p14:tracePt t="68" x="7348538" y="5445125"/>
          <p14:tracePt t="72" x="7334250" y="5430838"/>
          <p14:tracePt t="74" x="7334250" y="5418138"/>
          <p14:tracePt t="78" x="7319963" y="5403850"/>
          <p14:tracePt t="84" x="7319963" y="5391150"/>
          <p14:tracePt t="87" x="7319963" y="5376863"/>
          <p14:tracePt t="91" x="7319963" y="5362575"/>
          <p14:tracePt t="96" x="7319963" y="5349875"/>
          <p14:tracePt t="104" x="7319963" y="5335588"/>
          <p14:tracePt t="114" x="7319963" y="5321300"/>
          <p14:tracePt t="150" x="7319963" y="5308600"/>
          <p14:tracePt t="174" x="7319963" y="5294313"/>
          <p14:tracePt t="198" x="7265988" y="5238750"/>
          <p14:tracePt t="202" x="7265988" y="5226050"/>
          <p14:tracePt t="208" x="7251700" y="5226050"/>
          <p14:tracePt t="209" x="7251700" y="5211763"/>
          <p14:tracePt t="212" x="7251700" y="5199063"/>
          <p14:tracePt t="214" x="7239000" y="5199063"/>
          <p14:tracePt t="220" x="7239000" y="5184775"/>
          <p14:tracePt t="226" x="7239000" y="5170488"/>
          <p14:tracePt t="232" x="7224713" y="5170488"/>
          <p14:tracePt t="236" x="7224713" y="5157788"/>
          <p14:tracePt t="240" x="7224713" y="5143500"/>
          <p14:tracePt t="250" x="7210425" y="5143500"/>
          <p14:tracePt t="253" x="7210425" y="5129213"/>
          <p14:tracePt t="276" x="7197725" y="5116513"/>
          <p14:tracePt t="288" x="7183438" y="5116513"/>
          <p14:tracePt t="290" x="7183438" y="5102225"/>
          <p14:tracePt t="295" x="7183438" y="5087938"/>
          <p14:tracePt t="299" x="7169150" y="5087938"/>
          <p14:tracePt t="303" x="7169150" y="5075238"/>
          <p14:tracePt t="307" x="7156450" y="5075238"/>
          <p14:tracePt t="308" x="7156450" y="5060950"/>
          <p14:tracePt t="313" x="7142163" y="5060950"/>
          <p14:tracePt t="314" x="7142163" y="5048250"/>
          <p14:tracePt t="317" x="7142163" y="5033963"/>
          <p14:tracePt t="320" x="7129463" y="5033963"/>
          <p14:tracePt t="322" x="7129463" y="5019675"/>
          <p14:tracePt t="327" x="7115175" y="5006975"/>
          <p14:tracePt t="330" x="7100888" y="4992688"/>
          <p14:tracePt t="334" x="7100888" y="4978400"/>
          <p14:tracePt t="337" x="7100888" y="4965700"/>
          <p14:tracePt t="342" x="7088188" y="4965700"/>
          <p14:tracePt t="343" x="7088188" y="4951413"/>
          <p14:tracePt t="348" x="7088188" y="4937125"/>
          <p14:tracePt t="352" x="7088188" y="4924425"/>
          <p14:tracePt t="358" x="7088188" y="4910138"/>
          <p14:tracePt t="414" x="7088188" y="4895850"/>
          <p14:tracePt t="430" x="7088188" y="4883150"/>
          <p14:tracePt t="436" x="7088188" y="4868863"/>
          <p14:tracePt t="443" x="7088188" y="4856163"/>
          <p14:tracePt t="450" x="7088188" y="4841875"/>
          <p14:tracePt t="458" x="7088188" y="4827588"/>
          <p14:tracePt t="461" x="7088188" y="4814888"/>
          <p14:tracePt t="469" x="7088188" y="4800600"/>
          <p14:tracePt t="477" x="7088188" y="4786313"/>
          <p14:tracePt t="502" x="7088188" y="4773613"/>
          <p14:tracePt t="800" x="7100888" y="4773613"/>
          <p14:tracePt t="811" x="7100888" y="4786313"/>
          <p14:tracePt t="813" x="7115175" y="4786313"/>
          <p14:tracePt t="818" x="7115175" y="4800600"/>
          <p14:tracePt t="823" x="7129463" y="4814888"/>
          <p14:tracePt t="827" x="7129463" y="4827588"/>
          <p14:tracePt t="830" x="7129463" y="4841875"/>
          <p14:tracePt t="834" x="7142163" y="4841875"/>
          <p14:tracePt t="836" x="7142163" y="4856163"/>
          <p14:tracePt t="840" x="7142163" y="4868863"/>
          <p14:tracePt t="842" x="7142163" y="4883150"/>
          <p14:tracePt t="847" x="7142163" y="4895850"/>
          <p14:tracePt t="848" x="7156450" y="4910138"/>
          <p14:tracePt t="850" x="7156450" y="4924425"/>
          <p14:tracePt t="854" x="7156450" y="4937125"/>
          <p14:tracePt t="855" x="7169150" y="4951413"/>
          <p14:tracePt t="857" x="7169150" y="4965700"/>
          <p14:tracePt t="860" x="7169150" y="4978400"/>
          <p14:tracePt t="862" x="7169150" y="4992688"/>
          <p14:tracePt t="863" x="7183438" y="4992688"/>
          <p14:tracePt t="865" x="7183438" y="5006975"/>
          <p14:tracePt t="866" x="7183438" y="5019675"/>
          <p14:tracePt t="869" x="7183438" y="5033963"/>
          <p14:tracePt t="871" x="7197725" y="5048250"/>
          <p14:tracePt t="872" x="7197725" y="5060950"/>
          <p14:tracePt t="874" x="7197725" y="5075238"/>
          <p14:tracePt t="877" x="7197725" y="5087938"/>
          <p14:tracePt t="881" x="7197725" y="5102225"/>
          <p14:tracePt t="883" x="7210425" y="5116513"/>
          <p14:tracePt t="884" x="7210425" y="5129213"/>
          <p14:tracePt t="887" x="7210425" y="5143500"/>
          <p14:tracePt t="890" x="7224713" y="5157788"/>
          <p14:tracePt t="891" x="7224713" y="5170488"/>
          <p14:tracePt t="895" x="7224713" y="5184775"/>
          <p14:tracePt t="897" x="7224713" y="5199063"/>
          <p14:tracePt t="902" x="7239000" y="5211763"/>
          <p14:tracePt t="905" x="7239000" y="5226050"/>
          <p14:tracePt t="911" x="7239000" y="5238750"/>
          <p14:tracePt t="916" x="7239000" y="5253038"/>
          <p14:tracePt t="921" x="7239000" y="5267325"/>
          <p14:tracePt t="925" x="7239000" y="5280025"/>
          <p14:tracePt t="928" x="7239000" y="5294313"/>
          <p14:tracePt t="930" x="7251700" y="5294313"/>
          <p14:tracePt t="935" x="7251700" y="5308600"/>
          <p14:tracePt t="938" x="7251700" y="5321300"/>
          <p14:tracePt t="940" x="7251700" y="5335588"/>
          <p14:tracePt t="945" x="7251700" y="5349875"/>
          <p14:tracePt t="945" x="7265988" y="5349875"/>
          <p14:tracePt t="948" x="7265988" y="5362575"/>
          <p14:tracePt t="952" x="7265988" y="5376863"/>
          <p14:tracePt t="953" x="7265988" y="5391150"/>
          <p14:tracePt t="955" x="7280275" y="5391150"/>
          <p14:tracePt t="956" x="7292975" y="5403850"/>
          <p14:tracePt t="959" x="7292975" y="5418138"/>
          <p14:tracePt t="963" x="7292975" y="5430838"/>
          <p14:tracePt t="965" x="7307263" y="5445125"/>
          <p14:tracePt t="969" x="7307263" y="5459413"/>
          <p14:tracePt t="973" x="7319963" y="5472113"/>
          <p14:tracePt t="980" x="7319963" y="5500688"/>
          <p14:tracePt t="987" x="7334250" y="5513388"/>
          <p14:tracePt t="996" x="7334250" y="5527675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29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AEFFGGEBDDC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</a:rPr>
              <a:t>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/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CEB68C6A-FCD0-991C-29FC-15F08A821B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89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1054">
        <p159:morph option="byObject"/>
      </p:transition>
    </mc:Choice>
    <mc:Fallback>
      <p:transition advTm="105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5" x="7732713" y="4965700"/>
          <p14:tracePt t="150" x="7732713" y="4951413"/>
          <p14:tracePt t="167" x="7745413" y="4951413"/>
          <p14:tracePt t="192" x="7745413" y="4937125"/>
          <p14:tracePt t="235" x="7745413" y="4924425"/>
          <p14:tracePt t="280" x="7745413" y="4910138"/>
          <p14:tracePt t="394" x="7759700" y="4910138"/>
          <p14:tracePt t="563" x="7772400" y="4910138"/>
          <p14:tracePt t="568" x="7786688" y="4910138"/>
          <p14:tracePt t="602" x="7800975" y="4910138"/>
          <p14:tracePt t="616" x="7800975" y="4924425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30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AEFFGGEBDDCC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</a:rPr>
              <a:t>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601743"/>
              </p:ext>
            </p:extLst>
          </p:nvPr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AE475F9E-62DA-9ED0-B154-3850EDB950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71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3237">
        <p159:morph option="byObject"/>
      </p:transition>
    </mc:Choice>
    <mc:Fallback>
      <p:transition advTm="32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5" x="7923213" y="5060950"/>
          <p14:tracePt t="206" x="7937500" y="5060950"/>
          <p14:tracePt t="211" x="7951788" y="5060950"/>
          <p14:tracePt t="218" x="7964488" y="5060950"/>
          <p14:tracePt t="222" x="7978775" y="5060950"/>
          <p14:tracePt t="225" x="7993063" y="5060950"/>
          <p14:tracePt t="227" x="8005763" y="5060950"/>
          <p14:tracePt t="229" x="8034338" y="5060950"/>
          <p14:tracePt t="261" x="8156575" y="5048250"/>
          <p14:tracePt t="265" x="8170863" y="5048250"/>
          <p14:tracePt t="346" x="8185150" y="5048250"/>
          <p14:tracePt t="352" x="8197850" y="5048250"/>
          <p14:tracePt t="359" x="8212138" y="5048250"/>
          <p14:tracePt t="364" x="8224838" y="5048250"/>
          <p14:tracePt t="368" x="8239125" y="5048250"/>
          <p14:tracePt t="370" x="8253413" y="5048250"/>
          <p14:tracePt t="376" x="8266113" y="5048250"/>
          <p14:tracePt t="381" x="8280400" y="5048250"/>
          <p14:tracePt t="383" x="8280400" y="5033963"/>
          <p14:tracePt t="387" x="8294688" y="5033963"/>
          <p14:tracePt t="395" x="8307388" y="5033963"/>
          <p14:tracePt t="547" x="8321675" y="5033963"/>
          <p14:tracePt t="560" x="8334375" y="5033963"/>
          <p14:tracePt t="580" x="8348663" y="5033963"/>
          <p14:tracePt t="585" x="8362950" y="5048250"/>
          <p14:tracePt t="602" x="8375650" y="5048250"/>
          <p14:tracePt t="604" x="8375650" y="5060950"/>
          <p14:tracePt t="612" x="8389938" y="5075238"/>
          <p14:tracePt t="622" x="8404225" y="5075238"/>
          <p14:tracePt t="624" x="8416925" y="5075238"/>
          <p14:tracePt t="626" x="8416925" y="5087938"/>
          <p14:tracePt t="633" x="8431213" y="5087938"/>
          <p14:tracePt t="640" x="8445500" y="5087938"/>
          <p14:tracePt t="642" x="8445500" y="5102225"/>
          <p14:tracePt t="651" x="8458200" y="5102225"/>
          <p14:tracePt t="656" x="8458200" y="5116513"/>
          <p14:tracePt t="658" x="8472488" y="5116513"/>
          <p14:tracePt t="663" x="8472488" y="5129213"/>
          <p14:tracePt t="678" x="8485188" y="5143500"/>
          <p14:tracePt t="723" x="8499475" y="5143500"/>
          <p14:tracePt t="725" x="8499475" y="5157788"/>
          <p14:tracePt t="736" x="8513763" y="5157788"/>
          <p14:tracePt t="748" x="8526463" y="5157788"/>
          <p14:tracePt t="750" x="8526463" y="5170488"/>
          <p14:tracePt t="750" x="8540750" y="5170488"/>
          <p14:tracePt t="759" x="8555038" y="5184775"/>
          <p14:tracePt t="779" x="8567738" y="5184775"/>
          <p14:tracePt t="821" x="8582025" y="5184775"/>
          <p14:tracePt t="846" x="8582025" y="5199063"/>
          <p14:tracePt t="860" x="8596313" y="5199063"/>
          <p14:tracePt t="935" x="8609013" y="5211763"/>
          <p14:tracePt t="1107" x="8623300" y="5211763"/>
          <p14:tracePt t="1183" x="8623300" y="5226050"/>
          <p14:tracePt t="1194" x="8623300" y="5238750"/>
          <p14:tracePt t="1204" x="8609013" y="5238750"/>
          <p14:tracePt t="1210" x="8596313" y="5238750"/>
          <p14:tracePt t="1214" x="8582025" y="5238750"/>
          <p14:tracePt t="1219" x="8567738" y="5238750"/>
          <p14:tracePt t="1225" x="8555038" y="5238750"/>
          <p14:tracePt t="1231" x="8540750" y="5238750"/>
          <p14:tracePt t="1234" x="8526463" y="5238750"/>
          <p14:tracePt t="1238" x="8513763" y="5226050"/>
          <p14:tracePt t="1245" x="8499475" y="5226050"/>
          <p14:tracePt t="1249" x="8485188" y="5211763"/>
          <p14:tracePt t="1253" x="8472488" y="5211763"/>
          <p14:tracePt t="1259" x="8458200" y="5211763"/>
          <p14:tracePt t="1261" x="8458200" y="5199063"/>
          <p14:tracePt t="1265" x="8445500" y="5199063"/>
          <p14:tracePt t="1277" x="8431213" y="5199063"/>
          <p14:tracePt t="1293" x="8416925" y="5199063"/>
          <p14:tracePt t="1298" x="8404225" y="5199063"/>
          <p14:tracePt t="1307" x="8389938" y="5199063"/>
          <p14:tracePt t="1313" x="8375650" y="5199063"/>
          <p14:tracePt t="1322" x="8362950" y="5199063"/>
          <p14:tracePt t="1324" x="8348663" y="5199063"/>
          <p14:tracePt t="1330" x="8334375" y="5199063"/>
          <p14:tracePt t="1336" x="8321675" y="5199063"/>
          <p14:tracePt t="1343" x="8307388" y="5199063"/>
          <p14:tracePt t="1347" x="8294688" y="5199063"/>
          <p14:tracePt t="1440" x="8280400" y="5199063"/>
          <p14:tracePt t="1452" x="8280400" y="5211763"/>
          <p14:tracePt t="1455" x="8266113" y="5211763"/>
          <p14:tracePt t="1456" x="8266113" y="5226050"/>
          <p14:tracePt t="1468" x="8266113" y="5238750"/>
          <p14:tracePt t="1474" x="8253413" y="5238750"/>
          <p14:tracePt t="1479" x="8253413" y="5253038"/>
          <p14:tracePt t="1480" x="8239125" y="5253038"/>
          <p14:tracePt t="1492" x="8239125" y="5267325"/>
          <p14:tracePt t="1509" x="8224838" y="5267325"/>
          <p14:tracePt t="1512" x="8224838" y="5280025"/>
          <p14:tracePt t="1527" x="8212138" y="5280025"/>
          <p14:tracePt t="1534" x="8212138" y="5294313"/>
          <p14:tracePt t="1543" x="8197850" y="5294313"/>
          <p14:tracePt t="1557" x="8185150" y="5294313"/>
          <p14:tracePt t="1565" x="8185150" y="5308600"/>
          <p14:tracePt t="1572" x="8170863" y="5308600"/>
          <p14:tracePt t="1585" x="8156575" y="5308600"/>
          <p14:tracePt t="1595" x="8143875" y="5308600"/>
          <p14:tracePt t="1603" x="8129588" y="5308600"/>
          <p14:tracePt t="1607" x="8115300" y="5308600"/>
          <p14:tracePt t="1617" x="8102600" y="5308600"/>
          <p14:tracePt t="1630" x="8088313" y="5308600"/>
          <p14:tracePt t="1639" x="8074025" y="5308600"/>
          <p14:tracePt t="1640" x="8074025" y="5294313"/>
          <p14:tracePt t="1649" x="8074025" y="5280025"/>
          <p14:tracePt t="1654" x="8074025" y="5267325"/>
          <p14:tracePt t="1661" x="8074025" y="5253038"/>
          <p14:tracePt t="1673" x="8074025" y="5238750"/>
          <p14:tracePt t="1683" x="8074025" y="5226050"/>
          <p14:tracePt t="1685" x="8074025" y="5211763"/>
          <p14:tracePt t="1693" x="8074025" y="5199063"/>
          <p14:tracePt t="1699" x="8074025" y="5184775"/>
          <p14:tracePt t="1704" x="8074025" y="5170488"/>
          <p14:tracePt t="1707" x="8074025" y="5157788"/>
          <p14:tracePt t="1710" x="8074025" y="5143500"/>
          <p14:tracePt t="1715" x="8074025" y="5129213"/>
          <p14:tracePt t="1717" x="8074025" y="5116513"/>
          <p14:tracePt t="1719" x="8074025" y="5102225"/>
          <p14:tracePt t="1723" x="8074025" y="5087938"/>
          <p14:tracePt t="1725" x="8074025" y="5075238"/>
          <p14:tracePt t="1729" x="8074025" y="5060950"/>
          <p14:tracePt t="1731" x="8088313" y="5048250"/>
          <p14:tracePt t="1733" x="8088313" y="5033963"/>
          <p14:tracePt t="1736" x="8088313" y="5019675"/>
          <p14:tracePt t="1737" x="8088313" y="5006975"/>
          <p14:tracePt t="1740" x="8102600" y="4992688"/>
          <p14:tracePt t="1742" x="8102600" y="4978400"/>
          <p14:tracePt t="1744" x="8102600" y="4965700"/>
          <p14:tracePt t="1746" x="8115300" y="4951413"/>
          <p14:tracePt t="1749" x="8129588" y="4937125"/>
          <p14:tracePt t="1751" x="8129588" y="4910138"/>
          <p14:tracePt t="1755" x="8143875" y="4895850"/>
          <p14:tracePt t="1755" x="8143875" y="4868863"/>
          <p14:tracePt t="1760" x="8170863" y="4856163"/>
          <p14:tracePt t="1761" x="8170863" y="4841875"/>
          <p14:tracePt t="1763" x="8170863" y="4827588"/>
          <p14:tracePt t="1765" x="8185150" y="4814888"/>
          <p14:tracePt t="1767" x="8197850" y="4814888"/>
          <p14:tracePt t="1768" x="8197850" y="4800600"/>
          <p14:tracePt t="1772" x="8197850" y="4786313"/>
          <p14:tracePt t="1773" x="8212138" y="4786313"/>
          <p14:tracePt t="1774" x="8212138" y="4773613"/>
          <p14:tracePt t="1776" x="8212138" y="4759325"/>
          <p14:tracePt t="1779" x="8224838" y="4745038"/>
          <p14:tracePt t="1783" x="8224838" y="4732338"/>
          <p14:tracePt t="1787" x="8224838" y="4718050"/>
          <p14:tracePt t="1789" x="8224838" y="4705350"/>
          <p14:tracePt t="1790" x="8239125" y="4705350"/>
          <p14:tracePt t="1794" x="8239125" y="4691063"/>
          <p14:tracePt t="1796" x="8253413" y="4691063"/>
          <p14:tracePt t="1801" x="8253413" y="4676775"/>
          <p14:tracePt t="1811" x="8253413" y="4664075"/>
          <p14:tracePt t="1819" x="8253413" y="4649788"/>
          <p14:tracePt t="1820" x="8266113" y="4649788"/>
          <p14:tracePt t="1827" x="8266113" y="4635500"/>
          <p14:tracePt t="1834" x="8280400" y="4622800"/>
          <p14:tracePt t="1839" x="8280400" y="4608513"/>
          <p14:tracePt t="1841" x="8280400" y="4594225"/>
          <p14:tracePt t="1845" x="8294688" y="4581525"/>
          <p14:tracePt t="1849" x="8294688" y="4567238"/>
          <p14:tracePt t="1851" x="8307388" y="4567238"/>
          <p14:tracePt t="1853" x="8307388" y="4552950"/>
          <p14:tracePt t="1855" x="8307388" y="4540250"/>
          <p14:tracePt t="1858" x="8321675" y="4525963"/>
          <p14:tracePt t="1862" x="8321675" y="4513263"/>
          <p14:tracePt t="1864" x="8321675" y="4498975"/>
          <p14:tracePt t="1866" x="8334375" y="4484688"/>
          <p14:tracePt t="1869" x="8334375" y="4471988"/>
          <p14:tracePt t="1871" x="8334375" y="4457700"/>
          <p14:tracePt t="1872" x="8348663" y="4457700"/>
          <p14:tracePt t="1873" x="8362950" y="4443413"/>
          <p14:tracePt t="1876" x="8362950" y="4430713"/>
          <p14:tracePt t="1878" x="8362950" y="4416425"/>
          <p14:tracePt t="1880" x="8375650" y="4416425"/>
          <p14:tracePt t="1882" x="8375650" y="4402138"/>
          <p14:tracePt t="1884" x="8375650" y="4389438"/>
          <p14:tracePt t="1885" x="8389938" y="4375150"/>
          <p14:tracePt t="1887" x="8389938" y="4362450"/>
          <p14:tracePt t="1890" x="8389938" y="4348163"/>
          <p14:tracePt t="1891" x="8404225" y="4348163"/>
          <p14:tracePt t="1893" x="8404225" y="4333875"/>
          <p14:tracePt t="1897" x="8416925" y="4321175"/>
          <p14:tracePt t="1899" x="8416925" y="4306888"/>
          <p14:tracePt t="1905" x="8416925" y="4292600"/>
          <p14:tracePt t="1911" x="8431213" y="4292600"/>
          <p14:tracePt t="1966" x="8431213" y="4279900"/>
          <p14:tracePt t="1973" x="8431213" y="4265613"/>
          <p14:tracePt t="1976" x="8431213" y="4251325"/>
          <p14:tracePt t="1982" x="8431213" y="4238625"/>
          <p14:tracePt t="1988" x="8431213" y="4224338"/>
          <p14:tracePt t="1989" x="8431213" y="4210050"/>
          <p14:tracePt t="1993" x="8416925" y="4197350"/>
          <p14:tracePt t="1999" x="8416925" y="4183063"/>
          <p14:tracePt t="2003" x="8404225" y="4170363"/>
          <p14:tracePt t="2008" x="8404225" y="4156075"/>
          <p14:tracePt t="2009" x="8404225" y="4141788"/>
          <p14:tracePt t="2015" x="8404225" y="4129088"/>
          <p14:tracePt t="2020" x="8404225" y="4114800"/>
          <p14:tracePt t="2022" x="8389938" y="4114800"/>
          <p14:tracePt t="2026" x="8389938" y="4100513"/>
          <p14:tracePt t="2028" x="8389938" y="4087813"/>
          <p14:tracePt t="2036" x="8375650" y="4073525"/>
          <p14:tracePt t="2041" x="8375650" y="4059238"/>
          <p14:tracePt t="2047" x="8375650" y="4046538"/>
          <p14:tracePt t="2050" x="8362950" y="4032250"/>
          <p14:tracePt t="2052" x="8348663" y="4032250"/>
          <p14:tracePt t="2054" x="8348663" y="4019550"/>
          <p14:tracePt t="2056" x="8334375" y="4019550"/>
          <p14:tracePt t="2058" x="8334375" y="4005263"/>
          <p14:tracePt t="2060" x="8321675" y="4005263"/>
          <p14:tracePt t="2063" x="8307388" y="3990975"/>
          <p14:tracePt t="2064" x="8294688" y="3978275"/>
          <p14:tracePt t="2066" x="8280400" y="3978275"/>
          <p14:tracePt t="2068" x="8280400" y="3963988"/>
          <p14:tracePt t="2068" x="8266113" y="3963988"/>
          <p14:tracePt t="2071" x="8253413" y="3963988"/>
          <p14:tracePt t="2071" x="8239125" y="3949700"/>
          <p14:tracePt t="2073" x="8224838" y="3937000"/>
          <p14:tracePt t="2074" x="8212138" y="3937000"/>
          <p14:tracePt t="2075" x="8212138" y="3922713"/>
          <p14:tracePt t="2077" x="8185150" y="3922713"/>
          <p14:tracePt t="2078" x="8170863" y="3908425"/>
          <p14:tracePt t="2079" x="8156575" y="3908425"/>
          <p14:tracePt t="2080" x="8143875" y="3895725"/>
          <p14:tracePt t="2082" x="8129588" y="3895725"/>
          <p14:tracePt t="2084" x="8088313" y="3867150"/>
          <p14:tracePt t="2085" x="8074025" y="3867150"/>
          <p14:tracePt t="2085" x="8061325" y="3867150"/>
          <p14:tracePt t="2086" x="8034338" y="3854450"/>
          <p14:tracePt t="2088" x="8020050" y="3840163"/>
          <p14:tracePt t="2090" x="7993063" y="3827463"/>
          <p14:tracePt t="2091" x="7964488" y="3827463"/>
          <p14:tracePt t="2092" x="7937500" y="3813175"/>
          <p14:tracePt t="2093" x="7923213" y="3798888"/>
          <p14:tracePt t="2094" x="7910513" y="3798888"/>
          <p14:tracePt t="2095" x="7883525" y="3786188"/>
          <p14:tracePt t="2096" x="7854950" y="3771900"/>
          <p14:tracePt t="2097" x="7842250" y="3771900"/>
          <p14:tracePt t="2098" x="7800975" y="3757613"/>
          <p14:tracePt t="2099" x="7786688" y="3744913"/>
          <p14:tracePt t="2100" x="7759700" y="3730625"/>
          <p14:tracePt t="2101" x="7732713" y="3730625"/>
          <p14:tracePt t="2102" x="7704138" y="3716338"/>
          <p14:tracePt t="2104" x="7677150" y="3703638"/>
          <p14:tracePt t="2106" x="7650163" y="3703638"/>
          <p14:tracePt t="2106" x="7635875" y="3689350"/>
          <p14:tracePt t="2107" x="7594600" y="3676650"/>
          <p14:tracePt t="2108" x="7567613" y="3662363"/>
          <p14:tracePt t="2109" x="7553325" y="3662363"/>
          <p14:tracePt t="2110" x="7526338" y="3648075"/>
          <p14:tracePt t="2112" x="7499350" y="3635375"/>
          <p14:tracePt t="2113" x="7470775" y="3635375"/>
          <p14:tracePt t="2115" x="7458075" y="3635375"/>
          <p14:tracePt t="2116" x="7443788" y="3621088"/>
          <p14:tracePt t="2116" x="7416800" y="3606800"/>
          <p14:tracePt t="2118" x="7389813" y="3606800"/>
          <p14:tracePt t="2120" x="7361238" y="3594100"/>
          <p14:tracePt t="2121" x="7348538" y="3579813"/>
          <p14:tracePt t="2122" x="7319963" y="3579813"/>
          <p14:tracePt t="2123" x="7307263" y="3565525"/>
          <p14:tracePt t="2124" x="7292975" y="3552825"/>
          <p14:tracePt t="2126" x="7265988" y="3552825"/>
          <p14:tracePt t="2128" x="7251700" y="3538538"/>
          <p14:tracePt t="2130" x="7224713" y="3524250"/>
          <p14:tracePt t="2133" x="7197725" y="3511550"/>
          <p14:tracePt t="2134" x="7183438" y="3511550"/>
          <p14:tracePt t="2135" x="7156450" y="3497263"/>
          <p14:tracePt t="2137" x="7142163" y="3484563"/>
          <p14:tracePt t="2140" x="7100888" y="3455988"/>
          <p14:tracePt t="2141" x="7073900" y="3443288"/>
          <p14:tracePt t="2142" x="7059613" y="3443288"/>
          <p14:tracePt t="2143" x="7046913" y="3414713"/>
          <p14:tracePt t="2145" x="7032625" y="3402013"/>
          <p14:tracePt t="2147" x="7005638" y="3387725"/>
          <p14:tracePt t="2148" x="6991350" y="3373438"/>
          <p14:tracePt t="2149" x="6978650" y="3373438"/>
          <p14:tracePt t="2151" x="6964363" y="3360738"/>
          <p14:tracePt t="2152" x="6937375" y="3346450"/>
          <p14:tracePt t="2154" x="6923088" y="3333750"/>
          <p14:tracePt t="2155" x="6908800" y="3333750"/>
          <p14:tracePt t="2156" x="6896100" y="3305175"/>
          <p14:tracePt t="2158" x="6881813" y="3305175"/>
          <p14:tracePt t="2159" x="6867525" y="3305175"/>
          <p14:tracePt t="2160" x="6854825" y="3292475"/>
          <p14:tracePt t="2163" x="6840538" y="3278188"/>
          <p14:tracePt t="2168" x="6827838" y="3278188"/>
          <p14:tracePt t="2169" x="6813550" y="3263900"/>
          <p14:tracePt t="2171" x="6813550" y="3251200"/>
          <p14:tracePt t="2172" x="6799263" y="3251200"/>
          <p14:tracePt t="2177" x="6786563" y="3251200"/>
          <p14:tracePt t="2182" x="6786563" y="3236913"/>
          <p14:tracePt t="2189" x="6772275" y="3236913"/>
          <p14:tracePt t="2190" x="6757988" y="3236913"/>
          <p14:tracePt t="2217" x="6745288" y="3236913"/>
          <p14:tracePt t="2219" x="6745288" y="3222625"/>
          <p14:tracePt t="2229" x="6731000" y="3222625"/>
          <p14:tracePt t="2232" x="6731000" y="3209925"/>
          <p14:tracePt t="2236" x="6716713" y="3209925"/>
          <p14:tracePt t="2238" x="6704013" y="3209925"/>
          <p14:tracePt t="2244" x="6689725" y="3195638"/>
          <p14:tracePt t="2248" x="6677025" y="3195638"/>
          <p14:tracePt t="2251" x="6677025" y="3181350"/>
          <p14:tracePt t="2256" x="6662738" y="3181350"/>
          <p14:tracePt t="2258" x="6648450" y="3168650"/>
          <p14:tracePt t="2261" x="6648450" y="3154363"/>
          <p14:tracePt t="2265" x="6635750" y="3154363"/>
          <p14:tracePt t="2272" x="6621463" y="3141663"/>
          <p14:tracePt t="2279" x="6607175" y="3127375"/>
          <p14:tracePt t="2282" x="6594475" y="3127375"/>
          <p14:tracePt t="2287" x="6594475" y="3113088"/>
          <p14:tracePt t="2293" x="6580188" y="3113088"/>
          <p14:tracePt t="2299" x="6565900" y="3113088"/>
          <p14:tracePt t="2307" x="6553200" y="3100388"/>
          <p14:tracePt t="2307" x="6538913" y="3100388"/>
          <p14:tracePt t="2311" x="6538913" y="3086100"/>
          <p14:tracePt t="2313" x="6526213" y="3086100"/>
          <p14:tracePt t="2318" x="6511925" y="3086100"/>
          <p14:tracePt t="2321" x="6497638" y="3086100"/>
          <p14:tracePt t="2323" x="6484938" y="3071813"/>
          <p14:tracePt t="2330" x="6470650" y="3071813"/>
          <p14:tracePt t="2335" x="6456363" y="3071813"/>
          <p14:tracePt t="2340" x="6429375" y="3071813"/>
          <p14:tracePt t="2342" x="6429375" y="3059113"/>
          <p14:tracePt t="2344" x="6415088" y="3059113"/>
          <p14:tracePt t="2346" x="6402388" y="3059113"/>
          <p14:tracePt t="2348" x="6388100" y="3059113"/>
          <p14:tracePt t="2350" x="6375400" y="3059113"/>
          <p14:tracePt t="2355" x="6361113" y="3059113"/>
          <p14:tracePt t="2356" x="6346825" y="3059113"/>
          <p14:tracePt t="2357" x="6334125" y="3059113"/>
          <p14:tracePt t="2360" x="6319838" y="3059113"/>
          <p14:tracePt t="2361" x="6305550" y="3059113"/>
          <p14:tracePt t="2363" x="6292850" y="3059113"/>
          <p14:tracePt t="2365" x="6278563" y="3059113"/>
          <p14:tracePt t="2367" x="6251575" y="3059113"/>
          <p14:tracePt t="2369" x="6251575" y="3044825"/>
          <p14:tracePt t="2370" x="6237288" y="3044825"/>
          <p14:tracePt t="2373" x="6210300" y="3044825"/>
          <p14:tracePt t="2377" x="6196013" y="3030538"/>
          <p14:tracePt t="2383" x="6169025" y="3030538"/>
          <p14:tracePt t="2390" x="6154738" y="3030538"/>
          <p14:tracePt t="2402" x="6142038" y="3030538"/>
          <p14:tracePt t="2415" x="6127750" y="3030538"/>
          <p14:tracePt t="2429" x="6115050" y="3030538"/>
          <p14:tracePt t="2437" x="6100763" y="3030538"/>
          <p14:tracePt t="2449" x="6086475" y="3030538"/>
          <p14:tracePt t="2454" x="6073775" y="3030538"/>
          <p14:tracePt t="2460" x="6059488" y="3030538"/>
          <p14:tracePt t="2462" x="6045200" y="3030538"/>
          <p14:tracePt t="2468" x="6032500" y="3030538"/>
          <p14:tracePt t="2483" x="6018213" y="3030538"/>
          <p14:tracePt t="2676" x="6032500" y="3030538"/>
          <p14:tracePt t="2678" x="6045200" y="3030538"/>
          <p14:tracePt t="2680" x="6073775" y="3030538"/>
          <p14:tracePt t="2682" x="6086475" y="3044825"/>
          <p14:tracePt t="2684" x="6100763" y="3059113"/>
          <p14:tracePt t="2684" x="6127750" y="3059113"/>
          <p14:tracePt t="2686" x="6154738" y="3071813"/>
          <p14:tracePt t="2687" x="6169025" y="3071813"/>
          <p14:tracePt t="2689" x="6196013" y="3086100"/>
          <p14:tracePt t="2690" x="6210300" y="3100388"/>
          <p14:tracePt t="2691" x="6224588" y="3100388"/>
          <p14:tracePt t="2692" x="6251575" y="3100388"/>
          <p14:tracePt t="2693" x="6265863" y="3113088"/>
          <p14:tracePt t="2695" x="6292850" y="3127375"/>
          <p14:tracePt t="2696" x="6319838" y="3154363"/>
          <p14:tracePt t="2698" x="6361113" y="3168650"/>
          <p14:tracePt t="2699" x="6375400" y="3168650"/>
          <p14:tracePt t="2700" x="6388100" y="3168650"/>
          <p14:tracePt t="2702" x="6415088" y="3181350"/>
          <p14:tracePt t="2702" x="6429375" y="3195638"/>
          <p14:tracePt t="2704" x="6456363" y="3195638"/>
          <p14:tracePt t="2704" x="6470650" y="3209925"/>
          <p14:tracePt t="2707" x="6484938" y="3222625"/>
          <p14:tracePt t="2708" x="6497638" y="3222625"/>
          <p14:tracePt t="2709" x="6553200" y="3236913"/>
          <p14:tracePt t="2711" x="6565900" y="3251200"/>
          <p14:tracePt t="2712" x="6607175" y="3251200"/>
          <p14:tracePt t="2713" x="6677025" y="3263900"/>
          <p14:tracePt t="2715" x="6716713" y="3292475"/>
          <p14:tracePt t="2717" x="6757988" y="3305175"/>
          <p14:tracePt t="2717" x="6799263" y="3319463"/>
          <p14:tracePt t="2718" x="6840538" y="3333750"/>
          <p14:tracePt t="2719" x="6896100" y="3360738"/>
          <p14:tracePt t="2720" x="6937375" y="3373438"/>
          <p14:tracePt t="2721" x="6978650" y="3387725"/>
          <p14:tracePt t="2723" x="7018338" y="3402013"/>
          <p14:tracePt t="2724" x="7059613" y="3414713"/>
          <p14:tracePt t="2726" x="7115175" y="3429000"/>
          <p14:tracePt t="2727" x="7156450" y="3443288"/>
          <p14:tracePt t="2728" x="7197725" y="3470275"/>
          <p14:tracePt t="2730" x="7239000" y="3497263"/>
          <p14:tracePt t="2732" x="7292975" y="3511550"/>
          <p14:tracePt t="2733" x="7334250" y="3538538"/>
          <p14:tracePt t="2734" x="7375525" y="3552825"/>
          <p14:tracePt t="2735" x="7431088" y="3565525"/>
          <p14:tracePt t="2736" x="7499350" y="3594100"/>
          <p14:tracePt t="2737" x="7540625" y="3606800"/>
          <p14:tracePt t="2740" x="7608888" y="3635375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AEFFGGEBDDCCB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/>
        </p:nvGraphicFramePr>
        <p:xfrm>
          <a:off x="1115616" y="3284984"/>
          <a:ext cx="7342592" cy="2479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輸入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110739"/>
                  </a:ext>
                </a:extLst>
              </a:tr>
              <a:tr h="172960"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堆疊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TW" sz="1800" b="0" kern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53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pic>
        <p:nvPicPr>
          <p:cNvPr id="4" name="音訊 3">
            <a:hlinkClick r:id="" action="ppaction://media"/>
            <a:extLst>
              <a:ext uri="{FF2B5EF4-FFF2-40B4-BE49-F238E27FC236}">
                <a16:creationId xmlns:a16="http://schemas.microsoft.com/office/drawing/2014/main" id="{D7298079-467A-5A67-B4F9-DDAE0EB6E2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14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4955">
        <p159:morph option="byObject"/>
      </p:transition>
    </mc:Choice>
    <mc:Fallback>
      <p:transition advTm="495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9" x="8582025" y="5267325"/>
          <p14:tracePt t="62" x="8582025" y="5280025"/>
          <p14:tracePt t="120" x="8582025" y="5294313"/>
          <p14:tracePt t="130" x="8582025" y="5308600"/>
          <p14:tracePt t="140" x="8582025" y="5321300"/>
          <p14:tracePt t="151" x="8582025" y="5335588"/>
          <p14:tracePt t="158" x="8582025" y="5349875"/>
          <p14:tracePt t="167" x="8567738" y="5349875"/>
          <p14:tracePt t="192" x="8567738" y="5362575"/>
          <p14:tracePt t="518" x="8567738" y="5335588"/>
          <p14:tracePt t="522" x="8567738" y="5321300"/>
          <p14:tracePt t="524" x="8567738" y="5308600"/>
          <p14:tracePt t="525" x="8567738" y="5294313"/>
          <p14:tracePt t="528" x="8567738" y="5280025"/>
          <p14:tracePt t="530" x="8567738" y="5253038"/>
          <p14:tracePt t="532" x="8567738" y="5238750"/>
          <p14:tracePt t="534" x="8555038" y="5226050"/>
          <p14:tracePt t="536" x="8555038" y="5211763"/>
          <p14:tracePt t="538" x="8555038" y="5199063"/>
          <p14:tracePt t="540" x="8555038" y="5170488"/>
          <p14:tracePt t="541" x="8540750" y="5170488"/>
          <p14:tracePt t="543" x="8540750" y="5143500"/>
          <p14:tracePt t="545" x="8540750" y="5129213"/>
          <p14:tracePt t="546" x="8540750" y="5116513"/>
          <p14:tracePt t="547" x="8540750" y="5102225"/>
          <p14:tracePt t="549" x="8540750" y="5087938"/>
          <p14:tracePt t="550" x="8540750" y="5060950"/>
          <p14:tracePt t="551" x="8526463" y="5048250"/>
          <p14:tracePt t="553" x="8526463" y="5033963"/>
          <p14:tracePt t="553" x="8526463" y="5019675"/>
          <p14:tracePt t="556" x="8526463" y="5006975"/>
          <p14:tracePt t="557" x="8513763" y="4978400"/>
          <p14:tracePt t="558" x="8513763" y="4965700"/>
          <p14:tracePt t="560" x="8513763" y="4951413"/>
          <p14:tracePt t="560" x="8513763" y="4937125"/>
          <p14:tracePt t="563" x="8499475" y="4910138"/>
          <p14:tracePt t="563" x="8485188" y="4895850"/>
          <p14:tracePt t="565" x="8485188" y="4883150"/>
          <p14:tracePt t="565" x="8485188" y="4868863"/>
          <p14:tracePt t="566" x="8485188" y="4856163"/>
          <p14:tracePt t="567" x="8485188" y="4841875"/>
          <p14:tracePt t="570" x="8485188" y="4827588"/>
          <p14:tracePt t="570" x="8485188" y="4814888"/>
          <p14:tracePt t="571" x="8472488" y="4800600"/>
          <p14:tracePt t="573" x="8472488" y="4773613"/>
          <p14:tracePt t="574" x="8472488" y="4759325"/>
          <p14:tracePt t="577" x="8458200" y="4745038"/>
          <p14:tracePt t="577" x="8445500" y="4732338"/>
          <p14:tracePt t="578" x="8445500" y="4718050"/>
          <p14:tracePt t="580" x="8445500" y="4705350"/>
          <p14:tracePt t="581" x="8445500" y="4676775"/>
          <p14:tracePt t="583" x="8431213" y="4676775"/>
          <p14:tracePt t="584" x="8431213" y="4664075"/>
          <p14:tracePt t="585" x="8416925" y="4649788"/>
          <p14:tracePt t="586" x="8416925" y="4635500"/>
          <p14:tracePt t="587" x="8404225" y="4635500"/>
          <p14:tracePt t="588" x="8404225" y="4622800"/>
          <p14:tracePt t="591" x="8389938" y="4608513"/>
          <p14:tracePt t="592" x="8389938" y="4594225"/>
          <p14:tracePt t="593" x="8389938" y="4581525"/>
          <p14:tracePt t="594" x="8375650" y="4581525"/>
          <p14:tracePt t="595" x="8375650" y="4567238"/>
          <p14:tracePt t="598" x="8375650" y="4552950"/>
          <p14:tracePt t="598" x="8362950" y="4552950"/>
          <p14:tracePt t="599" x="8362950" y="4540250"/>
          <p14:tracePt t="601" x="8348663" y="4525963"/>
          <p14:tracePt t="604" x="8348663" y="4513263"/>
          <p14:tracePt t="607" x="8348663" y="4484688"/>
          <p14:tracePt t="607" x="8334375" y="4484688"/>
          <p14:tracePt t="611" x="8334375" y="4471988"/>
          <p14:tracePt t="613" x="8334375" y="4457700"/>
          <p14:tracePt t="615" x="8321675" y="4443413"/>
          <p14:tracePt t="619" x="8321675" y="4430713"/>
          <p14:tracePt t="621" x="8321675" y="4416425"/>
          <p14:tracePt t="624" x="8321675" y="4402138"/>
          <p14:tracePt t="626" x="8294688" y="4389438"/>
          <p14:tracePt t="628" x="8294688" y="4375150"/>
          <p14:tracePt t="631" x="8280400" y="4362450"/>
          <p14:tracePt t="633" x="8280400" y="4333875"/>
          <p14:tracePt t="635" x="8266113" y="4333875"/>
          <p14:tracePt t="636" x="8266113" y="4321175"/>
          <p14:tracePt t="638" x="8266113" y="4306888"/>
          <p14:tracePt t="641" x="8253413" y="4306888"/>
          <p14:tracePt t="642" x="8239125" y="4292600"/>
          <p14:tracePt t="643" x="8239125" y="4279900"/>
          <p14:tracePt t="647" x="8239125" y="4265613"/>
          <p14:tracePt t="648" x="8224838" y="4265613"/>
          <p14:tracePt t="650" x="8224838" y="4251325"/>
          <p14:tracePt t="654" x="8212138" y="4238625"/>
          <p14:tracePt t="657" x="8197850" y="4224338"/>
          <p14:tracePt t="659" x="8197850" y="4210050"/>
          <p14:tracePt t="661" x="8185150" y="4210050"/>
          <p14:tracePt t="662" x="8185150" y="4197350"/>
          <p14:tracePt t="664" x="8170863" y="4197350"/>
          <p14:tracePt t="666" x="8170863" y="4183063"/>
          <p14:tracePt t="670" x="8156575" y="4170363"/>
          <p14:tracePt t="671" x="8143875" y="4170363"/>
          <p14:tracePt t="674" x="8143875" y="4156075"/>
          <p14:tracePt t="675" x="8129588" y="4141788"/>
          <p14:tracePt t="677" x="8102600" y="4141788"/>
          <p14:tracePt t="678" x="8102600" y="4129088"/>
          <p14:tracePt t="681" x="8102600" y="4114800"/>
          <p14:tracePt t="682" x="8102600" y="4100513"/>
          <p14:tracePt t="683" x="8088313" y="4100513"/>
          <p14:tracePt t="684" x="8074025" y="4087813"/>
          <p14:tracePt t="688" x="8061325" y="4059238"/>
          <p14:tracePt t="689" x="8034338" y="4059238"/>
          <p14:tracePt t="690" x="8034338" y="4046538"/>
          <p14:tracePt t="691" x="8020050" y="4046538"/>
          <p14:tracePt t="692" x="8005763" y="4046538"/>
          <p14:tracePt t="693" x="7993063" y="4019550"/>
          <p14:tracePt t="695" x="7978775" y="4005263"/>
          <p14:tracePt t="696" x="7951788" y="4005263"/>
          <p14:tracePt t="697" x="7951788" y="3990975"/>
          <p14:tracePt t="698" x="7937500" y="3978275"/>
          <p14:tracePt t="700" x="7896225" y="3963988"/>
          <p14:tracePt t="702" x="7883525" y="3949700"/>
          <p14:tracePt t="703" x="7854950" y="3937000"/>
          <p14:tracePt t="704" x="7827963" y="3922713"/>
          <p14:tracePt t="706" x="7813675" y="3908425"/>
          <p14:tracePt t="707" x="7800975" y="3895725"/>
          <p14:tracePt t="709" x="7759700" y="3881438"/>
          <p14:tracePt t="710" x="7745413" y="3867150"/>
          <p14:tracePt t="711" x="7718425" y="3867150"/>
          <p14:tracePt t="712" x="7704138" y="3854450"/>
          <p14:tracePt t="713" x="7677150" y="3827463"/>
          <p14:tracePt t="714" x="7662863" y="3827463"/>
          <p14:tracePt t="716" x="7608888" y="3798888"/>
          <p14:tracePt t="717" x="7581900" y="3798888"/>
          <p14:tracePt t="718" x="7553325" y="3786188"/>
          <p14:tracePt t="719" x="7526338" y="3771900"/>
          <p14:tracePt t="720" x="7499350" y="3757613"/>
          <p14:tracePt t="721" x="7470775" y="3744913"/>
          <p14:tracePt t="723" x="7443788" y="3730625"/>
          <p14:tracePt t="725" x="7389813" y="3703638"/>
          <p14:tracePt t="726" x="7348538" y="3689350"/>
          <p14:tracePt t="728" x="7319963" y="3676650"/>
          <p14:tracePt t="729" x="7292975" y="3662363"/>
          <p14:tracePt t="730" x="7265988" y="3648075"/>
          <p14:tracePt t="731" x="7239000" y="3635375"/>
          <p14:tracePt t="731" x="7197725" y="3621088"/>
          <p14:tracePt t="732" x="7169150" y="3606800"/>
          <p14:tracePt t="733" x="7142163" y="3606800"/>
          <p14:tracePt t="736" x="7129463" y="3594100"/>
          <p14:tracePt t="739" x="7073900" y="3579813"/>
          <p14:tracePt t="741" x="7059613" y="3579813"/>
          <p14:tracePt t="741" x="7032625" y="3565525"/>
          <p14:tracePt t="744" x="7018338" y="3552825"/>
          <p14:tracePt t="746" x="6991350" y="3538538"/>
          <p14:tracePt t="747" x="6964363" y="3538538"/>
          <p14:tracePt t="748" x="6950075" y="3524250"/>
          <p14:tracePt t="749" x="6937375" y="3524250"/>
          <p14:tracePt t="750" x="6896100" y="3511550"/>
          <p14:tracePt t="752" x="6896100" y="3497263"/>
          <p14:tracePt t="753" x="6881813" y="3484563"/>
          <p14:tracePt t="755" x="6840538" y="3484563"/>
          <p14:tracePt t="758" x="6827838" y="3484563"/>
          <p14:tracePt t="758" x="6813550" y="3470275"/>
          <p14:tracePt t="760" x="6786563" y="3470275"/>
          <p14:tracePt t="762" x="6772275" y="3455988"/>
          <p14:tracePt t="764" x="6757988" y="3455988"/>
          <p14:tracePt t="765" x="6745288" y="3455988"/>
          <p14:tracePt t="766" x="6731000" y="3455988"/>
          <p14:tracePt t="768" x="6731000" y="3443288"/>
          <p14:tracePt t="771" x="6704013" y="3443288"/>
          <p14:tracePt t="774" x="6689725" y="3429000"/>
          <p14:tracePt t="778" x="6677025" y="3429000"/>
          <p14:tracePt t="780" x="6662738" y="3429000"/>
          <p14:tracePt t="790" x="6662738" y="3414713"/>
          <p14:tracePt t="808" x="6648450" y="3414713"/>
          <p14:tracePt t="833" x="6648450" y="3402013"/>
          <p14:tracePt t="836" x="6635750" y="3387725"/>
          <p14:tracePt t="837" x="6621463" y="3387725"/>
          <p14:tracePt t="838" x="6621463" y="3373438"/>
          <p14:tracePt t="841" x="6607175" y="3373438"/>
          <p14:tracePt t="843" x="6607175" y="3360738"/>
          <p14:tracePt t="846" x="6607175" y="3346450"/>
          <p14:tracePt t="848" x="6580188" y="3346450"/>
          <p14:tracePt t="851" x="6565900" y="3333750"/>
          <p14:tracePt t="855" x="6553200" y="3319463"/>
          <p14:tracePt t="857" x="6538913" y="3319463"/>
          <p14:tracePt t="860" x="6538913" y="3292475"/>
          <p14:tracePt t="876" x="6538913" y="3278188"/>
          <p14:tracePt t="910" x="6565900" y="3278188"/>
          <p14:tracePt t="912" x="6580188" y="3278188"/>
          <p14:tracePt t="913" x="6594475" y="3278188"/>
          <p14:tracePt t="915" x="6607175" y="3278188"/>
          <p14:tracePt t="916" x="6621463" y="3278188"/>
          <p14:tracePt t="918" x="6635750" y="3278188"/>
          <p14:tracePt t="920" x="6662738" y="3278188"/>
          <p14:tracePt t="921" x="6677025" y="3278188"/>
          <p14:tracePt t="922" x="6689725" y="3278188"/>
          <p14:tracePt t="924" x="6704013" y="3278188"/>
          <p14:tracePt t="925" x="6731000" y="3292475"/>
          <p14:tracePt t="928" x="6757988" y="3292475"/>
          <p14:tracePt t="931" x="6786563" y="3292475"/>
          <p14:tracePt t="932" x="6799263" y="3292475"/>
          <p14:tracePt t="934" x="6827838" y="3292475"/>
          <p14:tracePt t="934" x="6840538" y="3292475"/>
          <p14:tracePt t="935" x="6854825" y="3292475"/>
          <p14:tracePt t="938" x="6867525" y="3292475"/>
          <p14:tracePt t="938" x="6881813" y="3292475"/>
          <p14:tracePt t="939" x="6908800" y="3292475"/>
          <p14:tracePt t="941" x="6923088" y="3305175"/>
          <p14:tracePt t="943" x="6950075" y="3319463"/>
          <p14:tracePt t="945" x="6991350" y="3333750"/>
          <p14:tracePt t="946" x="7005638" y="3333750"/>
          <p14:tracePt t="947" x="7032625" y="3346450"/>
          <p14:tracePt t="947" x="7059613" y="3360738"/>
          <p14:tracePt t="949" x="7088188" y="3360738"/>
          <p14:tracePt t="952" x="7129463" y="3360738"/>
          <p14:tracePt t="954" x="7156450" y="3373438"/>
          <p14:tracePt t="956" x="7169150" y="3373438"/>
          <p14:tracePt t="959" x="7210425" y="3387725"/>
          <p14:tracePt t="960" x="7224713" y="3387725"/>
          <p14:tracePt t="960" x="7239000" y="3387725"/>
          <p14:tracePt t="963" x="7265988" y="3402013"/>
          <p14:tracePt t="965" x="7280275" y="3414713"/>
          <p14:tracePt t="966" x="7292975" y="3414713"/>
          <p14:tracePt t="967" x="7319963" y="3414713"/>
          <p14:tracePt t="968" x="7348538" y="3429000"/>
          <p14:tracePt t="969" x="7361238" y="3443288"/>
          <p14:tracePt t="972" x="7375525" y="3443288"/>
          <p14:tracePt t="973" x="7402513" y="3455988"/>
          <p14:tracePt t="974" x="7416800" y="3470275"/>
          <p14:tracePt t="975" x="7431088" y="3470275"/>
          <p14:tracePt t="977" x="7458075" y="3484563"/>
          <p14:tracePt t="980" x="7485063" y="3497263"/>
          <p14:tracePt t="981" x="7499350" y="3497263"/>
          <p14:tracePt t="982" x="7512050" y="3511550"/>
          <p14:tracePt t="984" x="7526338" y="3524250"/>
          <p14:tracePt t="985" x="7553325" y="3524250"/>
          <p14:tracePt t="986" x="7553325" y="3538538"/>
          <p14:tracePt t="987" x="7581900" y="3538538"/>
          <p14:tracePt t="988" x="7581900" y="3552825"/>
          <p14:tracePt t="988" x="7594600" y="3552825"/>
          <p14:tracePt t="990" x="7621588" y="3565525"/>
          <p14:tracePt t="992" x="7635875" y="3579813"/>
          <p14:tracePt t="994" x="7662863" y="3579813"/>
          <p14:tracePt t="996" x="7677150" y="3594100"/>
          <p14:tracePt t="996" x="7691438" y="3606800"/>
          <p14:tracePt t="998" x="7718425" y="3606800"/>
          <p14:tracePt t="1001" x="7732713" y="3621088"/>
          <p14:tracePt t="1002" x="7745413" y="3621088"/>
          <p14:tracePt t="1003" x="7759700" y="3635375"/>
          <p14:tracePt t="1006" x="7786688" y="3648075"/>
          <p14:tracePt t="1008" x="7800975" y="3648075"/>
          <p14:tracePt t="1009" x="7813675" y="3648075"/>
          <p14:tracePt t="1011" x="7827963" y="3662363"/>
          <p14:tracePt t="1014" x="7842250" y="3676650"/>
          <p14:tracePt t="1016" x="7854950" y="3676650"/>
          <p14:tracePt t="1018" x="7869238" y="3676650"/>
          <p14:tracePt t="1019" x="7869238" y="3689350"/>
          <p14:tracePt t="1021" x="7896225" y="3689350"/>
          <p14:tracePt t="1024" x="7910513" y="3689350"/>
          <p14:tracePt t="1027" x="7923213" y="3689350"/>
          <p14:tracePt t="1029" x="7937500" y="3703638"/>
          <p14:tracePt t="1031" x="7951788" y="3703638"/>
          <p14:tracePt t="1033" x="7964488" y="3703638"/>
          <p14:tracePt t="1036" x="7978775" y="3703638"/>
          <p14:tracePt t="1037" x="7993063" y="3716338"/>
          <p14:tracePt t="1040" x="8005763" y="3716338"/>
          <p14:tracePt t="1043" x="8020050" y="3716338"/>
          <p14:tracePt t="1046" x="8034338" y="3730625"/>
          <p14:tracePt t="1049" x="8047038" y="3730625"/>
          <p14:tracePt t="1050" x="8061325" y="3730625"/>
          <p14:tracePt t="1053" x="8074025" y="3730625"/>
          <p14:tracePt t="1054" x="8074025" y="3744913"/>
          <p14:tracePt t="1056" x="8088313" y="3744913"/>
          <p14:tracePt t="1063" x="8102600" y="3744913"/>
          <p14:tracePt t="1080" x="8115300" y="3757613"/>
          <p14:tracePt t="1171" x="8129588" y="3757613"/>
          <p14:tracePt t="1176" x="8143875" y="3757613"/>
          <p14:tracePt t="1186" x="8156575" y="3757613"/>
          <p14:tracePt t="1195" x="8156575" y="3744913"/>
          <p14:tracePt t="1203" x="8170863" y="3744913"/>
          <p14:tracePt t="1204" x="8170863" y="3730625"/>
          <p14:tracePt t="1209" x="8170863" y="3716338"/>
          <p14:tracePt t="1216" x="8185150" y="3716338"/>
          <p14:tracePt t="1221" x="8185150" y="3703638"/>
          <p14:tracePt t="1225" x="8197850" y="3703638"/>
          <p14:tracePt t="1303" x="8212138" y="3716338"/>
          <p14:tracePt t="1306" x="8212138" y="3730625"/>
          <p14:tracePt t="1307" x="8224838" y="3730625"/>
          <p14:tracePt t="1309" x="8224838" y="3744913"/>
          <p14:tracePt t="1311" x="8239125" y="3757613"/>
          <p14:tracePt t="1313" x="8239125" y="3771900"/>
          <p14:tracePt t="1314" x="8253413" y="3786188"/>
          <p14:tracePt t="1316" x="8253413" y="3798888"/>
          <p14:tracePt t="1318" x="8280400" y="3827463"/>
          <p14:tracePt t="1320" x="8280400" y="3840163"/>
          <p14:tracePt t="1321" x="8280400" y="3854450"/>
          <p14:tracePt t="1322" x="8280400" y="3867150"/>
          <p14:tracePt t="1324" x="8294688" y="3881438"/>
          <p14:tracePt t="1324" x="8294688" y="3895725"/>
          <p14:tracePt t="1326" x="8307388" y="3908425"/>
          <p14:tracePt t="1328" x="8307388" y="3937000"/>
          <p14:tracePt t="1328" x="8307388" y="3949700"/>
          <p14:tracePt t="1330" x="8307388" y="3963988"/>
          <p14:tracePt t="1330" x="8321675" y="3978275"/>
          <p14:tracePt t="1331" x="8334375" y="3990975"/>
          <p14:tracePt t="1333" x="8334375" y="4005263"/>
          <p14:tracePt t="1334" x="8334375" y="4032250"/>
          <p14:tracePt t="1335" x="8334375" y="4059238"/>
          <p14:tracePt t="1336" x="8348663" y="4059238"/>
          <p14:tracePt t="1337" x="8348663" y="4087813"/>
          <p14:tracePt t="1338" x="8348663" y="4100513"/>
          <p14:tracePt t="1340" x="8348663" y="4129088"/>
          <p14:tracePt t="1341" x="8362950" y="4141788"/>
          <p14:tracePt t="1342" x="8362950" y="4170363"/>
          <p14:tracePt t="1343" x="8362950" y="4197350"/>
          <p14:tracePt t="1346" x="8362950" y="4238625"/>
          <p14:tracePt t="1348" x="8375650" y="4279900"/>
          <p14:tracePt t="1348" x="8375650" y="4292600"/>
          <p14:tracePt t="1349" x="8375650" y="4321175"/>
          <p14:tracePt t="1350" x="8389938" y="4333875"/>
          <p14:tracePt t="1351" x="8389938" y="4348163"/>
          <p14:tracePt t="1352" x="8389938" y="4375150"/>
          <p14:tracePt t="1355" x="8389938" y="4389438"/>
          <p14:tracePt t="1357" x="8389938" y="4416425"/>
          <p14:tracePt t="1357" x="8389938" y="4430713"/>
          <p14:tracePt t="1358" x="8389938" y="4457700"/>
          <p14:tracePt t="1359" x="8389938" y="4498975"/>
          <p14:tracePt t="1362" x="8404225" y="4525963"/>
          <p14:tracePt t="1362" x="8404225" y="4552950"/>
          <p14:tracePt t="1363" x="8404225" y="4567238"/>
          <p14:tracePt t="1366" x="8404225" y="4594225"/>
          <p14:tracePt t="1367" x="8416925" y="4635500"/>
          <p14:tracePt t="1369" x="8416925" y="4676775"/>
          <p14:tracePt t="1369" x="8416925" y="4691063"/>
          <p14:tracePt t="1370" x="8416925" y="4705350"/>
          <p14:tracePt t="1373" x="8416925" y="4745038"/>
          <p14:tracePt t="1374" x="8416925" y="4773613"/>
          <p14:tracePt t="1376" x="8416925" y="4814888"/>
          <p14:tracePt t="1376" x="8416925" y="4827588"/>
          <p14:tracePt t="1377" x="8416925" y="4856163"/>
          <p14:tracePt t="1380" x="8431213" y="4883150"/>
          <p14:tracePt t="1380" x="8431213" y="4910138"/>
          <p14:tracePt t="1382" x="8431213" y="4937125"/>
          <p14:tracePt t="1383" x="8431213" y="4951413"/>
          <p14:tracePt t="1383" x="8445500" y="4965700"/>
          <p14:tracePt t="1384" x="8445500" y="4992688"/>
          <p14:tracePt t="1387" x="8445500" y="5033963"/>
          <p14:tracePt t="1388" x="8445500" y="5048250"/>
          <p14:tracePt t="1390" x="8445500" y="5060950"/>
          <p14:tracePt t="1392" x="8445500" y="5087938"/>
          <p14:tracePt t="1393" x="8445500" y="5116513"/>
          <p14:tracePt t="1395" x="8445500" y="5143500"/>
          <p14:tracePt t="1397" x="8458200" y="5170488"/>
          <p14:tracePt t="1398" x="8458200" y="5199063"/>
          <p14:tracePt t="1398" x="8458200" y="5211763"/>
          <p14:tracePt t="1401" x="8458200" y="5226050"/>
          <p14:tracePt t="1402" x="8458200" y="5253038"/>
          <p14:tracePt t="1404" x="8458200" y="5267325"/>
          <p14:tracePt t="1405" x="8458200" y="5280025"/>
          <p14:tracePt t="1405" x="8472488" y="5294313"/>
          <p14:tracePt t="1409" x="8472488" y="5321300"/>
          <p14:tracePt t="1411" x="8472488" y="5335588"/>
          <p14:tracePt t="1413" x="8472488" y="5349875"/>
          <p14:tracePt t="1415" x="8472488" y="5376863"/>
          <p14:tracePt t="1417" x="8485188" y="5376863"/>
          <p14:tracePt t="1418" x="8485188" y="5391150"/>
          <p14:tracePt t="1420" x="8499475" y="5391150"/>
          <p14:tracePt t="1424" x="8499475" y="5403850"/>
          <p14:tracePt t="1428" x="8499475" y="5418138"/>
          <p14:tracePt t="1433" x="8513763" y="5418138"/>
          <p14:tracePt t="2839" x="8540750" y="5403850"/>
          <p14:tracePt t="2841" x="8555038" y="5391150"/>
          <p14:tracePt t="2844" x="8567738" y="5391150"/>
          <p14:tracePt t="2845" x="8582025" y="5376863"/>
          <p14:tracePt t="2845" x="8596313" y="5362575"/>
          <p14:tracePt t="2850" x="8609013" y="5349875"/>
          <p14:tracePt t="2853" x="8636000" y="5349875"/>
          <p14:tracePt t="2859" x="8650288" y="5349875"/>
          <p14:tracePt t="2861" x="8664575" y="5335588"/>
          <p14:tracePt t="2868" x="8677275" y="5321300"/>
          <p14:tracePt t="2874" x="8677275" y="5308600"/>
          <p14:tracePt t="2878" x="8677275" y="5294313"/>
          <p14:tracePt t="3123" x="8664575" y="5308600"/>
          <p14:tracePt t="3125" x="8636000" y="5308600"/>
          <p14:tracePt t="3126" x="8623300" y="5308600"/>
          <p14:tracePt t="3128" x="8609013" y="5308600"/>
          <p14:tracePt t="3129" x="8582025" y="5308600"/>
          <p14:tracePt t="3130" x="8567738" y="5308600"/>
          <p14:tracePt t="3130" x="8555038" y="5294313"/>
          <p14:tracePt t="3131" x="8540750" y="5294313"/>
          <p14:tracePt t="3134" x="8513763" y="5294313"/>
          <p14:tracePt t="3136" x="8499475" y="5280025"/>
          <p14:tracePt t="3138" x="8472488" y="5267325"/>
          <p14:tracePt t="3140" x="8445500" y="5267325"/>
          <p14:tracePt t="3142" x="8431213" y="5253038"/>
          <p14:tracePt t="3143" x="8416925" y="5238750"/>
          <p14:tracePt t="3145" x="8404225" y="5238750"/>
          <p14:tracePt t="3147" x="8389938" y="5238750"/>
          <p14:tracePt t="3150" x="8375650" y="5226050"/>
          <p14:tracePt t="3151" x="8362950" y="5226050"/>
          <p14:tracePt t="3155" x="8348663" y="5226050"/>
          <p14:tracePt t="3156" x="8348663" y="5211763"/>
          <p14:tracePt t="3159" x="8334375" y="5211763"/>
          <p14:tracePt t="3163" x="8321675" y="5199063"/>
          <p14:tracePt t="3165" x="8307388" y="5199063"/>
          <p14:tracePt t="3168" x="8294688" y="5199063"/>
          <p14:tracePt t="3168" x="8294688" y="5184775"/>
          <p14:tracePt t="3171" x="8280400" y="5184775"/>
          <p14:tracePt t="3173" x="8266113" y="5170488"/>
          <p14:tracePt t="3175" x="8253413" y="5170488"/>
          <p14:tracePt t="3177" x="8224838" y="5170488"/>
          <p14:tracePt t="3178" x="8224838" y="5157788"/>
          <p14:tracePt t="3178" x="8212138" y="5157788"/>
          <p14:tracePt t="3180" x="8197850" y="5157788"/>
          <p14:tracePt t="3181" x="8197850" y="5143500"/>
          <p14:tracePt t="3183" x="8170863" y="5143500"/>
          <p14:tracePt t="3183" x="8170863" y="5129213"/>
          <p14:tracePt t="3184" x="8156575" y="5129213"/>
          <p14:tracePt t="3187" x="8115300" y="5129213"/>
          <p14:tracePt t="3189" x="8102600" y="5116513"/>
          <p14:tracePt t="3189" x="8088313" y="5102225"/>
          <p14:tracePt t="3190" x="8074025" y="5102225"/>
          <p14:tracePt t="3191" x="8061325" y="5102225"/>
          <p14:tracePt t="3192" x="8047038" y="5102225"/>
          <p14:tracePt t="3195" x="8034338" y="5087938"/>
          <p14:tracePt t="3198" x="8005763" y="5075238"/>
          <p14:tracePt t="3200" x="7993063" y="5060950"/>
          <p14:tracePt t="3203" x="7993063" y="5048250"/>
          <p14:tracePt t="3204" x="7978775" y="5048250"/>
          <p14:tracePt t="3206" x="7964488" y="5048250"/>
          <p14:tracePt t="3209" x="7964488" y="5033963"/>
          <p14:tracePt t="3211" x="7951788" y="5033963"/>
          <p14:tracePt t="3212" x="7951788" y="5019675"/>
          <p14:tracePt t="3214" x="7951788" y="5006975"/>
          <p14:tracePt t="3219" x="7937500" y="4992688"/>
          <p14:tracePt t="3226" x="7937500" y="4978400"/>
          <p14:tracePt t="3229" x="7923213" y="4978400"/>
          <p14:tracePt t="3231" x="7923213" y="4965700"/>
          <p14:tracePt t="3233" x="7923213" y="4951413"/>
          <p14:tracePt t="3235" x="7910513" y="4951413"/>
          <p14:tracePt t="3238" x="7910513" y="4937125"/>
          <p14:tracePt t="3244" x="7896225" y="4924425"/>
          <p14:tracePt t="3250" x="7883525" y="4910138"/>
          <p14:tracePt t="3252" x="7883525" y="4895850"/>
          <p14:tracePt t="3256" x="7869238" y="4883150"/>
          <p14:tracePt t="3260" x="7854950" y="4883150"/>
          <p14:tracePt t="3265" x="7854950" y="4868863"/>
          <p14:tracePt t="3269" x="7842250" y="4868863"/>
          <p14:tracePt t="3271" x="7842250" y="4856163"/>
          <p14:tracePt t="3275" x="7842250" y="4841875"/>
          <p14:tracePt t="3285" x="7827963" y="4841875"/>
          <p14:tracePt t="3296" x="7827963" y="4827588"/>
          <p14:tracePt t="3409" x="7813675" y="4827588"/>
          <p14:tracePt t="3412" x="7800975" y="4827588"/>
          <p14:tracePt t="3415" x="7800975" y="4814888"/>
          <p14:tracePt t="3416" x="7786688" y="4814888"/>
          <p14:tracePt t="3419" x="7772400" y="4814888"/>
          <p14:tracePt t="3421" x="7759700" y="4814888"/>
          <p14:tracePt t="3422" x="7745413" y="4814888"/>
          <p14:tracePt t="3424" x="7745413" y="4800600"/>
          <p14:tracePt t="3425" x="7732713" y="4800600"/>
          <p14:tracePt t="3426" x="7718425" y="4786313"/>
          <p14:tracePt t="3428" x="7704138" y="4786313"/>
          <p14:tracePt t="3431" x="7691438" y="4786313"/>
          <p14:tracePt t="3432" x="7662863" y="4786313"/>
          <p14:tracePt t="3434" x="7650163" y="4786313"/>
          <p14:tracePt t="3436" x="7635875" y="4773613"/>
          <p14:tracePt t="3438" x="7608888" y="4773613"/>
          <p14:tracePt t="3439" x="7594600" y="4773613"/>
          <p14:tracePt t="3440" x="7581900" y="4773613"/>
          <p14:tracePt t="3441" x="7567613" y="4773613"/>
          <p14:tracePt t="3442" x="7553325" y="4759325"/>
          <p14:tracePt t="3444" x="7512050" y="4759325"/>
          <p14:tracePt t="3447" x="7485063" y="4759325"/>
          <p14:tracePt t="3448" x="7470775" y="4759325"/>
          <p14:tracePt t="3448" x="7458075" y="4759325"/>
          <p14:tracePt t="3452" x="7416800" y="4759325"/>
          <p14:tracePt t="3453" x="7402513" y="4759325"/>
          <p14:tracePt t="3455" x="7375525" y="4759325"/>
          <p14:tracePt t="3455" x="7361238" y="4759325"/>
          <p14:tracePt t="3456" x="7319963" y="4759325"/>
          <p14:tracePt t="3458" x="7307263" y="4759325"/>
          <p14:tracePt t="3459" x="7292975" y="4759325"/>
          <p14:tracePt t="3459" x="7280275" y="4759325"/>
          <p14:tracePt t="3460" x="7251700" y="4759325"/>
          <p14:tracePt t="3461" x="7224713" y="4759325"/>
          <p14:tracePt t="3462" x="7210425" y="4759325"/>
          <p14:tracePt t="3463" x="7183438" y="4759325"/>
          <p14:tracePt t="3465" x="7156450" y="4759325"/>
          <p14:tracePt t="3466" x="7142163" y="4759325"/>
          <p14:tracePt t="3466" x="7129463" y="4759325"/>
          <p14:tracePt t="3467" x="7100888" y="4759325"/>
          <p14:tracePt t="3468" x="7073900" y="4759325"/>
          <p14:tracePt t="3471" x="7059613" y="4759325"/>
          <p14:tracePt t="3472" x="7046913" y="4759325"/>
          <p14:tracePt t="3473" x="7018338" y="4759325"/>
          <p14:tracePt t="3473" x="6991350" y="4759325"/>
          <p14:tracePt t="3474" x="6964363" y="4759325"/>
          <p14:tracePt t="3475" x="6937375" y="4759325"/>
          <p14:tracePt t="3476" x="6908800" y="4759325"/>
          <p14:tracePt t="3477" x="6881813" y="4759325"/>
          <p14:tracePt t="3479" x="6854825" y="4759325"/>
          <p14:tracePt t="3480" x="6827838" y="4759325"/>
          <p14:tracePt t="3482" x="6799263" y="4759325"/>
          <p14:tracePt t="3483" x="6757988" y="4759325"/>
          <p14:tracePt t="3484" x="6731000" y="4759325"/>
          <p14:tracePt t="3484" x="6704013" y="4759325"/>
          <p14:tracePt t="3486" x="6677025" y="4759325"/>
          <p14:tracePt t="3487" x="6648450" y="4759325"/>
          <p14:tracePt t="3487" x="6635750" y="4759325"/>
          <p14:tracePt t="3488" x="6621463" y="4759325"/>
          <p14:tracePt t="3491" x="6607175" y="4759325"/>
          <p14:tracePt t="3493" x="6580188" y="4759325"/>
          <p14:tracePt t="3494" x="6553200" y="4759325"/>
          <p14:tracePt t="3494" x="6511925" y="4759325"/>
          <p14:tracePt t="3495" x="6484938" y="4759325"/>
          <p14:tracePt t="3496" x="6470650" y="4759325"/>
          <p14:tracePt t="3497" x="6443663" y="4759325"/>
          <p14:tracePt t="3498" x="6415088" y="4759325"/>
          <p14:tracePt t="3500" x="6388100" y="4759325"/>
          <p14:tracePt t="3501" x="6346825" y="4759325"/>
          <p14:tracePt t="3503" x="6319838" y="4759325"/>
          <p14:tracePt t="3503" x="6278563" y="4759325"/>
          <p14:tracePt t="3505" x="6237288" y="4759325"/>
          <p14:tracePt t="3507" x="6210300" y="4759325"/>
          <p14:tracePt t="3508" x="6183313" y="4759325"/>
          <p14:tracePt t="3510" x="6169025" y="4759325"/>
          <p14:tracePt t="3510" x="6142038" y="4759325"/>
          <p14:tracePt t="3511" x="6115050" y="4759325"/>
          <p14:tracePt t="3512" x="6100763" y="4759325"/>
          <p14:tracePt t="3515" x="6073775" y="4759325"/>
          <p14:tracePt t="3515" x="6045200" y="4759325"/>
          <p14:tracePt t="3518" x="6018213" y="4759325"/>
          <p14:tracePt t="3519" x="5991225" y="4759325"/>
          <p14:tracePt t="3520" x="5964238" y="4759325"/>
          <p14:tracePt t="3521" x="5935663" y="4759325"/>
          <p14:tracePt t="3522" x="5922963" y="4759325"/>
          <p14:tracePt t="3523" x="5908675" y="4759325"/>
          <p14:tracePt t="3524" x="5894388" y="4759325"/>
          <p14:tracePt t="3525" x="5867400" y="4759325"/>
          <p14:tracePt t="3528" x="5853113" y="4759325"/>
          <p14:tracePt t="3529" x="5840413" y="4759325"/>
          <p14:tracePt t="3529" x="5826125" y="4759325"/>
          <p14:tracePt t="3531" x="5813425" y="4773613"/>
          <p14:tracePt t="3533" x="5799138" y="4773613"/>
          <p14:tracePt t="3538" x="5784850" y="4773613"/>
          <p14:tracePt t="3573" x="5784850" y="4786313"/>
          <p14:tracePt t="3579" x="5799138" y="4786313"/>
          <p14:tracePt t="3581" x="5813425" y="4800600"/>
          <p14:tracePt t="3583" x="5826125" y="4800600"/>
          <p14:tracePt t="3585" x="5853113" y="4814888"/>
          <p14:tracePt t="3587" x="5867400" y="4827588"/>
          <p14:tracePt t="3587" x="5881688" y="4827588"/>
          <p14:tracePt t="3591" x="5908675" y="4841875"/>
          <p14:tracePt t="3592" x="5935663" y="4841875"/>
          <p14:tracePt t="3595" x="5949950" y="4841875"/>
          <p14:tracePt t="3596" x="5949950" y="4856163"/>
          <p14:tracePt t="3598" x="5976938" y="4868863"/>
          <p14:tracePt t="3599" x="5991225" y="4868863"/>
          <p14:tracePt t="3600" x="6003925" y="4868863"/>
          <p14:tracePt t="3602" x="6018213" y="4883150"/>
          <p14:tracePt t="3605" x="6045200" y="4883150"/>
          <p14:tracePt t="3606" x="6073775" y="4895850"/>
          <p14:tracePt t="3608" x="6086475" y="4895850"/>
          <p14:tracePt t="3610" x="6100763" y="4895850"/>
          <p14:tracePt t="3612" x="6127750" y="4924425"/>
          <p14:tracePt t="3613" x="6142038" y="4924425"/>
          <p14:tracePt t="3616" x="6154738" y="4924425"/>
          <p14:tracePt t="3618" x="6169025" y="4937125"/>
          <p14:tracePt t="3619" x="6183313" y="4937125"/>
          <p14:tracePt t="3620" x="6196013" y="4937125"/>
          <p14:tracePt t="3620" x="6210300" y="4937125"/>
          <p14:tracePt t="3621" x="6224588" y="4937125"/>
          <p14:tracePt t="3623" x="6237288" y="4951413"/>
          <p14:tracePt t="3626" x="6251575" y="4951413"/>
          <p14:tracePt t="3626" x="6278563" y="4965700"/>
          <p14:tracePt t="3628" x="6305550" y="4965700"/>
          <p14:tracePt t="3631" x="6334125" y="4965700"/>
          <p14:tracePt t="3632" x="6346825" y="4965700"/>
          <p14:tracePt t="3633" x="6361113" y="4965700"/>
          <p14:tracePt t="3634" x="6388100" y="4965700"/>
          <p14:tracePt t="3637" x="6415088" y="4978400"/>
          <p14:tracePt t="3638" x="6443663" y="4978400"/>
          <p14:tracePt t="3640" x="6456363" y="4978400"/>
          <p14:tracePt t="3640" x="6484938" y="4978400"/>
          <p14:tracePt t="3641" x="6511925" y="4978400"/>
          <p14:tracePt t="3643" x="6538913" y="4978400"/>
          <p14:tracePt t="3645" x="6553200" y="4978400"/>
          <p14:tracePt t="3646" x="6565900" y="4978400"/>
          <p14:tracePt t="3647" x="6594475" y="4978400"/>
          <p14:tracePt t="3647" x="6607175" y="4978400"/>
          <p14:tracePt t="3648" x="6635750" y="4978400"/>
          <p14:tracePt t="3649" x="6648450" y="4978400"/>
          <p14:tracePt t="3650" x="6677025" y="4978400"/>
          <p14:tracePt t="3651" x="6689725" y="4978400"/>
          <p14:tracePt t="3654" x="6716713" y="4978400"/>
          <p14:tracePt t="3654" x="6745288" y="4978400"/>
          <p14:tracePt t="3655" x="6757988" y="4978400"/>
          <p14:tracePt t="3656" x="6786563" y="4978400"/>
          <p14:tracePt t="3657" x="6799263" y="4978400"/>
          <p14:tracePt t="3658" x="6813550" y="4978400"/>
          <p14:tracePt t="3660" x="6840538" y="4978400"/>
          <p14:tracePt t="3660" x="6854825" y="4978400"/>
          <p14:tracePt t="3663" x="6881813" y="4978400"/>
          <p14:tracePt t="3664" x="6908800" y="4978400"/>
          <p14:tracePt t="3666" x="6937375" y="4978400"/>
          <p14:tracePt t="3667" x="6964363" y="4978400"/>
          <p14:tracePt t="3669" x="6978650" y="4965700"/>
          <p14:tracePt t="3669" x="7005638" y="4965700"/>
          <p14:tracePt t="3670" x="7018338" y="4965700"/>
          <p14:tracePt t="3671" x="7032625" y="4965700"/>
          <p14:tracePt t="3674" x="7073900" y="4951413"/>
          <p14:tracePt t="3674" x="7088188" y="4951413"/>
          <p14:tracePt t="3676" x="7115175" y="4951413"/>
          <p14:tracePt t="3677" x="7129463" y="4937125"/>
          <p14:tracePt t="3679" x="7156450" y="4937125"/>
          <p14:tracePt t="3681" x="7183438" y="4924425"/>
          <p14:tracePt t="3681" x="7197725" y="4924425"/>
          <p14:tracePt t="3683" x="7224713" y="4910138"/>
          <p14:tracePt t="3686" x="7251700" y="4910138"/>
          <p14:tracePt t="3687" x="7265988" y="4910138"/>
          <p14:tracePt t="3689" x="7280275" y="4895850"/>
          <p14:tracePt t="3689" x="7292975" y="4895850"/>
          <p14:tracePt t="3690" x="7307263" y="4895850"/>
          <p14:tracePt t="3691" x="7319963" y="4883150"/>
          <p14:tracePt t="3694" x="7348538" y="4883150"/>
          <p14:tracePt t="3696" x="7361238" y="4883150"/>
          <p14:tracePt t="3698" x="7375525" y="4883150"/>
          <p14:tracePt t="3699" x="7389813" y="4868863"/>
          <p14:tracePt t="3702" x="7402513" y="4856163"/>
          <p14:tracePt t="3704" x="7431088" y="4856163"/>
          <p14:tracePt t="3707" x="7443788" y="4841875"/>
          <p14:tracePt t="3709" x="7458075" y="4841875"/>
          <p14:tracePt t="3711" x="7470775" y="4841875"/>
          <p14:tracePt t="3713" x="7485063" y="4827588"/>
          <p14:tracePt t="3714" x="7499350" y="4827588"/>
          <p14:tracePt t="3715" x="7499350" y="4814888"/>
          <p14:tracePt t="3716" x="7512050" y="4814888"/>
          <p14:tracePt t="3716" x="7526338" y="4814888"/>
          <p14:tracePt t="3718" x="7540625" y="4814888"/>
          <p14:tracePt t="3719" x="7540625" y="4800600"/>
          <p14:tracePt t="3720" x="7553325" y="4800600"/>
          <p14:tracePt t="3723" x="7567613" y="4800600"/>
          <p14:tracePt t="3725" x="7581900" y="4800600"/>
          <p14:tracePt t="3725" x="7594600" y="4786313"/>
          <p14:tracePt t="3726" x="7608888" y="4786313"/>
          <p14:tracePt t="3727" x="7621588" y="4786313"/>
          <p14:tracePt t="3730" x="7635875" y="4773613"/>
          <p14:tracePt t="3732" x="7650163" y="4759325"/>
          <p14:tracePt t="3733" x="7662863" y="4759325"/>
          <p14:tracePt t="3735" x="7677150" y="4759325"/>
          <p14:tracePt t="3736" x="7691438" y="4745038"/>
          <p14:tracePt t="3738" x="7704138" y="4745038"/>
          <p14:tracePt t="3740" x="7732713" y="4732338"/>
          <p14:tracePt t="3742" x="7745413" y="4718050"/>
          <p14:tracePt t="3744" x="7759700" y="4718050"/>
          <p14:tracePt t="3746" x="7786688" y="4705350"/>
          <p14:tracePt t="3747" x="7800975" y="4705350"/>
          <p14:tracePt t="3750" x="7842250" y="4676775"/>
          <p14:tracePt t="3754" x="7854950" y="4676775"/>
          <p14:tracePt t="3756" x="7869238" y="4664075"/>
          <p14:tracePt t="3758" x="7896225" y="4649788"/>
          <p14:tracePt t="3761" x="7910513" y="4649788"/>
          <p14:tracePt t="3763" x="7937500" y="4635500"/>
          <p14:tracePt t="3765" x="7951788" y="4622800"/>
          <p14:tracePt t="3767" x="7964488" y="4622800"/>
          <p14:tracePt t="3770" x="7993063" y="4608513"/>
          <p14:tracePt t="3773" x="8005763" y="4608513"/>
          <p14:tracePt t="3776" x="8020050" y="4594225"/>
          <p14:tracePt t="3779" x="8047038" y="4581525"/>
          <p14:tracePt t="3782" x="8061325" y="4581525"/>
          <p14:tracePt t="3784" x="8074025" y="4581525"/>
          <p14:tracePt t="3786" x="8074025" y="4567238"/>
          <p14:tracePt t="3787" x="8088313" y="4567238"/>
          <p14:tracePt t="3789" x="8088313" y="4552950"/>
          <p14:tracePt t="3791" x="8102600" y="4552950"/>
          <p14:tracePt t="3793" x="8115300" y="4552950"/>
          <p14:tracePt t="3797" x="8129588" y="4552950"/>
          <p14:tracePt t="3799" x="8129588" y="4540250"/>
          <p14:tracePt t="3800" x="8143875" y="4540250"/>
          <p14:tracePt t="3804" x="8156575" y="4540250"/>
          <p14:tracePt t="3807" x="8170863" y="4525963"/>
          <p14:tracePt t="3812" x="8185150" y="4525963"/>
          <p14:tracePt t="3818" x="8197850" y="4513263"/>
          <p14:tracePt t="3821" x="8197850" y="4498975"/>
          <p14:tracePt t="3825" x="8212138" y="4498975"/>
          <p14:tracePt t="3827" x="8224838" y="4498975"/>
          <p14:tracePt t="3830" x="8224838" y="4484688"/>
          <p14:tracePt t="3833" x="8239125" y="4484688"/>
          <p14:tracePt t="3837" x="8239125" y="4471988"/>
          <p14:tracePt t="3841" x="8253413" y="4471988"/>
          <p14:tracePt t="3842" x="8253413" y="4457700"/>
          <p14:tracePt t="3846" x="8266113" y="4457700"/>
          <p14:tracePt t="3848" x="8280400" y="4443413"/>
          <p14:tracePt t="3851" x="8280400" y="4430713"/>
          <p14:tracePt t="3854" x="8294688" y="4430713"/>
          <p14:tracePt t="3855" x="8294688" y="4416425"/>
          <p14:tracePt t="3860" x="8307388" y="4416425"/>
          <p14:tracePt t="3862" x="8307388" y="4402138"/>
          <p14:tracePt t="3866" x="8321675" y="4389438"/>
          <p14:tracePt t="3868" x="8334375" y="4375150"/>
          <p14:tracePt t="3872" x="8334375" y="4362450"/>
          <p14:tracePt t="3875" x="8348663" y="4362450"/>
          <p14:tracePt t="3877" x="8348663" y="4348163"/>
          <p14:tracePt t="3881" x="8362950" y="4333875"/>
          <p14:tracePt t="3886" x="8362950" y="4321175"/>
          <p14:tracePt t="3889" x="8375650" y="4321175"/>
          <p14:tracePt t="3893" x="8375650" y="4306888"/>
          <p14:tracePt t="3895" x="8389938" y="4292600"/>
          <p14:tracePt t="3897" x="8389938" y="4279900"/>
          <p14:tracePt t="3904" x="8404225" y="4265613"/>
          <p14:tracePt t="3907" x="8404225" y="4251325"/>
          <p14:tracePt t="3910" x="8416925" y="4251325"/>
          <p14:tracePt t="3912" x="8416925" y="4238625"/>
          <p14:tracePt t="3913" x="8416925" y="4224338"/>
          <p14:tracePt t="3915" x="8431213" y="4224338"/>
          <p14:tracePt t="3917" x="8445500" y="4210050"/>
          <p14:tracePt t="3920" x="8445500" y="4197350"/>
          <p14:tracePt t="3921" x="8458200" y="4197350"/>
          <p14:tracePt t="3921" x="8458200" y="4183063"/>
          <p14:tracePt t="3924" x="8458200" y="4170363"/>
          <p14:tracePt t="3925" x="8472488" y="4170363"/>
          <p14:tracePt t="3926" x="8472488" y="4156075"/>
          <p14:tracePt t="3928" x="8485188" y="4156075"/>
          <p14:tracePt t="3928" x="8499475" y="4141788"/>
          <p14:tracePt t="3930" x="8499475" y="4129088"/>
          <p14:tracePt t="3931" x="8513763" y="4114800"/>
          <p14:tracePt t="3935" x="8513763" y="4100513"/>
          <p14:tracePt t="3936" x="8526463" y="4100513"/>
          <p14:tracePt t="3937" x="8526463" y="4087813"/>
          <p14:tracePt t="3939" x="8555038" y="4073525"/>
          <p14:tracePt t="3939" x="8555038" y="4059238"/>
          <p14:tracePt t="3941" x="8555038" y="4046538"/>
          <p14:tracePt t="3943" x="8567738" y="4032250"/>
          <p14:tracePt t="3945" x="8582025" y="4019550"/>
          <p14:tracePt t="3946" x="8596313" y="4019550"/>
          <p14:tracePt t="3948" x="8596313" y="4005263"/>
          <p14:tracePt t="3950" x="8596313" y="3990975"/>
          <p14:tracePt t="3951" x="8609013" y="3990975"/>
          <p14:tracePt t="3952" x="8609013" y="3978275"/>
          <p14:tracePt t="3954" x="8623300" y="3963988"/>
          <p14:tracePt t="3957" x="8636000" y="3963988"/>
          <p14:tracePt t="3959" x="8636000" y="3949700"/>
          <p14:tracePt t="3961" x="8650288" y="3937000"/>
          <p14:tracePt t="3964" x="8650288" y="3922713"/>
          <p14:tracePt t="3966" x="8664575" y="3908425"/>
          <p14:tracePt t="3970" x="8677275" y="3895725"/>
          <p14:tracePt t="3977" x="8691563" y="3881438"/>
          <p14:tracePt t="4036" x="8705850" y="3881438"/>
          <p14:tracePt t="4038" x="8705850" y="3854450"/>
          <p14:tracePt t="4043" x="8718550" y="3854450"/>
          <p14:tracePt t="4046" x="8732838" y="3840163"/>
          <p14:tracePt t="4051" x="8732838" y="3827463"/>
          <p14:tracePt t="4052" x="8747125" y="3827463"/>
          <p14:tracePt t="4057" x="8759825" y="3813175"/>
          <p14:tracePt t="4060" x="8759825" y="3798888"/>
          <p14:tracePt t="4063" x="8759825" y="3786188"/>
          <p14:tracePt t="4064" x="8774113" y="3786188"/>
          <p14:tracePt t="4066" x="8786813" y="3786188"/>
          <p14:tracePt t="4070" x="8786813" y="3771900"/>
          <p14:tracePt t="4074" x="8801100" y="3771900"/>
          <p14:tracePt t="4144" x="8815388" y="3771900"/>
          <p14:tracePt t="4150" x="8828088" y="3771900"/>
          <p14:tracePt t="4152" x="8842375" y="3771900"/>
          <p14:tracePt t="4159" x="8856663" y="3771900"/>
          <p14:tracePt t="4164" x="8869363" y="3771900"/>
          <p14:tracePt t="4166" x="8869363" y="3757613"/>
          <p14:tracePt t="4168" x="8883650" y="3757613"/>
          <p14:tracePt t="4172" x="8897938" y="3757613"/>
          <p14:tracePt t="4176" x="8910638" y="3757613"/>
          <p14:tracePt t="4180" x="8924925" y="3757613"/>
          <p14:tracePt t="4188" x="8937625" y="3757613"/>
          <p14:tracePt t="4195" x="8951913" y="3757613"/>
          <p14:tracePt t="4198" x="8966200" y="3757613"/>
          <p14:tracePt t="4207" x="8978900" y="3757613"/>
          <p14:tracePt t="4225" x="8993188" y="3757613"/>
          <p14:tracePt t="4227" x="8993188" y="377190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AEFFGGEBDDCCB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5282"/>
              </p:ext>
            </p:extLst>
          </p:nvPr>
        </p:nvGraphicFramePr>
        <p:xfrm>
          <a:off x="1115616" y="3284984"/>
          <a:ext cx="7342592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B0A2807-6120-012C-E8D2-7F813767A209}"/>
              </a:ext>
            </a:extLst>
          </p:cNvPr>
          <p:cNvSpPr txBox="1"/>
          <p:nvPr/>
        </p:nvSpPr>
        <p:spPr>
          <a:xfrm>
            <a:off x="2046961" y="328578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4366FAD-ED41-F828-44AF-31E26F6E6A08}"/>
              </a:ext>
            </a:extLst>
          </p:cNvPr>
          <p:cNvSpPr txBox="1"/>
          <p:nvPr/>
        </p:nvSpPr>
        <p:spPr>
          <a:xfrm>
            <a:off x="2518380" y="3284984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57FFAB-970F-2002-9BB3-187F06ED3C7A}"/>
              </a:ext>
            </a:extLst>
          </p:cNvPr>
          <p:cNvSpPr txBox="1"/>
          <p:nvPr/>
        </p:nvSpPr>
        <p:spPr>
          <a:xfrm>
            <a:off x="2982695" y="3284984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AEF3F5-D288-A09C-68F6-2B6F9B956AF4}"/>
              </a:ext>
            </a:extLst>
          </p:cNvPr>
          <p:cNvSpPr txBox="1"/>
          <p:nvPr/>
        </p:nvSpPr>
        <p:spPr>
          <a:xfrm>
            <a:off x="3436567" y="3284984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14638C8-DEEB-94D6-4190-C271E13095BC}"/>
              </a:ext>
            </a:extLst>
          </p:cNvPr>
          <p:cNvSpPr txBox="1"/>
          <p:nvPr/>
        </p:nvSpPr>
        <p:spPr>
          <a:xfrm>
            <a:off x="3882903" y="32849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17DCBF2-6634-77A8-65AA-C3C87647CDB5}"/>
              </a:ext>
            </a:extLst>
          </p:cNvPr>
          <p:cNvSpPr txBox="1"/>
          <p:nvPr/>
        </p:nvSpPr>
        <p:spPr>
          <a:xfrm>
            <a:off x="4353026" y="3284906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4F411E2-01FD-E085-7625-22864578AE75}"/>
              </a:ext>
            </a:extLst>
          </p:cNvPr>
          <p:cNvSpPr txBox="1"/>
          <p:nvPr/>
        </p:nvSpPr>
        <p:spPr>
          <a:xfrm>
            <a:off x="4799645" y="32849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6E72C9B-AAB8-92BE-A842-04D38FE180EE}"/>
              </a:ext>
            </a:extLst>
          </p:cNvPr>
          <p:cNvSpPr txBox="1"/>
          <p:nvPr/>
        </p:nvSpPr>
        <p:spPr>
          <a:xfrm>
            <a:off x="5264025" y="3284906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E431349-A9B9-DFD2-C4EA-0F6423FF2624}"/>
              </a:ext>
            </a:extLst>
          </p:cNvPr>
          <p:cNvSpPr txBox="1"/>
          <p:nvPr/>
        </p:nvSpPr>
        <p:spPr>
          <a:xfrm>
            <a:off x="5717962" y="32858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462841-A964-22C0-8439-AFC1DD89E1ED}"/>
              </a:ext>
            </a:extLst>
          </p:cNvPr>
          <p:cNvSpPr txBox="1"/>
          <p:nvPr/>
        </p:nvSpPr>
        <p:spPr>
          <a:xfrm>
            <a:off x="6182277" y="32849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4E330AA-1103-56FA-3D4F-203BAF2C0FA8}"/>
              </a:ext>
            </a:extLst>
          </p:cNvPr>
          <p:cNvSpPr txBox="1"/>
          <p:nvPr/>
        </p:nvSpPr>
        <p:spPr>
          <a:xfrm>
            <a:off x="6640720" y="32849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96F0710-4911-A9B3-5648-C7B9548D3446}"/>
              </a:ext>
            </a:extLst>
          </p:cNvPr>
          <p:cNvSpPr txBox="1"/>
          <p:nvPr/>
        </p:nvSpPr>
        <p:spPr>
          <a:xfrm>
            <a:off x="7101801" y="328649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15969D8-1AAB-BBFC-F958-DAEF3EDF2396}"/>
              </a:ext>
            </a:extLst>
          </p:cNvPr>
          <p:cNvSpPr txBox="1"/>
          <p:nvPr/>
        </p:nvSpPr>
        <p:spPr>
          <a:xfrm>
            <a:off x="7553100" y="328490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音訊 4">
            <a:hlinkClick r:id="" action="ppaction://media"/>
            <a:extLst>
              <a:ext uri="{FF2B5EF4-FFF2-40B4-BE49-F238E27FC236}">
                <a16:creationId xmlns:a16="http://schemas.microsoft.com/office/drawing/2014/main" id="{FE1E953C-1BD7-B97E-9644-2AEB3FAF99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209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2053">
        <p159:morph option="byObject"/>
      </p:transition>
    </mc:Choice>
    <mc:Fallback>
      <p:transition advTm="205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/>
        </p:nvGraphicFramePr>
        <p:xfrm>
          <a:off x="1115616" y="3284984"/>
          <a:ext cx="7342592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B0A2807-6120-012C-E8D2-7F813767A209}"/>
              </a:ext>
            </a:extLst>
          </p:cNvPr>
          <p:cNvSpPr txBox="1"/>
          <p:nvPr/>
        </p:nvSpPr>
        <p:spPr>
          <a:xfrm>
            <a:off x="2046961" y="380069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4366FAD-ED41-F828-44AF-31E26F6E6A08}"/>
              </a:ext>
            </a:extLst>
          </p:cNvPr>
          <p:cNvSpPr txBox="1"/>
          <p:nvPr/>
        </p:nvSpPr>
        <p:spPr>
          <a:xfrm>
            <a:off x="2059785" y="5279171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57FFAB-970F-2002-9BB3-187F06ED3C7A}"/>
              </a:ext>
            </a:extLst>
          </p:cNvPr>
          <p:cNvSpPr txBox="1"/>
          <p:nvPr/>
        </p:nvSpPr>
        <p:spPr>
          <a:xfrm>
            <a:off x="2058577" y="5648503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AEF3F5-D288-A09C-68F6-2B6F9B956AF4}"/>
              </a:ext>
            </a:extLst>
          </p:cNvPr>
          <p:cNvSpPr txBox="1"/>
          <p:nvPr/>
        </p:nvSpPr>
        <p:spPr>
          <a:xfrm>
            <a:off x="2489783" y="5280947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14638C8-DEEB-94D6-4190-C271E13095BC}"/>
              </a:ext>
            </a:extLst>
          </p:cNvPr>
          <p:cNvSpPr txBox="1"/>
          <p:nvPr/>
        </p:nvSpPr>
        <p:spPr>
          <a:xfrm>
            <a:off x="2035717" y="601182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17DCBF2-6634-77A8-65AA-C3C87647CDB5}"/>
              </a:ext>
            </a:extLst>
          </p:cNvPr>
          <p:cNvSpPr txBox="1"/>
          <p:nvPr/>
        </p:nvSpPr>
        <p:spPr>
          <a:xfrm>
            <a:off x="2904961" y="5281552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4F411E2-01FD-E085-7625-22864578AE75}"/>
              </a:ext>
            </a:extLst>
          </p:cNvPr>
          <p:cNvSpPr txBox="1"/>
          <p:nvPr/>
        </p:nvSpPr>
        <p:spPr>
          <a:xfrm>
            <a:off x="2484901" y="38071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6E72C9B-AAB8-92BE-A842-04D38FE180EE}"/>
              </a:ext>
            </a:extLst>
          </p:cNvPr>
          <p:cNvSpPr txBox="1"/>
          <p:nvPr/>
        </p:nvSpPr>
        <p:spPr>
          <a:xfrm>
            <a:off x="2059785" y="4171175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E431349-A9B9-DFD2-C4EA-0F6423FF2624}"/>
              </a:ext>
            </a:extLst>
          </p:cNvPr>
          <p:cNvSpPr txBox="1"/>
          <p:nvPr/>
        </p:nvSpPr>
        <p:spPr>
          <a:xfrm>
            <a:off x="2054581" y="490983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462841-A964-22C0-8439-AFC1DD89E1ED}"/>
              </a:ext>
            </a:extLst>
          </p:cNvPr>
          <p:cNvSpPr txBox="1"/>
          <p:nvPr/>
        </p:nvSpPr>
        <p:spPr>
          <a:xfrm>
            <a:off x="2484777" y="417036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4E330AA-1103-56FA-3D4F-203BAF2C0FA8}"/>
              </a:ext>
            </a:extLst>
          </p:cNvPr>
          <p:cNvSpPr txBox="1"/>
          <p:nvPr/>
        </p:nvSpPr>
        <p:spPr>
          <a:xfrm>
            <a:off x="2046961" y="454050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96F0710-4911-A9B3-5648-C7B9548D3446}"/>
              </a:ext>
            </a:extLst>
          </p:cNvPr>
          <p:cNvSpPr txBox="1"/>
          <p:nvPr/>
        </p:nvSpPr>
        <p:spPr>
          <a:xfrm>
            <a:off x="2903885" y="416531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15969D8-1AAB-BBFC-F958-DAEF3EDF2396}"/>
              </a:ext>
            </a:extLst>
          </p:cNvPr>
          <p:cNvSpPr txBox="1"/>
          <p:nvPr/>
        </p:nvSpPr>
        <p:spPr>
          <a:xfrm>
            <a:off x="2895799" y="38071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音訊 4">
            <a:hlinkClick r:id="" action="ppaction://media"/>
            <a:extLst>
              <a:ext uri="{FF2B5EF4-FFF2-40B4-BE49-F238E27FC236}">
                <a16:creationId xmlns:a16="http://schemas.microsoft.com/office/drawing/2014/main" id="{EEC25183-BBF0-C580-56BC-1F690E2BD8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53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1333">
        <p159:morph option="byObject"/>
      </p:transition>
    </mc:Choice>
    <mc:Fallback>
      <p:transition advTm="133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stack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依序紀錄輸入的字，如果讀到的字母與堆疊頂端字母相同則執行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，並且將經過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pop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後堆疊頂端的元素的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加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；如果讀到的字母與堆疊頂端不同，就將此字母的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degree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加一，並將其推入堆疊。</a:t>
            </a:r>
            <a:endParaRPr lang="zh-TW" altLang="en-US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FCAF65-90ED-7338-82C8-6705582EA494}"/>
              </a:ext>
            </a:extLst>
          </p:cNvPr>
          <p:cNvSpPr txBox="1"/>
          <p:nvPr/>
        </p:nvSpPr>
        <p:spPr>
          <a:xfrm>
            <a:off x="3041773" y="2535287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</a:rPr>
              <a:t>AEFFGGEBDDCCBA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EEF9974-4395-3387-2074-D1BA9ACBA658}"/>
              </a:ext>
            </a:extLst>
          </p:cNvPr>
          <p:cNvGraphicFramePr>
            <a:graphicFrameLocks noGrp="1"/>
          </p:cNvGraphicFramePr>
          <p:nvPr/>
        </p:nvGraphicFramePr>
        <p:xfrm>
          <a:off x="1115616" y="3284984"/>
          <a:ext cx="7342592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7824">
                  <a:extLst>
                    <a:ext uri="{9D8B030D-6E8A-4147-A177-3AD203B41FA5}">
                      <a16:colId xmlns:a16="http://schemas.microsoft.com/office/drawing/2014/main" val="105493581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546182746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8001766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1038274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4221690188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856550935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81752538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83611800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674777524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614431947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42228386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2918129789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117162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1739066980"/>
                    </a:ext>
                  </a:extLst>
                </a:gridCol>
                <a:gridCol w="458912">
                  <a:extLst>
                    <a:ext uri="{9D8B030D-6E8A-4147-A177-3AD203B41FA5}">
                      <a16:colId xmlns:a16="http://schemas.microsoft.com/office/drawing/2014/main" val="33465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動作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b="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sz="1800" b="0" kern="1200" baseline="30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800" b="0" kern="1200" baseline="30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967031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B0A2807-6120-012C-E8D2-7F813767A209}"/>
              </a:ext>
            </a:extLst>
          </p:cNvPr>
          <p:cNvSpPr txBox="1"/>
          <p:nvPr/>
        </p:nvSpPr>
        <p:spPr>
          <a:xfrm>
            <a:off x="2046961" y="380069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4366FAD-ED41-F828-44AF-31E26F6E6A08}"/>
              </a:ext>
            </a:extLst>
          </p:cNvPr>
          <p:cNvSpPr txBox="1"/>
          <p:nvPr/>
        </p:nvSpPr>
        <p:spPr>
          <a:xfrm>
            <a:off x="2059785" y="5279171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57FFAB-970F-2002-9BB3-187F06ED3C7A}"/>
              </a:ext>
            </a:extLst>
          </p:cNvPr>
          <p:cNvSpPr txBox="1"/>
          <p:nvPr/>
        </p:nvSpPr>
        <p:spPr>
          <a:xfrm>
            <a:off x="2058577" y="5648503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AEF3F5-D288-A09C-68F6-2B6F9B956AF4}"/>
              </a:ext>
            </a:extLst>
          </p:cNvPr>
          <p:cNvSpPr txBox="1"/>
          <p:nvPr/>
        </p:nvSpPr>
        <p:spPr>
          <a:xfrm>
            <a:off x="2489783" y="5280947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14638C8-DEEB-94D6-4190-C271E13095BC}"/>
              </a:ext>
            </a:extLst>
          </p:cNvPr>
          <p:cNvSpPr txBox="1"/>
          <p:nvPr/>
        </p:nvSpPr>
        <p:spPr>
          <a:xfrm>
            <a:off x="2035717" y="601182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17DCBF2-6634-77A8-65AA-C3C87647CDB5}"/>
              </a:ext>
            </a:extLst>
          </p:cNvPr>
          <p:cNvSpPr txBox="1"/>
          <p:nvPr/>
        </p:nvSpPr>
        <p:spPr>
          <a:xfrm>
            <a:off x="2904961" y="5281552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4F411E2-01FD-E085-7625-22864578AE75}"/>
              </a:ext>
            </a:extLst>
          </p:cNvPr>
          <p:cNvSpPr txBox="1"/>
          <p:nvPr/>
        </p:nvSpPr>
        <p:spPr>
          <a:xfrm>
            <a:off x="2484901" y="38071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6E72C9B-AAB8-92BE-A842-04D38FE180EE}"/>
              </a:ext>
            </a:extLst>
          </p:cNvPr>
          <p:cNvSpPr txBox="1"/>
          <p:nvPr/>
        </p:nvSpPr>
        <p:spPr>
          <a:xfrm>
            <a:off x="2059785" y="4171175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E431349-A9B9-DFD2-C4EA-0F6423FF2624}"/>
              </a:ext>
            </a:extLst>
          </p:cNvPr>
          <p:cNvSpPr txBox="1"/>
          <p:nvPr/>
        </p:nvSpPr>
        <p:spPr>
          <a:xfrm>
            <a:off x="2054581" y="490983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462841-A964-22C0-8439-AFC1DD89E1ED}"/>
              </a:ext>
            </a:extLst>
          </p:cNvPr>
          <p:cNvSpPr txBox="1"/>
          <p:nvPr/>
        </p:nvSpPr>
        <p:spPr>
          <a:xfrm>
            <a:off x="2484777" y="417036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4E330AA-1103-56FA-3D4F-203BAF2C0FA8}"/>
              </a:ext>
            </a:extLst>
          </p:cNvPr>
          <p:cNvSpPr txBox="1"/>
          <p:nvPr/>
        </p:nvSpPr>
        <p:spPr>
          <a:xfrm>
            <a:off x="2046961" y="454050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96F0710-4911-A9B3-5648-C7B9548D3446}"/>
              </a:ext>
            </a:extLst>
          </p:cNvPr>
          <p:cNvSpPr txBox="1"/>
          <p:nvPr/>
        </p:nvSpPr>
        <p:spPr>
          <a:xfrm>
            <a:off x="2903885" y="416531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15969D8-1AAB-BBFC-F958-DAEF3EDF2396}"/>
              </a:ext>
            </a:extLst>
          </p:cNvPr>
          <p:cNvSpPr txBox="1"/>
          <p:nvPr/>
        </p:nvSpPr>
        <p:spPr>
          <a:xfrm>
            <a:off x="2895799" y="38071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1800" b="0" baseline="30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</a:t>
            </a:r>
            <a:endParaRPr lang="zh-TW" altLang="en-US" sz="1800" b="0" baseline="30000" dirty="0">
              <a:solidFill>
                <a:sysClr val="windowText" lastClr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ECAE7C9-586C-3D02-F960-F9E45DBF1BDF}"/>
              </a:ext>
            </a:extLst>
          </p:cNvPr>
          <p:cNvGrpSpPr/>
          <p:nvPr/>
        </p:nvGrpSpPr>
        <p:grpSpPr>
          <a:xfrm>
            <a:off x="3879624" y="3943856"/>
            <a:ext cx="4445204" cy="2412465"/>
            <a:chOff x="1907704" y="3068960"/>
            <a:chExt cx="5387144" cy="2923667"/>
          </a:xfrm>
        </p:grpSpPr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D9CCCCC2-7E07-4835-3064-5799E2F1A37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705234" y="3392996"/>
              <a:ext cx="1190802" cy="83803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1B54C5E4-6DD2-7049-6E26-3C3D5C509A0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31740" y="3537012"/>
              <a:ext cx="1473494" cy="6940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B3752FDD-AB53-95AE-062D-E30D4AE312B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915816" y="4231027"/>
              <a:ext cx="789418" cy="11754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3205D7A0-4C4F-4114-F90A-D99630729EC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96036" y="3392996"/>
              <a:ext cx="1075250" cy="109577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5D5C275A-2EFE-5855-A518-0AB83067884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215306" y="4488769"/>
              <a:ext cx="1755980" cy="7982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262A61CF-7A30-E03F-F22A-935A623F3B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71286" y="4488769"/>
              <a:ext cx="999526" cy="11798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E9A50BB5-FB93-2967-2264-CFE88DDA5E67}"/>
                </a:ext>
              </a:extLst>
            </p:cNvPr>
            <p:cNvSpPr/>
            <p:nvPr/>
          </p:nvSpPr>
          <p:spPr bwMode="auto">
            <a:xfrm>
              <a:off x="1907704" y="3212976"/>
              <a:ext cx="648072" cy="64807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新細明體" pitchFamily="18" charset="-120"/>
                  <a:cs typeface="Times New Roman" panose="02020603050405020304" pitchFamily="18" charset="0"/>
                </a:rPr>
                <a:t>F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1558F85C-9FD5-6C7F-6D64-EFF7C07EB912}"/>
                </a:ext>
              </a:extLst>
            </p:cNvPr>
            <p:cNvSpPr/>
            <p:nvPr/>
          </p:nvSpPr>
          <p:spPr bwMode="auto">
            <a:xfrm>
              <a:off x="3381198" y="3906991"/>
              <a:ext cx="648072" cy="64807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新細明體" pitchFamily="18" charset="-120"/>
                  <a:cs typeface="Times New Roman" panose="02020603050405020304" pitchFamily="18" charset="0"/>
                </a:rPr>
                <a:t>E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0F97B73B-B854-CBE9-97D7-24E224693416}"/>
                </a:ext>
              </a:extLst>
            </p:cNvPr>
            <p:cNvSpPr/>
            <p:nvPr/>
          </p:nvSpPr>
          <p:spPr bwMode="auto">
            <a:xfrm>
              <a:off x="2591780" y="5082435"/>
              <a:ext cx="648072" cy="64807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新細明體" pitchFamily="18" charset="-120"/>
                  <a:cs typeface="Times New Roman" panose="02020603050405020304" pitchFamily="18" charset="0"/>
                </a:rPr>
                <a:t>G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72029557-4D74-51DC-976D-6515602D6DD1}"/>
                </a:ext>
              </a:extLst>
            </p:cNvPr>
            <p:cNvSpPr/>
            <p:nvPr/>
          </p:nvSpPr>
          <p:spPr bwMode="auto">
            <a:xfrm>
              <a:off x="6646776" y="5344555"/>
              <a:ext cx="648072" cy="64807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新細明體" pitchFamily="18" charset="-120"/>
                  <a:cs typeface="Times New Roman" panose="02020603050405020304" pitchFamily="18" charset="0"/>
                </a:rPr>
                <a:t>C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F23AB8EE-E74A-041E-BC6E-A900B6A12BDF}"/>
                </a:ext>
              </a:extLst>
            </p:cNvPr>
            <p:cNvSpPr/>
            <p:nvPr/>
          </p:nvSpPr>
          <p:spPr bwMode="auto">
            <a:xfrm>
              <a:off x="5647250" y="4164733"/>
              <a:ext cx="648072" cy="64807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新細明體" pitchFamily="18" charset="-120"/>
                  <a:cs typeface="Times New Roman" panose="02020603050405020304" pitchFamily="18" charset="0"/>
                </a:rPr>
                <a:t>B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CD7843FD-C055-9C06-2ED8-5E4A72E90083}"/>
                </a:ext>
              </a:extLst>
            </p:cNvPr>
            <p:cNvSpPr/>
            <p:nvPr/>
          </p:nvSpPr>
          <p:spPr bwMode="auto">
            <a:xfrm>
              <a:off x="3891270" y="4962940"/>
              <a:ext cx="648072" cy="64807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新細明體" pitchFamily="18" charset="-120"/>
                  <a:cs typeface="Times New Roman" panose="02020603050405020304" pitchFamily="18" charset="0"/>
                </a:rPr>
                <a:t>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A2A4071A-562A-5AE2-89F2-38D66A6D445D}"/>
                </a:ext>
              </a:extLst>
            </p:cNvPr>
            <p:cNvSpPr/>
            <p:nvPr/>
          </p:nvSpPr>
          <p:spPr bwMode="auto">
            <a:xfrm>
              <a:off x="4572000" y="3068960"/>
              <a:ext cx="648072" cy="64807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新細明體" pitchFamily="18" charset="-120"/>
                  <a:cs typeface="Times New Roman" panose="02020603050405020304" pitchFamily="18" charset="0"/>
                </a:rPr>
                <a:t>A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8AABC13-B14A-7026-0B1A-DEFBE0F6AB73}"/>
              </a:ext>
            </a:extLst>
          </p:cNvPr>
          <p:cNvSpPr txBox="1"/>
          <p:nvPr/>
        </p:nvSpPr>
        <p:spPr>
          <a:xfrm>
            <a:off x="1979634" y="374635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╳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4CF8FCA0-3A08-B922-7E70-C2F2873B3AA0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028600" y="2605680"/>
              <a:ext cx="4634280" cy="219492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4CF8FCA0-3A08-B922-7E70-C2F2873B3A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19240" y="2596320"/>
                <a:ext cx="4653000" cy="2213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音訊 5">
            <a:hlinkClick r:id="" action="ppaction://media"/>
            <a:extLst>
              <a:ext uri="{FF2B5EF4-FFF2-40B4-BE49-F238E27FC236}">
                <a16:creationId xmlns:a16="http://schemas.microsoft.com/office/drawing/2014/main" id="{5E0F0CD5-D3BC-5186-6C8B-A21E4E3C12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33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7393">
        <p159:morph option="byObject"/>
      </p:transition>
    </mc:Choice>
    <mc:Fallback>
      <p:transition advTm="6739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46" x="8993188" y="3786188"/>
          <p14:tracePt t="576" x="8513763" y="3908425"/>
          <p14:tracePt t="577" x="8499475" y="3908425"/>
          <p14:tracePt t="578" x="8485188" y="3908425"/>
          <p14:tracePt t="578" x="8472488" y="3908425"/>
          <p14:tracePt t="580" x="8458200" y="3922713"/>
          <p14:tracePt t="580" x="8445500" y="3922713"/>
          <p14:tracePt t="581" x="8416925" y="3922713"/>
          <p14:tracePt t="584" x="8404225" y="3922713"/>
          <p14:tracePt t="584" x="8389938" y="3922713"/>
          <p14:tracePt t="585" x="8375650" y="3922713"/>
          <p14:tracePt t="586" x="8362950" y="3937000"/>
          <p14:tracePt t="588" x="8321675" y="3949700"/>
          <p14:tracePt t="591" x="8294688" y="3949700"/>
          <p14:tracePt t="593" x="8266113" y="3949700"/>
          <p14:tracePt t="593" x="8239125" y="3949700"/>
          <p14:tracePt t="594" x="8224838" y="3963988"/>
          <p14:tracePt t="595" x="8197850" y="3963988"/>
          <p14:tracePt t="597" x="8170863" y="3963988"/>
          <p14:tracePt t="598" x="8143875" y="3963988"/>
          <p14:tracePt t="599" x="8129588" y="3978275"/>
          <p14:tracePt t="602" x="8088313" y="3978275"/>
          <p14:tracePt t="602" x="8074025" y="3978275"/>
          <p14:tracePt t="604" x="8061325" y="3978275"/>
          <p14:tracePt t="605" x="8034338" y="3990975"/>
          <p14:tracePt t="606" x="8005763" y="3990975"/>
          <p14:tracePt t="609" x="7964488" y="3990975"/>
          <p14:tracePt t="609" x="7937500" y="4005263"/>
          <p14:tracePt t="611" x="7923213" y="4019550"/>
          <p14:tracePt t="611" x="7910513" y="4019550"/>
          <p14:tracePt t="613" x="7883525" y="4019550"/>
          <p14:tracePt t="615" x="7854950" y="4019550"/>
          <p14:tracePt t="617" x="7842250" y="4019550"/>
          <p14:tracePt t="618" x="7813675" y="4019550"/>
          <p14:tracePt t="619" x="7786688" y="4019550"/>
          <p14:tracePt t="620" x="7772400" y="4032250"/>
          <p14:tracePt t="621" x="7732713" y="4046538"/>
          <p14:tracePt t="622" x="7718425" y="4046538"/>
          <p14:tracePt t="625" x="7704138" y="4046538"/>
          <p14:tracePt t="626" x="7691438" y="4059238"/>
          <p14:tracePt t="628" x="7662863" y="4059238"/>
          <p14:tracePt t="628" x="7650163" y="4059238"/>
          <p14:tracePt t="630" x="7635875" y="4059238"/>
          <p14:tracePt t="630" x="7608888" y="4059238"/>
          <p14:tracePt t="633" x="7594600" y="4059238"/>
          <p14:tracePt t="634" x="7581900" y="4073525"/>
          <p14:tracePt t="636" x="7553325" y="4073525"/>
          <p14:tracePt t="640" x="7512050" y="4087813"/>
          <p14:tracePt t="641" x="7499350" y="4087813"/>
          <p14:tracePt t="642" x="7470775" y="4087813"/>
          <p14:tracePt t="643" x="7458075" y="4087813"/>
          <p14:tracePt t="644" x="7443788" y="4087813"/>
          <p14:tracePt t="647" x="7431088" y="4100513"/>
          <p14:tracePt t="647" x="7416800" y="4100513"/>
          <p14:tracePt t="649" x="7402513" y="4100513"/>
          <p14:tracePt t="650" x="7389813" y="4100513"/>
          <p14:tracePt t="651" x="7375525" y="4100513"/>
          <p14:tracePt t="653" x="7361238" y="4114800"/>
          <p14:tracePt t="654" x="7348538" y="4114800"/>
          <p14:tracePt t="657" x="7319963" y="4114800"/>
          <p14:tracePt t="658" x="7307263" y="4114800"/>
          <p14:tracePt t="660" x="7292975" y="4114800"/>
          <p14:tracePt t="661" x="7280275" y="4114800"/>
          <p14:tracePt t="661" x="7265988" y="4114800"/>
          <p14:tracePt t="662" x="7251700" y="4114800"/>
          <p14:tracePt t="663" x="7239000" y="4114800"/>
          <p14:tracePt t="664" x="7224713" y="4114800"/>
          <p14:tracePt t="665" x="7197725" y="4129088"/>
          <p14:tracePt t="668" x="7183438" y="4129088"/>
          <p14:tracePt t="668" x="7156450" y="4129088"/>
          <p14:tracePt t="669" x="7142163" y="4129088"/>
          <p14:tracePt t="670" x="7115175" y="4129088"/>
          <p14:tracePt t="672" x="7088188" y="4129088"/>
          <p14:tracePt t="674" x="7059613" y="4129088"/>
          <p14:tracePt t="675" x="7018338" y="4141788"/>
          <p14:tracePt t="676" x="6991350" y="4141788"/>
          <p14:tracePt t="677" x="6978650" y="4141788"/>
          <p14:tracePt t="678" x="6964363" y="4141788"/>
          <p14:tracePt t="679" x="6937375" y="4141788"/>
          <p14:tracePt t="681" x="6908800" y="4141788"/>
          <p14:tracePt t="682" x="6896100" y="4141788"/>
          <p14:tracePt t="683" x="6881813" y="4141788"/>
          <p14:tracePt t="684" x="6854825" y="4141788"/>
          <p14:tracePt t="688" x="6827838" y="4141788"/>
          <p14:tracePt t="689" x="6813550" y="4141788"/>
          <p14:tracePt t="690" x="6799263" y="4141788"/>
          <p14:tracePt t="690" x="6772275" y="4141788"/>
          <p14:tracePt t="692" x="6745288" y="4141788"/>
          <p14:tracePt t="694" x="6731000" y="4141788"/>
          <p14:tracePt t="695" x="6704013" y="4141788"/>
          <p14:tracePt t="696" x="6689725" y="4141788"/>
          <p14:tracePt t="697" x="6677025" y="4141788"/>
          <p14:tracePt t="698" x="6648450" y="4141788"/>
          <p14:tracePt t="701" x="6635750" y="4141788"/>
          <p14:tracePt t="702" x="6621463" y="4141788"/>
          <p14:tracePt t="704" x="6607175" y="4141788"/>
          <p14:tracePt t="704" x="6594475" y="4141788"/>
          <p14:tracePt t="707" x="6565900" y="4141788"/>
          <p14:tracePt t="709" x="6553200" y="4156075"/>
          <p14:tracePt t="710" x="6538913" y="4156075"/>
          <p14:tracePt t="712" x="6526213" y="4156075"/>
          <p14:tracePt t="716" x="6511925" y="4156075"/>
          <p14:tracePt t="719" x="6497638" y="4156075"/>
          <p14:tracePt t="720" x="6484938" y="4156075"/>
          <p14:tracePt t="728" x="6470650" y="4156075"/>
          <p14:tracePt t="873" x="6443663" y="4156075"/>
          <p14:tracePt t="876" x="6429375" y="4156075"/>
          <p14:tracePt t="881" x="6415088" y="4156075"/>
          <p14:tracePt t="884" x="6402388" y="4156075"/>
          <p14:tracePt t="886" x="6388100" y="4156075"/>
          <p14:tracePt t="889" x="6375400" y="4156075"/>
          <p14:tracePt t="890" x="6361113" y="4156075"/>
          <p14:tracePt t="893" x="6361113" y="4170363"/>
          <p14:tracePt t="894" x="6346825" y="4170363"/>
          <p14:tracePt t="895" x="6334125" y="4170363"/>
          <p14:tracePt t="897" x="6319838" y="4170363"/>
          <p14:tracePt t="899" x="6305550" y="4170363"/>
          <p14:tracePt t="901" x="6292850" y="4170363"/>
          <p14:tracePt t="903" x="6278563" y="4183063"/>
          <p14:tracePt t="906" x="6251575" y="4183063"/>
          <p14:tracePt t="908" x="6237288" y="4183063"/>
          <p14:tracePt t="910" x="6224588" y="4197350"/>
          <p14:tracePt t="912" x="6210300" y="4197350"/>
          <p14:tracePt t="913" x="6196013" y="4197350"/>
          <p14:tracePt t="915" x="6183313" y="4197350"/>
          <p14:tracePt t="917" x="6169025" y="4197350"/>
          <p14:tracePt t="919" x="6154738" y="4197350"/>
          <p14:tracePt t="920" x="6142038" y="4197350"/>
          <p14:tracePt t="922" x="6127750" y="4197350"/>
          <p14:tracePt t="924" x="6100763" y="4197350"/>
          <p14:tracePt t="926" x="6100763" y="4210050"/>
          <p14:tracePt t="927" x="6073775" y="4210050"/>
          <p14:tracePt t="929" x="6059488" y="4210050"/>
          <p14:tracePt t="931" x="6045200" y="4210050"/>
          <p14:tracePt t="933" x="6018213" y="4210050"/>
          <p14:tracePt t="935" x="6003925" y="4210050"/>
          <p14:tracePt t="936" x="6003925" y="4224338"/>
          <p14:tracePt t="937" x="5976938" y="4224338"/>
          <p14:tracePt t="939" x="5964238" y="4224338"/>
          <p14:tracePt t="940" x="5949950" y="4224338"/>
          <p14:tracePt t="941" x="5935663" y="4224338"/>
          <p14:tracePt t="943" x="5908675" y="4224338"/>
          <p14:tracePt t="945" x="5894388" y="4224338"/>
          <p14:tracePt t="946" x="5894388" y="4238625"/>
          <p14:tracePt t="948" x="5867400" y="4238625"/>
          <p14:tracePt t="949" x="5853113" y="4238625"/>
          <p14:tracePt t="951" x="5840413" y="4251325"/>
          <p14:tracePt t="953" x="5826125" y="4251325"/>
          <p14:tracePt t="954" x="5799138" y="4251325"/>
          <p14:tracePt t="956" x="5784850" y="4251325"/>
          <p14:tracePt t="958" x="5772150" y="4251325"/>
          <p14:tracePt t="960" x="5743575" y="4265613"/>
          <p14:tracePt t="962" x="5730875" y="4265613"/>
          <p14:tracePt t="964" x="5716588" y="4265613"/>
          <p14:tracePt t="966" x="5689600" y="4265613"/>
          <p14:tracePt t="968" x="5675313" y="4265613"/>
          <p14:tracePt t="969" x="5662613" y="4265613"/>
          <p14:tracePt t="970" x="5648325" y="4265613"/>
          <p14:tracePt t="973" x="5621338" y="4279900"/>
          <p14:tracePt t="975" x="5607050" y="4279900"/>
          <p14:tracePt t="977" x="5592763" y="4279900"/>
          <p14:tracePt t="980" x="5565775" y="4292600"/>
          <p14:tracePt t="982" x="5551488" y="4292600"/>
          <p14:tracePt t="982" x="5538788" y="4292600"/>
          <p14:tracePt t="987" x="5511800" y="4292600"/>
          <p14:tracePt t="990" x="5483225" y="4306888"/>
          <p14:tracePt t="992" x="5470525" y="4306888"/>
          <p14:tracePt t="994" x="5456238" y="4321175"/>
          <p14:tracePt t="997" x="5441950" y="4321175"/>
          <p14:tracePt t="1000" x="5429250" y="4321175"/>
          <p14:tracePt t="1003" x="5414963" y="4321175"/>
          <p14:tracePt t="1004" x="5387975" y="4321175"/>
          <p14:tracePt t="1011" x="5373688" y="4321175"/>
          <p14:tracePt t="1012" x="5360988" y="4321175"/>
          <p14:tracePt t="1015" x="5346700" y="4321175"/>
          <p14:tracePt t="1017" x="5332413" y="4321175"/>
          <p14:tracePt t="1021" x="5319713" y="4333875"/>
          <p14:tracePt t="1024" x="5305425" y="4333875"/>
          <p14:tracePt t="1028" x="5291138" y="4333875"/>
          <p14:tracePt t="1033" x="5278438" y="4333875"/>
          <p14:tracePt t="1034" x="5264150" y="4333875"/>
          <p14:tracePt t="1036" x="5249863" y="4333875"/>
          <p14:tracePt t="1041" x="5237163" y="4333875"/>
          <p14:tracePt t="1043" x="5222875" y="4333875"/>
          <p14:tracePt t="1045" x="5210175" y="4333875"/>
          <p14:tracePt t="1048" x="5195888" y="4333875"/>
          <p14:tracePt t="1050" x="5195888" y="4348163"/>
          <p14:tracePt t="1052" x="5181600" y="4348163"/>
          <p14:tracePt t="1054" x="5168900" y="4348163"/>
          <p14:tracePt t="1058" x="5154613" y="4348163"/>
          <p14:tracePt t="1061" x="5140325" y="4348163"/>
          <p14:tracePt t="1067" x="5127625" y="4348163"/>
          <p14:tracePt t="1069" x="5113338" y="4348163"/>
          <p14:tracePt t="1073" x="5113338" y="4362450"/>
          <p14:tracePt t="1074" x="5099050" y="4362450"/>
          <p14:tracePt t="1086" x="5086350" y="4362450"/>
          <p14:tracePt t="1089" x="5086350" y="4375150"/>
          <p14:tracePt t="1096" x="5072063" y="4375150"/>
          <p14:tracePt t="1100" x="5059363" y="4375150"/>
          <p14:tracePt t="1108" x="5045075" y="4375150"/>
          <p14:tracePt t="1113" x="5030788" y="4375150"/>
          <p14:tracePt t="1116" x="5018088" y="4375150"/>
          <p14:tracePt t="1119" x="5003800" y="4375150"/>
          <p14:tracePt t="1122" x="4989513" y="4375150"/>
          <p14:tracePt t="1123" x="4976813" y="4389438"/>
          <p14:tracePt t="1126" x="4962525" y="4389438"/>
          <p14:tracePt t="1128" x="4948238" y="4389438"/>
          <p14:tracePt t="1131" x="4935538" y="4389438"/>
          <p14:tracePt t="1133" x="4921250" y="4389438"/>
          <p14:tracePt t="1134" x="4908550" y="4389438"/>
          <p14:tracePt t="1137" x="4894263" y="4389438"/>
          <p14:tracePt t="1140" x="4879975" y="4402138"/>
          <p14:tracePt t="1140" x="4867275" y="4402138"/>
          <p14:tracePt t="1143" x="4852988" y="4402138"/>
          <p14:tracePt t="1146" x="4838700" y="4402138"/>
          <p14:tracePt t="1148" x="4811713" y="4416425"/>
          <p14:tracePt t="1154" x="4784725" y="4416425"/>
          <p14:tracePt t="1157" x="4770438" y="4430713"/>
          <p14:tracePt t="1161" x="4757738" y="4430713"/>
          <p14:tracePt t="1163" x="4743450" y="4430713"/>
          <p14:tracePt t="1165" x="4729163" y="4430713"/>
          <p14:tracePt t="1169" x="4716463" y="4430713"/>
          <p14:tracePt t="1176" x="4716463" y="4443413"/>
          <p14:tracePt t="1177" x="4702175" y="4443413"/>
          <p14:tracePt t="1796" x="4702175" y="4457700"/>
          <p14:tracePt t="1888" x="4702175" y="4471988"/>
          <p14:tracePt t="1890" x="4716463" y="4484688"/>
          <p14:tracePt t="1893" x="4716463" y="4498975"/>
          <p14:tracePt t="1895" x="4729163" y="4513263"/>
          <p14:tracePt t="1897" x="4743450" y="4513263"/>
          <p14:tracePt t="1902" x="4757738" y="4513263"/>
          <p14:tracePt t="1908" x="4770438" y="4513263"/>
          <p14:tracePt t="1911" x="4784725" y="4498975"/>
          <p14:tracePt t="1913" x="4797425" y="4484688"/>
          <p14:tracePt t="2361" x="4826000" y="4484688"/>
          <p14:tracePt t="2366" x="4838700" y="4484688"/>
          <p14:tracePt t="2381" x="4852988" y="4484688"/>
          <p14:tracePt t="2391" x="4852988" y="4471988"/>
          <p14:tracePt t="2400" x="4852988" y="4457700"/>
          <p14:tracePt t="2410" x="4852988" y="4443413"/>
          <p14:tracePt t="2417" x="4838700" y="4443413"/>
          <p14:tracePt t="2421" x="4838700" y="4430713"/>
          <p14:tracePt t="2422" x="4826000" y="4430713"/>
          <p14:tracePt t="2425" x="4811713" y="4430713"/>
          <p14:tracePt t="2427" x="4811713" y="4416425"/>
          <p14:tracePt t="2428" x="4797425" y="4416425"/>
          <p14:tracePt t="2432" x="4784725" y="4416425"/>
          <p14:tracePt t="2434" x="4770438" y="4416425"/>
          <p14:tracePt t="2436" x="4757738" y="4416425"/>
          <p14:tracePt t="2438" x="4743450" y="4402138"/>
          <p14:tracePt t="2439" x="4729163" y="4402138"/>
          <p14:tracePt t="2441" x="4716463" y="4402138"/>
          <p14:tracePt t="2444" x="4702175" y="4402138"/>
          <p14:tracePt t="2447" x="4675188" y="4389438"/>
          <p14:tracePt t="2448" x="4660900" y="4389438"/>
          <p14:tracePt t="2451" x="4646613" y="4389438"/>
          <p14:tracePt t="2453" x="4633913" y="4389438"/>
          <p14:tracePt t="2454" x="4619625" y="4389438"/>
          <p14:tracePt t="2455" x="4606925" y="4389438"/>
          <p14:tracePt t="2455" x="4592638" y="4389438"/>
          <p14:tracePt t="2457" x="4578350" y="4375150"/>
          <p14:tracePt t="2460" x="4565650" y="4375150"/>
          <p14:tracePt t="2460" x="4551363" y="4375150"/>
          <p14:tracePt t="2461" x="4551363" y="4362450"/>
          <p14:tracePt t="2462" x="4524375" y="4362450"/>
          <p14:tracePt t="2467" x="4483100" y="4362450"/>
          <p14:tracePt t="2468" x="4456113" y="4362450"/>
          <p14:tracePt t="2473" x="4414838" y="4348163"/>
          <p14:tracePt t="2474" x="4386263" y="4348163"/>
          <p14:tracePt t="2475" x="4373563" y="4348163"/>
          <p14:tracePt t="2476" x="4359275" y="4333875"/>
          <p14:tracePt t="2477" x="4332288" y="4333875"/>
          <p14:tracePt t="2479" x="4318000" y="4333875"/>
          <p14:tracePt t="2480" x="4291013" y="4333875"/>
          <p14:tracePt t="2481" x="4276725" y="4333875"/>
          <p14:tracePt t="2482" x="4264025" y="4321175"/>
          <p14:tracePt t="2484" x="4249738" y="4321175"/>
          <p14:tracePt t="2484" x="4235450" y="4321175"/>
          <p14:tracePt t="2487" x="4208463" y="4306888"/>
          <p14:tracePt t="2488" x="4195763" y="4306888"/>
          <p14:tracePt t="2489" x="4181475" y="4306888"/>
          <p14:tracePt t="2491" x="4154488" y="4306888"/>
          <p14:tracePt t="2493" x="4140200" y="4306888"/>
          <p14:tracePt t="2494" x="4084638" y="4306888"/>
          <p14:tracePt t="2495" x="4057650" y="4292600"/>
          <p14:tracePt t="2498" x="4044950" y="4292600"/>
          <p14:tracePt t="2498" x="4003675" y="4279900"/>
          <p14:tracePt t="2501" x="3962400" y="4279900"/>
          <p14:tracePt t="2502" x="3948113" y="4279900"/>
          <p14:tracePt t="2502" x="3921125" y="4279900"/>
          <p14:tracePt t="2503" x="3906838" y="4279900"/>
          <p14:tracePt t="2504" x="3879850" y="4279900"/>
          <p14:tracePt t="2508" x="3865563" y="4279900"/>
          <p14:tracePt t="2508" x="3838575" y="4279900"/>
          <p14:tracePt t="2509" x="3811588" y="4279900"/>
          <p14:tracePt t="2511" x="3797300" y="4265613"/>
          <p14:tracePt t="2513" x="3783013" y="4251325"/>
          <p14:tracePt t="2514" x="3729038" y="4251325"/>
          <p14:tracePt t="2516" x="3714750" y="4251325"/>
          <p14:tracePt t="2518" x="3673475" y="4251325"/>
          <p14:tracePt t="2519" x="3632200" y="4251325"/>
          <p14:tracePt t="2522" x="3592513" y="4238625"/>
          <p14:tracePt t="2523" x="3578225" y="4238625"/>
          <p14:tracePt t="2524" x="3563938" y="4238625"/>
          <p14:tracePt t="2525" x="3536950" y="4224338"/>
          <p14:tracePt t="2526" x="3522663" y="4210050"/>
          <p14:tracePt t="2529" x="3481388" y="4210050"/>
          <p14:tracePt t="2531" x="3454400" y="4210050"/>
          <p14:tracePt t="2532" x="3441700" y="4210050"/>
          <p14:tracePt t="2533" x="3427413" y="4197350"/>
          <p14:tracePt t="2534" x="3400425" y="4197350"/>
          <p14:tracePt t="2535" x="3386138" y="4197350"/>
          <p14:tracePt t="2537" x="3371850" y="4183063"/>
          <p14:tracePt t="2538" x="3359150" y="4183063"/>
          <p14:tracePt t="2539" x="3330575" y="4183063"/>
          <p14:tracePt t="2541" x="3303588" y="4183063"/>
          <p14:tracePt t="2543" x="3290888" y="4183063"/>
          <p14:tracePt t="2544" x="3276600" y="4170363"/>
          <p14:tracePt t="2545" x="3262313" y="4170363"/>
          <p14:tracePt t="2547" x="3249613" y="4170363"/>
          <p14:tracePt t="2549" x="3235325" y="4170363"/>
          <p14:tracePt t="2551" x="3221038" y="4156075"/>
          <p14:tracePt t="2552" x="3208338" y="4156075"/>
          <p14:tracePt t="2556" x="3194050" y="4156075"/>
          <p14:tracePt t="2557" x="3179763" y="4156075"/>
          <p14:tracePt t="2561" x="3167063" y="4156075"/>
          <p14:tracePt t="2567" x="3152775" y="4156075"/>
          <p14:tracePt t="2574" x="3140075" y="4156075"/>
          <p14:tracePt t="2577" x="3125788" y="4156075"/>
          <p14:tracePt t="2579" x="3125788" y="4141788"/>
          <p14:tracePt t="2584" x="3111500" y="4141788"/>
          <p14:tracePt t="2586" x="3098800" y="4141788"/>
          <p14:tracePt t="2590" x="3070225" y="4141788"/>
          <p14:tracePt t="2592" x="3057525" y="4141788"/>
          <p14:tracePt t="2593" x="3028950" y="4141788"/>
          <p14:tracePt t="2594" x="3016250" y="4141788"/>
          <p14:tracePt t="2595" x="3001963" y="4141788"/>
          <p14:tracePt t="2596" x="2974975" y="4141788"/>
          <p14:tracePt t="2598" x="2947988" y="4141788"/>
          <p14:tracePt t="2600" x="2933700" y="4141788"/>
          <p14:tracePt t="2601" x="2892425" y="4141788"/>
          <p14:tracePt t="2602" x="2865438" y="4141788"/>
          <p14:tracePt t="2602" x="2838450" y="4141788"/>
          <p14:tracePt t="2604" x="2824163" y="4141788"/>
          <p14:tracePt t="2605" x="2797175" y="4141788"/>
          <p14:tracePt t="2606" x="2768600" y="4141788"/>
          <p14:tracePt t="2607" x="2728913" y="4141788"/>
          <p14:tracePt t="2608" x="2714625" y="4141788"/>
          <p14:tracePt t="2609" x="2687638" y="4141788"/>
          <p14:tracePt t="2612" x="2659063" y="4141788"/>
          <p14:tracePt t="2613" x="2632075" y="4141788"/>
          <p14:tracePt t="2614" x="2605088" y="4141788"/>
          <p14:tracePt t="2615" x="2578100" y="4141788"/>
          <p14:tracePt t="2616" x="2549525" y="4141788"/>
          <p14:tracePt t="2618" x="2522538" y="4141788"/>
          <p14:tracePt t="2619" x="2508250" y="4141788"/>
          <p14:tracePt t="2619" x="2481263" y="4141788"/>
          <p14:tracePt t="2620" x="2454275" y="4141788"/>
          <p14:tracePt t="2621" x="2413000" y="4141788"/>
          <p14:tracePt t="2622" x="2386013" y="4141788"/>
          <p14:tracePt t="2623" x="2357438" y="4141788"/>
          <p14:tracePt t="2625" x="2330450" y="4141788"/>
          <p14:tracePt t="2626" x="2316163" y="4141788"/>
          <p14:tracePt t="2626" x="2289175" y="4141788"/>
          <p14:tracePt t="2627" x="2247900" y="4141788"/>
          <p14:tracePt t="2628" x="2220913" y="4141788"/>
          <p14:tracePt t="2629" x="2206625" y="4141788"/>
          <p14:tracePt t="2630" x="2179638" y="4141788"/>
          <p14:tracePt t="2632" x="2152650" y="4141788"/>
          <p14:tracePt t="2633" x="2138363" y="4141788"/>
          <p14:tracePt t="2634" x="2111375" y="4141788"/>
          <p14:tracePt t="2635" x="2084388" y="4141788"/>
          <p14:tracePt t="2636" x="2055813" y="4141788"/>
          <p14:tracePt t="2637" x="2028825" y="4141788"/>
          <p14:tracePt t="2639" x="2014538" y="4141788"/>
          <p14:tracePt t="2639" x="1987550" y="4141788"/>
          <p14:tracePt t="2640" x="1960563" y="4141788"/>
          <p14:tracePt t="2641" x="1946275" y="4141788"/>
          <p14:tracePt t="2642" x="1933575" y="4141788"/>
          <p14:tracePt t="2643" x="1905000" y="4141788"/>
          <p14:tracePt t="2644" x="1878013" y="4141788"/>
          <p14:tracePt t="2647" x="1851025" y="4141788"/>
          <p14:tracePt t="2648" x="1824038" y="4141788"/>
          <p14:tracePt t="2649" x="1809750" y="4141788"/>
          <p14:tracePt t="2651" x="1795463" y="4141788"/>
          <p14:tracePt t="2651" x="1782763" y="4141788"/>
          <p14:tracePt t="2653" x="1768475" y="4141788"/>
          <p14:tracePt t="2653" x="1754188" y="4141788"/>
          <p14:tracePt t="2654" x="1741488" y="4141788"/>
          <p14:tracePt t="2656" x="1712913" y="4141788"/>
          <p14:tracePt t="2658" x="1700213" y="4141788"/>
          <p14:tracePt t="2660" x="1685925" y="4141788"/>
          <p14:tracePt t="2662" x="1673225" y="4141788"/>
          <p14:tracePt t="2701" x="1685925" y="4141788"/>
          <p14:tracePt t="2708" x="1700213" y="4141788"/>
          <p14:tracePt t="2803" x="1712913" y="4156075"/>
          <p14:tracePt t="2832" x="1727200" y="4170363"/>
          <p14:tracePt t="2888" x="1727200" y="4183063"/>
          <p14:tracePt t="2891" x="1741488" y="4183063"/>
          <p14:tracePt t="2895" x="1754188" y="4183063"/>
          <p14:tracePt t="2899" x="1768475" y="4183063"/>
          <p14:tracePt t="2900" x="1782763" y="4197350"/>
          <p14:tracePt t="2903" x="1795463" y="4197350"/>
          <p14:tracePt t="2906" x="1809750" y="4197350"/>
          <p14:tracePt t="2908" x="1824038" y="4197350"/>
          <p14:tracePt t="2911" x="1836738" y="4197350"/>
          <p14:tracePt t="2914" x="1878013" y="4197350"/>
          <p14:tracePt t="2916" x="1892300" y="4197350"/>
          <p14:tracePt t="2920" x="1905000" y="4197350"/>
          <p14:tracePt t="2922" x="1919288" y="4197350"/>
          <p14:tracePt t="2925" x="1933575" y="4197350"/>
          <p14:tracePt t="2928" x="1960563" y="4197350"/>
          <p14:tracePt t="2930" x="1974850" y="4197350"/>
          <p14:tracePt t="2932" x="1987550" y="4197350"/>
          <p14:tracePt t="2935" x="2001838" y="4197350"/>
          <p14:tracePt t="2939" x="2014538" y="4197350"/>
          <p14:tracePt t="2944" x="2028825" y="4197350"/>
          <p14:tracePt t="2947" x="2043113" y="4197350"/>
          <p14:tracePt t="2955" x="2055813" y="4197350"/>
          <p14:tracePt t="3029" x="2070100" y="4197350"/>
          <p14:tracePt t="3031" x="2084388" y="4197350"/>
          <p14:tracePt t="3036" x="2097088" y="4197350"/>
          <p14:tracePt t="3041" x="2111375" y="4197350"/>
          <p14:tracePt t="3045" x="2125663" y="4197350"/>
          <p14:tracePt t="3050" x="2138363" y="4197350"/>
          <p14:tracePt t="3051" x="2152650" y="4197350"/>
          <p14:tracePt t="3058" x="2165350" y="4197350"/>
          <p14:tracePt t="3064" x="2179638" y="4197350"/>
          <p14:tracePt t="3070" x="2193925" y="4197350"/>
          <p14:tracePt t="3078" x="2220913" y="4197350"/>
          <p14:tracePt t="3095" x="2235200" y="4197350"/>
          <p14:tracePt t="3141" x="2247900" y="4197350"/>
          <p14:tracePt t="3143" x="2262188" y="4197350"/>
          <p14:tracePt t="3147" x="2276475" y="4197350"/>
          <p14:tracePt t="3149" x="2289175" y="4197350"/>
          <p14:tracePt t="3152" x="2303463" y="4197350"/>
          <p14:tracePt t="3154" x="2316163" y="4197350"/>
          <p14:tracePt t="3155" x="2330450" y="4197350"/>
          <p14:tracePt t="3156" x="2344738" y="4197350"/>
          <p14:tracePt t="3157" x="2344738" y="4210050"/>
          <p14:tracePt t="3159" x="2357438" y="4210050"/>
          <p14:tracePt t="3161" x="2371725" y="4210050"/>
          <p14:tracePt t="3163" x="2398713" y="4210050"/>
          <p14:tracePt t="3165" x="2413000" y="4210050"/>
          <p14:tracePt t="3167" x="2427288" y="4210050"/>
          <p14:tracePt t="3168" x="2454275" y="4210050"/>
          <p14:tracePt t="3169" x="2466975" y="4210050"/>
          <p14:tracePt t="3170" x="2466975" y="4224338"/>
          <p14:tracePt t="3171" x="2495550" y="4224338"/>
          <p14:tracePt t="3174" x="2508250" y="4224338"/>
          <p14:tracePt t="3175" x="2522538" y="4224338"/>
          <p14:tracePt t="3175" x="2536825" y="4224338"/>
          <p14:tracePt t="3176" x="2549525" y="4224338"/>
          <p14:tracePt t="3177" x="2563813" y="4224338"/>
          <p14:tracePt t="3178" x="2578100" y="4224338"/>
          <p14:tracePt t="3180" x="2590800" y="4224338"/>
          <p14:tracePt t="3181" x="2617788" y="4224338"/>
          <p14:tracePt t="3183" x="2646363" y="4224338"/>
          <p14:tracePt t="3184" x="2673350" y="4224338"/>
          <p14:tracePt t="3185" x="2687638" y="4224338"/>
          <p14:tracePt t="3188" x="2728913" y="4224338"/>
          <p14:tracePt t="3189" x="2741613" y="4224338"/>
          <p14:tracePt t="3190" x="2768600" y="4224338"/>
          <p14:tracePt t="3191" x="2782888" y="4224338"/>
          <p14:tracePt t="3194" x="2809875" y="4224338"/>
          <p14:tracePt t="3196" x="2838450" y="4224338"/>
          <p14:tracePt t="3196" x="2851150" y="4224338"/>
          <p14:tracePt t="3197" x="2865438" y="4238625"/>
          <p14:tracePt t="3198" x="2878138" y="4238625"/>
          <p14:tracePt t="3199" x="2892425" y="4238625"/>
          <p14:tracePt t="3200" x="2906713" y="4238625"/>
          <p14:tracePt t="3203" x="2933700" y="4238625"/>
          <p14:tracePt t="3205" x="2947988" y="4238625"/>
          <p14:tracePt t="3207" x="2974975" y="4238625"/>
          <p14:tracePt t="3209" x="2989263" y="4238625"/>
          <p14:tracePt t="3210" x="3001963" y="4238625"/>
          <p14:tracePt t="3211" x="3016250" y="4238625"/>
          <p14:tracePt t="3212" x="3028950" y="4238625"/>
          <p14:tracePt t="3214" x="3057525" y="4238625"/>
          <p14:tracePt t="3216" x="3070225" y="4238625"/>
          <p14:tracePt t="3218" x="3084513" y="4238625"/>
          <p14:tracePt t="3219" x="3098800" y="4238625"/>
          <p14:tracePt t="3223" x="3125788" y="4238625"/>
          <p14:tracePt t="3224" x="3140075" y="4238625"/>
          <p14:tracePt t="3228" x="3167063" y="4238625"/>
          <p14:tracePt t="3231" x="3179763" y="4251325"/>
          <p14:tracePt t="3232" x="3208338" y="4251325"/>
          <p14:tracePt t="3237" x="3221038" y="4251325"/>
          <p14:tracePt t="3237" x="3235325" y="4251325"/>
          <p14:tracePt t="3238" x="3249613" y="4265613"/>
          <p14:tracePt t="3240" x="3262313" y="4265613"/>
          <p14:tracePt t="3243" x="3276600" y="4265613"/>
          <p14:tracePt t="3245" x="3303588" y="4265613"/>
          <p14:tracePt t="3247" x="3317875" y="4279900"/>
          <p14:tracePt t="3251" x="3344863" y="4279900"/>
          <p14:tracePt t="3252" x="3359150" y="4279900"/>
          <p14:tracePt t="3253" x="3371850" y="4279900"/>
          <p14:tracePt t="3256" x="3386138" y="4292600"/>
          <p14:tracePt t="3258" x="3400425" y="4292600"/>
          <p14:tracePt t="3259" x="3413125" y="4292600"/>
          <p14:tracePt t="3261" x="3441700" y="4306888"/>
          <p14:tracePt t="3263" x="3454400" y="4306888"/>
          <p14:tracePt t="3265" x="3468688" y="4306888"/>
          <p14:tracePt t="3266" x="3481388" y="4306888"/>
          <p14:tracePt t="3267" x="3495675" y="4306888"/>
          <p14:tracePt t="3268" x="3509963" y="4321175"/>
          <p14:tracePt t="3270" x="3522663" y="4321175"/>
          <p14:tracePt t="3272" x="3536950" y="4321175"/>
          <p14:tracePt t="3273" x="3551238" y="4321175"/>
          <p14:tracePt t="3275" x="3578225" y="4333875"/>
          <p14:tracePt t="3276" x="3592513" y="4333875"/>
          <p14:tracePt t="3277" x="3605213" y="4333875"/>
          <p14:tracePt t="3279" x="3632200" y="4333875"/>
          <p14:tracePt t="3280" x="3646488" y="4333875"/>
          <p14:tracePt t="3280" x="3660775" y="4348163"/>
          <p14:tracePt t="3281" x="3673475" y="4348163"/>
          <p14:tracePt t="3283" x="3702050" y="4348163"/>
          <p14:tracePt t="3284" x="3729038" y="4348163"/>
          <p14:tracePt t="3287" x="3743325" y="4362450"/>
          <p14:tracePt t="3289" x="3770313" y="4362450"/>
          <p14:tracePt t="3291" x="3783013" y="4375150"/>
          <p14:tracePt t="3293" x="3824288" y="4389438"/>
          <p14:tracePt t="3295" x="3865563" y="4402138"/>
          <p14:tracePt t="3297" x="3879850" y="4416425"/>
          <p14:tracePt t="3298" x="3906838" y="4416425"/>
          <p14:tracePt t="3300" x="3948113" y="4416425"/>
          <p14:tracePt t="3301" x="3975100" y="4416425"/>
          <p14:tracePt t="3303" x="4003675" y="4430713"/>
          <p14:tracePt t="3304" x="4030663" y="4430713"/>
          <p14:tracePt t="3305" x="4057650" y="4443413"/>
          <p14:tracePt t="3307" x="4071938" y="4443413"/>
          <p14:tracePt t="3309" x="4084638" y="4443413"/>
          <p14:tracePt t="3310" x="4113213" y="4443413"/>
          <p14:tracePt t="3311" x="4125913" y="4443413"/>
          <p14:tracePt t="3312" x="4140200" y="4443413"/>
          <p14:tracePt t="3314" x="4167188" y="4457700"/>
          <p14:tracePt t="3315" x="4208463" y="4471988"/>
          <p14:tracePt t="3316" x="4222750" y="4471988"/>
          <p14:tracePt t="3317" x="4235450" y="4471988"/>
          <p14:tracePt t="3318" x="4249738" y="4471988"/>
          <p14:tracePt t="3319" x="4276725" y="4471988"/>
          <p14:tracePt t="3321" x="4291013" y="4471988"/>
          <p14:tracePt t="3323" x="4305300" y="4471988"/>
          <p14:tracePt t="3324" x="4318000" y="4471988"/>
          <p14:tracePt t="3325" x="4346575" y="4471988"/>
          <p14:tracePt t="3326" x="4359275" y="4471988"/>
          <p14:tracePt t="3328" x="4400550" y="4471988"/>
          <p14:tracePt t="3330" x="4414838" y="4471988"/>
          <p14:tracePt t="3331" x="4427538" y="4484688"/>
          <p14:tracePt t="3332" x="4441825" y="4484688"/>
          <p14:tracePt t="3333" x="4456113" y="4484688"/>
          <p14:tracePt t="3335" x="4483100" y="4484688"/>
          <p14:tracePt t="3335" x="4497388" y="4484688"/>
          <p14:tracePt t="3336" x="4510088" y="4484688"/>
          <p14:tracePt t="3338" x="4524375" y="4484688"/>
          <p14:tracePt t="3339" x="4537075" y="4484688"/>
          <p14:tracePt t="3341" x="4551363" y="4484688"/>
          <p14:tracePt t="3342" x="4578350" y="4484688"/>
          <p14:tracePt t="3343" x="4592638" y="4484688"/>
          <p14:tracePt t="3343" x="4606925" y="4484688"/>
          <p14:tracePt t="3345" x="4619625" y="4484688"/>
          <p14:tracePt t="3345" x="4646613" y="4484688"/>
          <p14:tracePt t="3348" x="4660900" y="4484688"/>
          <p14:tracePt t="3350" x="4675188" y="4484688"/>
          <p14:tracePt t="3352" x="4702175" y="4484688"/>
          <p14:tracePt t="3353" x="4716463" y="4484688"/>
          <p14:tracePt t="3355" x="4743450" y="4484688"/>
          <p14:tracePt t="3356" x="4757738" y="4484688"/>
          <p14:tracePt t="3360" x="4784725" y="4484688"/>
          <p14:tracePt t="3362" x="4797425" y="4484688"/>
          <p14:tracePt t="3363" x="4811713" y="4484688"/>
          <p14:tracePt t="3365" x="4826000" y="4484688"/>
          <p14:tracePt t="3367" x="4838700" y="4484688"/>
          <p14:tracePt t="3368" x="4852988" y="4484688"/>
          <p14:tracePt t="3372" x="4867275" y="4484688"/>
          <p14:tracePt t="3374" x="4879975" y="4484688"/>
          <p14:tracePt t="3375" x="4894263" y="4484688"/>
          <p14:tracePt t="3377" x="4908550" y="4484688"/>
          <p14:tracePt t="3380" x="4921250" y="4484688"/>
          <p14:tracePt t="3383" x="4935538" y="4484688"/>
          <p14:tracePt t="3387" x="4948238" y="4484688"/>
          <p14:tracePt t="3389" x="4962525" y="4484688"/>
          <p14:tracePt t="3392" x="4976813" y="4484688"/>
          <p14:tracePt t="3393" x="4989513" y="4484688"/>
          <p14:tracePt t="3397" x="5003800" y="4484688"/>
          <p14:tracePt t="3398" x="5003800" y="4471988"/>
          <p14:tracePt t="3399" x="5018088" y="4471988"/>
          <p14:tracePt t="3401" x="5030788" y="4471988"/>
          <p14:tracePt t="3403" x="5045075" y="4471988"/>
          <p14:tracePt t="3407" x="5072063" y="4471988"/>
          <p14:tracePt t="3411" x="5086350" y="4471988"/>
          <p14:tracePt t="3414" x="5099050" y="4471988"/>
          <p14:tracePt t="3417" x="5113338" y="4471988"/>
          <p14:tracePt t="3420" x="5127625" y="4471988"/>
          <p14:tracePt t="3422" x="5140325" y="4471988"/>
          <p14:tracePt t="3424" x="5154613" y="4471988"/>
          <p14:tracePt t="3425" x="5168900" y="4471988"/>
          <p14:tracePt t="3427" x="5181600" y="4471988"/>
          <p14:tracePt t="3431" x="5195888" y="4457700"/>
          <p14:tracePt t="3433" x="5222875" y="4457700"/>
          <p14:tracePt t="3434" x="5237163" y="4457700"/>
          <p14:tracePt t="3439" x="5278438" y="4457700"/>
          <p14:tracePt t="3440" x="5291138" y="4457700"/>
          <p14:tracePt t="3442" x="5305425" y="4457700"/>
          <p14:tracePt t="3445" x="5319713" y="4457700"/>
          <p14:tracePt t="3445" x="5332413" y="4457700"/>
          <p14:tracePt t="3447" x="5346700" y="4457700"/>
          <p14:tracePt t="3448" x="5360988" y="4457700"/>
          <p14:tracePt t="3450" x="5373688" y="4457700"/>
          <p14:tracePt t="3452" x="5387975" y="4457700"/>
          <p14:tracePt t="3453" x="5400675" y="4443413"/>
          <p14:tracePt t="3455" x="5429250" y="4443413"/>
          <p14:tracePt t="3458" x="5441950" y="4443413"/>
          <p14:tracePt t="3460" x="5456238" y="4443413"/>
          <p14:tracePt t="3461" x="5470525" y="4443413"/>
          <p14:tracePt t="3462" x="5483225" y="4443413"/>
          <p14:tracePt t="3463" x="5483225" y="4430713"/>
          <p14:tracePt t="3465" x="5497513" y="4430713"/>
          <p14:tracePt t="3467" x="5524500" y="4416425"/>
          <p14:tracePt t="3473" x="5551488" y="4416425"/>
          <p14:tracePt t="3474" x="5565775" y="4416425"/>
          <p14:tracePt t="3478" x="5580063" y="4416425"/>
          <p14:tracePt t="3480" x="5592763" y="4416425"/>
          <p14:tracePt t="3481" x="5592763" y="4402138"/>
          <p14:tracePt t="3481" x="5607050" y="4402138"/>
          <p14:tracePt t="3484" x="5621338" y="4402138"/>
          <p14:tracePt t="3488" x="5634038" y="4402138"/>
          <p14:tracePt t="3494" x="5648325" y="4389438"/>
          <p14:tracePt t="3497" x="5662613" y="4389438"/>
          <p14:tracePt t="3502" x="5675313" y="4389438"/>
          <p14:tracePt t="3512" x="5689600" y="4389438"/>
          <p14:tracePt t="3512" x="5689600" y="4375150"/>
          <p14:tracePt t="3520" x="5702300" y="4375150"/>
          <p14:tracePt t="3525" x="5716588" y="4375150"/>
          <p14:tracePt t="3532" x="5730875" y="4375150"/>
          <p14:tracePt t="3538" x="5743575" y="4375150"/>
          <p14:tracePt t="3538" x="5743575" y="4362450"/>
          <p14:tracePt t="3542" x="5757863" y="4362450"/>
          <p14:tracePt t="3543" x="5772150" y="4362450"/>
          <p14:tracePt t="3546" x="5784850" y="4348163"/>
          <p14:tracePt t="3551" x="5799138" y="4348163"/>
          <p14:tracePt t="3553" x="5813425" y="4348163"/>
          <p14:tracePt t="3555" x="5826125" y="4348163"/>
          <p14:tracePt t="3558" x="5840413" y="4348163"/>
          <p14:tracePt t="3559" x="5853113" y="4348163"/>
          <p14:tracePt t="3560" x="5867400" y="4333875"/>
          <p14:tracePt t="3565" x="5881688" y="4333875"/>
          <p14:tracePt t="3565" x="5894388" y="4333875"/>
          <p14:tracePt t="3567" x="5908675" y="4333875"/>
          <p14:tracePt t="3570" x="5922963" y="4321175"/>
          <p14:tracePt t="3571" x="5935663" y="4321175"/>
          <p14:tracePt t="3574" x="5949950" y="4321175"/>
          <p14:tracePt t="3577" x="5964238" y="4321175"/>
          <p14:tracePt t="3581" x="5976938" y="4306888"/>
          <p14:tracePt t="3584" x="5991225" y="4306888"/>
          <p14:tracePt t="3596" x="6003925" y="4306888"/>
          <p14:tracePt t="3662" x="6018213" y="4306888"/>
          <p14:tracePt t="3672" x="6032500" y="4306888"/>
          <p14:tracePt t="3687" x="6045200" y="4306888"/>
          <p14:tracePt t="3700" x="6059488" y="4306888"/>
          <p14:tracePt t="3710" x="6073775" y="4321175"/>
          <p14:tracePt t="3721" x="6086475" y="4321175"/>
          <p14:tracePt t="3724" x="6100763" y="4321175"/>
          <p14:tracePt t="3732" x="6115050" y="4321175"/>
          <p14:tracePt t="3778" x="6115050" y="4333875"/>
          <p14:tracePt t="3780" x="6127750" y="4333875"/>
          <p14:tracePt t="3797" x="6142038" y="4333875"/>
          <p14:tracePt t="3802" x="6154738" y="4333875"/>
          <p14:tracePt t="3807" x="6154738" y="4348163"/>
          <p14:tracePt t="3820" x="6169025" y="4348163"/>
          <p14:tracePt t="3850" x="6183313" y="4348163"/>
          <p14:tracePt t="3922" x="6183313" y="4362450"/>
          <p14:tracePt t="3936" x="6183313" y="4375150"/>
          <p14:tracePt t="3944" x="6196013" y="4375150"/>
          <p14:tracePt t="4016" x="6210300" y="4375150"/>
          <p14:tracePt t="4308" x="6210300" y="4389438"/>
          <p14:tracePt t="4319" x="6224588" y="4389438"/>
          <p14:tracePt t="4328" x="6224588" y="4402138"/>
          <p14:tracePt t="4330" x="6237288" y="4402138"/>
          <p14:tracePt t="4357" x="6237288" y="4416425"/>
          <p14:tracePt t="4359" x="6251575" y="4416425"/>
          <p14:tracePt t="4456" x="6265863" y="4416425"/>
          <p14:tracePt t="4472" x="6265863" y="4430713"/>
          <p14:tracePt t="4571" x="6265863" y="4443413"/>
          <p14:tracePt t="4573" x="6278563" y="4443413"/>
          <p14:tracePt t="4582" x="6278563" y="4457700"/>
          <p14:tracePt t="4592" x="6292850" y="4457700"/>
          <p14:tracePt t="4603" x="6292850" y="4471988"/>
          <p14:tracePt t="4617" x="6292850" y="4484688"/>
          <p14:tracePt t="4628" x="6305550" y="4484688"/>
          <p14:tracePt t="4652" x="6305550" y="4498975"/>
          <p14:tracePt t="4755" x="6305550" y="4513263"/>
          <p14:tracePt t="4763" x="6319838" y="4513263"/>
          <p14:tracePt t="4879" x="6305550" y="4513263"/>
          <p14:tracePt t="4983" x="6292850" y="4513263"/>
          <p14:tracePt t="5382" x="6292850" y="4525963"/>
          <p14:tracePt t="5385" x="6292850" y="4540250"/>
          <p14:tracePt t="5396" x="6292850" y="4552950"/>
          <p14:tracePt t="5406" x="6292850" y="4567238"/>
          <p14:tracePt t="5409" x="6278563" y="4567238"/>
          <p14:tracePt t="5413" x="6278563" y="4581525"/>
          <p14:tracePt t="5416" x="6265863" y="4581525"/>
          <p14:tracePt t="5418" x="6251575" y="4594225"/>
          <p14:tracePt t="5422" x="6237288" y="4594225"/>
          <p14:tracePt t="5424" x="6237288" y="4608513"/>
          <p14:tracePt t="5425" x="6224588" y="4608513"/>
          <p14:tracePt t="5431" x="6210300" y="4622800"/>
          <p14:tracePt t="5432" x="6196013" y="4622800"/>
          <p14:tracePt t="5437" x="6183313" y="4622800"/>
          <p14:tracePt t="5439" x="6169025" y="4635500"/>
          <p14:tracePt t="5444" x="6154738" y="4635500"/>
          <p14:tracePt t="5445" x="6142038" y="4635500"/>
          <p14:tracePt t="5446" x="6127750" y="4649788"/>
          <p14:tracePt t="5448" x="6127750" y="4664075"/>
          <p14:tracePt t="5450" x="6115050" y="4664075"/>
          <p14:tracePt t="5452" x="6100763" y="4664075"/>
          <p14:tracePt t="5453" x="6086475" y="4664075"/>
          <p14:tracePt t="5454" x="6086475" y="4676775"/>
          <p14:tracePt t="5458" x="6059488" y="4676775"/>
          <p14:tracePt t="5460" x="6045200" y="4691063"/>
          <p14:tracePt t="5462" x="6032500" y="4691063"/>
          <p14:tracePt t="5463" x="6018213" y="4691063"/>
          <p14:tracePt t="5465" x="6003925" y="4705350"/>
          <p14:tracePt t="5466" x="5991225" y="4705350"/>
          <p14:tracePt t="5467" x="5976938" y="4705350"/>
          <p14:tracePt t="5469" x="5964238" y="4705350"/>
          <p14:tracePt t="5473" x="5935663" y="4718050"/>
          <p14:tracePt t="5474" x="5922963" y="4732338"/>
          <p14:tracePt t="5476" x="5908675" y="4732338"/>
          <p14:tracePt t="5480" x="5881688" y="4732338"/>
          <p14:tracePt t="5481" x="5867400" y="4745038"/>
          <p14:tracePt t="5484" x="5853113" y="4745038"/>
          <p14:tracePt t="5489" x="5840413" y="4745038"/>
          <p14:tracePt t="5490" x="5840413" y="4759325"/>
          <p14:tracePt t="5493" x="5826125" y="4759325"/>
          <p14:tracePt t="5496" x="5813425" y="4759325"/>
          <p14:tracePt t="5518" x="5799138" y="4759325"/>
          <p14:tracePt t="5539" x="5799138" y="4773613"/>
          <p14:tracePt t="5543" x="5799138" y="4786313"/>
          <p14:tracePt t="5545" x="5784850" y="4786313"/>
          <p14:tracePt t="5551" x="5784850" y="4800600"/>
          <p14:tracePt t="5552" x="5772150" y="4800600"/>
          <p14:tracePt t="5553" x="5757863" y="4800600"/>
          <p14:tracePt t="5557" x="5757863" y="4814888"/>
          <p14:tracePt t="5560" x="5743575" y="4814888"/>
          <p14:tracePt t="5564" x="5743575" y="4827588"/>
          <p14:tracePt t="5565" x="5730875" y="4827588"/>
          <p14:tracePt t="5569" x="5730875" y="4841875"/>
          <p14:tracePt t="5573" x="5716588" y="4841875"/>
          <p14:tracePt t="5577" x="5702300" y="4856163"/>
          <p14:tracePt t="5587" x="5689600" y="4856163"/>
          <p14:tracePt t="5588" x="5689600" y="4868863"/>
          <p14:tracePt t="5644" x="5675313" y="4868863"/>
          <p14:tracePt t="5652" x="5675313" y="4883150"/>
          <p14:tracePt t="5656" x="5662613" y="4883150"/>
          <p14:tracePt t="5657" x="5648325" y="4895850"/>
          <p14:tracePt t="5663" x="5634038" y="4895850"/>
          <p14:tracePt t="5665" x="5634038" y="4910138"/>
          <p14:tracePt t="5667" x="5621338" y="4910138"/>
          <p14:tracePt t="5673" x="5607050" y="4924425"/>
          <p14:tracePt t="5674" x="5592763" y="4924425"/>
          <p14:tracePt t="5681" x="5580063" y="4924425"/>
          <p14:tracePt t="5684" x="5565775" y="4924425"/>
          <p14:tracePt t="5688" x="5551488" y="4924425"/>
          <p14:tracePt t="5690" x="5551488" y="4937125"/>
          <p14:tracePt t="5696" x="5538788" y="4937125"/>
          <p14:tracePt t="5728" x="5538788" y="4951413"/>
          <p14:tracePt t="5888" x="5538788" y="4965700"/>
          <p14:tracePt t="5892" x="5538788" y="4978400"/>
          <p14:tracePt t="5895" x="5538788" y="4992688"/>
          <p14:tracePt t="5897" x="5538788" y="5006975"/>
          <p14:tracePt t="5901" x="5538788" y="5019675"/>
          <p14:tracePt t="5905" x="5538788" y="5033963"/>
          <p14:tracePt t="5909" x="5538788" y="5048250"/>
          <p14:tracePt t="5912" x="5538788" y="5060950"/>
          <p14:tracePt t="5918" x="5538788" y="5075238"/>
          <p14:tracePt t="5921" x="5524500" y="5075238"/>
          <p14:tracePt t="5925" x="5524500" y="5087938"/>
          <p14:tracePt t="5934" x="5524500" y="5102225"/>
          <p14:tracePt t="5943" x="5511800" y="5116513"/>
          <p14:tracePt t="5953" x="5497513" y="5116513"/>
          <p14:tracePt t="5958" x="5483225" y="5129213"/>
          <p14:tracePt t="5966" x="5470525" y="5129213"/>
          <p14:tracePt t="5970" x="5456238" y="5129213"/>
          <p14:tracePt t="5975" x="5441950" y="5129213"/>
          <p14:tracePt t="5978" x="5429250" y="5129213"/>
          <p14:tracePt t="5980" x="5414963" y="5129213"/>
          <p14:tracePt t="5983" x="5400675" y="5129213"/>
          <p14:tracePt t="5984" x="5387975" y="5129213"/>
          <p14:tracePt t="5987" x="5373688" y="5129213"/>
          <p14:tracePt t="5988" x="5360988" y="5129213"/>
          <p14:tracePt t="5989" x="5346700" y="5129213"/>
          <p14:tracePt t="5991" x="5332413" y="5129213"/>
          <p14:tracePt t="5994" x="5305425" y="5129213"/>
          <p14:tracePt t="5997" x="5291138" y="5129213"/>
          <p14:tracePt t="5998" x="5278438" y="5129213"/>
          <p14:tracePt t="6000" x="5249863" y="5129213"/>
          <p14:tracePt t="6003" x="5237163" y="5116513"/>
          <p14:tracePt t="6003" x="5222875" y="5116513"/>
          <p14:tracePt t="6005" x="5210175" y="5116513"/>
          <p14:tracePt t="6008" x="5195888" y="5116513"/>
          <p14:tracePt t="6008" x="5195888" y="5102225"/>
          <p14:tracePt t="6009" x="5181600" y="5102225"/>
          <p14:tracePt t="6010" x="5168900" y="5102225"/>
          <p14:tracePt t="6012" x="5154613" y="5102225"/>
          <p14:tracePt t="6015" x="5154613" y="5087938"/>
          <p14:tracePt t="6015" x="5140325" y="5087938"/>
          <p14:tracePt t="6016" x="5140325" y="5075238"/>
          <p14:tracePt t="6021" x="5127625" y="5075238"/>
          <p14:tracePt t="6023" x="5113338" y="5060950"/>
          <p14:tracePt t="6024" x="5099050" y="5060950"/>
          <p14:tracePt t="6026" x="5099050" y="5048250"/>
          <p14:tracePt t="6029" x="5086350" y="5048250"/>
          <p14:tracePt t="6031" x="5086350" y="5033963"/>
          <p14:tracePt t="6032" x="5072063" y="5033963"/>
          <p14:tracePt t="6033" x="5072063" y="5019675"/>
          <p14:tracePt t="6035" x="5059363" y="5019675"/>
          <p14:tracePt t="6038" x="5059363" y="5006975"/>
          <p14:tracePt t="6040" x="5045075" y="5006975"/>
          <p14:tracePt t="6045" x="5045075" y="4992688"/>
          <p14:tracePt t="6051" x="5045075" y="4978400"/>
          <p14:tracePt t="6055" x="5045075" y="4965700"/>
          <p14:tracePt t="6063" x="5045075" y="4951413"/>
          <p14:tracePt t="6066" x="5045075" y="4937125"/>
          <p14:tracePt t="6068" x="5059363" y="4937125"/>
          <p14:tracePt t="6071" x="5072063" y="4924425"/>
          <p14:tracePt t="6072" x="5072063" y="4910138"/>
          <p14:tracePt t="6074" x="5086350" y="4910138"/>
          <p14:tracePt t="6077" x="5099050" y="4895850"/>
          <p14:tracePt t="6079" x="5113338" y="4883150"/>
          <p14:tracePt t="6080" x="5127625" y="4883150"/>
          <p14:tracePt t="6082" x="5154613" y="4868863"/>
          <p14:tracePt t="6084" x="5168900" y="4868863"/>
          <p14:tracePt t="6085" x="5168900" y="4856163"/>
          <p14:tracePt t="6086" x="5195888" y="4856163"/>
          <p14:tracePt t="6089" x="5222875" y="4841875"/>
          <p14:tracePt t="6091" x="5249863" y="4827588"/>
          <p14:tracePt t="6092" x="5264150" y="4827588"/>
          <p14:tracePt t="6093" x="5278438" y="4814888"/>
          <p14:tracePt t="6093" x="5305425" y="4800600"/>
          <p14:tracePt t="6095" x="5332413" y="4786313"/>
          <p14:tracePt t="6097" x="5360988" y="4786313"/>
          <p14:tracePt t="6099" x="5373688" y="4773613"/>
          <p14:tracePt t="6099" x="5387975" y="4773613"/>
          <p14:tracePt t="6100" x="5400675" y="4773613"/>
          <p14:tracePt t="6101" x="5414963" y="4759325"/>
          <p14:tracePt t="6102" x="5429250" y="4759325"/>
          <p14:tracePt t="6105" x="5456238" y="4745038"/>
          <p14:tracePt t="6106" x="5470525" y="4745038"/>
          <p14:tracePt t="6106" x="5483225" y="4745038"/>
          <p14:tracePt t="6107" x="5497513" y="4745038"/>
          <p14:tracePt t="6109" x="5524500" y="4745038"/>
          <p14:tracePt t="6112" x="5551488" y="4732338"/>
          <p14:tracePt t="6113" x="5565775" y="4732338"/>
          <p14:tracePt t="6114" x="5580063" y="4732338"/>
          <p14:tracePt t="6116" x="5592763" y="4732338"/>
          <p14:tracePt t="6119" x="5607050" y="4732338"/>
          <p14:tracePt t="6120" x="5621338" y="4718050"/>
          <p14:tracePt t="6122" x="5634038" y="4718050"/>
          <p14:tracePt t="6126" x="5648325" y="4718050"/>
          <p14:tracePt t="6130" x="5662613" y="4718050"/>
          <p14:tracePt t="6135" x="5675313" y="4718050"/>
          <p14:tracePt t="6140" x="5689600" y="4732338"/>
          <p14:tracePt t="6147" x="5689600" y="4745038"/>
          <p14:tracePt t="6147" x="5702300" y="4745038"/>
          <p14:tracePt t="6154" x="5702300" y="4759325"/>
          <p14:tracePt t="6161" x="5702300" y="4773613"/>
          <p14:tracePt t="6168" x="5702300" y="4786313"/>
          <p14:tracePt t="6169" x="5702300" y="4800600"/>
          <p14:tracePt t="6174" x="5702300" y="4814888"/>
          <p14:tracePt t="6178" x="5702300" y="4827588"/>
          <p14:tracePt t="6182" x="5702300" y="4856163"/>
          <p14:tracePt t="6184" x="5689600" y="4856163"/>
          <p14:tracePt t="6186" x="5675313" y="4868863"/>
          <p14:tracePt t="6188" x="5662613" y="4868863"/>
          <p14:tracePt t="6189" x="5662613" y="4883150"/>
          <p14:tracePt t="6190" x="5648325" y="4895850"/>
          <p14:tracePt t="6192" x="5634038" y="4895850"/>
          <p14:tracePt t="6194" x="5621338" y="4910138"/>
          <p14:tracePt t="6196" x="5607050" y="4910138"/>
          <p14:tracePt t="6197" x="5580063" y="4937125"/>
          <p14:tracePt t="6198" x="5565775" y="4937125"/>
          <p14:tracePt t="6199" x="5565775" y="4951413"/>
          <p14:tracePt t="6200" x="5538788" y="4951413"/>
          <p14:tracePt t="6202" x="5524500" y="4965700"/>
          <p14:tracePt t="6203" x="5511800" y="4978400"/>
          <p14:tracePt t="6203" x="5497513" y="4978400"/>
          <p14:tracePt t="6205" x="5470525" y="4992688"/>
          <p14:tracePt t="6208" x="5429250" y="5006975"/>
          <p14:tracePt t="6210" x="5400675" y="5019675"/>
          <p14:tracePt t="6211" x="5360988" y="5033963"/>
          <p14:tracePt t="6212" x="5346700" y="5033963"/>
          <p14:tracePt t="6213" x="5305425" y="5048250"/>
          <p14:tracePt t="6215" x="5278438" y="5048250"/>
          <p14:tracePt t="6216" x="5264150" y="5060950"/>
          <p14:tracePt t="6217" x="5222875" y="5060950"/>
          <p14:tracePt t="6218" x="5210175" y="5060950"/>
          <p14:tracePt t="6219" x="5181600" y="5075238"/>
          <p14:tracePt t="6220" x="5168900" y="5075238"/>
          <p14:tracePt t="6223" x="5127625" y="5075238"/>
          <p14:tracePt t="6223" x="5113338" y="5075238"/>
          <p14:tracePt t="6224" x="5086350" y="5087938"/>
          <p14:tracePt t="6226" x="5059363" y="5087938"/>
          <p14:tracePt t="6229" x="5030788" y="5087938"/>
          <p14:tracePt t="6231" x="5003800" y="5087938"/>
          <p14:tracePt t="6232" x="4976813" y="5102225"/>
          <p14:tracePt t="6235" x="4948238" y="5102225"/>
          <p14:tracePt t="6237" x="4921250" y="5102225"/>
          <p14:tracePt t="6238" x="4879975" y="5102225"/>
          <p14:tracePt t="6240" x="4867275" y="5102225"/>
          <p14:tracePt t="6244" x="4838700" y="5102225"/>
          <p14:tracePt t="6245" x="4811713" y="5102225"/>
          <p14:tracePt t="6246" x="4784725" y="5102225"/>
          <p14:tracePt t="6249" x="4757738" y="5102225"/>
          <p14:tracePt t="6251" x="4729163" y="5102225"/>
          <p14:tracePt t="6252" x="4687888" y="5102225"/>
          <p14:tracePt t="6254" x="4646613" y="5102225"/>
          <p14:tracePt t="6257" x="4606925" y="5102225"/>
          <p14:tracePt t="6258" x="4565650" y="5102225"/>
          <p14:tracePt t="6260" x="4524375" y="5102225"/>
          <p14:tracePt t="6263" x="4483100" y="5087938"/>
          <p14:tracePt t="6265" x="4456113" y="5075238"/>
          <p14:tracePt t="6265" x="4414838" y="5075238"/>
          <p14:tracePt t="6266" x="4373563" y="5060950"/>
          <p14:tracePt t="6267" x="4346575" y="5048250"/>
          <p14:tracePt t="6268" x="4305300" y="5033963"/>
          <p14:tracePt t="6269" x="4264025" y="5033963"/>
          <p14:tracePt t="6271" x="4235450" y="5019675"/>
          <p14:tracePt t="6272" x="4208463" y="5019675"/>
          <p14:tracePt t="6273" x="4167188" y="5006975"/>
          <p14:tracePt t="6273" x="4125913" y="4992688"/>
          <p14:tracePt t="6274" x="4084638" y="4992688"/>
          <p14:tracePt t="6275" x="4057650" y="4978400"/>
          <p14:tracePt t="6276" x="4016375" y="4965700"/>
          <p14:tracePt t="6278" x="3933825" y="4951413"/>
          <p14:tracePt t="6280" x="3894138" y="4951413"/>
          <p14:tracePt t="6280" x="3852863" y="4937125"/>
          <p14:tracePt t="6281" x="3811588" y="4924425"/>
          <p14:tracePt t="6282" x="3770313" y="4910138"/>
          <p14:tracePt t="6283" x="3743325" y="4910138"/>
          <p14:tracePt t="6285" x="3702050" y="4895850"/>
          <p14:tracePt t="6286" x="3673475" y="4883150"/>
          <p14:tracePt t="6287" x="3632200" y="4868863"/>
          <p14:tracePt t="6288" x="3592513" y="4868863"/>
          <p14:tracePt t="6289" x="3563938" y="4856163"/>
          <p14:tracePt t="6290" x="3536950" y="4841875"/>
          <p14:tracePt t="6292" x="3495675" y="4841875"/>
          <p14:tracePt t="6293" x="3454400" y="4827588"/>
          <p14:tracePt t="6294" x="3427413" y="4827588"/>
          <p14:tracePt t="6294" x="3400425" y="4827588"/>
          <p14:tracePt t="6295" x="3359150" y="4827588"/>
          <p14:tracePt t="6296" x="3330575" y="4814888"/>
          <p14:tracePt t="6299" x="3303588" y="4800600"/>
          <p14:tracePt t="6300" x="3276600" y="4786313"/>
          <p14:tracePt t="6302" x="3249613" y="4786313"/>
          <p14:tracePt t="6304" x="3221038" y="4786313"/>
          <p14:tracePt t="6307" x="3194050" y="4773613"/>
          <p14:tracePt t="6308" x="3167063" y="4773613"/>
          <p14:tracePt t="6309" x="3152775" y="4773613"/>
          <p14:tracePt t="6310" x="3140075" y="4773613"/>
          <p14:tracePt t="6312" x="3125788" y="4773613"/>
          <p14:tracePt t="6314" x="3098800" y="4773613"/>
          <p14:tracePt t="6315" x="3070225" y="4773613"/>
          <p14:tracePt t="6316" x="3057525" y="4773613"/>
          <p14:tracePt t="6317" x="3043238" y="4759325"/>
          <p14:tracePt t="6318" x="3028950" y="4759325"/>
          <p14:tracePt t="6320" x="3016250" y="4759325"/>
          <p14:tracePt t="6322" x="3001963" y="4759325"/>
          <p14:tracePt t="6323" x="2974975" y="4759325"/>
          <p14:tracePt t="6326" x="2960688" y="4759325"/>
          <p14:tracePt t="6328" x="2947988" y="4759325"/>
          <p14:tracePt t="6329" x="2933700" y="4759325"/>
          <p14:tracePt t="6330" x="2919413" y="4759325"/>
          <p14:tracePt t="6334" x="2906713" y="4759325"/>
          <p14:tracePt t="6353" x="2892425" y="4759325"/>
          <p14:tracePt t="6401" x="2878138" y="4759325"/>
          <p14:tracePt t="6404" x="2865438" y="4759325"/>
          <p14:tracePt t="6406" x="2851150" y="4759325"/>
          <p14:tracePt t="6409" x="2838450" y="4759325"/>
          <p14:tracePt t="6411" x="2824163" y="4759325"/>
          <p14:tracePt t="6412" x="2809875" y="4759325"/>
          <p14:tracePt t="6414" x="2797175" y="4759325"/>
          <p14:tracePt t="6416" x="2782888" y="4759325"/>
          <p14:tracePt t="6418" x="2768600" y="4759325"/>
          <p14:tracePt t="6419" x="2755900" y="4773613"/>
          <p14:tracePt t="6421" x="2741613" y="4773613"/>
          <p14:tracePt t="6422" x="2728913" y="4773613"/>
          <p14:tracePt t="6424" x="2714625" y="4773613"/>
          <p14:tracePt t="6426" x="2700338" y="4773613"/>
          <p14:tracePt t="6427" x="2687638" y="4786313"/>
          <p14:tracePt t="6428" x="2673350" y="4786313"/>
          <p14:tracePt t="6430" x="2646363" y="4786313"/>
          <p14:tracePt t="6432" x="2605088" y="4800600"/>
          <p14:tracePt t="6435" x="2578100" y="4800600"/>
          <p14:tracePt t="6436" x="2563813" y="4800600"/>
          <p14:tracePt t="6439" x="2522538" y="4814888"/>
          <p14:tracePt t="6441" x="2495550" y="4814888"/>
          <p14:tracePt t="6443" x="2481263" y="4814888"/>
          <p14:tracePt t="6444" x="2466975" y="4814888"/>
          <p14:tracePt t="6446" x="2454275" y="4814888"/>
          <p14:tracePt t="6447" x="2439988" y="4814888"/>
          <p14:tracePt t="6449" x="2413000" y="4814888"/>
          <p14:tracePt t="6452" x="2386013" y="4814888"/>
          <p14:tracePt t="6455" x="2371725" y="4814888"/>
          <p14:tracePt t="6459" x="2344738" y="4827588"/>
          <p14:tracePt t="6460" x="2330450" y="4827588"/>
          <p14:tracePt t="6462" x="2316163" y="4827588"/>
          <p14:tracePt t="6463" x="2303463" y="4827588"/>
          <p14:tracePt t="6465" x="2289175" y="4827588"/>
          <p14:tracePt t="6467" x="2276475" y="4827588"/>
          <p14:tracePt t="6473" x="2262188" y="4827588"/>
          <p14:tracePt t="6474" x="2262188" y="4841875"/>
          <p14:tracePt t="6477" x="2247900" y="4841875"/>
          <p14:tracePt t="6480" x="2235200" y="4841875"/>
          <p14:tracePt t="6483" x="2235200" y="4856163"/>
          <p14:tracePt t="6491" x="2235200" y="4868863"/>
          <p14:tracePt t="6494" x="2235200" y="4883150"/>
          <p14:tracePt t="6497" x="2235200" y="4895850"/>
          <p14:tracePt t="6499" x="2235200" y="4910138"/>
          <p14:tracePt t="6501" x="2235200" y="4924425"/>
          <p14:tracePt t="6502" x="2235200" y="4937125"/>
          <p14:tracePt t="6505" x="2235200" y="4951413"/>
          <p14:tracePt t="6508" x="2235200" y="4965700"/>
          <p14:tracePt t="6508" x="2235200" y="4978400"/>
          <p14:tracePt t="6510" x="2235200" y="4992688"/>
          <p14:tracePt t="6512" x="2247900" y="5006975"/>
          <p14:tracePt t="6514" x="2247900" y="5033963"/>
          <p14:tracePt t="6515" x="2247900" y="5048250"/>
          <p14:tracePt t="6517" x="2262188" y="5060950"/>
          <p14:tracePt t="6518" x="2262188" y="5075238"/>
          <p14:tracePt t="6521" x="2262188" y="5087938"/>
          <p14:tracePt t="6522" x="2262188" y="5102225"/>
          <p14:tracePt t="6523" x="2262188" y="5129213"/>
          <p14:tracePt t="6526" x="2276475" y="5143500"/>
          <p14:tracePt t="6526" x="2276475" y="5157788"/>
          <p14:tracePt t="6528" x="2276475" y="5170488"/>
          <p14:tracePt t="6529" x="2276475" y="5184775"/>
          <p14:tracePt t="6530" x="2289175" y="5199063"/>
          <p14:tracePt t="6532" x="2289175" y="5226050"/>
          <p14:tracePt t="6535" x="2289175" y="5238750"/>
          <p14:tracePt t="6536" x="2289175" y="5280025"/>
          <p14:tracePt t="6539" x="2289175" y="5294313"/>
          <p14:tracePt t="6541" x="2289175" y="5308600"/>
          <p14:tracePt t="6542" x="2289175" y="5349875"/>
          <p14:tracePt t="6544" x="2289175" y="5362575"/>
          <p14:tracePt t="6545" x="2289175" y="5376863"/>
          <p14:tracePt t="6548" x="2289175" y="5391150"/>
          <p14:tracePt t="6550" x="2276475" y="5430838"/>
          <p14:tracePt t="6551" x="2262188" y="5445125"/>
          <p14:tracePt t="6553" x="2262188" y="5459413"/>
          <p14:tracePt t="6555" x="2262188" y="5472113"/>
          <p14:tracePt t="6557" x="2247900" y="5500688"/>
          <p14:tracePt t="6558" x="2247900" y="5513388"/>
          <p14:tracePt t="6559" x="2235200" y="5513388"/>
          <p14:tracePt t="6560" x="2235200" y="5527675"/>
          <p14:tracePt t="6563" x="2220913" y="5541963"/>
          <p14:tracePt t="6564" x="2220913" y="5554663"/>
          <p14:tracePt t="6565" x="2206625" y="5554663"/>
          <p14:tracePt t="6565" x="2206625" y="5568950"/>
          <p14:tracePt t="6568" x="2206625" y="5581650"/>
          <p14:tracePt t="6570" x="2193925" y="5595938"/>
          <p14:tracePt t="6572" x="2193925" y="5610225"/>
          <p14:tracePt t="6575" x="2179638" y="5622925"/>
          <p14:tracePt t="6577" x="2165350" y="5637213"/>
          <p14:tracePt t="6578" x="2165350" y="5651500"/>
          <p14:tracePt t="6582" x="2165350" y="5664200"/>
          <p14:tracePt t="6584" x="2152650" y="5664200"/>
          <p14:tracePt t="6585" x="2152650" y="5678488"/>
          <p14:tracePt t="6588" x="2152650" y="5692775"/>
          <p14:tracePt t="6593" x="2152650" y="5705475"/>
          <p14:tracePt t="6599" x="2152650" y="5719763"/>
          <p14:tracePt t="6603" x="2138363" y="5719763"/>
          <p14:tracePt t="6613" x="2138363" y="5734050"/>
          <p14:tracePt t="6631" x="2138363" y="5746750"/>
          <p14:tracePt t="6675" x="2138363" y="5761038"/>
          <p14:tracePt t="6703" x="2138363" y="5773738"/>
          <p14:tracePt t="6705" x="2125663" y="5773738"/>
          <p14:tracePt t="6711" x="2111375" y="5773738"/>
          <p14:tracePt t="6723" x="2097088" y="5773738"/>
          <p14:tracePt t="6736" x="2084388" y="5773738"/>
          <p14:tracePt t="6743" x="2070100" y="5773738"/>
          <p14:tracePt t="6748" x="2055813" y="5773738"/>
          <p14:tracePt t="6755" x="2043113" y="5761038"/>
          <p14:tracePt t="6763" x="2043113" y="5746750"/>
          <p14:tracePt t="6765" x="2028825" y="5746750"/>
          <p14:tracePt t="6767" x="2028825" y="5734050"/>
          <p14:tracePt t="6773" x="2014538" y="5719763"/>
          <p14:tracePt t="6777" x="2001838" y="5719763"/>
          <p14:tracePt t="6781" x="2001838" y="5705475"/>
          <p14:tracePt t="6786" x="1987550" y="5705475"/>
          <p14:tracePt t="6794" x="1987550" y="5692775"/>
          <p14:tracePt t="6805" x="1974850" y="5678488"/>
          <p14:tracePt t="6832" x="1974850" y="5664200"/>
          <p14:tracePt t="6849" x="1960563" y="5651500"/>
          <p14:tracePt t="6914" x="1974850" y="5651500"/>
          <p14:tracePt t="6921" x="1987550" y="5651500"/>
          <p14:tracePt t="6926" x="2001838" y="5651500"/>
          <p14:tracePt t="6929" x="2014538" y="5651500"/>
          <p14:tracePt t="6933" x="2028825" y="5651500"/>
          <p14:tracePt t="6936" x="2043113" y="5651500"/>
          <p14:tracePt t="6939" x="2055813" y="5651500"/>
          <p14:tracePt t="6941" x="2070100" y="5651500"/>
          <p14:tracePt t="6943" x="2084388" y="5651500"/>
          <p14:tracePt t="6945" x="2111375" y="5651500"/>
          <p14:tracePt t="6948" x="2138363" y="5651500"/>
          <p14:tracePt t="6949" x="2152650" y="5651500"/>
          <p14:tracePt t="6951" x="2165350" y="5651500"/>
          <p14:tracePt t="6953" x="2193925" y="5651500"/>
          <p14:tracePt t="6955" x="2206625" y="5651500"/>
          <p14:tracePt t="6955" x="2220913" y="5651500"/>
          <p14:tracePt t="6956" x="2235200" y="5651500"/>
          <p14:tracePt t="6957" x="2247900" y="5651500"/>
          <p14:tracePt t="6959" x="2276475" y="5651500"/>
          <p14:tracePt t="6960" x="2303463" y="5651500"/>
          <p14:tracePt t="6961" x="2330450" y="5651500"/>
          <p14:tracePt t="6962" x="2344738" y="5651500"/>
          <p14:tracePt t="6963" x="2357438" y="5651500"/>
          <p14:tracePt t="6965" x="2398713" y="5651500"/>
          <p14:tracePt t="6966" x="2427288" y="5651500"/>
          <p14:tracePt t="6967" x="2439988" y="5651500"/>
          <p14:tracePt t="6968" x="2454275" y="5651500"/>
          <p14:tracePt t="6969" x="2466975" y="5651500"/>
          <p14:tracePt t="6973" x="2508250" y="5651500"/>
          <p14:tracePt t="6974" x="2549525" y="5651500"/>
          <p14:tracePt t="6974" x="2578100" y="5651500"/>
          <p14:tracePt t="6975" x="2605088" y="5651500"/>
          <p14:tracePt t="6976" x="2617788" y="5651500"/>
          <p14:tracePt t="6977" x="2646363" y="5651500"/>
          <p14:tracePt t="6979" x="2673350" y="5651500"/>
          <p14:tracePt t="6980" x="2700338" y="5651500"/>
          <p14:tracePt t="6981" x="2728913" y="5651500"/>
          <p14:tracePt t="6982" x="2741613" y="5651500"/>
          <p14:tracePt t="6983" x="2768600" y="5651500"/>
          <p14:tracePt t="6984" x="2797175" y="5651500"/>
          <p14:tracePt t="6986" x="2824163" y="5651500"/>
          <p14:tracePt t="6987" x="2865438" y="5651500"/>
          <p14:tracePt t="6988" x="2878138" y="5651500"/>
          <p14:tracePt t="6989" x="2906713" y="5651500"/>
          <p14:tracePt t="6991" x="2933700" y="5651500"/>
          <p14:tracePt t="6994" x="2960688" y="5651500"/>
          <p14:tracePt t="6994" x="2989263" y="5651500"/>
          <p14:tracePt t="6995" x="3001963" y="5651500"/>
          <p14:tracePt t="6997" x="3016250" y="5651500"/>
          <p14:tracePt t="6999" x="3028950" y="5651500"/>
          <p14:tracePt t="7000" x="3070225" y="5651500"/>
          <p14:tracePt t="7001" x="3084513" y="5651500"/>
          <p14:tracePt t="7002" x="3098800" y="5651500"/>
          <p14:tracePt t="7003" x="3111500" y="5651500"/>
          <p14:tracePt t="7004" x="3125788" y="5651500"/>
          <p14:tracePt t="7005" x="3152775" y="5651500"/>
          <p14:tracePt t="7007" x="3167063" y="5651500"/>
          <p14:tracePt t="7008" x="3179763" y="5651500"/>
          <p14:tracePt t="7008" x="3194050" y="5637213"/>
          <p14:tracePt t="7009" x="3208338" y="5637213"/>
          <p14:tracePt t="7010" x="3221038" y="5637213"/>
          <p14:tracePt t="7011" x="3235325" y="5637213"/>
          <p14:tracePt t="7012" x="3249613" y="5637213"/>
          <p14:tracePt t="7014" x="3262313" y="5637213"/>
          <p14:tracePt t="7015" x="3290888" y="5622925"/>
          <p14:tracePt t="7016" x="3303588" y="5622925"/>
          <p14:tracePt t="7017" x="3330575" y="5622925"/>
          <p14:tracePt t="7019" x="3359150" y="5622925"/>
          <p14:tracePt t="7023" x="3386138" y="5622925"/>
          <p14:tracePt t="7025" x="3400425" y="5622925"/>
          <p14:tracePt t="7028" x="3427413" y="5610225"/>
          <p14:tracePt t="7029" x="3441700" y="5610225"/>
          <p14:tracePt t="7034" x="3454400" y="5610225"/>
          <p14:tracePt t="7042" x="3454400" y="5595938"/>
          <p14:tracePt t="7273" x="3468688" y="5595938"/>
          <p14:tracePt t="7279" x="3495675" y="5595938"/>
          <p14:tracePt t="7281" x="3509963" y="5595938"/>
          <p14:tracePt t="7282" x="3509963" y="5581650"/>
          <p14:tracePt t="7282" x="3522663" y="5581650"/>
          <p14:tracePt t="7283" x="3536950" y="5581650"/>
          <p14:tracePt t="7286" x="3551238" y="5581650"/>
          <p14:tracePt t="7287" x="3563938" y="5568950"/>
          <p14:tracePt t="7288" x="3578225" y="5568950"/>
          <p14:tracePt t="7290" x="3592513" y="5554663"/>
          <p14:tracePt t="7291" x="3592513" y="5541963"/>
          <p14:tracePt t="7293" x="3619500" y="5527675"/>
          <p14:tracePt t="7294" x="3632200" y="5527675"/>
          <p14:tracePt t="7295" x="3673475" y="5513388"/>
          <p14:tracePt t="7296" x="3673475" y="5500688"/>
          <p14:tracePt t="7297" x="3702050" y="5500688"/>
          <p14:tracePt t="7299" x="3714750" y="5486400"/>
          <p14:tracePt t="7300" x="3729038" y="5486400"/>
          <p14:tracePt t="7300" x="3756025" y="5472113"/>
          <p14:tracePt t="7302" x="3770313" y="5472113"/>
          <p14:tracePt t="7303" x="3783013" y="5459413"/>
          <p14:tracePt t="7305" x="3811588" y="5445125"/>
          <p14:tracePt t="7306" x="3838575" y="5445125"/>
          <p14:tracePt t="7307" x="3865563" y="5430838"/>
          <p14:tracePt t="7307" x="3894138" y="5418138"/>
          <p14:tracePt t="7308" x="3921125" y="5403850"/>
          <p14:tracePt t="7309" x="3962400" y="5391150"/>
          <p14:tracePt t="7310" x="3989388" y="5376863"/>
          <p14:tracePt t="7312" x="4016375" y="5376863"/>
          <p14:tracePt t="7313" x="4057650" y="5349875"/>
          <p14:tracePt t="7313" x="4084638" y="5335588"/>
          <p14:tracePt t="7314" x="4140200" y="5321300"/>
          <p14:tracePt t="7315" x="4167188" y="5321300"/>
          <p14:tracePt t="7316" x="4208463" y="5308600"/>
          <p14:tracePt t="7317" x="4249738" y="5294313"/>
          <p14:tracePt t="7319" x="4276725" y="5280025"/>
          <p14:tracePt t="7320" x="4318000" y="5267325"/>
          <p14:tracePt t="7322" x="4359275" y="5253038"/>
          <p14:tracePt t="7322" x="4400550" y="5238750"/>
          <p14:tracePt t="7325" x="4441825" y="5226050"/>
          <p14:tracePt t="7326" x="4483100" y="5211763"/>
          <p14:tracePt t="7327" x="4510088" y="5199063"/>
          <p14:tracePt t="7329" x="4537075" y="5199063"/>
          <p14:tracePt t="7330" x="4565650" y="5184775"/>
          <p14:tracePt t="7332" x="4606925" y="5184775"/>
          <p14:tracePt t="7332" x="4646613" y="5170488"/>
          <p14:tracePt t="7334" x="4675188" y="5157788"/>
          <p14:tracePt t="7335" x="4702175" y="5157788"/>
          <p14:tracePt t="7337" x="4743450" y="5157788"/>
          <p14:tracePt t="7340" x="4770438" y="5143500"/>
          <p14:tracePt t="7342" x="4797425" y="5129213"/>
          <p14:tracePt t="7342" x="4826000" y="5129213"/>
          <p14:tracePt t="7343" x="4838700" y="5129213"/>
          <p14:tracePt t="7344" x="4852988" y="5129213"/>
          <p14:tracePt t="7345" x="4879975" y="5116513"/>
          <p14:tracePt t="7348" x="4921250" y="5116513"/>
          <p14:tracePt t="7349" x="4935538" y="5116513"/>
          <p14:tracePt t="7350" x="4962525" y="5116513"/>
          <p14:tracePt t="7351" x="4976813" y="5116513"/>
          <p14:tracePt t="7355" x="5018088" y="5102225"/>
          <p14:tracePt t="7356" x="5045075" y="5087938"/>
          <p14:tracePt t="7358" x="5059363" y="5087938"/>
          <p14:tracePt t="7359" x="5072063" y="5087938"/>
          <p14:tracePt t="7363" x="5099050" y="5087938"/>
          <p14:tracePt t="7370" x="5127625" y="5087938"/>
          <p14:tracePt t="7577" x="5113338" y="5087938"/>
          <p14:tracePt t="7578" x="5099050" y="5087938"/>
          <p14:tracePt t="7580" x="5086350" y="5087938"/>
          <p14:tracePt t="7583" x="5072063" y="5087938"/>
          <p14:tracePt t="7583" x="5045075" y="5087938"/>
          <p14:tracePt t="7585" x="5030788" y="5087938"/>
          <p14:tracePt t="7586" x="5018088" y="5087938"/>
          <p14:tracePt t="7587" x="4989513" y="5087938"/>
          <p14:tracePt t="7590" x="4962525" y="5087938"/>
          <p14:tracePt t="7591" x="4935538" y="5087938"/>
          <p14:tracePt t="7592" x="4921250" y="5087938"/>
          <p14:tracePt t="7593" x="4894263" y="5087938"/>
          <p14:tracePt t="7595" x="4867275" y="5087938"/>
          <p14:tracePt t="7597" x="4852988" y="5087938"/>
          <p14:tracePt t="7597" x="4826000" y="5087938"/>
          <p14:tracePt t="7598" x="4811713" y="5087938"/>
          <p14:tracePt t="7600" x="4784725" y="5087938"/>
          <p14:tracePt t="7602" x="4770438" y="5087938"/>
          <p14:tracePt t="7604" x="4729163" y="5087938"/>
          <p14:tracePt t="7605" x="4716463" y="5087938"/>
          <p14:tracePt t="7606" x="4675188" y="5075238"/>
          <p14:tracePt t="7607" x="4660900" y="5075238"/>
          <p14:tracePt t="7608" x="4633913" y="5060950"/>
          <p14:tracePt t="7611" x="4606925" y="5060950"/>
          <p14:tracePt t="7613" x="4578350" y="5048250"/>
          <p14:tracePt t="7613" x="4537075" y="5048250"/>
          <p14:tracePt t="7614" x="4524375" y="5048250"/>
          <p14:tracePt t="7615" x="4510088" y="5048250"/>
          <p14:tracePt t="7616" x="4483100" y="5033963"/>
          <p14:tracePt t="7619" x="4441825" y="5019675"/>
          <p14:tracePt t="7619" x="4414838" y="5006975"/>
          <p14:tracePt t="7621" x="4400550" y="5006975"/>
          <p14:tracePt t="7622" x="4373563" y="4992688"/>
          <p14:tracePt t="7623" x="4359275" y="4992688"/>
          <p14:tracePt t="7625" x="4346575" y="4992688"/>
          <p14:tracePt t="7626" x="4305300" y="4978400"/>
          <p14:tracePt t="7627" x="4291013" y="4978400"/>
          <p14:tracePt t="7628" x="4276725" y="4978400"/>
          <p14:tracePt t="7629" x="4264025" y="4978400"/>
          <p14:tracePt t="7630" x="4249738" y="4965700"/>
          <p14:tracePt t="7633" x="4222750" y="4951413"/>
          <p14:tracePt t="7634" x="4208463" y="4951413"/>
          <p14:tracePt t="7635" x="4195763" y="4951413"/>
          <p14:tracePt t="7638" x="4195763" y="4937125"/>
          <p14:tracePt t="7639" x="4181475" y="4937125"/>
          <p14:tracePt t="7640" x="4167188" y="4937125"/>
          <p14:tracePt t="7645" x="4167188" y="4924425"/>
          <p14:tracePt t="7656" x="4167188" y="4910138"/>
          <p14:tracePt t="7662" x="4167188" y="4895850"/>
          <p14:tracePt t="7668" x="4167188" y="4883150"/>
          <p14:tracePt t="7672" x="4167188" y="4868863"/>
          <p14:tracePt t="7676" x="4167188" y="4856163"/>
          <p14:tracePt t="7679" x="4181475" y="4856163"/>
          <p14:tracePt t="7686" x="4181475" y="4841875"/>
          <p14:tracePt t="7689" x="4195763" y="4841875"/>
          <p14:tracePt t="7706" x="4195763" y="4827588"/>
          <p14:tracePt t="7725" x="4181475" y="4827588"/>
          <p14:tracePt t="7726" x="4181475" y="4814888"/>
          <p14:tracePt t="7733" x="4181475" y="4800600"/>
          <p14:tracePt t="7735" x="4167188" y="4800600"/>
          <p14:tracePt t="7737" x="4167188" y="4786313"/>
          <p14:tracePt t="7738" x="4154488" y="4786313"/>
          <p14:tracePt t="7744" x="4154488" y="4773613"/>
          <p14:tracePt t="7745" x="4140200" y="4759325"/>
          <p14:tracePt t="7753" x="4140200" y="4745038"/>
          <p14:tracePt t="7758" x="4125913" y="4732338"/>
          <p14:tracePt t="7765" x="4125913" y="4718050"/>
          <p14:tracePt t="7768" x="4113213" y="4705350"/>
          <p14:tracePt t="7783" x="4113213" y="4691063"/>
          <p14:tracePt t="7866" x="4098925" y="4691063"/>
          <p14:tracePt t="7869" x="4071938" y="4691063"/>
          <p14:tracePt t="7871" x="4057650" y="4691063"/>
          <p14:tracePt t="7872" x="4044950" y="4691063"/>
          <p14:tracePt t="7873" x="4030663" y="4691063"/>
          <p14:tracePt t="7876" x="4003675" y="4691063"/>
          <p14:tracePt t="7877" x="3989388" y="4691063"/>
          <p14:tracePt t="7878" x="3975100" y="4691063"/>
          <p14:tracePt t="7879" x="3975100" y="4705350"/>
          <p14:tracePt t="7880" x="3962400" y="4705350"/>
          <p14:tracePt t="7881" x="3948113" y="4705350"/>
          <p14:tracePt t="7883" x="3921125" y="4705350"/>
          <p14:tracePt t="7885" x="3894138" y="4718050"/>
          <p14:tracePt t="7887" x="3852863" y="4732338"/>
          <p14:tracePt t="7890" x="3824288" y="4732338"/>
          <p14:tracePt t="7891" x="3811588" y="4732338"/>
          <p14:tracePt t="7893" x="3783013" y="4745038"/>
          <p14:tracePt t="7895" x="3770313" y="4745038"/>
          <p14:tracePt t="7897" x="3756025" y="4759325"/>
          <p14:tracePt t="7898" x="3743325" y="4759325"/>
          <p14:tracePt t="7899" x="3729038" y="4759325"/>
          <p14:tracePt t="7901" x="3702050" y="4759325"/>
          <p14:tracePt t="7902" x="3673475" y="4759325"/>
          <p14:tracePt t="7905" x="3605213" y="4786313"/>
          <p14:tracePt t="7905" x="3592513" y="4800600"/>
          <p14:tracePt t="7907" x="3563938" y="4800600"/>
          <p14:tracePt t="7908" x="3536950" y="4800600"/>
          <p14:tracePt t="7909" x="3509963" y="4800600"/>
          <p14:tracePt t="7911" x="3468688" y="4814888"/>
          <p14:tracePt t="7912" x="3427413" y="4827588"/>
          <p14:tracePt t="7914" x="3413125" y="4827588"/>
          <p14:tracePt t="7915" x="3386138" y="4827588"/>
          <p14:tracePt t="7916" x="3344863" y="4827588"/>
          <p14:tracePt t="7918" x="3290888" y="4841875"/>
          <p14:tracePt t="7919" x="3276600" y="4841875"/>
          <p14:tracePt t="7920" x="3262313" y="4841875"/>
          <p14:tracePt t="7921" x="3235325" y="4856163"/>
          <p14:tracePt t="7922" x="3221038" y="4856163"/>
          <p14:tracePt t="7923" x="3208338" y="4856163"/>
          <p14:tracePt t="7925" x="3179763" y="4856163"/>
          <p14:tracePt t="7926" x="3152775" y="4856163"/>
          <p14:tracePt t="7927" x="3125788" y="4868863"/>
          <p14:tracePt t="7928" x="3111500" y="4868863"/>
          <p14:tracePt t="7929" x="3070225" y="4868863"/>
          <p14:tracePt t="7930" x="3043238" y="4868863"/>
          <p14:tracePt t="7932" x="3001963" y="4868863"/>
          <p14:tracePt t="7933" x="2960688" y="4883150"/>
          <p14:tracePt t="7935" x="2933700" y="4883150"/>
          <p14:tracePt t="7936" x="2919413" y="4895850"/>
          <p14:tracePt t="7937" x="2892425" y="4895850"/>
          <p14:tracePt t="7938" x="2865438" y="4895850"/>
          <p14:tracePt t="7940" x="2851150" y="4895850"/>
          <p14:tracePt t="7941" x="2838450" y="4910138"/>
          <p14:tracePt t="7942" x="2824163" y="4910138"/>
          <p14:tracePt t="7943" x="2809875" y="4910138"/>
          <p14:tracePt t="7944" x="2782888" y="4924425"/>
          <p14:tracePt t="7946" x="2768600" y="4924425"/>
          <p14:tracePt t="7947" x="2741613" y="4924425"/>
          <p14:tracePt t="7949" x="2728913" y="4924425"/>
          <p14:tracePt t="7950" x="2700338" y="4924425"/>
          <p14:tracePt t="7952" x="2687638" y="4937125"/>
          <p14:tracePt t="7953" x="2687638" y="4951413"/>
          <p14:tracePt t="7954" x="2673350" y="4951413"/>
          <p14:tracePt t="7954" x="2659063" y="4951413"/>
          <p14:tracePt t="7955" x="2646363" y="4951413"/>
          <p14:tracePt t="7958" x="2632075" y="4951413"/>
          <p14:tracePt t="7960" x="2617788" y="4951413"/>
          <p14:tracePt t="7962" x="2605088" y="4951413"/>
          <p14:tracePt t="7962" x="2590800" y="4965700"/>
          <p14:tracePt t="7967" x="2578100" y="4965700"/>
          <p14:tracePt t="7971" x="2563813" y="4965700"/>
          <p14:tracePt t="7972" x="2563813" y="4978400"/>
          <p14:tracePt t="7980" x="2549525" y="4978400"/>
          <p14:tracePt t="7982" x="2549525" y="4992688"/>
          <p14:tracePt t="7984" x="2549525" y="5006975"/>
          <p14:tracePt t="7991" x="2536825" y="5006975"/>
          <p14:tracePt t="7992" x="2536825" y="5019675"/>
          <p14:tracePt t="7995" x="2536825" y="5033963"/>
          <p14:tracePt t="8001" x="2536825" y="5048250"/>
          <p14:tracePt t="8002" x="2536825" y="5060950"/>
          <p14:tracePt t="8005" x="2536825" y="5075238"/>
          <p14:tracePt t="8010" x="2536825" y="5087938"/>
          <p14:tracePt t="8015" x="2536825" y="5102225"/>
          <p14:tracePt t="8015" x="2536825" y="5116513"/>
          <p14:tracePt t="8020" x="2536825" y="5129213"/>
          <p14:tracePt t="8023" x="2536825" y="5143500"/>
          <p14:tracePt t="8029" x="2536825" y="5157788"/>
          <p14:tracePt t="8030" x="2536825" y="5170488"/>
          <p14:tracePt t="8035" x="2536825" y="5184775"/>
          <p14:tracePt t="8043" x="2536825" y="5199063"/>
          <p14:tracePt t="8052" x="2536825" y="5211763"/>
          <p14:tracePt t="8056" x="2536825" y="5226050"/>
          <p14:tracePt t="8063" x="2522538" y="5226050"/>
          <p14:tracePt t="8065" x="2522538" y="5238750"/>
          <p14:tracePt t="8073" x="2522538" y="5253038"/>
          <p14:tracePt t="8074" x="2508250" y="5253038"/>
          <p14:tracePt t="8079" x="2508250" y="5267325"/>
          <p14:tracePt t="8079" x="2495550" y="5267325"/>
          <p14:tracePt t="8082" x="2495550" y="5280025"/>
          <p14:tracePt t="8084" x="2481263" y="5280025"/>
          <p14:tracePt t="8085" x="2466975" y="5280025"/>
          <p14:tracePt t="8086" x="2466975" y="5294313"/>
          <p14:tracePt t="8089" x="2454275" y="5294313"/>
          <p14:tracePt t="8091" x="2454275" y="5308600"/>
          <p14:tracePt t="8093" x="2439988" y="5308600"/>
          <p14:tracePt t="8093" x="2427288" y="5321300"/>
          <p14:tracePt t="8096" x="2413000" y="5321300"/>
          <p14:tracePt t="8098" x="2413000" y="5335588"/>
          <p14:tracePt t="8099" x="2386013" y="5349875"/>
          <p14:tracePt t="8103" x="2386013" y="5362575"/>
          <p14:tracePt t="8105" x="2371725" y="5362575"/>
          <p14:tracePt t="8106" x="2371725" y="5376863"/>
          <p14:tracePt t="8106" x="2357438" y="5376863"/>
          <p14:tracePt t="8107" x="2357438" y="5391150"/>
          <p14:tracePt t="8113" x="2330450" y="5418138"/>
          <p14:tracePt t="8114" x="2330450" y="5430838"/>
          <p14:tracePt t="8115" x="2316163" y="5430838"/>
          <p14:tracePt t="8119" x="2303463" y="5445125"/>
          <p14:tracePt t="8120" x="2289175" y="5445125"/>
          <p14:tracePt t="8121" x="2289175" y="5459413"/>
          <p14:tracePt t="8122" x="2289175" y="5472113"/>
          <p14:tracePt t="8127" x="2289175" y="5486400"/>
          <p14:tracePt t="8133" x="2276475" y="5486400"/>
          <p14:tracePt t="8134" x="2276475" y="5500688"/>
          <p14:tracePt t="8140" x="2276475" y="5513388"/>
          <p14:tracePt t="8147" x="2276475" y="5527675"/>
          <p14:tracePt t="8150" x="2276475" y="5541963"/>
          <p14:tracePt t="8155" x="2276475" y="5554663"/>
          <p14:tracePt t="8161" x="2276475" y="5568950"/>
          <p14:tracePt t="8163" x="2289175" y="5568950"/>
          <p14:tracePt t="8165" x="2289175" y="5581650"/>
          <p14:tracePt t="8166" x="2289175" y="5595938"/>
          <p14:tracePt t="8168" x="2303463" y="5595938"/>
          <p14:tracePt t="8169" x="2303463" y="5610225"/>
          <p14:tracePt t="8174" x="2303463" y="5622925"/>
          <p14:tracePt t="8177" x="2303463" y="5637213"/>
          <p14:tracePt t="8177" x="2303463" y="5651500"/>
          <p14:tracePt t="8182" x="2303463" y="5664200"/>
          <p14:tracePt t="8184" x="2303463" y="5678488"/>
          <p14:tracePt t="8185" x="2303463" y="5692775"/>
          <p14:tracePt t="8187" x="2303463" y="5705475"/>
          <p14:tracePt t="8189" x="2303463" y="5719763"/>
          <p14:tracePt t="8192" x="2303463" y="5734050"/>
          <p14:tracePt t="8194" x="2303463" y="5746750"/>
          <p14:tracePt t="8196" x="2303463" y="5761038"/>
          <p14:tracePt t="8197" x="2303463" y="5773738"/>
          <p14:tracePt t="8199" x="2303463" y="5788025"/>
          <p14:tracePt t="8200" x="2289175" y="5815013"/>
          <p14:tracePt t="8203" x="2289175" y="5829300"/>
          <p14:tracePt t="8204" x="2276475" y="5829300"/>
          <p14:tracePt t="8205" x="2276475" y="5843588"/>
          <p14:tracePt t="8206" x="2262188" y="5843588"/>
          <p14:tracePt t="8207" x="2262188" y="5856288"/>
          <p14:tracePt t="8210" x="2262188" y="5870575"/>
          <p14:tracePt t="8211" x="2247900" y="5884863"/>
          <p14:tracePt t="8214" x="2247900" y="5911850"/>
          <p14:tracePt t="8217" x="2235200" y="5911850"/>
          <p14:tracePt t="8218" x="2235200" y="5924550"/>
          <p14:tracePt t="8221" x="2220913" y="5938838"/>
          <p14:tracePt t="8225" x="2220913" y="5953125"/>
          <p14:tracePt t="8226" x="2206625" y="5965825"/>
          <p14:tracePt t="8230" x="2206625" y="5980113"/>
          <p14:tracePt t="8233" x="2193925" y="5994400"/>
          <p14:tracePt t="8238" x="2193925" y="6007100"/>
          <p14:tracePt t="8241" x="2193925" y="6021388"/>
          <p14:tracePt t="8247" x="2193925" y="6035675"/>
          <p14:tracePt t="8255" x="2193925" y="6048375"/>
          <p14:tracePt t="8319" x="2193925" y="6062663"/>
          <p14:tracePt t="8327" x="2193925" y="6076950"/>
          <p14:tracePt t="8331" x="2179638" y="6076950"/>
          <p14:tracePt t="8334" x="2165350" y="6089650"/>
          <p14:tracePt t="8340" x="2152650" y="6089650"/>
          <p14:tracePt t="8345" x="2152650" y="6103938"/>
          <p14:tracePt t="8347" x="2138363" y="6103938"/>
          <p14:tracePt t="8356" x="2125663" y="6103938"/>
          <p14:tracePt t="8368" x="2111375" y="6103938"/>
          <p14:tracePt t="8375" x="2097088" y="6103938"/>
          <p14:tracePt t="8383" x="2084388" y="6103938"/>
          <p14:tracePt t="8389" x="2070100" y="6103938"/>
          <p14:tracePt t="8396" x="2055813" y="6103938"/>
          <p14:tracePt t="8400" x="2043113" y="6103938"/>
          <p14:tracePt t="8408" x="2028825" y="6103938"/>
          <p14:tracePt t="8414" x="2014538" y="6103938"/>
          <p14:tracePt t="8420" x="2001838" y="6103938"/>
          <p14:tracePt t="8424" x="1987550" y="6103938"/>
          <p14:tracePt t="8429" x="1974850" y="6103938"/>
          <p14:tracePt t="8432" x="1974850" y="6089650"/>
          <p14:tracePt t="8436" x="1960563" y="6089650"/>
          <p14:tracePt t="8441" x="1946275" y="6089650"/>
          <p14:tracePt t="8444" x="1933575" y="6089650"/>
          <p14:tracePt t="8454" x="1919288" y="6089650"/>
          <p14:tracePt t="8458" x="1919288" y="6076950"/>
          <p14:tracePt t="8468" x="1905000" y="6076950"/>
          <p14:tracePt t="8481" x="1905000" y="6062663"/>
          <p14:tracePt t="8519" x="1905000" y="6048375"/>
          <p14:tracePt t="8522" x="1919288" y="6048375"/>
          <p14:tracePt t="8526" x="1933575" y="6048375"/>
          <p14:tracePt t="8528" x="1946275" y="6048375"/>
          <p14:tracePt t="8530" x="1960563" y="6048375"/>
          <p14:tracePt t="8535" x="1974850" y="6048375"/>
          <p14:tracePt t="8536" x="2001838" y="6048375"/>
          <p14:tracePt t="8540" x="2014538" y="6048375"/>
          <p14:tracePt t="8543" x="2028825" y="6048375"/>
          <p14:tracePt t="8543" x="2043113" y="6048375"/>
          <p14:tracePt t="8547" x="2070100" y="6048375"/>
          <p14:tracePt t="8550" x="2097088" y="6048375"/>
          <p14:tracePt t="8552" x="2111375" y="6048375"/>
          <p14:tracePt t="8553" x="2125663" y="6048375"/>
          <p14:tracePt t="8554" x="2138363" y="6048375"/>
          <p14:tracePt t="8557" x="2152650" y="6048375"/>
          <p14:tracePt t="8557" x="2165350" y="6048375"/>
          <p14:tracePt t="8558" x="2179638" y="6048375"/>
          <p14:tracePt t="8560" x="2193925" y="6048375"/>
          <p14:tracePt t="8563" x="2206625" y="6048375"/>
          <p14:tracePt t="8564" x="2220913" y="6048375"/>
          <p14:tracePt t="8565" x="2247900" y="6048375"/>
          <p14:tracePt t="8569" x="2262188" y="6048375"/>
          <p14:tracePt t="8570" x="2289175" y="6048375"/>
          <p14:tracePt t="8571" x="2303463" y="6048375"/>
          <p14:tracePt t="8572" x="2316163" y="6048375"/>
          <p14:tracePt t="8573" x="2330450" y="6048375"/>
          <p14:tracePt t="8575" x="2344738" y="6048375"/>
          <p14:tracePt t="8578" x="2357438" y="6048375"/>
          <p14:tracePt t="8579" x="2386013" y="6048375"/>
          <p14:tracePt t="8581" x="2398713" y="6048375"/>
          <p14:tracePt t="8584" x="2427288" y="6048375"/>
          <p14:tracePt t="8585" x="2439988" y="6048375"/>
          <p14:tracePt t="8587" x="2454275" y="6048375"/>
          <p14:tracePt t="8590" x="2481263" y="6048375"/>
          <p14:tracePt t="8592" x="2495550" y="6048375"/>
          <p14:tracePt t="8594" x="2508250" y="6048375"/>
          <p14:tracePt t="8598" x="2522538" y="6048375"/>
          <p14:tracePt t="8600" x="2536825" y="6048375"/>
          <p14:tracePt t="8608" x="2549525" y="6048375"/>
          <p14:tracePt t="8843" x="2563813" y="6048375"/>
          <p14:tracePt t="8845" x="2578100" y="6035675"/>
          <p14:tracePt t="8848" x="2590800" y="6035675"/>
          <p14:tracePt t="8851" x="2605088" y="6021388"/>
          <p14:tracePt t="8853" x="2617788" y="6007100"/>
          <p14:tracePt t="8853" x="2632075" y="6007100"/>
          <p14:tracePt t="8856" x="2659063" y="6007100"/>
          <p14:tracePt t="8858" x="2687638" y="5994400"/>
          <p14:tracePt t="8860" x="2700338" y="5980113"/>
          <p14:tracePt t="8862" x="2714625" y="5980113"/>
          <p14:tracePt t="8863" x="2728913" y="5980113"/>
          <p14:tracePt t="8863" x="2755900" y="5980113"/>
          <p14:tracePt t="8864" x="2768600" y="5980113"/>
          <p14:tracePt t="8865" x="2782888" y="5965825"/>
          <p14:tracePt t="8869" x="2809875" y="5965825"/>
          <p14:tracePt t="8870" x="2851150" y="5953125"/>
          <p14:tracePt t="8872" x="2878138" y="5938838"/>
          <p14:tracePt t="8873" x="2906713" y="5938838"/>
          <p14:tracePt t="8876" x="2933700" y="5938838"/>
          <p14:tracePt t="8876" x="2960688" y="5938838"/>
          <p14:tracePt t="8877" x="2960688" y="5924550"/>
          <p14:tracePt t="8878" x="2989263" y="5924550"/>
          <p14:tracePt t="8879" x="3001963" y="5924550"/>
          <p14:tracePt t="8880" x="3016250" y="5924550"/>
          <p14:tracePt t="8882" x="3028950" y="5924550"/>
          <p14:tracePt t="8883" x="3043238" y="5924550"/>
          <p14:tracePt t="8883" x="3070225" y="5911850"/>
          <p14:tracePt t="8884" x="3098800" y="5897563"/>
          <p14:tracePt t="8886" x="3111500" y="5884863"/>
          <p14:tracePt t="8886" x="3125788" y="5884863"/>
          <p14:tracePt t="8887" x="3140075" y="5884863"/>
          <p14:tracePt t="8889" x="3167063" y="5884863"/>
          <p14:tracePt t="8890" x="3179763" y="5884863"/>
          <p14:tracePt t="8890" x="3194050" y="5884863"/>
          <p14:tracePt t="8892" x="3221038" y="5870575"/>
          <p14:tracePt t="8893" x="3249613" y="5856288"/>
          <p14:tracePt t="8896" x="3276600" y="5856288"/>
          <p14:tracePt t="8897" x="3290888" y="5856288"/>
          <p14:tracePt t="8897" x="3303588" y="5856288"/>
          <p14:tracePt t="8898" x="3317875" y="5856288"/>
          <p14:tracePt t="8899" x="3344863" y="5856288"/>
          <p14:tracePt t="8900" x="3359150" y="5843588"/>
          <p14:tracePt t="8903" x="3386138" y="5843588"/>
          <p14:tracePt t="8904" x="3400425" y="5829300"/>
          <p14:tracePt t="8904" x="3413125" y="5829300"/>
          <p14:tracePt t="8905" x="3427413" y="5829300"/>
          <p14:tracePt t="8907" x="3441700" y="5829300"/>
          <p14:tracePt t="8908" x="3454400" y="5829300"/>
          <p14:tracePt t="8911" x="3468688" y="5815013"/>
          <p14:tracePt t="8911" x="3495675" y="5815013"/>
          <p14:tracePt t="8913" x="3509963" y="5802313"/>
          <p14:tracePt t="8914" x="3522663" y="5802313"/>
          <p14:tracePt t="8915" x="3536950" y="5802313"/>
          <p14:tracePt t="8918" x="3563938" y="5802313"/>
          <p14:tracePt t="8920" x="3578225" y="5802313"/>
          <p14:tracePt t="8921" x="3578225" y="5788025"/>
          <p14:tracePt t="8922" x="3605213" y="5788025"/>
          <p14:tracePt t="8925" x="3619500" y="5788025"/>
          <p14:tracePt t="8927" x="3632200" y="5788025"/>
          <p14:tracePt t="8928" x="3632200" y="5773738"/>
          <p14:tracePt t="8929" x="3646488" y="5773738"/>
          <p14:tracePt t="8931" x="3660775" y="5773738"/>
          <p14:tracePt t="8932" x="3673475" y="5773738"/>
          <p14:tracePt t="8935" x="3687763" y="5761038"/>
          <p14:tracePt t="8936" x="3702050" y="5761038"/>
          <p14:tracePt t="8938" x="3714750" y="5746750"/>
          <p14:tracePt t="8941" x="3756025" y="5746750"/>
          <p14:tracePt t="8944" x="3770313" y="5734050"/>
          <p14:tracePt t="8946" x="3783013" y="5719763"/>
          <p14:tracePt t="8948" x="3797300" y="5719763"/>
          <p14:tracePt t="8949" x="3811588" y="5719763"/>
          <p14:tracePt t="8950" x="3824288" y="5719763"/>
          <p14:tracePt t="8952" x="3838575" y="5705475"/>
          <p14:tracePt t="8953" x="3852863" y="5705475"/>
          <p14:tracePt t="8955" x="3879850" y="5705475"/>
          <p14:tracePt t="8957" x="3921125" y="5678488"/>
          <p14:tracePt t="8960" x="3948113" y="5678488"/>
          <p14:tracePt t="8961" x="3962400" y="5678488"/>
          <p14:tracePt t="8962" x="3989388" y="5664200"/>
          <p14:tracePt t="8964" x="4003675" y="5664200"/>
          <p14:tracePt t="8966" x="4044950" y="5651500"/>
          <p14:tracePt t="8968" x="4071938" y="5637213"/>
          <p14:tracePt t="8968" x="4084638" y="5637213"/>
          <p14:tracePt t="8971" x="4113213" y="5622925"/>
          <p14:tracePt t="8973" x="4125913" y="5622925"/>
          <p14:tracePt t="8974" x="4154488" y="5622925"/>
          <p14:tracePt t="8976" x="4181475" y="5622925"/>
          <p14:tracePt t="8977" x="4195763" y="5610225"/>
          <p14:tracePt t="8978" x="4208463" y="5610225"/>
          <p14:tracePt t="8980" x="4235450" y="5610225"/>
          <p14:tracePt t="8982" x="4249738" y="5595938"/>
          <p14:tracePt t="8983" x="4276725" y="5595938"/>
          <p14:tracePt t="8985" x="4291013" y="5595938"/>
          <p14:tracePt t="8987" x="4318000" y="5595938"/>
          <p14:tracePt t="8989" x="4346575" y="5581650"/>
          <p14:tracePt t="8990" x="4359275" y="5568950"/>
          <p14:tracePt t="8991" x="4373563" y="5568950"/>
          <p14:tracePt t="8992" x="4386263" y="5568950"/>
          <p14:tracePt t="8994" x="4414838" y="5568950"/>
          <p14:tracePt t="8996" x="4427538" y="5568950"/>
          <p14:tracePt t="8998" x="4441825" y="5568950"/>
          <p14:tracePt t="8999" x="4456113" y="5568950"/>
          <p14:tracePt t="9001" x="4483100" y="5554663"/>
          <p14:tracePt t="9004" x="4497388" y="5554663"/>
          <p14:tracePt t="9005" x="4510088" y="5554663"/>
          <p14:tracePt t="9007" x="4524375" y="5554663"/>
          <p14:tracePt t="9008" x="4537075" y="5554663"/>
          <p14:tracePt t="9010" x="4551363" y="5541963"/>
          <p14:tracePt t="9014" x="4565650" y="5541963"/>
          <p14:tracePt t="9015" x="4565650" y="5527675"/>
          <p14:tracePt t="9020" x="4578350" y="5527675"/>
          <p14:tracePt t="9105" x="4578350" y="5513388"/>
          <p14:tracePt t="9108" x="4578350" y="5500688"/>
          <p14:tracePt t="9111" x="4578350" y="5472113"/>
          <p14:tracePt t="9114" x="4578350" y="5459413"/>
          <p14:tracePt t="9119" x="4578350" y="5430838"/>
          <p14:tracePt t="9123" x="4578350" y="5418138"/>
          <p14:tracePt t="9126" x="4578350" y="5403850"/>
          <p14:tracePt t="9130" x="4578350" y="5376863"/>
          <p14:tracePt t="9134" x="4578350" y="5362575"/>
          <p14:tracePt t="9137" x="4578350" y="5349875"/>
          <p14:tracePt t="9139" x="4578350" y="5335588"/>
          <p14:tracePt t="9142" x="4578350" y="5308600"/>
          <p14:tracePt t="9144" x="4578350" y="5294313"/>
          <p14:tracePt t="9147" x="4565650" y="5280025"/>
          <p14:tracePt t="9151" x="4565650" y="5267325"/>
          <p14:tracePt t="9152" x="4551363" y="5267325"/>
          <p14:tracePt t="9155" x="4551363" y="5253038"/>
          <p14:tracePt t="9155" x="4537075" y="5253038"/>
          <p14:tracePt t="9157" x="4537075" y="5226050"/>
          <p14:tracePt t="9163" x="4524375" y="5211763"/>
          <p14:tracePt t="9164" x="4510088" y="5211763"/>
          <p14:tracePt t="9167" x="4510088" y="5199063"/>
          <p14:tracePt t="9168" x="4497388" y="5199063"/>
          <p14:tracePt t="9170" x="4497388" y="5184775"/>
          <p14:tracePt t="9172" x="4483100" y="5184775"/>
          <p14:tracePt t="9175" x="4483100" y="5170488"/>
          <p14:tracePt t="9178" x="4456113" y="5170488"/>
          <p14:tracePt t="9182" x="4441825" y="5143500"/>
          <p14:tracePt t="9186" x="4427538" y="5143500"/>
          <p14:tracePt t="9188" x="4414838" y="5143500"/>
          <p14:tracePt t="9189" x="4414838" y="5129213"/>
          <p14:tracePt t="9189" x="4400550" y="5129213"/>
          <p14:tracePt t="9192" x="4386263" y="5116513"/>
          <p14:tracePt t="9193" x="4386263" y="5102225"/>
          <p14:tracePt t="9194" x="4373563" y="5102225"/>
          <p14:tracePt t="9198" x="4359275" y="5102225"/>
          <p14:tracePt t="9199" x="4359275" y="5087938"/>
          <p14:tracePt t="9201" x="4346575" y="5087938"/>
          <p14:tracePt t="9202" x="4332288" y="5087938"/>
          <p14:tracePt t="9203" x="4318000" y="5075238"/>
          <p14:tracePt t="9207" x="4291013" y="5060950"/>
          <p14:tracePt t="9210" x="4276725" y="5048250"/>
          <p14:tracePt t="9211" x="4264025" y="5048250"/>
          <p14:tracePt t="9217" x="4235450" y="5033963"/>
          <p14:tracePt t="9218" x="4222750" y="5033963"/>
          <p14:tracePt t="9223" x="4222750" y="5019675"/>
          <p14:tracePt t="9224" x="4195763" y="5006975"/>
          <p14:tracePt t="9228" x="4195763" y="4992688"/>
          <p14:tracePt t="9230" x="4181475" y="4992688"/>
          <p14:tracePt t="9233" x="4167188" y="4978400"/>
          <p14:tracePt t="9237" x="4167188" y="4965700"/>
          <p14:tracePt t="9238" x="4154488" y="4951413"/>
          <p14:tracePt t="9242" x="4154488" y="4937125"/>
          <p14:tracePt t="9244" x="4140200" y="4937125"/>
          <p14:tracePt t="9245" x="4140200" y="4924425"/>
          <p14:tracePt t="9249" x="4140200" y="4910138"/>
          <p14:tracePt t="9251" x="4140200" y="4895850"/>
          <p14:tracePt t="9252" x="4140200" y="4883150"/>
          <p14:tracePt t="9254" x="4125913" y="4883150"/>
          <p14:tracePt t="9257" x="4125913" y="4868863"/>
          <p14:tracePt t="9260" x="4125913" y="4856163"/>
          <p14:tracePt t="9262" x="4125913" y="4841875"/>
          <p14:tracePt t="9265" x="4125913" y="4827588"/>
          <p14:tracePt t="9266" x="4125913" y="4814888"/>
          <p14:tracePt t="9275" x="4125913" y="4800600"/>
          <p14:tracePt t="9276" x="4125913" y="4786313"/>
          <p14:tracePt t="9281" x="4125913" y="4773613"/>
          <p14:tracePt t="9284" x="4113213" y="4773613"/>
          <p14:tracePt t="9288" x="4113213" y="4759325"/>
          <p14:tracePt t="9291" x="4098925" y="4759325"/>
          <p14:tracePt t="9304" x="4098925" y="4745038"/>
          <p14:tracePt t="9323" x="4084638" y="4732338"/>
          <p14:tracePt t="9347" x="4084638" y="4718050"/>
          <p14:tracePt t="9354" x="4084638" y="4705350"/>
          <p14:tracePt t="9359" x="4084638" y="4691063"/>
          <p14:tracePt t="9362" x="4084638" y="4676775"/>
          <p14:tracePt t="9366" x="4084638" y="4664075"/>
          <p14:tracePt t="9369" x="4098925" y="4664075"/>
          <p14:tracePt t="9370" x="4098925" y="4649788"/>
          <p14:tracePt t="9374" x="4113213" y="4649788"/>
          <p14:tracePt t="9375" x="4113213" y="4635500"/>
          <p14:tracePt t="9379" x="4113213" y="4622800"/>
          <p14:tracePt t="9478" x="4113213" y="4635500"/>
          <p14:tracePt t="9485" x="4098925" y="4649788"/>
          <p14:tracePt t="9489" x="4084638" y="4649788"/>
          <p14:tracePt t="9494" x="4057650" y="4664075"/>
          <p14:tracePt t="9496" x="4044950" y="4664075"/>
          <p14:tracePt t="9499" x="4030663" y="4676775"/>
          <p14:tracePt t="9501" x="4016375" y="4676775"/>
          <p14:tracePt t="9502" x="4003675" y="4676775"/>
          <p14:tracePt t="9502" x="4003675" y="4691063"/>
          <p14:tracePt t="9503" x="3989388" y="4691063"/>
          <p14:tracePt t="9505" x="3975100" y="4691063"/>
          <p14:tracePt t="9508" x="3962400" y="4691063"/>
          <p14:tracePt t="9509" x="3948113" y="4691063"/>
          <p14:tracePt t="9510" x="3933825" y="4691063"/>
          <p14:tracePt t="9511" x="3933825" y="4705350"/>
          <p14:tracePt t="9512" x="3921125" y="4705350"/>
          <p14:tracePt t="9514" x="3906838" y="4705350"/>
          <p14:tracePt t="9515" x="3894138" y="4705350"/>
          <p14:tracePt t="9518" x="3852863" y="4705350"/>
          <p14:tracePt t="9520" x="3838575" y="4705350"/>
          <p14:tracePt t="9521" x="3824288" y="4705350"/>
          <p14:tracePt t="9523" x="3797300" y="4718050"/>
          <p14:tracePt t="9525" x="3770313" y="4718050"/>
          <p14:tracePt t="9528" x="3756025" y="4718050"/>
          <p14:tracePt t="9529" x="3729038" y="4718050"/>
          <p14:tracePt t="9532" x="3702050" y="4718050"/>
          <p14:tracePt t="9533" x="3687763" y="4718050"/>
          <p14:tracePt t="9535" x="3673475" y="4718050"/>
          <p14:tracePt t="9536" x="3660775" y="4718050"/>
          <p14:tracePt t="9538" x="3632200" y="4718050"/>
          <p14:tracePt t="9540" x="3619500" y="4718050"/>
          <p14:tracePt t="9543" x="3605213" y="4705350"/>
          <p14:tracePt t="9543" x="3592513" y="4705350"/>
          <p14:tracePt t="9545" x="3578225" y="4705350"/>
          <p14:tracePt t="9546" x="3578225" y="4691063"/>
          <p14:tracePt t="9549" x="3551238" y="4676775"/>
          <p14:tracePt t="9550" x="3536950" y="4676775"/>
          <p14:tracePt t="9552" x="3522663" y="4664075"/>
          <p14:tracePt t="9556" x="3509963" y="4649788"/>
          <p14:tracePt t="9558" x="3495675" y="4649788"/>
          <p14:tracePt t="9560" x="3495675" y="4635500"/>
          <p14:tracePt t="9564" x="3495675" y="4622800"/>
          <p14:tracePt t="9565" x="3481388" y="4622800"/>
          <p14:tracePt t="9567" x="3481388" y="4608513"/>
          <p14:tracePt t="9570" x="3481388" y="4581525"/>
          <p14:tracePt t="9572" x="3468688" y="4581525"/>
          <p14:tracePt t="9574" x="3468688" y="4567238"/>
          <p14:tracePt t="9577" x="3468688" y="4552950"/>
          <p14:tracePt t="9580" x="3468688" y="4540250"/>
          <p14:tracePt t="9582" x="3468688" y="4513263"/>
          <p14:tracePt t="9584" x="3468688" y="4498975"/>
          <p14:tracePt t="9585" x="3468688" y="4484688"/>
          <p14:tracePt t="9587" x="3468688" y="4471988"/>
          <p14:tracePt t="9588" x="3468688" y="4457700"/>
          <p14:tracePt t="9591" x="3468688" y="4443413"/>
          <p14:tracePt t="9593" x="3468688" y="4416425"/>
          <p14:tracePt t="9594" x="3468688" y="4402138"/>
          <p14:tracePt t="9598" x="3468688" y="4375150"/>
          <p14:tracePt t="9598" x="3468688" y="4362450"/>
          <p14:tracePt t="9599" x="3481388" y="4362450"/>
          <p14:tracePt t="9600" x="3481388" y="4348163"/>
          <p14:tracePt t="9601" x="3481388" y="4333875"/>
          <p14:tracePt t="9605" x="3509963" y="4306888"/>
          <p14:tracePt t="9608" x="3536950" y="4279900"/>
          <p14:tracePt t="9609" x="3536950" y="4265613"/>
          <p14:tracePt t="9612" x="3563938" y="4238625"/>
          <p14:tracePt t="9614" x="3578225" y="4224338"/>
          <p14:tracePt t="9614" x="3578225" y="4210050"/>
          <p14:tracePt t="9615" x="3592513" y="4210050"/>
          <p14:tracePt t="9616" x="3605213" y="4210050"/>
          <p14:tracePt t="9619" x="3619500" y="4183063"/>
          <p14:tracePt t="9622" x="3646488" y="4170363"/>
          <p14:tracePt t="9623" x="3660775" y="4170363"/>
          <p14:tracePt t="9626" x="3687763" y="4141788"/>
          <p14:tracePt t="9631" x="3702050" y="4141788"/>
          <p14:tracePt t="9633" x="3714750" y="4141788"/>
          <p14:tracePt t="9634" x="3729038" y="4129088"/>
          <p14:tracePt t="9638" x="3756025" y="4129088"/>
          <p14:tracePt t="9640" x="3770313" y="4114800"/>
          <p14:tracePt t="9642" x="3783013" y="4114800"/>
          <p14:tracePt t="9644" x="3811588" y="4114800"/>
          <p14:tracePt t="9647" x="3824288" y="4114800"/>
          <p14:tracePt t="9653" x="3852863" y="4100513"/>
          <p14:tracePt t="9655" x="3865563" y="4100513"/>
          <p14:tracePt t="9658" x="3879850" y="4100513"/>
          <p14:tracePt t="9662" x="3894138" y="4100513"/>
          <p14:tracePt t="9666" x="3906838" y="4100513"/>
          <p14:tracePt t="9671" x="3921125" y="4100513"/>
          <p14:tracePt t="9676" x="3933825" y="4100513"/>
          <p14:tracePt t="9683" x="3948113" y="4100513"/>
          <p14:tracePt t="9687" x="3962400" y="4114800"/>
          <p14:tracePt t="9689" x="3975100" y="4114800"/>
          <p14:tracePt t="9693" x="4003675" y="4129088"/>
          <p14:tracePt t="9696" x="4003675" y="4141788"/>
          <p14:tracePt t="9698" x="4016375" y="4141788"/>
          <p14:tracePt t="9700" x="4016375" y="4156075"/>
          <p14:tracePt t="9701" x="4030663" y="4156075"/>
          <p14:tracePt t="9704" x="4044950" y="4156075"/>
          <p14:tracePt t="9706" x="4057650" y="4170363"/>
          <p14:tracePt t="9707" x="4071938" y="4170363"/>
          <p14:tracePt t="9709" x="4071938" y="4183063"/>
          <p14:tracePt t="9710" x="4084638" y="4183063"/>
          <p14:tracePt t="9712" x="4098925" y="4183063"/>
          <p14:tracePt t="9714" x="4113213" y="4197350"/>
          <p14:tracePt t="9716" x="4125913" y="4197350"/>
          <p14:tracePt t="9719" x="4140200" y="4210050"/>
          <p14:tracePt t="9721" x="4154488" y="4210050"/>
          <p14:tracePt t="9724" x="4167188" y="4224338"/>
          <p14:tracePt t="9725" x="4181475" y="4238625"/>
          <p14:tracePt t="9730" x="4195763" y="4238625"/>
          <p14:tracePt t="9731" x="4195763" y="4251325"/>
          <p14:tracePt t="9737" x="4208463" y="4265613"/>
          <p14:tracePt t="9742" x="4208463" y="4279900"/>
          <p14:tracePt t="9744" x="4222750" y="4279900"/>
          <p14:tracePt t="9749" x="4222750" y="4292600"/>
          <p14:tracePt t="9752" x="4235450" y="4292600"/>
          <p14:tracePt t="9758" x="4235450" y="4306888"/>
          <p14:tracePt t="9764" x="4235450" y="4321175"/>
          <p14:tracePt t="9770" x="4235450" y="4333875"/>
          <p14:tracePt t="9773" x="4222750" y="4333875"/>
          <p14:tracePt t="9779" x="4222750" y="4348163"/>
          <p14:tracePt t="9782" x="4208463" y="4348163"/>
          <p14:tracePt t="9786" x="4208463" y="4362450"/>
          <p14:tracePt t="9789" x="4195763" y="4362450"/>
          <p14:tracePt t="9793" x="4181475" y="4362450"/>
          <p14:tracePt t="9794" x="4181475" y="4375150"/>
          <p14:tracePt t="9797" x="4167188" y="4375150"/>
          <p14:tracePt t="9799" x="4154488" y="4375150"/>
          <p14:tracePt t="9800" x="4154488" y="4389438"/>
          <p14:tracePt t="9802" x="4140200" y="4389438"/>
          <p14:tracePt t="9803" x="4125913" y="4402138"/>
          <p14:tracePt t="9805" x="4113213" y="4402138"/>
          <p14:tracePt t="9807" x="4113213" y="4416425"/>
          <p14:tracePt t="9808" x="4098925" y="4416425"/>
          <p14:tracePt t="9810" x="4071938" y="4430713"/>
          <p14:tracePt t="9813" x="4057650" y="4430713"/>
          <p14:tracePt t="9814" x="4044950" y="4443413"/>
          <p14:tracePt t="9815" x="4030663" y="4443413"/>
          <p14:tracePt t="9817" x="4016375" y="4457700"/>
          <p14:tracePt t="9820" x="3975100" y="4471988"/>
          <p14:tracePt t="9821" x="3962400" y="4484688"/>
          <p14:tracePt t="9822" x="3933825" y="4484688"/>
          <p14:tracePt t="9824" x="3921125" y="4498975"/>
          <p14:tracePt t="9826" x="3906838" y="4513263"/>
          <p14:tracePt t="9827" x="3865563" y="4525963"/>
          <p14:tracePt t="9829" x="3852863" y="4525963"/>
          <p14:tracePt t="9829" x="3838575" y="4540250"/>
          <p14:tracePt t="9830" x="3811588" y="4540250"/>
          <p14:tracePt t="9831" x="3797300" y="4552950"/>
          <p14:tracePt t="9832" x="3770313" y="4567238"/>
          <p14:tracePt t="9834" x="3743325" y="4581525"/>
          <p14:tracePt t="9835" x="3714750" y="4581525"/>
          <p14:tracePt t="9836" x="3687763" y="4608513"/>
          <p14:tracePt t="9838" x="3673475" y="4622800"/>
          <p14:tracePt t="9840" x="3632200" y="4622800"/>
          <p14:tracePt t="9841" x="3605213" y="4635500"/>
          <p14:tracePt t="9843" x="3592513" y="4664075"/>
          <p14:tracePt t="9844" x="3563938" y="4664075"/>
          <p14:tracePt t="9844" x="3536950" y="4676775"/>
          <p14:tracePt t="9845" x="3509963" y="4691063"/>
          <p14:tracePt t="9848" x="3481388" y="4718050"/>
          <p14:tracePt t="9849" x="3468688" y="4718050"/>
          <p14:tracePt t="9849" x="3441700" y="4732338"/>
          <p14:tracePt t="9851" x="3413125" y="4745038"/>
          <p14:tracePt t="9853" x="3400425" y="4745038"/>
          <p14:tracePt t="9855" x="3386138" y="4759325"/>
          <p14:tracePt t="9856" x="3359150" y="4773613"/>
          <p14:tracePt t="9856" x="3344863" y="4773613"/>
          <p14:tracePt t="9857" x="3317875" y="4800600"/>
          <p14:tracePt t="9858" x="3303588" y="4814888"/>
          <p14:tracePt t="9862" x="3262313" y="4841875"/>
          <p14:tracePt t="9863" x="3249613" y="4868863"/>
          <p14:tracePt t="9864" x="3221038" y="4883150"/>
          <p14:tracePt t="9865" x="3194050" y="4910138"/>
          <p14:tracePt t="9869" x="3167063" y="4924425"/>
          <p14:tracePt t="9870" x="3140075" y="4951413"/>
          <p14:tracePt t="9871" x="3125788" y="4951413"/>
          <p14:tracePt t="9872" x="3111500" y="4965700"/>
          <p14:tracePt t="9873" x="3098800" y="4978400"/>
          <p14:tracePt t="9876" x="3070225" y="5006975"/>
          <p14:tracePt t="9877" x="3057525" y="5006975"/>
          <p14:tracePt t="9879" x="3043238" y="5019675"/>
          <p14:tracePt t="9881" x="3028950" y="5033963"/>
          <p14:tracePt t="9883" x="3001963" y="5060950"/>
          <p14:tracePt t="9884" x="2989263" y="5060950"/>
          <p14:tracePt t="9884" x="2974975" y="5075238"/>
          <p14:tracePt t="9886" x="2960688" y="5087938"/>
          <p14:tracePt t="9890" x="2933700" y="5116513"/>
          <p14:tracePt t="9893" x="2919413" y="5129213"/>
          <p14:tracePt t="9894" x="2892425" y="5143500"/>
          <p14:tracePt t="9895" x="2878138" y="5143500"/>
          <p14:tracePt t="9897" x="2865438" y="5157788"/>
          <p14:tracePt t="9897" x="2838450" y="5170488"/>
          <p14:tracePt t="9899" x="2824163" y="5170488"/>
          <p14:tracePt t="9900" x="2809875" y="5170488"/>
          <p14:tracePt t="9902" x="2797175" y="5184775"/>
          <p14:tracePt t="9903" x="2782888" y="5184775"/>
          <p14:tracePt t="9904" x="2768600" y="5199063"/>
          <p14:tracePt t="9906" x="2755900" y="5199063"/>
          <p14:tracePt t="9908" x="2741613" y="5211763"/>
          <p14:tracePt t="9910" x="2728913" y="5211763"/>
          <p14:tracePt t="9913" x="2714625" y="5226050"/>
          <p14:tracePt t="9913" x="2700338" y="5226050"/>
          <p14:tracePt t="9915" x="2687638" y="5226050"/>
          <p14:tracePt t="9918" x="2673350" y="5238750"/>
          <p14:tracePt t="9919" x="2659063" y="5238750"/>
          <p14:tracePt t="9922" x="2646363" y="5253038"/>
          <p14:tracePt t="9925" x="2632075" y="5253038"/>
          <p14:tracePt t="9925" x="2632075" y="5267325"/>
          <p14:tracePt t="9926" x="2617788" y="5267325"/>
          <p14:tracePt t="9927" x="2605088" y="5267325"/>
          <p14:tracePt t="9930" x="2590800" y="5280025"/>
          <p14:tracePt t="9933" x="2563813" y="5280025"/>
          <p14:tracePt t="9935" x="2563813" y="5294313"/>
          <p14:tracePt t="9938" x="2549525" y="5294313"/>
          <p14:tracePt t="9940" x="2536825" y="5294313"/>
          <p14:tracePt t="9942" x="2536825" y="5308600"/>
          <p14:tracePt t="9944" x="2522538" y="5321300"/>
          <p14:tracePt t="9946" x="2508250" y="5321300"/>
          <p14:tracePt t="9948" x="2508250" y="5335588"/>
          <p14:tracePt t="9951" x="2495550" y="5335588"/>
          <p14:tracePt t="9955" x="2481263" y="5349875"/>
          <p14:tracePt t="9960" x="2481263" y="5362575"/>
          <p14:tracePt t="9962" x="2481263" y="5376863"/>
          <p14:tracePt t="9963" x="2466975" y="5376863"/>
          <p14:tracePt t="9968" x="2454275" y="5391150"/>
          <p14:tracePt t="9974" x="2454275" y="5403850"/>
          <p14:tracePt t="9980" x="2439988" y="5418138"/>
          <p14:tracePt t="9983" x="2439988" y="5430838"/>
          <p14:tracePt t="9989" x="2439988" y="5445125"/>
          <p14:tracePt t="9990" x="2427288" y="5445125"/>
          <p14:tracePt t="9992" x="2427288" y="5459413"/>
          <p14:tracePt t="9997" x="2413000" y="5472113"/>
          <p14:tracePt t="10000" x="2413000" y="5486400"/>
          <p14:tracePt t="10004" x="2413000" y="5500688"/>
          <p14:tracePt t="10005" x="2398713" y="5500688"/>
          <p14:tracePt t="10009" x="2398713" y="5513388"/>
          <p14:tracePt t="10015" x="2398713" y="5527675"/>
          <p14:tracePt t="10016" x="2386013" y="5541963"/>
          <p14:tracePt t="10022" x="2371725" y="5554663"/>
          <p14:tracePt t="10026" x="2371725" y="5568950"/>
          <p14:tracePt t="10028" x="2357438" y="5568950"/>
          <p14:tracePt t="10029" x="2344738" y="5568950"/>
          <p14:tracePt t="10030" x="2344738" y="5581650"/>
          <p14:tracePt t="10033" x="2344738" y="5595938"/>
          <p14:tracePt t="10034" x="2330450" y="5595938"/>
          <p14:tracePt t="10037" x="2316163" y="5595938"/>
          <p14:tracePt t="10039" x="2316163" y="5610225"/>
          <p14:tracePt t="10042" x="2276475" y="5637213"/>
          <p14:tracePt t="10046" x="2247900" y="5637213"/>
          <p14:tracePt t="10047" x="2235200" y="5651500"/>
          <p14:tracePt t="10050" x="2206625" y="5664200"/>
          <p14:tracePt t="10053" x="2193925" y="5664200"/>
          <p14:tracePt t="10054" x="2179638" y="5664200"/>
          <p14:tracePt t="10055" x="2179638" y="5678488"/>
          <p14:tracePt t="10057" x="2165350" y="5678488"/>
          <p14:tracePt t="10058" x="2152650" y="5692775"/>
          <p14:tracePt t="10060" x="2152650" y="5705475"/>
          <p14:tracePt t="10061" x="2138363" y="5705475"/>
          <p14:tracePt t="10064" x="2125663" y="5705475"/>
          <p14:tracePt t="10065" x="2111375" y="5705475"/>
          <p14:tracePt t="10070" x="2097088" y="5719763"/>
          <p14:tracePt t="10073" x="2084388" y="5719763"/>
          <p14:tracePt t="10078" x="2070100" y="5719763"/>
          <p14:tracePt t="10080" x="2055813" y="5719763"/>
          <p14:tracePt t="10085" x="2043113" y="5719763"/>
          <p14:tracePt t="10088" x="2028825" y="5719763"/>
          <p14:tracePt t="10091" x="2014538" y="5734050"/>
          <p14:tracePt t="10093" x="2001838" y="5734050"/>
          <p14:tracePt t="10100" x="1987550" y="5734050"/>
          <p14:tracePt t="10115" x="1974850" y="5734050"/>
          <p14:tracePt t="10160" x="1987550" y="5734050"/>
          <p14:tracePt t="10164" x="2001838" y="5734050"/>
          <p14:tracePt t="10165" x="2014538" y="5734050"/>
          <p14:tracePt t="10168" x="2028825" y="5734050"/>
          <p14:tracePt t="10170" x="2043113" y="5734050"/>
          <p14:tracePt t="10174" x="2055813" y="5734050"/>
          <p14:tracePt t="10175" x="2084388" y="5734050"/>
          <p14:tracePt t="10179" x="2097088" y="5734050"/>
          <p14:tracePt t="10181" x="2111375" y="5734050"/>
          <p14:tracePt t="10182" x="2125663" y="5734050"/>
          <p14:tracePt t="10184" x="2138363" y="5734050"/>
          <p14:tracePt t="10186" x="2165350" y="5734050"/>
          <p14:tracePt t="10189" x="2179638" y="5734050"/>
          <p14:tracePt t="10190" x="2206625" y="5734050"/>
          <p14:tracePt t="10191" x="2220913" y="5734050"/>
          <p14:tracePt t="10194" x="2235200" y="5734050"/>
          <p14:tracePt t="10196" x="2262188" y="5734050"/>
          <p14:tracePt t="10197" x="2289175" y="5734050"/>
          <p14:tracePt t="10199" x="2303463" y="5734050"/>
          <p14:tracePt t="10200" x="2316163" y="5734050"/>
          <p14:tracePt t="10202" x="2330450" y="5734050"/>
          <p14:tracePt t="10203" x="2344738" y="5734050"/>
          <p14:tracePt t="10204" x="2357438" y="5734050"/>
          <p14:tracePt t="10205" x="2371725" y="5734050"/>
          <p14:tracePt t="10206" x="2386013" y="5734050"/>
          <p14:tracePt t="10209" x="2413000" y="5734050"/>
          <p14:tracePt t="10210" x="2427288" y="5734050"/>
          <p14:tracePt t="10211" x="2454275" y="5734050"/>
          <p14:tracePt t="10213" x="2466975" y="5734050"/>
          <p14:tracePt t="10215" x="2481263" y="5734050"/>
          <p14:tracePt t="10216" x="2508250" y="5734050"/>
          <p14:tracePt t="10217" x="2522538" y="5734050"/>
          <p14:tracePt t="10218" x="2549525" y="5734050"/>
          <p14:tracePt t="10220" x="2578100" y="5734050"/>
          <p14:tracePt t="10223" x="2590800" y="5734050"/>
          <p14:tracePt t="10223" x="2617788" y="5734050"/>
          <p14:tracePt t="10224" x="2632075" y="5734050"/>
          <p14:tracePt t="10225" x="2659063" y="5734050"/>
          <p14:tracePt t="10226" x="2673350" y="5734050"/>
          <p14:tracePt t="10230" x="2728913" y="5734050"/>
          <p14:tracePt t="10231" x="2741613" y="5734050"/>
          <p14:tracePt t="10232" x="2782888" y="5734050"/>
          <p14:tracePt t="10232" x="2797175" y="5734050"/>
          <p14:tracePt t="10233" x="2824163" y="5734050"/>
          <p14:tracePt t="10234" x="2851150" y="5734050"/>
          <p14:tracePt t="10237" x="2892425" y="5734050"/>
          <p14:tracePt t="10237" x="2906713" y="5734050"/>
          <p14:tracePt t="10238" x="2919413" y="5734050"/>
          <p14:tracePt t="10239" x="2947988" y="5734050"/>
          <p14:tracePt t="10242" x="2989263" y="5734050"/>
          <p14:tracePt t="10244" x="3057525" y="5734050"/>
          <p14:tracePt t="10244" x="3084513" y="5734050"/>
          <p14:tracePt t="10245" x="3125788" y="5734050"/>
          <p14:tracePt t="10246" x="3167063" y="5734050"/>
          <p14:tracePt t="10247" x="3208338" y="5734050"/>
          <p14:tracePt t="10248" x="3249613" y="5734050"/>
          <p14:tracePt t="10251" x="3330575" y="5734050"/>
          <p14:tracePt t="10251" x="3371850" y="5734050"/>
          <p14:tracePt t="10252" x="3413125" y="5734050"/>
          <p14:tracePt t="10253" x="3468688" y="5734050"/>
          <p14:tracePt t="10254" x="3509963" y="5734050"/>
          <p14:tracePt t="10255" x="3563938" y="5734050"/>
          <p14:tracePt t="10257" x="3605213" y="5734050"/>
          <p14:tracePt t="10258" x="3646488" y="5719763"/>
          <p14:tracePt t="10259" x="3687763" y="5719763"/>
          <p14:tracePt t="10260" x="3729038" y="5719763"/>
          <p14:tracePt t="10261" x="3770313" y="5719763"/>
          <p14:tracePt t="10262" x="3811588" y="5719763"/>
          <p14:tracePt t="10264" x="3852863" y="5719763"/>
          <p14:tracePt t="10265" x="3894138" y="5719763"/>
          <p14:tracePt t="10266" x="3933825" y="5719763"/>
          <p14:tracePt t="10267" x="3975100" y="5719763"/>
          <p14:tracePt t="10268" x="4016375" y="5719763"/>
          <p14:tracePt t="10269" x="4057650" y="5719763"/>
          <p14:tracePt t="10271" x="4084638" y="5719763"/>
          <p14:tracePt t="10272" x="4125913" y="5719763"/>
          <p14:tracePt t="10272" x="4154488" y="5719763"/>
          <p14:tracePt t="10273" x="4181475" y="5719763"/>
          <p14:tracePt t="10274" x="4222750" y="5719763"/>
          <p14:tracePt t="10277" x="4264025" y="5719763"/>
          <p14:tracePt t="10278" x="4291013" y="5719763"/>
          <p14:tracePt t="10279" x="4318000" y="5719763"/>
          <p14:tracePt t="10280" x="4346575" y="5719763"/>
          <p14:tracePt t="10281" x="4373563" y="5719763"/>
          <p14:tracePt t="10282" x="4400550" y="5719763"/>
          <p14:tracePt t="10283" x="4427538" y="5719763"/>
          <p14:tracePt t="10285" x="4456113" y="5719763"/>
          <p14:tracePt t="10286" x="4483100" y="5719763"/>
          <p14:tracePt t="10287" x="4524375" y="5719763"/>
          <p14:tracePt t="10288" x="4551363" y="5719763"/>
          <p14:tracePt t="10289" x="4565650" y="5719763"/>
          <p14:tracePt t="10290" x="4578350" y="5719763"/>
          <p14:tracePt t="10292" x="4606925" y="5719763"/>
          <p14:tracePt t="10295" x="4633913" y="5719763"/>
          <p14:tracePt t="10296" x="4660900" y="5719763"/>
          <p14:tracePt t="10299" x="4716463" y="5719763"/>
          <p14:tracePt t="10301" x="4743450" y="5719763"/>
          <p14:tracePt t="10302" x="4757738" y="5719763"/>
          <p14:tracePt t="10303" x="4797425" y="5719763"/>
          <p14:tracePt t="10306" x="4826000" y="5719763"/>
          <p14:tracePt t="10307" x="4838700" y="5719763"/>
          <p14:tracePt t="10307" x="4852988" y="5719763"/>
          <p14:tracePt t="10308" x="4879975" y="5719763"/>
          <p14:tracePt t="10310" x="4908550" y="5719763"/>
          <p14:tracePt t="10313" x="4921250" y="5719763"/>
          <p14:tracePt t="10314" x="4935538" y="5719763"/>
          <p14:tracePt t="10315" x="4948238" y="5719763"/>
          <p14:tracePt t="10317" x="4976813" y="5719763"/>
          <p14:tracePt t="10319" x="4989513" y="5719763"/>
          <p14:tracePt t="10320" x="5018088" y="5719763"/>
          <p14:tracePt t="10322" x="5045075" y="5719763"/>
          <p14:tracePt t="10324" x="5059363" y="5719763"/>
          <p14:tracePt t="10325" x="5072063" y="5719763"/>
          <p14:tracePt t="10327" x="5086350" y="5719763"/>
          <p14:tracePt t="10328" x="5113338" y="5719763"/>
          <p14:tracePt t="10328" x="5127625" y="5719763"/>
          <p14:tracePt t="10330" x="5140325" y="5719763"/>
          <p14:tracePt t="10333" x="5168900" y="5719763"/>
          <p14:tracePt t="10335" x="5181600" y="5719763"/>
          <p14:tracePt t="10335" x="5195888" y="5719763"/>
          <p14:tracePt t="10336" x="5210175" y="5719763"/>
          <p14:tracePt t="10338" x="5222875" y="5719763"/>
          <p14:tracePt t="10341" x="5264150" y="5719763"/>
          <p14:tracePt t="10343" x="5278438" y="5719763"/>
          <p14:tracePt t="10344" x="5291138" y="5719763"/>
          <p14:tracePt t="10345" x="5305425" y="5719763"/>
          <p14:tracePt t="10348" x="5332413" y="5719763"/>
          <p14:tracePt t="10348" x="5346700" y="5719763"/>
          <p14:tracePt t="10349" x="5360988" y="5719763"/>
          <p14:tracePt t="10350" x="5373688" y="5719763"/>
          <p14:tracePt t="10352" x="5400675" y="5719763"/>
          <p14:tracePt t="10355" x="5441950" y="5719763"/>
          <p14:tracePt t="10356" x="5470525" y="5719763"/>
          <p14:tracePt t="10358" x="5483225" y="5719763"/>
          <p14:tracePt t="10360" x="5511800" y="5719763"/>
          <p14:tracePt t="10362" x="5524500" y="5705475"/>
          <p14:tracePt t="10362" x="5538788" y="5705475"/>
          <p14:tracePt t="10363" x="5565775" y="5705475"/>
          <p14:tracePt t="10364" x="5580063" y="5692775"/>
          <p14:tracePt t="10365" x="5592763" y="5692775"/>
          <p14:tracePt t="10369" x="5621338" y="5692775"/>
          <p14:tracePt t="10369" x="5648325" y="5692775"/>
          <p14:tracePt t="10371" x="5675313" y="5692775"/>
          <p14:tracePt t="10373" x="5689600" y="5692775"/>
          <p14:tracePt t="10373" x="5702300" y="5692775"/>
          <p14:tracePt t="10375" x="5730875" y="5692775"/>
          <p14:tracePt t="10376" x="5757863" y="5692775"/>
          <p14:tracePt t="10379" x="5784850" y="5692775"/>
          <p14:tracePt t="10380" x="5799138" y="5692775"/>
          <p14:tracePt t="10381" x="5813425" y="5692775"/>
          <p14:tracePt t="10382" x="5826125" y="5692775"/>
          <p14:tracePt t="10383" x="5853113" y="5678488"/>
          <p14:tracePt t="10384" x="5867400" y="5678488"/>
          <p14:tracePt t="10385" x="5881688" y="5678488"/>
          <p14:tracePt t="10386" x="5894388" y="5678488"/>
          <p14:tracePt t="10389" x="5908675" y="5678488"/>
          <p14:tracePt t="10390" x="5922963" y="5678488"/>
          <p14:tracePt t="10391" x="5935663" y="5678488"/>
          <p14:tracePt t="10392" x="5949950" y="5678488"/>
          <p14:tracePt t="10394" x="5964238" y="5678488"/>
          <p14:tracePt t="10397" x="5976938" y="5678488"/>
          <p14:tracePt t="10399" x="5991225" y="5678488"/>
          <p14:tracePt t="10400" x="6003925" y="5678488"/>
          <p14:tracePt t="10403" x="6018213" y="5678488"/>
          <p14:tracePt t="10406" x="6032500" y="5678488"/>
          <p14:tracePt t="10412" x="6045200" y="5678488"/>
          <p14:tracePt t="10487" x="6045200" y="5692775"/>
          <p14:tracePt t="10493" x="6059488" y="5705475"/>
          <p14:tracePt t="10496" x="6059488" y="5719763"/>
          <p14:tracePt t="10501" x="6059488" y="5734050"/>
          <p14:tracePt t="10508" x="6059488" y="5746750"/>
          <p14:tracePt t="10514" x="6059488" y="5761038"/>
          <p14:tracePt t="10520" x="6059488" y="5773738"/>
          <p14:tracePt t="10523" x="6059488" y="5788025"/>
          <p14:tracePt t="10530" x="6059488" y="5802313"/>
          <p14:tracePt t="10535" x="6059488" y="5815013"/>
          <p14:tracePt t="10539" x="6045200" y="5815013"/>
          <p14:tracePt t="10542" x="6045200" y="5829300"/>
          <p14:tracePt t="10544" x="6032500" y="5843588"/>
          <p14:tracePt t="10550" x="6032500" y="5856288"/>
          <p14:tracePt t="10551" x="6018213" y="5856288"/>
          <p14:tracePt t="10557" x="6018213" y="5870575"/>
          <p14:tracePt t="10563" x="6003925" y="5870575"/>
          <p14:tracePt t="10564" x="6003925" y="5884863"/>
          <p14:tracePt t="10566" x="6003925" y="5897563"/>
          <p14:tracePt t="10571" x="5991225" y="5897563"/>
          <p14:tracePt t="10573" x="5991225" y="5911850"/>
          <p14:tracePt t="10575" x="5976938" y="5911850"/>
          <p14:tracePt t="10582" x="5976938" y="5924550"/>
          <p14:tracePt t="10585" x="5964238" y="5924550"/>
          <p14:tracePt t="10591" x="5964238" y="5938838"/>
          <p14:tracePt t="10594" x="5949950" y="5938838"/>
          <p14:tracePt t="10596" x="5949950" y="5953125"/>
          <p14:tracePt t="10601" x="5935663" y="5953125"/>
          <p14:tracePt t="10605" x="5922963" y="5953125"/>
          <p14:tracePt t="10607" x="5922963" y="5965825"/>
          <p14:tracePt t="10608" x="5908675" y="5965825"/>
          <p14:tracePt t="10613" x="5894388" y="5965825"/>
          <p14:tracePt t="10615" x="5881688" y="5965825"/>
          <p14:tracePt t="10619" x="5867400" y="5965825"/>
          <p14:tracePt t="10619" x="5867400" y="5980113"/>
          <p14:tracePt t="10620" x="5853113" y="5980113"/>
          <p14:tracePt t="10622" x="5840413" y="5980113"/>
          <p14:tracePt t="10626" x="5813425" y="5980113"/>
          <p14:tracePt t="10627" x="5813425" y="5994400"/>
          <p14:tracePt t="10630" x="5799138" y="5994400"/>
          <p14:tracePt t="10632" x="5784850" y="5994400"/>
          <p14:tracePt t="10633" x="5772150" y="5994400"/>
          <p14:tracePt t="10634" x="5757863" y="5994400"/>
          <p14:tracePt t="10638" x="5743575" y="6007100"/>
          <p14:tracePt t="10640" x="5730875" y="6007100"/>
          <p14:tracePt t="10643" x="5716588" y="6007100"/>
          <p14:tracePt t="10647" x="5702300" y="6007100"/>
          <p14:tracePt t="10649" x="5689600" y="6007100"/>
          <p14:tracePt t="10651" x="5675313" y="6007100"/>
          <p14:tracePt t="10654" x="5662613" y="6007100"/>
          <p14:tracePt t="10658" x="5648325" y="6007100"/>
          <p14:tracePt t="10660" x="5634038" y="6007100"/>
          <p14:tracePt t="10662" x="5621338" y="6007100"/>
          <p14:tracePt t="10665" x="5607050" y="6007100"/>
          <p14:tracePt t="10669" x="5592763" y="6007100"/>
          <p14:tracePt t="10671" x="5592763" y="5994400"/>
          <p14:tracePt t="10674" x="5580063" y="5994400"/>
          <p14:tracePt t="10676" x="5565775" y="5994400"/>
          <p14:tracePt t="10679" x="5551488" y="5980113"/>
          <p14:tracePt t="10685" x="5538788" y="5980113"/>
          <p14:tracePt t="10686" x="5538788" y="5965825"/>
          <p14:tracePt t="10690" x="5524500" y="5965825"/>
          <p14:tracePt t="10691" x="5511800" y="5953125"/>
          <p14:tracePt t="10695" x="5511800" y="5938838"/>
          <p14:tracePt t="10696" x="5497513" y="5938838"/>
          <p14:tracePt t="10702" x="5483225" y="5924550"/>
          <p14:tracePt t="10704" x="5470525" y="5924550"/>
          <p14:tracePt t="10704" x="5470525" y="5911850"/>
          <p14:tracePt t="10710" x="5470525" y="5897563"/>
          <p14:tracePt t="10712" x="5456238" y="5884863"/>
          <p14:tracePt t="10717" x="5456238" y="5870575"/>
          <p14:tracePt t="10724" x="5456238" y="5856288"/>
          <p14:tracePt t="10732" x="5456238" y="5843588"/>
          <p14:tracePt t="10737" x="5456238" y="5829300"/>
          <p14:tracePt t="10738" x="5470525" y="5829300"/>
          <p14:tracePt t="10740" x="5483225" y="5829300"/>
          <p14:tracePt t="10742" x="5483225" y="5815013"/>
          <p14:tracePt t="10745" x="5497513" y="5815013"/>
          <p14:tracePt t="10746" x="5511800" y="5802313"/>
          <p14:tracePt t="10748" x="5524500" y="5802313"/>
          <p14:tracePt t="10751" x="5551488" y="5802313"/>
          <p14:tracePt t="10752" x="5551488" y="5788025"/>
          <p14:tracePt t="10754" x="5565775" y="5773738"/>
          <p14:tracePt t="10756" x="5580063" y="5773738"/>
          <p14:tracePt t="10757" x="5607050" y="5773738"/>
          <p14:tracePt t="10760" x="5621338" y="5761038"/>
          <p14:tracePt t="10762" x="5634038" y="5746750"/>
          <p14:tracePt t="10764" x="5662613" y="5746750"/>
          <p14:tracePt t="10765" x="5675313" y="5746750"/>
          <p14:tracePt t="10767" x="5689600" y="5746750"/>
          <p14:tracePt t="10769" x="5702300" y="5734050"/>
          <p14:tracePt t="10770" x="5716588" y="5734050"/>
          <p14:tracePt t="10771" x="5730875" y="5734050"/>
          <p14:tracePt t="10774" x="5743575" y="5734050"/>
          <p14:tracePt t="10779" x="5757863" y="5734050"/>
          <p14:tracePt t="10780" x="5772150" y="5734050"/>
          <p14:tracePt t="10822" x="5772150" y="5746750"/>
          <p14:tracePt t="10824" x="5757863" y="5746750"/>
          <p14:tracePt t="10827" x="5730875" y="5773738"/>
          <p14:tracePt t="10829" x="5702300" y="5773738"/>
          <p14:tracePt t="10830" x="5702300" y="5788025"/>
          <p14:tracePt t="10831" x="5689600" y="5788025"/>
          <p14:tracePt t="10832" x="5675313" y="5788025"/>
          <p14:tracePt t="10835" x="5634038" y="5815013"/>
          <p14:tracePt t="10836" x="5621338" y="5829300"/>
          <p14:tracePt t="10837" x="5607050" y="5829300"/>
          <p14:tracePt t="10837" x="5592763" y="5843588"/>
          <p14:tracePt t="10839" x="5580063" y="5843588"/>
          <p14:tracePt t="10841" x="5551488" y="5856288"/>
          <p14:tracePt t="10843" x="5524500" y="5870575"/>
          <p14:tracePt t="10844" x="5511800" y="5870575"/>
          <p14:tracePt t="10845" x="5497513" y="5884863"/>
          <p14:tracePt t="10846" x="5470525" y="5897563"/>
          <p14:tracePt t="10848" x="5441950" y="5897563"/>
          <p14:tracePt t="10849" x="5414963" y="5911850"/>
          <p14:tracePt t="10851" x="5387975" y="5924550"/>
          <p14:tracePt t="10852" x="5373688" y="5924550"/>
          <p14:tracePt t="10855" x="5319713" y="5938838"/>
          <p14:tracePt t="10857" x="5264150" y="5953125"/>
          <p14:tracePt t="10857" x="5249863" y="5965825"/>
          <p14:tracePt t="10859" x="5222875" y="5965825"/>
          <p14:tracePt t="10860" x="5195888" y="5965825"/>
          <p14:tracePt t="10862" x="5127625" y="5980113"/>
          <p14:tracePt t="10864" x="5072063" y="6007100"/>
          <p14:tracePt t="10866" x="5030788" y="6007100"/>
          <p14:tracePt t="10867" x="4989513" y="6007100"/>
          <p14:tracePt t="10869" x="4894263" y="6021388"/>
          <p14:tracePt t="10871" x="4852988" y="6035675"/>
          <p14:tracePt t="10872" x="4811713" y="6035675"/>
          <p14:tracePt t="10873" x="4757738" y="6035675"/>
          <p14:tracePt t="10874" x="4716463" y="6048375"/>
          <p14:tracePt t="10875" x="4606925" y="6048375"/>
          <p14:tracePt t="10877" x="4551363" y="6048375"/>
          <p14:tracePt t="10877" x="4510088" y="6062663"/>
          <p14:tracePt t="10878" x="4456113" y="6062663"/>
          <p14:tracePt t="10880" x="4414838" y="6062663"/>
          <p14:tracePt t="10880" x="4359275" y="6062663"/>
          <p14:tracePt t="10882" x="4235450" y="6062663"/>
          <p14:tracePt t="10884" x="4181475" y="6062663"/>
          <p14:tracePt t="10884" x="4113213" y="6076950"/>
          <p14:tracePt t="10886" x="4044950" y="6089650"/>
          <p14:tracePt t="10887" x="3989388" y="6089650"/>
          <p14:tracePt t="10889" x="3894138" y="6089650"/>
          <p14:tracePt t="10890" x="3838575" y="6089650"/>
          <p14:tracePt t="10891" x="3783013" y="6089650"/>
          <p14:tracePt t="10892" x="3729038" y="6089650"/>
          <p14:tracePt t="10893" x="3687763" y="6089650"/>
          <p14:tracePt t="10894" x="3646488" y="6089650"/>
          <p14:tracePt t="10896" x="3605213" y="6089650"/>
          <p14:tracePt t="10897" x="3563938" y="6089650"/>
          <p14:tracePt t="10897" x="3522663" y="6089650"/>
          <p14:tracePt t="10898" x="3481388" y="6089650"/>
          <p14:tracePt t="10899" x="3427413" y="6089650"/>
          <p14:tracePt t="10900" x="3371850" y="6089650"/>
          <p14:tracePt t="10901" x="3344863" y="6089650"/>
          <p14:tracePt t="10903" x="3290888" y="6089650"/>
          <p14:tracePt t="10903" x="3249613" y="6089650"/>
          <p14:tracePt t="10904" x="3208338" y="6089650"/>
          <p14:tracePt t="10905" x="3167063" y="6089650"/>
          <p14:tracePt t="10906" x="3125788" y="6089650"/>
          <p14:tracePt t="10907" x="3084513" y="6089650"/>
          <p14:tracePt t="10910" x="3043238" y="6089650"/>
          <p14:tracePt t="10910" x="3016250" y="6089650"/>
          <p14:tracePt t="10912" x="2974975" y="6089650"/>
          <p14:tracePt t="10913" x="2933700" y="6089650"/>
          <p14:tracePt t="10915" x="2892425" y="6089650"/>
          <p14:tracePt t="10917" x="2809875" y="6089650"/>
          <p14:tracePt t="10918" x="2768600" y="6103938"/>
          <p14:tracePt t="10919" x="2741613" y="6103938"/>
          <p14:tracePt t="10920" x="2714625" y="6103938"/>
          <p14:tracePt t="10921" x="2687638" y="6103938"/>
          <p14:tracePt t="10922" x="2659063" y="6103938"/>
          <p14:tracePt t="10924" x="2632075" y="6103938"/>
          <p14:tracePt t="10924" x="2590800" y="6103938"/>
          <p14:tracePt t="10925" x="2563813" y="6103938"/>
          <p14:tracePt t="10926" x="2549525" y="6103938"/>
          <p14:tracePt t="10927" x="2536825" y="6103938"/>
          <p14:tracePt t="10928" x="2522538" y="6103938"/>
          <p14:tracePt t="10929" x="2495550" y="6103938"/>
          <p14:tracePt t="10931" x="2466975" y="6103938"/>
          <p14:tracePt t="10932" x="2454275" y="6103938"/>
          <p14:tracePt t="10932" x="2439988" y="6103938"/>
          <p14:tracePt t="10933" x="2413000" y="6103938"/>
          <p14:tracePt t="10934" x="2398713" y="6103938"/>
          <p14:tracePt t="10935" x="2386013" y="6103938"/>
          <p14:tracePt t="10936" x="2371725" y="6103938"/>
          <p14:tracePt t="10937" x="2357438" y="6103938"/>
          <p14:tracePt t="10938" x="2344738" y="6103938"/>
          <p14:tracePt t="10940" x="2330450" y="6103938"/>
          <p14:tracePt t="10941" x="2316163" y="6103938"/>
          <p14:tracePt t="10943" x="2303463" y="6103938"/>
          <p14:tracePt t="10946" x="2289175" y="6103938"/>
          <p14:tracePt t="10981" x="2289175" y="6089650"/>
          <p14:tracePt t="10987" x="2289175" y="6076950"/>
          <p14:tracePt t="10989" x="2289175" y="6062663"/>
          <p14:tracePt t="10992" x="2289175" y="6048375"/>
          <p14:tracePt t="10995" x="2289175" y="6035675"/>
          <p14:tracePt t="10998" x="2289175" y="6021388"/>
          <p14:tracePt t="11001" x="2289175" y="6007100"/>
          <p14:tracePt t="11004" x="2289175" y="5994400"/>
          <p14:tracePt t="11006" x="2289175" y="5980113"/>
          <p14:tracePt t="11008" x="2262188" y="5965825"/>
          <p14:tracePt t="11009" x="2262188" y="5953125"/>
          <p14:tracePt t="11013" x="2262188" y="5938838"/>
          <p14:tracePt t="11015" x="2247900" y="5924550"/>
          <p14:tracePt t="11016" x="2247900" y="5911850"/>
          <p14:tracePt t="11018" x="2235200" y="5897563"/>
          <p14:tracePt t="11022" x="2220913" y="5884863"/>
          <p14:tracePt t="11023" x="2206625" y="5884863"/>
          <p14:tracePt t="11023" x="2206625" y="5856288"/>
          <p14:tracePt t="11025" x="2193925" y="5856288"/>
          <p14:tracePt t="11026" x="2193925" y="5843588"/>
          <p14:tracePt t="11029" x="2165350" y="5829300"/>
          <p14:tracePt t="11031" x="2165350" y="5815013"/>
          <p14:tracePt t="11032" x="2152650" y="5815013"/>
          <p14:tracePt t="11033" x="2152650" y="5802313"/>
          <p14:tracePt t="11035" x="2138363" y="5802313"/>
          <p14:tracePt t="11036" x="2125663" y="5788025"/>
          <p14:tracePt t="11039" x="2111375" y="5773738"/>
          <p14:tracePt t="11043" x="2097088" y="5761038"/>
          <p14:tracePt t="11046" x="2084388" y="5761038"/>
          <p14:tracePt t="11047" x="2070100" y="5746750"/>
          <p14:tracePt t="11047" x="2070100" y="5734050"/>
          <p14:tracePt t="11052" x="2070100" y="5719763"/>
          <p14:tracePt t="11052" x="2055813" y="5719763"/>
          <p14:tracePt t="11059" x="2055813" y="5705475"/>
          <p14:tracePt t="11065" x="2055813" y="5692775"/>
          <p14:tracePt t="11071" x="2055813" y="5678488"/>
          <p14:tracePt t="11078" x="2055813" y="5664200"/>
          <p14:tracePt t="11082" x="2055813" y="5651500"/>
          <p14:tracePt t="11086" x="2070100" y="5651500"/>
          <p14:tracePt t="11087" x="2070100" y="5637213"/>
          <p14:tracePt t="11088" x="2084388" y="5622925"/>
          <p14:tracePt t="11093" x="2097088" y="5622925"/>
          <p14:tracePt t="11094" x="2097088" y="5610225"/>
          <p14:tracePt t="11095" x="2111375" y="5610225"/>
          <p14:tracePt t="11098" x="2125663" y="5610225"/>
          <p14:tracePt t="11099" x="2125663" y="5595938"/>
          <p14:tracePt t="11101" x="2138363" y="5595938"/>
          <p14:tracePt t="11105" x="2138363" y="5581650"/>
          <p14:tracePt t="11106" x="2152650" y="5568950"/>
          <p14:tracePt t="11112" x="2152650" y="5554663"/>
          <p14:tracePt t="11116" x="2165350" y="5554663"/>
          <p14:tracePt t="11119" x="2165350" y="5541963"/>
          <p14:tracePt t="11122" x="2179638" y="5527675"/>
          <p14:tracePt t="11127" x="2179638" y="5513388"/>
          <p14:tracePt t="11129" x="2179638" y="5500688"/>
          <p14:tracePt t="11137" x="2179638" y="5486400"/>
          <p14:tracePt t="11141" x="2179638" y="5472113"/>
          <p14:tracePt t="11142" x="2179638" y="5459413"/>
          <p14:tracePt t="11149" x="2179638" y="5445125"/>
          <p14:tracePt t="11153" x="2179638" y="5430838"/>
          <p14:tracePt t="11155" x="2165350" y="5430838"/>
          <p14:tracePt t="11157" x="2165350" y="5418138"/>
          <p14:tracePt t="11159" x="2165350" y="5403850"/>
          <p14:tracePt t="11164" x="2165350" y="5391150"/>
          <p14:tracePt t="11167" x="2152650" y="5391150"/>
          <p14:tracePt t="11168" x="2152650" y="5376863"/>
          <p14:tracePt t="11177" x="2152650" y="5362575"/>
          <p14:tracePt t="11181" x="2152650" y="5349875"/>
          <p14:tracePt t="11195" x="2152650" y="5335588"/>
          <p14:tracePt t="11203" x="2152650" y="5321300"/>
          <p14:tracePt t="11224" x="2165350" y="5321300"/>
          <p14:tracePt t="11229" x="2165350" y="5308600"/>
          <p14:tracePt t="11252" x="2179638" y="5308600"/>
          <p14:tracePt t="11339" x="2193925" y="5308600"/>
          <p14:tracePt t="11341" x="2206625" y="5308600"/>
          <p14:tracePt t="11342" x="2206625" y="5294313"/>
          <p14:tracePt t="11344" x="2235200" y="5294313"/>
          <p14:tracePt t="11345" x="2247900" y="5294313"/>
          <p14:tracePt t="11348" x="2276475" y="5294313"/>
          <p14:tracePt t="11350" x="2303463" y="5294313"/>
          <p14:tracePt t="11351" x="2316163" y="5294313"/>
          <p14:tracePt t="11352" x="2330450" y="5294313"/>
          <p14:tracePt t="11352" x="2344738" y="5294313"/>
          <p14:tracePt t="11353" x="2371725" y="5294313"/>
          <p14:tracePt t="11354" x="2386013" y="5294313"/>
          <p14:tracePt t="11355" x="2398713" y="5294313"/>
          <p14:tracePt t="11358" x="2427288" y="5294313"/>
          <p14:tracePt t="11359" x="2466975" y="5294313"/>
          <p14:tracePt t="11362" x="2495550" y="5294313"/>
          <p14:tracePt t="11362" x="2522538" y="5280025"/>
          <p14:tracePt t="11363" x="2549525" y="5280025"/>
          <p14:tracePt t="11366" x="2578100" y="5280025"/>
          <p14:tracePt t="11366" x="2605088" y="5280025"/>
          <p14:tracePt t="11368" x="2617788" y="5280025"/>
          <p14:tracePt t="11369" x="2646363" y="5280025"/>
          <p14:tracePt t="11372" x="2673350" y="5280025"/>
          <p14:tracePt t="11374" x="2700338" y="5280025"/>
          <p14:tracePt t="11376" x="2755900" y="5280025"/>
          <p14:tracePt t="11377" x="2782888" y="5280025"/>
          <p14:tracePt t="11379" x="2809875" y="5280025"/>
          <p14:tracePt t="11382" x="2838450" y="5280025"/>
          <p14:tracePt t="11383" x="2865438" y="5280025"/>
          <p14:tracePt t="11386" x="2906713" y="5280025"/>
          <p14:tracePt t="11388" x="2947988" y="5280025"/>
          <p14:tracePt t="11389" x="2989263" y="5280025"/>
          <p14:tracePt t="11391" x="3028950" y="5280025"/>
          <p14:tracePt t="11391" x="3057525" y="5280025"/>
          <p14:tracePt t="11392" x="3084513" y="5280025"/>
          <p14:tracePt t="11393" x="3125788" y="5294313"/>
          <p14:tracePt t="11397" x="3194050" y="5294313"/>
          <p14:tracePt t="11398" x="3221038" y="5294313"/>
          <p14:tracePt t="11398" x="3262313" y="5294313"/>
          <p14:tracePt t="11399" x="3290888" y="5294313"/>
          <p14:tracePt t="11400" x="3330575" y="5294313"/>
          <p14:tracePt t="11401" x="3359150" y="5294313"/>
          <p14:tracePt t="11403" x="3400425" y="5308600"/>
          <p14:tracePt t="11404" x="3427413" y="5308600"/>
          <p14:tracePt t="11404" x="3468688" y="5321300"/>
          <p14:tracePt t="11405" x="3495675" y="5321300"/>
          <p14:tracePt t="11407" x="3522663" y="5335588"/>
          <p14:tracePt t="11407" x="3551238" y="5335588"/>
          <p14:tracePt t="11408" x="3592513" y="5335588"/>
          <p14:tracePt t="11410" x="3619500" y="5335588"/>
          <p14:tracePt t="11411" x="3660775" y="5335588"/>
          <p14:tracePt t="11412" x="3702050" y="5335588"/>
          <p14:tracePt t="11414" x="3743325" y="5349875"/>
          <p14:tracePt t="11416" x="3783013" y="5349875"/>
          <p14:tracePt t="11418" x="3824288" y="5362575"/>
          <p14:tracePt t="11418" x="3865563" y="5362575"/>
          <p14:tracePt t="11419" x="3906838" y="5376863"/>
          <p14:tracePt t="11421" x="3933825" y="5376863"/>
          <p14:tracePt t="11423" x="3948113" y="5376863"/>
          <p14:tracePt t="11425" x="3975100" y="5376863"/>
          <p14:tracePt t="11425" x="4016375" y="5376863"/>
          <p14:tracePt t="11426" x="4044950" y="5376863"/>
          <p14:tracePt t="11429" x="4084638" y="5391150"/>
          <p14:tracePt t="11430" x="4113213" y="5403850"/>
          <p14:tracePt t="11431" x="4140200" y="5403850"/>
          <p14:tracePt t="11432" x="4167188" y="5403850"/>
          <p14:tracePt t="11433" x="4195763" y="5403850"/>
          <p14:tracePt t="11434" x="4222750" y="5403850"/>
          <p14:tracePt t="11435" x="4249738" y="5418138"/>
          <p14:tracePt t="11438" x="4276725" y="5418138"/>
          <p14:tracePt t="11439" x="4305300" y="5418138"/>
          <p14:tracePt t="11439" x="4332288" y="5418138"/>
          <p14:tracePt t="11440" x="4373563" y="5430838"/>
          <p14:tracePt t="11441" x="4400550" y="5445125"/>
          <p14:tracePt t="11443" x="4427538" y="5445125"/>
          <p14:tracePt t="11446" x="4456113" y="5445125"/>
          <p14:tracePt t="11446" x="4483100" y="5445125"/>
          <p14:tracePt t="11447" x="4497388" y="5445125"/>
          <p14:tracePt t="11450" x="4524375" y="5459413"/>
          <p14:tracePt t="11452" x="4578350" y="5459413"/>
          <p14:tracePt t="11453" x="4592638" y="5459413"/>
          <p14:tracePt t="11454" x="4619625" y="5459413"/>
          <p14:tracePt t="11455" x="4633913" y="5472113"/>
          <p14:tracePt t="11456" x="4660900" y="5472113"/>
          <p14:tracePt t="11457" x="4675188" y="5472113"/>
          <p14:tracePt t="11459" x="4687888" y="5472113"/>
          <p14:tracePt t="11459" x="4716463" y="5486400"/>
          <p14:tracePt t="11460" x="4729163" y="5486400"/>
          <p14:tracePt t="11461" x="4757738" y="5500688"/>
          <p14:tracePt t="11463" x="4784725" y="5500688"/>
          <p14:tracePt t="11465" x="4797425" y="5513388"/>
          <p14:tracePt t="11466" x="4838700" y="5527675"/>
          <p14:tracePt t="11469" x="4852988" y="5541963"/>
          <p14:tracePt t="11470" x="4867275" y="5541963"/>
          <p14:tracePt t="11470" x="4894263" y="5541963"/>
          <p14:tracePt t="11472" x="4908550" y="5554663"/>
          <p14:tracePt t="11474" x="4921250" y="5568950"/>
          <p14:tracePt t="11474" x="4948238" y="5568950"/>
          <p14:tracePt t="11476" x="4962525" y="5581650"/>
          <p14:tracePt t="11478" x="4976813" y="5581650"/>
          <p14:tracePt t="11480" x="5003800" y="5595938"/>
          <p14:tracePt t="11481" x="5018088" y="5610225"/>
          <p14:tracePt t="11482" x="5045075" y="5610225"/>
          <p14:tracePt t="11484" x="5059363" y="5622925"/>
          <p14:tracePt t="11487" x="5086350" y="5637213"/>
          <p14:tracePt t="11488" x="5099050" y="5637213"/>
          <p14:tracePt t="11489" x="5099050" y="5651500"/>
          <p14:tracePt t="11489" x="5113338" y="5651500"/>
          <p14:tracePt t="11490" x="5127625" y="5651500"/>
          <p14:tracePt t="11491" x="5140325" y="5651500"/>
          <p14:tracePt t="11493" x="5154613" y="5664200"/>
          <p14:tracePt t="11494" x="5168900" y="5678488"/>
          <p14:tracePt t="11496" x="5195888" y="5678488"/>
          <p14:tracePt t="11497" x="5195888" y="5692775"/>
          <p14:tracePt t="11498" x="5210175" y="5692775"/>
          <p14:tracePt t="11500" x="5222875" y="5705475"/>
          <p14:tracePt t="11502" x="5237163" y="5705475"/>
          <p14:tracePt t="11504" x="5264150" y="5719763"/>
          <p14:tracePt t="11505" x="5264150" y="5734050"/>
          <p14:tracePt t="11507" x="5278438" y="5734050"/>
          <p14:tracePt t="11508" x="5291138" y="5746750"/>
          <p14:tracePt t="11510" x="5305425" y="5746750"/>
          <p14:tracePt t="11512" x="5319713" y="5746750"/>
          <p14:tracePt t="11515" x="5332413" y="5761038"/>
          <p14:tracePt t="11518" x="5346700" y="5761038"/>
          <p14:tracePt t="11520" x="5346700" y="5773738"/>
          <p14:tracePt t="11521" x="5360988" y="5788025"/>
          <p14:tracePt t="11523" x="5373688" y="5788025"/>
          <p14:tracePt t="11527" x="5387975" y="5788025"/>
          <p14:tracePt t="11530" x="5400675" y="5802313"/>
          <p14:tracePt t="11534" x="5414963" y="5802313"/>
          <p14:tracePt t="11536" x="5429250" y="5802313"/>
          <p14:tracePt t="11538" x="5441950" y="5815013"/>
          <p14:tracePt t="11542" x="5456238" y="5829300"/>
          <p14:tracePt t="11546" x="5483225" y="5829300"/>
          <p14:tracePt t="11551" x="5497513" y="5843588"/>
          <p14:tracePt t="11553" x="5511800" y="5843588"/>
          <p14:tracePt t="11555" x="5524500" y="5843588"/>
          <p14:tracePt t="11559" x="5538788" y="5856288"/>
          <p14:tracePt t="11563" x="5551488" y="5856288"/>
          <p14:tracePt t="11566" x="5565775" y="5870575"/>
          <p14:tracePt t="11568" x="5580063" y="5870575"/>
          <p14:tracePt t="11570" x="5580063" y="5884863"/>
          <p14:tracePt t="11573" x="5592763" y="5884863"/>
          <p14:tracePt t="11577" x="5607050" y="5897563"/>
          <p14:tracePt t="11579" x="5621338" y="5897563"/>
          <p14:tracePt t="11580" x="5634038" y="5897563"/>
          <p14:tracePt t="11584" x="5648325" y="5911850"/>
          <p14:tracePt t="11586" x="5662613" y="5911850"/>
          <p14:tracePt t="11588" x="5675313" y="5911850"/>
          <p14:tracePt t="11591" x="5689600" y="5924550"/>
          <p14:tracePt t="11593" x="5702300" y="5924550"/>
          <p14:tracePt t="11595" x="5716588" y="5938838"/>
          <p14:tracePt t="11598" x="5743575" y="5938838"/>
          <p14:tracePt t="11601" x="5757863" y="5953125"/>
          <p14:tracePt t="11602" x="5772150" y="5953125"/>
          <p14:tracePt t="11605" x="5784850" y="5953125"/>
          <p14:tracePt t="11606" x="5799138" y="5953125"/>
          <p14:tracePt t="11609" x="5826125" y="5953125"/>
          <p14:tracePt t="11612" x="5840413" y="5953125"/>
          <p14:tracePt t="11614" x="5853113" y="5953125"/>
          <p14:tracePt t="11617" x="5881688" y="5953125"/>
          <p14:tracePt t="11619" x="5881688" y="5965825"/>
          <p14:tracePt t="11621" x="5894388" y="5965825"/>
          <p14:tracePt t="11623" x="5908675" y="5965825"/>
          <p14:tracePt t="11625" x="5922963" y="5965825"/>
          <p14:tracePt t="11629" x="5935663" y="5965825"/>
          <p14:tracePt t="11719" x="5935663" y="5980113"/>
          <p14:tracePt t="11720" x="5922963" y="5980113"/>
          <p14:tracePt t="11724" x="5908675" y="5980113"/>
          <p14:tracePt t="11728" x="5894388" y="5980113"/>
          <p14:tracePt t="11732" x="5881688" y="5994400"/>
          <p14:tracePt t="11733" x="5867400" y="5994400"/>
          <p14:tracePt t="11738" x="5853113" y="5994400"/>
          <p14:tracePt t="11742" x="5840413" y="5994400"/>
          <p14:tracePt t="11746" x="5826125" y="5994400"/>
          <p14:tracePt t="11746" x="5813425" y="5994400"/>
          <p14:tracePt t="11752" x="5799138" y="5994400"/>
          <p14:tracePt t="11758" x="5784850" y="5994400"/>
          <p14:tracePt t="11765" x="5772150" y="5994400"/>
          <p14:tracePt t="11767" x="5757863" y="5994400"/>
          <p14:tracePt t="11773" x="5757863" y="5980113"/>
          <p14:tracePt t="11775" x="5743575" y="5980113"/>
          <p14:tracePt t="11780" x="5743575" y="5965825"/>
          <p14:tracePt t="11782" x="5730875" y="5965825"/>
          <p14:tracePt t="11785" x="5730875" y="5953125"/>
          <p14:tracePt t="11787" x="5730875" y="5938838"/>
          <p14:tracePt t="11791" x="5716588" y="5924550"/>
          <p14:tracePt t="11793" x="5716588" y="5911850"/>
          <p14:tracePt t="11797" x="5702300" y="5884863"/>
          <p14:tracePt t="11801" x="5702300" y="5870575"/>
          <p14:tracePt t="11803" x="5702300" y="5843588"/>
          <p14:tracePt t="11807" x="5702300" y="5829300"/>
          <p14:tracePt t="11808" x="5702300" y="5815013"/>
          <p14:tracePt t="11809" x="5702300" y="5802313"/>
          <p14:tracePt t="11812" x="5702300" y="5788025"/>
          <p14:tracePt t="11813" x="5702300" y="5773738"/>
          <p14:tracePt t="11815" x="5702300" y="5761038"/>
          <p14:tracePt t="11818" x="5702300" y="5746750"/>
          <p14:tracePt t="11820" x="5702300" y="5734050"/>
          <p14:tracePt t="11821" x="5702300" y="5719763"/>
          <p14:tracePt t="11823" x="5702300" y="5705475"/>
          <p14:tracePt t="11828" x="5702300" y="5692775"/>
          <p14:tracePt t="11831" x="5702300" y="5678488"/>
          <p14:tracePt t="11835" x="5702300" y="5664200"/>
          <p14:tracePt t="11838" x="5702300" y="5651500"/>
          <p14:tracePt t="11842" x="5702300" y="5637213"/>
          <p14:tracePt t="11850" x="5702300" y="5622925"/>
          <p14:tracePt t="11857" x="5716588" y="5622925"/>
          <p14:tracePt t="11862" x="5730875" y="5610225"/>
          <p14:tracePt t="11864" x="5743575" y="5610225"/>
          <p14:tracePt t="11869" x="5743575" y="5595938"/>
          <p14:tracePt t="11871" x="5757863" y="5595938"/>
          <p14:tracePt t="11878" x="5784850" y="5595938"/>
          <p14:tracePt t="11883" x="5799138" y="5595938"/>
          <p14:tracePt t="11886" x="5813425" y="5595938"/>
          <p14:tracePt t="11889" x="5826125" y="5595938"/>
          <p14:tracePt t="11891" x="5840413" y="5595938"/>
          <p14:tracePt t="11893" x="5853113" y="5595938"/>
          <p14:tracePt t="11896" x="5867400" y="5595938"/>
          <p14:tracePt t="11899" x="5881688" y="5595938"/>
          <p14:tracePt t="11901" x="5894388" y="5595938"/>
          <p14:tracePt t="11904" x="5908675" y="5595938"/>
          <p14:tracePt t="11906" x="5922963" y="5595938"/>
          <p14:tracePt t="11911" x="5949950" y="5595938"/>
          <p14:tracePt t="11915" x="5964238" y="5595938"/>
          <p14:tracePt t="11918" x="5976938" y="5595938"/>
          <p14:tracePt t="11923" x="5991225" y="5595938"/>
          <p14:tracePt t="11925" x="6003925" y="5595938"/>
          <p14:tracePt t="11932" x="6003925" y="5610225"/>
          <p14:tracePt t="11934" x="6018213" y="5610225"/>
          <p14:tracePt t="11939" x="6018213" y="5622925"/>
          <p14:tracePt t="11941" x="6032500" y="5622925"/>
          <p14:tracePt t="11945" x="6032500" y="5637213"/>
          <p14:tracePt t="11949" x="6032500" y="5651500"/>
          <p14:tracePt t="11950" x="6032500" y="5664200"/>
          <p14:tracePt t="11951" x="6045200" y="5664200"/>
          <p14:tracePt t="11956" x="6045200" y="5678488"/>
          <p14:tracePt t="11961" x="6045200" y="5692775"/>
          <p14:tracePt t="11966" x="6045200" y="5705475"/>
          <p14:tracePt t="11967" x="6045200" y="5719763"/>
          <p14:tracePt t="11973" x="6045200" y="5734050"/>
          <p14:tracePt t="11977" x="6045200" y="5746750"/>
          <p14:tracePt t="11980" x="6032500" y="5746750"/>
          <p14:tracePt t="11980" x="6032500" y="5761038"/>
          <p14:tracePt t="11982" x="6018213" y="5761038"/>
          <p14:tracePt t="11984" x="6018213" y="5773738"/>
          <p14:tracePt t="11986" x="6003925" y="5773738"/>
          <p14:tracePt t="11987" x="5991225" y="5773738"/>
          <p14:tracePt t="11989" x="5976938" y="5788025"/>
          <p14:tracePt t="11994" x="5964238" y="5788025"/>
          <p14:tracePt t="11996" x="5935663" y="5815013"/>
          <p14:tracePt t="12001" x="5922963" y="5815013"/>
          <p14:tracePt t="12003" x="5908675" y="5829300"/>
          <p14:tracePt t="12006" x="5894388" y="5829300"/>
          <p14:tracePt t="12009" x="5881688" y="5829300"/>
          <p14:tracePt t="12015" x="5867400" y="5829300"/>
          <p14:tracePt t="12020" x="5867400" y="5843588"/>
          <p14:tracePt t="12027" x="5853113" y="5843588"/>
          <p14:tracePt t="12422" x="5840413" y="5843588"/>
          <p14:tracePt t="12424" x="5826125" y="5843588"/>
          <p14:tracePt t="12426" x="5813425" y="5843588"/>
          <p14:tracePt t="12426" x="5799138" y="5843588"/>
          <p14:tracePt t="12428" x="5784850" y="5843588"/>
          <p14:tracePt t="12430" x="5757863" y="5843588"/>
          <p14:tracePt t="12431" x="5757863" y="5829300"/>
          <p14:tracePt t="12431" x="5743575" y="5829300"/>
          <p14:tracePt t="12432" x="5716588" y="5815013"/>
          <p14:tracePt t="12433" x="5702300" y="5815013"/>
          <p14:tracePt t="12434" x="5689600" y="5815013"/>
          <p14:tracePt t="12435" x="5675313" y="5815013"/>
          <p14:tracePt t="12437" x="5662613" y="5802313"/>
          <p14:tracePt t="12438" x="5634038" y="5802313"/>
          <p14:tracePt t="12439" x="5621338" y="5802313"/>
          <p14:tracePt t="12439" x="5607050" y="5802313"/>
          <p14:tracePt t="12440" x="5592763" y="5788025"/>
          <p14:tracePt t="12441" x="5551488" y="5788025"/>
          <p14:tracePt t="12442" x="5524500" y="5788025"/>
          <p14:tracePt t="12443" x="5511800" y="5773738"/>
          <p14:tracePt t="12445" x="5497513" y="5773738"/>
          <p14:tracePt t="12446" x="5456238" y="5773738"/>
          <p14:tracePt t="12447" x="5429250" y="5761038"/>
          <p14:tracePt t="12448" x="5400675" y="5761038"/>
          <p14:tracePt t="12450" x="5387975" y="5761038"/>
          <p14:tracePt t="12451" x="5360988" y="5746750"/>
          <p14:tracePt t="12452" x="5332413" y="5746750"/>
          <p14:tracePt t="12453" x="5319713" y="5734050"/>
          <p14:tracePt t="12454" x="5291138" y="5719763"/>
          <p14:tracePt t="12455" x="5264150" y="5719763"/>
          <p14:tracePt t="12456" x="5222875" y="5719763"/>
          <p14:tracePt t="12459" x="5181600" y="5719763"/>
          <p14:tracePt t="12460" x="5154613" y="5705475"/>
          <p14:tracePt t="12460" x="5113338" y="5705475"/>
          <p14:tracePt t="12461" x="5086350" y="5692775"/>
          <p14:tracePt t="12462" x="5045075" y="5678488"/>
          <p14:tracePt t="12463" x="5003800" y="5678488"/>
          <p14:tracePt t="12464" x="4962525" y="5678488"/>
          <p14:tracePt t="12466" x="4921250" y="5678488"/>
          <p14:tracePt t="12474" x="4687888" y="5637213"/>
          <p14:tracePt t="12475" x="4633913" y="5637213"/>
          <p14:tracePt t="12475" x="4578350" y="5622925"/>
          <p14:tracePt t="12476" x="4524375" y="5622925"/>
          <p14:tracePt t="12477" x="4456113" y="5610225"/>
          <p14:tracePt t="12480" x="4359275" y="5595938"/>
          <p14:tracePt t="12481" x="4305300" y="5595938"/>
          <p14:tracePt t="12482" x="4249738" y="5595938"/>
          <p14:tracePt t="12484" x="4208463" y="5581650"/>
          <p14:tracePt t="12487" x="4125913" y="5568950"/>
          <p14:tracePt t="12488" x="4084638" y="5568950"/>
          <p14:tracePt t="12489" x="4057650" y="5568950"/>
          <p14:tracePt t="12490" x="4016375" y="5568950"/>
          <p14:tracePt t="12493" x="3975100" y="5554663"/>
          <p14:tracePt t="12494" x="3894138" y="5541963"/>
          <p14:tracePt t="12495" x="3852863" y="5527675"/>
          <p14:tracePt t="12496" x="3824288" y="5527675"/>
          <p14:tracePt t="12497" x="3797300" y="5527675"/>
          <p14:tracePt t="12498" x="3770313" y="5527675"/>
          <p14:tracePt t="12501" x="3743325" y="5527675"/>
          <p14:tracePt t="12502" x="3714750" y="5513388"/>
          <p14:tracePt t="12505" x="3702050" y="5513388"/>
          <p14:tracePt t="12508" x="3660775" y="5500688"/>
          <p14:tracePt t="12508" x="3632200" y="5500688"/>
          <p14:tracePt t="12510" x="3619500" y="5500688"/>
          <p14:tracePt t="12512" x="3605213" y="5500688"/>
          <p14:tracePt t="12513" x="3592513" y="5500688"/>
          <p14:tracePt t="12515" x="3578225" y="5500688"/>
          <p14:tracePt t="12516" x="3551238" y="5486400"/>
          <p14:tracePt t="12522" x="3536950" y="5486400"/>
          <p14:tracePt t="12524" x="3522663" y="5486400"/>
          <p14:tracePt t="12529" x="3509963" y="5472113"/>
          <p14:tracePt t="12565" x="3495675" y="5472113"/>
          <p14:tracePt t="12569" x="3481388" y="5472113"/>
          <p14:tracePt t="12571" x="3468688" y="5472113"/>
          <p14:tracePt t="12574" x="3454400" y="5472113"/>
          <p14:tracePt t="12577" x="3441700" y="5472113"/>
          <p14:tracePt t="12578" x="3427413" y="5472113"/>
          <p14:tracePt t="12579" x="3413125" y="5472113"/>
          <p14:tracePt t="12582" x="3386138" y="5472113"/>
          <p14:tracePt t="12585" x="3359150" y="5459413"/>
          <p14:tracePt t="12587" x="3330575" y="5459413"/>
          <p14:tracePt t="12588" x="3317875" y="5459413"/>
          <p14:tracePt t="12588" x="3303588" y="5445125"/>
          <p14:tracePt t="12592" x="3249613" y="5445125"/>
          <p14:tracePt t="12592" x="3249613" y="5430838"/>
          <p14:tracePt t="12593" x="3235325" y="5430838"/>
          <p14:tracePt t="12594" x="3208338" y="5430838"/>
          <p14:tracePt t="12598" x="3179763" y="5430838"/>
          <p14:tracePt t="12599" x="3152775" y="5418138"/>
          <p14:tracePt t="12599" x="3140075" y="5418138"/>
          <p14:tracePt t="12600" x="3125788" y="5403850"/>
          <p14:tracePt t="12601" x="3098800" y="5403850"/>
          <p14:tracePt t="12602" x="3070225" y="5403850"/>
          <p14:tracePt t="12605" x="3043238" y="5391150"/>
          <p14:tracePt t="12606" x="3016250" y="5376863"/>
          <p14:tracePt t="12606" x="3001963" y="5376863"/>
          <p14:tracePt t="12608" x="2989263" y="5376863"/>
          <p14:tracePt t="12609" x="2947988" y="5376863"/>
          <p14:tracePt t="12611" x="2919413" y="5362575"/>
          <p14:tracePt t="12612" x="2892425" y="5362575"/>
          <p14:tracePt t="12613" x="2878138" y="5349875"/>
          <p14:tracePt t="12615" x="2851150" y="5335588"/>
          <p14:tracePt t="12616" x="2838450" y="5335588"/>
          <p14:tracePt t="12617" x="2824163" y="5335588"/>
          <p14:tracePt t="12619" x="2768600" y="5321300"/>
          <p14:tracePt t="12621" x="2741613" y="5321300"/>
          <p14:tracePt t="12622" x="2714625" y="5308600"/>
          <p14:tracePt t="12623" x="2700338" y="5308600"/>
          <p14:tracePt t="12626" x="2646363" y="5308600"/>
          <p14:tracePt t="12627" x="2617788" y="5294313"/>
          <p14:tracePt t="12629" x="2590800" y="5294313"/>
          <p14:tracePt t="12631" x="2563813" y="5280025"/>
          <p14:tracePt t="12633" x="2549525" y="5280025"/>
          <p14:tracePt t="12635" x="2522538" y="5280025"/>
          <p14:tracePt t="12637" x="2508250" y="5280025"/>
          <p14:tracePt t="12638" x="2495550" y="5280025"/>
          <p14:tracePt t="12639" x="2481263" y="5267325"/>
          <p14:tracePt t="12644" x="2466975" y="5267325"/>
          <p14:tracePt t="12645" x="2454275" y="5267325"/>
          <p14:tracePt t="12648" x="2439988" y="5267325"/>
          <p14:tracePt t="12655" x="2439988" y="5253038"/>
          <p14:tracePt t="12659" x="2427288" y="5253038"/>
          <p14:tracePt t="12718" x="2413000" y="5238750"/>
          <p14:tracePt t="12723" x="2413000" y="5226050"/>
          <p14:tracePt t="12725" x="2413000" y="5211763"/>
          <p14:tracePt t="12727" x="2413000" y="5199063"/>
          <p14:tracePt t="12731" x="2413000" y="5184775"/>
          <p14:tracePt t="12734" x="2413000" y="5170488"/>
          <p14:tracePt t="12737" x="2413000" y="5157788"/>
          <p14:tracePt t="12737" x="2413000" y="5143500"/>
          <p14:tracePt t="12739" x="2413000" y="5129213"/>
          <p14:tracePt t="12740" x="2413000" y="5116513"/>
          <p14:tracePt t="12743" x="2413000" y="5102225"/>
          <p14:tracePt t="12744" x="2413000" y="5087938"/>
          <p14:tracePt t="12746" x="2413000" y="5075238"/>
          <p14:tracePt t="12747" x="2413000" y="5060950"/>
          <p14:tracePt t="12750" x="2413000" y="5048250"/>
          <p14:tracePt t="12752" x="2413000" y="5019675"/>
          <p14:tracePt t="12753" x="2413000" y="5006975"/>
          <p14:tracePt t="12754" x="2413000" y="4992688"/>
          <p14:tracePt t="12755" x="2413000" y="4978400"/>
          <p14:tracePt t="12757" x="2413000" y="4965700"/>
          <p14:tracePt t="12759" x="2413000" y="4951413"/>
          <p14:tracePt t="12760" x="2413000" y="4937125"/>
          <p14:tracePt t="12761" x="2427288" y="4924425"/>
          <p14:tracePt t="12764" x="2427288" y="4910138"/>
          <p14:tracePt t="12765" x="2427288" y="4883150"/>
          <p14:tracePt t="12766" x="2439988" y="4883150"/>
          <p14:tracePt t="12767" x="2439988" y="4868863"/>
          <p14:tracePt t="12769" x="2439988" y="4856163"/>
          <p14:tracePt t="12772" x="2466975" y="4841875"/>
          <p14:tracePt t="12773" x="2466975" y="4827588"/>
          <p14:tracePt t="12777" x="2466975" y="4814888"/>
          <p14:tracePt t="12779" x="2481263" y="4814888"/>
          <p14:tracePt t="12780" x="2481263" y="4800600"/>
          <p14:tracePt t="12782" x="2495550" y="4786313"/>
          <p14:tracePt t="12788" x="2495550" y="4773613"/>
          <p14:tracePt t="12793" x="2495550" y="4759325"/>
          <p14:tracePt t="12793" x="2508250" y="4759325"/>
          <p14:tracePt t="12815" x="2508250" y="4745038"/>
          <p14:tracePt t="12876" x="2522538" y="4745038"/>
          <p14:tracePt t="12879" x="2522538" y="4732338"/>
          <p14:tracePt t="12886" x="2522538" y="4718050"/>
          <p14:tracePt t="12893" x="2522538" y="4705350"/>
          <p14:tracePt t="12957" x="2522538" y="4691063"/>
          <p14:tracePt t="12958" x="2508250" y="4676775"/>
          <p14:tracePt t="12960" x="2495550" y="4676775"/>
          <p14:tracePt t="12964" x="2481263" y="4676775"/>
          <p14:tracePt t="12967" x="2466975" y="4664075"/>
          <p14:tracePt t="12968" x="2454275" y="4664075"/>
          <p14:tracePt t="12974" x="2427288" y="4664075"/>
          <p14:tracePt t="12975" x="2413000" y="4664075"/>
          <p14:tracePt t="12976" x="2413000" y="4649788"/>
          <p14:tracePt t="12977" x="2398713" y="4649788"/>
          <p14:tracePt t="12980" x="2386013" y="4635500"/>
          <p14:tracePt t="12983" x="2357438" y="4635500"/>
          <p14:tracePt t="12985" x="2357438" y="4622800"/>
          <p14:tracePt t="12987" x="2344738" y="4622800"/>
          <p14:tracePt t="12988" x="2316163" y="4622800"/>
          <p14:tracePt t="12991" x="2303463" y="4608513"/>
          <p14:tracePt t="12992" x="2289175" y="4608513"/>
          <p14:tracePt t="12994" x="2262188" y="4594225"/>
          <p14:tracePt t="12996" x="2247900" y="4594225"/>
          <p14:tracePt t="13001" x="2220913" y="4581525"/>
          <p14:tracePt t="13003" x="2206625" y="4581525"/>
          <p14:tracePt t="13008" x="2179638" y="4581525"/>
          <p14:tracePt t="13010" x="2179638" y="4567238"/>
          <p14:tracePt t="13013" x="2165350" y="4567238"/>
          <p14:tracePt t="13015" x="2165350" y="4552950"/>
          <p14:tracePt t="13016" x="2152650" y="4552950"/>
          <p14:tracePt t="13070" x="2165350" y="4552950"/>
          <p14:tracePt t="13074" x="2179638" y="4552950"/>
          <p14:tracePt t="13076" x="2193925" y="4552950"/>
          <p14:tracePt t="13080" x="2206625" y="4552950"/>
          <p14:tracePt t="13083" x="2235200" y="4552950"/>
          <p14:tracePt t="13085" x="2247900" y="4552950"/>
          <p14:tracePt t="13087" x="2276475" y="4552950"/>
          <p14:tracePt t="13091" x="2289175" y="4552950"/>
          <p14:tracePt t="13092" x="2303463" y="4552950"/>
          <p14:tracePt t="13092" x="2316163" y="4552950"/>
          <p14:tracePt t="13093" x="2330450" y="4552950"/>
          <p14:tracePt t="13094" x="2344738" y="4552950"/>
          <p14:tracePt t="13095" x="2357438" y="4552950"/>
          <p14:tracePt t="13098" x="2371725" y="4552950"/>
          <p14:tracePt t="13099" x="2413000" y="4552950"/>
          <p14:tracePt t="13102" x="2427288" y="4552950"/>
          <p14:tracePt t="13102" x="2454275" y="4552950"/>
          <p14:tracePt t="13104" x="2466975" y="4552950"/>
          <p14:tracePt t="13105" x="2495550" y="4567238"/>
          <p14:tracePt t="13107" x="2508250" y="4567238"/>
          <p14:tracePt t="13108" x="2536825" y="4567238"/>
          <p14:tracePt t="13112" x="2563813" y="4567238"/>
          <p14:tracePt t="13112" x="2578100" y="4567238"/>
          <p14:tracePt t="13113" x="2590800" y="4567238"/>
          <p14:tracePt t="13115" x="2617788" y="4567238"/>
          <p14:tracePt t="13116" x="2646363" y="4567238"/>
          <p14:tracePt t="13119" x="2659063" y="4567238"/>
          <p14:tracePt t="13120" x="2687638" y="4567238"/>
          <p14:tracePt t="13122" x="2714625" y="4567238"/>
          <p14:tracePt t="13125" x="2728913" y="4567238"/>
          <p14:tracePt t="13126" x="2755900" y="4567238"/>
          <p14:tracePt t="13129" x="2768600" y="4581525"/>
          <p14:tracePt t="13131" x="2782888" y="4581525"/>
          <p14:tracePt t="13132" x="2797175" y="4581525"/>
          <p14:tracePt t="13136" x="2809875" y="4581525"/>
          <p14:tracePt t="13138" x="2824163" y="4581525"/>
          <p14:tracePt t="13139" x="2838450" y="4581525"/>
          <p14:tracePt t="13142" x="2851150" y="4594225"/>
          <p14:tracePt t="13147" x="2865438" y="4594225"/>
          <p14:tracePt t="13153" x="2878138" y="4594225"/>
          <p14:tracePt t="13162" x="2892425" y="4594225"/>
          <p14:tracePt t="13237" x="2878138" y="4594225"/>
          <p14:tracePt t="13239" x="2878138" y="4608513"/>
          <p14:tracePt t="13240" x="2865438" y="4608513"/>
          <p14:tracePt t="13242" x="2851150" y="4608513"/>
          <p14:tracePt t="13244" x="2838450" y="4622800"/>
          <p14:tracePt t="13246" x="2838450" y="4635500"/>
          <p14:tracePt t="13248" x="2824163" y="4635500"/>
          <p14:tracePt t="13248" x="2824163" y="4649788"/>
          <p14:tracePt t="13250" x="2809875" y="4649788"/>
          <p14:tracePt t="13253" x="2797175" y="4664075"/>
          <p14:tracePt t="13253" x="2782888" y="4664075"/>
          <p14:tracePt t="13256" x="2768600" y="4676775"/>
          <p14:tracePt t="13258" x="2741613" y="4691063"/>
          <p14:tracePt t="13260" x="2728913" y="4705350"/>
          <p14:tracePt t="13262" x="2714625" y="4718050"/>
          <p14:tracePt t="13264" x="2687638" y="4732338"/>
          <p14:tracePt t="13265" x="2673350" y="4745038"/>
          <p14:tracePt t="13267" x="2646363" y="4773613"/>
          <p14:tracePt t="13269" x="2632075" y="4773613"/>
          <p14:tracePt t="13271" x="2617788" y="4786313"/>
          <p14:tracePt t="13272" x="2605088" y="4786313"/>
          <p14:tracePt t="13273" x="2605088" y="4800600"/>
          <p14:tracePt t="13273" x="2590800" y="4814888"/>
          <p14:tracePt t="13274" x="2578100" y="4827588"/>
          <p14:tracePt t="13275" x="2563813" y="4841875"/>
          <p14:tracePt t="13279" x="2522538" y="4883150"/>
          <p14:tracePt t="13280" x="2508250" y="4895850"/>
          <p14:tracePt t="13281" x="2495550" y="4910138"/>
          <p14:tracePt t="13282" x="2481263" y="4924425"/>
          <p14:tracePt t="13283" x="2481263" y="4937125"/>
          <p14:tracePt t="13285" x="2454275" y="4965700"/>
          <p14:tracePt t="13287" x="2427288" y="4978400"/>
          <p14:tracePt t="13287" x="2413000" y="5006975"/>
          <p14:tracePt t="13288" x="2398713" y="5006975"/>
          <p14:tracePt t="13289" x="2386013" y="5033963"/>
          <p14:tracePt t="13291" x="2371725" y="5048250"/>
          <p14:tracePt t="13292" x="2357438" y="5060950"/>
          <p14:tracePt t="13292" x="2344738" y="5087938"/>
          <p14:tracePt t="13296" x="2316163" y="5116513"/>
          <p14:tracePt t="13296" x="2303463" y="5129213"/>
          <p14:tracePt t="13297" x="2276475" y="5170488"/>
          <p14:tracePt t="13300" x="2262188" y="5184775"/>
          <p14:tracePt t="13301" x="2247900" y="5211763"/>
          <p14:tracePt t="13302" x="2220913" y="5238750"/>
          <p14:tracePt t="13303" x="2220913" y="5253038"/>
          <p14:tracePt t="13304" x="2193925" y="5280025"/>
          <p14:tracePt t="13306" x="2193925" y="5294313"/>
          <p14:tracePt t="13307" x="2165350" y="5321300"/>
          <p14:tracePt t="13309" x="2165350" y="5349875"/>
          <p14:tracePt t="13310" x="2138363" y="5376863"/>
          <p14:tracePt t="13312" x="2138363" y="5391150"/>
          <p14:tracePt t="13313" x="2125663" y="5445125"/>
          <p14:tracePt t="13315" x="2125663" y="5459413"/>
          <p14:tracePt t="13316" x="2111375" y="5472113"/>
          <p14:tracePt t="13317" x="2097088" y="5500688"/>
          <p14:tracePt t="13318" x="2097088" y="5527675"/>
          <p14:tracePt t="13320" x="2084388" y="5527675"/>
          <p14:tracePt t="13320" x="2084388" y="5554663"/>
          <p14:tracePt t="13323" x="2070100" y="5581650"/>
          <p14:tracePt t="13323" x="2070100" y="5610225"/>
          <p14:tracePt t="13324" x="2055813" y="5622925"/>
          <p14:tracePt t="13325" x="2055813" y="5651500"/>
          <p14:tracePt t="13327" x="2055813" y="5664200"/>
          <p14:tracePt t="13328" x="2043113" y="5678488"/>
          <p14:tracePt t="13328" x="2043113" y="5705475"/>
          <p14:tracePt t="13329" x="2043113" y="5719763"/>
          <p14:tracePt t="13330" x="2043113" y="5734050"/>
          <p14:tracePt t="13331" x="2043113" y="5761038"/>
          <p14:tracePt t="13332" x="2043113" y="5773738"/>
          <p14:tracePt t="13334" x="2043113" y="5788025"/>
          <p14:tracePt t="13335" x="2028825" y="5815013"/>
          <p14:tracePt t="13335" x="2028825" y="5843588"/>
          <p14:tracePt t="13336" x="2028825" y="5856288"/>
          <p14:tracePt t="13338" x="2028825" y="5884863"/>
          <p14:tracePt t="13341" x="2028825" y="5911850"/>
          <p14:tracePt t="13342" x="2028825" y="5938838"/>
          <p14:tracePt t="13342" x="2028825" y="5953125"/>
          <p14:tracePt t="13344" x="2028825" y="5980113"/>
          <p14:tracePt t="13346" x="2028825" y="5994400"/>
          <p14:tracePt t="13347" x="2028825" y="6007100"/>
          <p14:tracePt t="13348" x="2043113" y="6035675"/>
          <p14:tracePt t="13349" x="2043113" y="6048375"/>
          <p14:tracePt t="13350" x="2055813" y="6062663"/>
          <p14:tracePt t="13351" x="2055813" y="6076950"/>
          <p14:tracePt t="13352" x="2055813" y="6089650"/>
          <p14:tracePt t="13355" x="2070100" y="6116638"/>
          <p14:tracePt t="13355" x="2070100" y="6130925"/>
          <p14:tracePt t="13356" x="2084388" y="6130925"/>
          <p14:tracePt t="13357" x="2084388" y="6145213"/>
          <p14:tracePt t="13358" x="2084388" y="6157913"/>
          <p14:tracePt t="13362" x="2097088" y="6186488"/>
          <p14:tracePt t="13363" x="2097088" y="6199188"/>
          <p14:tracePt t="13364" x="2111375" y="6213475"/>
          <p14:tracePt t="13366" x="2111375" y="6227763"/>
          <p14:tracePt t="13368" x="2125663" y="6227763"/>
          <p14:tracePt t="13369" x="2138363" y="6240463"/>
          <p14:tracePt t="13370" x="2138363" y="6254750"/>
          <p14:tracePt t="13376" x="2138363" y="6267450"/>
          <p14:tracePt t="13377" x="2152650" y="6267450"/>
          <p14:tracePt t="13380" x="2152650" y="6281738"/>
          <p14:tracePt t="13388" x="2165350" y="6281738"/>
          <p14:tracePt t="13414" x="2179638" y="6281738"/>
          <p14:tracePt t="13416" x="2193925" y="6281738"/>
          <p14:tracePt t="13420" x="2206625" y="6281738"/>
          <p14:tracePt t="13421" x="2220913" y="6281738"/>
          <p14:tracePt t="13423" x="2235200" y="6267450"/>
          <p14:tracePt t="13425" x="2262188" y="6254750"/>
          <p14:tracePt t="13427" x="2276475" y="6240463"/>
          <p14:tracePt t="13428" x="2289175" y="6227763"/>
          <p14:tracePt t="13430" x="2303463" y="6227763"/>
          <p14:tracePt t="13432" x="2330450" y="6213475"/>
          <p14:tracePt t="13433" x="2357438" y="6199188"/>
          <p14:tracePt t="13435" x="2371725" y="6186488"/>
          <p14:tracePt t="13437" x="2386013" y="6157913"/>
          <p14:tracePt t="13439" x="2413000" y="6157913"/>
          <p14:tracePt t="13440" x="2427288" y="6130925"/>
          <p14:tracePt t="13441" x="2439988" y="6130925"/>
          <p14:tracePt t="13443" x="2454275" y="6103938"/>
          <p14:tracePt t="13446" x="2495550" y="6062663"/>
          <p14:tracePt t="13447" x="2508250" y="6048375"/>
          <p14:tracePt t="13448" x="2522538" y="6048375"/>
          <p14:tracePt t="13449" x="2536825" y="6021388"/>
          <p14:tracePt t="13450" x="2549525" y="6007100"/>
          <p14:tracePt t="13453" x="2590800" y="5965825"/>
          <p14:tracePt t="13455" x="2632075" y="5938838"/>
          <p14:tracePt t="13456" x="2632075" y="5911850"/>
          <p14:tracePt t="13457" x="2659063" y="5897563"/>
          <p14:tracePt t="13461" x="2714625" y="5815013"/>
          <p14:tracePt t="13465" x="2755900" y="5788025"/>
          <p14:tracePt t="13469" x="2838450" y="5692775"/>
          <p14:tracePt t="13473" x="2906713" y="5651500"/>
          <p14:tracePt t="13474" x="2906713" y="5637213"/>
          <p14:tracePt t="13474" x="2919413" y="5622925"/>
          <p14:tracePt t="13477" x="2933700" y="5622925"/>
          <p14:tracePt t="13477" x="2960688" y="5595938"/>
          <p14:tracePt t="13480" x="2974975" y="5581650"/>
          <p14:tracePt t="13481" x="3001963" y="5554663"/>
          <p14:tracePt t="13482" x="3016250" y="5541963"/>
          <p14:tracePt t="13482" x="3028950" y="5541963"/>
          <p14:tracePt t="13484" x="3043238" y="5527675"/>
          <p14:tracePt t="13487" x="3057525" y="5513388"/>
          <p14:tracePt t="13488" x="3098800" y="5500688"/>
          <p14:tracePt t="13489" x="3111500" y="5500688"/>
          <p14:tracePt t="13490" x="3125788" y="5472113"/>
          <p14:tracePt t="13490" x="3152775" y="5472113"/>
          <p14:tracePt t="13492" x="3167063" y="5472113"/>
          <p14:tracePt t="13493" x="3179763" y="5459413"/>
          <p14:tracePt t="13495" x="3221038" y="5445125"/>
          <p14:tracePt t="13497" x="3235325" y="5418138"/>
          <p14:tracePt t="13497" x="3262313" y="5418138"/>
          <p14:tracePt t="13498" x="3276600" y="5418138"/>
          <p14:tracePt t="13500" x="3303588" y="5403850"/>
          <p14:tracePt t="13501" x="3317875" y="5403850"/>
          <p14:tracePt t="13502" x="3317875" y="5376863"/>
          <p14:tracePt t="13503" x="3344863" y="5376863"/>
          <p14:tracePt t="13504" x="3359150" y="5376863"/>
          <p14:tracePt t="13507" x="3371850" y="5376863"/>
          <p14:tracePt t="13508" x="3400425" y="5362575"/>
          <p14:tracePt t="13509" x="3413125" y="5362575"/>
          <p14:tracePt t="13510" x="3427413" y="5349875"/>
          <p14:tracePt t="13513" x="3454400" y="5349875"/>
          <p14:tracePt t="13514" x="3468688" y="5349875"/>
          <p14:tracePt t="13515" x="3481388" y="5335588"/>
          <p14:tracePt t="13516" x="3509963" y="5321300"/>
          <p14:tracePt t="13517" x="3522663" y="5321300"/>
          <p14:tracePt t="13519" x="3536950" y="5321300"/>
          <p14:tracePt t="13521" x="3551238" y="5321300"/>
          <p14:tracePt t="13522" x="3578225" y="5308600"/>
          <p14:tracePt t="13524" x="3592513" y="5308600"/>
          <p14:tracePt t="13525" x="3605213" y="5308600"/>
          <p14:tracePt t="13527" x="3632200" y="5294313"/>
          <p14:tracePt t="13529" x="3646488" y="5294313"/>
          <p14:tracePt t="13529" x="3660775" y="5294313"/>
          <p14:tracePt t="13530" x="3673475" y="5294313"/>
          <p14:tracePt t="13532" x="3687763" y="5294313"/>
          <p14:tracePt t="13532" x="3702050" y="5280025"/>
          <p14:tracePt t="13533" x="3714750" y="5267325"/>
          <p14:tracePt t="13535" x="3729038" y="5267325"/>
          <p14:tracePt t="13537" x="3756025" y="5267325"/>
          <p14:tracePt t="13537" x="3770313" y="5267325"/>
          <p14:tracePt t="13538" x="3783013" y="5267325"/>
          <p14:tracePt t="13539" x="3797300" y="5267325"/>
          <p14:tracePt t="13541" x="3811588" y="5267325"/>
          <p14:tracePt t="13542" x="3824288" y="5267325"/>
          <p14:tracePt t="13543" x="3838575" y="5267325"/>
          <p14:tracePt t="13543" x="3852863" y="5253038"/>
          <p14:tracePt t="13544" x="3865563" y="5253038"/>
          <p14:tracePt t="13546" x="3879850" y="5253038"/>
          <p14:tracePt t="13547" x="3906838" y="5253038"/>
          <p14:tracePt t="13549" x="3921125" y="5253038"/>
          <p14:tracePt t="13550" x="3948113" y="5238750"/>
          <p14:tracePt t="13551" x="3962400" y="5238750"/>
          <p14:tracePt t="13553" x="3975100" y="5238750"/>
          <p14:tracePt t="13555" x="3975100" y="5226050"/>
          <p14:tracePt t="13556" x="4016375" y="5226050"/>
          <p14:tracePt t="13557" x="4030663" y="5226050"/>
          <p14:tracePt t="13559" x="4044950" y="5226050"/>
          <p14:tracePt t="13560" x="4057650" y="5226050"/>
          <p14:tracePt t="13562" x="4071938" y="5226050"/>
          <p14:tracePt t="13563" x="4084638" y="5226050"/>
          <p14:tracePt t="13564" x="4098925" y="5226050"/>
          <p14:tracePt t="13564" x="4113213" y="5226050"/>
          <p14:tracePt t="13565" x="4125913" y="5226050"/>
          <p14:tracePt t="13567" x="4154488" y="5226050"/>
          <p14:tracePt t="13568" x="4167188" y="5226050"/>
          <p14:tracePt t="13570" x="4181475" y="5226050"/>
          <p14:tracePt t="13572" x="4208463" y="5226050"/>
          <p14:tracePt t="13572" x="4222750" y="5226050"/>
          <p14:tracePt t="13573" x="4235450" y="5226050"/>
          <p14:tracePt t="13574" x="4249738" y="5226050"/>
          <p14:tracePt t="13575" x="4276725" y="5226050"/>
          <p14:tracePt t="13577" x="4291013" y="5211763"/>
          <p14:tracePt t="13578" x="4305300" y="5211763"/>
          <p14:tracePt t="13578" x="4318000" y="5211763"/>
          <p14:tracePt t="13579" x="4332288" y="5211763"/>
          <p14:tracePt t="13580" x="4346575" y="5211763"/>
          <p14:tracePt t="13583" x="4386263" y="5211763"/>
          <p14:tracePt t="13584" x="4414838" y="5211763"/>
          <p14:tracePt t="13585" x="4427538" y="5211763"/>
          <p14:tracePt t="13585" x="4441825" y="5211763"/>
          <p14:tracePt t="13586" x="4456113" y="5211763"/>
          <p14:tracePt t="13588" x="4483100" y="5211763"/>
          <p14:tracePt t="13591" x="4510088" y="5211763"/>
          <p14:tracePt t="13593" x="4524375" y="5211763"/>
          <p14:tracePt t="13595" x="4565650" y="5211763"/>
          <p14:tracePt t="13595" x="4578350" y="5211763"/>
          <p14:tracePt t="13597" x="4619625" y="5211763"/>
          <p14:tracePt t="13598" x="4646613" y="5211763"/>
          <p14:tracePt t="13600" x="4660900" y="5211763"/>
          <p14:tracePt t="13601" x="4675188" y="5211763"/>
          <p14:tracePt t="13602" x="4702175" y="5211763"/>
          <p14:tracePt t="13604" x="4743450" y="5211763"/>
          <p14:tracePt t="13605" x="4757738" y="5211763"/>
          <p14:tracePt t="13606" x="4784725" y="5211763"/>
          <p14:tracePt t="13607" x="4811713" y="5211763"/>
          <p14:tracePt t="13609" x="4826000" y="5211763"/>
          <p14:tracePt t="13612" x="4838700" y="5211763"/>
          <p14:tracePt t="13613" x="4867275" y="5211763"/>
          <p14:tracePt t="13615" x="4894263" y="5211763"/>
          <p14:tracePt t="13617" x="4921250" y="5211763"/>
          <p14:tracePt t="13618" x="4935538" y="5211763"/>
          <p14:tracePt t="13619" x="4976813" y="5226050"/>
          <p14:tracePt t="13619" x="4989513" y="5226050"/>
          <p14:tracePt t="13620" x="5003800" y="5226050"/>
          <p14:tracePt t="13621" x="5018088" y="5226050"/>
          <p14:tracePt t="13622" x="5045075" y="5226050"/>
          <p14:tracePt t="13623" x="5072063" y="5226050"/>
          <p14:tracePt t="13626" x="5099050" y="5238750"/>
          <p14:tracePt t="13626" x="5113338" y="5238750"/>
          <p14:tracePt t="13627" x="5140325" y="5238750"/>
          <p14:tracePt t="13628" x="5168900" y="5238750"/>
          <p14:tracePt t="13629" x="5181600" y="5238750"/>
          <p14:tracePt t="13630" x="5195888" y="5238750"/>
          <p14:tracePt t="13632" x="5222875" y="5238750"/>
          <p14:tracePt t="13633" x="5237163" y="5238750"/>
          <p14:tracePt t="13634" x="5249863" y="5238750"/>
          <p14:tracePt t="13634" x="5264150" y="5238750"/>
          <p14:tracePt t="13635" x="5305425" y="5238750"/>
          <p14:tracePt t="13636" x="5332413" y="5238750"/>
          <p14:tracePt t="13637" x="5346700" y="5238750"/>
          <p14:tracePt t="13640" x="5373688" y="5238750"/>
          <p14:tracePt t="13641" x="5400675" y="5238750"/>
          <p14:tracePt t="13642" x="5429250" y="5238750"/>
          <p14:tracePt t="13642" x="5470525" y="5238750"/>
          <p14:tracePt t="13644" x="5497513" y="5238750"/>
          <p14:tracePt t="13646" x="5524500" y="5238750"/>
          <p14:tracePt t="13647" x="5565775" y="5238750"/>
          <p14:tracePt t="13648" x="5592763" y="5238750"/>
          <p14:tracePt t="13649" x="5621338" y="5238750"/>
          <p14:tracePt t="13651" x="5662613" y="5238750"/>
          <p14:tracePt t="13653" x="5689600" y="5238750"/>
          <p14:tracePt t="13654" x="5730875" y="5238750"/>
          <p14:tracePt t="13654" x="5757863" y="5238750"/>
          <p14:tracePt t="13655" x="5784850" y="5238750"/>
          <p14:tracePt t="13656" x="5826125" y="5238750"/>
          <p14:tracePt t="13657" x="5867400" y="5238750"/>
          <p14:tracePt t="13658" x="5894388" y="5238750"/>
          <p14:tracePt t="13660" x="5935663" y="5238750"/>
          <p14:tracePt t="13660" x="5976938" y="5238750"/>
          <p14:tracePt t="13661" x="6018213" y="5238750"/>
          <p14:tracePt t="13662" x="6059488" y="5238750"/>
          <p14:tracePt t="13663" x="6100763" y="5238750"/>
          <p14:tracePt t="13664" x="6142038" y="5238750"/>
          <p14:tracePt t="13665" x="6183313" y="5238750"/>
          <p14:tracePt t="13667" x="6224588" y="5238750"/>
          <p14:tracePt t="13668" x="6265863" y="5238750"/>
          <p14:tracePt t="13669" x="6305550" y="5238750"/>
          <p14:tracePt t="13671" x="6334125" y="5238750"/>
          <p14:tracePt t="13674" x="6361113" y="5238750"/>
          <p14:tracePt t="13675" x="6402388" y="5238750"/>
          <p14:tracePt t="13677" x="6429375" y="5226050"/>
          <p14:tracePt t="13678" x="6470650" y="5226050"/>
          <p14:tracePt t="13679" x="6511925" y="5226050"/>
          <p14:tracePt t="13681" x="6538913" y="5226050"/>
          <p14:tracePt t="13682" x="6565900" y="5226050"/>
          <p14:tracePt t="13683" x="6607175" y="5226050"/>
          <p14:tracePt t="13684" x="6635750" y="5226050"/>
          <p14:tracePt t="13685" x="6648450" y="5226050"/>
          <p14:tracePt t="13686" x="6677025" y="5226050"/>
          <p14:tracePt t="13688" x="6704013" y="5226050"/>
          <p14:tracePt t="13689" x="6716713" y="5226050"/>
          <p14:tracePt t="13689" x="6757988" y="5226050"/>
          <p14:tracePt t="13690" x="6772275" y="5226050"/>
          <p14:tracePt t="13691" x="6786563" y="5226050"/>
          <p14:tracePt t="13692" x="6799263" y="5226050"/>
          <p14:tracePt t="13693" x="6827838" y="5226050"/>
          <p14:tracePt t="13695" x="6854825" y="5226050"/>
          <p14:tracePt t="13696" x="6867525" y="5226050"/>
          <p14:tracePt t="13697" x="6881813" y="5226050"/>
          <p14:tracePt t="13698" x="6896100" y="5226050"/>
          <p14:tracePt t="13700" x="6908800" y="5226050"/>
          <p14:tracePt t="13700" x="6923088" y="5226050"/>
          <p14:tracePt t="13702" x="6950075" y="5226050"/>
          <p14:tracePt t="13702" x="6964363" y="5226050"/>
          <p14:tracePt t="13703" x="6978650" y="5226050"/>
          <p14:tracePt t="13704" x="6991350" y="5226050"/>
          <p14:tracePt t="13705" x="7005638" y="5226050"/>
          <p14:tracePt t="13706" x="7018338" y="5226050"/>
          <p14:tracePt t="13708" x="7046913" y="5226050"/>
          <p14:tracePt t="13710" x="7059613" y="5226050"/>
          <p14:tracePt t="13711" x="7073900" y="5238750"/>
          <p14:tracePt t="13712" x="7088188" y="5238750"/>
          <p14:tracePt t="13713" x="7100888" y="5238750"/>
          <p14:tracePt t="13716" x="7129463" y="5238750"/>
          <p14:tracePt t="13718" x="7142163" y="5238750"/>
          <p14:tracePt t="13720" x="7156450" y="5238750"/>
          <p14:tracePt t="13723" x="7169150" y="5238750"/>
          <p14:tracePt t="13727" x="7183438" y="5238750"/>
          <p14:tracePt t="13730" x="7197725" y="5238750"/>
          <p14:tracePt t="13731" x="7197725" y="5253038"/>
          <p14:tracePt t="13739" x="7210425" y="5253038"/>
          <p14:tracePt t="14074" x="7197725" y="5253038"/>
          <p14:tracePt t="14077" x="7183438" y="5253038"/>
          <p14:tracePt t="14079" x="7169150" y="5238750"/>
          <p14:tracePt t="14081" x="7156450" y="5238750"/>
          <p14:tracePt t="14082" x="7142163" y="5238750"/>
          <p14:tracePt t="14083" x="7129463" y="5226050"/>
          <p14:tracePt t="14084" x="7115175" y="5226050"/>
          <p14:tracePt t="14085" x="7088188" y="5211763"/>
          <p14:tracePt t="14086" x="7073900" y="5211763"/>
          <p14:tracePt t="14087" x="7059613" y="5211763"/>
          <p14:tracePt t="14090" x="7032625" y="5184775"/>
          <p14:tracePt t="14091" x="7018338" y="5184775"/>
          <p14:tracePt t="14092" x="7005638" y="5184775"/>
          <p14:tracePt t="14092" x="6978650" y="5184775"/>
          <p14:tracePt t="14093" x="6978650" y="5170488"/>
          <p14:tracePt t="14094" x="6950075" y="5157788"/>
          <p14:tracePt t="14095" x="6923088" y="5157788"/>
          <p14:tracePt t="14098" x="6881813" y="5143500"/>
          <p14:tracePt t="14099" x="6827838" y="5129213"/>
          <p14:tracePt t="14100" x="6799263" y="5129213"/>
          <p14:tracePt t="14101" x="6772275" y="5129213"/>
          <p14:tracePt t="14102" x="6745288" y="5116513"/>
          <p14:tracePt t="14104" x="6677025" y="5102225"/>
          <p14:tracePt t="14105" x="6662738" y="5087938"/>
          <p14:tracePt t="14106" x="6648450" y="5087938"/>
          <p14:tracePt t="14107" x="6635750" y="5087938"/>
          <p14:tracePt t="14109" x="6594475" y="5087938"/>
          <p14:tracePt t="14112" x="6553200" y="5075238"/>
          <p14:tracePt t="14113" x="6526213" y="5060950"/>
          <p14:tracePt t="14114" x="6497638" y="5060950"/>
          <p14:tracePt t="14115" x="6456363" y="5060950"/>
          <p14:tracePt t="14116" x="6429375" y="5048250"/>
          <p14:tracePt t="14118" x="6415088" y="5048250"/>
          <p14:tracePt t="14119" x="6402388" y="5048250"/>
          <p14:tracePt t="14120" x="6375400" y="5033963"/>
          <p14:tracePt t="14121" x="6361113" y="5019675"/>
          <p14:tracePt t="14122" x="6346825" y="5019675"/>
          <p14:tracePt t="14123" x="6319838" y="5019675"/>
          <p14:tracePt t="14125" x="6305550" y="5006975"/>
          <p14:tracePt t="14126" x="6292850" y="5006975"/>
          <p14:tracePt t="14126" x="6278563" y="4992688"/>
          <p14:tracePt t="14130" x="6251575" y="4978400"/>
          <p14:tracePt t="14133" x="6237288" y="4965700"/>
          <p14:tracePt t="14133" x="6224588" y="4965700"/>
          <p14:tracePt t="14135" x="6224588" y="4951413"/>
          <p14:tracePt t="14135" x="6210300" y="4951413"/>
          <p14:tracePt t="14138" x="6196013" y="4937125"/>
          <p14:tracePt t="14140" x="6183313" y="4924425"/>
          <p14:tracePt t="14141" x="6169025" y="4910138"/>
          <p14:tracePt t="14144" x="6154738" y="4883150"/>
          <p14:tracePt t="14147" x="6127750" y="4868863"/>
          <p14:tracePt t="14149" x="6127750" y="4856163"/>
          <p14:tracePt t="14151" x="6115050" y="4841875"/>
          <p14:tracePt t="14154" x="6100763" y="4827588"/>
          <p14:tracePt t="14155" x="6086475" y="4814888"/>
          <p14:tracePt t="14157" x="6073775" y="4814888"/>
          <p14:tracePt t="14158" x="6073775" y="4800600"/>
          <p14:tracePt t="14159" x="6073775" y="4786313"/>
          <p14:tracePt t="14161" x="6045200" y="4786313"/>
          <p14:tracePt t="14162" x="6045200" y="4773613"/>
          <p14:tracePt t="14165" x="6032500" y="4759325"/>
          <p14:tracePt t="14167" x="6018213" y="4745038"/>
          <p14:tracePt t="14170" x="6003925" y="4732338"/>
          <p14:tracePt t="14172" x="5991225" y="4732338"/>
          <p14:tracePt t="14173" x="5991225" y="4718050"/>
          <p14:tracePt t="14175" x="5976938" y="4718050"/>
          <p14:tracePt t="14176" x="5976938" y="4705350"/>
          <p14:tracePt t="14179" x="5964238" y="4691063"/>
          <p14:tracePt t="14181" x="5964238" y="4676775"/>
          <p14:tracePt t="14183" x="5949950" y="4676775"/>
          <p14:tracePt t="14185" x="5935663" y="4664075"/>
          <p14:tracePt t="14189" x="5935663" y="4649788"/>
          <p14:tracePt t="14190" x="5922963" y="4649788"/>
          <p14:tracePt t="14193" x="5922963" y="4635500"/>
          <p14:tracePt t="14195" x="5922963" y="4622800"/>
          <p14:tracePt t="14196" x="5908675" y="4622800"/>
          <p14:tracePt t="14199" x="5908675" y="4608513"/>
          <p14:tracePt t="14205" x="5894388" y="4594225"/>
          <p14:tracePt t="14212" x="5881688" y="4581525"/>
          <p14:tracePt t="14216" x="5881688" y="4567238"/>
          <p14:tracePt t="14221" x="5867400" y="4567238"/>
          <p14:tracePt t="14227" x="5867400" y="4552950"/>
          <p14:tracePt t="14229" x="5853113" y="4552950"/>
          <p14:tracePt t="14237" x="5840413" y="4540250"/>
          <p14:tracePt t="14240" x="5826125" y="4540250"/>
          <p14:tracePt t="14245" x="5813425" y="4540250"/>
          <p14:tracePt t="14247" x="5813425" y="4525963"/>
          <p14:tracePt t="14251" x="5799138" y="4525963"/>
          <p14:tracePt t="14252" x="5799138" y="4513263"/>
          <p14:tracePt t="14256" x="5784850" y="4513263"/>
          <p14:tracePt t="14258" x="5772150" y="4513263"/>
          <p14:tracePt t="14261" x="5757863" y="4498975"/>
          <p14:tracePt t="14264" x="5743575" y="4498975"/>
          <p14:tracePt t="14267" x="5730875" y="4484688"/>
          <p14:tracePt t="14269" x="5702300" y="4484688"/>
          <p14:tracePt t="14274" x="5689600" y="4484688"/>
          <p14:tracePt t="14276" x="5675313" y="4484688"/>
          <p14:tracePt t="14276" x="5675313" y="4471988"/>
          <p14:tracePt t="14278" x="5648325" y="4471988"/>
          <p14:tracePt t="14279" x="5648325" y="4457700"/>
          <p14:tracePt t="14281" x="5634038" y="4457700"/>
          <p14:tracePt t="14283" x="5621338" y="4457700"/>
          <p14:tracePt t="14285" x="5607050" y="4457700"/>
          <p14:tracePt t="14286" x="5592763" y="4443413"/>
          <p14:tracePt t="14287" x="5580063" y="4443413"/>
          <p14:tracePt t="14288" x="5565775" y="4443413"/>
          <p14:tracePt t="14289" x="5551488" y="4443413"/>
          <p14:tracePt t="14292" x="5538788" y="4443413"/>
          <p14:tracePt t="14293" x="5524500" y="4430713"/>
          <p14:tracePt t="14294" x="5511800" y="4430713"/>
          <p14:tracePt t="14295" x="5497513" y="4430713"/>
          <p14:tracePt t="14296" x="5483225" y="4430713"/>
          <p14:tracePt t="14297" x="5470525" y="4430713"/>
          <p14:tracePt t="14299" x="5470525" y="4416425"/>
          <p14:tracePt t="14300" x="5441950" y="4416425"/>
          <p14:tracePt t="14300" x="5429250" y="4416425"/>
          <p14:tracePt t="14301" x="5414963" y="4416425"/>
          <p14:tracePt t="14302" x="5400675" y="4416425"/>
          <p14:tracePt t="14303" x="5387975" y="4416425"/>
          <p14:tracePt t="14304" x="5373688" y="4416425"/>
          <p14:tracePt t="14306" x="5332413" y="4416425"/>
          <p14:tracePt t="14307" x="5319713" y="4416425"/>
          <p14:tracePt t="14308" x="5305425" y="4416425"/>
          <p14:tracePt t="14309" x="5264150" y="4402138"/>
          <p14:tracePt t="14311" x="5237163" y="4402138"/>
          <p14:tracePt t="14313" x="5210175" y="4402138"/>
          <p14:tracePt t="14314" x="5181600" y="4402138"/>
          <p14:tracePt t="14315" x="5154613" y="4389438"/>
          <p14:tracePt t="14316" x="5140325" y="4389438"/>
          <p14:tracePt t="14317" x="5113338" y="4389438"/>
          <p14:tracePt t="14319" x="5086350" y="4389438"/>
          <p14:tracePt t="14321" x="5059363" y="4389438"/>
          <p14:tracePt t="14321" x="5030788" y="4389438"/>
          <p14:tracePt t="14322" x="5003800" y="4389438"/>
          <p14:tracePt t="14323" x="4989513" y="4389438"/>
          <p14:tracePt t="14324" x="4976813" y="4389438"/>
          <p14:tracePt t="14325" x="4948238" y="4389438"/>
          <p14:tracePt t="14327" x="4935538" y="4389438"/>
          <p14:tracePt t="14328" x="4921250" y="4389438"/>
          <p14:tracePt t="14329" x="4894263" y="4389438"/>
          <p14:tracePt t="14330" x="4852988" y="4389438"/>
          <p14:tracePt t="14331" x="4838700" y="4389438"/>
          <p14:tracePt t="14333" x="4811713" y="4375150"/>
          <p14:tracePt t="14334" x="4784725" y="4375150"/>
          <p14:tracePt t="14336" x="4757738" y="4362450"/>
          <p14:tracePt t="14337" x="4716463" y="4362450"/>
          <p14:tracePt t="14338" x="4702175" y="4362450"/>
          <p14:tracePt t="14339" x="4687888" y="4362450"/>
          <p14:tracePt t="14341" x="4660900" y="4362450"/>
          <p14:tracePt t="14342" x="4646613" y="4362450"/>
          <p14:tracePt t="14343" x="4619625" y="4362450"/>
          <p14:tracePt t="14344" x="4606925" y="4362450"/>
          <p14:tracePt t="14348" x="4578350" y="4362450"/>
          <p14:tracePt t="14348" x="4551363" y="4362450"/>
          <p14:tracePt t="14349" x="4524375" y="4362450"/>
          <p14:tracePt t="14352" x="4497388" y="4362450"/>
          <p14:tracePt t="14355" x="4456113" y="4348163"/>
          <p14:tracePt t="14356" x="4427538" y="4348163"/>
          <p14:tracePt t="14359" x="4414838" y="4348163"/>
          <p14:tracePt t="14362" x="4386263" y="4348163"/>
          <p14:tracePt t="14365" x="4373563" y="4348163"/>
          <p14:tracePt t="14369" x="4346575" y="4348163"/>
          <p14:tracePt t="14372" x="4332288" y="4348163"/>
          <p14:tracePt t="14373" x="4318000" y="4348163"/>
          <p14:tracePt t="14377" x="4305300" y="4333875"/>
          <p14:tracePt t="14380" x="4276725" y="4333875"/>
          <p14:tracePt t="14383" x="4264025" y="4333875"/>
          <p14:tracePt t="14383" x="4249738" y="4333875"/>
          <p14:tracePt t="14386" x="4235450" y="4333875"/>
          <p14:tracePt t="14387" x="4222750" y="4333875"/>
          <p14:tracePt t="14390" x="4195763" y="4333875"/>
          <p14:tracePt t="14391" x="4181475" y="4333875"/>
          <p14:tracePt t="14392" x="4167188" y="4333875"/>
          <p14:tracePt t="14393" x="4154488" y="4333875"/>
          <p14:tracePt t="14396" x="4140200" y="4333875"/>
          <p14:tracePt t="14397" x="4125913" y="4333875"/>
          <p14:tracePt t="14397" x="4098925" y="4348163"/>
          <p14:tracePt t="14400" x="4084638" y="4348163"/>
          <p14:tracePt t="14401" x="4071938" y="4348163"/>
          <p14:tracePt t="14402" x="4044950" y="4362450"/>
          <p14:tracePt t="14403" x="4016375" y="4362450"/>
          <p14:tracePt t="14405" x="4003675" y="4362450"/>
          <p14:tracePt t="14406" x="3989388" y="4362450"/>
          <p14:tracePt t="14407" x="3975100" y="4362450"/>
          <p14:tracePt t="14408" x="3948113" y="4362450"/>
          <p14:tracePt t="14410" x="3933825" y="4375150"/>
          <p14:tracePt t="14411" x="3921125" y="4375150"/>
          <p14:tracePt t="14412" x="3906838" y="4389438"/>
          <p14:tracePt t="14415" x="3879850" y="4389438"/>
          <p14:tracePt t="14417" x="3865563" y="4389438"/>
          <p14:tracePt t="14418" x="3838575" y="4389438"/>
          <p14:tracePt t="14419" x="3824288" y="4389438"/>
          <p14:tracePt t="14420" x="3811588" y="4389438"/>
          <p14:tracePt t="14423" x="3797300" y="4389438"/>
          <p14:tracePt t="14424" x="3783013" y="4389438"/>
          <p14:tracePt t="14425" x="3770313" y="4389438"/>
          <p14:tracePt t="14425" x="3756025" y="4389438"/>
          <p14:tracePt t="14427" x="3743325" y="4389438"/>
          <p14:tracePt t="14429" x="3729038" y="4389438"/>
          <p14:tracePt t="14432" x="3702050" y="4389438"/>
          <p14:tracePt t="14434" x="3673475" y="4389438"/>
          <p14:tracePt t="14437" x="3660775" y="4389438"/>
          <p14:tracePt t="14439" x="3646488" y="4389438"/>
          <p14:tracePt t="14439" x="3632200" y="4389438"/>
          <p14:tracePt t="14441" x="3619500" y="4389438"/>
          <p14:tracePt t="14444" x="3605213" y="4389438"/>
          <p14:tracePt t="14445" x="3578225" y="4389438"/>
          <p14:tracePt t="14448" x="3563938" y="4389438"/>
          <p14:tracePt t="14449" x="3551238" y="4389438"/>
          <p14:tracePt t="14452" x="3536950" y="4389438"/>
          <p14:tracePt t="14453" x="3509963" y="4389438"/>
          <p14:tracePt t="14455" x="3495675" y="4389438"/>
          <p14:tracePt t="14458" x="3481388" y="4389438"/>
          <p14:tracePt t="14460" x="3468688" y="4389438"/>
          <p14:tracePt t="14461" x="3454400" y="4389438"/>
          <p14:tracePt t="14463" x="3441700" y="4389438"/>
          <p14:tracePt t="14463" x="3427413" y="4389438"/>
          <p14:tracePt t="14466" x="3413125" y="4389438"/>
          <p14:tracePt t="14468" x="3386138" y="4389438"/>
          <p14:tracePt t="14473" x="3371850" y="4389438"/>
          <p14:tracePt t="14473" x="3359150" y="4389438"/>
          <p14:tracePt t="14476" x="3344863" y="4389438"/>
          <p14:tracePt t="14477" x="3330575" y="4389438"/>
          <p14:tracePt t="14480" x="3303588" y="4389438"/>
          <p14:tracePt t="14487" x="3262313" y="4389438"/>
          <p14:tracePt t="14488" x="3249613" y="4389438"/>
          <p14:tracePt t="14492" x="3235325" y="4389438"/>
          <p14:tracePt t="14494" x="3221038" y="4389438"/>
          <p14:tracePt t="14497" x="3208338" y="4389438"/>
          <p14:tracePt t="14498" x="3194050" y="4389438"/>
          <p14:tracePt t="14501" x="3179763" y="4389438"/>
          <p14:tracePt t="14504" x="3167063" y="4389438"/>
          <p14:tracePt t="14506" x="3167063" y="4402138"/>
          <p14:tracePt t="14512" x="3152775" y="4402138"/>
          <p14:tracePt t="14536" x="3140075" y="4402138"/>
          <p14:tracePt t="14555" x="3125788" y="4402138"/>
          <p14:tracePt t="14563" x="3111500" y="4402138"/>
          <p14:tracePt t="14569" x="3098800" y="4389438"/>
          <p14:tracePt t="14571" x="3084513" y="4389438"/>
          <p14:tracePt t="14576" x="3070225" y="4389438"/>
          <p14:tracePt t="14578" x="3057525" y="4389438"/>
          <p14:tracePt t="14580" x="3057525" y="4375150"/>
          <p14:tracePt t="14582" x="3028950" y="4375150"/>
          <p14:tracePt t="14585" x="3016250" y="4362450"/>
          <p14:tracePt t="14588" x="3001963" y="4348163"/>
          <p14:tracePt t="14588" x="2989263" y="4348163"/>
          <p14:tracePt t="14590" x="2974975" y="4333875"/>
          <p14:tracePt t="14592" x="2960688" y="4333875"/>
          <p14:tracePt t="14594" x="2947988" y="4333875"/>
          <p14:tracePt t="14594" x="2933700" y="4333875"/>
          <p14:tracePt t="14595" x="2933700" y="4321175"/>
          <p14:tracePt t="14598" x="2919413" y="4321175"/>
          <p14:tracePt t="14601" x="2892425" y="4321175"/>
          <p14:tracePt t="14602" x="2878138" y="4321175"/>
          <p14:tracePt t="14604" x="2865438" y="4306888"/>
          <p14:tracePt t="14606" x="2851150" y="4306888"/>
          <p14:tracePt t="14606" x="2838450" y="4306888"/>
          <p14:tracePt t="14607" x="2824163" y="4292600"/>
          <p14:tracePt t="14612" x="2809875" y="4279900"/>
          <p14:tracePt t="14612" x="2797175" y="4279900"/>
          <p14:tracePt t="14616" x="2768600" y="4265613"/>
          <p14:tracePt t="14618" x="2755900" y="4265613"/>
          <p14:tracePt t="14620" x="2741613" y="4265613"/>
          <p14:tracePt t="14624" x="2728913" y="4251325"/>
          <p14:tracePt t="14626" x="2714625" y="4251325"/>
          <p14:tracePt t="14627" x="2714625" y="4238625"/>
          <p14:tracePt t="14629" x="2687638" y="4238625"/>
          <p14:tracePt t="14633" x="2673350" y="4238625"/>
          <p14:tracePt t="14639" x="2659063" y="4238625"/>
          <p14:tracePt t="14640" x="2646363" y="4238625"/>
          <p14:tracePt t="14647" x="2632075" y="4238625"/>
          <p14:tracePt t="14652" x="2617788" y="4238625"/>
          <p14:tracePt t="14669" x="2605088" y="4238625"/>
          <p14:tracePt t="14676" x="2590800" y="4238625"/>
          <p14:tracePt t="14687" x="2578100" y="4238625"/>
          <p14:tracePt t="14690" x="2578100" y="4224338"/>
          <p14:tracePt t="14695" x="2563813" y="4224338"/>
          <p14:tracePt t="14698" x="2549525" y="4224338"/>
          <p14:tracePt t="14700" x="2536825" y="4224338"/>
          <p14:tracePt t="14702" x="2522538" y="4224338"/>
          <p14:tracePt t="14707" x="2508250" y="4224338"/>
          <p14:tracePt t="14709" x="2495550" y="4224338"/>
          <p14:tracePt t="14710" x="2481263" y="4224338"/>
          <p14:tracePt t="14716" x="2466975" y="4224338"/>
          <p14:tracePt t="14717" x="2454275" y="4224338"/>
          <p14:tracePt t="14718" x="2439988" y="4224338"/>
          <p14:tracePt t="14723" x="2427288" y="4224338"/>
          <p14:tracePt t="14725" x="2413000" y="4224338"/>
          <p14:tracePt t="14730" x="2386013" y="4210050"/>
          <p14:tracePt t="14737" x="2371725" y="4210050"/>
          <p14:tracePt t="14900" x="2386013" y="4210050"/>
          <p14:tracePt t="14902" x="2398713" y="4210050"/>
          <p14:tracePt t="14905" x="2413000" y="4210050"/>
          <p14:tracePt t="14907" x="2427288" y="4210050"/>
          <p14:tracePt t="14912" x="2439988" y="4210050"/>
          <p14:tracePt t="14914" x="2454275" y="4210050"/>
          <p14:tracePt t="14916" x="2466975" y="4210050"/>
          <p14:tracePt t="14918" x="2495550" y="4210050"/>
          <p14:tracePt t="14922" x="2508250" y="4210050"/>
          <p14:tracePt t="14925" x="2522538" y="4210050"/>
          <p14:tracePt t="14926" x="2536825" y="4210050"/>
          <p14:tracePt t="14928" x="2549525" y="4210050"/>
          <p14:tracePt t="14929" x="2563813" y="4210050"/>
          <p14:tracePt t="14933" x="2590800" y="4210050"/>
          <p14:tracePt t="14934" x="2605088" y="4210050"/>
          <p14:tracePt t="14936" x="2617788" y="4210050"/>
          <p14:tracePt t="14937" x="2632075" y="4210050"/>
          <p14:tracePt t="14938" x="2646363" y="4210050"/>
          <p14:tracePt t="14940" x="2659063" y="4210050"/>
          <p14:tracePt t="14942" x="2673350" y="4210050"/>
          <p14:tracePt t="14943" x="2700338" y="4210050"/>
          <p14:tracePt t="14945" x="2714625" y="4210050"/>
          <p14:tracePt t="14946" x="2741613" y="4210050"/>
          <p14:tracePt t="14949" x="2755900" y="4210050"/>
          <p14:tracePt t="14951" x="2782888" y="4210050"/>
          <p14:tracePt t="14953" x="2797175" y="4210050"/>
          <p14:tracePt t="14955" x="2824163" y="4210050"/>
          <p14:tracePt t="14957" x="2838450" y="4210050"/>
          <p14:tracePt t="14959" x="2865438" y="4210050"/>
          <p14:tracePt t="14961" x="2878138" y="4210050"/>
          <p14:tracePt t="14963" x="2892425" y="4210050"/>
          <p14:tracePt t="14964" x="2906713" y="4210050"/>
          <p14:tracePt t="14967" x="2919413" y="4210050"/>
          <p14:tracePt t="14968" x="2933700" y="4210050"/>
          <p14:tracePt t="14970" x="2947988" y="4210050"/>
          <p14:tracePt t="14972" x="2960688" y="4210050"/>
          <p14:tracePt t="14974" x="2974975" y="4210050"/>
          <p14:tracePt t="14975" x="2989263" y="4210050"/>
          <p14:tracePt t="14980" x="3001963" y="4210050"/>
          <p14:tracePt t="14984" x="3028950" y="4210050"/>
          <p14:tracePt t="15000" x="3043238" y="4210050"/>
          <p14:tracePt t="15238" x="3016250" y="4210050"/>
          <p14:tracePt t="15240" x="2989263" y="4210050"/>
          <p14:tracePt t="15243" x="2974975" y="4210050"/>
          <p14:tracePt t="15244" x="2947988" y="4210050"/>
          <p14:tracePt t="15246" x="2919413" y="4210050"/>
          <p14:tracePt t="15248" x="2906713" y="4210050"/>
          <p14:tracePt t="15249" x="2892425" y="4210050"/>
          <p14:tracePt t="15251" x="2851150" y="4210050"/>
          <p14:tracePt t="15253" x="2824163" y="4210050"/>
          <p14:tracePt t="15254" x="2809875" y="4210050"/>
          <p14:tracePt t="15255" x="2797175" y="4210050"/>
          <p14:tracePt t="15256" x="2782888" y="4210050"/>
          <p14:tracePt t="15258" x="2755900" y="4210050"/>
          <p14:tracePt t="15259" x="2728913" y="4210050"/>
          <p14:tracePt t="15260" x="2714625" y="4210050"/>
          <p14:tracePt t="15261" x="2700338" y="4210050"/>
          <p14:tracePt t="15263" x="2673350" y="4210050"/>
          <p14:tracePt t="15265" x="2617788" y="4210050"/>
          <p14:tracePt t="15267" x="2590800" y="4210050"/>
          <p14:tracePt t="15268" x="2563813" y="4210050"/>
          <p14:tracePt t="15269" x="2549525" y="4210050"/>
          <p14:tracePt t="15270" x="2536825" y="4210050"/>
          <p14:tracePt t="15272" x="2522538" y="4210050"/>
          <p14:tracePt t="15273" x="2495550" y="4210050"/>
          <p14:tracePt t="15274" x="2481263" y="4210050"/>
          <p14:tracePt t="15275" x="2466975" y="4210050"/>
          <p14:tracePt t="15276" x="2439988" y="4210050"/>
          <p14:tracePt t="15277" x="2427288" y="4210050"/>
          <p14:tracePt t="15279" x="2413000" y="4210050"/>
          <p14:tracePt t="15280" x="2386013" y="4210050"/>
          <p14:tracePt t="15281" x="2371725" y="4210050"/>
          <p14:tracePt t="15283" x="2330450" y="4210050"/>
          <p14:tracePt t="15284" x="2316163" y="4210050"/>
          <p14:tracePt t="15286" x="2303463" y="4210050"/>
          <p14:tracePt t="15287" x="2289175" y="4210050"/>
          <p14:tracePt t="15288" x="2262188" y="4210050"/>
          <p14:tracePt t="15289" x="2247900" y="4210050"/>
          <p14:tracePt t="15290" x="2235200" y="4210050"/>
          <p14:tracePt t="15291" x="2220913" y="4210050"/>
          <p14:tracePt t="15293" x="2206625" y="4210050"/>
          <p14:tracePt t="15295" x="2193925" y="4210050"/>
          <p14:tracePt t="15296" x="2165350" y="4210050"/>
          <p14:tracePt t="15298" x="2152650" y="4210050"/>
          <p14:tracePt t="15301" x="2125663" y="4210050"/>
          <p14:tracePt t="15303" x="2111375" y="4210050"/>
          <p14:tracePt t="15306" x="2097088" y="4210050"/>
          <p14:tracePt t="15310" x="2084388" y="4210050"/>
          <p14:tracePt t="15378" x="2070100" y="4210050"/>
          <p14:tracePt t="15382" x="2055813" y="4210050"/>
          <p14:tracePt t="15384" x="2043113" y="4210050"/>
          <p14:tracePt t="15390" x="2028825" y="4210050"/>
          <p14:tracePt t="15622" x="2043113" y="4210050"/>
          <p14:tracePt t="15623" x="2055813" y="4210050"/>
          <p14:tracePt t="15625" x="2070100" y="4210050"/>
          <p14:tracePt t="15628" x="2097088" y="4224338"/>
          <p14:tracePt t="15630" x="2111375" y="4224338"/>
          <p14:tracePt t="15633" x="2152650" y="4224338"/>
          <p14:tracePt t="15634" x="2165350" y="4224338"/>
          <p14:tracePt t="15636" x="2179638" y="4224338"/>
          <p14:tracePt t="15638" x="2193925" y="4224338"/>
          <p14:tracePt t="15640" x="2235200" y="4224338"/>
          <p14:tracePt t="15641" x="2247900" y="4224338"/>
          <p14:tracePt t="15643" x="2262188" y="4224338"/>
          <p14:tracePt t="15644" x="2289175" y="4224338"/>
          <p14:tracePt t="15645" x="2303463" y="4224338"/>
          <p14:tracePt t="15647" x="2330450" y="4224338"/>
          <p14:tracePt t="15648" x="2344738" y="4224338"/>
          <p14:tracePt t="15649" x="2357438" y="4224338"/>
          <p14:tracePt t="15650" x="2371725" y="4224338"/>
          <p14:tracePt t="15651" x="2398713" y="4224338"/>
          <p14:tracePt t="15652" x="2413000" y="4224338"/>
          <p14:tracePt t="15654" x="2439988" y="4224338"/>
          <p14:tracePt t="15655" x="2466975" y="4224338"/>
          <p14:tracePt t="15656" x="2495550" y="4224338"/>
          <p14:tracePt t="15658" x="2522538" y="4224338"/>
          <p14:tracePt t="15661" x="2549525" y="4224338"/>
          <p14:tracePt t="15662" x="2578100" y="4224338"/>
          <p14:tracePt t="15663" x="2590800" y="4224338"/>
          <p14:tracePt t="15664" x="2605088" y="4224338"/>
          <p14:tracePt t="15666" x="2617788" y="4224338"/>
          <p14:tracePt t="15668" x="2659063" y="4224338"/>
          <p14:tracePt t="15669" x="2673350" y="4224338"/>
          <p14:tracePt t="15670" x="2700338" y="4224338"/>
          <p14:tracePt t="15671" x="2714625" y="4224338"/>
          <p14:tracePt t="15672" x="2741613" y="4224338"/>
          <p14:tracePt t="15674" x="2782888" y="4224338"/>
          <p14:tracePt t="15677" x="2797175" y="4224338"/>
          <p14:tracePt t="15678" x="2824163" y="4224338"/>
          <p14:tracePt t="15679" x="2838450" y="4224338"/>
          <p14:tracePt t="15682" x="2878138" y="4224338"/>
          <p14:tracePt t="15683" x="2892425" y="4224338"/>
          <p14:tracePt t="15685" x="2906713" y="4224338"/>
          <p14:tracePt t="15686" x="2919413" y="4224338"/>
          <p14:tracePt t="15688" x="2933700" y="4224338"/>
          <p14:tracePt t="15690" x="2960688" y="4224338"/>
          <p14:tracePt t="15693" x="2974975" y="4224338"/>
          <p14:tracePt t="15697" x="2989263" y="4224338"/>
          <p14:tracePt t="15699" x="3001963" y="4224338"/>
          <p14:tracePt t="15765" x="3016250" y="4224338"/>
          <p14:tracePt t="15772" x="3028950" y="4224338"/>
          <p14:tracePt t="15947" x="3016250" y="4224338"/>
          <p14:tracePt t="15949" x="3001963" y="4224338"/>
          <p14:tracePt t="15950" x="2974975" y="4224338"/>
          <p14:tracePt t="15951" x="2947988" y="4224338"/>
          <p14:tracePt t="15954" x="2919413" y="4224338"/>
          <p14:tracePt t="15954" x="2906713" y="4224338"/>
          <p14:tracePt t="15956" x="2878138" y="4224338"/>
          <p14:tracePt t="15958" x="2865438" y="4224338"/>
          <p14:tracePt t="15960" x="2809875" y="4224338"/>
          <p14:tracePt t="15960" x="2797175" y="4224338"/>
          <p14:tracePt t="15961" x="2768600" y="4224338"/>
          <p14:tracePt t="15962" x="2755900" y="4224338"/>
          <p14:tracePt t="15966" x="2714625" y="4224338"/>
          <p14:tracePt t="15967" x="2687638" y="4224338"/>
          <p14:tracePt t="15967" x="2646363" y="4224338"/>
          <p14:tracePt t="15968" x="2632075" y="4224338"/>
          <p14:tracePt t="15969" x="2617788" y="4224338"/>
          <p14:tracePt t="15970" x="2590800" y="4224338"/>
          <p14:tracePt t="15973" x="2563813" y="4224338"/>
          <p14:tracePt t="15974" x="2536825" y="4224338"/>
          <p14:tracePt t="15974" x="2495550" y="4224338"/>
          <p14:tracePt t="15976" x="2466975" y="4224338"/>
          <p14:tracePt t="15977" x="2454275" y="4224338"/>
          <p14:tracePt t="15980" x="2427288" y="4238625"/>
          <p14:tracePt t="15982" x="2386013" y="4238625"/>
          <p14:tracePt t="15984" x="2344738" y="4238625"/>
          <p14:tracePt t="15984" x="2316163" y="4238625"/>
          <p14:tracePt t="15987" x="2247900" y="4238625"/>
          <p14:tracePt t="15988" x="2220913" y="4238625"/>
          <p14:tracePt t="15990" x="2193925" y="4238625"/>
          <p14:tracePt t="15991" x="2179638" y="4238625"/>
          <p14:tracePt t="15992" x="2152650" y="4238625"/>
          <p14:tracePt t="15994" x="2097088" y="4238625"/>
          <p14:tracePt t="15995" x="2084388" y="4238625"/>
          <p14:tracePt t="15996" x="2055813" y="4238625"/>
          <p14:tracePt t="15997" x="2043113" y="4238625"/>
          <p14:tracePt t="15998" x="2014538" y="4238625"/>
          <p14:tracePt t="16001" x="1987550" y="4238625"/>
          <p14:tracePt t="16002" x="1974850" y="4238625"/>
          <p14:tracePt t="16003" x="1960563" y="4238625"/>
          <p14:tracePt t="16004" x="1946275" y="4238625"/>
          <p14:tracePt t="16006" x="1933575" y="4238625"/>
          <p14:tracePt t="16008" x="1905000" y="4238625"/>
          <p14:tracePt t="16011" x="1892300" y="4238625"/>
          <p14:tracePt t="16154" x="1905000" y="4238625"/>
          <p14:tracePt t="16156" x="1919288" y="4238625"/>
          <p14:tracePt t="16159" x="1933575" y="4238625"/>
          <p14:tracePt t="16161" x="1960563" y="4238625"/>
          <p14:tracePt t="16164" x="1974850" y="4238625"/>
          <p14:tracePt t="16165" x="1987550" y="4238625"/>
          <p14:tracePt t="16166" x="2001838" y="4238625"/>
          <p14:tracePt t="16167" x="2014538" y="4238625"/>
          <p14:tracePt t="16167" x="2014538" y="4224338"/>
          <p14:tracePt t="16168" x="2028825" y="4224338"/>
          <p14:tracePt t="16170" x="2043113" y="4224338"/>
          <p14:tracePt t="16172" x="2055813" y="4224338"/>
          <p14:tracePt t="16173" x="2084388" y="4224338"/>
          <p14:tracePt t="16175" x="2097088" y="4224338"/>
          <p14:tracePt t="16175" x="2125663" y="4224338"/>
          <p14:tracePt t="16176" x="2138363" y="4224338"/>
          <p14:tracePt t="16178" x="2152650" y="4224338"/>
          <p14:tracePt t="16178" x="2165350" y="4224338"/>
          <p14:tracePt t="16179" x="2193925" y="4224338"/>
          <p14:tracePt t="16182" x="2235200" y="4210050"/>
          <p14:tracePt t="16182" x="2247900" y="4210050"/>
          <p14:tracePt t="16183" x="2262188" y="4210050"/>
          <p14:tracePt t="16184" x="2276475" y="4210050"/>
          <p14:tracePt t="16185" x="2303463" y="4210050"/>
          <p14:tracePt t="16186" x="2316163" y="4210050"/>
          <p14:tracePt t="16188" x="2344738" y="4210050"/>
          <p14:tracePt t="16189" x="2357438" y="4210050"/>
          <p14:tracePt t="16190" x="2398713" y="4210050"/>
          <p14:tracePt t="16191" x="2413000" y="4210050"/>
          <p14:tracePt t="16192" x="2427288" y="4210050"/>
          <p14:tracePt t="16195" x="2454275" y="4210050"/>
          <p14:tracePt t="16195" x="2481263" y="4210050"/>
          <p14:tracePt t="16196" x="2495550" y="4210050"/>
          <p14:tracePt t="16197" x="2522538" y="4197350"/>
          <p14:tracePt t="16198" x="2549525" y="4197350"/>
          <p14:tracePt t="16199" x="2578100" y="4197350"/>
          <p14:tracePt t="16202" x="2605088" y="4197350"/>
          <p14:tracePt t="16203" x="2646363" y="4197350"/>
          <p14:tracePt t="16204" x="2659063" y="4197350"/>
          <p14:tracePt t="16205" x="2673350" y="4197350"/>
          <p14:tracePt t="16206" x="2700338" y="4197350"/>
          <p14:tracePt t="16207" x="2728913" y="4197350"/>
          <p14:tracePt t="16209" x="2755900" y="4183063"/>
          <p14:tracePt t="16210" x="2768600" y="4183063"/>
          <p14:tracePt t="16211" x="2797175" y="4183063"/>
          <p14:tracePt t="16212" x="2824163" y="4183063"/>
          <p14:tracePt t="16213" x="2851150" y="4183063"/>
          <p14:tracePt t="16216" x="2878138" y="4183063"/>
          <p14:tracePt t="16218" x="2906713" y="4183063"/>
          <p14:tracePt t="16218" x="2919413" y="4183063"/>
          <p14:tracePt t="16219" x="2947988" y="4183063"/>
          <p14:tracePt t="16223" x="2989263" y="4156075"/>
          <p14:tracePt t="16224" x="3016250" y="4156075"/>
          <p14:tracePt t="16225" x="3028950" y="4156075"/>
          <p14:tracePt t="16225" x="3043238" y="4156075"/>
          <p14:tracePt t="16226" x="3057525" y="4156075"/>
          <p14:tracePt t="16227" x="3070225" y="4156075"/>
          <p14:tracePt t="16230" x="3098800" y="4156075"/>
          <p14:tracePt t="16231" x="3111500" y="4156075"/>
          <p14:tracePt t="16232" x="3125788" y="4156075"/>
          <p14:tracePt t="16233" x="3140075" y="4156075"/>
          <p14:tracePt t="16237" x="3152775" y="4156075"/>
          <p14:tracePt t="16237" x="3167063" y="4156075"/>
          <p14:tracePt t="16239" x="3179763" y="4156075"/>
          <p14:tracePt t="16245" x="3194050" y="4156075"/>
          <p14:tracePt t="16263" x="3208338" y="4156075"/>
          <p14:tracePt t="16895" x="3208338" y="4129088"/>
          <p14:tracePt t="16901" x="3235325" y="4114800"/>
          <p14:tracePt t="16902" x="3249613" y="4114800"/>
          <p14:tracePt t="16905" x="3276600" y="4114800"/>
          <p14:tracePt t="16906" x="3303588" y="4100513"/>
          <p14:tracePt t="16907" x="3317875" y="4100513"/>
          <p14:tracePt t="16909" x="3330575" y="4100513"/>
          <p14:tracePt t="16911" x="3344863" y="4100513"/>
          <p14:tracePt t="16912" x="3371850" y="4087813"/>
          <p14:tracePt t="16913" x="3386138" y="4087813"/>
          <p14:tracePt t="16915" x="3400425" y="4087813"/>
          <p14:tracePt t="16915" x="3427413" y="4087813"/>
          <p14:tracePt t="16917" x="3441700" y="4087813"/>
          <p14:tracePt t="16917" x="3454400" y="4087813"/>
          <p14:tracePt t="16918" x="3481388" y="4087813"/>
          <p14:tracePt t="16920" x="3495675" y="4087813"/>
          <p14:tracePt t="16920" x="3509963" y="4087813"/>
          <p14:tracePt t="16921" x="3522663" y="4087813"/>
          <p14:tracePt t="16922" x="3536950" y="4087813"/>
          <p14:tracePt t="16924" x="3563938" y="4087813"/>
          <p14:tracePt t="16925" x="3578225" y="4059238"/>
          <p14:tracePt t="16925" x="3605213" y="4059238"/>
          <p14:tracePt t="16927" x="3632200" y="4059238"/>
          <p14:tracePt t="16928" x="3660775" y="4059238"/>
          <p14:tracePt t="16931" x="3673475" y="4059238"/>
          <p14:tracePt t="16932" x="3687763" y="4059238"/>
          <p14:tracePt t="16932" x="3702050" y="4059238"/>
          <p14:tracePt t="16933" x="3729038" y="4059238"/>
          <p14:tracePt t="16934" x="3743325" y="4059238"/>
          <p14:tracePt t="16935" x="3770313" y="4059238"/>
          <p14:tracePt t="16936" x="3797300" y="4059238"/>
          <p14:tracePt t="16938" x="3824288" y="4059238"/>
          <p14:tracePt t="16939" x="3865563" y="4059238"/>
          <p14:tracePt t="16940" x="3879850" y="4059238"/>
          <p14:tracePt t="16942" x="3906838" y="4059238"/>
          <p14:tracePt t="16942" x="3921125" y="4059238"/>
          <p14:tracePt t="16943" x="3933825" y="4059238"/>
          <p14:tracePt t="16945" x="3948113" y="4059238"/>
          <p14:tracePt t="16946" x="3975100" y="4059238"/>
          <p14:tracePt t="16948" x="4003675" y="4059238"/>
          <p14:tracePt t="16950" x="4030663" y="4059238"/>
          <p14:tracePt t="16952" x="4071938" y="4059238"/>
          <p14:tracePt t="16953" x="4113213" y="4059238"/>
          <p14:tracePt t="16954" x="4154488" y="4059238"/>
          <p14:tracePt t="16956" x="4167188" y="4059238"/>
          <p14:tracePt t="16958" x="4181475" y="4059238"/>
          <p14:tracePt t="16960" x="4195763" y="4046538"/>
          <p14:tracePt t="16961" x="4222750" y="4046538"/>
          <p14:tracePt t="16962" x="4235450" y="4046538"/>
          <p14:tracePt t="16963" x="4249738" y="4046538"/>
          <p14:tracePt t="16963" x="4276725" y="4046538"/>
          <p14:tracePt t="16964" x="4291013" y="4046538"/>
          <p14:tracePt t="16966" x="4305300" y="4046538"/>
          <p14:tracePt t="16967" x="4318000" y="4046538"/>
          <p14:tracePt t="16967" x="4346575" y="4046538"/>
          <p14:tracePt t="16969" x="4373563" y="4032250"/>
          <p14:tracePt t="16971" x="4386263" y="4032250"/>
          <p14:tracePt t="16972" x="4414838" y="4032250"/>
          <p14:tracePt t="16973" x="4441825" y="4032250"/>
          <p14:tracePt t="16974" x="4456113" y="4032250"/>
          <p14:tracePt t="16975" x="4483100" y="4032250"/>
          <p14:tracePt t="16977" x="4510088" y="4032250"/>
          <p14:tracePt t="16980" x="4524375" y="4032250"/>
          <p14:tracePt t="16980" x="4551363" y="4032250"/>
          <p14:tracePt t="16982" x="4578350" y="4032250"/>
          <p14:tracePt t="16982" x="4592638" y="4032250"/>
          <p14:tracePt t="16983" x="4606925" y="4032250"/>
          <p14:tracePt t="16984" x="4619625" y="4032250"/>
          <p14:tracePt t="16987" x="4646613" y="4019550"/>
          <p14:tracePt t="16987" x="4675188" y="4005263"/>
          <p14:tracePt t="16990" x="4687888" y="4005263"/>
          <p14:tracePt t="16990" x="4702175" y="4005263"/>
          <p14:tracePt t="16991" x="4716463" y="4005263"/>
          <p14:tracePt t="16993" x="4729163" y="4005263"/>
          <p14:tracePt t="16994" x="4743450" y="4005263"/>
          <p14:tracePt t="16995" x="4757738" y="4005263"/>
          <p14:tracePt t="16996" x="4770438" y="4005263"/>
          <p14:tracePt t="16997" x="4784725" y="4005263"/>
          <p14:tracePt t="17000" x="4797425" y="4005263"/>
          <p14:tracePt t="17001" x="4826000" y="4005263"/>
          <p14:tracePt t="17003" x="4838700" y="4005263"/>
          <p14:tracePt t="17004" x="4852988" y="4005263"/>
          <p14:tracePt t="17008" x="4867275" y="4005263"/>
          <p14:tracePt t="17009" x="4879975" y="4005263"/>
          <p14:tracePt t="17012" x="4894263" y="4005263"/>
          <p14:tracePt t="17013" x="4908550" y="4005263"/>
          <p14:tracePt t="17016" x="4921250" y="4005263"/>
          <p14:tracePt t="17023" x="4935538" y="4005263"/>
          <p14:tracePt t="17222" x="4962525" y="4005263"/>
          <p14:tracePt t="17224" x="4976813" y="4005263"/>
          <p14:tracePt t="17226" x="5003800" y="4005263"/>
          <p14:tracePt t="17228" x="5018088" y="4005263"/>
          <p14:tracePt t="17230" x="5030788" y="4005263"/>
          <p14:tracePt t="17231" x="5045075" y="4005263"/>
          <p14:tracePt t="17232" x="5059363" y="4005263"/>
          <p14:tracePt t="17237" x="5086350" y="4005263"/>
          <p14:tracePt t="17238" x="5099050" y="4005263"/>
          <p14:tracePt t="17241" x="5127625" y="4005263"/>
          <p14:tracePt t="17244" x="5140325" y="4005263"/>
          <p14:tracePt t="17245" x="5154613" y="4005263"/>
          <p14:tracePt t="17246" x="5168900" y="4005263"/>
          <p14:tracePt t="17249" x="5181600" y="4005263"/>
          <p14:tracePt t="17251" x="5195888" y="4005263"/>
          <p14:tracePt t="17252" x="5210175" y="4005263"/>
          <p14:tracePt t="17252" x="5222875" y="4005263"/>
          <p14:tracePt t="17254" x="5237163" y="4005263"/>
          <p14:tracePt t="17255" x="5249863" y="4005263"/>
          <p14:tracePt t="17257" x="5264150" y="4005263"/>
          <p14:tracePt t="17258" x="5278438" y="4005263"/>
          <p14:tracePt t="17260" x="5305425" y="4005263"/>
          <p14:tracePt t="17262" x="5319713" y="4005263"/>
          <p14:tracePt t="17264" x="5346700" y="4005263"/>
          <p14:tracePt t="17266" x="5360988" y="4005263"/>
          <p14:tracePt t="17269" x="5373688" y="4005263"/>
          <p14:tracePt t="17269" x="5387975" y="4005263"/>
          <p14:tracePt t="17272" x="5400675" y="4005263"/>
          <p14:tracePt t="17273" x="5429250" y="4005263"/>
          <p14:tracePt t="17275" x="5441950" y="4005263"/>
          <p14:tracePt t="17279" x="5470525" y="4005263"/>
          <p14:tracePt t="17280" x="5483225" y="4019550"/>
          <p14:tracePt t="17283" x="5497513" y="4019550"/>
          <p14:tracePt t="17285" x="5511800" y="4019550"/>
          <p14:tracePt t="17286" x="5524500" y="4019550"/>
          <p14:tracePt t="17289" x="5538788" y="4019550"/>
          <p14:tracePt t="17293" x="5551488" y="4019550"/>
          <p14:tracePt t="17298" x="5565775" y="4032250"/>
          <p14:tracePt t="17497" x="5580063" y="4032250"/>
          <p14:tracePt t="17509" x="5592763" y="4032250"/>
          <p14:tracePt t="17514" x="5607050" y="4032250"/>
          <p14:tracePt t="17525" x="5621338" y="4032250"/>
          <p14:tracePt t="18282" x="5607050" y="4032250"/>
          <p14:tracePt t="18283" x="5592763" y="4032250"/>
          <p14:tracePt t="18285" x="5565775" y="4032250"/>
          <p14:tracePt t="18287" x="5524500" y="4032250"/>
          <p14:tracePt t="18288" x="5511800" y="4032250"/>
          <p14:tracePt t="18289" x="5497513" y="4032250"/>
          <p14:tracePt t="18290" x="5470525" y="4032250"/>
          <p14:tracePt t="18292" x="5441950" y="4032250"/>
          <p14:tracePt t="18293" x="5429250" y="4032250"/>
          <p14:tracePt t="18294" x="5400675" y="4032250"/>
          <p14:tracePt t="18295" x="5387975" y="4032250"/>
          <p14:tracePt t="18296" x="5360988" y="4032250"/>
          <p14:tracePt t="18297" x="5346700" y="4032250"/>
          <p14:tracePt t="18299" x="5319713" y="4032250"/>
          <p14:tracePt t="18301" x="5291138" y="4032250"/>
          <p14:tracePt t="18302" x="5278438" y="4032250"/>
          <p14:tracePt t="18305" x="5264150" y="4032250"/>
          <p14:tracePt t="18306" x="5222875" y="4032250"/>
          <p14:tracePt t="18307" x="5210175" y="4032250"/>
          <p14:tracePt t="18308" x="5195888" y="4032250"/>
          <p14:tracePt t="18309" x="5168900" y="4032250"/>
          <p14:tracePt t="18311" x="5154613" y="4032250"/>
          <p14:tracePt t="18313" x="5140325" y="4032250"/>
          <p14:tracePt t="18314" x="5127625" y="4032250"/>
          <p14:tracePt t="18314" x="5099050" y="4032250"/>
          <p14:tracePt t="18316" x="5086350" y="4032250"/>
          <p14:tracePt t="18317" x="5072063" y="4032250"/>
          <p14:tracePt t="18320" x="5059363" y="4032250"/>
          <p14:tracePt t="18321" x="5045075" y="4032250"/>
          <p14:tracePt t="18321" x="5030788" y="4032250"/>
          <p14:tracePt t="18323" x="5018088" y="4032250"/>
          <p14:tracePt t="18326" x="5003800" y="4032250"/>
          <p14:tracePt t="18327" x="4989513" y="4032250"/>
          <p14:tracePt t="18328" x="4976813" y="4032250"/>
          <p14:tracePt t="18330" x="4962525" y="4032250"/>
          <p14:tracePt t="18333" x="4948238" y="4032250"/>
          <p14:tracePt t="18335" x="4908550" y="4032250"/>
          <p14:tracePt t="18336" x="4894263" y="4032250"/>
          <p14:tracePt t="18337" x="4867275" y="4019550"/>
          <p14:tracePt t="18338" x="4852988" y="4019550"/>
          <p14:tracePt t="18339" x="4838700" y="4019550"/>
          <p14:tracePt t="18341" x="4811713" y="4019550"/>
          <p14:tracePt t="18343" x="4797425" y="4019550"/>
          <p14:tracePt t="18344" x="4770438" y="4019550"/>
          <p14:tracePt t="18345" x="4743450" y="4019550"/>
          <p14:tracePt t="18347" x="4743450" y="4005263"/>
          <p14:tracePt t="18348" x="4716463" y="4005263"/>
          <p14:tracePt t="18350" x="4702175" y="4005263"/>
          <p14:tracePt t="18351" x="4687888" y="4005263"/>
          <p14:tracePt t="18352" x="4675188" y="4005263"/>
          <p14:tracePt t="18354" x="4660900" y="4005263"/>
          <p14:tracePt t="18355" x="4646613" y="4005263"/>
          <p14:tracePt t="18356" x="4633913" y="4005263"/>
          <p14:tracePt t="18357" x="4606925" y="4005263"/>
          <p14:tracePt t="18359" x="4592638" y="4005263"/>
          <p14:tracePt t="18362" x="4578350" y="4005263"/>
          <p14:tracePt t="18362" x="4551363" y="3990975"/>
          <p14:tracePt t="18364" x="4537075" y="3990975"/>
          <p14:tracePt t="18366" x="4510088" y="3990975"/>
          <p14:tracePt t="18369" x="4497388" y="3990975"/>
          <p14:tracePt t="18370" x="4468813" y="3978275"/>
          <p14:tracePt t="18372" x="4456113" y="3978275"/>
          <p14:tracePt t="18375" x="4441825" y="3978275"/>
          <p14:tracePt t="18376" x="4427538" y="3978275"/>
          <p14:tracePt t="18378" x="4414838" y="3978275"/>
          <p14:tracePt t="18380" x="4400550" y="3978275"/>
          <p14:tracePt t="18382" x="4386263" y="3978275"/>
          <p14:tracePt t="18383" x="4386263" y="3963988"/>
          <p14:tracePt t="18385" x="4373563" y="3963988"/>
          <p14:tracePt t="18390" x="4346575" y="3963988"/>
          <p14:tracePt t="18390" x="4346575" y="3949700"/>
          <p14:tracePt t="18395" x="4332288" y="3949700"/>
          <p14:tracePt t="18399" x="4318000" y="3949700"/>
          <p14:tracePt t="18403" x="4305300" y="3949700"/>
          <p14:tracePt t="18406" x="4291013" y="3949700"/>
          <p14:tracePt t="18407" x="4291013" y="3937000"/>
          <p14:tracePt t="18408" x="4276725" y="3937000"/>
          <p14:tracePt t="18410" x="4264025" y="3937000"/>
          <p14:tracePt t="18413" x="4235450" y="3937000"/>
          <p14:tracePt t="18415" x="4235450" y="3922713"/>
          <p14:tracePt t="18417" x="4222750" y="3922713"/>
          <p14:tracePt t="18419" x="4208463" y="3922713"/>
          <p14:tracePt t="18420" x="4195763" y="3908425"/>
          <p14:tracePt t="18422" x="4181475" y="3908425"/>
          <p14:tracePt t="18424" x="4167188" y="3895725"/>
          <p14:tracePt t="18427" x="4154488" y="3895725"/>
          <p14:tracePt t="18429" x="4140200" y="3881438"/>
          <p14:tracePt t="18432" x="4125913" y="3867150"/>
          <p14:tracePt t="18433" x="4113213" y="3867150"/>
          <p14:tracePt t="18435" x="4098925" y="3867150"/>
          <p14:tracePt t="18436" x="4084638" y="3854450"/>
          <p14:tracePt t="18438" x="4071938" y="3840163"/>
          <p14:tracePt t="18440" x="4057650" y="3840163"/>
          <p14:tracePt t="18441" x="4057650" y="3827463"/>
          <p14:tracePt t="18442" x="4044950" y="3827463"/>
          <p14:tracePt t="18443" x="4030663" y="3827463"/>
          <p14:tracePt t="18444" x="4030663" y="3813175"/>
          <p14:tracePt t="18446" x="4003675" y="3798888"/>
          <p14:tracePt t="18447" x="4003675" y="3786188"/>
          <p14:tracePt t="18448" x="3989388" y="3786188"/>
          <p14:tracePt t="18449" x="3975100" y="3786188"/>
          <p14:tracePt t="18450" x="3962400" y="3771900"/>
          <p14:tracePt t="18451" x="3948113" y="3771900"/>
          <p14:tracePt t="18454" x="3921125" y="3757613"/>
          <p14:tracePt t="18456" x="3894138" y="3744913"/>
          <p14:tracePt t="18457" x="3879850" y="3744913"/>
          <p14:tracePt t="18459" x="3865563" y="3730625"/>
          <p14:tracePt t="18461" x="3838575" y="3716338"/>
          <p14:tracePt t="18462" x="3824288" y="3716338"/>
          <p14:tracePt t="18463" x="3824288" y="3703638"/>
          <p14:tracePt t="18464" x="3811588" y="3703638"/>
          <p14:tracePt t="18466" x="3797300" y="3689350"/>
          <p14:tracePt t="18468" x="3783013" y="3689350"/>
          <p14:tracePt t="18469" x="3756025" y="3676650"/>
          <p14:tracePt t="18477" x="3714750" y="3648075"/>
          <p14:tracePt t="18482" x="3660775" y="3635375"/>
          <p14:tracePt t="18487" x="3646488" y="3621088"/>
          <p14:tracePt t="18490" x="3632200" y="3606800"/>
          <p14:tracePt t="18494" x="3619500" y="3606800"/>
          <p14:tracePt t="18501" x="3619500" y="3594100"/>
          <p14:tracePt t="18512" x="3619500" y="3579813"/>
          <p14:tracePt t="18519" x="3619500" y="3565525"/>
          <p14:tracePt t="18521" x="3605213" y="3565525"/>
          <p14:tracePt t="18524" x="3605213" y="3552825"/>
          <p14:tracePt t="18531" x="3605213" y="3538538"/>
          <p14:tracePt t="18533" x="3592513" y="3538538"/>
          <p14:tracePt t="18538" x="3592513" y="3524250"/>
          <p14:tracePt t="18542" x="3578225" y="3511550"/>
          <p14:tracePt t="18543" x="3563938" y="3511550"/>
          <p14:tracePt t="18548" x="3563938" y="3497263"/>
          <p14:tracePt t="18551" x="3551238" y="3497263"/>
          <p14:tracePt t="18553" x="3551238" y="3484563"/>
          <p14:tracePt t="18556" x="3522663" y="3484563"/>
          <p14:tracePt t="18556" x="3522663" y="3470275"/>
          <p14:tracePt t="18559" x="3509963" y="3455988"/>
          <p14:tracePt t="18564" x="3495675" y="3443288"/>
          <p14:tracePt t="18568" x="3481388" y="3429000"/>
          <p14:tracePt t="18570" x="3481388" y="3414713"/>
          <p14:tracePt t="18571" x="3468688" y="3414713"/>
          <p14:tracePt t="18574" x="3454400" y="3402013"/>
          <p14:tracePt t="18580" x="3441700" y="3387725"/>
          <p14:tracePt t="18584" x="3427413" y="3387725"/>
          <p14:tracePt t="18589" x="3427413" y="3373438"/>
          <p14:tracePt t="18604" x="3413125" y="3373438"/>
          <p14:tracePt t="18729" x="3413125" y="3360738"/>
          <p14:tracePt t="18732" x="3413125" y="3346450"/>
          <p14:tracePt t="18738" x="3413125" y="3333750"/>
          <p14:tracePt t="18746" x="3413125" y="3319463"/>
          <p14:tracePt t="18754" x="3400425" y="3305175"/>
          <p14:tracePt t="18756" x="3400425" y="3292475"/>
          <p14:tracePt t="18763" x="3400425" y="3278188"/>
          <p14:tracePt t="18770" x="3386138" y="3278188"/>
          <p14:tracePt t="18772" x="3371850" y="3263900"/>
          <p14:tracePt t="18780" x="3371850" y="3251200"/>
          <p14:tracePt t="18781" x="3359150" y="3251200"/>
          <p14:tracePt t="18785" x="3359150" y="3236913"/>
          <p14:tracePt t="18790" x="3344863" y="3236913"/>
          <p14:tracePt t="18795" x="3330575" y="3236913"/>
          <p14:tracePt t="18802" x="3317875" y="3236913"/>
          <p14:tracePt t="18808" x="3303588" y="3236913"/>
          <p14:tracePt t="18814" x="3290888" y="3236913"/>
          <p14:tracePt t="18824" x="3276600" y="3236913"/>
          <p14:tracePt t="18828" x="3262313" y="3236913"/>
          <p14:tracePt t="18850" x="3249613" y="3236913"/>
          <p14:tracePt t="18856" x="3221038" y="3236913"/>
          <p14:tracePt t="18859" x="3208338" y="3236913"/>
          <p14:tracePt t="18861" x="3194050" y="3236913"/>
          <p14:tracePt t="18864" x="3179763" y="3236913"/>
          <p14:tracePt t="18865" x="3167063" y="3251200"/>
          <p14:tracePt t="18867" x="3152775" y="3251200"/>
          <p14:tracePt t="18870" x="3125788" y="3251200"/>
          <p14:tracePt t="18871" x="3125788" y="3263900"/>
          <p14:tracePt t="18872" x="3111500" y="3263900"/>
          <p14:tracePt t="18873" x="3098800" y="3278188"/>
          <p14:tracePt t="18876" x="3057525" y="3292475"/>
          <p14:tracePt t="18879" x="3043238" y="3292475"/>
          <p14:tracePt t="18881" x="3016250" y="3305175"/>
          <p14:tracePt t="18883" x="3001963" y="3319463"/>
          <p14:tracePt t="18885" x="2960688" y="3333750"/>
          <p14:tracePt t="18887" x="2933700" y="3346450"/>
          <p14:tracePt t="18889" x="2892425" y="3373438"/>
          <p14:tracePt t="18891" x="2878138" y="3373438"/>
          <p14:tracePt t="18892" x="2851150" y="3387725"/>
          <p14:tracePt t="18895" x="2824163" y="3402013"/>
          <p14:tracePt t="18896" x="2809875" y="3402013"/>
          <p14:tracePt t="18897" x="2797175" y="3402013"/>
          <p14:tracePt t="18898" x="2782888" y="3402013"/>
          <p14:tracePt t="18898" x="2755900" y="3429000"/>
          <p14:tracePt t="18899" x="2741613" y="3429000"/>
          <p14:tracePt t="18902" x="2714625" y="3429000"/>
          <p14:tracePt t="18903" x="2700338" y="3443288"/>
          <p14:tracePt t="18904" x="2659063" y="3455988"/>
          <p14:tracePt t="18905" x="2646363" y="3455988"/>
          <p14:tracePt t="18906" x="2632075" y="3455988"/>
          <p14:tracePt t="18907" x="2617788" y="3470275"/>
          <p14:tracePt t="18908" x="2605088" y="3484563"/>
          <p14:tracePt t="18910" x="2590800" y="3484563"/>
          <p14:tracePt t="18911" x="2563813" y="3497263"/>
          <p14:tracePt t="18913" x="2536825" y="3511550"/>
          <p14:tracePt t="18914" x="2508250" y="3511550"/>
          <p14:tracePt t="18917" x="2481263" y="3524250"/>
          <p14:tracePt t="18917" x="2466975" y="3524250"/>
          <p14:tracePt t="18918" x="2454275" y="3538538"/>
          <p14:tracePt t="18919" x="2439988" y="3538538"/>
          <p14:tracePt t="18921" x="2427288" y="3538538"/>
          <p14:tracePt t="18922" x="2413000" y="3552825"/>
          <p14:tracePt t="18924" x="2386013" y="3552825"/>
          <p14:tracePt t="18925" x="2371725" y="3565525"/>
          <p14:tracePt t="18926" x="2357438" y="3579813"/>
          <p14:tracePt t="18927" x="2344738" y="3579813"/>
          <p14:tracePt t="18929" x="2330450" y="3579813"/>
          <p14:tracePt t="18931" x="2316163" y="3579813"/>
          <p14:tracePt t="18932" x="2303463" y="3594100"/>
          <p14:tracePt t="18932" x="2289175" y="3594100"/>
          <p14:tracePt t="18934" x="2262188" y="3594100"/>
          <p14:tracePt t="18936" x="2235200" y="3606800"/>
          <p14:tracePt t="18939" x="2220913" y="3621088"/>
          <p14:tracePt t="18939" x="2206625" y="3621088"/>
          <p14:tracePt t="18941" x="2193925" y="3621088"/>
          <p14:tracePt t="18942" x="2179638" y="3621088"/>
          <p14:tracePt t="18944" x="2152650" y="3621088"/>
          <p14:tracePt t="18945" x="2152650" y="3635375"/>
          <p14:tracePt t="18947" x="2138363" y="3635375"/>
          <p14:tracePt t="18949" x="2125663" y="3635375"/>
          <p14:tracePt t="18951" x="2125663" y="3648075"/>
          <p14:tracePt t="18953" x="2111375" y="3648075"/>
          <p14:tracePt t="18954" x="2097088" y="3648075"/>
          <p14:tracePt t="18959" x="2084388" y="3648075"/>
          <p14:tracePt t="18984" x="2070100" y="3648075"/>
          <p14:tracePt t="19007" x="2055813" y="3648075"/>
          <p14:tracePt t="19009" x="2043113" y="3648075"/>
          <p14:tracePt t="19015" x="2028825" y="3648075"/>
          <p14:tracePt t="19020" x="2014538" y="3648075"/>
          <p14:tracePt t="19024" x="2001838" y="3648075"/>
          <p14:tracePt t="19028" x="1987550" y="3648075"/>
          <p14:tracePt t="19032" x="1974850" y="3648075"/>
          <p14:tracePt t="19041" x="1960563" y="3648075"/>
          <p14:tracePt t="19140" x="1946275" y="3648075"/>
          <p14:tracePt t="19149" x="1933575" y="3648075"/>
          <p14:tracePt t="19164" x="1919288" y="3648075"/>
          <p14:tracePt t="19171" x="1905000" y="3648075"/>
          <p14:tracePt t="19178" x="1892300" y="3648075"/>
          <p14:tracePt t="19182" x="1892300" y="3662363"/>
          <p14:tracePt t="19184" x="1878013" y="3662363"/>
          <p14:tracePt t="19191" x="1863725" y="3662363"/>
          <p14:tracePt t="19195" x="1851025" y="3662363"/>
          <p14:tracePt t="19201" x="1836738" y="3662363"/>
          <p14:tracePt t="19203" x="1824038" y="3662363"/>
          <p14:tracePt t="19206" x="1824038" y="3676650"/>
          <p14:tracePt t="19210" x="1809750" y="3676650"/>
          <p14:tracePt t="19213" x="1795463" y="3676650"/>
          <p14:tracePt t="19218" x="1782763" y="3689350"/>
          <p14:tracePt t="19224" x="1768475" y="3689350"/>
          <p14:tracePt t="19230" x="1754188" y="3703638"/>
          <p14:tracePt t="19234" x="1741488" y="3703638"/>
          <p14:tracePt t="19239" x="1727200" y="3716338"/>
          <p14:tracePt t="19241" x="1712913" y="3716338"/>
          <p14:tracePt t="19245" x="1700213" y="3716338"/>
          <p14:tracePt t="19251" x="1685925" y="3716338"/>
          <p14:tracePt t="19254" x="1673225" y="3716338"/>
          <p14:tracePt t="19256" x="1658938" y="3716338"/>
          <p14:tracePt t="19258" x="1658938" y="3730625"/>
          <p14:tracePt t="19260" x="1644650" y="3730625"/>
          <p14:tracePt t="19264" x="1631950" y="3730625"/>
          <p14:tracePt t="19269" x="1617663" y="3730625"/>
          <p14:tracePt t="19273" x="1603375" y="3730625"/>
          <p14:tracePt t="19279" x="1590675" y="3744913"/>
          <p14:tracePt t="19279" x="1576388" y="3744913"/>
          <p14:tracePt t="19313" x="1576388" y="3757613"/>
          <p14:tracePt t="19389" x="1590675" y="3757613"/>
          <p14:tracePt t="19392" x="1603375" y="3757613"/>
          <p14:tracePt t="19393" x="1617663" y="3757613"/>
          <p14:tracePt t="19394" x="1631950" y="3757613"/>
          <p14:tracePt t="19397" x="1644650" y="3757613"/>
          <p14:tracePt t="19399" x="1673225" y="3757613"/>
          <p14:tracePt t="19400" x="1700213" y="3757613"/>
          <p14:tracePt t="19403" x="1727200" y="3757613"/>
          <p14:tracePt t="19405" x="1741488" y="3757613"/>
          <p14:tracePt t="19407" x="1768475" y="3757613"/>
          <p14:tracePt t="19408" x="1782763" y="3757613"/>
          <p14:tracePt t="19411" x="1809750" y="3757613"/>
          <p14:tracePt t="19411" x="1824038" y="3757613"/>
          <p14:tracePt t="19413" x="1836738" y="3757613"/>
          <p14:tracePt t="19414" x="1863725" y="3757613"/>
          <p14:tracePt t="19415" x="1892300" y="3757613"/>
          <p14:tracePt t="19418" x="1905000" y="3757613"/>
          <p14:tracePt t="19420" x="1946275" y="3757613"/>
          <p14:tracePt t="19422" x="1974850" y="3757613"/>
          <p14:tracePt t="19423" x="2001838" y="3757613"/>
          <p14:tracePt t="19425" x="2028825" y="3757613"/>
          <p14:tracePt t="19425" x="2043113" y="3757613"/>
          <p14:tracePt t="19426" x="2055813" y="3757613"/>
          <p14:tracePt t="19427" x="2084388" y="3757613"/>
          <p14:tracePt t="19428" x="2097088" y="3757613"/>
          <p14:tracePt t="19429" x="2125663" y="3757613"/>
          <p14:tracePt t="19431" x="2138363" y="3757613"/>
          <p14:tracePt t="19432" x="2179638" y="3757613"/>
          <p14:tracePt t="19432" x="2193925" y="3757613"/>
          <p14:tracePt t="19433" x="2220913" y="3757613"/>
          <p14:tracePt t="19434" x="2235200" y="3757613"/>
          <p14:tracePt t="19435" x="2247900" y="3757613"/>
          <p14:tracePt t="19436" x="2262188" y="3757613"/>
          <p14:tracePt t="19438" x="2289175" y="3757613"/>
          <p14:tracePt t="19439" x="2303463" y="3757613"/>
          <p14:tracePt t="19440" x="2330450" y="3757613"/>
          <p14:tracePt t="19442" x="2357438" y="3757613"/>
          <p14:tracePt t="19445" x="2386013" y="3757613"/>
          <p14:tracePt t="19445" x="2398713" y="3757613"/>
          <p14:tracePt t="19446" x="2427288" y="3757613"/>
          <p14:tracePt t="19447" x="2439988" y="3757613"/>
          <p14:tracePt t="19448" x="2466975" y="3757613"/>
          <p14:tracePt t="19451" x="2495550" y="3757613"/>
          <p14:tracePt t="19453" x="2549525" y="3757613"/>
          <p14:tracePt t="19453" x="2578100" y="3757613"/>
          <p14:tracePt t="19454" x="2590800" y="3757613"/>
          <p14:tracePt t="19455" x="2605088" y="3757613"/>
          <p14:tracePt t="19456" x="2632075" y="3757613"/>
          <p14:tracePt t="19457" x="2659063" y="3757613"/>
          <p14:tracePt t="19459" x="2673350" y="3757613"/>
          <p14:tracePt t="19460" x="2700338" y="3757613"/>
          <p14:tracePt t="19460" x="2714625" y="3771900"/>
          <p14:tracePt t="19461" x="2728913" y="3771900"/>
          <p14:tracePt t="19462" x="2741613" y="3771900"/>
          <p14:tracePt t="19464" x="2755900" y="3771900"/>
          <p14:tracePt t="19466" x="2809875" y="3771900"/>
          <p14:tracePt t="19467" x="2824163" y="3771900"/>
          <p14:tracePt t="19467" x="2851150" y="3786188"/>
          <p14:tracePt t="19468" x="2865438" y="3786188"/>
          <p14:tracePt t="19469" x="2878138" y="3786188"/>
          <p14:tracePt t="19473" x="2933700" y="3786188"/>
          <p14:tracePt t="19474" x="2960688" y="3786188"/>
          <p14:tracePt t="19481" x="3043238" y="3786188"/>
          <p14:tracePt t="19481" x="3070225" y="3798888"/>
          <p14:tracePt t="19483" x="3084513" y="3798888"/>
          <p14:tracePt t="19484" x="3098800" y="3798888"/>
          <p14:tracePt t="19486" x="3111500" y="3798888"/>
          <p14:tracePt t="19487" x="3152775" y="3798888"/>
          <p14:tracePt t="19489" x="3167063" y="3813175"/>
          <p14:tracePt t="19490" x="3194050" y="3813175"/>
          <p14:tracePt t="19494" x="3221038" y="3813175"/>
          <p14:tracePt t="19494" x="3235325" y="3813175"/>
          <p14:tracePt t="19495" x="3262313" y="3813175"/>
          <p14:tracePt t="19497" x="3290888" y="3813175"/>
          <p14:tracePt t="19500" x="3317875" y="3813175"/>
          <p14:tracePt t="19502" x="3330575" y="3813175"/>
          <p14:tracePt t="19503" x="3344863" y="3813175"/>
          <p14:tracePt t="19504" x="3371850" y="3813175"/>
          <p14:tracePt t="19505" x="3386138" y="3827463"/>
          <p14:tracePt t="19507" x="3400425" y="3827463"/>
          <p14:tracePt t="19508" x="3413125" y="3827463"/>
          <p14:tracePt t="19508" x="3441700" y="3827463"/>
          <p14:tracePt t="19509" x="3454400" y="3840163"/>
          <p14:tracePt t="19511" x="3468688" y="3840163"/>
          <p14:tracePt t="19514" x="3509963" y="3840163"/>
          <p14:tracePt t="19515" x="3522663" y="3840163"/>
          <p14:tracePt t="19515" x="3551238" y="3840163"/>
          <p14:tracePt t="19516" x="3563938" y="3840163"/>
          <p14:tracePt t="19518" x="3592513" y="3840163"/>
          <p14:tracePt t="19520" x="3619500" y="3840163"/>
          <p14:tracePt t="19521" x="3632200" y="3840163"/>
          <p14:tracePt t="19523" x="3660775" y="3840163"/>
          <p14:tracePt t="19523" x="3687763" y="3840163"/>
          <p14:tracePt t="19524" x="3729038" y="3840163"/>
          <p14:tracePt t="19525" x="3756025" y="3840163"/>
          <p14:tracePt t="19526" x="3797300" y="3840163"/>
          <p14:tracePt t="19529" x="3838575" y="3840163"/>
          <p14:tracePt t="19529" x="3865563" y="3840163"/>
          <p14:tracePt t="19530" x="3906838" y="3840163"/>
          <p14:tracePt t="19531" x="3948113" y="3840163"/>
          <p14:tracePt t="19532" x="3989388" y="3840163"/>
          <p14:tracePt t="19533" x="4030663" y="3840163"/>
          <p14:tracePt t="19535" x="4113213" y="3840163"/>
          <p14:tracePt t="19536" x="4154488" y="3840163"/>
          <p14:tracePt t="19537" x="4195763" y="3840163"/>
          <p14:tracePt t="19539" x="4249738" y="3840163"/>
          <p14:tracePt t="19541" x="4305300" y="3840163"/>
          <p14:tracePt t="19542" x="4400550" y="3840163"/>
          <p14:tracePt t="19543" x="4456113" y="3840163"/>
          <p14:tracePt t="19544" x="4510088" y="3840163"/>
          <p14:tracePt t="19545" x="4565650" y="3840163"/>
          <p14:tracePt t="19546" x="4606925" y="3840163"/>
          <p14:tracePt t="19547" x="4660900" y="3840163"/>
          <p14:tracePt t="19549" x="4687888" y="3840163"/>
          <p14:tracePt t="19549" x="4743450" y="3840163"/>
          <p14:tracePt t="19550" x="4797425" y="3840163"/>
          <p14:tracePt t="19552" x="4852988" y="3840163"/>
          <p14:tracePt t="19554" x="4894263" y="3840163"/>
          <p14:tracePt t="19556" x="4935538" y="3840163"/>
          <p14:tracePt t="19558" x="4989513" y="3840163"/>
          <p14:tracePt t="19560" x="5030788" y="3840163"/>
          <p14:tracePt t="19560" x="5072063" y="3840163"/>
          <p14:tracePt t="19562" x="5113338" y="3840163"/>
          <p14:tracePt t="19564" x="5195888" y="3840163"/>
          <p14:tracePt t="19565" x="5237163" y="3840163"/>
          <p14:tracePt t="19566" x="5264150" y="3840163"/>
          <p14:tracePt t="19567" x="5305425" y="3840163"/>
          <p14:tracePt t="19568" x="5346700" y="3840163"/>
          <p14:tracePt t="19569" x="5387975" y="3840163"/>
          <p14:tracePt t="19571" x="5456238" y="3840163"/>
          <p14:tracePt t="19572" x="5497513" y="3840163"/>
          <p14:tracePt t="19573" x="5538788" y="3854450"/>
          <p14:tracePt t="19574" x="5580063" y="3854450"/>
          <p14:tracePt t="19575" x="5607050" y="3854450"/>
          <p14:tracePt t="19576" x="5648325" y="3854450"/>
          <p14:tracePt t="19578" x="5675313" y="3854450"/>
          <p14:tracePt t="19579" x="5702300" y="3867150"/>
          <p14:tracePt t="19580" x="5743575" y="3867150"/>
          <p14:tracePt t="19581" x="5772150" y="3881438"/>
          <p14:tracePt t="19583" x="5813425" y="3881438"/>
          <p14:tracePt t="19585" x="5867400" y="3881438"/>
          <p14:tracePt t="19586" x="5922963" y="3881438"/>
          <p14:tracePt t="19588" x="5949950" y="3881438"/>
          <p14:tracePt t="19589" x="5976938" y="3881438"/>
          <p14:tracePt t="19591" x="6032500" y="3895725"/>
          <p14:tracePt t="19592" x="6059488" y="3895725"/>
          <p14:tracePt t="19593" x="6086475" y="3895725"/>
          <p14:tracePt t="19594" x="6115050" y="3895725"/>
          <p14:tracePt t="19595" x="6142038" y="3895725"/>
          <p14:tracePt t="19596" x="6169025" y="3895725"/>
          <p14:tracePt t="19598" x="6196013" y="3895725"/>
          <p14:tracePt t="19599" x="6237288" y="3908425"/>
          <p14:tracePt t="19601" x="6278563" y="3908425"/>
          <p14:tracePt t="19602" x="6292850" y="3908425"/>
          <p14:tracePt t="19603" x="6319838" y="3908425"/>
          <p14:tracePt t="19605" x="6361113" y="3908425"/>
          <p14:tracePt t="19607" x="6402388" y="3908425"/>
          <p14:tracePt t="19608" x="6415088" y="3908425"/>
          <p14:tracePt t="19610" x="6443663" y="3908425"/>
          <p14:tracePt t="19612" x="6470650" y="3908425"/>
          <p14:tracePt t="19613" x="6484938" y="3922713"/>
          <p14:tracePt t="19614" x="6497638" y="3922713"/>
          <p14:tracePt t="19615" x="6511925" y="3922713"/>
          <p14:tracePt t="19616" x="6526213" y="3922713"/>
          <p14:tracePt t="19619" x="6565900" y="3937000"/>
          <p14:tracePt t="19620" x="6594475" y="3937000"/>
          <p14:tracePt t="19622" x="6607175" y="3937000"/>
          <p14:tracePt t="19624" x="6621463" y="3937000"/>
          <p14:tracePt t="19626" x="6635750" y="3937000"/>
          <p14:tracePt t="19627" x="6662738" y="3937000"/>
          <p14:tracePt t="19629" x="6677025" y="3937000"/>
          <p14:tracePt t="19633" x="6689725" y="3937000"/>
          <p14:tracePt t="19634" x="6716713" y="3937000"/>
          <p14:tracePt t="19636" x="6731000" y="3937000"/>
          <p14:tracePt t="19638" x="6745288" y="3937000"/>
          <p14:tracePt t="19640" x="6757988" y="3949700"/>
          <p14:tracePt t="19641" x="6772275" y="3949700"/>
          <p14:tracePt t="19643" x="6786563" y="3949700"/>
          <p14:tracePt t="19643" x="6799263" y="3949700"/>
          <p14:tracePt t="19647" x="6813550" y="3949700"/>
          <p14:tracePt t="19647" x="6840538" y="3949700"/>
          <p14:tracePt t="19650" x="6854825" y="3949700"/>
          <p14:tracePt t="19652" x="6867525" y="3949700"/>
          <p14:tracePt t="19653" x="6881813" y="3949700"/>
          <p14:tracePt t="19654" x="6896100" y="3949700"/>
          <p14:tracePt t="19655" x="6923088" y="3949700"/>
          <p14:tracePt t="19657" x="6937375" y="3949700"/>
          <p14:tracePt t="19659" x="6964363" y="3949700"/>
          <p14:tracePt t="19660" x="6978650" y="3949700"/>
          <p14:tracePt t="19662" x="6991350" y="3949700"/>
          <p14:tracePt t="19662" x="7005638" y="3949700"/>
          <p14:tracePt t="19663" x="7032625" y="3949700"/>
          <p14:tracePt t="19666" x="7046913" y="3949700"/>
          <p14:tracePt t="19667" x="7088188" y="3949700"/>
          <p14:tracePt t="19668" x="7100888" y="3949700"/>
          <p14:tracePt t="19670" x="7129463" y="3949700"/>
          <p14:tracePt t="19671" x="7142163" y="3949700"/>
          <p14:tracePt t="19674" x="7169150" y="3949700"/>
          <p14:tracePt t="19674" x="7183438" y="3949700"/>
          <p14:tracePt t="19675" x="7197725" y="3949700"/>
          <p14:tracePt t="19676" x="7210425" y="3949700"/>
          <p14:tracePt t="19677" x="7224713" y="3949700"/>
          <p14:tracePt t="19678" x="7239000" y="3949700"/>
          <p14:tracePt t="19681" x="7251700" y="3949700"/>
          <p14:tracePt t="19682" x="7265988" y="3949700"/>
          <p14:tracePt t="19682" x="7280275" y="3949700"/>
          <p14:tracePt t="19684" x="7292975" y="3949700"/>
          <p14:tracePt t="19684" x="7307263" y="3949700"/>
          <p14:tracePt t="19686" x="7319963" y="3949700"/>
          <p14:tracePt t="19688" x="7334250" y="3949700"/>
          <p14:tracePt t="19689" x="7348538" y="3949700"/>
          <p14:tracePt t="19691" x="7361238" y="3949700"/>
          <p14:tracePt t="19692" x="7375525" y="3949700"/>
          <p14:tracePt t="19695" x="7402513" y="3949700"/>
          <p14:tracePt t="19696" x="7416800" y="3949700"/>
          <p14:tracePt t="19699" x="7431088" y="3949700"/>
          <p14:tracePt t="19701" x="7443788" y="3949700"/>
          <p14:tracePt t="19704" x="7458075" y="3949700"/>
          <p14:tracePt t="19707" x="7470775" y="3949700"/>
          <p14:tracePt t="19710" x="7485063" y="3949700"/>
          <p14:tracePt t="19716" x="7499350" y="3949700"/>
          <p14:tracePt t="19776" x="7512050" y="3949700"/>
          <p14:tracePt t="19780" x="7526338" y="3949700"/>
          <p14:tracePt t="19782" x="7540625" y="3937000"/>
          <p14:tracePt t="19784" x="7553325" y="3937000"/>
          <p14:tracePt t="19788" x="7567613" y="3937000"/>
          <p14:tracePt t="19790" x="7567613" y="3922713"/>
          <p14:tracePt t="19792" x="7581900" y="3922713"/>
          <p14:tracePt t="19794" x="7594600" y="3922713"/>
          <p14:tracePt t="19798" x="7608888" y="3922713"/>
          <p14:tracePt t="19803" x="7621588" y="3922713"/>
          <p14:tracePt t="19808" x="7635875" y="3922713"/>
          <p14:tracePt t="19812" x="7650163" y="3922713"/>
          <p14:tracePt t="19821" x="7662863" y="3922713"/>
          <p14:tracePt t="19869" x="7677150" y="3922713"/>
          <p14:tracePt t="19876" x="7691438" y="3922713"/>
          <p14:tracePt t="19879" x="7704138" y="3922713"/>
          <p14:tracePt t="19883" x="7718425" y="3922713"/>
          <p14:tracePt t="19886" x="7732713" y="3922713"/>
          <p14:tracePt t="19890" x="7745413" y="3922713"/>
          <p14:tracePt t="19892" x="7759700" y="3922713"/>
          <p14:tracePt t="19895" x="7772400" y="3922713"/>
          <p14:tracePt t="19897" x="7800975" y="3922713"/>
          <p14:tracePt t="19902" x="7813675" y="3922713"/>
          <p14:tracePt t="19906" x="7827963" y="3922713"/>
          <p14:tracePt t="19910" x="7842250" y="3908425"/>
          <p14:tracePt t="19914" x="7854950" y="3908425"/>
          <p14:tracePt t="19919" x="7869238" y="3908425"/>
          <p14:tracePt t="19924" x="7883525" y="3908425"/>
          <p14:tracePt t="19929" x="7896225" y="3908425"/>
          <p14:tracePt t="19932" x="7910513" y="3908425"/>
          <p14:tracePt t="19938" x="7923213" y="3908425"/>
          <p14:tracePt t="19946" x="7937500" y="3908425"/>
          <p14:tracePt t="20683" x="7923213" y="3908425"/>
          <p14:tracePt t="20685" x="7910513" y="3908425"/>
          <p14:tracePt t="20687" x="7896225" y="3908425"/>
          <p14:tracePt t="20689" x="7883525" y="3908425"/>
          <p14:tracePt t="20691" x="7869238" y="3908425"/>
          <p14:tracePt t="20693" x="7854950" y="3908425"/>
          <p14:tracePt t="20695" x="7842250" y="3908425"/>
          <p14:tracePt t="20697" x="7813675" y="3908425"/>
          <p14:tracePt t="20699" x="7800975" y="3922713"/>
          <p14:tracePt t="20701" x="7786688" y="3922713"/>
          <p14:tracePt t="20702" x="7772400" y="3922713"/>
          <p14:tracePt t="20704" x="7759700" y="3937000"/>
          <p14:tracePt t="20704" x="7745413" y="3937000"/>
          <p14:tracePt t="20705" x="7732713" y="3937000"/>
          <p14:tracePt t="20706" x="7718425" y="3937000"/>
          <p14:tracePt t="20708" x="7704138" y="3937000"/>
          <p14:tracePt t="20709" x="7677150" y="3937000"/>
          <p14:tracePt t="20711" x="7662863" y="3937000"/>
          <p14:tracePt t="20712" x="7650163" y="3937000"/>
          <p14:tracePt t="20713" x="7635875" y="3937000"/>
          <p14:tracePt t="20715" x="7621588" y="3937000"/>
          <p14:tracePt t="20717" x="7594600" y="3949700"/>
          <p14:tracePt t="20718" x="7581900" y="3949700"/>
          <p14:tracePt t="20720" x="7567613" y="3949700"/>
          <p14:tracePt t="20723" x="7553325" y="3949700"/>
          <p14:tracePt t="20723" x="7540625" y="3949700"/>
          <p14:tracePt t="20725" x="7526338" y="3949700"/>
          <p14:tracePt t="20727" x="7512050" y="3949700"/>
          <p14:tracePt t="20730" x="7499350" y="3963988"/>
          <p14:tracePt t="20731" x="7485063" y="3963988"/>
          <p14:tracePt t="20735" x="7470775" y="3963988"/>
          <p14:tracePt t="20737" x="7458075" y="3963988"/>
          <p14:tracePt t="20742" x="7443788" y="3963988"/>
          <p14:tracePt t="20744" x="7431088" y="3963988"/>
          <p14:tracePt t="20760" x="7416800" y="3963988"/>
          <p14:tracePt t="20797" x="7402513" y="3978275"/>
          <p14:tracePt t="20803" x="7389813" y="3978275"/>
          <p14:tracePt t="20805" x="7375525" y="3978275"/>
          <p14:tracePt t="20809" x="7361238" y="3978275"/>
          <p14:tracePt t="20813" x="7348538" y="3978275"/>
          <p14:tracePt t="20818" x="7334250" y="3978275"/>
          <p14:tracePt t="20820" x="7319963" y="3978275"/>
          <p14:tracePt t="20821" x="7307263" y="3978275"/>
          <p14:tracePt t="20825" x="7292975" y="3978275"/>
          <p14:tracePt t="20829" x="7280275" y="3978275"/>
          <p14:tracePt t="20831" x="7251700" y="3978275"/>
          <p14:tracePt t="20835" x="7239000" y="3978275"/>
          <p14:tracePt t="20838" x="7239000" y="3990975"/>
          <p14:tracePt t="20839" x="7224713" y="3990975"/>
          <p14:tracePt t="20841" x="7210425" y="3990975"/>
          <p14:tracePt t="20845" x="7197725" y="3990975"/>
          <p14:tracePt t="20848" x="7183438" y="3990975"/>
          <p14:tracePt t="20850" x="7169150" y="3990975"/>
          <p14:tracePt t="20855" x="7156450" y="3990975"/>
          <p14:tracePt t="20866" x="7142163" y="3990975"/>
          <p14:tracePt t="20926" x="7129463" y="3990975"/>
          <p14:tracePt t="20930" x="7115175" y="3990975"/>
          <p14:tracePt t="20935" x="7100888" y="3990975"/>
          <p14:tracePt t="20939" x="7088188" y="3990975"/>
          <p14:tracePt t="20943" x="7073900" y="3990975"/>
          <p14:tracePt t="20946" x="7059613" y="3990975"/>
          <p14:tracePt t="20948" x="7046913" y="3990975"/>
          <p14:tracePt t="20953" x="7032625" y="3990975"/>
          <p14:tracePt t="20954" x="7018338" y="3990975"/>
          <p14:tracePt t="20958" x="7005638" y="3990975"/>
          <p14:tracePt t="20960" x="6991350" y="3990975"/>
          <p14:tracePt t="20963" x="6978650" y="3990975"/>
          <p14:tracePt t="20967" x="6964363" y="3990975"/>
          <p14:tracePt t="20974" x="6950075" y="3990975"/>
          <p14:tracePt t="20980" x="6937375" y="3990975"/>
          <p14:tracePt t="21071" x="6923088" y="3990975"/>
          <p14:tracePt t="21083" x="6908800" y="3990975"/>
          <p14:tracePt t="21141" x="6896100" y="3990975"/>
          <p14:tracePt t="21153" x="6881813" y="3990975"/>
          <p14:tracePt t="21243" x="6867525" y="3990975"/>
          <p14:tracePt t="21258" x="6854825" y="3990975"/>
          <p14:tracePt t="21260" x="6854825" y="3978275"/>
          <p14:tracePt t="21265" x="6840538" y="3978275"/>
          <p14:tracePt t="21270" x="6840538" y="3963988"/>
          <p14:tracePt t="21273" x="6827838" y="3963988"/>
          <p14:tracePt t="21274" x="6827838" y="3949700"/>
          <p14:tracePt t="21284" x="6813550" y="3949700"/>
          <p14:tracePt t="21292" x="6813550" y="3937000"/>
          <p14:tracePt t="21299" x="6799263" y="3937000"/>
          <p14:tracePt t="21301" x="6799263" y="3922713"/>
          <p14:tracePt t="21311" x="6786563" y="3922713"/>
          <p14:tracePt t="21317" x="6786563" y="3908425"/>
          <p14:tracePt t="21321" x="6772275" y="3908425"/>
          <p14:tracePt t="21333" x="6772275" y="3895725"/>
          <p14:tracePt t="21354" x="6757988" y="3895725"/>
          <p14:tracePt t="21358" x="6757988" y="3881438"/>
          <p14:tracePt t="21367" x="6745288" y="3881438"/>
          <p14:tracePt t="21369" x="6745288" y="3867150"/>
          <p14:tracePt t="21377" x="6731000" y="3854450"/>
          <p14:tracePt t="21381" x="6716713" y="3840163"/>
          <p14:tracePt t="21386" x="6716713" y="3827463"/>
          <p14:tracePt t="21391" x="6716713" y="3813175"/>
          <p14:tracePt t="21393" x="6704013" y="3813175"/>
          <p14:tracePt t="21397" x="6704013" y="3798888"/>
          <p14:tracePt t="21400" x="6704013" y="3786188"/>
          <p14:tracePt t="21404" x="6689725" y="3771900"/>
          <p14:tracePt t="21406" x="6689725" y="3757613"/>
          <p14:tracePt t="21408" x="6689725" y="3744913"/>
          <p14:tracePt t="21411" x="6689725" y="3730625"/>
          <p14:tracePt t="21414" x="6689725" y="3716338"/>
          <p14:tracePt t="21417" x="6689725" y="3703638"/>
          <p14:tracePt t="21418" x="6677025" y="3703638"/>
          <p14:tracePt t="21421" x="6677025" y="3689350"/>
          <p14:tracePt t="21422" x="6677025" y="3676650"/>
          <p14:tracePt t="21427" x="6677025" y="3662363"/>
          <p14:tracePt t="21431" x="6677025" y="3648075"/>
          <p14:tracePt t="21437" x="6677025" y="3621088"/>
          <p14:tracePt t="21443" x="6677025" y="3606800"/>
          <p14:tracePt t="21451" x="6677025" y="3594100"/>
          <p14:tracePt t="21459" x="6677025" y="3579813"/>
          <p14:tracePt t="21460" x="6677025" y="3565525"/>
          <p14:tracePt t="21466" x="6677025" y="3552825"/>
          <p14:tracePt t="21474" x="6677025" y="3538538"/>
          <p14:tracePt t="21488" x="6677025" y="3524250"/>
          <p14:tracePt t="21497" x="6677025" y="3511550"/>
          <p14:tracePt t="21504" x="6689725" y="3511550"/>
          <p14:tracePt t="21508" x="6689725" y="3497263"/>
          <p14:tracePt t="21515" x="6689725" y="3484563"/>
          <p14:tracePt t="21519" x="6689725" y="3470275"/>
          <p14:tracePt t="21521" x="6689725" y="3455988"/>
          <p14:tracePt t="21525" x="6689725" y="3443288"/>
          <p14:tracePt t="21529" x="6689725" y="3429000"/>
          <p14:tracePt t="21535" x="6689725" y="3402013"/>
          <p14:tracePt t="21540" x="6704013" y="3387725"/>
          <p14:tracePt t="21545" x="6704013" y="3373438"/>
          <p14:tracePt t="21549" x="6704013" y="3360738"/>
          <p14:tracePt t="21553" x="6704013" y="3346450"/>
          <p14:tracePt t="21556" x="6704013" y="3333750"/>
          <p14:tracePt t="21563" x="6704013" y="3319463"/>
          <p14:tracePt t="21568" x="6704013" y="3305175"/>
          <p14:tracePt t="21577" x="6704013" y="3292475"/>
          <p14:tracePt t="21584" x="6716713" y="3278188"/>
          <p14:tracePt t="21634" x="6716713" y="3263900"/>
          <p14:tracePt t="21643" x="6716713" y="3251200"/>
          <p14:tracePt t="21650" x="6716713" y="3236913"/>
          <p14:tracePt t="21656" x="6716713" y="3222625"/>
          <p14:tracePt t="21665" x="6716713" y="3209925"/>
          <p14:tracePt t="21782" x="6731000" y="3209925"/>
          <p14:tracePt t="22044" x="6731000" y="3222625"/>
          <p14:tracePt t="22046" x="6731000" y="3236913"/>
          <p14:tracePt t="22049" x="6731000" y="3251200"/>
          <p14:tracePt t="22052" x="6731000" y="3263900"/>
          <p14:tracePt t="22055" x="6731000" y="3278188"/>
          <p14:tracePt t="22058" x="6731000" y="3292475"/>
          <p14:tracePt t="22062" x="6731000" y="3305175"/>
          <p14:tracePt t="22068" x="6731000" y="3319463"/>
          <p14:tracePt t="22074" x="6731000" y="3333750"/>
          <p14:tracePt t="22078" x="6731000" y="3346450"/>
          <p14:tracePt t="22087" x="6731000" y="3360738"/>
          <p14:tracePt t="22092" x="6731000" y="3373438"/>
          <p14:tracePt t="22098" x="6731000" y="3387725"/>
          <p14:tracePt t="22101" x="6731000" y="3402013"/>
          <p14:tracePt t="22106" x="6731000" y="3414713"/>
          <p14:tracePt t="22107" x="6731000" y="3429000"/>
          <p14:tracePt t="22112" x="6731000" y="3443288"/>
          <p14:tracePt t="22113" x="6731000" y="3455988"/>
          <p14:tracePt t="22115" x="6716713" y="3455988"/>
          <p14:tracePt t="22118" x="6716713" y="3470275"/>
          <p14:tracePt t="22119" x="6716713" y="3484563"/>
          <p14:tracePt t="22122" x="6716713" y="3497263"/>
          <p14:tracePt t="22122" x="6704013" y="3497263"/>
          <p14:tracePt t="22125" x="6704013" y="3511550"/>
          <p14:tracePt t="22126" x="6704013" y="3524250"/>
          <p14:tracePt t="22128" x="6689725" y="3538538"/>
          <p14:tracePt t="22129" x="6689725" y="3552825"/>
          <p14:tracePt t="22133" x="6677025" y="3565525"/>
          <p14:tracePt t="22133" x="6677025" y="3579813"/>
          <p14:tracePt t="22134" x="6662738" y="3594100"/>
          <p14:tracePt t="22137" x="6648450" y="3606800"/>
          <p14:tracePt t="22139" x="6648450" y="3621088"/>
          <p14:tracePt t="22140" x="6648450" y="3635375"/>
          <p14:tracePt t="22140" x="6635750" y="3648075"/>
          <p14:tracePt t="22142" x="6621463" y="3662363"/>
          <p14:tracePt t="22144" x="6621463" y="3676650"/>
          <p14:tracePt t="22146" x="6607175" y="3676650"/>
          <p14:tracePt t="22147" x="6607175" y="3689350"/>
          <p14:tracePt t="22148" x="6607175" y="3703638"/>
          <p14:tracePt t="22149" x="6594475" y="3716338"/>
          <p14:tracePt t="22151" x="6580188" y="3730625"/>
          <p14:tracePt t="22153" x="6580188" y="3744913"/>
          <p14:tracePt t="22155" x="6565900" y="3757613"/>
          <p14:tracePt t="22157" x="6553200" y="3771900"/>
          <p14:tracePt t="22160" x="6553200" y="3786188"/>
          <p14:tracePt t="22161" x="6538913" y="3786188"/>
          <p14:tracePt t="22162" x="6538913" y="3798888"/>
          <p14:tracePt t="22165" x="6538913" y="3813175"/>
          <p14:tracePt t="22168" x="6526213" y="3827463"/>
          <p14:tracePt t="22170" x="6526213" y="3840163"/>
          <p14:tracePt t="22175" x="6526213" y="3854450"/>
          <p14:tracePt t="22177" x="6511925" y="3854450"/>
          <p14:tracePt t="22183" x="6511925" y="3867150"/>
          <p14:tracePt t="22184" x="6497638" y="3867150"/>
          <p14:tracePt t="22204" x="6497638" y="3881438"/>
          <p14:tracePt t="22219" x="6497638" y="3895725"/>
          <p14:tracePt t="22221" x="6497638" y="3908425"/>
          <p14:tracePt t="22228" x="6497638" y="3922713"/>
          <p14:tracePt t="22231" x="6497638" y="3937000"/>
          <p14:tracePt t="22236" x="6497638" y="3949700"/>
          <p14:tracePt t="22237" x="6497638" y="3963988"/>
          <p14:tracePt t="22238" x="6497638" y="3978275"/>
          <p14:tracePt t="22242" x="6497638" y="3990975"/>
          <p14:tracePt t="22244" x="6497638" y="4005263"/>
          <p14:tracePt t="22246" x="6497638" y="4019550"/>
          <p14:tracePt t="22249" x="6497638" y="4032250"/>
          <p14:tracePt t="22250" x="6497638" y="4046538"/>
          <p14:tracePt t="22251" x="6497638" y="4059238"/>
          <p14:tracePt t="22253" x="6497638" y="4073525"/>
          <p14:tracePt t="22256" x="6497638" y="4087813"/>
          <p14:tracePt t="22258" x="6497638" y="4100513"/>
          <p14:tracePt t="22261" x="6484938" y="4129088"/>
          <p14:tracePt t="22264" x="6484938" y="4141788"/>
          <p14:tracePt t="22265" x="6484938" y="4156075"/>
          <p14:tracePt t="22266" x="6470650" y="4156075"/>
          <p14:tracePt t="22267" x="6470650" y="4170363"/>
          <p14:tracePt t="22270" x="6456363" y="4183063"/>
          <p14:tracePt t="22272" x="6456363" y="4197350"/>
          <p14:tracePt t="22272" x="6443663" y="4197350"/>
          <p14:tracePt t="22276" x="6443663" y="4210050"/>
          <p14:tracePt t="22278" x="6415088" y="4224338"/>
          <p14:tracePt t="22281" x="6415088" y="4238625"/>
          <p14:tracePt t="22285" x="6415088" y="4251325"/>
          <p14:tracePt t="22288" x="6402388" y="4251325"/>
          <p14:tracePt t="22292" x="6402388" y="4265613"/>
          <p14:tracePt t="22293" x="6402388" y="4279900"/>
          <p14:tracePt t="22297" x="6388100" y="4279900"/>
          <p14:tracePt t="22300" x="6388100" y="4292600"/>
          <p14:tracePt t="22301" x="6375400" y="4292600"/>
          <p14:tracePt t="22304" x="6361113" y="4306888"/>
          <p14:tracePt t="22309" x="6361113" y="4321175"/>
          <p14:tracePt t="22310" x="6361113" y="4333875"/>
          <p14:tracePt t="22312" x="6346825" y="4333875"/>
          <p14:tracePt t="22318" x="6346825" y="4348163"/>
          <p14:tracePt t="22334" x="6346825" y="4362450"/>
          <p14:tracePt t="22396" x="6346825" y="4375150"/>
          <p14:tracePt t="22398" x="6334125" y="4375150"/>
          <p14:tracePt t="22400" x="6334125" y="4389438"/>
          <p14:tracePt t="22405" x="6319838" y="4389438"/>
          <p14:tracePt t="22407" x="6319838" y="4402138"/>
          <p14:tracePt t="22411" x="6305550" y="4402138"/>
          <p14:tracePt t="22416" x="6305550" y="4416425"/>
          <p14:tracePt t="22418" x="6292850" y="4416425"/>
          <p14:tracePt t="22435" x="6292850" y="4430713"/>
          <p14:tracePt t="22453" x="6278563" y="4430713"/>
          <p14:tracePt t="22707" x="6265863" y="4430713"/>
          <p14:tracePt t="22711" x="6251575" y="4430713"/>
          <p14:tracePt t="22714" x="6237288" y="4443413"/>
          <p14:tracePt t="22718" x="6224588" y="4443413"/>
          <p14:tracePt t="22719" x="6224588" y="4457700"/>
          <p14:tracePt t="22723" x="6210300" y="4457700"/>
          <p14:tracePt t="22725" x="6196013" y="4457700"/>
          <p14:tracePt t="22727" x="6196013" y="4471988"/>
          <p14:tracePt t="22730" x="6183313" y="4471988"/>
          <p14:tracePt t="22733" x="6169025" y="4471988"/>
          <p14:tracePt t="22733" x="6169025" y="4484688"/>
          <p14:tracePt t="22736" x="6154738" y="4484688"/>
          <p14:tracePt t="22738" x="6142038" y="4498975"/>
          <p14:tracePt t="22740" x="6127750" y="4498975"/>
          <p14:tracePt t="22742" x="6115050" y="4498975"/>
          <p14:tracePt t="22744" x="6086475" y="4513263"/>
          <p14:tracePt t="22746" x="6073775" y="4513263"/>
          <p14:tracePt t="22747" x="6059488" y="4525963"/>
          <p14:tracePt t="22750" x="6045200" y="4525963"/>
          <p14:tracePt t="22752" x="6032500" y="4525963"/>
          <p14:tracePt t="22753" x="6018213" y="4540250"/>
          <p14:tracePt t="22754" x="6003925" y="4540250"/>
          <p14:tracePt t="22757" x="5991225" y="4540250"/>
          <p14:tracePt t="22760" x="5976938" y="4540250"/>
          <p14:tracePt t="22763" x="5964238" y="4552950"/>
          <p14:tracePt t="22765" x="5949950" y="4552950"/>
          <p14:tracePt t="22772" x="5935663" y="4552950"/>
          <p14:tracePt t="22780" x="5935663" y="4567238"/>
          <p14:tracePt t="22782" x="5922963" y="4567238"/>
          <p14:tracePt t="22857" x="5908675" y="4567238"/>
          <p14:tracePt t="22866" x="5908675" y="4581525"/>
          <p14:tracePt t="22868" x="5894388" y="4581525"/>
          <p14:tracePt t="23125" x="5881688" y="4594225"/>
          <p14:tracePt t="23131" x="5867400" y="4594225"/>
          <p14:tracePt t="23133" x="5867400" y="4608513"/>
          <p14:tracePt t="23138" x="5853113" y="4608513"/>
          <p14:tracePt t="23140" x="5840413" y="4608513"/>
          <p14:tracePt t="23142" x="5840413" y="4622800"/>
          <p14:tracePt t="23145" x="5826125" y="4622800"/>
          <p14:tracePt t="23147" x="5813425" y="4622800"/>
          <p14:tracePt t="23149" x="5799138" y="4635500"/>
          <p14:tracePt t="23152" x="5784850" y="4649788"/>
          <p14:tracePt t="23154" x="5772150" y="4649788"/>
          <p14:tracePt t="23156" x="5757863" y="4649788"/>
          <p14:tracePt t="23157" x="5743575" y="4664075"/>
          <p14:tracePt t="23160" x="5730875" y="4676775"/>
          <p14:tracePt t="23162" x="5716588" y="4676775"/>
          <p14:tracePt t="23165" x="5702300" y="4691063"/>
          <p14:tracePt t="23166" x="5689600" y="4691063"/>
          <p14:tracePt t="23169" x="5675313" y="4705350"/>
          <p14:tracePt t="23170" x="5662613" y="4718050"/>
          <p14:tracePt t="23172" x="5648325" y="4718050"/>
          <p14:tracePt t="23174" x="5634038" y="4732338"/>
          <p14:tracePt t="23176" x="5634038" y="4745038"/>
          <p14:tracePt t="23177" x="5607050" y="4745038"/>
          <p14:tracePt t="23179" x="5607050" y="4759325"/>
          <p14:tracePt t="23180" x="5592763" y="4759325"/>
          <p14:tracePt t="23182" x="5565775" y="4773613"/>
          <p14:tracePt t="23184" x="5551488" y="4786313"/>
          <p14:tracePt t="23185" x="5538788" y="4786313"/>
          <p14:tracePt t="23186" x="5538788" y="4800600"/>
          <p14:tracePt t="23189" x="5511800" y="4800600"/>
          <p14:tracePt t="23190" x="5497513" y="4814888"/>
          <p14:tracePt t="23193" x="5483225" y="4814888"/>
          <p14:tracePt t="23195" x="5470525" y="4827588"/>
          <p14:tracePt t="23197" x="5470525" y="4841875"/>
          <p14:tracePt t="23199" x="5456238" y="4841875"/>
          <p14:tracePt t="23203" x="5441950" y="4856163"/>
          <p14:tracePt t="23236" x="5441950" y="4868863"/>
          <p14:tracePt t="23260" x="5441950" y="4883150"/>
          <p14:tracePt t="23281" x="5441950" y="4895850"/>
          <p14:tracePt t="23304" x="5441950" y="4910138"/>
          <p14:tracePt t="23309" x="5456238" y="4910138"/>
          <p14:tracePt t="23317" x="5456238" y="4924425"/>
          <p14:tracePt t="23319" x="5470525" y="4924425"/>
          <p14:tracePt t="23326" x="5483225" y="4937125"/>
          <p14:tracePt t="23334" x="5483225" y="4951413"/>
          <p14:tracePt t="23339" x="5497513" y="4965700"/>
          <p14:tracePt t="23348" x="5497513" y="4978400"/>
          <p14:tracePt t="23355" x="5497513" y="4992688"/>
          <p14:tracePt t="23358" x="5511800" y="4992688"/>
          <p14:tracePt t="23367" x="5511800" y="5006975"/>
          <p14:tracePt t="23369" x="5511800" y="5019675"/>
          <p14:tracePt t="23376" x="5511800" y="5033963"/>
          <p14:tracePt t="23378" x="5524500" y="5033963"/>
          <p14:tracePt t="23386" x="5538788" y="5033963"/>
          <p14:tracePt t="23389" x="5538788" y="5048250"/>
          <p14:tracePt t="23397" x="5538788" y="5060950"/>
          <p14:tracePt t="23402" x="5538788" y="5075238"/>
          <p14:tracePt t="23411" x="5538788" y="5087938"/>
          <p14:tracePt t="23424" x="5538788" y="5102225"/>
          <p14:tracePt t="23437" x="5524500" y="5116513"/>
          <p14:tracePt t="23447" x="5511800" y="5129213"/>
          <p14:tracePt t="23453" x="5497513" y="5129213"/>
          <p14:tracePt t="23457" x="5483225" y="5129213"/>
          <p14:tracePt t="23461" x="5470525" y="5129213"/>
          <p14:tracePt t="23462" x="5470525" y="5143500"/>
          <p14:tracePt t="23466" x="5456238" y="5143500"/>
          <p14:tracePt t="23470" x="5429250" y="5143500"/>
          <p14:tracePt t="23472" x="5400675" y="5143500"/>
          <p14:tracePt t="23473" x="5387975" y="5143500"/>
          <p14:tracePt t="23475" x="5360988" y="5143500"/>
          <p14:tracePt t="23476" x="5360988" y="5157788"/>
          <p14:tracePt t="23479" x="5346700" y="5157788"/>
          <p14:tracePt t="23487" x="5278438" y="5170488"/>
          <p14:tracePt t="23488" x="5264150" y="5170488"/>
          <p14:tracePt t="23490" x="5249863" y="5170488"/>
          <p14:tracePt t="23493" x="5222875" y="5170488"/>
          <p14:tracePt t="23496" x="5210175" y="5170488"/>
          <p14:tracePt t="23496" x="5195888" y="5170488"/>
          <p14:tracePt t="23498" x="5181600" y="5170488"/>
          <p14:tracePt t="23500" x="5168900" y="5170488"/>
          <p14:tracePt t="23502" x="5154613" y="5170488"/>
          <p14:tracePt t="23505" x="5140325" y="5170488"/>
          <p14:tracePt t="23508" x="5127625" y="5170488"/>
          <p14:tracePt t="23515" x="5113338" y="5170488"/>
          <p14:tracePt t="23527" x="5099050" y="5170488"/>
          <p14:tracePt t="23549" x="5086350" y="5170488"/>
          <p14:tracePt t="23554" x="5072063" y="5170488"/>
          <p14:tracePt t="23559" x="5072063" y="5157788"/>
          <p14:tracePt t="23562" x="5072063" y="5143500"/>
          <p14:tracePt t="23566" x="5059363" y="5143500"/>
          <p14:tracePt t="23568" x="5059363" y="5129213"/>
          <p14:tracePt t="23572" x="5059363" y="5116513"/>
          <p14:tracePt t="23575" x="5045075" y="5116513"/>
          <p14:tracePt t="23578" x="5045075" y="5102225"/>
          <p14:tracePt t="23580" x="5045075" y="5087938"/>
          <p14:tracePt t="23582" x="5030788" y="5087938"/>
          <p14:tracePt t="23584" x="5030788" y="5075238"/>
          <p14:tracePt t="23586" x="5018088" y="5075238"/>
          <p14:tracePt t="23588" x="5018088" y="5060950"/>
          <p14:tracePt t="23591" x="5003800" y="5048250"/>
          <p14:tracePt t="23594" x="5003800" y="5033963"/>
          <p14:tracePt t="23600" x="4989513" y="5019675"/>
          <p14:tracePt t="23601" x="4976813" y="5019675"/>
          <p14:tracePt t="23603" x="4976813" y="4992688"/>
          <p14:tracePt t="23609" x="4962525" y="4978400"/>
          <p14:tracePt t="23613" x="4962525" y="4965700"/>
          <p14:tracePt t="23616" x="4962525" y="4951413"/>
          <p14:tracePt t="23624" x="4962525" y="4937125"/>
          <p14:tracePt t="23633" x="4962525" y="4924425"/>
          <p14:tracePt t="23642" x="4962525" y="4910138"/>
          <p14:tracePt t="23646" x="4962525" y="4895850"/>
          <p14:tracePt t="23651" x="4962525" y="4883150"/>
          <p14:tracePt t="23655" x="4962525" y="4868863"/>
          <p14:tracePt t="23662" x="4962525" y="4856163"/>
          <p14:tracePt t="23668" x="4976813" y="4856163"/>
          <p14:tracePt t="23669" x="4989513" y="4841875"/>
          <p14:tracePt t="23673" x="4989513" y="4827588"/>
          <p14:tracePt t="23676" x="5003800" y="4827588"/>
          <p14:tracePt t="23680" x="5003800" y="4814888"/>
          <p14:tracePt t="23683" x="5018088" y="4814888"/>
          <p14:tracePt t="23688" x="5018088" y="4800600"/>
          <p14:tracePt t="23689" x="5030788" y="4800600"/>
          <p14:tracePt t="23695" x="5045075" y="4786313"/>
          <p14:tracePt t="23700" x="5059363" y="4786313"/>
          <p14:tracePt t="23703" x="5059363" y="4773613"/>
          <p14:tracePt t="23709" x="5086350" y="4759325"/>
          <p14:tracePt t="23715" x="5099050" y="4759325"/>
          <p14:tracePt t="23716" x="5099050" y="4745038"/>
          <p14:tracePt t="23720" x="5113338" y="4745038"/>
          <p14:tracePt t="23723" x="5113338" y="4732338"/>
          <p14:tracePt t="23724" x="5127625" y="4732338"/>
          <p14:tracePt t="23730" x="5140325" y="4732338"/>
          <p14:tracePt t="23730" x="5140325" y="4718050"/>
          <p14:tracePt t="23737" x="5154613" y="4718050"/>
          <p14:tracePt t="23744" x="5168900" y="4705350"/>
          <p14:tracePt t="23754" x="5181600" y="4705350"/>
          <p14:tracePt t="23757" x="5195888" y="4705350"/>
          <p14:tracePt t="23767" x="5210175" y="4691063"/>
          <p14:tracePt t="23775" x="5222875" y="4691063"/>
          <p14:tracePt t="23780" x="5222875" y="4676775"/>
          <p14:tracePt t="23783" x="5237163" y="4676775"/>
          <p14:tracePt t="23786" x="5249863" y="4676775"/>
          <p14:tracePt t="23793" x="5264150" y="4676775"/>
          <p14:tracePt t="23798" x="5278438" y="4676775"/>
          <p14:tracePt t="23804" x="5291138" y="4676775"/>
          <p14:tracePt t="23805" x="5305425" y="4676775"/>
          <p14:tracePt t="23811" x="5319713" y="4676775"/>
          <p14:tracePt t="23813" x="5332413" y="4676775"/>
          <p14:tracePt t="23817" x="5346700" y="4676775"/>
          <p14:tracePt t="23821" x="5360988" y="4676775"/>
          <p14:tracePt t="23827" x="5373688" y="4676775"/>
          <p14:tracePt t="23831" x="5400675" y="4676775"/>
          <p14:tracePt t="23836" x="5414963" y="4676775"/>
          <p14:tracePt t="23841" x="5429250" y="4676775"/>
          <p14:tracePt t="23843" x="5429250" y="4691063"/>
          <p14:tracePt t="23845" x="5441950" y="4691063"/>
          <p14:tracePt t="23854" x="5456238" y="4691063"/>
          <p14:tracePt t="23866" x="5470525" y="4691063"/>
          <p14:tracePt t="23869" x="5470525" y="4705350"/>
          <p14:tracePt t="23877" x="5483225" y="4705350"/>
          <p14:tracePt t="23881" x="5497513" y="4705350"/>
          <p14:tracePt t="23885" x="5497513" y="4718050"/>
          <p14:tracePt t="23892" x="5511800" y="4718050"/>
          <p14:tracePt t="23897" x="5511800" y="4732338"/>
          <p14:tracePt t="23904" x="5524500" y="4745038"/>
          <p14:tracePt t="23914" x="5538788" y="4759325"/>
          <p14:tracePt t="23916" x="5551488" y="4759325"/>
          <p14:tracePt t="23920" x="5551488" y="4773613"/>
          <p14:tracePt t="23924" x="5565775" y="4773613"/>
          <p14:tracePt t="23928" x="5565775" y="4786313"/>
          <p14:tracePt t="23930" x="5565775" y="4800600"/>
          <p14:tracePt t="23935" x="5580063" y="4800600"/>
          <p14:tracePt t="23937" x="5580063" y="4814888"/>
          <p14:tracePt t="23943" x="5592763" y="4827588"/>
          <p14:tracePt t="23951" x="5592763" y="4841875"/>
          <p14:tracePt t="23953" x="5592763" y="4856163"/>
          <p14:tracePt t="23957" x="5607050" y="4856163"/>
          <p14:tracePt t="23964" x="5607050" y="4868863"/>
          <p14:tracePt t="23968" x="5621338" y="4868863"/>
          <p14:tracePt t="23970" x="5621338" y="4883150"/>
          <p14:tracePt t="23976" x="5621338" y="4895850"/>
          <p14:tracePt t="23979" x="5634038" y="4910138"/>
          <p14:tracePt t="23986" x="5634038" y="4924425"/>
          <p14:tracePt t="23994" x="5634038" y="4937125"/>
          <p14:tracePt t="24004" x="5634038" y="4951413"/>
          <p14:tracePt t="24013" x="5634038" y="4965700"/>
          <p14:tracePt t="24018" x="5634038" y="4978400"/>
          <p14:tracePt t="24030" x="5634038" y="4992688"/>
          <p14:tracePt t="24041" x="5634038" y="5006975"/>
          <p14:tracePt t="24050" x="5634038" y="5019675"/>
          <p14:tracePt t="24055" x="5634038" y="5033963"/>
          <p14:tracePt t="24066" x="5634038" y="5048250"/>
          <p14:tracePt t="24079" x="5634038" y="5060950"/>
          <p14:tracePt t="24091" x="5621338" y="5060950"/>
          <p14:tracePt t="24096" x="5621338" y="5075238"/>
          <p14:tracePt t="24098" x="5607050" y="5075238"/>
          <p14:tracePt t="24103" x="5607050" y="5087938"/>
          <p14:tracePt t="24108" x="5592763" y="5087938"/>
          <p14:tracePt t="24114" x="5580063" y="5087938"/>
          <p14:tracePt t="24114" x="5580063" y="5102225"/>
          <p14:tracePt t="24120" x="5565775" y="5102225"/>
          <p14:tracePt t="24126" x="5565775" y="5116513"/>
          <p14:tracePt t="24127" x="5538788" y="5116513"/>
          <p14:tracePt t="24133" x="5524500" y="5116513"/>
          <p14:tracePt t="24134" x="5524500" y="5129213"/>
          <p14:tracePt t="24135" x="5511800" y="5129213"/>
          <p14:tracePt t="24140" x="5511800" y="5143500"/>
          <p14:tracePt t="24141" x="5497513" y="5143500"/>
          <p14:tracePt t="24147" x="5483225" y="5143500"/>
          <p14:tracePt t="24151" x="5470525" y="5157788"/>
          <p14:tracePt t="24157" x="5456238" y="5157788"/>
          <p14:tracePt t="24161" x="5441950" y="5157788"/>
          <p14:tracePt t="24173" x="5429250" y="5157788"/>
          <p14:tracePt t="24185" x="5414963" y="5157788"/>
          <p14:tracePt t="24199" x="5400675" y="5157788"/>
          <p14:tracePt t="24205" x="5387975" y="5157788"/>
          <p14:tracePt t="24213" x="5373688" y="5157788"/>
          <p14:tracePt t="24216" x="5360988" y="5157788"/>
          <p14:tracePt t="24223" x="5346700" y="5157788"/>
          <p14:tracePt t="24226" x="5332413" y="5157788"/>
          <p14:tracePt t="24228" x="5319713" y="5157788"/>
          <p14:tracePt t="24232" x="5305425" y="5157788"/>
          <p14:tracePt t="24237" x="5291138" y="5157788"/>
          <p14:tracePt t="24238" x="5291138" y="5143500"/>
          <p14:tracePt t="24242" x="5278438" y="5143500"/>
          <p14:tracePt t="24244" x="5264150" y="5143500"/>
          <p14:tracePt t="24245" x="5264150" y="5129213"/>
          <p14:tracePt t="24249" x="5249863" y="5129213"/>
          <p14:tracePt t="24255" x="5249863" y="5116513"/>
          <p14:tracePt t="24257" x="5237163" y="5116513"/>
          <p14:tracePt t="24268" x="5222875" y="5116513"/>
          <p14:tracePt t="24269" x="5222875" y="5102225"/>
          <p14:tracePt t="24274" x="5210175" y="5102225"/>
          <p14:tracePt t="24282" x="5210175" y="5087938"/>
          <p14:tracePt t="24289" x="5210175" y="5075238"/>
          <p14:tracePt t="24294" x="5195888" y="5075238"/>
          <p14:tracePt t="24297" x="5195888" y="5060950"/>
          <p14:tracePt t="24301" x="5181600" y="5060950"/>
          <p14:tracePt t="24303" x="5181600" y="5048250"/>
          <p14:tracePt t="24308" x="5181600" y="5033963"/>
          <p14:tracePt t="24312" x="5168900" y="5019675"/>
          <p14:tracePt t="24318" x="5154613" y="5006975"/>
          <p14:tracePt t="24323" x="5154613" y="4992688"/>
          <p14:tracePt t="24325" x="5140325" y="4992688"/>
          <p14:tracePt t="24328" x="5140325" y="4978400"/>
          <p14:tracePt t="24330" x="5140325" y="4965700"/>
          <p14:tracePt t="24333" x="5140325" y="4951413"/>
          <p14:tracePt t="24335" x="5127625" y="4951413"/>
          <p14:tracePt t="24337" x="5127625" y="4937125"/>
          <p14:tracePt t="24340" x="5127625" y="4924425"/>
          <p14:tracePt t="24342" x="5113338" y="4924425"/>
          <p14:tracePt t="24343" x="5113338" y="4910138"/>
          <p14:tracePt t="24348" x="5099050" y="4895850"/>
          <p14:tracePt t="24350" x="5099050" y="4883150"/>
          <p14:tracePt t="24355" x="5099050" y="4868863"/>
          <p14:tracePt t="24357" x="5099050" y="4856163"/>
          <p14:tracePt t="24362" x="5099050" y="4841875"/>
          <p14:tracePt t="24363" x="5099050" y="4827588"/>
          <p14:tracePt t="24367" x="5099050" y="4814888"/>
          <p14:tracePt t="24371" x="5099050" y="4800600"/>
          <p14:tracePt t="24375" x="5099050" y="4786313"/>
          <p14:tracePt t="24380" x="5099050" y="4773613"/>
          <p14:tracePt t="24382" x="5099050" y="4759325"/>
          <p14:tracePt t="24384" x="5113338" y="4759325"/>
          <p14:tracePt t="24386" x="5113338" y="4745038"/>
          <p14:tracePt t="24390" x="5127625" y="4745038"/>
          <p14:tracePt t="24391" x="5127625" y="4732338"/>
          <p14:tracePt t="24395" x="5140325" y="4732338"/>
          <p14:tracePt t="24397" x="5140325" y="4718050"/>
          <p14:tracePt t="24398" x="5154613" y="4718050"/>
          <p14:tracePt t="24401" x="5168900" y="4705350"/>
          <p14:tracePt t="24407" x="5181600" y="4705350"/>
          <p14:tracePt t="24415" x="5181600" y="4691063"/>
          <p14:tracePt t="24418" x="5195888" y="4691063"/>
          <p14:tracePt t="24430" x="5222875" y="4691063"/>
          <p14:tracePt t="24438" x="5237163" y="4691063"/>
          <p14:tracePt t="24447" x="5249863" y="4691063"/>
          <p14:tracePt t="24462" x="5264150" y="4691063"/>
          <p14:tracePt t="24503" x="5278438" y="4691063"/>
          <p14:tracePt t="24511" x="5291138" y="4691063"/>
          <p14:tracePt t="24514" x="5305425" y="4691063"/>
          <p14:tracePt t="24516" x="5319713" y="4691063"/>
          <p14:tracePt t="24516" x="5332413" y="4691063"/>
          <p14:tracePt t="24521" x="5346700" y="4691063"/>
          <p14:tracePt t="24522" x="5360988" y="4691063"/>
          <p14:tracePt t="24523" x="5373688" y="4691063"/>
          <p14:tracePt t="24524" x="5387975" y="4691063"/>
          <p14:tracePt t="24529" x="5414963" y="4691063"/>
          <p14:tracePt t="24529" x="5429250" y="4664075"/>
          <p14:tracePt t="24531" x="5456238" y="4664075"/>
          <p14:tracePt t="24534" x="5483225" y="4664075"/>
          <p14:tracePt t="24536" x="5497513" y="4649788"/>
          <p14:tracePt t="24536" x="5511800" y="4649788"/>
          <p14:tracePt t="24537" x="5524500" y="4649788"/>
          <p14:tracePt t="24538" x="5538788" y="4635500"/>
          <p14:tracePt t="24539" x="5551488" y="4635500"/>
          <p14:tracePt t="24540" x="5565775" y="4635500"/>
          <p14:tracePt t="24542" x="5580063" y="4635500"/>
          <p14:tracePt t="24543" x="5592763" y="4622800"/>
          <p14:tracePt t="24543" x="5607050" y="4622800"/>
          <p14:tracePt t="24545" x="5634038" y="4608513"/>
          <p14:tracePt t="24546" x="5648325" y="4608513"/>
          <p14:tracePt t="24547" x="5662613" y="4594225"/>
          <p14:tracePt t="24549" x="5716588" y="4594225"/>
          <p14:tracePt t="24551" x="5730875" y="4594225"/>
          <p14:tracePt t="24553" x="5743575" y="4581525"/>
          <p14:tracePt t="24554" x="5772150" y="4567238"/>
          <p14:tracePt t="24556" x="5813425" y="4567238"/>
          <p14:tracePt t="24557" x="5840413" y="4567238"/>
          <p14:tracePt t="24559" x="5867400" y="4552950"/>
          <p14:tracePt t="24560" x="5881688" y="4540250"/>
          <p14:tracePt t="24562" x="5894388" y="4540250"/>
          <p14:tracePt t="24563" x="5935663" y="4525963"/>
          <p14:tracePt t="24565" x="5949950" y="4525963"/>
          <p14:tracePt t="24568" x="5976938" y="4513263"/>
          <p14:tracePt t="24568" x="5991225" y="4513263"/>
          <p14:tracePt t="24571" x="6003925" y="4498975"/>
          <p14:tracePt t="24571" x="6032500" y="4498975"/>
          <p14:tracePt t="24574" x="6059488" y="4484688"/>
          <p14:tracePt t="24576" x="6073775" y="4484688"/>
          <p14:tracePt t="24579" x="6086475" y="4484688"/>
          <p14:tracePt t="24580" x="6100763" y="4484688"/>
          <p14:tracePt t="24581" x="6100763" y="4471988"/>
          <p14:tracePt t="24583" x="6115050" y="4471988"/>
          <p14:tracePt t="24586" x="6127750" y="4457700"/>
          <p14:tracePt t="24591" x="6142038" y="4457700"/>
          <p14:tracePt t="24592" x="6154738" y="4457700"/>
          <p14:tracePt t="24594" x="6169025" y="4443413"/>
          <p14:tracePt t="24599" x="6183313" y="4443413"/>
          <p14:tracePt t="24605" x="6196013" y="4443413"/>
          <p14:tracePt t="24606" x="6210300" y="4430713"/>
          <p14:tracePt t="24610" x="6224588" y="4430713"/>
          <p14:tracePt t="24616" x="6237288" y="4430713"/>
          <p14:tracePt t="24620" x="6237288" y="4416425"/>
          <p14:tracePt t="24622" x="6251575" y="4416425"/>
          <p14:tracePt t="24626" x="6265863" y="4402138"/>
          <p14:tracePt t="24631" x="6278563" y="4402138"/>
          <p14:tracePt t="24634" x="6292850" y="4402138"/>
          <p14:tracePt t="24636" x="6292850" y="4389438"/>
          <p14:tracePt t="24639" x="6305550" y="4389438"/>
          <p14:tracePt t="24644" x="6319838" y="4389438"/>
          <p14:tracePt t="24646" x="6319838" y="4375150"/>
          <p14:tracePt t="24649" x="6334125" y="4375150"/>
          <p14:tracePt t="24655" x="6346825" y="4375150"/>
          <p14:tracePt t="24660" x="6346825" y="4362450"/>
          <p14:tracePt t="24668" x="6361113" y="4362450"/>
          <p14:tracePt t="24712" x="6375400" y="4362450"/>
          <p14:tracePt t="24885" x="6375400" y="4348163"/>
          <p14:tracePt t="24893" x="6361113" y="4348163"/>
          <p14:tracePt t="24906" x="6346825" y="4333875"/>
          <p14:tracePt t="24917" x="6334125" y="4333875"/>
          <p14:tracePt t="24923" x="6319838" y="4333875"/>
          <p14:tracePt t="24924" x="6319838" y="4321175"/>
          <p14:tracePt t="24927" x="6305550" y="4321175"/>
          <p14:tracePt t="24937" x="6292850" y="4306888"/>
          <p14:tracePt t="24942" x="6278563" y="4292600"/>
          <p14:tracePt t="24947" x="6265863" y="4292600"/>
          <p14:tracePt t="24955" x="6251575" y="4292600"/>
          <p14:tracePt t="24964" x="6237288" y="4279900"/>
          <p14:tracePt t="24975" x="6224588" y="4279900"/>
          <p14:tracePt t="24987" x="6210300" y="4279900"/>
          <p14:tracePt t="25001" x="6196013" y="4279900"/>
          <p14:tracePt t="25015" x="6183313" y="4279900"/>
          <p14:tracePt t="25026" x="6169025" y="4279900"/>
          <p14:tracePt t="25033" x="6154738" y="4279900"/>
          <p14:tracePt t="25035" x="6142038" y="4279900"/>
          <p14:tracePt t="25040" x="6127750" y="4279900"/>
          <p14:tracePt t="25045" x="6115050" y="4279900"/>
          <p14:tracePt t="25048" x="6100763" y="4279900"/>
          <p14:tracePt t="25050" x="6086475" y="4279900"/>
          <p14:tracePt t="25053" x="6073775" y="4279900"/>
          <p14:tracePt t="25057" x="6045200" y="4292600"/>
          <p14:tracePt t="25059" x="6045200" y="4306888"/>
          <p14:tracePt t="25061" x="6032500" y="4306888"/>
          <p14:tracePt t="25062" x="6018213" y="4306888"/>
          <p14:tracePt t="25064" x="6018213" y="4321175"/>
          <p14:tracePt t="25065" x="6003925" y="4321175"/>
          <p14:tracePt t="25065" x="5991225" y="4321175"/>
          <p14:tracePt t="25066" x="5991225" y="4333875"/>
          <p14:tracePt t="25068" x="5976938" y="4333875"/>
          <p14:tracePt t="25070" x="5964238" y="4348163"/>
          <p14:tracePt t="25071" x="5949950" y="4362450"/>
          <p14:tracePt t="25073" x="5935663" y="4375150"/>
          <p14:tracePt t="25076" x="5908675" y="4389438"/>
          <p14:tracePt t="25078" x="5894388" y="4389438"/>
          <p14:tracePt t="25079" x="5867400" y="4430713"/>
          <p14:tracePt t="25082" x="5840413" y="4430713"/>
          <p14:tracePt t="25084" x="5813425" y="4443413"/>
          <p14:tracePt t="25085" x="5799138" y="4457700"/>
          <p14:tracePt t="25086" x="5799138" y="4471988"/>
          <p14:tracePt t="25087" x="5784850" y="4471988"/>
          <p14:tracePt t="25088" x="5772150" y="4471988"/>
          <p14:tracePt t="25090" x="5757863" y="4498975"/>
          <p14:tracePt t="25092" x="5743575" y="4498975"/>
          <p14:tracePt t="25093" x="5743575" y="4513263"/>
          <p14:tracePt t="25094" x="5730875" y="4513263"/>
          <p14:tracePt t="25097" x="5702300" y="4525963"/>
          <p14:tracePt t="25099" x="5689600" y="4540250"/>
          <p14:tracePt t="25101" x="5675313" y="4552950"/>
          <p14:tracePt t="25102" x="5662613" y="4552950"/>
          <p14:tracePt t="25104" x="5662613" y="4567238"/>
          <p14:tracePt t="25105" x="5648325" y="4567238"/>
          <p14:tracePt t="25106" x="5634038" y="4581525"/>
          <p14:tracePt t="25108" x="5634038" y="4594225"/>
          <p14:tracePt t="25109" x="5621338" y="4594225"/>
          <p14:tracePt t="25112" x="5607050" y="4594225"/>
          <p14:tracePt t="25113" x="5607050" y="4608513"/>
          <p14:tracePt t="25114" x="5592763" y="4608513"/>
          <p14:tracePt t="25115" x="5592763" y="4622800"/>
          <p14:tracePt t="25118" x="5580063" y="4622800"/>
          <p14:tracePt t="25119" x="5565775" y="4622800"/>
          <p14:tracePt t="25120" x="5565775" y="4635500"/>
          <p14:tracePt t="25121" x="5551488" y="4635500"/>
          <p14:tracePt t="25123" x="5551488" y="4649788"/>
          <p14:tracePt t="25125" x="5538788" y="4649788"/>
          <p14:tracePt t="25127" x="5524500" y="4664075"/>
          <p14:tracePt t="25130" x="5511800" y="4664075"/>
          <p14:tracePt t="25133" x="5497513" y="4676775"/>
          <p14:tracePt t="25135" x="5483225" y="4676775"/>
          <p14:tracePt t="25137" x="5483225" y="4691063"/>
          <p14:tracePt t="25139" x="5470525" y="4691063"/>
          <p14:tracePt t="25140" x="5470525" y="4705350"/>
          <p14:tracePt t="25140" x="5456238" y="4705350"/>
          <p14:tracePt t="25146" x="5441950" y="4705350"/>
          <p14:tracePt t="25149" x="5441950" y="4718050"/>
          <p14:tracePt t="25154" x="5429250" y="4718050"/>
          <p14:tracePt t="25166" x="5414963" y="4718050"/>
          <p14:tracePt t="25197" x="5414963" y="4732338"/>
          <p14:tracePt t="26243" x="5414963" y="4718050"/>
          <p14:tracePt t="26247" x="5400675" y="4718050"/>
          <p14:tracePt t="26254" x="5387975" y="4705350"/>
          <p14:tracePt t="26259" x="5387975" y="4691063"/>
          <p14:tracePt t="26261" x="5373688" y="4691063"/>
          <p14:tracePt t="26269" x="5360988" y="4676775"/>
          <p14:tracePt t="26272" x="5346700" y="4676775"/>
          <p14:tracePt t="26279" x="5346700" y="4664075"/>
          <p14:tracePt t="26282" x="5332413" y="4664075"/>
          <p14:tracePt t="26299" x="5332413" y="4649788"/>
          <p14:tracePt t="26306" x="5319713" y="4649788"/>
          <p14:tracePt t="26355" x="5305425" y="4649788"/>
          <p14:tracePt t="26358" x="5291138" y="4649788"/>
          <p14:tracePt t="26362" x="5278438" y="4649788"/>
          <p14:tracePt t="26368" x="5264150" y="4649788"/>
          <p14:tracePt t="26376" x="5249863" y="4649788"/>
          <p14:tracePt t="26379" x="5237163" y="4649788"/>
          <p14:tracePt t="26385" x="5222875" y="4649788"/>
          <p14:tracePt t="26393" x="5210175" y="4649788"/>
          <p14:tracePt t="26407" x="5195888" y="4649788"/>
          <p14:tracePt t="26421" x="5181600" y="4649788"/>
          <p14:tracePt t="26425" x="5181600" y="4664075"/>
          <p14:tracePt t="26432" x="5168900" y="4664075"/>
          <p14:tracePt t="26436" x="5168900" y="4676775"/>
          <p14:tracePt t="26442" x="5154613" y="4691063"/>
          <p14:tracePt t="26446" x="5154613" y="4705350"/>
          <p14:tracePt t="26450" x="5140325" y="4718050"/>
          <p14:tracePt t="26454" x="5127625" y="4718050"/>
          <p14:tracePt t="26457" x="5127625" y="4732338"/>
          <p14:tracePt t="26460" x="5113338" y="4745038"/>
          <p14:tracePt t="26466" x="5099050" y="4759325"/>
          <p14:tracePt t="26467" x="5099050" y="4773613"/>
          <p14:tracePt t="26470" x="5086350" y="4786313"/>
          <p14:tracePt t="26473" x="5072063" y="4786313"/>
          <p14:tracePt t="26481" x="5059363" y="4814888"/>
          <p14:tracePt t="26482" x="5059363" y="4827588"/>
          <p14:tracePt t="26491" x="5059363" y="4841875"/>
          <p14:tracePt t="26496" x="5045075" y="4856163"/>
          <p14:tracePt t="26505" x="5045075" y="4868863"/>
          <p14:tracePt t="26508" x="5045075" y="4883150"/>
          <p14:tracePt t="26516" x="5045075" y="4895850"/>
          <p14:tracePt t="26535" x="5045075" y="4910138"/>
          <p14:tracePt t="26551" x="5045075" y="4924425"/>
          <p14:tracePt t="26563" x="5059363" y="4924425"/>
          <p14:tracePt t="26564" x="5059363" y="4937125"/>
          <p14:tracePt t="26573" x="5059363" y="4951413"/>
          <p14:tracePt t="26574" x="5072063" y="4951413"/>
          <p14:tracePt t="26577" x="5086350" y="4951413"/>
          <p14:tracePt t="26581" x="5086350" y="4965700"/>
          <p14:tracePt t="26588" x="5099050" y="4978400"/>
          <p14:tracePt t="26592" x="5099050" y="4992688"/>
          <p14:tracePt t="26596" x="5113338" y="4992688"/>
          <p14:tracePt t="26598" x="5113338" y="5006975"/>
          <p14:tracePt t="26603" x="5127625" y="5019675"/>
          <p14:tracePt t="26609" x="5140325" y="5019675"/>
          <p14:tracePt t="26610" x="5140325" y="5033963"/>
          <p14:tracePt t="26613" x="5140325" y="5048250"/>
          <p14:tracePt t="26619" x="5154613" y="5048250"/>
          <p14:tracePt t="26621" x="5154613" y="5060950"/>
          <p14:tracePt t="26626" x="5168900" y="5060950"/>
          <p14:tracePt t="26633" x="5168900" y="5075238"/>
          <p14:tracePt t="26636" x="5181600" y="5075238"/>
          <p14:tracePt t="26641" x="5195888" y="5075238"/>
          <p14:tracePt t="26659" x="5210175" y="5075238"/>
          <p14:tracePt t="26662" x="5210175" y="5087938"/>
          <p14:tracePt t="26668" x="5222875" y="5087938"/>
          <p14:tracePt t="26673" x="5222875" y="5102225"/>
          <p14:tracePt t="26674" x="5237163" y="5102225"/>
          <p14:tracePt t="26676" x="5249863" y="5102225"/>
          <p14:tracePt t="26682" x="5264150" y="5102225"/>
          <p14:tracePt t="26689" x="5278438" y="5102225"/>
          <p14:tracePt t="26692" x="5291138" y="5102225"/>
          <p14:tracePt t="26695" x="5305425" y="5102225"/>
          <p14:tracePt t="26702" x="5319713" y="5102225"/>
          <p14:tracePt t="26707" x="5332413" y="5102225"/>
          <p14:tracePt t="26713" x="5346700" y="5102225"/>
          <p14:tracePt t="26717" x="5360988" y="5102225"/>
          <p14:tracePt t="26724" x="5373688" y="5102225"/>
          <p14:tracePt t="26733" x="5387975" y="5102225"/>
          <p14:tracePt t="26742" x="5400675" y="5102225"/>
          <p14:tracePt t="26750" x="5414963" y="5102225"/>
          <p14:tracePt t="26754" x="5429250" y="5102225"/>
          <p14:tracePt t="26758" x="5429250" y="5087938"/>
          <p14:tracePt t="26762" x="5441950" y="5087938"/>
          <p14:tracePt t="26765" x="5441950" y="5075238"/>
          <p14:tracePt t="26769" x="5456238" y="5060950"/>
          <p14:tracePt t="26774" x="5456238" y="5048250"/>
          <p14:tracePt t="26776" x="5470525" y="5033963"/>
          <p14:tracePt t="26778" x="5483225" y="5019675"/>
          <p14:tracePt t="26783" x="5497513" y="5006975"/>
          <p14:tracePt t="26786" x="5497513" y="4992688"/>
          <p14:tracePt t="26787" x="5511800" y="4978400"/>
          <p14:tracePt t="26789" x="5511800" y="4965700"/>
          <p14:tracePt t="26793" x="5524500" y="4951413"/>
          <p14:tracePt t="26794" x="5538788" y="4951413"/>
          <p14:tracePt t="26795" x="5538788" y="4937125"/>
          <p14:tracePt t="26797" x="5551488" y="4924425"/>
          <p14:tracePt t="26800" x="5551488" y="4910138"/>
          <p14:tracePt t="26805" x="5565775" y="4895850"/>
          <p14:tracePt t="26807" x="5565775" y="4883150"/>
          <p14:tracePt t="26809" x="5565775" y="4868863"/>
          <p14:tracePt t="26813" x="5580063" y="4868863"/>
          <p14:tracePt t="26813" x="5580063" y="4856163"/>
          <p14:tracePt t="26820" x="5580063" y="4841875"/>
          <p14:tracePt t="26822" x="5592763" y="4841875"/>
          <p14:tracePt t="26829" x="5592763" y="4827588"/>
          <p14:tracePt t="26840" x="5592763" y="4814888"/>
          <p14:tracePt t="26874" x="5592763" y="4800600"/>
          <p14:tracePt t="26893" x="5592763" y="4786313"/>
          <p14:tracePt t="26900" x="5592763" y="4773613"/>
          <p14:tracePt t="26905" x="5592763" y="4759325"/>
          <p14:tracePt t="26907" x="5580063" y="4759325"/>
          <p14:tracePt t="26911" x="5580063" y="4745038"/>
          <p14:tracePt t="26912" x="5565775" y="4745038"/>
          <p14:tracePt t="26917" x="5565775" y="4732338"/>
          <p14:tracePt t="26920" x="5551488" y="4732338"/>
          <p14:tracePt t="26922" x="5551488" y="4718050"/>
          <p14:tracePt t="26925" x="5538788" y="4705350"/>
          <p14:tracePt t="26932" x="5524500" y="4691063"/>
          <p14:tracePt t="26933" x="5511800" y="4691063"/>
          <p14:tracePt t="26939" x="5511800" y="4676775"/>
          <p14:tracePt t="26940" x="5497513" y="4676775"/>
          <p14:tracePt t="26946" x="5483225" y="4676775"/>
          <p14:tracePt t="26948" x="5483225" y="4664075"/>
          <p14:tracePt t="26954" x="5470525" y="4664075"/>
          <p14:tracePt t="26955" x="5456238" y="4664075"/>
          <p14:tracePt t="26958" x="5456238" y="4649788"/>
          <p14:tracePt t="26964" x="5441950" y="4649788"/>
          <p14:tracePt t="26971" x="5429250" y="4649788"/>
          <p14:tracePt t="26980" x="5400675" y="4649788"/>
          <p14:tracePt t="26988" x="5387975" y="4649788"/>
          <p14:tracePt t="26994" x="5373688" y="4649788"/>
          <p14:tracePt t="27007" x="5360988" y="4649788"/>
          <p14:tracePt t="27115" x="5360988" y="4664075"/>
          <p14:tracePt t="27122" x="5360988" y="4676775"/>
          <p14:tracePt t="27127" x="5373688" y="4676775"/>
          <p14:tracePt t="27131" x="5373688" y="4691063"/>
          <p14:tracePt t="27137" x="5387975" y="4691063"/>
          <p14:tracePt t="27143" x="5387975" y="4705350"/>
          <p14:tracePt t="27146" x="5400675" y="4718050"/>
          <p14:tracePt t="27152" x="5414963" y="4718050"/>
          <p14:tracePt t="27156" x="5414963" y="4732338"/>
          <p14:tracePt t="27181" x="5414963" y="4745038"/>
          <p14:tracePt t="27189" x="5429250" y="4745038"/>
          <p14:tracePt t="27213" x="5429250" y="4759325"/>
          <p14:tracePt t="27815" x="5441950" y="4759325"/>
          <p14:tracePt t="27863" x="5456238" y="4759325"/>
          <p14:tracePt t="27867" x="5456238" y="4773613"/>
          <p14:tracePt t="27875" x="5470525" y="4773613"/>
          <p14:tracePt t="27913" x="5483225" y="4773613"/>
          <p14:tracePt t="28446" x="5483225" y="4759325"/>
          <p14:tracePt t="28468" x="5483225" y="4745038"/>
          <p14:tracePt t="28503" x="5483225" y="4732338"/>
          <p14:tracePt t="28584" x="5483225" y="4718050"/>
          <p14:tracePt t="28590" x="5483225" y="4705350"/>
          <p14:tracePt t="28601" x="5483225" y="4691063"/>
          <p14:tracePt t="28608" x="5470525" y="4691063"/>
          <p14:tracePt t="28701" x="5456238" y="4691063"/>
          <p14:tracePt t="28713" x="5456238" y="4676775"/>
          <p14:tracePt t="28721" x="5441950" y="4676775"/>
          <p14:tracePt t="28735" x="5429250" y="4676775"/>
          <p14:tracePt t="28741" x="5429250" y="4664075"/>
          <p14:tracePt t="28745" x="5414963" y="4664075"/>
          <p14:tracePt t="28751" x="5400675" y="4664075"/>
          <p14:tracePt t="28758" x="5387975" y="4664075"/>
          <p14:tracePt t="28764" x="5373688" y="4664075"/>
          <p14:tracePt t="28765" x="5360988" y="4664075"/>
          <p14:tracePt t="28771" x="5346700" y="4664075"/>
          <p14:tracePt t="28777" x="5332413" y="4664075"/>
          <p14:tracePt t="28783" x="5319713" y="4664075"/>
          <p14:tracePt t="28786" x="5305425" y="4664075"/>
          <p14:tracePt t="28790" x="5291138" y="4664075"/>
          <p14:tracePt t="28794" x="5278438" y="4664075"/>
          <p14:tracePt t="28798" x="5264150" y="4664075"/>
          <p14:tracePt t="28801" x="5249863" y="4664075"/>
          <p14:tracePt t="28805" x="5237163" y="4664075"/>
          <p14:tracePt t="28808" x="5222875" y="4664075"/>
          <p14:tracePt t="28810" x="5210175" y="4664075"/>
          <p14:tracePt t="28813" x="5210175" y="4676775"/>
          <p14:tracePt t="28815" x="5195888" y="4676775"/>
          <p14:tracePt t="28821" x="5181600" y="4676775"/>
          <p14:tracePt t="28823" x="5181600" y="4691063"/>
          <p14:tracePt t="28827" x="5168900" y="4691063"/>
          <p14:tracePt t="28835" x="5154613" y="4691063"/>
          <p14:tracePt t="28889" x="5140325" y="4691063"/>
          <p14:tracePt t="28890" x="5140325" y="4705350"/>
          <p14:tracePt t="28898" x="5127625" y="4718050"/>
          <p14:tracePt t="28909" x="5127625" y="4732338"/>
          <p14:tracePt t="28917" x="5113338" y="4732338"/>
          <p14:tracePt t="28918" x="5113338" y="4745038"/>
          <p14:tracePt t="28925" x="5113338" y="4759325"/>
          <p14:tracePt t="28933" x="5113338" y="4773613"/>
          <p14:tracePt t="28939" x="5113338" y="4786313"/>
          <p14:tracePt t="28945" x="5113338" y="4800600"/>
          <p14:tracePt t="28951" x="5113338" y="4814888"/>
          <p14:tracePt t="28954" x="5113338" y="4827588"/>
          <p14:tracePt t="28961" x="5113338" y="4841875"/>
          <p14:tracePt t="28967" x="5113338" y="4856163"/>
          <p14:tracePt t="28973" x="5113338" y="4868863"/>
          <p14:tracePt t="28976" x="5113338" y="4883150"/>
          <p14:tracePt t="28982" x="5113338" y="4895850"/>
          <p14:tracePt t="28988" x="5113338" y="4910138"/>
          <p14:tracePt t="28995" x="5113338" y="4937125"/>
          <p14:tracePt t="29001" x="5113338" y="4951413"/>
          <p14:tracePt t="29006" x="5113338" y="4965700"/>
          <p14:tracePt t="29010" x="5127625" y="4978400"/>
          <p14:tracePt t="29012" x="5127625" y="4992688"/>
          <p14:tracePt t="29019" x="5127625" y="5006975"/>
          <p14:tracePt t="29021" x="5140325" y="5006975"/>
          <p14:tracePt t="29022" x="5140325" y="5019675"/>
          <p14:tracePt t="29030" x="5140325" y="5033963"/>
          <p14:tracePt t="29033" x="5140325" y="5048250"/>
          <p14:tracePt t="29035" x="5154613" y="5048250"/>
          <p14:tracePt t="29043" x="5168900" y="5060950"/>
          <p14:tracePt t="29054" x="5168900" y="5087938"/>
          <p14:tracePt t="29061" x="5181600" y="5087938"/>
          <p14:tracePt t="29070" x="5181600" y="5102225"/>
          <p14:tracePt t="29073" x="5195888" y="5102225"/>
          <p14:tracePt t="29082" x="5210175" y="5102225"/>
          <p14:tracePt t="29092" x="5222875" y="5102225"/>
          <p14:tracePt t="29094" x="5222875" y="5116513"/>
          <p14:tracePt t="29107" x="5237163" y="5116513"/>
          <p14:tracePt t="29114" x="5249863" y="5116513"/>
          <p14:tracePt t="29117" x="5264150" y="5116513"/>
          <p14:tracePt t="29122" x="5278438" y="5116513"/>
          <p14:tracePt t="29126" x="5291138" y="5116513"/>
          <p14:tracePt t="29130" x="5305425" y="5116513"/>
          <p14:tracePt t="29133" x="5319713" y="5116513"/>
          <p14:tracePt t="29134" x="5332413" y="5116513"/>
          <p14:tracePt t="29137" x="5346700" y="5116513"/>
          <p14:tracePt t="29139" x="5360988" y="5116513"/>
          <p14:tracePt t="29143" x="5373688" y="5102225"/>
          <p14:tracePt t="29144" x="5387975" y="5102225"/>
          <p14:tracePt t="29148" x="5400675" y="5102225"/>
          <p14:tracePt t="29151" x="5414963" y="5102225"/>
          <p14:tracePt t="29155" x="5429250" y="5102225"/>
          <p14:tracePt t="29158" x="5441950" y="5102225"/>
          <p14:tracePt t="29162" x="5456238" y="5102225"/>
          <p14:tracePt t="29166" x="5470525" y="5102225"/>
          <p14:tracePt t="29171" x="5483225" y="5102225"/>
          <p14:tracePt t="29173" x="5483225" y="5087938"/>
          <p14:tracePt t="29176" x="5497513" y="5087938"/>
          <p14:tracePt t="29180" x="5497513" y="5075238"/>
          <p14:tracePt t="29187" x="5511800" y="5075238"/>
          <p14:tracePt t="29202" x="5511800" y="5060950"/>
          <p14:tracePt t="29212" x="5511800" y="5048250"/>
          <p14:tracePt t="29220" x="5511800" y="5033963"/>
          <p14:tracePt t="29222" x="5511800" y="5019675"/>
          <p14:tracePt t="29229" x="5511800" y="5006975"/>
          <p14:tracePt t="29234" x="5511800" y="4992688"/>
          <p14:tracePt t="29240" x="5511800" y="4978400"/>
          <p14:tracePt t="29245" x="5511800" y="4965700"/>
          <p14:tracePt t="29256" x="5511800" y="4951413"/>
          <p14:tracePt t="29315" x="5511800" y="4937125"/>
          <p14:tracePt t="29644" x="5524500" y="4937125"/>
          <p14:tracePt t="29676" x="5524500" y="4924425"/>
          <p14:tracePt t="29845" x="5524500" y="4910138"/>
          <p14:tracePt t="29872" x="5538788" y="4910138"/>
          <p14:tracePt t="30048" x="5538788" y="4895850"/>
          <p14:tracePt t="30062" x="5538788" y="4883150"/>
          <p14:tracePt t="30079" x="5538788" y="4868863"/>
          <p14:tracePt t="30085" x="5538788" y="4856163"/>
          <p14:tracePt t="30095" x="5538788" y="4841875"/>
          <p14:tracePt t="30101" x="5538788" y="4827588"/>
          <p14:tracePt t="30107" x="5538788" y="4814888"/>
          <p14:tracePt t="30112" x="5538788" y="4800600"/>
          <p14:tracePt t="30117" x="5538788" y="4786313"/>
          <p14:tracePt t="30123" x="5538788" y="4773613"/>
          <p14:tracePt t="30130" x="5538788" y="4759325"/>
          <p14:tracePt t="30135" x="5538788" y="4745038"/>
          <p14:tracePt t="30259" x="5551488" y="4745038"/>
          <p14:tracePt t="30403" x="5565775" y="4745038"/>
          <p14:tracePt t="30672" x="5592763" y="4745038"/>
          <p14:tracePt t="30675" x="5607050" y="4745038"/>
          <p14:tracePt t="30676" x="5621338" y="4732338"/>
          <p14:tracePt t="30680" x="5634038" y="4732338"/>
          <p14:tracePt t="30683" x="5648325" y="4732338"/>
          <p14:tracePt t="30685" x="5648325" y="4718050"/>
          <p14:tracePt t="30688" x="5662613" y="4718050"/>
          <p14:tracePt t="30696" x="5675313" y="4705350"/>
          <p14:tracePt t="30702" x="5689600" y="4705350"/>
          <p14:tracePt t="30706" x="5689600" y="4691063"/>
          <p14:tracePt t="30707" x="5702300" y="4691063"/>
          <p14:tracePt t="30719" x="5716588" y="4691063"/>
          <p14:tracePt t="30751" x="5716588" y="4676775"/>
          <p14:tracePt t="30754" x="5730875" y="4676775"/>
          <p14:tracePt t="30759" x="5743575" y="4676775"/>
          <p14:tracePt t="30761" x="5757863" y="4676775"/>
          <p14:tracePt t="30764" x="5757863" y="4664075"/>
          <p14:tracePt t="30766" x="5772150" y="4664075"/>
          <p14:tracePt t="30770" x="5784850" y="4664075"/>
          <p14:tracePt t="30773" x="5784850" y="4649788"/>
          <p14:tracePt t="30775" x="5799138" y="4649788"/>
          <p14:tracePt t="30776" x="5813425" y="4649788"/>
          <p14:tracePt t="30777" x="5813425" y="4635500"/>
          <p14:tracePt t="30781" x="5826125" y="4635500"/>
          <p14:tracePt t="30785" x="5840413" y="4635500"/>
          <p14:tracePt t="30791" x="5853113" y="4635500"/>
          <p14:tracePt t="30793" x="5853113" y="4622800"/>
          <p14:tracePt t="30795" x="5867400" y="4622800"/>
          <p14:tracePt t="30810" x="5881688" y="4622800"/>
          <p14:tracePt t="30834" x="5894388" y="4622800"/>
          <p14:tracePt t="30837" x="5894388" y="4608513"/>
          <p14:tracePt t="30845" x="5908675" y="4608513"/>
          <p14:tracePt t="30848" x="5922963" y="4608513"/>
          <p14:tracePt t="30855" x="5935663" y="4608513"/>
          <p14:tracePt t="30858" x="5935663" y="4594225"/>
          <p14:tracePt t="30859" x="5949950" y="4594225"/>
          <p14:tracePt t="30863" x="5964238" y="4581525"/>
          <p14:tracePt t="30869" x="5976938" y="4581525"/>
          <p14:tracePt t="30870" x="5991225" y="4581525"/>
          <p14:tracePt t="30876" x="6003925" y="4567238"/>
          <p14:tracePt t="30881" x="6018213" y="4567238"/>
          <p14:tracePt t="30883" x="6018213" y="4552950"/>
          <p14:tracePt t="30884" x="6032500" y="4552950"/>
          <p14:tracePt t="30890" x="6045200" y="4552950"/>
          <p14:tracePt t="30893" x="6045200" y="4540250"/>
          <p14:tracePt t="30896" x="6059488" y="4525963"/>
          <p14:tracePt t="30900" x="6073775" y="4525963"/>
          <p14:tracePt t="30902" x="6086475" y="4525963"/>
          <p14:tracePt t="30905" x="6100763" y="4513263"/>
          <p14:tracePt t="30913" x="6115050" y="4513263"/>
          <p14:tracePt t="30915" x="6115050" y="4498975"/>
          <p14:tracePt t="30919" x="6127750" y="4498975"/>
          <p14:tracePt t="30922" x="6142038" y="4498975"/>
          <p14:tracePt t="30957" x="6142038" y="4484688"/>
          <p14:tracePt t="30998" x="6154738" y="4484688"/>
          <p14:tracePt t="31010" x="6169025" y="4484688"/>
          <p14:tracePt t="31019" x="6169025" y="4471988"/>
          <p14:tracePt t="31021" x="6183313" y="4471988"/>
          <p14:tracePt t="31030" x="6196013" y="4457700"/>
          <p14:tracePt t="31034" x="6210300" y="4457700"/>
          <p14:tracePt t="31041" x="6210300" y="4443413"/>
          <p14:tracePt t="31042" x="6224588" y="4443413"/>
          <p14:tracePt t="31050" x="6237288" y="4443413"/>
          <p14:tracePt t="31052" x="6237288" y="4430713"/>
          <p14:tracePt t="31057" x="6251575" y="4416425"/>
          <p14:tracePt t="31061" x="6265863" y="4416425"/>
          <p14:tracePt t="31072" x="6265863" y="4402138"/>
          <p14:tracePt t="31074" x="6278563" y="4402138"/>
          <p14:tracePt t="31218" x="6265863" y="4402138"/>
          <p14:tracePt t="31222" x="6251575" y="4402138"/>
          <p14:tracePt t="31226" x="6237288" y="4402138"/>
          <p14:tracePt t="31230" x="6237288" y="4416425"/>
          <p14:tracePt t="31231" x="6224588" y="4416425"/>
          <p14:tracePt t="31232" x="6224588" y="4430713"/>
          <p14:tracePt t="31234" x="6210300" y="4430713"/>
          <p14:tracePt t="31237" x="6196013" y="4430713"/>
          <p14:tracePt t="31238" x="6196013" y="4443413"/>
          <p14:tracePt t="31240" x="6183313" y="4443413"/>
          <p14:tracePt t="31245" x="6169025" y="4443413"/>
          <p14:tracePt t="31247" x="6169025" y="4457700"/>
          <p14:tracePt t="31248" x="6154738" y="4457700"/>
          <p14:tracePt t="31251" x="6154738" y="4471988"/>
          <p14:tracePt t="31252" x="6142038" y="4471988"/>
          <p14:tracePt t="31254" x="6127750" y="4484688"/>
          <p14:tracePt t="31259" x="6115050" y="4484688"/>
          <p14:tracePt t="31262" x="6115050" y="4498975"/>
          <p14:tracePt t="31263" x="6100763" y="4498975"/>
          <p14:tracePt t="31267" x="6086475" y="4498975"/>
          <p14:tracePt t="31267" x="6073775" y="4513263"/>
          <p14:tracePt t="31272" x="6059488" y="4513263"/>
          <p14:tracePt t="31273" x="6045200" y="4513263"/>
          <p14:tracePt t="31275" x="6032500" y="4525963"/>
          <p14:tracePt t="31279" x="6018213" y="4540250"/>
          <p14:tracePt t="31280" x="6003925" y="4540250"/>
          <p14:tracePt t="31284" x="5991225" y="4552950"/>
          <p14:tracePt t="31287" x="5976938" y="4552950"/>
          <p14:tracePt t="31288" x="5964238" y="4567238"/>
          <p14:tracePt t="31291" x="5949950" y="4567238"/>
          <p14:tracePt t="31293" x="5949950" y="4581525"/>
          <p14:tracePt t="31294" x="5935663" y="4581525"/>
          <p14:tracePt t="31295" x="5922963" y="4581525"/>
          <p14:tracePt t="31296" x="5922963" y="4594225"/>
          <p14:tracePt t="31299" x="5908675" y="4594225"/>
          <p14:tracePt t="31300" x="5894388" y="4608513"/>
          <p14:tracePt t="31302" x="5881688" y="4622800"/>
          <p14:tracePt t="31306" x="5867400" y="4622800"/>
          <p14:tracePt t="31307" x="5853113" y="4635500"/>
          <p14:tracePt t="31309" x="5840413" y="4635500"/>
          <p14:tracePt t="31312" x="5826125" y="4649788"/>
          <p14:tracePt t="31314" x="5813425" y="4649788"/>
          <p14:tracePt t="31315" x="5799138" y="4664075"/>
          <p14:tracePt t="31316" x="5799138" y="4676775"/>
          <p14:tracePt t="31317" x="5784850" y="4676775"/>
          <p14:tracePt t="31319" x="5772150" y="4676775"/>
          <p14:tracePt t="31321" x="5757863" y="4691063"/>
          <p14:tracePt t="31323" x="5743575" y="4691063"/>
          <p14:tracePt t="31324" x="5743575" y="4705350"/>
          <p14:tracePt t="31325" x="5730875" y="4705350"/>
          <p14:tracePt t="31327" x="5716588" y="4705350"/>
          <p14:tracePt t="31328" x="5702300" y="4718050"/>
          <p14:tracePt t="31330" x="5689600" y="4732338"/>
          <p14:tracePt t="31332" x="5675313" y="4732338"/>
          <p14:tracePt t="31335" x="5662613" y="4745038"/>
          <p14:tracePt t="31336" x="5648325" y="4745038"/>
          <p14:tracePt t="31339" x="5648325" y="4759325"/>
          <p14:tracePt t="31341" x="5634038" y="4759325"/>
          <p14:tracePt t="31344" x="5621338" y="4773613"/>
          <p14:tracePt t="31348" x="5607050" y="4773613"/>
          <p14:tracePt t="31349" x="5607050" y="4786313"/>
          <p14:tracePt t="31356" x="5592763" y="4786313"/>
          <p14:tracePt t="31359" x="5592763" y="4800600"/>
          <p14:tracePt t="31372" x="5580063" y="4800600"/>
          <p14:tracePt t="31383" x="5580063" y="4814888"/>
          <p14:tracePt t="31389" x="5551488" y="4814888"/>
          <p14:tracePt t="31405" x="5551488" y="4827588"/>
          <p14:tracePt t="31409" x="5538788" y="4827588"/>
          <p14:tracePt t="31418" x="5538788" y="4841875"/>
          <p14:tracePt t="31434" x="5524500" y="4841875"/>
          <p14:tracePt t="31657" x="5524500" y="4827588"/>
          <p14:tracePt t="31664" x="5524500" y="4814888"/>
          <p14:tracePt t="31675" x="5524500" y="4800600"/>
          <p14:tracePt t="31681" x="5524500" y="4786313"/>
          <p14:tracePt t="31684" x="5524500" y="4773613"/>
          <p14:tracePt t="31689" x="5524500" y="4759325"/>
          <p14:tracePt t="31695" x="5511800" y="4745038"/>
          <p14:tracePt t="31702" x="5511800" y="4732338"/>
          <p14:tracePt t="31704" x="5497513" y="4718050"/>
          <p14:tracePt t="31785" x="5483225" y="4718050"/>
          <p14:tracePt t="31789" x="5470525" y="4718050"/>
          <p14:tracePt t="31791" x="5456238" y="4718050"/>
          <p14:tracePt t="31795" x="5441950" y="4718050"/>
          <p14:tracePt t="31801" x="5429250" y="4718050"/>
          <p14:tracePt t="31804" x="5414963" y="4718050"/>
          <p14:tracePt t="31806" x="5400675" y="4718050"/>
          <p14:tracePt t="31811" x="5387975" y="4718050"/>
          <p14:tracePt t="31816" x="5373688" y="4718050"/>
          <p14:tracePt t="31817" x="5373688" y="4732338"/>
          <p14:tracePt t="31820" x="5360988" y="4732338"/>
          <p14:tracePt t="31823" x="5346700" y="4732338"/>
          <p14:tracePt t="31828" x="5332413" y="4732338"/>
          <p14:tracePt t="31832" x="5319713" y="4745038"/>
          <p14:tracePt t="31843" x="5305425" y="4745038"/>
          <p14:tracePt t="31850" x="5305425" y="4759325"/>
          <p14:tracePt t="31852" x="5291138" y="4759325"/>
          <p14:tracePt t="31856" x="5278438" y="4759325"/>
          <p14:tracePt t="31862" x="5278438" y="4773613"/>
          <p14:tracePt t="31865" x="5264150" y="4773613"/>
          <p14:tracePt t="31866" x="5264150" y="4786313"/>
          <p14:tracePt t="31874" x="5249863" y="4786313"/>
          <p14:tracePt t="31876" x="5249863" y="4800600"/>
          <p14:tracePt t="31881" x="5237163" y="4800600"/>
          <p14:tracePt t="31883" x="5237163" y="4814888"/>
          <p14:tracePt t="31887" x="5222875" y="4814888"/>
          <p14:tracePt t="31889" x="5222875" y="4827588"/>
          <p14:tracePt t="31894" x="5222875" y="4841875"/>
          <p14:tracePt t="31898" x="5210175" y="4841875"/>
          <p14:tracePt t="31901" x="5210175" y="4856163"/>
          <p14:tracePt t="31905" x="5210175" y="4868863"/>
          <p14:tracePt t="31909" x="5195888" y="4868863"/>
          <p14:tracePt t="31910" x="5195888" y="4883150"/>
          <p14:tracePt t="31917" x="5195888" y="4895850"/>
          <p14:tracePt t="31918" x="5181600" y="4895850"/>
          <p14:tracePt t="31919" x="5168900" y="4910138"/>
          <p14:tracePt t="31924" x="5168900" y="4924425"/>
          <p14:tracePt t="31925" x="5154613" y="4924425"/>
          <p14:tracePt t="31928" x="5154613" y="4937125"/>
          <p14:tracePt t="31932" x="5140325" y="4937125"/>
          <p14:tracePt t="31934" x="5140325" y="4951413"/>
          <p14:tracePt t="31936" x="5140325" y="4965700"/>
          <p14:tracePt t="31938" x="5127625" y="4965700"/>
          <p14:tracePt t="31940" x="5127625" y="4978400"/>
          <p14:tracePt t="31941" x="5113338" y="4978400"/>
          <p14:tracePt t="31947" x="5113338" y="4992688"/>
          <p14:tracePt t="31952" x="5113338" y="5006975"/>
          <p14:tracePt t="31959" x="5113338" y="5019675"/>
          <p14:tracePt t="31966" x="5113338" y="5033963"/>
          <p14:tracePt t="31973" x="5113338" y="5048250"/>
          <p14:tracePt t="31984" x="5113338" y="5060950"/>
          <p14:tracePt t="31987" x="5113338" y="5075238"/>
          <p14:tracePt t="31994" x="5127625" y="5075238"/>
          <p14:tracePt t="31999" x="5127625" y="5087938"/>
          <p14:tracePt t="32002" x="5140325" y="5087938"/>
          <p14:tracePt t="32008" x="5154613" y="5102225"/>
          <p14:tracePt t="32016" x="5168900" y="5116513"/>
          <p14:tracePt t="32018" x="5181600" y="5116513"/>
          <p14:tracePt t="32020" x="5181600" y="5129213"/>
          <p14:tracePt t="32023" x="5195888" y="5129213"/>
          <p14:tracePt t="32027" x="5195888" y="5143500"/>
          <p14:tracePt t="32029" x="5210175" y="5143500"/>
          <p14:tracePt t="32031" x="5222875" y="5143500"/>
          <p14:tracePt t="32033" x="5222875" y="5157788"/>
          <p14:tracePt t="32033" x="5237163" y="5157788"/>
          <p14:tracePt t="32038" x="5249863" y="5157788"/>
          <p14:tracePt t="32039" x="5249863" y="5170488"/>
          <p14:tracePt t="32042" x="5264150" y="5170488"/>
          <p14:tracePt t="32043" x="5264150" y="5184775"/>
          <p14:tracePt t="32046" x="5278438" y="5184775"/>
          <p14:tracePt t="32049" x="5291138" y="5184775"/>
          <p14:tracePt t="32053" x="5291138" y="5199063"/>
          <p14:tracePt t="32054" x="5305425" y="5199063"/>
          <p14:tracePt t="32060" x="5319713" y="5199063"/>
          <p14:tracePt t="32070" x="5332413" y="5199063"/>
          <p14:tracePt t="32078" x="5346700" y="5199063"/>
          <p14:tracePt t="32081" x="5360988" y="5199063"/>
          <p14:tracePt t="32085" x="5373688" y="5199063"/>
          <p14:tracePt t="32087" x="5387975" y="5199063"/>
          <p14:tracePt t="32092" x="5400675" y="5199063"/>
          <p14:tracePt t="32092" x="5414963" y="5199063"/>
          <p14:tracePt t="32096" x="5441950" y="5199063"/>
          <p14:tracePt t="32098" x="5441950" y="5184775"/>
          <p14:tracePt t="32099" x="5456238" y="5184775"/>
          <p14:tracePt t="32100" x="5470525" y="5170488"/>
          <p14:tracePt t="32103" x="5483225" y="5170488"/>
          <p14:tracePt t="32105" x="5497513" y="5170488"/>
          <p14:tracePt t="32106" x="5511800" y="5157788"/>
          <p14:tracePt t="32108" x="5538788" y="5143500"/>
          <p14:tracePt t="32109" x="5538788" y="5129213"/>
          <p14:tracePt t="32112" x="5551488" y="5129213"/>
          <p14:tracePt t="32112" x="5565775" y="5116513"/>
          <p14:tracePt t="32116" x="5580063" y="5116513"/>
          <p14:tracePt t="32117" x="5592763" y="5102225"/>
          <p14:tracePt t="32119" x="5607050" y="5087938"/>
          <p14:tracePt t="32122" x="5621338" y="5075238"/>
          <p14:tracePt t="32125" x="5634038" y="5060950"/>
          <p14:tracePt t="32126" x="5648325" y="5048250"/>
          <p14:tracePt t="32130" x="5648325" y="5033963"/>
          <p14:tracePt t="32131" x="5662613" y="5033963"/>
          <p14:tracePt t="32133" x="5675313" y="5033963"/>
          <p14:tracePt t="32133" x="5675313" y="5019675"/>
          <p14:tracePt t="32140" x="5689600" y="5006975"/>
          <p14:tracePt t="32141" x="5689600" y="4992688"/>
          <p14:tracePt t="32148" x="5689600" y="4978400"/>
          <p14:tracePt t="32160" x="5689600" y="4965700"/>
          <p14:tracePt t="32173" x="5689600" y="4951413"/>
          <p14:tracePt t="32184" x="5689600" y="4937125"/>
          <p14:tracePt t="32195" x="5689600" y="4924425"/>
          <p14:tracePt t="32203" x="5689600" y="4910138"/>
          <p14:tracePt t="32204" x="5675313" y="4910138"/>
          <p14:tracePt t="32207" x="5662613" y="4910138"/>
          <p14:tracePt t="32210" x="5662613" y="4895850"/>
          <p14:tracePt t="32214" x="5648325" y="4883150"/>
          <p14:tracePt t="32222" x="5634038" y="4868863"/>
          <p14:tracePt t="32228" x="5621338" y="4856163"/>
          <p14:tracePt t="32230" x="5607050" y="4856163"/>
          <p14:tracePt t="32233" x="5607050" y="4841875"/>
          <p14:tracePt t="32235" x="5592763" y="4841875"/>
          <p14:tracePt t="32237" x="5592763" y="4827588"/>
          <p14:tracePt t="32239" x="5580063" y="4827588"/>
          <p14:tracePt t="32242" x="5580063" y="4814888"/>
          <p14:tracePt t="32244" x="5565775" y="4814888"/>
          <p14:tracePt t="32246" x="5551488" y="4814888"/>
          <p14:tracePt t="32248" x="5551488" y="4800600"/>
          <p14:tracePt t="32251" x="5538788" y="4800600"/>
          <p14:tracePt t="32257" x="5511800" y="4786313"/>
          <p14:tracePt t="33132" x="5524500" y="4786313"/>
          <p14:tracePt t="33770" x="5524500" y="4773613"/>
          <p14:tracePt t="33772" x="5538788" y="4773613"/>
          <p14:tracePt t="33773" x="5551488" y="4759325"/>
          <p14:tracePt t="33776" x="5565775" y="4759325"/>
          <p14:tracePt t="33777" x="5580063" y="4759325"/>
          <p14:tracePt t="33778" x="5580063" y="4745038"/>
          <p14:tracePt t="33779" x="5592763" y="4745038"/>
          <p14:tracePt t="33781" x="5607050" y="4745038"/>
          <p14:tracePt t="33783" x="5621338" y="4732338"/>
          <p14:tracePt t="33785" x="5634038" y="4718050"/>
          <p14:tracePt t="33787" x="5648325" y="4718050"/>
          <p14:tracePt t="33789" x="5662613" y="4705350"/>
          <p14:tracePt t="33793" x="5675313" y="4705350"/>
          <p14:tracePt t="33794" x="5689600" y="4705350"/>
          <p14:tracePt t="33796" x="5702300" y="4705350"/>
          <p14:tracePt t="33798" x="5702300" y="4691063"/>
          <p14:tracePt t="33801" x="5730875" y="4676775"/>
          <p14:tracePt t="33802" x="5743575" y="4676775"/>
          <p14:tracePt t="33804" x="5743575" y="4664075"/>
          <p14:tracePt t="33807" x="5772150" y="4664075"/>
          <p14:tracePt t="33808" x="5784850" y="4649788"/>
          <p14:tracePt t="33812" x="5799138" y="4649788"/>
          <p14:tracePt t="33815" x="5826125" y="4622800"/>
          <p14:tracePt t="33819" x="5840413" y="4622800"/>
          <p14:tracePt t="33821" x="5840413" y="4608513"/>
          <p14:tracePt t="33822" x="5853113" y="4608513"/>
          <p14:tracePt t="33825" x="5867400" y="4608513"/>
          <p14:tracePt t="33826" x="5881688" y="4608513"/>
          <p14:tracePt t="33828" x="5881688" y="4594225"/>
          <p14:tracePt t="33829" x="5894388" y="4594225"/>
          <p14:tracePt t="33834" x="5908675" y="4581525"/>
          <p14:tracePt t="33837" x="5922963" y="4567238"/>
          <p14:tracePt t="33842" x="5935663" y="4567238"/>
          <p14:tracePt t="33843" x="5935663" y="4552950"/>
          <p14:tracePt t="33848" x="5949950" y="4552950"/>
          <p14:tracePt t="33855" x="5964238" y="4540250"/>
          <p14:tracePt t="33858" x="5976938" y="4540250"/>
          <p14:tracePt t="33866" x="5991225" y="4525963"/>
          <p14:tracePt t="33904" x="6003925" y="4525963"/>
          <p14:tracePt t="33914" x="6003925" y="4513263"/>
          <p14:tracePt t="33916" x="6018213" y="4513263"/>
          <p14:tracePt t="33919" x="6032500" y="4513263"/>
          <p14:tracePt t="33922" x="6032500" y="4498975"/>
          <p14:tracePt t="33925" x="6045200" y="4498975"/>
          <p14:tracePt t="33929" x="6045200" y="4484688"/>
          <p14:tracePt t="33931" x="6059488" y="4484688"/>
          <p14:tracePt t="33934" x="6073775" y="4484688"/>
          <p14:tracePt t="33936" x="6073775" y="4471988"/>
          <p14:tracePt t="33939" x="6086475" y="4457700"/>
          <p14:tracePt t="33942" x="6100763" y="4457700"/>
          <p14:tracePt t="33947" x="6115050" y="4457700"/>
          <p14:tracePt t="33947" x="6115050" y="4443413"/>
          <p14:tracePt t="33953" x="6127750" y="4443413"/>
          <p14:tracePt t="33961" x="6127750" y="4430713"/>
          <p14:tracePt t="33966" x="6142038" y="4430713"/>
          <p14:tracePt t="34023" x="6154738" y="4430713"/>
          <p14:tracePt t="34026" x="6154738" y="4416425"/>
          <p14:tracePt t="34032" x="6154738" y="4402138"/>
          <p14:tracePt t="34035" x="6169025" y="4402138"/>
          <p14:tracePt t="34049" x="6169025" y="4389438"/>
          <p14:tracePt t="34050" x="6183313" y="4389438"/>
          <p14:tracePt t="34226" x="6169025" y="4389438"/>
          <p14:tracePt t="34236" x="6169025" y="4375150"/>
          <p14:tracePt t="34252" x="6154738" y="4375150"/>
          <p14:tracePt t="34307" x="6142038" y="4375150"/>
          <p14:tracePt t="34354" x="6142038" y="4362450"/>
          <p14:tracePt t="34395" x="6127750" y="4362450"/>
          <p14:tracePt t="34396" x="6127750" y="4348163"/>
          <p14:tracePt t="34637" x="6115050" y="4348163"/>
          <p14:tracePt t="34640" x="6115050" y="4362450"/>
          <p14:tracePt t="34642" x="6100763" y="4362450"/>
          <p14:tracePt t="34644" x="6086475" y="4362450"/>
          <p14:tracePt t="34646" x="6086475" y="4375150"/>
          <p14:tracePt t="34650" x="6073775" y="4389438"/>
          <p14:tracePt t="34655" x="6059488" y="4389438"/>
          <p14:tracePt t="34656" x="6059488" y="4402138"/>
          <p14:tracePt t="34659" x="6045200" y="4416425"/>
          <p14:tracePt t="34663" x="6045200" y="4430713"/>
          <p14:tracePt t="34666" x="6032500" y="4430713"/>
          <p14:tracePt t="34668" x="6018213" y="4443413"/>
          <p14:tracePt t="34673" x="6003925" y="4443413"/>
          <p14:tracePt t="34676" x="6003925" y="4457700"/>
          <p14:tracePt t="34677" x="5991225" y="4471988"/>
          <p14:tracePt t="34681" x="5976938" y="4484688"/>
          <p14:tracePt t="34686" x="5964238" y="4484688"/>
          <p14:tracePt t="34688" x="5964238" y="4498975"/>
          <p14:tracePt t="34692" x="5949950" y="4498975"/>
          <p14:tracePt t="34696" x="5949950" y="4513263"/>
          <p14:tracePt t="34699" x="5935663" y="4513263"/>
          <p14:tracePt t="34701" x="5935663" y="4525963"/>
          <p14:tracePt t="34709" x="5922963" y="4525963"/>
          <p14:tracePt t="34712" x="5908675" y="4540250"/>
          <p14:tracePt t="34727" x="5894388" y="4540250"/>
          <p14:tracePt t="34729" x="5894388" y="4552950"/>
          <p14:tracePt t="34731" x="5881688" y="4552950"/>
          <p14:tracePt t="34741" x="5881688" y="4567238"/>
          <p14:tracePt t="34743" x="5867400" y="4567238"/>
          <p14:tracePt t="34747" x="5853113" y="4567238"/>
          <p14:tracePt t="34748" x="5853113" y="4581525"/>
          <p14:tracePt t="34755" x="5840413" y="4581525"/>
          <p14:tracePt t="34756" x="5840413" y="4594225"/>
          <p14:tracePt t="34761" x="5826125" y="4594225"/>
          <p14:tracePt t="34764" x="5826125" y="4608513"/>
          <p14:tracePt t="34766" x="5813425" y="4608513"/>
          <p14:tracePt t="34770" x="5799138" y="4608513"/>
          <p14:tracePt t="34772" x="5799138" y="4622800"/>
          <p14:tracePt t="34777" x="5784850" y="4622800"/>
          <p14:tracePt t="34780" x="5784850" y="4635500"/>
          <p14:tracePt t="34782" x="5784850" y="4649788"/>
          <p14:tracePt t="34784" x="5772150" y="4649788"/>
          <p14:tracePt t="34793" x="5757863" y="4649788"/>
          <p14:tracePt t="34794" x="5757863" y="4664075"/>
          <p14:tracePt t="34800" x="5743575" y="4664075"/>
          <p14:tracePt t="34812" x="5730875" y="4664075"/>
          <p14:tracePt t="34814" x="5730875" y="4676775"/>
          <p14:tracePt t="34835" x="5716588" y="4676775"/>
          <p14:tracePt t="34842" x="5716588" y="4691063"/>
          <p14:tracePt t="34849" x="5702300" y="4691063"/>
          <p14:tracePt t="34851" x="5702300" y="4705350"/>
          <p14:tracePt t="34855" x="5689600" y="4705350"/>
          <p14:tracePt t="34863" x="5675313" y="4705350"/>
          <p14:tracePt t="34865" x="5675313" y="4718050"/>
          <p14:tracePt t="34870" x="5662613" y="4718050"/>
          <p14:tracePt t="34877" x="5648325" y="4732338"/>
          <p14:tracePt t="34881" x="5634038" y="4732338"/>
          <p14:tracePt t="34887" x="5634038" y="4745038"/>
          <p14:tracePt t="34890" x="5621338" y="4745038"/>
          <p14:tracePt t="34893" x="5621338" y="4759325"/>
          <p14:tracePt t="34897" x="5607050" y="4759325"/>
          <p14:tracePt t="34904" x="5607050" y="4773613"/>
          <p14:tracePt t="34907" x="5592763" y="4773613"/>
          <p14:tracePt t="34916" x="5580063" y="4773613"/>
          <p14:tracePt t="34920" x="5580063" y="4786313"/>
          <p14:tracePt t="34925" x="5565775" y="4786313"/>
          <p14:tracePt t="34935" x="5551488" y="4786313"/>
          <p14:tracePt t="34940" x="5551488" y="4800600"/>
          <p14:tracePt t="34960" x="5538788" y="4800600"/>
          <p14:tracePt t="34963" x="5538788" y="4814888"/>
          <p14:tracePt t="35147" x="5551488" y="4800600"/>
          <p14:tracePt t="35152" x="5565775" y="4800600"/>
          <p14:tracePt t="35154" x="5580063" y="4786313"/>
          <p14:tracePt t="35159" x="5592763" y="4786313"/>
          <p14:tracePt t="35162" x="5592763" y="4773613"/>
          <p14:tracePt t="35164" x="5607050" y="4773613"/>
          <p14:tracePt t="35168" x="5621338" y="4773613"/>
          <p14:tracePt t="35169" x="5634038" y="4759325"/>
          <p14:tracePt t="35172" x="5634038" y="4745038"/>
          <p14:tracePt t="35174" x="5648325" y="4745038"/>
          <p14:tracePt t="35175" x="5662613" y="4745038"/>
          <p14:tracePt t="35176" x="5662613" y="4732338"/>
          <p14:tracePt t="35177" x="5675313" y="4732338"/>
          <p14:tracePt t="35182" x="5689600" y="4718050"/>
          <p14:tracePt t="35184" x="5702300" y="4705350"/>
          <p14:tracePt t="35189" x="5716588" y="4705350"/>
          <p14:tracePt t="35190" x="5730875" y="4691063"/>
          <p14:tracePt t="35194" x="5743575" y="4691063"/>
          <p14:tracePt t="35197" x="5757863" y="4676775"/>
          <p14:tracePt t="35203" x="5772150" y="4676775"/>
          <p14:tracePt t="35205" x="5784850" y="4664075"/>
          <p14:tracePt t="35210" x="5799138" y="4664075"/>
          <p14:tracePt t="35212" x="5799138" y="4649788"/>
          <p14:tracePt t="35216" x="5813425" y="4635500"/>
          <p14:tracePt t="35220" x="5826125" y="4635500"/>
          <p14:tracePt t="35221" x="5840413" y="4622800"/>
          <p14:tracePt t="35226" x="5853113" y="4622800"/>
          <p14:tracePt t="35227" x="5853113" y="4608513"/>
          <p14:tracePt t="35230" x="5867400" y="4608513"/>
          <p14:tracePt t="35234" x="5881688" y="4594225"/>
          <p14:tracePt t="35236" x="5894388" y="4581525"/>
          <p14:tracePt t="35238" x="5908675" y="4581525"/>
          <p14:tracePt t="35242" x="5908675" y="4567238"/>
          <p14:tracePt t="35244" x="5922963" y="4567238"/>
          <p14:tracePt t="35246" x="5922963" y="4552950"/>
          <p14:tracePt t="35250" x="5949950" y="4540250"/>
          <p14:tracePt t="35255" x="5964238" y="4525963"/>
          <p14:tracePt t="35258" x="5976938" y="4525963"/>
          <p14:tracePt t="35260" x="5991225" y="4513263"/>
          <p14:tracePt t="35267" x="6003925" y="4498975"/>
          <p14:tracePt t="35272" x="6032500" y="4498975"/>
          <p14:tracePt t="35273" x="6032500" y="4484688"/>
          <p14:tracePt t="35274" x="6045200" y="4484688"/>
          <p14:tracePt t="35275" x="6045200" y="4471988"/>
          <p14:tracePt t="35279" x="6059488" y="4471988"/>
          <p14:tracePt t="35280" x="6059488" y="4457700"/>
          <p14:tracePt t="35283" x="6073775" y="4457700"/>
          <p14:tracePt t="35286" x="6086475" y="4443413"/>
          <p14:tracePt t="35287" x="6100763" y="4443413"/>
          <p14:tracePt t="35292" x="6115050" y="4430713"/>
          <p14:tracePt t="35293" x="6115050" y="4416425"/>
          <p14:tracePt t="35294" x="6127750" y="4416425"/>
          <p14:tracePt t="35299" x="6142038" y="4402138"/>
          <p14:tracePt t="35303" x="6154738" y="4402138"/>
          <p14:tracePt t="35532" x="6142038" y="4402138"/>
          <p14:tracePt t="35594" x="6127750" y="4402138"/>
          <p14:tracePt t="35603" x="6115050" y="4402138"/>
          <p14:tracePt t="35612" x="6100763" y="4416425"/>
          <p14:tracePt t="35614" x="6100763" y="4430713"/>
          <p14:tracePt t="35616" x="6086475" y="4430713"/>
          <p14:tracePt t="35619" x="6073775" y="4443413"/>
          <p14:tracePt t="35623" x="6059488" y="4457700"/>
          <p14:tracePt t="35626" x="6045200" y="4471988"/>
          <p14:tracePt t="35627" x="6045200" y="4484688"/>
          <p14:tracePt t="35630" x="6032500" y="4498975"/>
          <p14:tracePt t="35631" x="6018213" y="4498975"/>
          <p14:tracePt t="35633" x="6003925" y="4525963"/>
          <p14:tracePt t="35635" x="5991225" y="4525963"/>
          <p14:tracePt t="35637" x="5976938" y="4540250"/>
          <p14:tracePt t="35639" x="5976938" y="4552950"/>
          <p14:tracePt t="35640" x="5976938" y="4567238"/>
          <p14:tracePt t="35641" x="5964238" y="4567238"/>
          <p14:tracePt t="35642" x="5949950" y="4581525"/>
          <p14:tracePt t="35643" x="5935663" y="4594225"/>
          <p14:tracePt t="35644" x="5935663" y="4608513"/>
          <p14:tracePt t="35646" x="5922963" y="4608513"/>
          <p14:tracePt t="35647" x="5922963" y="4622800"/>
          <p14:tracePt t="35647" x="5908675" y="4622800"/>
          <p14:tracePt t="35648" x="5908675" y="4635500"/>
          <p14:tracePt t="35649" x="5881688" y="4649788"/>
          <p14:tracePt t="35651" x="5867400" y="4676775"/>
          <p14:tracePt t="35653" x="5840413" y="4676775"/>
          <p14:tracePt t="35653" x="5840413" y="4691063"/>
          <p14:tracePt t="35654" x="5826125" y="4691063"/>
          <p14:tracePt t="35655" x="5826125" y="4705350"/>
          <p14:tracePt t="35656" x="5799138" y="4718050"/>
          <p14:tracePt t="35657" x="5799138" y="4732338"/>
          <p14:tracePt t="35658" x="5784850" y="4732338"/>
          <p14:tracePt t="35660" x="5772150" y="4745038"/>
          <p14:tracePt t="35661" x="5757863" y="4759325"/>
          <p14:tracePt t="35662" x="5743575" y="4773613"/>
          <p14:tracePt t="35663" x="5730875" y="4786313"/>
          <p14:tracePt t="35664" x="5716588" y="4786313"/>
          <p14:tracePt t="35665" x="5716588" y="4800600"/>
          <p14:tracePt t="35667" x="5689600" y="4800600"/>
          <p14:tracePt t="35668" x="5689600" y="4827588"/>
          <p14:tracePt t="35668" x="5675313" y="4827588"/>
          <p14:tracePt t="35669" x="5648325" y="4841875"/>
          <p14:tracePt t="35671" x="5634038" y="4856163"/>
          <p14:tracePt t="35672" x="5621338" y="4868863"/>
          <p14:tracePt t="35674" x="5607050" y="4868863"/>
          <p14:tracePt t="35675" x="5607050" y="4883150"/>
          <p14:tracePt t="35676" x="5592763" y="4883150"/>
          <p14:tracePt t="35676" x="5580063" y="4910138"/>
          <p14:tracePt t="35677" x="5551488" y="4910138"/>
          <p14:tracePt t="35680" x="5538788" y="4937125"/>
          <p14:tracePt t="35682" x="5511800" y="4951413"/>
          <p14:tracePt t="35683" x="5511800" y="4965700"/>
          <p14:tracePt t="35683" x="5497513" y="4978400"/>
          <p14:tracePt t="35685" x="5470525" y="4992688"/>
          <p14:tracePt t="35687" x="5456238" y="5006975"/>
          <p14:tracePt t="35689" x="5441950" y="5033963"/>
          <p14:tracePt t="35690" x="5429250" y="5033963"/>
          <p14:tracePt t="35690" x="5429250" y="5048250"/>
          <p14:tracePt t="35691" x="5400675" y="5060950"/>
          <p14:tracePt t="35693" x="5387975" y="5075238"/>
          <p14:tracePt t="35695" x="5373688" y="5102225"/>
          <p14:tracePt t="35696" x="5360988" y="5116513"/>
          <p14:tracePt t="35699" x="5346700" y="5129213"/>
          <p14:tracePt t="35700" x="5332413" y="5143500"/>
          <p14:tracePt t="35702" x="5319713" y="5157788"/>
          <p14:tracePt t="35703" x="5305425" y="5184775"/>
          <p14:tracePt t="35706" x="5278438" y="5199063"/>
          <p14:tracePt t="35709" x="5264150" y="5211763"/>
          <p14:tracePt t="35710" x="5249863" y="5238750"/>
          <p14:tracePt t="35711" x="5249863" y="5253038"/>
          <p14:tracePt t="35712" x="5222875" y="5267325"/>
          <p14:tracePt t="35716" x="5210175" y="5294313"/>
          <p14:tracePt t="35717" x="5195888" y="5308600"/>
          <p14:tracePt t="35717" x="5195888" y="5321300"/>
          <p14:tracePt t="35719" x="5195888" y="5349875"/>
          <p14:tracePt t="35721" x="5181600" y="5362575"/>
          <p14:tracePt t="35723" x="5168900" y="5376863"/>
          <p14:tracePt t="35723" x="5154613" y="5403850"/>
          <p14:tracePt t="35725" x="5154613" y="5418138"/>
          <p14:tracePt t="35726" x="5140325" y="5445125"/>
          <p14:tracePt t="35730" x="5127625" y="5472113"/>
          <p14:tracePt t="35731" x="5113338" y="5486400"/>
          <p14:tracePt t="35732" x="5113338" y="5513388"/>
          <p14:tracePt t="35734" x="5113338" y="5527675"/>
          <p14:tracePt t="35737" x="5086350" y="5554663"/>
          <p14:tracePt t="35738" x="5086350" y="5568950"/>
          <p14:tracePt t="35739" x="5072063" y="5595938"/>
          <p14:tracePt t="35742" x="5059363" y="5610225"/>
          <p14:tracePt t="35744" x="5045075" y="5651500"/>
          <p14:tracePt t="35745" x="5045075" y="5664200"/>
          <p14:tracePt t="35745" x="5045075" y="5678488"/>
          <p14:tracePt t="35747" x="5045075" y="5705475"/>
          <p14:tracePt t="35748" x="5030788" y="5719763"/>
          <p14:tracePt t="35750" x="5030788" y="5746750"/>
          <p14:tracePt t="35751" x="5018088" y="5773738"/>
          <p14:tracePt t="35752" x="5018088" y="5788025"/>
          <p14:tracePt t="35753" x="5003800" y="5815013"/>
          <p14:tracePt t="35754" x="5003800" y="5829300"/>
          <p14:tracePt t="35757" x="4989513" y="5843588"/>
          <p14:tracePt t="35758" x="4989513" y="5884863"/>
          <p14:tracePt t="35761" x="4989513" y="5911850"/>
          <p14:tracePt t="35761" x="4976813" y="5924550"/>
          <p14:tracePt t="35762" x="4976813" y="5938838"/>
          <p14:tracePt t="35764" x="4962525" y="5965825"/>
          <p14:tracePt t="35765" x="4962525" y="5980113"/>
          <p14:tracePt t="35766" x="4948238" y="5994400"/>
          <p14:tracePt t="35768" x="4935538" y="6007100"/>
          <p14:tracePt t="35770" x="4935538" y="6035675"/>
          <p14:tracePt t="35772" x="4908550" y="6062663"/>
          <p14:tracePt t="35774" x="4908550" y="6076950"/>
          <p14:tracePt t="35775" x="4894263" y="6089650"/>
          <p14:tracePt t="35780" x="4867275" y="6145213"/>
          <p14:tracePt t="35782" x="4867275" y="6157913"/>
          <p14:tracePt t="35783" x="4852988" y="6186488"/>
          <p14:tracePt t="35784" x="4838700" y="6186488"/>
          <p14:tracePt t="35787" x="4838700" y="6227763"/>
          <p14:tracePt t="35787" x="4826000" y="6227763"/>
          <p14:tracePt t="35788" x="4826000" y="6240463"/>
          <p14:tracePt t="35790" x="4826000" y="6254750"/>
          <p14:tracePt t="35791" x="4811713" y="6267450"/>
          <p14:tracePt t="35793" x="4797425" y="6296025"/>
          <p14:tracePt t="35795" x="4797425" y="6323013"/>
          <p14:tracePt t="35797" x="4770438" y="6350000"/>
          <p14:tracePt t="35799" x="4770438" y="6364288"/>
          <p14:tracePt t="35800" x="4770438" y="6378575"/>
          <p14:tracePt t="35802" x="4757738" y="6391275"/>
          <p14:tracePt t="35803" x="4743450" y="6405563"/>
          <p14:tracePt t="35805" x="4743450" y="6432550"/>
          <p14:tracePt t="35807" x="4729163" y="6446838"/>
          <p14:tracePt t="35809" x="4729163" y="6459538"/>
          <p14:tracePt t="35810" x="4729163" y="6473825"/>
          <p14:tracePt t="35812" x="4716463" y="6488113"/>
          <p14:tracePt t="35814" x="4702175" y="6488113"/>
          <p14:tracePt t="35815" x="4702175" y="6515100"/>
          <p14:tracePt t="35819" x="4687888" y="6529388"/>
          <p14:tracePt t="35822" x="4687888" y="6542088"/>
          <p14:tracePt t="35824" x="4675188" y="6556375"/>
          <p14:tracePt t="35825" x="4660900" y="6556375"/>
          <p14:tracePt t="35827" x="4660900" y="6570663"/>
          <p14:tracePt t="35830" x="4646613" y="6583363"/>
          <p14:tracePt t="35834" x="4633913" y="6597650"/>
          <p14:tracePt t="35836" x="4619625" y="6610350"/>
          <p14:tracePt t="35838" x="4606925" y="6624638"/>
          <p14:tracePt t="35841" x="4578350" y="6651625"/>
          <p14:tracePt t="35842" x="4551363" y="6651625"/>
          <p14:tracePt t="35843" x="4551363" y="6665913"/>
          <p14:tracePt t="35844" x="4537075" y="6665913"/>
          <p14:tracePt t="35848" x="4510088" y="6692900"/>
          <p14:tracePt t="35850" x="4497388" y="6707188"/>
          <p14:tracePt t="35851" x="4468813" y="6721475"/>
          <p14:tracePt t="35855" x="4456113" y="6734175"/>
          <p14:tracePt t="35856" x="4427538" y="6748463"/>
          <p14:tracePt t="35857" x="4414838" y="6762750"/>
          <p14:tracePt t="35858" x="4400550" y="6775450"/>
          <p14:tracePt t="35859" x="4386263" y="6775450"/>
          <p14:tracePt t="35862" x="4373563" y="6789738"/>
          <p14:tracePt t="35863" x="4346575" y="6816725"/>
          <p14:tracePt t="35865" x="4332288" y="6831013"/>
          <p14:tracePt t="35867" x="4318000" y="6843713"/>
          <p14:tracePt t="35868" x="4291013" y="6843713"/>
          <p14:tracePt t="36843" x="0" y="0"/>
        </p14:tracePtLst>
        <p14:tracePtLst>
          <p14:tracePt t="66641" x="3276600" y="6426200"/>
          <p14:tracePt t="66782" x="5181600" y="6816725"/>
          <p14:tracePt t="66784" x="5278438" y="6789738"/>
          <p14:tracePt t="66786" x="5648325" y="6721475"/>
          <p14:tracePt t="66787" x="5743575" y="6692900"/>
          <p14:tracePt t="66788" x="5867400" y="6665913"/>
          <p14:tracePt t="66789" x="5964238" y="6638925"/>
          <p14:tracePt t="66790" x="6073775" y="6597650"/>
          <p14:tracePt t="66792" x="6183313" y="6570663"/>
          <p14:tracePt t="66793" x="6305550" y="6542088"/>
          <p14:tracePt t="66793" x="6415088" y="6529388"/>
          <p14:tracePt t="66794" x="6526213" y="6500813"/>
          <p14:tracePt t="66795" x="6621463" y="6473825"/>
          <p14:tracePt t="66797" x="6731000" y="6446838"/>
          <p14:tracePt t="66799" x="6854825" y="6419850"/>
          <p14:tracePt t="66799" x="6964363" y="6391275"/>
          <p14:tracePt t="66801" x="7073900" y="6364288"/>
          <p14:tracePt t="66801" x="7197725" y="6337300"/>
          <p14:tracePt t="66802" x="7307263" y="6308725"/>
          <p14:tracePt t="66803" x="7416800" y="6267450"/>
          <p14:tracePt t="66804" x="7540625" y="6240463"/>
          <p14:tracePt t="66806" x="7650163" y="6213475"/>
          <p14:tracePt t="66808" x="7759700" y="6172200"/>
          <p14:tracePt t="66809" x="7869238" y="6145213"/>
          <p14:tracePt t="66809" x="8005763" y="6103938"/>
          <p14:tracePt t="66810" x="8115300" y="6076950"/>
          <p14:tracePt t="66811" x="8253413" y="6035675"/>
          <p14:tracePt t="66813" x="8389938" y="5994400"/>
          <p14:tracePt t="66813" x="8499475" y="5965825"/>
          <p14:tracePt t="66815" x="8609013" y="5938838"/>
          <p14:tracePt t="66816" x="8705850" y="5897563"/>
          <p14:tracePt t="66817" x="8801100" y="5870575"/>
          <p14:tracePt t="66818" x="8897938" y="5843588"/>
          <p14:tracePt t="66820" x="9020175" y="5815013"/>
          <p14:tracePt t="66820" x="9117013" y="5788025"/>
        </p14:tracePtLst>
      </p14:laserTrace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zh-TW" altLang="en-US" sz="2400" dirty="0">
                <a:latin typeface="Times New Roman" panose="02020603050405020304" pitchFamily="18" charset="0"/>
              </a:rPr>
              <a:t>無</a:t>
            </a:r>
          </a:p>
        </p:txBody>
      </p:sp>
      <p:pic>
        <p:nvPicPr>
          <p:cNvPr id="2" name="音訊 1">
            <a:hlinkClick r:id="" action="ppaction://media"/>
            <a:extLst>
              <a:ext uri="{FF2B5EF4-FFF2-40B4-BE49-F238E27FC236}">
                <a16:creationId xmlns:a16="http://schemas.microsoft.com/office/drawing/2014/main" id="{BB72F838-9BB6-958C-1922-9B5B9E2FA6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3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3864">
        <p159:morph option="byObject"/>
      </p:transition>
    </mc:Choice>
    <mc:Fallback>
      <p:transition advTm="386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02" x="9117013" y="5267325"/>
          <p14:tracePt t="918" x="9117013" y="5280025"/>
          <p14:tracePt t="919" x="9129713" y="5280025"/>
          <p14:tracePt t="923" x="9129713" y="5294313"/>
          <p14:tracePt t="930" x="9129713" y="5308600"/>
          <p14:tracePt t="944" x="9129713" y="5321300"/>
          <p14:tracePt t="952" x="9129713" y="5335588"/>
          <p14:tracePt t="954" x="9117013" y="5335588"/>
          <p14:tracePt t="957" x="9117013" y="5349875"/>
          <p14:tracePt t="959" x="9102725" y="5362575"/>
          <p14:tracePt t="964" x="9088438" y="5376863"/>
          <p14:tracePt t="966" x="9088438" y="5391150"/>
          <p14:tracePt t="968" x="9075738" y="5391150"/>
          <p14:tracePt t="971" x="9061450" y="5403850"/>
          <p14:tracePt t="973" x="9048750" y="5430838"/>
          <p14:tracePt t="978" x="9034463" y="5445125"/>
          <p14:tracePt t="978" x="9034463" y="5459413"/>
          <p14:tracePt t="979" x="9020175" y="5459413"/>
          <p14:tracePt t="980" x="9007475" y="5459413"/>
          <p14:tracePt t="982" x="8993188" y="5472113"/>
          <p14:tracePt t="985" x="8978900" y="5472113"/>
          <p14:tracePt t="988" x="8966200" y="5486400"/>
          <p14:tracePt t="1068" x="8951913" y="5486400"/>
          <p14:tracePt t="1077" x="8924925" y="5486400"/>
          <p14:tracePt t="1081" x="8897938" y="5486400"/>
          <p14:tracePt t="1084" x="8883650" y="5486400"/>
          <p14:tracePt t="1085" x="8869363" y="5486400"/>
          <p14:tracePt t="1088" x="8856663" y="5486400"/>
          <p14:tracePt t="1090" x="8828088" y="5486400"/>
          <p14:tracePt t="1093" x="8801100" y="5486400"/>
          <p14:tracePt t="1096" x="8786813" y="5486400"/>
          <p14:tracePt t="1097" x="8774113" y="5486400"/>
          <p14:tracePt t="1099" x="8759825" y="5486400"/>
          <p14:tracePt t="1100" x="8747125" y="5472113"/>
          <p14:tracePt t="1103" x="8732838" y="5472113"/>
          <p14:tracePt t="1104" x="8718550" y="5472113"/>
          <p14:tracePt t="1107" x="8705850" y="5472113"/>
          <p14:tracePt t="1110" x="8705850" y="5459413"/>
          <p14:tracePt t="1110" x="8691563" y="5459413"/>
          <p14:tracePt t="1111" x="8677275" y="5459413"/>
          <p14:tracePt t="1120" x="8664575" y="5459413"/>
          <p14:tracePt t="1121" x="8664575" y="5445125"/>
          <p14:tracePt t="1153" x="8650288" y="5445125"/>
          <p14:tracePt t="1237" x="8664575" y="5430838"/>
          <p14:tracePt t="1242" x="8677275" y="5430838"/>
          <p14:tracePt t="1244" x="8691563" y="5430838"/>
          <p14:tracePt t="1248" x="8705850" y="5430838"/>
          <p14:tracePt t="1250" x="8718550" y="5430838"/>
          <p14:tracePt t="1252" x="8732838" y="5430838"/>
          <p14:tracePt t="1254" x="8747125" y="5430838"/>
          <p14:tracePt t="1256" x="8759825" y="5430838"/>
          <p14:tracePt t="1258" x="8774113" y="5430838"/>
          <p14:tracePt t="1262" x="8801100" y="5430838"/>
          <p14:tracePt t="1263" x="8815388" y="5430838"/>
          <p14:tracePt t="1264" x="8828088" y="5430838"/>
          <p14:tracePt t="1267" x="8842375" y="5430838"/>
          <p14:tracePt t="1268" x="8856663" y="5430838"/>
          <p14:tracePt t="1269" x="8856663" y="5418138"/>
          <p14:tracePt t="1270" x="8869363" y="5418138"/>
          <p14:tracePt t="1270" x="8883650" y="5418138"/>
          <p14:tracePt t="1272" x="8897938" y="5418138"/>
          <p14:tracePt t="1273" x="8910638" y="5418138"/>
          <p14:tracePt t="1275" x="8924925" y="5418138"/>
          <p14:tracePt t="1277" x="8937625" y="5418138"/>
          <p14:tracePt t="1280" x="8951913" y="5418138"/>
          <p14:tracePt t="1281" x="8966200" y="5418138"/>
          <p14:tracePt t="1283" x="8978900" y="5418138"/>
          <p14:tracePt t="1285" x="8993188" y="5403850"/>
          <p14:tracePt t="1287" x="9007475" y="5403850"/>
          <p14:tracePt t="1291" x="9020175" y="5403850"/>
          <p14:tracePt t="1298" x="9034463" y="5403850"/>
          <p14:tracePt t="1764" x="9048750" y="5403850"/>
          <p14:tracePt t="1766" x="9061450" y="5403850"/>
          <p14:tracePt t="1768" x="9075738" y="5403850"/>
          <p14:tracePt t="1769" x="9088438" y="5403850"/>
          <p14:tracePt t="1771" x="9102725" y="5403850"/>
          <p14:tracePt t="1772" x="9117013" y="5403850"/>
          <p14:tracePt t="1773" x="9129713" y="5403850"/>
          <p14:tracePt t="1863" x="9102725" y="5472113"/>
          <p14:tracePt t="1866" x="9088438" y="5472113"/>
          <p14:tracePt t="2067" x="9102725" y="5472113"/>
          <p14:tracePt t="2069" x="9117013" y="5472113"/>
          <p14:tracePt t="2071" x="9129713" y="5472113"/>
          <p14:tracePt t="2534" x="9061450" y="5226050"/>
          <p14:tracePt t="2535" x="9061450" y="5211763"/>
          <p14:tracePt t="2536" x="9034463" y="5170488"/>
          <p14:tracePt t="2537" x="9020175" y="5143500"/>
          <p14:tracePt t="2537" x="9020175" y="5116513"/>
          <p14:tracePt t="2539" x="8993188" y="5087938"/>
          <p14:tracePt t="2541" x="8966200" y="5033963"/>
          <p14:tracePt t="2542" x="8951913" y="5006975"/>
          <p14:tracePt t="2543" x="8924925" y="4978400"/>
          <p14:tracePt t="2544" x="8910638" y="4937125"/>
          <p14:tracePt t="2544" x="8883650" y="4895850"/>
          <p14:tracePt t="2546" x="8869363" y="4868863"/>
          <p14:tracePt t="2547" x="8842375" y="4827588"/>
          <p14:tracePt t="2549" x="8801100" y="4745038"/>
          <p14:tracePt t="2549" x="8786813" y="4705350"/>
          <p14:tracePt t="2551" x="8759825" y="4664075"/>
          <p14:tracePt t="2552" x="8747125" y="4622800"/>
          <p14:tracePt t="2553" x="8718550" y="4567238"/>
          <p14:tracePt t="2554" x="8691563" y="4525963"/>
          <p14:tracePt t="2555" x="8677275" y="4471988"/>
          <p14:tracePt t="2556" x="8650288" y="4389438"/>
          <p14:tracePt t="2558" x="8609013" y="4306888"/>
          <p14:tracePt t="2559" x="8582025" y="4224338"/>
          <p14:tracePt t="2560" x="8555038" y="4141788"/>
          <p14:tracePt t="2561" x="8513763" y="4046538"/>
          <p14:tracePt t="2563" x="8445500" y="3840163"/>
          <p14:tracePt t="2564" x="8404225" y="3744913"/>
          <p14:tracePt t="2566" x="8375650" y="3648075"/>
          <p14:tracePt t="2568" x="8321675" y="3470275"/>
          <p14:tracePt t="2570" x="8294688" y="3373438"/>
          <p14:tracePt t="2571" x="8253413" y="3278188"/>
          <p14:tracePt t="2572" x="8224838" y="3181350"/>
          <p14:tracePt t="2573" x="8197850" y="3086100"/>
          <p14:tracePt t="2575" x="8143875" y="2867025"/>
          <p14:tracePt t="2576" x="8115300" y="2770188"/>
          <p14:tracePt t="2576" x="8061325" y="2660650"/>
          <p14:tracePt t="2578" x="8047038" y="2565400"/>
          <p14:tracePt t="2579" x="8005763" y="2468563"/>
          <p14:tracePt t="2580" x="7978775" y="2373313"/>
          <p14:tracePt t="2582" x="7923213" y="2166938"/>
          <p14:tracePt t="2583" x="7896225" y="2071688"/>
          <p14:tracePt t="2584" x="7854950" y="1947863"/>
          <p14:tracePt t="2584" x="7827963" y="1838325"/>
          <p14:tracePt t="2586" x="7800975" y="1741488"/>
          <p14:tracePt t="2587" x="7772400" y="1631950"/>
          <p14:tracePt t="2588" x="7745413" y="1536700"/>
          <p14:tracePt t="2590" x="7718425" y="1439863"/>
          <p14:tracePt t="2591" x="7691438" y="1303338"/>
          <p14:tracePt t="2592" x="7662863" y="1193800"/>
          <p14:tracePt t="2593" x="7635875" y="1069975"/>
          <p14:tracePt t="2594" x="7608888" y="973138"/>
          <p14:tracePt t="2595" x="7581900" y="877888"/>
          <p14:tracePt t="2597" x="7540625" y="781050"/>
          <p14:tracePt t="2597" x="7512050" y="671513"/>
          <p14:tracePt t="2599" x="7485063" y="576263"/>
          <p14:tracePt t="2599" x="7443788" y="466725"/>
          <p14:tracePt t="2601" x="7402513" y="342900"/>
          <p14:tracePt t="2602" x="7375525" y="247650"/>
          <p14:tracePt t="2604" x="7348538" y="192088"/>
          <p14:tracePt t="2604" x="7319963" y="123825"/>
          <p14:tracePt t="2605" x="7292975" y="41275"/>
        </p14:tracePtLst>
      </p14:laserTraceLst>
    </p:ext>
  </p:extLst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3198</TotalTime>
  <Words>2442</Words>
  <Application>Microsoft Office PowerPoint</Application>
  <PresentationFormat>如螢幕大小 (4:3)</PresentationFormat>
  <Paragraphs>1583</Paragraphs>
  <Slides>35</Slides>
  <Notes>35</Notes>
  <HiddenSlides>0</HiddenSlides>
  <MMClips>35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9" baseType="lpstr">
      <vt:lpstr>Tahoma</vt:lpstr>
      <vt:lpstr>Times New Roman</vt:lpstr>
      <vt:lpstr>Wingdings</vt:lpstr>
      <vt:lpstr>Blends</vt:lpstr>
      <vt:lpstr>12582: Wedding of Sultan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B072040051</cp:lastModifiedBy>
  <cp:revision>117</cp:revision>
  <dcterms:created xsi:type="dcterms:W3CDTF">1601-01-01T00:00:00Z</dcterms:created>
  <dcterms:modified xsi:type="dcterms:W3CDTF">2022-05-09T03:25:43Z</dcterms:modified>
</cp:coreProperties>
</file>