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1"/>
  </p:notesMasterIdLst>
  <p:sldIdLst>
    <p:sldId id="307" r:id="rId2"/>
    <p:sldId id="309" r:id="rId3"/>
    <p:sldId id="314" r:id="rId4"/>
    <p:sldId id="316" r:id="rId5"/>
    <p:sldId id="313" r:id="rId6"/>
    <p:sldId id="315" r:id="rId7"/>
    <p:sldId id="318" r:id="rId8"/>
    <p:sldId id="317" r:id="rId9"/>
    <p:sldId id="324" r:id="rId10"/>
    <p:sldId id="325" r:id="rId11"/>
    <p:sldId id="328" r:id="rId12"/>
    <p:sldId id="330" r:id="rId13"/>
    <p:sldId id="329" r:id="rId14"/>
    <p:sldId id="326" r:id="rId15"/>
    <p:sldId id="327" r:id="rId16"/>
    <p:sldId id="332" r:id="rId17"/>
    <p:sldId id="333" r:id="rId18"/>
    <p:sldId id="334" r:id="rId19"/>
    <p:sldId id="336" r:id="rId20"/>
    <p:sldId id="337" r:id="rId21"/>
    <p:sldId id="339" r:id="rId22"/>
    <p:sldId id="338" r:id="rId23"/>
    <p:sldId id="310" r:id="rId24"/>
    <p:sldId id="340" r:id="rId25"/>
    <p:sldId id="341" r:id="rId26"/>
    <p:sldId id="323" r:id="rId27"/>
    <p:sldId id="319" r:id="rId28"/>
    <p:sldId id="321" r:id="rId29"/>
    <p:sldId id="320" r:id="rId30"/>
  </p:sldIdLst>
  <p:sldSz cx="9144000" cy="6858000" type="screen4x3"/>
  <p:notesSz cx="6832600" cy="99631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A943"/>
    <a:srgbClr val="20C428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37E6E1-1AE1-4F87-A968-80341E09D956}" v="748" dt="2019-05-25T07:06:08.2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29" autoAdjust="0"/>
    <p:restoredTop sz="92138" autoAdjust="0"/>
  </p:normalViewPr>
  <p:slideViewPr>
    <p:cSldViewPr>
      <p:cViewPr varScale="1">
        <p:scale>
          <a:sx n="76" d="100"/>
          <a:sy n="76" d="100"/>
        </p:scale>
        <p:origin x="1286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5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8.xml"/><Relationship Id="rId13" Type="http://schemas.openxmlformats.org/officeDocument/2006/relationships/slide" Target="slides/slide13.xml"/><Relationship Id="rId18" Type="http://schemas.openxmlformats.org/officeDocument/2006/relationships/slide" Target="slides/slide18.xml"/><Relationship Id="rId26" Type="http://schemas.openxmlformats.org/officeDocument/2006/relationships/slide" Target="slides/slide26.xml"/><Relationship Id="rId3" Type="http://schemas.openxmlformats.org/officeDocument/2006/relationships/slide" Target="slides/slide3.xml"/><Relationship Id="rId21" Type="http://schemas.openxmlformats.org/officeDocument/2006/relationships/slide" Target="slides/slide21.xml"/><Relationship Id="rId7" Type="http://schemas.openxmlformats.org/officeDocument/2006/relationships/slide" Target="slides/slide7.xml"/><Relationship Id="rId12" Type="http://schemas.openxmlformats.org/officeDocument/2006/relationships/slide" Target="slides/slide12.xml"/><Relationship Id="rId17" Type="http://schemas.openxmlformats.org/officeDocument/2006/relationships/slide" Target="slides/slide17.xml"/><Relationship Id="rId25" Type="http://schemas.openxmlformats.org/officeDocument/2006/relationships/slide" Target="slides/slide25.xml"/><Relationship Id="rId2" Type="http://schemas.openxmlformats.org/officeDocument/2006/relationships/slide" Target="slides/slide2.xml"/><Relationship Id="rId16" Type="http://schemas.openxmlformats.org/officeDocument/2006/relationships/slide" Target="slides/slide16.xml"/><Relationship Id="rId20" Type="http://schemas.openxmlformats.org/officeDocument/2006/relationships/slide" Target="slides/slide20.xml"/><Relationship Id="rId29" Type="http://schemas.openxmlformats.org/officeDocument/2006/relationships/slide" Target="slides/slide29.xml"/><Relationship Id="rId1" Type="http://schemas.openxmlformats.org/officeDocument/2006/relationships/slide" Target="slides/slide1.xml"/><Relationship Id="rId6" Type="http://schemas.openxmlformats.org/officeDocument/2006/relationships/slide" Target="slides/slide6.xml"/><Relationship Id="rId11" Type="http://schemas.openxmlformats.org/officeDocument/2006/relationships/slide" Target="slides/slide11.xml"/><Relationship Id="rId24" Type="http://schemas.openxmlformats.org/officeDocument/2006/relationships/slide" Target="slides/slide24.xml"/><Relationship Id="rId5" Type="http://schemas.openxmlformats.org/officeDocument/2006/relationships/slide" Target="slides/slide5.xml"/><Relationship Id="rId15" Type="http://schemas.openxmlformats.org/officeDocument/2006/relationships/slide" Target="slides/slide15.xml"/><Relationship Id="rId23" Type="http://schemas.openxmlformats.org/officeDocument/2006/relationships/slide" Target="slides/slide23.xml"/><Relationship Id="rId28" Type="http://schemas.openxmlformats.org/officeDocument/2006/relationships/slide" Target="slides/slide28.xml"/><Relationship Id="rId10" Type="http://schemas.openxmlformats.org/officeDocument/2006/relationships/slide" Target="slides/slide10.xml"/><Relationship Id="rId19" Type="http://schemas.openxmlformats.org/officeDocument/2006/relationships/slide" Target="slides/slide19.xml"/><Relationship Id="rId4" Type="http://schemas.openxmlformats.org/officeDocument/2006/relationships/slide" Target="slides/slide4.xml"/><Relationship Id="rId9" Type="http://schemas.openxmlformats.org/officeDocument/2006/relationships/slide" Target="slides/slide9.xml"/><Relationship Id="rId14" Type="http://schemas.openxmlformats.org/officeDocument/2006/relationships/slide" Target="slides/slide14.xml"/><Relationship Id="rId22" Type="http://schemas.openxmlformats.org/officeDocument/2006/relationships/slide" Target="slides/slide22.xml"/><Relationship Id="rId27" Type="http://schemas.openxmlformats.org/officeDocument/2006/relationships/slide" Target="slides/slide2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enmacro Hsu" userId="ce0c16d53ddb0f05" providerId="LiveId" clId="{9737E6E1-1AE1-4F87-A968-80341E09D956}"/>
    <pc:docChg chg="undo custSel addSld delSld modSld sldOrd">
      <pc:chgData name="parenmacro Hsu" userId="ce0c16d53ddb0f05" providerId="LiveId" clId="{9737E6E1-1AE1-4F87-A968-80341E09D956}" dt="2019-05-25T07:06:11.155" v="3376" actId="20577"/>
      <pc:docMkLst>
        <pc:docMk/>
      </pc:docMkLst>
      <pc:sldChg chg="modSp">
        <pc:chgData name="parenmacro Hsu" userId="ce0c16d53ddb0f05" providerId="LiveId" clId="{9737E6E1-1AE1-4F87-A968-80341E09D956}" dt="2019-05-25T05:23:33.104" v="162"/>
        <pc:sldMkLst>
          <pc:docMk/>
          <pc:sldMk cId="0" sldId="307"/>
        </pc:sldMkLst>
        <pc:spChg chg="mod">
          <ac:chgData name="parenmacro Hsu" userId="ce0c16d53ddb0f05" providerId="LiveId" clId="{9737E6E1-1AE1-4F87-A968-80341E09D956}" dt="2019-05-25T05:23:33.104" v="162"/>
          <ac:spMkLst>
            <pc:docMk/>
            <pc:sldMk cId="0" sldId="307"/>
            <ac:spMk id="3076" creationId="{6D9ED678-EF65-4E62-9A00-B9F5DC7F87EE}"/>
          </ac:spMkLst>
        </pc:spChg>
      </pc:sldChg>
      <pc:sldChg chg="addSp delSp modSp">
        <pc:chgData name="parenmacro Hsu" userId="ce0c16d53ddb0f05" providerId="LiveId" clId="{9737E6E1-1AE1-4F87-A968-80341E09D956}" dt="2019-05-25T05:36:45.327" v="648" actId="208"/>
        <pc:sldMkLst>
          <pc:docMk/>
          <pc:sldMk cId="0" sldId="309"/>
        </pc:sldMkLst>
        <pc:spChg chg="add mod topLvl">
          <ac:chgData name="parenmacro Hsu" userId="ce0c16d53ddb0f05" providerId="LiveId" clId="{9737E6E1-1AE1-4F87-A968-80341E09D956}" dt="2019-05-25T05:31:00.743" v="535" actId="164"/>
          <ac:spMkLst>
            <pc:docMk/>
            <pc:sldMk cId="0" sldId="309"/>
            <ac:spMk id="6" creationId="{BAFFB2A4-4CC3-4B31-8615-39870AEB3B77}"/>
          </ac:spMkLst>
        </pc:spChg>
        <pc:spChg chg="add mod topLvl">
          <ac:chgData name="parenmacro Hsu" userId="ce0c16d53ddb0f05" providerId="LiveId" clId="{9737E6E1-1AE1-4F87-A968-80341E09D956}" dt="2019-05-25T05:31:00.743" v="535" actId="164"/>
          <ac:spMkLst>
            <pc:docMk/>
            <pc:sldMk cId="0" sldId="309"/>
            <ac:spMk id="9" creationId="{2F9F1976-521A-4BA2-AF8F-30BA3CF1402F}"/>
          </ac:spMkLst>
        </pc:spChg>
        <pc:spChg chg="add mod topLvl">
          <ac:chgData name="parenmacro Hsu" userId="ce0c16d53ddb0f05" providerId="LiveId" clId="{9737E6E1-1AE1-4F87-A968-80341E09D956}" dt="2019-05-25T05:31:00.743" v="535" actId="164"/>
          <ac:spMkLst>
            <pc:docMk/>
            <pc:sldMk cId="0" sldId="309"/>
            <ac:spMk id="10" creationId="{9F6656D6-C382-42C0-822C-BCBC8DC6A55B}"/>
          </ac:spMkLst>
        </pc:spChg>
        <pc:spChg chg="add mod topLvl">
          <ac:chgData name="parenmacro Hsu" userId="ce0c16d53ddb0f05" providerId="LiveId" clId="{9737E6E1-1AE1-4F87-A968-80341E09D956}" dt="2019-05-25T05:31:00.743" v="535" actId="164"/>
          <ac:spMkLst>
            <pc:docMk/>
            <pc:sldMk cId="0" sldId="309"/>
            <ac:spMk id="11" creationId="{03E183A0-4E95-4923-BC7B-23CE23559ABB}"/>
          </ac:spMkLst>
        </pc:spChg>
        <pc:spChg chg="add mod topLvl">
          <ac:chgData name="parenmacro Hsu" userId="ce0c16d53ddb0f05" providerId="LiveId" clId="{9737E6E1-1AE1-4F87-A968-80341E09D956}" dt="2019-05-25T05:31:00.743" v="535" actId="164"/>
          <ac:spMkLst>
            <pc:docMk/>
            <pc:sldMk cId="0" sldId="309"/>
            <ac:spMk id="12" creationId="{493DC039-8A2D-444C-84AB-093A80F9BFDC}"/>
          </ac:spMkLst>
        </pc:spChg>
        <pc:spChg chg="add mod topLvl">
          <ac:chgData name="parenmacro Hsu" userId="ce0c16d53ddb0f05" providerId="LiveId" clId="{9737E6E1-1AE1-4F87-A968-80341E09D956}" dt="2019-05-25T05:31:00.743" v="535" actId="164"/>
          <ac:spMkLst>
            <pc:docMk/>
            <pc:sldMk cId="0" sldId="309"/>
            <ac:spMk id="13" creationId="{FFCDE28F-0AF9-489F-B2AA-6BF2C50473CE}"/>
          </ac:spMkLst>
        </pc:spChg>
        <pc:spChg chg="add mod">
          <ac:chgData name="parenmacro Hsu" userId="ce0c16d53ddb0f05" providerId="LiveId" clId="{9737E6E1-1AE1-4F87-A968-80341E09D956}" dt="2019-05-25T05:31:46.532" v="544" actId="14100"/>
          <ac:spMkLst>
            <pc:docMk/>
            <pc:sldMk cId="0" sldId="309"/>
            <ac:spMk id="24" creationId="{DA7A8CED-50B9-488F-9B0A-5DCEA9EB4C89}"/>
          </ac:spMkLst>
        </pc:spChg>
        <pc:spChg chg="add mod">
          <ac:chgData name="parenmacro Hsu" userId="ce0c16d53ddb0f05" providerId="LiveId" clId="{9737E6E1-1AE1-4F87-A968-80341E09D956}" dt="2019-05-25T05:31:00.743" v="535" actId="164"/>
          <ac:spMkLst>
            <pc:docMk/>
            <pc:sldMk cId="0" sldId="309"/>
            <ac:spMk id="25" creationId="{D42F79CB-43CF-4AA2-BF0C-0B031994AC3E}"/>
          </ac:spMkLst>
        </pc:spChg>
        <pc:spChg chg="add mod">
          <ac:chgData name="parenmacro Hsu" userId="ce0c16d53ddb0f05" providerId="LiveId" clId="{9737E6E1-1AE1-4F87-A968-80341E09D956}" dt="2019-05-25T05:31:00.743" v="535" actId="164"/>
          <ac:spMkLst>
            <pc:docMk/>
            <pc:sldMk cId="0" sldId="309"/>
            <ac:spMk id="27" creationId="{BBF67504-BF1B-49CC-82D0-70F47C05DF2E}"/>
          </ac:spMkLst>
        </pc:spChg>
        <pc:spChg chg="add mod">
          <ac:chgData name="parenmacro Hsu" userId="ce0c16d53ddb0f05" providerId="LiveId" clId="{9737E6E1-1AE1-4F87-A968-80341E09D956}" dt="2019-05-25T05:31:00.743" v="535" actId="164"/>
          <ac:spMkLst>
            <pc:docMk/>
            <pc:sldMk cId="0" sldId="309"/>
            <ac:spMk id="29" creationId="{2CC42182-82E5-4FFF-935F-9E86E3D0CFF2}"/>
          </ac:spMkLst>
        </pc:spChg>
        <pc:spChg chg="add mod">
          <ac:chgData name="parenmacro Hsu" userId="ce0c16d53ddb0f05" providerId="LiveId" clId="{9737E6E1-1AE1-4F87-A968-80341E09D956}" dt="2019-05-25T05:34:29.731" v="574" actId="207"/>
          <ac:spMkLst>
            <pc:docMk/>
            <pc:sldMk cId="0" sldId="309"/>
            <ac:spMk id="4096" creationId="{168D28C8-5E1F-4D9C-80B9-B43348ACC8AD}"/>
          </ac:spMkLst>
        </pc:spChg>
        <pc:spChg chg="mod">
          <ac:chgData name="parenmacro Hsu" userId="ce0c16d53ddb0f05" providerId="LiveId" clId="{9737E6E1-1AE1-4F87-A968-80341E09D956}" dt="2019-05-25T05:36:34.159" v="645"/>
          <ac:spMkLst>
            <pc:docMk/>
            <pc:sldMk cId="0" sldId="309"/>
            <ac:spMk id="4099" creationId="{F6668F4C-F8B7-438B-9B85-CE42A765A33C}"/>
          </ac:spMkLst>
        </pc:spChg>
        <pc:grpChg chg="add del mod">
          <ac:chgData name="parenmacro Hsu" userId="ce0c16d53ddb0f05" providerId="LiveId" clId="{9737E6E1-1AE1-4F87-A968-80341E09D956}" dt="2019-05-25T05:30:45.267" v="527" actId="165"/>
          <ac:grpSpMkLst>
            <pc:docMk/>
            <pc:sldMk cId="0" sldId="309"/>
            <ac:grpSpMk id="7" creationId="{9CC381AA-BA2A-4A0D-B71A-591830E88DD6}"/>
          </ac:grpSpMkLst>
        </pc:grpChg>
        <pc:grpChg chg="add mod">
          <ac:chgData name="parenmacro Hsu" userId="ce0c16d53ddb0f05" providerId="LiveId" clId="{9737E6E1-1AE1-4F87-A968-80341E09D956}" dt="2019-05-25T05:31:03.605" v="536" actId="1076"/>
          <ac:grpSpMkLst>
            <pc:docMk/>
            <pc:sldMk cId="0" sldId="309"/>
            <ac:grpSpMk id="23" creationId="{CA013623-4F35-4985-93AD-31EC84AC8552}"/>
          </ac:grpSpMkLst>
        </pc:grpChg>
        <pc:cxnChg chg="add mod topLvl">
          <ac:chgData name="parenmacro Hsu" userId="ce0c16d53ddb0f05" providerId="LiveId" clId="{9737E6E1-1AE1-4F87-A968-80341E09D956}" dt="2019-05-25T05:31:00.743" v="535" actId="164"/>
          <ac:cxnSpMkLst>
            <pc:docMk/>
            <pc:sldMk cId="0" sldId="309"/>
            <ac:cxnSpMk id="3" creationId="{794D08D0-E863-4EFC-83F1-A246124F2830}"/>
          </ac:cxnSpMkLst>
        </pc:cxnChg>
        <pc:cxnChg chg="add mod topLvl">
          <ac:chgData name="parenmacro Hsu" userId="ce0c16d53ddb0f05" providerId="LiveId" clId="{9737E6E1-1AE1-4F87-A968-80341E09D956}" dt="2019-05-25T05:31:00.743" v="535" actId="164"/>
          <ac:cxnSpMkLst>
            <pc:docMk/>
            <pc:sldMk cId="0" sldId="309"/>
            <ac:cxnSpMk id="5" creationId="{944C41FC-8011-4F8A-9E63-10B1FF531F00}"/>
          </ac:cxnSpMkLst>
        </pc:cxnChg>
        <pc:cxnChg chg="add mod topLvl">
          <ac:chgData name="parenmacro Hsu" userId="ce0c16d53ddb0f05" providerId="LiveId" clId="{9737E6E1-1AE1-4F87-A968-80341E09D956}" dt="2019-05-25T05:31:00.743" v="535" actId="164"/>
          <ac:cxnSpMkLst>
            <pc:docMk/>
            <pc:sldMk cId="0" sldId="309"/>
            <ac:cxnSpMk id="14" creationId="{53F9E12F-4900-47BF-B65E-D4CCE32E8A2C}"/>
          </ac:cxnSpMkLst>
        </pc:cxnChg>
        <pc:cxnChg chg="add mod topLvl">
          <ac:chgData name="parenmacro Hsu" userId="ce0c16d53ddb0f05" providerId="LiveId" clId="{9737E6E1-1AE1-4F87-A968-80341E09D956}" dt="2019-05-25T05:31:00.743" v="535" actId="164"/>
          <ac:cxnSpMkLst>
            <pc:docMk/>
            <pc:sldMk cId="0" sldId="309"/>
            <ac:cxnSpMk id="15" creationId="{571779C7-2E9A-4E35-BFE8-8C1AFC2EEB21}"/>
          </ac:cxnSpMkLst>
        </pc:cxnChg>
        <pc:cxnChg chg="add mod topLvl">
          <ac:chgData name="parenmacro Hsu" userId="ce0c16d53ddb0f05" providerId="LiveId" clId="{9737E6E1-1AE1-4F87-A968-80341E09D956}" dt="2019-05-25T05:31:00.743" v="535" actId="164"/>
          <ac:cxnSpMkLst>
            <pc:docMk/>
            <pc:sldMk cId="0" sldId="309"/>
            <ac:cxnSpMk id="16" creationId="{1963AAB4-C9D9-4184-A398-47FA22AC49E8}"/>
          </ac:cxnSpMkLst>
        </pc:cxnChg>
        <pc:cxnChg chg="add mod topLvl">
          <ac:chgData name="parenmacro Hsu" userId="ce0c16d53ddb0f05" providerId="LiveId" clId="{9737E6E1-1AE1-4F87-A968-80341E09D956}" dt="2019-05-25T05:31:00.743" v="535" actId="164"/>
          <ac:cxnSpMkLst>
            <pc:docMk/>
            <pc:sldMk cId="0" sldId="309"/>
            <ac:cxnSpMk id="17" creationId="{FA2262E7-19AC-4671-B4CB-947D15859DD2}"/>
          </ac:cxnSpMkLst>
        </pc:cxnChg>
        <pc:cxnChg chg="add mod topLvl">
          <ac:chgData name="parenmacro Hsu" userId="ce0c16d53ddb0f05" providerId="LiveId" clId="{9737E6E1-1AE1-4F87-A968-80341E09D956}" dt="2019-05-25T05:31:00.743" v="535" actId="164"/>
          <ac:cxnSpMkLst>
            <pc:docMk/>
            <pc:sldMk cId="0" sldId="309"/>
            <ac:cxnSpMk id="18" creationId="{BBE82EAE-5C63-41A6-AB75-92428EE95ED1}"/>
          </ac:cxnSpMkLst>
        </pc:cxnChg>
        <pc:cxnChg chg="add mod">
          <ac:chgData name="parenmacro Hsu" userId="ce0c16d53ddb0f05" providerId="LiveId" clId="{9737E6E1-1AE1-4F87-A968-80341E09D956}" dt="2019-05-25T05:31:00.743" v="535" actId="164"/>
          <ac:cxnSpMkLst>
            <pc:docMk/>
            <pc:sldMk cId="0" sldId="309"/>
            <ac:cxnSpMk id="19" creationId="{F1AD3F55-BA4E-45E2-BE78-4CC88EF1C1F2}"/>
          </ac:cxnSpMkLst>
        </pc:cxnChg>
        <pc:cxnChg chg="add mod">
          <ac:chgData name="parenmacro Hsu" userId="ce0c16d53ddb0f05" providerId="LiveId" clId="{9737E6E1-1AE1-4F87-A968-80341E09D956}" dt="2019-05-25T05:31:00.743" v="535" actId="164"/>
          <ac:cxnSpMkLst>
            <pc:docMk/>
            <pc:sldMk cId="0" sldId="309"/>
            <ac:cxnSpMk id="21" creationId="{98776F04-6800-47A4-8DBF-66B975DCA7D1}"/>
          </ac:cxnSpMkLst>
        </pc:cxnChg>
        <pc:cxnChg chg="add mod">
          <ac:chgData name="parenmacro Hsu" userId="ce0c16d53ddb0f05" providerId="LiveId" clId="{9737E6E1-1AE1-4F87-A968-80341E09D956}" dt="2019-05-25T05:31:00.743" v="535" actId="164"/>
          <ac:cxnSpMkLst>
            <pc:docMk/>
            <pc:sldMk cId="0" sldId="309"/>
            <ac:cxnSpMk id="26" creationId="{09A2666F-78E3-400A-A6D5-0EABA9AFF04E}"/>
          </ac:cxnSpMkLst>
        </pc:cxnChg>
        <pc:cxnChg chg="add mod">
          <ac:chgData name="parenmacro Hsu" userId="ce0c16d53ddb0f05" providerId="LiveId" clId="{9737E6E1-1AE1-4F87-A968-80341E09D956}" dt="2019-05-25T05:31:00.743" v="535" actId="164"/>
          <ac:cxnSpMkLst>
            <pc:docMk/>
            <pc:sldMk cId="0" sldId="309"/>
            <ac:cxnSpMk id="28" creationId="{A61CF3DC-6058-4B14-87EE-6F4FDB633DCE}"/>
          </ac:cxnSpMkLst>
        </pc:cxnChg>
        <pc:cxnChg chg="add mod">
          <ac:chgData name="parenmacro Hsu" userId="ce0c16d53ddb0f05" providerId="LiveId" clId="{9737E6E1-1AE1-4F87-A968-80341E09D956}" dt="2019-05-25T05:34:16.792" v="569" actId="1582"/>
          <ac:cxnSpMkLst>
            <pc:docMk/>
            <pc:sldMk cId="0" sldId="309"/>
            <ac:cxnSpMk id="31" creationId="{8FCE49B7-63CB-4FCB-AA2A-F0340038393E}"/>
          </ac:cxnSpMkLst>
        </pc:cxnChg>
        <pc:cxnChg chg="add mod">
          <ac:chgData name="parenmacro Hsu" userId="ce0c16d53ddb0f05" providerId="LiveId" clId="{9737E6E1-1AE1-4F87-A968-80341E09D956}" dt="2019-05-25T05:36:45.327" v="648" actId="208"/>
          <ac:cxnSpMkLst>
            <pc:docMk/>
            <pc:sldMk cId="0" sldId="309"/>
            <ac:cxnSpMk id="4100" creationId="{CD53A0AD-6DB0-4BD2-A1EE-26AABD7725BF}"/>
          </ac:cxnSpMkLst>
        </pc:cxnChg>
      </pc:sldChg>
      <pc:sldChg chg="addSp delSp modSp add del ord">
        <pc:chgData name="parenmacro Hsu" userId="ce0c16d53ddb0f05" providerId="LiveId" clId="{9737E6E1-1AE1-4F87-A968-80341E09D956}" dt="2019-05-25T07:03:33.491" v="3299"/>
        <pc:sldMkLst>
          <pc:docMk/>
          <pc:sldMk cId="4288363504" sldId="310"/>
        </pc:sldMkLst>
        <pc:spChg chg="add del mod">
          <ac:chgData name="parenmacro Hsu" userId="ce0c16d53ddb0f05" providerId="LiveId" clId="{9737E6E1-1AE1-4F87-A968-80341E09D956}" dt="2019-05-25T06:23:37.524" v="1443"/>
          <ac:spMkLst>
            <pc:docMk/>
            <pc:sldMk cId="4288363504" sldId="310"/>
            <ac:spMk id="2" creationId="{87ADED2A-D843-4795-A682-1021815AFFE7}"/>
          </ac:spMkLst>
        </pc:spChg>
        <pc:spChg chg="add mod">
          <ac:chgData name="parenmacro Hsu" userId="ce0c16d53ddb0f05" providerId="LiveId" clId="{9737E6E1-1AE1-4F87-A968-80341E09D956}" dt="2019-05-25T06:27:07.361" v="2023" actId="404"/>
          <ac:spMkLst>
            <pc:docMk/>
            <pc:sldMk cId="4288363504" sldId="310"/>
            <ac:spMk id="5" creationId="{A375F912-2758-4E55-9F6D-57C309DDE4D5}"/>
          </ac:spMkLst>
        </pc:spChg>
        <pc:spChg chg="add mod">
          <ac:chgData name="parenmacro Hsu" userId="ce0c16d53ddb0f05" providerId="LiveId" clId="{9737E6E1-1AE1-4F87-A968-80341E09D956}" dt="2019-05-25T06:27:07.361" v="2023" actId="404"/>
          <ac:spMkLst>
            <pc:docMk/>
            <pc:sldMk cId="4288363504" sldId="310"/>
            <ac:spMk id="6" creationId="{166C9FD8-1E21-4ED4-9BC5-E006C7520A2E}"/>
          </ac:spMkLst>
        </pc:spChg>
        <pc:spChg chg="add mod">
          <ac:chgData name="parenmacro Hsu" userId="ce0c16d53ddb0f05" providerId="LiveId" clId="{9737E6E1-1AE1-4F87-A968-80341E09D956}" dt="2019-05-25T06:27:07.361" v="2023" actId="404"/>
          <ac:spMkLst>
            <pc:docMk/>
            <pc:sldMk cId="4288363504" sldId="310"/>
            <ac:spMk id="7" creationId="{35F45D86-1817-415E-A321-B3096DB5FC02}"/>
          </ac:spMkLst>
        </pc:spChg>
        <pc:spChg chg="add mod">
          <ac:chgData name="parenmacro Hsu" userId="ce0c16d53ddb0f05" providerId="LiveId" clId="{9737E6E1-1AE1-4F87-A968-80341E09D956}" dt="2019-05-25T06:27:07.361" v="2023" actId="404"/>
          <ac:spMkLst>
            <pc:docMk/>
            <pc:sldMk cId="4288363504" sldId="310"/>
            <ac:spMk id="8" creationId="{5591545C-7363-4BE9-A907-AD6B85451F52}"/>
          </ac:spMkLst>
        </pc:spChg>
        <pc:spChg chg="add mod">
          <ac:chgData name="parenmacro Hsu" userId="ce0c16d53ddb0f05" providerId="LiveId" clId="{9737E6E1-1AE1-4F87-A968-80341E09D956}" dt="2019-05-25T06:27:07.361" v="2023" actId="404"/>
          <ac:spMkLst>
            <pc:docMk/>
            <pc:sldMk cId="4288363504" sldId="310"/>
            <ac:spMk id="9" creationId="{9055F030-9219-421C-8B27-CAF3273C4588}"/>
          </ac:spMkLst>
        </pc:spChg>
        <pc:spChg chg="add mod">
          <ac:chgData name="parenmacro Hsu" userId="ce0c16d53ddb0f05" providerId="LiveId" clId="{9737E6E1-1AE1-4F87-A968-80341E09D956}" dt="2019-05-25T06:27:07.361" v="2023" actId="404"/>
          <ac:spMkLst>
            <pc:docMk/>
            <pc:sldMk cId="4288363504" sldId="310"/>
            <ac:spMk id="10" creationId="{3F1540CD-91C5-4F4C-A834-417B29E1001A}"/>
          </ac:spMkLst>
        </pc:spChg>
        <pc:spChg chg="add mod">
          <ac:chgData name="parenmacro Hsu" userId="ce0c16d53ddb0f05" providerId="LiveId" clId="{9737E6E1-1AE1-4F87-A968-80341E09D956}" dt="2019-05-25T06:27:07.361" v="2023" actId="404"/>
          <ac:spMkLst>
            <pc:docMk/>
            <pc:sldMk cId="4288363504" sldId="310"/>
            <ac:spMk id="11" creationId="{D4AE54B5-4CCE-475F-A095-B90706A40277}"/>
          </ac:spMkLst>
        </pc:spChg>
        <pc:spChg chg="add mod">
          <ac:chgData name="parenmacro Hsu" userId="ce0c16d53ddb0f05" providerId="LiveId" clId="{9737E6E1-1AE1-4F87-A968-80341E09D956}" dt="2019-05-25T06:27:07.361" v="2023" actId="404"/>
          <ac:spMkLst>
            <pc:docMk/>
            <pc:sldMk cId="4288363504" sldId="310"/>
            <ac:spMk id="18" creationId="{8CF03E03-5B53-40D3-9C63-F1A4ECC3C6CF}"/>
          </ac:spMkLst>
        </pc:spChg>
        <pc:spChg chg="add mod">
          <ac:chgData name="parenmacro Hsu" userId="ce0c16d53ddb0f05" providerId="LiveId" clId="{9737E6E1-1AE1-4F87-A968-80341E09D956}" dt="2019-05-25T06:27:07.361" v="2023" actId="404"/>
          <ac:spMkLst>
            <pc:docMk/>
            <pc:sldMk cId="4288363504" sldId="310"/>
            <ac:spMk id="19" creationId="{47239AD3-64D7-4417-8F86-3F6E0B2E4C16}"/>
          </ac:spMkLst>
        </pc:spChg>
        <pc:spChg chg="add mod">
          <ac:chgData name="parenmacro Hsu" userId="ce0c16d53ddb0f05" providerId="LiveId" clId="{9737E6E1-1AE1-4F87-A968-80341E09D956}" dt="2019-05-25T06:27:07.361" v="2023" actId="404"/>
          <ac:spMkLst>
            <pc:docMk/>
            <pc:sldMk cId="4288363504" sldId="310"/>
            <ac:spMk id="20" creationId="{909C72B6-B3B2-4291-8B22-F5F57A6936E9}"/>
          </ac:spMkLst>
        </pc:spChg>
        <pc:spChg chg="add mod">
          <ac:chgData name="parenmacro Hsu" userId="ce0c16d53ddb0f05" providerId="LiveId" clId="{9737E6E1-1AE1-4F87-A968-80341E09D956}" dt="2019-05-25T06:27:07.361" v="2023" actId="404"/>
          <ac:spMkLst>
            <pc:docMk/>
            <pc:sldMk cId="4288363504" sldId="310"/>
            <ac:spMk id="21" creationId="{87132CFB-0036-4B95-AEBF-D5F08EF2441D}"/>
          </ac:spMkLst>
        </pc:spChg>
        <pc:spChg chg="add mod">
          <ac:chgData name="parenmacro Hsu" userId="ce0c16d53ddb0f05" providerId="LiveId" clId="{9737E6E1-1AE1-4F87-A968-80341E09D956}" dt="2019-05-25T06:27:07.361" v="2023" actId="404"/>
          <ac:spMkLst>
            <pc:docMk/>
            <pc:sldMk cId="4288363504" sldId="310"/>
            <ac:spMk id="22" creationId="{39E4B708-02A1-4AA8-8559-75A35314A9C0}"/>
          </ac:spMkLst>
        </pc:spChg>
        <pc:spChg chg="add mod">
          <ac:chgData name="parenmacro Hsu" userId="ce0c16d53ddb0f05" providerId="LiveId" clId="{9737E6E1-1AE1-4F87-A968-80341E09D956}" dt="2019-05-25T06:27:07.361" v="2023" actId="404"/>
          <ac:spMkLst>
            <pc:docMk/>
            <pc:sldMk cId="4288363504" sldId="310"/>
            <ac:spMk id="23" creationId="{769C7427-695E-49DB-A2C8-8095455656C6}"/>
          </ac:spMkLst>
        </pc:spChg>
        <pc:spChg chg="add del mod">
          <ac:chgData name="parenmacro Hsu" userId="ce0c16d53ddb0f05" providerId="LiveId" clId="{9737E6E1-1AE1-4F87-A968-80341E09D956}" dt="2019-05-25T06:34:09.270" v="2431" actId="478"/>
          <ac:spMkLst>
            <pc:docMk/>
            <pc:sldMk cId="4288363504" sldId="310"/>
            <ac:spMk id="24" creationId="{776A7C0B-A410-4BE2-A8A9-FEB50D8ECC80}"/>
          </ac:spMkLst>
        </pc:spChg>
        <pc:spChg chg="add mod">
          <ac:chgData name="parenmacro Hsu" userId="ce0c16d53ddb0f05" providerId="LiveId" clId="{9737E6E1-1AE1-4F87-A968-80341E09D956}" dt="2019-05-25T06:27:50.246" v="2041" actId="571"/>
          <ac:spMkLst>
            <pc:docMk/>
            <pc:sldMk cId="4288363504" sldId="310"/>
            <ac:spMk id="25" creationId="{34AF1335-57BA-49E5-8D53-B096AE66BA68}"/>
          </ac:spMkLst>
        </pc:spChg>
        <pc:spChg chg="add del mod">
          <ac:chgData name="parenmacro Hsu" userId="ce0c16d53ddb0f05" providerId="LiveId" clId="{9737E6E1-1AE1-4F87-A968-80341E09D956}" dt="2019-05-25T06:27:49.423" v="2039"/>
          <ac:spMkLst>
            <pc:docMk/>
            <pc:sldMk cId="4288363504" sldId="310"/>
            <ac:spMk id="26" creationId="{7CF001AE-64E2-48DE-B0EF-E7F4A9168EC6}"/>
          </ac:spMkLst>
        </pc:spChg>
        <pc:spChg chg="add del mod">
          <ac:chgData name="parenmacro Hsu" userId="ce0c16d53ddb0f05" providerId="LiveId" clId="{9737E6E1-1AE1-4F87-A968-80341E09D956}" dt="2019-05-25T06:27:49.423" v="2039"/>
          <ac:spMkLst>
            <pc:docMk/>
            <pc:sldMk cId="4288363504" sldId="310"/>
            <ac:spMk id="27" creationId="{9B543178-8397-407B-926E-37FDF855C9A4}"/>
          </ac:spMkLst>
        </pc:spChg>
        <pc:spChg chg="add del mod">
          <ac:chgData name="parenmacro Hsu" userId="ce0c16d53ddb0f05" providerId="LiveId" clId="{9737E6E1-1AE1-4F87-A968-80341E09D956}" dt="2019-05-25T06:27:49.423" v="2039"/>
          <ac:spMkLst>
            <pc:docMk/>
            <pc:sldMk cId="4288363504" sldId="310"/>
            <ac:spMk id="28" creationId="{F1F5C7D2-14F1-4B0E-8DA9-980729A416AF}"/>
          </ac:spMkLst>
        </pc:spChg>
        <pc:spChg chg="add del mod">
          <ac:chgData name="parenmacro Hsu" userId="ce0c16d53ddb0f05" providerId="LiveId" clId="{9737E6E1-1AE1-4F87-A968-80341E09D956}" dt="2019-05-25T06:27:49.423" v="2039"/>
          <ac:spMkLst>
            <pc:docMk/>
            <pc:sldMk cId="4288363504" sldId="310"/>
            <ac:spMk id="29" creationId="{51A69008-5FDA-4592-BD30-22631A6117AD}"/>
          </ac:spMkLst>
        </pc:spChg>
        <pc:spChg chg="add del mod">
          <ac:chgData name="parenmacro Hsu" userId="ce0c16d53ddb0f05" providerId="LiveId" clId="{9737E6E1-1AE1-4F87-A968-80341E09D956}" dt="2019-05-25T06:27:49.423" v="2039"/>
          <ac:spMkLst>
            <pc:docMk/>
            <pc:sldMk cId="4288363504" sldId="310"/>
            <ac:spMk id="30" creationId="{9A78D43C-11BB-41C6-A15C-0A83E848BB1A}"/>
          </ac:spMkLst>
        </pc:spChg>
        <pc:spChg chg="add del mod">
          <ac:chgData name="parenmacro Hsu" userId="ce0c16d53ddb0f05" providerId="LiveId" clId="{9737E6E1-1AE1-4F87-A968-80341E09D956}" dt="2019-05-25T06:27:49.423" v="2039"/>
          <ac:spMkLst>
            <pc:docMk/>
            <pc:sldMk cId="4288363504" sldId="310"/>
            <ac:spMk id="31" creationId="{ABCCF42A-F7F2-4455-B5FB-82AB1C4AE8FA}"/>
          </ac:spMkLst>
        </pc:spChg>
        <pc:spChg chg="add del mod">
          <ac:chgData name="parenmacro Hsu" userId="ce0c16d53ddb0f05" providerId="LiveId" clId="{9737E6E1-1AE1-4F87-A968-80341E09D956}" dt="2019-05-25T06:27:49.423" v="2039"/>
          <ac:spMkLst>
            <pc:docMk/>
            <pc:sldMk cId="4288363504" sldId="310"/>
            <ac:spMk id="32" creationId="{0E6472BD-5BBC-4660-8EAE-3F661671AA2F}"/>
          </ac:spMkLst>
        </pc:spChg>
        <pc:spChg chg="add del mod">
          <ac:chgData name="parenmacro Hsu" userId="ce0c16d53ddb0f05" providerId="LiveId" clId="{9737E6E1-1AE1-4F87-A968-80341E09D956}" dt="2019-05-25T06:27:49.423" v="2039"/>
          <ac:spMkLst>
            <pc:docMk/>
            <pc:sldMk cId="4288363504" sldId="310"/>
            <ac:spMk id="40" creationId="{102FB4AA-F279-4CF8-BFD9-B7A8C75D71E6}"/>
          </ac:spMkLst>
        </pc:spChg>
        <pc:spChg chg="add del mod">
          <ac:chgData name="parenmacro Hsu" userId="ce0c16d53ddb0f05" providerId="LiveId" clId="{9737E6E1-1AE1-4F87-A968-80341E09D956}" dt="2019-05-25T06:27:49.423" v="2039"/>
          <ac:spMkLst>
            <pc:docMk/>
            <pc:sldMk cId="4288363504" sldId="310"/>
            <ac:spMk id="41" creationId="{DC3AFEF1-6D90-4CE9-893C-CD0D57AF3863}"/>
          </ac:spMkLst>
        </pc:spChg>
        <pc:spChg chg="add del mod">
          <ac:chgData name="parenmacro Hsu" userId="ce0c16d53ddb0f05" providerId="LiveId" clId="{9737E6E1-1AE1-4F87-A968-80341E09D956}" dt="2019-05-25T06:27:49.423" v="2039"/>
          <ac:spMkLst>
            <pc:docMk/>
            <pc:sldMk cId="4288363504" sldId="310"/>
            <ac:spMk id="42" creationId="{46070F4B-3F63-44ED-83B8-684C5E94670D}"/>
          </ac:spMkLst>
        </pc:spChg>
        <pc:spChg chg="add del mod">
          <ac:chgData name="parenmacro Hsu" userId="ce0c16d53ddb0f05" providerId="LiveId" clId="{9737E6E1-1AE1-4F87-A968-80341E09D956}" dt="2019-05-25T06:27:49.423" v="2039"/>
          <ac:spMkLst>
            <pc:docMk/>
            <pc:sldMk cId="4288363504" sldId="310"/>
            <ac:spMk id="43" creationId="{3245C178-044F-44FF-AC3D-762ECF3A5E4A}"/>
          </ac:spMkLst>
        </pc:spChg>
        <pc:spChg chg="add del mod">
          <ac:chgData name="parenmacro Hsu" userId="ce0c16d53ddb0f05" providerId="LiveId" clId="{9737E6E1-1AE1-4F87-A968-80341E09D956}" dt="2019-05-25T06:27:49.423" v="2039"/>
          <ac:spMkLst>
            <pc:docMk/>
            <pc:sldMk cId="4288363504" sldId="310"/>
            <ac:spMk id="44" creationId="{9CE521CD-5208-4E9F-A685-6AA5601EB332}"/>
          </ac:spMkLst>
        </pc:spChg>
        <pc:spChg chg="add del mod">
          <ac:chgData name="parenmacro Hsu" userId="ce0c16d53ddb0f05" providerId="LiveId" clId="{9737E6E1-1AE1-4F87-A968-80341E09D956}" dt="2019-05-25T06:27:49.423" v="2039"/>
          <ac:spMkLst>
            <pc:docMk/>
            <pc:sldMk cId="4288363504" sldId="310"/>
            <ac:spMk id="45" creationId="{C1FD15E2-F6DE-4B88-ACC4-4B869F8BF942}"/>
          </ac:spMkLst>
        </pc:spChg>
        <pc:spChg chg="del mod topLvl">
          <ac:chgData name="parenmacro Hsu" userId="ce0c16d53ddb0f05" providerId="LiveId" clId="{9737E6E1-1AE1-4F87-A968-80341E09D956}" dt="2019-05-25T06:34:09.270" v="2431" actId="478"/>
          <ac:spMkLst>
            <pc:docMk/>
            <pc:sldMk cId="4288363504" sldId="310"/>
            <ac:spMk id="48" creationId="{8D79BC31-C5B9-46A7-B311-20AE97BE396D}"/>
          </ac:spMkLst>
        </pc:spChg>
        <pc:spChg chg="del mod topLvl">
          <ac:chgData name="parenmacro Hsu" userId="ce0c16d53ddb0f05" providerId="LiveId" clId="{9737E6E1-1AE1-4F87-A968-80341E09D956}" dt="2019-05-25T06:34:09.270" v="2431" actId="478"/>
          <ac:spMkLst>
            <pc:docMk/>
            <pc:sldMk cId="4288363504" sldId="310"/>
            <ac:spMk id="49" creationId="{62B21BA4-9DB4-4624-AAE5-AC047577C29C}"/>
          </ac:spMkLst>
        </pc:spChg>
        <pc:spChg chg="del mod topLvl">
          <ac:chgData name="parenmacro Hsu" userId="ce0c16d53ddb0f05" providerId="LiveId" clId="{9737E6E1-1AE1-4F87-A968-80341E09D956}" dt="2019-05-25T06:34:09.270" v="2431" actId="478"/>
          <ac:spMkLst>
            <pc:docMk/>
            <pc:sldMk cId="4288363504" sldId="310"/>
            <ac:spMk id="50" creationId="{6BBF56D7-F52D-4976-B77F-22E7A6277200}"/>
          </ac:spMkLst>
        </pc:spChg>
        <pc:spChg chg="del mod topLvl">
          <ac:chgData name="parenmacro Hsu" userId="ce0c16d53ddb0f05" providerId="LiveId" clId="{9737E6E1-1AE1-4F87-A968-80341E09D956}" dt="2019-05-25T06:34:09.270" v="2431" actId="478"/>
          <ac:spMkLst>
            <pc:docMk/>
            <pc:sldMk cId="4288363504" sldId="310"/>
            <ac:spMk id="51" creationId="{46A7E289-51E2-44BA-A058-6C1DD386616A}"/>
          </ac:spMkLst>
        </pc:spChg>
        <pc:spChg chg="del mod topLvl">
          <ac:chgData name="parenmacro Hsu" userId="ce0c16d53ddb0f05" providerId="LiveId" clId="{9737E6E1-1AE1-4F87-A968-80341E09D956}" dt="2019-05-25T06:34:09.270" v="2431" actId="478"/>
          <ac:spMkLst>
            <pc:docMk/>
            <pc:sldMk cId="4288363504" sldId="310"/>
            <ac:spMk id="52" creationId="{8E8F9231-5A4F-4192-AA56-1DCDB71F23E9}"/>
          </ac:spMkLst>
        </pc:spChg>
        <pc:spChg chg="del mod topLvl">
          <ac:chgData name="parenmacro Hsu" userId="ce0c16d53ddb0f05" providerId="LiveId" clId="{9737E6E1-1AE1-4F87-A968-80341E09D956}" dt="2019-05-25T06:34:09.270" v="2431" actId="478"/>
          <ac:spMkLst>
            <pc:docMk/>
            <pc:sldMk cId="4288363504" sldId="310"/>
            <ac:spMk id="53" creationId="{5FE734A5-C561-40F8-AB72-9709078DA4AB}"/>
          </ac:spMkLst>
        </pc:spChg>
        <pc:spChg chg="del mod topLvl">
          <ac:chgData name="parenmacro Hsu" userId="ce0c16d53ddb0f05" providerId="LiveId" clId="{9737E6E1-1AE1-4F87-A968-80341E09D956}" dt="2019-05-25T06:34:09.270" v="2431" actId="478"/>
          <ac:spMkLst>
            <pc:docMk/>
            <pc:sldMk cId="4288363504" sldId="310"/>
            <ac:spMk id="54" creationId="{3B534838-FCED-4CE6-BC6D-D82B1B41D416}"/>
          </ac:spMkLst>
        </pc:spChg>
        <pc:spChg chg="del mod topLvl">
          <ac:chgData name="parenmacro Hsu" userId="ce0c16d53ddb0f05" providerId="LiveId" clId="{9737E6E1-1AE1-4F87-A968-80341E09D956}" dt="2019-05-25T06:34:09.270" v="2431" actId="478"/>
          <ac:spMkLst>
            <pc:docMk/>
            <pc:sldMk cId="4288363504" sldId="310"/>
            <ac:spMk id="62" creationId="{8AC8584C-A3E7-4E23-86AC-BE53C6DBCAEA}"/>
          </ac:spMkLst>
        </pc:spChg>
        <pc:spChg chg="del mod topLvl">
          <ac:chgData name="parenmacro Hsu" userId="ce0c16d53ddb0f05" providerId="LiveId" clId="{9737E6E1-1AE1-4F87-A968-80341E09D956}" dt="2019-05-25T06:34:09.270" v="2431" actId="478"/>
          <ac:spMkLst>
            <pc:docMk/>
            <pc:sldMk cId="4288363504" sldId="310"/>
            <ac:spMk id="63" creationId="{D20E45C5-A3A1-4C42-A378-5750B75CD10D}"/>
          </ac:spMkLst>
        </pc:spChg>
        <pc:spChg chg="del mod topLvl">
          <ac:chgData name="parenmacro Hsu" userId="ce0c16d53ddb0f05" providerId="LiveId" clId="{9737E6E1-1AE1-4F87-A968-80341E09D956}" dt="2019-05-25T06:34:09.270" v="2431" actId="478"/>
          <ac:spMkLst>
            <pc:docMk/>
            <pc:sldMk cId="4288363504" sldId="310"/>
            <ac:spMk id="64" creationId="{6BC54CB8-D54E-457A-82F2-EBF8F04322E9}"/>
          </ac:spMkLst>
        </pc:spChg>
        <pc:spChg chg="del mod topLvl">
          <ac:chgData name="parenmacro Hsu" userId="ce0c16d53ddb0f05" providerId="LiveId" clId="{9737E6E1-1AE1-4F87-A968-80341E09D956}" dt="2019-05-25T06:34:09.270" v="2431" actId="478"/>
          <ac:spMkLst>
            <pc:docMk/>
            <pc:sldMk cId="4288363504" sldId="310"/>
            <ac:spMk id="65" creationId="{30CF1BD9-3A6E-4067-8138-14A4A8A024B7}"/>
          </ac:spMkLst>
        </pc:spChg>
        <pc:spChg chg="del mod topLvl">
          <ac:chgData name="parenmacro Hsu" userId="ce0c16d53ddb0f05" providerId="LiveId" clId="{9737E6E1-1AE1-4F87-A968-80341E09D956}" dt="2019-05-25T06:34:09.270" v="2431" actId="478"/>
          <ac:spMkLst>
            <pc:docMk/>
            <pc:sldMk cId="4288363504" sldId="310"/>
            <ac:spMk id="66" creationId="{4DFD529E-BF7F-4E2E-AC89-4884E7D89B64}"/>
          </ac:spMkLst>
        </pc:spChg>
        <pc:spChg chg="del mod topLvl">
          <ac:chgData name="parenmacro Hsu" userId="ce0c16d53ddb0f05" providerId="LiveId" clId="{9737E6E1-1AE1-4F87-A968-80341E09D956}" dt="2019-05-25T06:34:09.270" v="2431" actId="478"/>
          <ac:spMkLst>
            <pc:docMk/>
            <pc:sldMk cId="4288363504" sldId="310"/>
            <ac:spMk id="67" creationId="{526AA961-B43D-494B-BE04-AC6D78A0CE9D}"/>
          </ac:spMkLst>
        </pc:spChg>
        <pc:spChg chg="add del mod">
          <ac:chgData name="parenmacro Hsu" userId="ce0c16d53ddb0f05" providerId="LiveId" clId="{9737E6E1-1AE1-4F87-A968-80341E09D956}" dt="2019-05-25T06:34:09.270" v="2431" actId="478"/>
          <ac:spMkLst>
            <pc:docMk/>
            <pc:sldMk cId="4288363504" sldId="310"/>
            <ac:spMk id="68" creationId="{6BEA4727-58A6-46BC-AFEA-E70944966CCD}"/>
          </ac:spMkLst>
        </pc:spChg>
        <pc:spChg chg="add">
          <ac:chgData name="parenmacro Hsu" userId="ce0c16d53ddb0f05" providerId="LiveId" clId="{9737E6E1-1AE1-4F87-A968-80341E09D956}" dt="2019-05-25T06:58:58.623" v="3077"/>
          <ac:spMkLst>
            <pc:docMk/>
            <pc:sldMk cId="4288363504" sldId="310"/>
            <ac:spMk id="70" creationId="{EE8102ED-7845-41AA-ACFA-BE31B45614A6}"/>
          </ac:spMkLst>
        </pc:spChg>
        <pc:spChg chg="add">
          <ac:chgData name="parenmacro Hsu" userId="ce0c16d53ddb0f05" providerId="LiveId" clId="{9737E6E1-1AE1-4F87-A968-80341E09D956}" dt="2019-05-25T06:58:58.623" v="3077"/>
          <ac:spMkLst>
            <pc:docMk/>
            <pc:sldMk cId="4288363504" sldId="310"/>
            <ac:spMk id="71" creationId="{95FA124C-B990-4727-86DA-6B11703FFD38}"/>
          </ac:spMkLst>
        </pc:spChg>
        <pc:spChg chg="add">
          <ac:chgData name="parenmacro Hsu" userId="ce0c16d53ddb0f05" providerId="LiveId" clId="{9737E6E1-1AE1-4F87-A968-80341E09D956}" dt="2019-05-25T06:58:58.623" v="3077"/>
          <ac:spMkLst>
            <pc:docMk/>
            <pc:sldMk cId="4288363504" sldId="310"/>
            <ac:spMk id="72" creationId="{0230DFF3-BA1C-4F27-A4D1-D0DAD2EFF726}"/>
          </ac:spMkLst>
        </pc:spChg>
        <pc:spChg chg="add">
          <ac:chgData name="parenmacro Hsu" userId="ce0c16d53ddb0f05" providerId="LiveId" clId="{9737E6E1-1AE1-4F87-A968-80341E09D956}" dt="2019-05-25T06:58:58.623" v="3077"/>
          <ac:spMkLst>
            <pc:docMk/>
            <pc:sldMk cId="4288363504" sldId="310"/>
            <ac:spMk id="73" creationId="{6C8BDB91-666F-47B8-8BBF-3DC9EA1B2FB7}"/>
          </ac:spMkLst>
        </pc:spChg>
        <pc:spChg chg="add">
          <ac:chgData name="parenmacro Hsu" userId="ce0c16d53ddb0f05" providerId="LiveId" clId="{9737E6E1-1AE1-4F87-A968-80341E09D956}" dt="2019-05-25T06:58:58.623" v="3077"/>
          <ac:spMkLst>
            <pc:docMk/>
            <pc:sldMk cId="4288363504" sldId="310"/>
            <ac:spMk id="74" creationId="{9FC10F7D-6AA7-4D9E-BA79-9D8A1A641A0A}"/>
          </ac:spMkLst>
        </pc:spChg>
        <pc:spChg chg="add">
          <ac:chgData name="parenmacro Hsu" userId="ce0c16d53ddb0f05" providerId="LiveId" clId="{9737E6E1-1AE1-4F87-A968-80341E09D956}" dt="2019-05-25T06:58:58.623" v="3077"/>
          <ac:spMkLst>
            <pc:docMk/>
            <pc:sldMk cId="4288363504" sldId="310"/>
            <ac:spMk id="75" creationId="{45802C54-6E76-4B21-B11A-DC999A702CD6}"/>
          </ac:spMkLst>
        </pc:spChg>
        <pc:spChg chg="add">
          <ac:chgData name="parenmacro Hsu" userId="ce0c16d53ddb0f05" providerId="LiveId" clId="{9737E6E1-1AE1-4F87-A968-80341E09D956}" dt="2019-05-25T06:58:58.623" v="3077"/>
          <ac:spMkLst>
            <pc:docMk/>
            <pc:sldMk cId="4288363504" sldId="310"/>
            <ac:spMk id="76" creationId="{C495883D-BFA7-4A2B-98C5-CA47FCDB4194}"/>
          </ac:spMkLst>
        </pc:spChg>
        <pc:spChg chg="add">
          <ac:chgData name="parenmacro Hsu" userId="ce0c16d53ddb0f05" providerId="LiveId" clId="{9737E6E1-1AE1-4F87-A968-80341E09D956}" dt="2019-05-25T06:58:58.623" v="3077"/>
          <ac:spMkLst>
            <pc:docMk/>
            <pc:sldMk cId="4288363504" sldId="310"/>
            <ac:spMk id="77" creationId="{504909D3-EE8D-43DB-9DF4-61B5913CE6CD}"/>
          </ac:spMkLst>
        </pc:spChg>
        <pc:spChg chg="add">
          <ac:chgData name="parenmacro Hsu" userId="ce0c16d53ddb0f05" providerId="LiveId" clId="{9737E6E1-1AE1-4F87-A968-80341E09D956}" dt="2019-05-25T06:58:58.623" v="3077"/>
          <ac:spMkLst>
            <pc:docMk/>
            <pc:sldMk cId="4288363504" sldId="310"/>
            <ac:spMk id="78" creationId="{AACA66A5-0C9F-433E-8E58-AEA20857D76B}"/>
          </ac:spMkLst>
        </pc:spChg>
        <pc:spChg chg="add">
          <ac:chgData name="parenmacro Hsu" userId="ce0c16d53ddb0f05" providerId="LiveId" clId="{9737E6E1-1AE1-4F87-A968-80341E09D956}" dt="2019-05-25T06:58:58.623" v="3077"/>
          <ac:spMkLst>
            <pc:docMk/>
            <pc:sldMk cId="4288363504" sldId="310"/>
            <ac:spMk id="79" creationId="{90F9C7BE-2DB1-459B-BFEE-59B4EE33F5C6}"/>
          </ac:spMkLst>
        </pc:spChg>
        <pc:spChg chg="add">
          <ac:chgData name="parenmacro Hsu" userId="ce0c16d53ddb0f05" providerId="LiveId" clId="{9737E6E1-1AE1-4F87-A968-80341E09D956}" dt="2019-05-25T06:58:58.623" v="3077"/>
          <ac:spMkLst>
            <pc:docMk/>
            <pc:sldMk cId="4288363504" sldId="310"/>
            <ac:spMk id="80" creationId="{DDC4C4B3-E02C-4664-90E9-D27546FD13E5}"/>
          </ac:spMkLst>
        </pc:spChg>
        <pc:spChg chg="add">
          <ac:chgData name="parenmacro Hsu" userId="ce0c16d53ddb0f05" providerId="LiveId" clId="{9737E6E1-1AE1-4F87-A968-80341E09D956}" dt="2019-05-25T06:58:58.623" v="3077"/>
          <ac:spMkLst>
            <pc:docMk/>
            <pc:sldMk cId="4288363504" sldId="310"/>
            <ac:spMk id="81" creationId="{026723B8-F5F9-4FF6-A948-07C393387D1D}"/>
          </ac:spMkLst>
        </pc:spChg>
        <pc:spChg chg="add">
          <ac:chgData name="parenmacro Hsu" userId="ce0c16d53ddb0f05" providerId="LiveId" clId="{9737E6E1-1AE1-4F87-A968-80341E09D956}" dt="2019-05-25T06:58:58.623" v="3077"/>
          <ac:spMkLst>
            <pc:docMk/>
            <pc:sldMk cId="4288363504" sldId="310"/>
            <ac:spMk id="82" creationId="{29BD671C-6571-4A76-8D4E-7B7A209B2781}"/>
          </ac:spMkLst>
        </pc:spChg>
        <pc:spChg chg="add">
          <ac:chgData name="parenmacro Hsu" userId="ce0c16d53ddb0f05" providerId="LiveId" clId="{9737E6E1-1AE1-4F87-A968-80341E09D956}" dt="2019-05-25T06:58:58.623" v="3077"/>
          <ac:spMkLst>
            <pc:docMk/>
            <pc:sldMk cId="4288363504" sldId="310"/>
            <ac:spMk id="83" creationId="{D96C781F-F4CA-496A-AF05-71DF3389D9AC}"/>
          </ac:spMkLst>
        </pc:spChg>
        <pc:spChg chg="add">
          <ac:chgData name="parenmacro Hsu" userId="ce0c16d53ddb0f05" providerId="LiveId" clId="{9737E6E1-1AE1-4F87-A968-80341E09D956}" dt="2019-05-25T06:58:58.623" v="3077"/>
          <ac:spMkLst>
            <pc:docMk/>
            <pc:sldMk cId="4288363504" sldId="310"/>
            <ac:spMk id="84" creationId="{7D311D22-5CE3-4FFF-B35F-914C3F7772F9}"/>
          </ac:spMkLst>
        </pc:spChg>
        <pc:spChg chg="add del">
          <ac:chgData name="parenmacro Hsu" userId="ce0c16d53ddb0f05" providerId="LiveId" clId="{9737E6E1-1AE1-4F87-A968-80341E09D956}" dt="2019-05-25T07:01:01.364" v="3169" actId="478"/>
          <ac:spMkLst>
            <pc:docMk/>
            <pc:sldMk cId="4288363504" sldId="310"/>
            <ac:spMk id="99" creationId="{B2E044D0-928F-48C5-BEC7-8CD8073F5CC0}"/>
          </ac:spMkLst>
        </pc:spChg>
        <pc:spChg chg="add">
          <ac:chgData name="parenmacro Hsu" userId="ce0c16d53ddb0f05" providerId="LiveId" clId="{9737E6E1-1AE1-4F87-A968-80341E09D956}" dt="2019-05-25T06:58:58.623" v="3077"/>
          <ac:spMkLst>
            <pc:docMk/>
            <pc:sldMk cId="4288363504" sldId="310"/>
            <ac:spMk id="100" creationId="{B8F8471E-7D87-4671-8075-E8967DB4337E}"/>
          </ac:spMkLst>
        </pc:spChg>
        <pc:spChg chg="add">
          <ac:chgData name="parenmacro Hsu" userId="ce0c16d53ddb0f05" providerId="LiveId" clId="{9737E6E1-1AE1-4F87-A968-80341E09D956}" dt="2019-05-25T06:58:58.623" v="3077"/>
          <ac:spMkLst>
            <pc:docMk/>
            <pc:sldMk cId="4288363504" sldId="310"/>
            <ac:spMk id="101" creationId="{4209AACB-BB28-4983-AF28-797A62254FB4}"/>
          </ac:spMkLst>
        </pc:spChg>
        <pc:spChg chg="add">
          <ac:chgData name="parenmacro Hsu" userId="ce0c16d53ddb0f05" providerId="LiveId" clId="{9737E6E1-1AE1-4F87-A968-80341E09D956}" dt="2019-05-25T06:58:58.623" v="3077"/>
          <ac:spMkLst>
            <pc:docMk/>
            <pc:sldMk cId="4288363504" sldId="310"/>
            <ac:spMk id="102" creationId="{DD979F5B-560A-41D9-9775-AB4BF536F871}"/>
          </ac:spMkLst>
        </pc:spChg>
        <pc:spChg chg="add">
          <ac:chgData name="parenmacro Hsu" userId="ce0c16d53ddb0f05" providerId="LiveId" clId="{9737E6E1-1AE1-4F87-A968-80341E09D956}" dt="2019-05-25T06:58:58.623" v="3077"/>
          <ac:spMkLst>
            <pc:docMk/>
            <pc:sldMk cId="4288363504" sldId="310"/>
            <ac:spMk id="103" creationId="{744D0EAF-F5EC-4BC1-974B-0399ED014529}"/>
          </ac:spMkLst>
        </pc:spChg>
        <pc:spChg chg="add">
          <ac:chgData name="parenmacro Hsu" userId="ce0c16d53ddb0f05" providerId="LiveId" clId="{9737E6E1-1AE1-4F87-A968-80341E09D956}" dt="2019-05-25T06:58:58.623" v="3077"/>
          <ac:spMkLst>
            <pc:docMk/>
            <pc:sldMk cId="4288363504" sldId="310"/>
            <ac:spMk id="104" creationId="{BC4E1004-AD41-4226-96F3-77DB42641E25}"/>
          </ac:spMkLst>
        </pc:spChg>
        <pc:spChg chg="add">
          <ac:chgData name="parenmacro Hsu" userId="ce0c16d53ddb0f05" providerId="LiveId" clId="{9737E6E1-1AE1-4F87-A968-80341E09D956}" dt="2019-05-25T06:58:58.623" v="3077"/>
          <ac:spMkLst>
            <pc:docMk/>
            <pc:sldMk cId="4288363504" sldId="310"/>
            <ac:spMk id="105" creationId="{189F426A-81B3-4FD2-9353-3DC9E35366A3}"/>
          </ac:spMkLst>
        </pc:spChg>
        <pc:spChg chg="add">
          <ac:chgData name="parenmacro Hsu" userId="ce0c16d53ddb0f05" providerId="LiveId" clId="{9737E6E1-1AE1-4F87-A968-80341E09D956}" dt="2019-05-25T06:58:58.623" v="3077"/>
          <ac:spMkLst>
            <pc:docMk/>
            <pc:sldMk cId="4288363504" sldId="310"/>
            <ac:spMk id="106" creationId="{CEA298C0-2557-4D57-9C59-4AFFC943DF63}"/>
          </ac:spMkLst>
        </pc:spChg>
        <pc:spChg chg="add">
          <ac:chgData name="parenmacro Hsu" userId="ce0c16d53ddb0f05" providerId="LiveId" clId="{9737E6E1-1AE1-4F87-A968-80341E09D956}" dt="2019-05-25T06:58:58.623" v="3077"/>
          <ac:spMkLst>
            <pc:docMk/>
            <pc:sldMk cId="4288363504" sldId="310"/>
            <ac:spMk id="107" creationId="{3158B8D6-32C1-460C-AFFD-02D5CEAB81BA}"/>
          </ac:spMkLst>
        </pc:spChg>
        <pc:spChg chg="add">
          <ac:chgData name="parenmacro Hsu" userId="ce0c16d53ddb0f05" providerId="LiveId" clId="{9737E6E1-1AE1-4F87-A968-80341E09D956}" dt="2019-05-25T06:58:58.623" v="3077"/>
          <ac:spMkLst>
            <pc:docMk/>
            <pc:sldMk cId="4288363504" sldId="310"/>
            <ac:spMk id="108" creationId="{8058536B-8E48-4C19-9818-7D460D51C624}"/>
          </ac:spMkLst>
        </pc:spChg>
        <pc:spChg chg="add">
          <ac:chgData name="parenmacro Hsu" userId="ce0c16d53ddb0f05" providerId="LiveId" clId="{9737E6E1-1AE1-4F87-A968-80341E09D956}" dt="2019-05-25T06:58:58.623" v="3077"/>
          <ac:spMkLst>
            <pc:docMk/>
            <pc:sldMk cId="4288363504" sldId="310"/>
            <ac:spMk id="109" creationId="{872E5F28-F9F5-45F1-B92A-1557F836FB9D}"/>
          </ac:spMkLst>
        </pc:spChg>
        <pc:spChg chg="add">
          <ac:chgData name="parenmacro Hsu" userId="ce0c16d53ddb0f05" providerId="LiveId" clId="{9737E6E1-1AE1-4F87-A968-80341E09D956}" dt="2019-05-25T06:58:58.623" v="3077"/>
          <ac:spMkLst>
            <pc:docMk/>
            <pc:sldMk cId="4288363504" sldId="310"/>
            <ac:spMk id="110" creationId="{540768C9-5F01-42AE-8A35-613DA1C58FBC}"/>
          </ac:spMkLst>
        </pc:spChg>
        <pc:spChg chg="add">
          <ac:chgData name="parenmacro Hsu" userId="ce0c16d53ddb0f05" providerId="LiveId" clId="{9737E6E1-1AE1-4F87-A968-80341E09D956}" dt="2019-05-25T06:58:58.623" v="3077"/>
          <ac:spMkLst>
            <pc:docMk/>
            <pc:sldMk cId="4288363504" sldId="310"/>
            <ac:spMk id="111" creationId="{E830676A-7581-4FF2-AE95-DECA031E4559}"/>
          </ac:spMkLst>
        </pc:spChg>
        <pc:spChg chg="add">
          <ac:chgData name="parenmacro Hsu" userId="ce0c16d53ddb0f05" providerId="LiveId" clId="{9737E6E1-1AE1-4F87-A968-80341E09D956}" dt="2019-05-25T06:58:58.623" v="3077"/>
          <ac:spMkLst>
            <pc:docMk/>
            <pc:sldMk cId="4288363504" sldId="310"/>
            <ac:spMk id="112" creationId="{0A544257-6186-45CB-B25B-D539CFD99473}"/>
          </ac:spMkLst>
        </pc:spChg>
        <pc:spChg chg="add">
          <ac:chgData name="parenmacro Hsu" userId="ce0c16d53ddb0f05" providerId="LiveId" clId="{9737E6E1-1AE1-4F87-A968-80341E09D956}" dt="2019-05-25T06:58:58.623" v="3077"/>
          <ac:spMkLst>
            <pc:docMk/>
            <pc:sldMk cId="4288363504" sldId="310"/>
            <ac:spMk id="113" creationId="{36D9C60F-CD8C-4600-94AE-917BB6C51199}"/>
          </ac:spMkLst>
        </pc:spChg>
        <pc:spChg chg="add del">
          <ac:chgData name="parenmacro Hsu" userId="ce0c16d53ddb0f05" providerId="LiveId" clId="{9737E6E1-1AE1-4F87-A968-80341E09D956}" dt="2019-05-25T07:01:03.275" v="3170" actId="478"/>
          <ac:spMkLst>
            <pc:docMk/>
            <pc:sldMk cId="4288363504" sldId="310"/>
            <ac:spMk id="114" creationId="{97CA7AA8-5487-4A21-8EC5-D375BDAF63E7}"/>
          </ac:spMkLst>
        </pc:spChg>
        <pc:spChg chg="add del">
          <ac:chgData name="parenmacro Hsu" userId="ce0c16d53ddb0f05" providerId="LiveId" clId="{9737E6E1-1AE1-4F87-A968-80341E09D956}" dt="2019-05-25T07:00:55.423" v="3166" actId="478"/>
          <ac:spMkLst>
            <pc:docMk/>
            <pc:sldMk cId="4288363504" sldId="310"/>
            <ac:spMk id="115" creationId="{72346DE5-00B0-4BDF-B348-6E5A61EFD026}"/>
          </ac:spMkLst>
        </pc:spChg>
        <pc:spChg chg="mod">
          <ac:chgData name="parenmacro Hsu" userId="ce0c16d53ddb0f05" providerId="LiveId" clId="{9737E6E1-1AE1-4F87-A968-80341E09D956}" dt="2019-05-25T07:03:33.491" v="3299"/>
          <ac:spMkLst>
            <pc:docMk/>
            <pc:sldMk cId="4288363504" sldId="310"/>
            <ac:spMk id="4099" creationId="{F6668F4C-F8B7-438B-9B85-CE42A765A33C}"/>
          </ac:spMkLst>
        </pc:spChg>
        <pc:grpChg chg="add del mod">
          <ac:chgData name="parenmacro Hsu" userId="ce0c16d53ddb0f05" providerId="LiveId" clId="{9737E6E1-1AE1-4F87-A968-80341E09D956}" dt="2019-05-25T06:27:56.888" v="2044" actId="478"/>
          <ac:grpSpMkLst>
            <pc:docMk/>
            <pc:sldMk cId="4288363504" sldId="310"/>
            <ac:grpSpMk id="3" creationId="{9624965A-214E-4312-8A6F-009673A801CB}"/>
          </ac:grpSpMkLst>
        </pc:grpChg>
        <pc:grpChg chg="add del mod">
          <ac:chgData name="parenmacro Hsu" userId="ce0c16d53ddb0f05" providerId="LiveId" clId="{9737E6E1-1AE1-4F87-A968-80341E09D956}" dt="2019-05-25T06:27:49.420" v="2038" actId="164"/>
          <ac:grpSpMkLst>
            <pc:docMk/>
            <pc:sldMk cId="4288363504" sldId="310"/>
            <ac:grpSpMk id="4" creationId="{0BB4900D-CA56-464E-9553-D3252138E8DB}"/>
          </ac:grpSpMkLst>
        </pc:grpChg>
        <pc:grpChg chg="add del mod">
          <ac:chgData name="parenmacro Hsu" userId="ce0c16d53ddb0f05" providerId="LiveId" clId="{9737E6E1-1AE1-4F87-A968-80341E09D956}" dt="2019-05-25T06:28:00.442" v="2047" actId="165"/>
          <ac:grpSpMkLst>
            <pc:docMk/>
            <pc:sldMk cId="4288363504" sldId="310"/>
            <ac:grpSpMk id="47" creationId="{F04C22A5-F737-41FF-B8B4-6913458EF3CB}"/>
          </ac:grpSpMkLst>
        </pc:grpChg>
        <pc:graphicFrameChg chg="add">
          <ac:chgData name="parenmacro Hsu" userId="ce0c16d53ddb0f05" providerId="LiveId" clId="{9737E6E1-1AE1-4F87-A968-80341E09D956}" dt="2019-05-25T06:58:58.623" v="3077"/>
          <ac:graphicFrameMkLst>
            <pc:docMk/>
            <pc:sldMk cId="4288363504" sldId="310"/>
            <ac:graphicFrameMk id="116" creationId="{409ED6AF-52EA-4475-ADDA-68518FDFC799}"/>
          </ac:graphicFrameMkLst>
        </pc:graphicFrameChg>
        <pc:cxnChg chg="add mod">
          <ac:chgData name="parenmacro Hsu" userId="ce0c16d53ddb0f05" providerId="LiveId" clId="{9737E6E1-1AE1-4F87-A968-80341E09D956}" dt="2019-05-25T06:27:56.888" v="2044" actId="478"/>
          <ac:cxnSpMkLst>
            <pc:docMk/>
            <pc:sldMk cId="4288363504" sldId="310"/>
            <ac:cxnSpMk id="12" creationId="{150E1F72-FC73-4690-92AC-FD60176D50ED}"/>
          </ac:cxnSpMkLst>
        </pc:cxnChg>
        <pc:cxnChg chg="add mod">
          <ac:chgData name="parenmacro Hsu" userId="ce0c16d53ddb0f05" providerId="LiveId" clId="{9737E6E1-1AE1-4F87-A968-80341E09D956}" dt="2019-05-25T06:27:56.888" v="2044" actId="478"/>
          <ac:cxnSpMkLst>
            <pc:docMk/>
            <pc:sldMk cId="4288363504" sldId="310"/>
            <ac:cxnSpMk id="13" creationId="{5EC34339-3B0F-48AD-99A7-1D98DEAFFD64}"/>
          </ac:cxnSpMkLst>
        </pc:cxnChg>
        <pc:cxnChg chg="add mod">
          <ac:chgData name="parenmacro Hsu" userId="ce0c16d53ddb0f05" providerId="LiveId" clId="{9737E6E1-1AE1-4F87-A968-80341E09D956}" dt="2019-05-25T06:27:56.888" v="2044" actId="478"/>
          <ac:cxnSpMkLst>
            <pc:docMk/>
            <pc:sldMk cId="4288363504" sldId="310"/>
            <ac:cxnSpMk id="14" creationId="{5BAB2EB2-D620-4E7C-A901-7B50A79E9331}"/>
          </ac:cxnSpMkLst>
        </pc:cxnChg>
        <pc:cxnChg chg="add mod">
          <ac:chgData name="parenmacro Hsu" userId="ce0c16d53ddb0f05" providerId="LiveId" clId="{9737E6E1-1AE1-4F87-A968-80341E09D956}" dt="2019-05-25T06:27:56.888" v="2044" actId="478"/>
          <ac:cxnSpMkLst>
            <pc:docMk/>
            <pc:sldMk cId="4288363504" sldId="310"/>
            <ac:cxnSpMk id="15" creationId="{3AAE78F3-7302-4CEC-B504-4799283DD553}"/>
          </ac:cxnSpMkLst>
        </pc:cxnChg>
        <pc:cxnChg chg="add mod">
          <ac:chgData name="parenmacro Hsu" userId="ce0c16d53ddb0f05" providerId="LiveId" clId="{9737E6E1-1AE1-4F87-A968-80341E09D956}" dt="2019-05-25T06:27:56.888" v="2044" actId="478"/>
          <ac:cxnSpMkLst>
            <pc:docMk/>
            <pc:sldMk cId="4288363504" sldId="310"/>
            <ac:cxnSpMk id="16" creationId="{B6C16D7A-1999-4444-A95F-C8628508EFAF}"/>
          </ac:cxnSpMkLst>
        </pc:cxnChg>
        <pc:cxnChg chg="add mod">
          <ac:chgData name="parenmacro Hsu" userId="ce0c16d53ddb0f05" providerId="LiveId" clId="{9737E6E1-1AE1-4F87-A968-80341E09D956}" dt="2019-05-25T06:27:56.888" v="2044" actId="478"/>
          <ac:cxnSpMkLst>
            <pc:docMk/>
            <pc:sldMk cId="4288363504" sldId="310"/>
            <ac:cxnSpMk id="17" creationId="{E2E79593-9D6D-4ED2-AB0E-31127570371B}"/>
          </ac:cxnSpMkLst>
        </pc:cxnChg>
        <pc:cxnChg chg="add del mod">
          <ac:chgData name="parenmacro Hsu" userId="ce0c16d53ddb0f05" providerId="LiveId" clId="{9737E6E1-1AE1-4F87-A968-80341E09D956}" dt="2019-05-25T06:27:49.423" v="2039"/>
          <ac:cxnSpMkLst>
            <pc:docMk/>
            <pc:sldMk cId="4288363504" sldId="310"/>
            <ac:cxnSpMk id="33" creationId="{19F76B79-942C-4281-B46A-3C2929756316}"/>
          </ac:cxnSpMkLst>
        </pc:cxnChg>
        <pc:cxnChg chg="add del mod">
          <ac:chgData name="parenmacro Hsu" userId="ce0c16d53ddb0f05" providerId="LiveId" clId="{9737E6E1-1AE1-4F87-A968-80341E09D956}" dt="2019-05-25T06:27:49.423" v="2039"/>
          <ac:cxnSpMkLst>
            <pc:docMk/>
            <pc:sldMk cId="4288363504" sldId="310"/>
            <ac:cxnSpMk id="34" creationId="{FE400E42-05B3-4B55-9611-720D04FA4C2D}"/>
          </ac:cxnSpMkLst>
        </pc:cxnChg>
        <pc:cxnChg chg="add del mod">
          <ac:chgData name="parenmacro Hsu" userId="ce0c16d53ddb0f05" providerId="LiveId" clId="{9737E6E1-1AE1-4F87-A968-80341E09D956}" dt="2019-05-25T06:27:49.423" v="2039"/>
          <ac:cxnSpMkLst>
            <pc:docMk/>
            <pc:sldMk cId="4288363504" sldId="310"/>
            <ac:cxnSpMk id="35" creationId="{A69539C0-CB3C-47E8-AD34-D9CA9017058C}"/>
          </ac:cxnSpMkLst>
        </pc:cxnChg>
        <pc:cxnChg chg="add del mod">
          <ac:chgData name="parenmacro Hsu" userId="ce0c16d53ddb0f05" providerId="LiveId" clId="{9737E6E1-1AE1-4F87-A968-80341E09D956}" dt="2019-05-25T06:27:49.423" v="2039"/>
          <ac:cxnSpMkLst>
            <pc:docMk/>
            <pc:sldMk cId="4288363504" sldId="310"/>
            <ac:cxnSpMk id="36" creationId="{D527025A-65E1-45DF-8F14-DB3B05945730}"/>
          </ac:cxnSpMkLst>
        </pc:cxnChg>
        <pc:cxnChg chg="add del mod">
          <ac:chgData name="parenmacro Hsu" userId="ce0c16d53ddb0f05" providerId="LiveId" clId="{9737E6E1-1AE1-4F87-A968-80341E09D956}" dt="2019-05-25T06:27:49.423" v="2039"/>
          <ac:cxnSpMkLst>
            <pc:docMk/>
            <pc:sldMk cId="4288363504" sldId="310"/>
            <ac:cxnSpMk id="37" creationId="{91DCC95C-81DC-47CE-BF07-20B10619CC13}"/>
          </ac:cxnSpMkLst>
        </pc:cxnChg>
        <pc:cxnChg chg="add del mod">
          <ac:chgData name="parenmacro Hsu" userId="ce0c16d53ddb0f05" providerId="LiveId" clId="{9737E6E1-1AE1-4F87-A968-80341E09D956}" dt="2019-05-25T06:27:49.423" v="2039"/>
          <ac:cxnSpMkLst>
            <pc:docMk/>
            <pc:sldMk cId="4288363504" sldId="310"/>
            <ac:cxnSpMk id="38" creationId="{0E07B512-C945-4EF6-85E1-E5309892C866}"/>
          </ac:cxnSpMkLst>
        </pc:cxnChg>
        <pc:cxnChg chg="add del mod">
          <ac:chgData name="parenmacro Hsu" userId="ce0c16d53ddb0f05" providerId="LiveId" clId="{9737E6E1-1AE1-4F87-A968-80341E09D956}" dt="2019-05-25T06:27:49.423" v="2039"/>
          <ac:cxnSpMkLst>
            <pc:docMk/>
            <pc:sldMk cId="4288363504" sldId="310"/>
            <ac:cxnSpMk id="39" creationId="{CDC95248-D385-48FA-B3C3-B3D6F1AECE24}"/>
          </ac:cxnSpMkLst>
        </pc:cxnChg>
        <pc:cxnChg chg="del mod topLvl">
          <ac:chgData name="parenmacro Hsu" userId="ce0c16d53ddb0f05" providerId="LiveId" clId="{9737E6E1-1AE1-4F87-A968-80341E09D956}" dt="2019-05-25T06:28:02.358" v="2048" actId="478"/>
          <ac:cxnSpMkLst>
            <pc:docMk/>
            <pc:sldMk cId="4288363504" sldId="310"/>
            <ac:cxnSpMk id="55" creationId="{1B09EFD1-6BC1-4DC4-8EB9-D050E77F5852}"/>
          </ac:cxnSpMkLst>
        </pc:cxnChg>
        <pc:cxnChg chg="del mod topLvl">
          <ac:chgData name="parenmacro Hsu" userId="ce0c16d53ddb0f05" providerId="LiveId" clId="{9737E6E1-1AE1-4F87-A968-80341E09D956}" dt="2019-05-25T06:34:09.270" v="2431" actId="478"/>
          <ac:cxnSpMkLst>
            <pc:docMk/>
            <pc:sldMk cId="4288363504" sldId="310"/>
            <ac:cxnSpMk id="56" creationId="{261FEB93-CA59-4681-81D0-0F9D8864E901}"/>
          </ac:cxnSpMkLst>
        </pc:cxnChg>
        <pc:cxnChg chg="del mod topLvl">
          <ac:chgData name="parenmacro Hsu" userId="ce0c16d53ddb0f05" providerId="LiveId" clId="{9737E6E1-1AE1-4F87-A968-80341E09D956}" dt="2019-05-25T06:34:09.270" v="2431" actId="478"/>
          <ac:cxnSpMkLst>
            <pc:docMk/>
            <pc:sldMk cId="4288363504" sldId="310"/>
            <ac:cxnSpMk id="57" creationId="{47FA5136-F887-4CC4-9ED5-C364CC8DFDC0}"/>
          </ac:cxnSpMkLst>
        </pc:cxnChg>
        <pc:cxnChg chg="del mod topLvl">
          <ac:chgData name="parenmacro Hsu" userId="ce0c16d53ddb0f05" providerId="LiveId" clId="{9737E6E1-1AE1-4F87-A968-80341E09D956}" dt="2019-05-25T06:34:09.270" v="2431" actId="478"/>
          <ac:cxnSpMkLst>
            <pc:docMk/>
            <pc:sldMk cId="4288363504" sldId="310"/>
            <ac:cxnSpMk id="58" creationId="{E92B51AD-E953-46EE-9A39-9F53802A33AB}"/>
          </ac:cxnSpMkLst>
        </pc:cxnChg>
        <pc:cxnChg chg="del mod topLvl">
          <ac:chgData name="parenmacro Hsu" userId="ce0c16d53ddb0f05" providerId="LiveId" clId="{9737E6E1-1AE1-4F87-A968-80341E09D956}" dt="2019-05-25T06:34:09.270" v="2431" actId="478"/>
          <ac:cxnSpMkLst>
            <pc:docMk/>
            <pc:sldMk cId="4288363504" sldId="310"/>
            <ac:cxnSpMk id="59" creationId="{90ABA7D1-0C80-4FBF-87C2-DE7ADF08D4E9}"/>
          </ac:cxnSpMkLst>
        </pc:cxnChg>
        <pc:cxnChg chg="del mod topLvl">
          <ac:chgData name="parenmacro Hsu" userId="ce0c16d53ddb0f05" providerId="LiveId" clId="{9737E6E1-1AE1-4F87-A968-80341E09D956}" dt="2019-05-25T06:34:09.270" v="2431" actId="478"/>
          <ac:cxnSpMkLst>
            <pc:docMk/>
            <pc:sldMk cId="4288363504" sldId="310"/>
            <ac:cxnSpMk id="60" creationId="{1AAA39B7-8E00-4BB0-9CEB-895B59B297C9}"/>
          </ac:cxnSpMkLst>
        </pc:cxnChg>
        <pc:cxnChg chg="del mod topLvl">
          <ac:chgData name="parenmacro Hsu" userId="ce0c16d53ddb0f05" providerId="LiveId" clId="{9737E6E1-1AE1-4F87-A968-80341E09D956}" dt="2019-05-25T06:34:09.270" v="2431" actId="478"/>
          <ac:cxnSpMkLst>
            <pc:docMk/>
            <pc:sldMk cId="4288363504" sldId="310"/>
            <ac:cxnSpMk id="61" creationId="{04E6EAB3-55FE-4234-8FB2-D2D7500D8162}"/>
          </ac:cxnSpMkLst>
        </pc:cxnChg>
        <pc:cxnChg chg="add">
          <ac:chgData name="parenmacro Hsu" userId="ce0c16d53ddb0f05" providerId="LiveId" clId="{9737E6E1-1AE1-4F87-A968-80341E09D956}" dt="2019-05-25T06:58:58.623" v="3077"/>
          <ac:cxnSpMkLst>
            <pc:docMk/>
            <pc:sldMk cId="4288363504" sldId="310"/>
            <ac:cxnSpMk id="85" creationId="{0D3606BB-EDF5-4861-B9A7-33EDDC766469}"/>
          </ac:cxnSpMkLst>
        </pc:cxnChg>
        <pc:cxnChg chg="add">
          <ac:chgData name="parenmacro Hsu" userId="ce0c16d53ddb0f05" providerId="LiveId" clId="{9737E6E1-1AE1-4F87-A968-80341E09D956}" dt="2019-05-25T06:58:58.623" v="3077"/>
          <ac:cxnSpMkLst>
            <pc:docMk/>
            <pc:sldMk cId="4288363504" sldId="310"/>
            <ac:cxnSpMk id="86" creationId="{DDD9DE3B-E02C-4C61-A2DF-4E05CDFBF655}"/>
          </ac:cxnSpMkLst>
        </pc:cxnChg>
        <pc:cxnChg chg="add">
          <ac:chgData name="parenmacro Hsu" userId="ce0c16d53ddb0f05" providerId="LiveId" clId="{9737E6E1-1AE1-4F87-A968-80341E09D956}" dt="2019-05-25T06:58:58.623" v="3077"/>
          <ac:cxnSpMkLst>
            <pc:docMk/>
            <pc:sldMk cId="4288363504" sldId="310"/>
            <ac:cxnSpMk id="87" creationId="{D741BBD6-A29B-48FB-BCF0-B8F5C5433436}"/>
          </ac:cxnSpMkLst>
        </pc:cxnChg>
        <pc:cxnChg chg="add">
          <ac:chgData name="parenmacro Hsu" userId="ce0c16d53ddb0f05" providerId="LiveId" clId="{9737E6E1-1AE1-4F87-A968-80341E09D956}" dt="2019-05-25T06:58:58.623" v="3077"/>
          <ac:cxnSpMkLst>
            <pc:docMk/>
            <pc:sldMk cId="4288363504" sldId="310"/>
            <ac:cxnSpMk id="88" creationId="{461BC976-6221-49C4-AAF4-BDCEBD77992A}"/>
          </ac:cxnSpMkLst>
        </pc:cxnChg>
        <pc:cxnChg chg="add">
          <ac:chgData name="parenmacro Hsu" userId="ce0c16d53ddb0f05" providerId="LiveId" clId="{9737E6E1-1AE1-4F87-A968-80341E09D956}" dt="2019-05-25T06:58:58.623" v="3077"/>
          <ac:cxnSpMkLst>
            <pc:docMk/>
            <pc:sldMk cId="4288363504" sldId="310"/>
            <ac:cxnSpMk id="89" creationId="{F6C4CAFA-7CDF-4378-9524-5251B60A8010}"/>
          </ac:cxnSpMkLst>
        </pc:cxnChg>
        <pc:cxnChg chg="add">
          <ac:chgData name="parenmacro Hsu" userId="ce0c16d53ddb0f05" providerId="LiveId" clId="{9737E6E1-1AE1-4F87-A968-80341E09D956}" dt="2019-05-25T06:58:58.623" v="3077"/>
          <ac:cxnSpMkLst>
            <pc:docMk/>
            <pc:sldMk cId="4288363504" sldId="310"/>
            <ac:cxnSpMk id="90" creationId="{9DE127DD-9056-428A-94DC-BC13F7DB4D42}"/>
          </ac:cxnSpMkLst>
        </pc:cxnChg>
        <pc:cxnChg chg="add">
          <ac:chgData name="parenmacro Hsu" userId="ce0c16d53ddb0f05" providerId="LiveId" clId="{9737E6E1-1AE1-4F87-A968-80341E09D956}" dt="2019-05-25T06:58:58.623" v="3077"/>
          <ac:cxnSpMkLst>
            <pc:docMk/>
            <pc:sldMk cId="4288363504" sldId="310"/>
            <ac:cxnSpMk id="91" creationId="{66F564A6-FF62-4594-80A4-C0DCBC21DAF7}"/>
          </ac:cxnSpMkLst>
        </pc:cxnChg>
        <pc:cxnChg chg="add">
          <ac:chgData name="parenmacro Hsu" userId="ce0c16d53ddb0f05" providerId="LiveId" clId="{9737E6E1-1AE1-4F87-A968-80341E09D956}" dt="2019-05-25T06:58:58.623" v="3077"/>
          <ac:cxnSpMkLst>
            <pc:docMk/>
            <pc:sldMk cId="4288363504" sldId="310"/>
            <ac:cxnSpMk id="92" creationId="{CCE75A73-42B3-48F1-A3CE-3E581A72BD05}"/>
          </ac:cxnSpMkLst>
        </pc:cxnChg>
        <pc:cxnChg chg="add">
          <ac:chgData name="parenmacro Hsu" userId="ce0c16d53ddb0f05" providerId="LiveId" clId="{9737E6E1-1AE1-4F87-A968-80341E09D956}" dt="2019-05-25T06:58:58.623" v="3077"/>
          <ac:cxnSpMkLst>
            <pc:docMk/>
            <pc:sldMk cId="4288363504" sldId="310"/>
            <ac:cxnSpMk id="93" creationId="{FBAB15D5-F8BE-4A52-BC69-880F11098E85}"/>
          </ac:cxnSpMkLst>
        </pc:cxnChg>
        <pc:cxnChg chg="add">
          <ac:chgData name="parenmacro Hsu" userId="ce0c16d53ddb0f05" providerId="LiveId" clId="{9737E6E1-1AE1-4F87-A968-80341E09D956}" dt="2019-05-25T06:58:58.623" v="3077"/>
          <ac:cxnSpMkLst>
            <pc:docMk/>
            <pc:sldMk cId="4288363504" sldId="310"/>
            <ac:cxnSpMk id="94" creationId="{9A775C9A-ECE1-4E4F-8873-32948CD7076E}"/>
          </ac:cxnSpMkLst>
        </pc:cxnChg>
        <pc:cxnChg chg="add">
          <ac:chgData name="parenmacro Hsu" userId="ce0c16d53ddb0f05" providerId="LiveId" clId="{9737E6E1-1AE1-4F87-A968-80341E09D956}" dt="2019-05-25T06:58:58.623" v="3077"/>
          <ac:cxnSpMkLst>
            <pc:docMk/>
            <pc:sldMk cId="4288363504" sldId="310"/>
            <ac:cxnSpMk id="95" creationId="{D96D71F8-0CF4-4165-8423-0EE8FE659DA5}"/>
          </ac:cxnSpMkLst>
        </pc:cxnChg>
        <pc:cxnChg chg="add">
          <ac:chgData name="parenmacro Hsu" userId="ce0c16d53ddb0f05" providerId="LiveId" clId="{9737E6E1-1AE1-4F87-A968-80341E09D956}" dt="2019-05-25T06:58:58.623" v="3077"/>
          <ac:cxnSpMkLst>
            <pc:docMk/>
            <pc:sldMk cId="4288363504" sldId="310"/>
            <ac:cxnSpMk id="96" creationId="{231895BF-C991-4D34-9AD0-3024904BD630}"/>
          </ac:cxnSpMkLst>
        </pc:cxnChg>
        <pc:cxnChg chg="add">
          <ac:chgData name="parenmacro Hsu" userId="ce0c16d53ddb0f05" providerId="LiveId" clId="{9737E6E1-1AE1-4F87-A968-80341E09D956}" dt="2019-05-25T06:58:58.623" v="3077"/>
          <ac:cxnSpMkLst>
            <pc:docMk/>
            <pc:sldMk cId="4288363504" sldId="310"/>
            <ac:cxnSpMk id="97" creationId="{4E3A189E-F842-4639-A27C-4C0C8C7B6F61}"/>
          </ac:cxnSpMkLst>
        </pc:cxnChg>
        <pc:cxnChg chg="add">
          <ac:chgData name="parenmacro Hsu" userId="ce0c16d53ddb0f05" providerId="LiveId" clId="{9737E6E1-1AE1-4F87-A968-80341E09D956}" dt="2019-05-25T06:58:58.623" v="3077"/>
          <ac:cxnSpMkLst>
            <pc:docMk/>
            <pc:sldMk cId="4288363504" sldId="310"/>
            <ac:cxnSpMk id="98" creationId="{3697C7EB-BE79-4DEE-A0E2-4D37DFA9C892}"/>
          </ac:cxnSpMkLst>
        </pc:cxnChg>
      </pc:sldChg>
      <pc:sldChg chg="addSp delSp modSp add del">
        <pc:chgData name="parenmacro Hsu" userId="ce0c16d53ddb0f05" providerId="LiveId" clId="{9737E6E1-1AE1-4F87-A968-80341E09D956}" dt="2019-05-25T05:32:37.885" v="554" actId="2696"/>
        <pc:sldMkLst>
          <pc:docMk/>
          <pc:sldMk cId="254943217" sldId="311"/>
        </pc:sldMkLst>
        <pc:spChg chg="del">
          <ac:chgData name="parenmacro Hsu" userId="ce0c16d53ddb0f05" providerId="LiveId" clId="{9737E6E1-1AE1-4F87-A968-80341E09D956}" dt="2019-05-25T05:31:51.126" v="546"/>
          <ac:spMkLst>
            <pc:docMk/>
            <pc:sldMk cId="254943217" sldId="311"/>
            <ac:spMk id="24" creationId="{DA7A8CED-50B9-488F-9B0A-5DCEA9EB4C89}"/>
          </ac:spMkLst>
        </pc:spChg>
        <pc:spChg chg="add del mod">
          <ac:chgData name="parenmacro Hsu" userId="ce0c16d53ddb0f05" providerId="LiveId" clId="{9737E6E1-1AE1-4F87-A968-80341E09D956}" dt="2019-05-25T05:31:30.573" v="541" actId="478"/>
          <ac:spMkLst>
            <pc:docMk/>
            <pc:sldMk cId="254943217" sldId="311"/>
            <ac:spMk id="30" creationId="{37C26868-1FA4-4F2E-A00D-B2D58BCF225B}"/>
          </ac:spMkLst>
        </pc:spChg>
      </pc:sldChg>
      <pc:sldChg chg="addSp modSp add del">
        <pc:chgData name="parenmacro Hsu" userId="ce0c16d53ddb0f05" providerId="LiveId" clId="{9737E6E1-1AE1-4F87-A968-80341E09D956}" dt="2019-05-25T05:33:56.176" v="566" actId="2696"/>
        <pc:sldMkLst>
          <pc:docMk/>
          <pc:sldMk cId="535784100" sldId="312"/>
        </pc:sldMkLst>
        <pc:spChg chg="ord">
          <ac:chgData name="parenmacro Hsu" userId="ce0c16d53ddb0f05" providerId="LiveId" clId="{9737E6E1-1AE1-4F87-A968-80341E09D956}" dt="2019-05-25T05:32:50.201" v="555" actId="166"/>
          <ac:spMkLst>
            <pc:docMk/>
            <pc:sldMk cId="535784100" sldId="312"/>
            <ac:spMk id="24" creationId="{DA7A8CED-50B9-488F-9B0A-5DCEA9EB4C89}"/>
          </ac:spMkLst>
        </pc:spChg>
        <pc:spChg chg="add mod">
          <ac:chgData name="parenmacro Hsu" userId="ce0c16d53ddb0f05" providerId="LiveId" clId="{9737E6E1-1AE1-4F87-A968-80341E09D956}" dt="2019-05-25T05:32:06.146" v="548" actId="207"/>
          <ac:spMkLst>
            <pc:docMk/>
            <pc:sldMk cId="535784100" sldId="312"/>
            <ac:spMk id="30" creationId="{8AD3CCFA-D6C1-4F64-AAC0-D04C787127D5}"/>
          </ac:spMkLst>
        </pc:spChg>
      </pc:sldChg>
      <pc:sldChg chg="addSp modSp add">
        <pc:chgData name="parenmacro Hsu" userId="ce0c16d53ddb0f05" providerId="LiveId" clId="{9737E6E1-1AE1-4F87-A968-80341E09D956}" dt="2019-05-25T05:37:09.319" v="655" actId="208"/>
        <pc:sldMkLst>
          <pc:docMk/>
          <pc:sldMk cId="2186761877" sldId="313"/>
        </pc:sldMkLst>
        <pc:spChg chg="mod ord">
          <ac:chgData name="parenmacro Hsu" userId="ce0c16d53ddb0f05" providerId="LiveId" clId="{9737E6E1-1AE1-4F87-A968-80341E09D956}" dt="2019-05-25T05:33:47.915" v="563" actId="207"/>
          <ac:spMkLst>
            <pc:docMk/>
            <pc:sldMk cId="2186761877" sldId="313"/>
            <ac:spMk id="24" creationId="{DA7A8CED-50B9-488F-9B0A-5DCEA9EB4C89}"/>
          </ac:spMkLst>
        </pc:spChg>
        <pc:spChg chg="mod ord">
          <ac:chgData name="parenmacro Hsu" userId="ce0c16d53ddb0f05" providerId="LiveId" clId="{9737E6E1-1AE1-4F87-A968-80341E09D956}" dt="2019-05-25T05:33:49.921" v="565" actId="207"/>
          <ac:spMkLst>
            <pc:docMk/>
            <pc:sldMk cId="2186761877" sldId="313"/>
            <ac:spMk id="30" creationId="{8AD3CCFA-D6C1-4F64-AAC0-D04C787127D5}"/>
          </ac:spMkLst>
        </pc:spChg>
        <pc:spChg chg="add mod">
          <ac:chgData name="parenmacro Hsu" userId="ce0c16d53ddb0f05" providerId="LiveId" clId="{9737E6E1-1AE1-4F87-A968-80341E09D956}" dt="2019-05-25T05:32:31.485" v="553" actId="207"/>
          <ac:spMkLst>
            <pc:docMk/>
            <pc:sldMk cId="2186761877" sldId="313"/>
            <ac:spMk id="31" creationId="{7FC2C796-947C-4C4E-90E5-8EEE798B9310}"/>
          </ac:spMkLst>
        </pc:spChg>
        <pc:spChg chg="add mod">
          <ac:chgData name="parenmacro Hsu" userId="ce0c16d53ddb0f05" providerId="LiveId" clId="{9737E6E1-1AE1-4F87-A968-80341E09D956}" dt="2019-05-25T05:37:04.099" v="652" actId="1076"/>
          <ac:spMkLst>
            <pc:docMk/>
            <pc:sldMk cId="2186761877" sldId="313"/>
            <ac:spMk id="33" creationId="{E9FA408D-B157-4497-AF99-0E40DF6164E5}"/>
          </ac:spMkLst>
        </pc:spChg>
        <pc:spChg chg="mod">
          <ac:chgData name="parenmacro Hsu" userId="ce0c16d53ddb0f05" providerId="LiveId" clId="{9737E6E1-1AE1-4F87-A968-80341E09D956}" dt="2019-05-25T05:36:37.155" v="646"/>
          <ac:spMkLst>
            <pc:docMk/>
            <pc:sldMk cId="2186761877" sldId="313"/>
            <ac:spMk id="4099" creationId="{F6668F4C-F8B7-438B-9B85-CE42A765A33C}"/>
          </ac:spMkLst>
        </pc:spChg>
        <pc:cxnChg chg="add mod">
          <ac:chgData name="parenmacro Hsu" userId="ce0c16d53ddb0f05" providerId="LiveId" clId="{9737E6E1-1AE1-4F87-A968-80341E09D956}" dt="2019-05-25T05:37:09.319" v="655" actId="208"/>
          <ac:cxnSpMkLst>
            <pc:docMk/>
            <pc:sldMk cId="2186761877" sldId="313"/>
            <ac:cxnSpMk id="8" creationId="{2D6A8303-23B0-4DAD-B4C9-69042F76D5B7}"/>
          </ac:cxnSpMkLst>
        </pc:cxnChg>
        <pc:cxnChg chg="add mod">
          <ac:chgData name="parenmacro Hsu" userId="ce0c16d53ddb0f05" providerId="LiveId" clId="{9737E6E1-1AE1-4F87-A968-80341E09D956}" dt="2019-05-25T05:34:58.139" v="585" actId="14100"/>
          <ac:cxnSpMkLst>
            <pc:docMk/>
            <pc:sldMk cId="2186761877" sldId="313"/>
            <ac:cxnSpMk id="32" creationId="{A7AD45C6-FED2-4EE2-A93D-6214F7C79AB4}"/>
          </ac:cxnSpMkLst>
        </pc:cxnChg>
        <pc:cxnChg chg="add mod">
          <ac:chgData name="parenmacro Hsu" userId="ce0c16d53ddb0f05" providerId="LiveId" clId="{9737E6E1-1AE1-4F87-A968-80341E09D956}" dt="2019-05-25T05:35:04.331" v="587" actId="14100"/>
          <ac:cxnSpMkLst>
            <pc:docMk/>
            <pc:sldMk cId="2186761877" sldId="313"/>
            <ac:cxnSpMk id="34" creationId="{D43F5E1E-153C-4207-9C0C-14DE55995C20}"/>
          </ac:cxnSpMkLst>
        </pc:cxnChg>
      </pc:sldChg>
      <pc:sldChg chg="addSp modSp add">
        <pc:chgData name="parenmacro Hsu" userId="ce0c16d53ddb0f05" providerId="LiveId" clId="{9737E6E1-1AE1-4F87-A968-80341E09D956}" dt="2019-05-25T05:36:52.652" v="650" actId="208"/>
        <pc:sldMkLst>
          <pc:docMk/>
          <pc:sldMk cId="370810038" sldId="314"/>
        </pc:sldMkLst>
        <pc:spChg chg="mod">
          <ac:chgData name="parenmacro Hsu" userId="ce0c16d53ddb0f05" providerId="LiveId" clId="{9737E6E1-1AE1-4F87-A968-80341E09D956}" dt="2019-05-25T05:34:38.855" v="578" actId="1076"/>
          <ac:spMkLst>
            <pc:docMk/>
            <pc:sldMk cId="370810038" sldId="314"/>
            <ac:spMk id="24" creationId="{DA7A8CED-50B9-488F-9B0A-5DCEA9EB4C89}"/>
          </ac:spMkLst>
        </pc:spChg>
        <pc:spChg chg="add mod">
          <ac:chgData name="parenmacro Hsu" userId="ce0c16d53ddb0f05" providerId="LiveId" clId="{9737E6E1-1AE1-4F87-A968-80341E09D956}" dt="2019-05-25T05:34:43.180" v="581"/>
          <ac:spMkLst>
            <pc:docMk/>
            <pc:sldMk cId="370810038" sldId="314"/>
            <ac:spMk id="32" creationId="{E074B050-900B-435A-846F-889EFF5AEC5F}"/>
          </ac:spMkLst>
        </pc:spChg>
        <pc:spChg chg="mod">
          <ac:chgData name="parenmacro Hsu" userId="ce0c16d53ddb0f05" providerId="LiveId" clId="{9737E6E1-1AE1-4F87-A968-80341E09D956}" dt="2019-05-25T05:36:25.410" v="644" actId="207"/>
          <ac:spMkLst>
            <pc:docMk/>
            <pc:sldMk cId="370810038" sldId="314"/>
            <ac:spMk id="4099" creationId="{F6668F4C-F8B7-438B-9B85-CE42A765A33C}"/>
          </ac:spMkLst>
        </pc:spChg>
        <pc:cxnChg chg="add mod">
          <ac:chgData name="parenmacro Hsu" userId="ce0c16d53ddb0f05" providerId="LiveId" clId="{9737E6E1-1AE1-4F87-A968-80341E09D956}" dt="2019-05-25T05:36:52.652" v="650" actId="208"/>
          <ac:cxnSpMkLst>
            <pc:docMk/>
            <pc:sldMk cId="370810038" sldId="314"/>
            <ac:cxnSpMk id="7" creationId="{D5293A48-3820-428D-BED9-A4F6123097E9}"/>
          </ac:cxnSpMkLst>
        </pc:cxnChg>
        <pc:cxnChg chg="add mod">
          <ac:chgData name="parenmacro Hsu" userId="ce0c16d53ddb0f05" providerId="LiveId" clId="{9737E6E1-1AE1-4F87-A968-80341E09D956}" dt="2019-05-25T05:34:45.497" v="582" actId="14100"/>
          <ac:cxnSpMkLst>
            <pc:docMk/>
            <pc:sldMk cId="370810038" sldId="314"/>
            <ac:cxnSpMk id="31" creationId="{BF04C4D2-C0B9-403D-8E17-059D07D20892}"/>
          </ac:cxnSpMkLst>
        </pc:cxnChg>
      </pc:sldChg>
      <pc:sldChg chg="modSp add del">
        <pc:chgData name="parenmacro Hsu" userId="ce0c16d53ddb0f05" providerId="LiveId" clId="{9737E6E1-1AE1-4F87-A968-80341E09D956}" dt="2019-05-25T05:37:19.077" v="656" actId="2696"/>
        <pc:sldMkLst>
          <pc:docMk/>
          <pc:sldMk cId="2136938485" sldId="315"/>
        </pc:sldMkLst>
        <pc:spChg chg="mod">
          <ac:chgData name="parenmacro Hsu" userId="ce0c16d53ddb0f05" providerId="LiveId" clId="{9737E6E1-1AE1-4F87-A968-80341E09D956}" dt="2019-05-25T05:35:55.758" v="610" actId="108"/>
          <ac:spMkLst>
            <pc:docMk/>
            <pc:sldMk cId="2136938485" sldId="315"/>
            <ac:spMk id="4099" creationId="{F6668F4C-F8B7-438B-9B85-CE42A765A33C}"/>
          </ac:spMkLst>
        </pc:spChg>
      </pc:sldChg>
      <pc:sldChg chg="add del">
        <pc:chgData name="parenmacro Hsu" userId="ce0c16d53ddb0f05" providerId="LiveId" clId="{9737E6E1-1AE1-4F87-A968-80341E09D956}" dt="2019-05-25T05:35:25.189" v="601" actId="2696"/>
        <pc:sldMkLst>
          <pc:docMk/>
          <pc:sldMk cId="2280801424" sldId="315"/>
        </pc:sldMkLst>
      </pc:sldChg>
      <pc:sldChg chg="modSp add ord">
        <pc:chgData name="parenmacro Hsu" userId="ce0c16d53ddb0f05" providerId="LiveId" clId="{9737E6E1-1AE1-4F87-A968-80341E09D956}" dt="2019-05-25T05:37:35.063" v="660"/>
        <pc:sldMkLst>
          <pc:docMk/>
          <pc:sldMk cId="4292116500" sldId="315"/>
        </pc:sldMkLst>
        <pc:spChg chg="mod">
          <ac:chgData name="parenmacro Hsu" userId="ce0c16d53ddb0f05" providerId="LiveId" clId="{9737E6E1-1AE1-4F87-A968-80341E09D956}" dt="2019-05-25T05:37:29.841" v="658" actId="207"/>
          <ac:spMkLst>
            <pc:docMk/>
            <pc:sldMk cId="4292116500" sldId="315"/>
            <ac:spMk id="24" creationId="{DA7A8CED-50B9-488F-9B0A-5DCEA9EB4C89}"/>
          </ac:spMkLst>
        </pc:spChg>
        <pc:spChg chg="mod">
          <ac:chgData name="parenmacro Hsu" userId="ce0c16d53ddb0f05" providerId="LiveId" clId="{9737E6E1-1AE1-4F87-A968-80341E09D956}" dt="2019-05-25T05:37:32.326" v="659" actId="207"/>
          <ac:spMkLst>
            <pc:docMk/>
            <pc:sldMk cId="4292116500" sldId="315"/>
            <ac:spMk id="30" creationId="{8AD3CCFA-D6C1-4F64-AAC0-D04C787127D5}"/>
          </ac:spMkLst>
        </pc:spChg>
      </pc:sldChg>
      <pc:sldChg chg="modSp add">
        <pc:chgData name="parenmacro Hsu" userId="ce0c16d53ddb0f05" providerId="LiveId" clId="{9737E6E1-1AE1-4F87-A968-80341E09D956}" dt="2019-05-25T05:37:42.267" v="662" actId="207"/>
        <pc:sldMkLst>
          <pc:docMk/>
          <pc:sldMk cId="3631115599" sldId="316"/>
        </pc:sldMkLst>
        <pc:spChg chg="mod">
          <ac:chgData name="parenmacro Hsu" userId="ce0c16d53ddb0f05" providerId="LiveId" clId="{9737E6E1-1AE1-4F87-A968-80341E09D956}" dt="2019-05-25T05:37:42.267" v="662" actId="207"/>
          <ac:spMkLst>
            <pc:docMk/>
            <pc:sldMk cId="3631115599" sldId="316"/>
            <ac:spMk id="24" creationId="{DA7A8CED-50B9-488F-9B0A-5DCEA9EB4C89}"/>
          </ac:spMkLst>
        </pc:spChg>
      </pc:sldChg>
      <pc:sldChg chg="addSp delSp modSp add ord">
        <pc:chgData name="parenmacro Hsu" userId="ce0c16d53ddb0f05" providerId="LiveId" clId="{9737E6E1-1AE1-4F87-A968-80341E09D956}" dt="2019-05-25T06:38:09.968" v="2611" actId="478"/>
        <pc:sldMkLst>
          <pc:docMk/>
          <pc:sldMk cId="2978464355" sldId="317"/>
        </pc:sldMkLst>
        <pc:spChg chg="add mod">
          <ac:chgData name="parenmacro Hsu" userId="ce0c16d53ddb0f05" providerId="LiveId" clId="{9737E6E1-1AE1-4F87-A968-80341E09D956}" dt="2019-05-25T06:14:38.799" v="708" actId="1076"/>
          <ac:spMkLst>
            <pc:docMk/>
            <pc:sldMk cId="2978464355" sldId="317"/>
            <ac:spMk id="2" creationId="{C5B6C76F-386F-4DDC-B776-A864D589E3AA}"/>
          </ac:spMkLst>
        </pc:spChg>
        <pc:spChg chg="add del mod">
          <ac:chgData name="parenmacro Hsu" userId="ce0c16d53ddb0f05" providerId="LiveId" clId="{9737E6E1-1AE1-4F87-A968-80341E09D956}" dt="2019-05-25T06:14:23.785" v="699" actId="478"/>
          <ac:spMkLst>
            <pc:docMk/>
            <pc:sldMk cId="2978464355" sldId="317"/>
            <ac:spMk id="5" creationId="{88A987B6-4DD9-4521-8931-3393498C0480}"/>
          </ac:spMkLst>
        </pc:spChg>
        <pc:spChg chg="add mod">
          <ac:chgData name="parenmacro Hsu" userId="ce0c16d53ddb0f05" providerId="LiveId" clId="{9737E6E1-1AE1-4F87-A968-80341E09D956}" dt="2019-05-25T06:15:42.272" v="732"/>
          <ac:spMkLst>
            <pc:docMk/>
            <pc:sldMk cId="2978464355" sldId="317"/>
            <ac:spMk id="6" creationId="{0A71E5E7-AADA-4BF6-BA5F-D1769F665D04}"/>
          </ac:spMkLst>
        </pc:spChg>
        <pc:spChg chg="add del mod">
          <ac:chgData name="parenmacro Hsu" userId="ce0c16d53ddb0f05" providerId="LiveId" clId="{9737E6E1-1AE1-4F87-A968-80341E09D956}" dt="2019-05-25T06:15:33.906" v="728" actId="478"/>
          <ac:spMkLst>
            <pc:docMk/>
            <pc:sldMk cId="2978464355" sldId="317"/>
            <ac:spMk id="7" creationId="{6E57E044-595F-41E1-AE42-681E6A066D8C}"/>
          </ac:spMkLst>
        </pc:spChg>
        <pc:spChg chg="add mod">
          <ac:chgData name="parenmacro Hsu" userId="ce0c16d53ddb0f05" providerId="LiveId" clId="{9737E6E1-1AE1-4F87-A968-80341E09D956}" dt="2019-05-25T06:15:45.455" v="736"/>
          <ac:spMkLst>
            <pc:docMk/>
            <pc:sldMk cId="2978464355" sldId="317"/>
            <ac:spMk id="8" creationId="{24A4B17F-45A5-49B3-B035-59356F7511B9}"/>
          </ac:spMkLst>
        </pc:spChg>
        <pc:spChg chg="add del mod">
          <ac:chgData name="parenmacro Hsu" userId="ce0c16d53ddb0f05" providerId="LiveId" clId="{9737E6E1-1AE1-4F87-A968-80341E09D956}" dt="2019-05-25T06:15:22.740" v="724" actId="478"/>
          <ac:spMkLst>
            <pc:docMk/>
            <pc:sldMk cId="2978464355" sldId="317"/>
            <ac:spMk id="9" creationId="{751BAABA-8D53-4D82-B1FE-4E22EACEF8D8}"/>
          </ac:spMkLst>
        </pc:spChg>
        <pc:spChg chg="add del mod">
          <ac:chgData name="parenmacro Hsu" userId="ce0c16d53ddb0f05" providerId="LiveId" clId="{9737E6E1-1AE1-4F87-A968-80341E09D956}" dt="2019-05-25T06:15:32.555" v="727" actId="478"/>
          <ac:spMkLst>
            <pc:docMk/>
            <pc:sldMk cId="2978464355" sldId="317"/>
            <ac:spMk id="10" creationId="{29751D7F-EAEB-4F0F-B976-C76424B9C47C}"/>
          </ac:spMkLst>
        </pc:spChg>
        <pc:spChg chg="add del mod">
          <ac:chgData name="parenmacro Hsu" userId="ce0c16d53ddb0f05" providerId="LiveId" clId="{9737E6E1-1AE1-4F87-A968-80341E09D956}" dt="2019-05-25T06:15:32.555" v="727" actId="478"/>
          <ac:spMkLst>
            <pc:docMk/>
            <pc:sldMk cId="2978464355" sldId="317"/>
            <ac:spMk id="11" creationId="{EAF95679-D14D-41E8-99AC-7CFAA047D253}"/>
          </ac:spMkLst>
        </pc:spChg>
        <pc:spChg chg="add mod">
          <ac:chgData name="parenmacro Hsu" userId="ce0c16d53ddb0f05" providerId="LiveId" clId="{9737E6E1-1AE1-4F87-A968-80341E09D956}" dt="2019-05-25T06:15:50.848" v="744"/>
          <ac:spMkLst>
            <pc:docMk/>
            <pc:sldMk cId="2978464355" sldId="317"/>
            <ac:spMk id="12" creationId="{28A5798F-8AA9-4FAE-A5D9-7B766BD0F883}"/>
          </ac:spMkLst>
        </pc:spChg>
        <pc:spChg chg="add mod">
          <ac:chgData name="parenmacro Hsu" userId="ce0c16d53ddb0f05" providerId="LiveId" clId="{9737E6E1-1AE1-4F87-A968-80341E09D956}" dt="2019-05-25T06:15:52.063" v="746"/>
          <ac:spMkLst>
            <pc:docMk/>
            <pc:sldMk cId="2978464355" sldId="317"/>
            <ac:spMk id="13" creationId="{84D983B7-4D95-42AF-B482-03F726F92068}"/>
          </ac:spMkLst>
        </pc:spChg>
        <pc:spChg chg="add mod">
          <ac:chgData name="parenmacro Hsu" userId="ce0c16d53ddb0f05" providerId="LiveId" clId="{9737E6E1-1AE1-4F87-A968-80341E09D956}" dt="2019-05-25T06:15:46.428" v="738"/>
          <ac:spMkLst>
            <pc:docMk/>
            <pc:sldMk cId="2978464355" sldId="317"/>
            <ac:spMk id="14" creationId="{4B7A6B8A-A933-4084-BA83-C7912B0EADE4}"/>
          </ac:spMkLst>
        </pc:spChg>
        <pc:spChg chg="add mod">
          <ac:chgData name="parenmacro Hsu" userId="ce0c16d53ddb0f05" providerId="LiveId" clId="{9737E6E1-1AE1-4F87-A968-80341E09D956}" dt="2019-05-25T06:15:53.894" v="749"/>
          <ac:spMkLst>
            <pc:docMk/>
            <pc:sldMk cId="2978464355" sldId="317"/>
            <ac:spMk id="15" creationId="{B4A5F670-8A75-4C5F-BFBC-797F4FB26732}"/>
          </ac:spMkLst>
        </pc:spChg>
        <pc:spChg chg="add mod">
          <ac:chgData name="parenmacro Hsu" userId="ce0c16d53ddb0f05" providerId="LiveId" clId="{9737E6E1-1AE1-4F87-A968-80341E09D956}" dt="2019-05-25T06:15:55.240" v="751"/>
          <ac:spMkLst>
            <pc:docMk/>
            <pc:sldMk cId="2978464355" sldId="317"/>
            <ac:spMk id="16" creationId="{AAC5EDE2-70B2-414C-AD82-0B6E80A19C5D}"/>
          </ac:spMkLst>
        </pc:spChg>
        <pc:spChg chg="add mod">
          <ac:chgData name="parenmacro Hsu" userId="ce0c16d53ddb0f05" providerId="LiveId" clId="{9737E6E1-1AE1-4F87-A968-80341E09D956}" dt="2019-05-25T06:15:44.072" v="734"/>
          <ac:spMkLst>
            <pc:docMk/>
            <pc:sldMk cId="2978464355" sldId="317"/>
            <ac:spMk id="17" creationId="{74DEB6E7-6C24-4C9D-BCA3-72FA20F6FB70}"/>
          </ac:spMkLst>
        </pc:spChg>
        <pc:spChg chg="add mod">
          <ac:chgData name="parenmacro Hsu" userId="ce0c16d53ddb0f05" providerId="LiveId" clId="{9737E6E1-1AE1-4F87-A968-80341E09D956}" dt="2019-05-25T06:15:47.621" v="740"/>
          <ac:spMkLst>
            <pc:docMk/>
            <pc:sldMk cId="2978464355" sldId="317"/>
            <ac:spMk id="18" creationId="{2897B1BB-B26A-4AD0-90BA-9018B9349C6A}"/>
          </ac:spMkLst>
        </pc:spChg>
        <pc:spChg chg="add mod">
          <ac:chgData name="parenmacro Hsu" userId="ce0c16d53ddb0f05" providerId="LiveId" clId="{9737E6E1-1AE1-4F87-A968-80341E09D956}" dt="2019-05-25T06:15:56.101" v="754"/>
          <ac:spMkLst>
            <pc:docMk/>
            <pc:sldMk cId="2978464355" sldId="317"/>
            <ac:spMk id="19" creationId="{53F79CEA-6B6C-40FD-95F1-2409A6592FEA}"/>
          </ac:spMkLst>
        </pc:spChg>
        <pc:spChg chg="add mod">
          <ac:chgData name="parenmacro Hsu" userId="ce0c16d53ddb0f05" providerId="LiveId" clId="{9737E6E1-1AE1-4F87-A968-80341E09D956}" dt="2019-05-25T06:15:57.447" v="757"/>
          <ac:spMkLst>
            <pc:docMk/>
            <pc:sldMk cId="2978464355" sldId="317"/>
            <ac:spMk id="20" creationId="{80CFF65B-CAA1-459B-9349-96DC6DC1E36E}"/>
          </ac:spMkLst>
        </pc:spChg>
        <pc:spChg chg="add mod">
          <ac:chgData name="parenmacro Hsu" userId="ce0c16d53ddb0f05" providerId="LiveId" clId="{9737E6E1-1AE1-4F87-A968-80341E09D956}" dt="2019-05-25T06:15:49.007" v="742"/>
          <ac:spMkLst>
            <pc:docMk/>
            <pc:sldMk cId="2978464355" sldId="317"/>
            <ac:spMk id="21" creationId="{AC7398C9-200D-43DE-B5FA-33CA8A79F980}"/>
          </ac:spMkLst>
        </pc:spChg>
        <pc:spChg chg="add mod">
          <ac:chgData name="parenmacro Hsu" userId="ce0c16d53ddb0f05" providerId="LiveId" clId="{9737E6E1-1AE1-4F87-A968-80341E09D956}" dt="2019-05-25T06:15:58.766" v="760"/>
          <ac:spMkLst>
            <pc:docMk/>
            <pc:sldMk cId="2978464355" sldId="317"/>
            <ac:spMk id="22" creationId="{D25BCE8D-D30A-4EA1-8F6B-73495B3829CA}"/>
          </ac:spMkLst>
        </pc:spChg>
        <pc:spChg chg="add mod">
          <ac:chgData name="parenmacro Hsu" userId="ce0c16d53ddb0f05" providerId="LiveId" clId="{9737E6E1-1AE1-4F87-A968-80341E09D956}" dt="2019-05-25T06:16:00.483" v="763"/>
          <ac:spMkLst>
            <pc:docMk/>
            <pc:sldMk cId="2978464355" sldId="317"/>
            <ac:spMk id="23" creationId="{0CE78995-30A5-473C-BCB3-AA65F9A1FF0D}"/>
          </ac:spMkLst>
        </pc:spChg>
        <pc:spChg chg="add mod">
          <ac:chgData name="parenmacro Hsu" userId="ce0c16d53ddb0f05" providerId="LiveId" clId="{9737E6E1-1AE1-4F87-A968-80341E09D956}" dt="2019-05-25T06:18:12.607" v="802"/>
          <ac:spMkLst>
            <pc:docMk/>
            <pc:sldMk cId="2978464355" sldId="317"/>
            <ac:spMk id="53" creationId="{93BC6394-BAA1-4241-A13E-5ED1FA8C96C7}"/>
          </ac:spMkLst>
        </pc:spChg>
        <pc:spChg chg="add mod">
          <ac:chgData name="parenmacro Hsu" userId="ce0c16d53ddb0f05" providerId="LiveId" clId="{9737E6E1-1AE1-4F87-A968-80341E09D956}" dt="2019-05-25T06:18:22.548" v="804"/>
          <ac:spMkLst>
            <pc:docMk/>
            <pc:sldMk cId="2978464355" sldId="317"/>
            <ac:spMk id="54" creationId="{471F774A-6B16-4A62-9E74-03939FA24299}"/>
          </ac:spMkLst>
        </pc:spChg>
        <pc:spChg chg="add mod">
          <ac:chgData name="parenmacro Hsu" userId="ce0c16d53ddb0f05" providerId="LiveId" clId="{9737E6E1-1AE1-4F87-A968-80341E09D956}" dt="2019-05-25T06:18:26.849" v="807"/>
          <ac:spMkLst>
            <pc:docMk/>
            <pc:sldMk cId="2978464355" sldId="317"/>
            <ac:spMk id="55" creationId="{796226E8-7F16-4585-9F4C-9839A66D9EDD}"/>
          </ac:spMkLst>
        </pc:spChg>
        <pc:spChg chg="add mod">
          <ac:chgData name="parenmacro Hsu" userId="ce0c16d53ddb0f05" providerId="LiveId" clId="{9737E6E1-1AE1-4F87-A968-80341E09D956}" dt="2019-05-25T06:18:32.447" v="815"/>
          <ac:spMkLst>
            <pc:docMk/>
            <pc:sldMk cId="2978464355" sldId="317"/>
            <ac:spMk id="56" creationId="{055C9D2D-A36E-41E8-BEE6-FFCDCC35B758}"/>
          </ac:spMkLst>
        </pc:spChg>
        <pc:spChg chg="add mod">
          <ac:chgData name="parenmacro Hsu" userId="ce0c16d53ddb0f05" providerId="LiveId" clId="{9737E6E1-1AE1-4F87-A968-80341E09D956}" dt="2019-05-25T06:18:40.108" v="818"/>
          <ac:spMkLst>
            <pc:docMk/>
            <pc:sldMk cId="2978464355" sldId="317"/>
            <ac:spMk id="57" creationId="{B88E7D58-8A68-4D94-826E-7DCD2DB20F13}"/>
          </ac:spMkLst>
        </pc:spChg>
        <pc:spChg chg="add mod">
          <ac:chgData name="parenmacro Hsu" userId="ce0c16d53ddb0f05" providerId="LiveId" clId="{9737E6E1-1AE1-4F87-A968-80341E09D956}" dt="2019-05-25T06:18:44.791" v="823"/>
          <ac:spMkLst>
            <pc:docMk/>
            <pc:sldMk cId="2978464355" sldId="317"/>
            <ac:spMk id="58" creationId="{6685B1BD-1C53-4C5C-B950-818A2E75B629}"/>
          </ac:spMkLst>
        </pc:spChg>
        <pc:spChg chg="add mod">
          <ac:chgData name="parenmacro Hsu" userId="ce0c16d53ddb0f05" providerId="LiveId" clId="{9737E6E1-1AE1-4F87-A968-80341E09D956}" dt="2019-05-25T06:18:52.901" v="826"/>
          <ac:spMkLst>
            <pc:docMk/>
            <pc:sldMk cId="2978464355" sldId="317"/>
            <ac:spMk id="59" creationId="{A0D0C70B-5EC2-42E3-873D-4BFB2BADECBD}"/>
          </ac:spMkLst>
        </pc:spChg>
        <pc:spChg chg="add mod">
          <ac:chgData name="parenmacro Hsu" userId="ce0c16d53ddb0f05" providerId="LiveId" clId="{9737E6E1-1AE1-4F87-A968-80341E09D956}" dt="2019-05-25T06:19:09.286" v="839"/>
          <ac:spMkLst>
            <pc:docMk/>
            <pc:sldMk cId="2978464355" sldId="317"/>
            <ac:spMk id="60" creationId="{85FAA642-DD10-4387-810A-A04BBA6CC8C9}"/>
          </ac:spMkLst>
        </pc:spChg>
        <pc:spChg chg="add mod">
          <ac:chgData name="parenmacro Hsu" userId="ce0c16d53ddb0f05" providerId="LiveId" clId="{9737E6E1-1AE1-4F87-A968-80341E09D956}" dt="2019-05-25T06:19:12.468" v="846"/>
          <ac:spMkLst>
            <pc:docMk/>
            <pc:sldMk cId="2978464355" sldId="317"/>
            <ac:spMk id="61" creationId="{34372670-4B86-43D9-9A49-F5AE1523DAE1}"/>
          </ac:spMkLst>
        </pc:spChg>
        <pc:spChg chg="add mod">
          <ac:chgData name="parenmacro Hsu" userId="ce0c16d53ddb0f05" providerId="LiveId" clId="{9737E6E1-1AE1-4F87-A968-80341E09D956}" dt="2019-05-25T06:19:15.189" v="850"/>
          <ac:spMkLst>
            <pc:docMk/>
            <pc:sldMk cId="2978464355" sldId="317"/>
            <ac:spMk id="62" creationId="{BD79FF43-3472-48B4-8A9E-C1221291BD26}"/>
          </ac:spMkLst>
        </pc:spChg>
        <pc:spChg chg="add mod">
          <ac:chgData name="parenmacro Hsu" userId="ce0c16d53ddb0f05" providerId="LiveId" clId="{9737E6E1-1AE1-4F87-A968-80341E09D956}" dt="2019-05-25T06:18:59.101" v="831" actId="571"/>
          <ac:spMkLst>
            <pc:docMk/>
            <pc:sldMk cId="2978464355" sldId="317"/>
            <ac:spMk id="64" creationId="{2BED72F3-5C4A-4931-9BC5-C917260B0D73}"/>
          </ac:spMkLst>
        </pc:spChg>
        <pc:spChg chg="add mod">
          <ac:chgData name="parenmacro Hsu" userId="ce0c16d53ddb0f05" providerId="LiveId" clId="{9737E6E1-1AE1-4F87-A968-80341E09D956}" dt="2019-05-25T06:18:59.101" v="831" actId="571"/>
          <ac:spMkLst>
            <pc:docMk/>
            <pc:sldMk cId="2978464355" sldId="317"/>
            <ac:spMk id="65" creationId="{6545344B-208E-4D07-8F59-2CBCB833FD51}"/>
          </ac:spMkLst>
        </pc:spChg>
        <pc:spChg chg="add mod">
          <ac:chgData name="parenmacro Hsu" userId="ce0c16d53ddb0f05" providerId="LiveId" clId="{9737E6E1-1AE1-4F87-A968-80341E09D956}" dt="2019-05-25T06:19:16.599" v="854"/>
          <ac:spMkLst>
            <pc:docMk/>
            <pc:sldMk cId="2978464355" sldId="317"/>
            <ac:spMk id="66" creationId="{3934F855-1CB3-45E8-BE1E-EA8232A70B73}"/>
          </ac:spMkLst>
        </pc:spChg>
        <pc:spChg chg="add mod">
          <ac:chgData name="parenmacro Hsu" userId="ce0c16d53ddb0f05" providerId="LiveId" clId="{9737E6E1-1AE1-4F87-A968-80341E09D956}" dt="2019-05-25T06:19:18.132" v="858"/>
          <ac:spMkLst>
            <pc:docMk/>
            <pc:sldMk cId="2978464355" sldId="317"/>
            <ac:spMk id="67" creationId="{F23D3963-3DA0-4BF4-98A2-6BBED21DDF66}"/>
          </ac:spMkLst>
        </pc:spChg>
        <pc:spChg chg="add mod">
          <ac:chgData name="parenmacro Hsu" userId="ce0c16d53ddb0f05" providerId="LiveId" clId="{9737E6E1-1AE1-4F87-A968-80341E09D956}" dt="2019-05-25T06:19:19.812" v="862"/>
          <ac:spMkLst>
            <pc:docMk/>
            <pc:sldMk cId="2978464355" sldId="317"/>
            <ac:spMk id="68" creationId="{14B482E4-1078-4A72-A34D-4CDCE318794C}"/>
          </ac:spMkLst>
        </pc:spChg>
        <pc:spChg chg="add mod">
          <ac:chgData name="parenmacro Hsu" userId="ce0c16d53ddb0f05" providerId="LiveId" clId="{9737E6E1-1AE1-4F87-A968-80341E09D956}" dt="2019-05-25T06:19:22.404" v="866"/>
          <ac:spMkLst>
            <pc:docMk/>
            <pc:sldMk cId="2978464355" sldId="317"/>
            <ac:spMk id="69" creationId="{21A8288B-B82B-44D3-A3E6-A992123CC647}"/>
          </ac:spMkLst>
        </pc:spChg>
        <pc:spChg chg="mod">
          <ac:chgData name="parenmacro Hsu" userId="ce0c16d53ddb0f05" providerId="LiveId" clId="{9737E6E1-1AE1-4F87-A968-80341E09D956}" dt="2019-05-25T06:37:40.765" v="2606"/>
          <ac:spMkLst>
            <pc:docMk/>
            <pc:sldMk cId="2978464355" sldId="317"/>
            <ac:spMk id="4099" creationId="{F6668F4C-F8B7-438B-9B85-CE42A765A33C}"/>
          </ac:spMkLst>
        </pc:spChg>
        <pc:spChg chg="add mod">
          <ac:chgData name="parenmacro Hsu" userId="ce0c16d53ddb0f05" providerId="LiveId" clId="{9737E6E1-1AE1-4F87-A968-80341E09D956}" dt="2019-05-25T06:17:56.019" v="796"/>
          <ac:spMkLst>
            <pc:docMk/>
            <pc:sldMk cId="2978464355" sldId="317"/>
            <ac:spMk id="4116" creationId="{20348D9F-1EA7-4BB2-BFE8-31E2D2E5CF9F}"/>
          </ac:spMkLst>
        </pc:spChg>
        <pc:spChg chg="add mod">
          <ac:chgData name="parenmacro Hsu" userId="ce0c16d53ddb0f05" providerId="LiveId" clId="{9737E6E1-1AE1-4F87-A968-80341E09D956}" dt="2019-05-25T06:19:45.869" v="870" actId="1582"/>
          <ac:spMkLst>
            <pc:docMk/>
            <pc:sldMk cId="2978464355" sldId="317"/>
            <ac:spMk id="4118" creationId="{1914A3E9-A800-4368-91DA-4CB8949E6C74}"/>
          </ac:spMkLst>
        </pc:spChg>
        <pc:spChg chg="add mod">
          <ac:chgData name="parenmacro Hsu" userId="ce0c16d53ddb0f05" providerId="LiveId" clId="{9737E6E1-1AE1-4F87-A968-80341E09D956}" dt="2019-05-25T06:20:09.387" v="911" actId="1076"/>
          <ac:spMkLst>
            <pc:docMk/>
            <pc:sldMk cId="2978464355" sldId="317"/>
            <ac:spMk id="4119" creationId="{39C216DF-1A2C-4848-9BF6-4BB8ED53B081}"/>
          </ac:spMkLst>
        </pc:spChg>
        <pc:spChg chg="add del mod">
          <ac:chgData name="parenmacro Hsu" userId="ce0c16d53ddb0f05" providerId="LiveId" clId="{9737E6E1-1AE1-4F87-A968-80341E09D956}" dt="2019-05-25T06:38:09.968" v="2611" actId="478"/>
          <ac:spMkLst>
            <pc:docMk/>
            <pc:sldMk cId="2978464355" sldId="317"/>
            <ac:spMk id="4120" creationId="{D25DD878-8865-4C07-8FC1-9664A227C3D9}"/>
          </ac:spMkLst>
        </pc:spChg>
        <pc:graphicFrameChg chg="add mod">
          <ac:chgData name="parenmacro Hsu" userId="ce0c16d53ddb0f05" providerId="LiveId" clId="{9737E6E1-1AE1-4F87-A968-80341E09D956}" dt="2019-05-25T06:36:41.190" v="2554" actId="1076"/>
          <ac:graphicFrameMkLst>
            <pc:docMk/>
            <pc:sldMk cId="2978464355" sldId="317"/>
            <ac:graphicFrameMk id="72" creationId="{AAA0D7AC-687D-45E4-8AD5-C344E77DC395}"/>
          </ac:graphicFrameMkLst>
        </pc:graphicFrameChg>
        <pc:cxnChg chg="add mod">
          <ac:chgData name="parenmacro Hsu" userId="ce0c16d53ddb0f05" providerId="LiveId" clId="{9737E6E1-1AE1-4F87-A968-80341E09D956}" dt="2019-05-25T06:16:21.746" v="764" actId="11529"/>
          <ac:cxnSpMkLst>
            <pc:docMk/>
            <pc:sldMk cId="2978464355" sldId="317"/>
            <ac:cxnSpMk id="4" creationId="{850AE454-5675-4FDC-85E7-4AD36E248056}"/>
          </ac:cxnSpMkLst>
        </pc:cxnChg>
        <pc:cxnChg chg="add mod">
          <ac:chgData name="parenmacro Hsu" userId="ce0c16d53ddb0f05" providerId="LiveId" clId="{9737E6E1-1AE1-4F87-A968-80341E09D956}" dt="2019-05-25T06:16:26.601" v="765" actId="11529"/>
          <ac:cxnSpMkLst>
            <pc:docMk/>
            <pc:sldMk cId="2978464355" sldId="317"/>
            <ac:cxnSpMk id="25" creationId="{4F8077E7-BBCC-4A07-A555-181D84AEE9E1}"/>
          </ac:cxnSpMkLst>
        </pc:cxnChg>
        <pc:cxnChg chg="add mod">
          <ac:chgData name="parenmacro Hsu" userId="ce0c16d53ddb0f05" providerId="LiveId" clId="{9737E6E1-1AE1-4F87-A968-80341E09D956}" dt="2019-05-25T06:16:31.890" v="766" actId="11529"/>
          <ac:cxnSpMkLst>
            <pc:docMk/>
            <pc:sldMk cId="2978464355" sldId="317"/>
            <ac:cxnSpMk id="27" creationId="{9D5B2303-FFDB-4831-88DE-7845A432B0E9}"/>
          </ac:cxnSpMkLst>
        </pc:cxnChg>
        <pc:cxnChg chg="add mod">
          <ac:chgData name="parenmacro Hsu" userId="ce0c16d53ddb0f05" providerId="LiveId" clId="{9737E6E1-1AE1-4F87-A968-80341E09D956}" dt="2019-05-25T06:16:36.402" v="767" actId="11529"/>
          <ac:cxnSpMkLst>
            <pc:docMk/>
            <pc:sldMk cId="2978464355" sldId="317"/>
            <ac:cxnSpMk id="29" creationId="{B8BCA63B-7E3F-4E50-988A-F41BE0A7DA26}"/>
          </ac:cxnSpMkLst>
        </pc:cxnChg>
        <pc:cxnChg chg="add mod">
          <ac:chgData name="parenmacro Hsu" userId="ce0c16d53ddb0f05" providerId="LiveId" clId="{9737E6E1-1AE1-4F87-A968-80341E09D956}" dt="2019-05-25T06:16:41.769" v="768" actId="11529"/>
          <ac:cxnSpMkLst>
            <pc:docMk/>
            <pc:sldMk cId="2978464355" sldId="317"/>
            <ac:cxnSpMk id="31" creationId="{BC3704D4-0CE2-4C7E-98D1-A355F20BF121}"/>
          </ac:cxnSpMkLst>
        </pc:cxnChg>
        <pc:cxnChg chg="add mod">
          <ac:chgData name="parenmacro Hsu" userId="ce0c16d53ddb0f05" providerId="LiveId" clId="{9737E6E1-1AE1-4F87-A968-80341E09D956}" dt="2019-05-25T06:16:46.538" v="769" actId="11529"/>
          <ac:cxnSpMkLst>
            <pc:docMk/>
            <pc:sldMk cId="2978464355" sldId="317"/>
            <ac:cxnSpMk id="4097" creationId="{8D519409-BE2B-4643-BECA-0911C723EFCD}"/>
          </ac:cxnSpMkLst>
        </pc:cxnChg>
        <pc:cxnChg chg="add mod">
          <ac:chgData name="parenmacro Hsu" userId="ce0c16d53ddb0f05" providerId="LiveId" clId="{9737E6E1-1AE1-4F87-A968-80341E09D956}" dt="2019-05-25T06:16:52.313" v="770" actId="11529"/>
          <ac:cxnSpMkLst>
            <pc:docMk/>
            <pc:sldMk cId="2978464355" sldId="317"/>
            <ac:cxnSpMk id="4101" creationId="{5A503686-DAB9-4BCD-9192-68CAFB2B93B7}"/>
          </ac:cxnSpMkLst>
        </pc:cxnChg>
        <pc:cxnChg chg="add mod">
          <ac:chgData name="parenmacro Hsu" userId="ce0c16d53ddb0f05" providerId="LiveId" clId="{9737E6E1-1AE1-4F87-A968-80341E09D956}" dt="2019-05-25T06:16:57.489" v="771" actId="11529"/>
          <ac:cxnSpMkLst>
            <pc:docMk/>
            <pc:sldMk cId="2978464355" sldId="317"/>
            <ac:cxnSpMk id="4103" creationId="{A05A3529-647E-43FC-83FE-079028A3280E}"/>
          </ac:cxnSpMkLst>
        </pc:cxnChg>
        <pc:cxnChg chg="add mod">
          <ac:chgData name="parenmacro Hsu" userId="ce0c16d53ddb0f05" providerId="LiveId" clId="{9737E6E1-1AE1-4F87-A968-80341E09D956}" dt="2019-05-25T06:17:01.994" v="772" actId="11529"/>
          <ac:cxnSpMkLst>
            <pc:docMk/>
            <pc:sldMk cId="2978464355" sldId="317"/>
            <ac:cxnSpMk id="4105" creationId="{89A82FA7-C7D5-465E-99F4-465CD3EE26B3}"/>
          </ac:cxnSpMkLst>
        </pc:cxnChg>
        <pc:cxnChg chg="add mod">
          <ac:chgData name="parenmacro Hsu" userId="ce0c16d53ddb0f05" providerId="LiveId" clId="{9737E6E1-1AE1-4F87-A968-80341E09D956}" dt="2019-05-25T06:17:06.394" v="773" actId="11529"/>
          <ac:cxnSpMkLst>
            <pc:docMk/>
            <pc:sldMk cId="2978464355" sldId="317"/>
            <ac:cxnSpMk id="4107" creationId="{11769B98-9686-4B44-94E0-F9123DD9669D}"/>
          </ac:cxnSpMkLst>
        </pc:cxnChg>
        <pc:cxnChg chg="add mod">
          <ac:chgData name="parenmacro Hsu" userId="ce0c16d53ddb0f05" providerId="LiveId" clId="{9737E6E1-1AE1-4F87-A968-80341E09D956}" dt="2019-05-25T06:17:10.514" v="774" actId="11529"/>
          <ac:cxnSpMkLst>
            <pc:docMk/>
            <pc:sldMk cId="2978464355" sldId="317"/>
            <ac:cxnSpMk id="4109" creationId="{47CA872F-CA5B-472C-9910-7DAFDDD9B10D}"/>
          </ac:cxnSpMkLst>
        </pc:cxnChg>
        <pc:cxnChg chg="add mod">
          <ac:chgData name="parenmacro Hsu" userId="ce0c16d53ddb0f05" providerId="LiveId" clId="{9737E6E1-1AE1-4F87-A968-80341E09D956}" dt="2019-05-25T06:17:14.393" v="775" actId="11529"/>
          <ac:cxnSpMkLst>
            <pc:docMk/>
            <pc:sldMk cId="2978464355" sldId="317"/>
            <ac:cxnSpMk id="4111" creationId="{B33115C2-9752-4B0E-B114-ABAB397DED48}"/>
          </ac:cxnSpMkLst>
        </pc:cxnChg>
        <pc:cxnChg chg="add mod">
          <ac:chgData name="parenmacro Hsu" userId="ce0c16d53ddb0f05" providerId="LiveId" clId="{9737E6E1-1AE1-4F87-A968-80341E09D956}" dt="2019-05-25T06:17:19.330" v="776" actId="11529"/>
          <ac:cxnSpMkLst>
            <pc:docMk/>
            <pc:sldMk cId="2978464355" sldId="317"/>
            <ac:cxnSpMk id="4113" creationId="{FA3D8BB7-0CEA-4794-A91A-B7FEED8B3CED}"/>
          </ac:cxnSpMkLst>
        </pc:cxnChg>
        <pc:cxnChg chg="add mod">
          <ac:chgData name="parenmacro Hsu" userId="ce0c16d53ddb0f05" providerId="LiveId" clId="{9737E6E1-1AE1-4F87-A968-80341E09D956}" dt="2019-05-25T06:17:24.065" v="777" actId="11529"/>
          <ac:cxnSpMkLst>
            <pc:docMk/>
            <pc:sldMk cId="2978464355" sldId="317"/>
            <ac:cxnSpMk id="4115" creationId="{4C4F9573-708B-4F0F-943B-2D2DEA9BE0EB}"/>
          </ac:cxnSpMkLst>
        </pc:cxnChg>
      </pc:sldChg>
      <pc:sldChg chg="addSp delSp modSp add ord">
        <pc:chgData name="parenmacro Hsu" userId="ce0c16d53ddb0f05" providerId="LiveId" clId="{9737E6E1-1AE1-4F87-A968-80341E09D956}" dt="2019-05-25T06:33:40.328" v="2427" actId="478"/>
        <pc:sldMkLst>
          <pc:docMk/>
          <pc:sldMk cId="675683243" sldId="318"/>
        </pc:sldMkLst>
        <pc:spChg chg="del mod">
          <ac:chgData name="parenmacro Hsu" userId="ce0c16d53ddb0f05" providerId="LiveId" clId="{9737E6E1-1AE1-4F87-A968-80341E09D956}" dt="2019-05-25T06:23:07.793" v="1434" actId="478"/>
          <ac:spMkLst>
            <pc:docMk/>
            <pc:sldMk cId="675683243" sldId="318"/>
            <ac:spMk id="2" creationId="{C5B6C76F-386F-4DDC-B776-A864D589E3AA}"/>
          </ac:spMkLst>
        </pc:spChg>
        <pc:spChg chg="del mod">
          <ac:chgData name="parenmacro Hsu" userId="ce0c16d53ddb0f05" providerId="LiveId" clId="{9737E6E1-1AE1-4F87-A968-80341E09D956}" dt="2019-05-25T06:23:07.793" v="1434" actId="478"/>
          <ac:spMkLst>
            <pc:docMk/>
            <pc:sldMk cId="675683243" sldId="318"/>
            <ac:spMk id="6" creationId="{0A71E5E7-AADA-4BF6-BA5F-D1769F665D04}"/>
          </ac:spMkLst>
        </pc:spChg>
        <pc:spChg chg="del mod">
          <ac:chgData name="parenmacro Hsu" userId="ce0c16d53ddb0f05" providerId="LiveId" clId="{9737E6E1-1AE1-4F87-A968-80341E09D956}" dt="2019-05-25T06:23:07.793" v="1434" actId="478"/>
          <ac:spMkLst>
            <pc:docMk/>
            <pc:sldMk cId="675683243" sldId="318"/>
            <ac:spMk id="8" creationId="{24A4B17F-45A5-49B3-B035-59356F7511B9}"/>
          </ac:spMkLst>
        </pc:spChg>
        <pc:spChg chg="del mod">
          <ac:chgData name="parenmacro Hsu" userId="ce0c16d53ddb0f05" providerId="LiveId" clId="{9737E6E1-1AE1-4F87-A968-80341E09D956}" dt="2019-05-25T06:23:07.793" v="1434" actId="478"/>
          <ac:spMkLst>
            <pc:docMk/>
            <pc:sldMk cId="675683243" sldId="318"/>
            <ac:spMk id="12" creationId="{28A5798F-8AA9-4FAE-A5D9-7B766BD0F883}"/>
          </ac:spMkLst>
        </pc:spChg>
        <pc:spChg chg="del mod">
          <ac:chgData name="parenmacro Hsu" userId="ce0c16d53ddb0f05" providerId="LiveId" clId="{9737E6E1-1AE1-4F87-A968-80341E09D956}" dt="2019-05-25T06:23:07.793" v="1434" actId="478"/>
          <ac:spMkLst>
            <pc:docMk/>
            <pc:sldMk cId="675683243" sldId="318"/>
            <ac:spMk id="13" creationId="{84D983B7-4D95-42AF-B482-03F726F92068}"/>
          </ac:spMkLst>
        </pc:spChg>
        <pc:spChg chg="del mod">
          <ac:chgData name="parenmacro Hsu" userId="ce0c16d53ddb0f05" providerId="LiveId" clId="{9737E6E1-1AE1-4F87-A968-80341E09D956}" dt="2019-05-25T06:23:07.793" v="1434" actId="478"/>
          <ac:spMkLst>
            <pc:docMk/>
            <pc:sldMk cId="675683243" sldId="318"/>
            <ac:spMk id="14" creationId="{4B7A6B8A-A933-4084-BA83-C7912B0EADE4}"/>
          </ac:spMkLst>
        </pc:spChg>
        <pc:spChg chg="del mod">
          <ac:chgData name="parenmacro Hsu" userId="ce0c16d53ddb0f05" providerId="LiveId" clId="{9737E6E1-1AE1-4F87-A968-80341E09D956}" dt="2019-05-25T06:23:07.793" v="1434" actId="478"/>
          <ac:spMkLst>
            <pc:docMk/>
            <pc:sldMk cId="675683243" sldId="318"/>
            <ac:spMk id="15" creationId="{B4A5F670-8A75-4C5F-BFBC-797F4FB26732}"/>
          </ac:spMkLst>
        </pc:spChg>
        <pc:spChg chg="del mod">
          <ac:chgData name="parenmacro Hsu" userId="ce0c16d53ddb0f05" providerId="LiveId" clId="{9737E6E1-1AE1-4F87-A968-80341E09D956}" dt="2019-05-25T06:23:07.793" v="1434" actId="478"/>
          <ac:spMkLst>
            <pc:docMk/>
            <pc:sldMk cId="675683243" sldId="318"/>
            <ac:spMk id="16" creationId="{AAC5EDE2-70B2-414C-AD82-0B6E80A19C5D}"/>
          </ac:spMkLst>
        </pc:spChg>
        <pc:spChg chg="del mod">
          <ac:chgData name="parenmacro Hsu" userId="ce0c16d53ddb0f05" providerId="LiveId" clId="{9737E6E1-1AE1-4F87-A968-80341E09D956}" dt="2019-05-25T06:23:07.793" v="1434" actId="478"/>
          <ac:spMkLst>
            <pc:docMk/>
            <pc:sldMk cId="675683243" sldId="318"/>
            <ac:spMk id="17" creationId="{74DEB6E7-6C24-4C9D-BCA3-72FA20F6FB70}"/>
          </ac:spMkLst>
        </pc:spChg>
        <pc:spChg chg="del mod">
          <ac:chgData name="parenmacro Hsu" userId="ce0c16d53ddb0f05" providerId="LiveId" clId="{9737E6E1-1AE1-4F87-A968-80341E09D956}" dt="2019-05-25T06:23:07.793" v="1434" actId="478"/>
          <ac:spMkLst>
            <pc:docMk/>
            <pc:sldMk cId="675683243" sldId="318"/>
            <ac:spMk id="18" creationId="{2897B1BB-B26A-4AD0-90BA-9018B9349C6A}"/>
          </ac:spMkLst>
        </pc:spChg>
        <pc:spChg chg="del mod">
          <ac:chgData name="parenmacro Hsu" userId="ce0c16d53ddb0f05" providerId="LiveId" clId="{9737E6E1-1AE1-4F87-A968-80341E09D956}" dt="2019-05-25T06:23:07.793" v="1434" actId="478"/>
          <ac:spMkLst>
            <pc:docMk/>
            <pc:sldMk cId="675683243" sldId="318"/>
            <ac:spMk id="19" creationId="{53F79CEA-6B6C-40FD-95F1-2409A6592FEA}"/>
          </ac:spMkLst>
        </pc:spChg>
        <pc:spChg chg="del mod">
          <ac:chgData name="parenmacro Hsu" userId="ce0c16d53ddb0f05" providerId="LiveId" clId="{9737E6E1-1AE1-4F87-A968-80341E09D956}" dt="2019-05-25T06:23:07.793" v="1434" actId="478"/>
          <ac:spMkLst>
            <pc:docMk/>
            <pc:sldMk cId="675683243" sldId="318"/>
            <ac:spMk id="20" creationId="{80CFF65B-CAA1-459B-9349-96DC6DC1E36E}"/>
          </ac:spMkLst>
        </pc:spChg>
        <pc:spChg chg="del mod">
          <ac:chgData name="parenmacro Hsu" userId="ce0c16d53ddb0f05" providerId="LiveId" clId="{9737E6E1-1AE1-4F87-A968-80341E09D956}" dt="2019-05-25T06:23:07.793" v="1434" actId="478"/>
          <ac:spMkLst>
            <pc:docMk/>
            <pc:sldMk cId="675683243" sldId="318"/>
            <ac:spMk id="21" creationId="{AC7398C9-200D-43DE-B5FA-33CA8A79F980}"/>
          </ac:spMkLst>
        </pc:spChg>
        <pc:spChg chg="del mod">
          <ac:chgData name="parenmacro Hsu" userId="ce0c16d53ddb0f05" providerId="LiveId" clId="{9737E6E1-1AE1-4F87-A968-80341E09D956}" dt="2019-05-25T06:23:07.793" v="1434" actId="478"/>
          <ac:spMkLst>
            <pc:docMk/>
            <pc:sldMk cId="675683243" sldId="318"/>
            <ac:spMk id="22" creationId="{D25BCE8D-D30A-4EA1-8F6B-73495B3829CA}"/>
          </ac:spMkLst>
        </pc:spChg>
        <pc:spChg chg="del mod">
          <ac:chgData name="parenmacro Hsu" userId="ce0c16d53ddb0f05" providerId="LiveId" clId="{9737E6E1-1AE1-4F87-A968-80341E09D956}" dt="2019-05-25T06:23:07.793" v="1434" actId="478"/>
          <ac:spMkLst>
            <pc:docMk/>
            <pc:sldMk cId="675683243" sldId="318"/>
            <ac:spMk id="23" creationId="{0CE78995-30A5-473C-BCB3-AA65F9A1FF0D}"/>
          </ac:spMkLst>
        </pc:spChg>
        <pc:spChg chg="add del mod">
          <ac:chgData name="parenmacro Hsu" userId="ce0c16d53ddb0f05" providerId="LiveId" clId="{9737E6E1-1AE1-4F87-A968-80341E09D956}" dt="2019-05-25T06:33:40.328" v="2427" actId="478"/>
          <ac:spMkLst>
            <pc:docMk/>
            <pc:sldMk cId="675683243" sldId="318"/>
            <ac:spMk id="33" creationId="{A2EB9C03-390D-475A-8F03-721BF8E8E86F}"/>
          </ac:spMkLst>
        </pc:spChg>
        <pc:spChg chg="mod">
          <ac:chgData name="parenmacro Hsu" userId="ce0c16d53ddb0f05" providerId="LiveId" clId="{9737E6E1-1AE1-4F87-A968-80341E09D956}" dt="2019-05-25T06:23:03.675" v="1432" actId="14100"/>
          <ac:spMkLst>
            <pc:docMk/>
            <pc:sldMk cId="675683243" sldId="318"/>
            <ac:spMk id="4099" creationId="{F6668F4C-F8B7-438B-9B85-CE42A765A33C}"/>
          </ac:spMkLst>
        </pc:spChg>
        <pc:cxnChg chg="del mod">
          <ac:chgData name="parenmacro Hsu" userId="ce0c16d53ddb0f05" providerId="LiveId" clId="{9737E6E1-1AE1-4F87-A968-80341E09D956}" dt="2019-05-25T06:23:07.793" v="1434" actId="478"/>
          <ac:cxnSpMkLst>
            <pc:docMk/>
            <pc:sldMk cId="675683243" sldId="318"/>
            <ac:cxnSpMk id="4" creationId="{850AE454-5675-4FDC-85E7-4AD36E248056}"/>
          </ac:cxnSpMkLst>
        </pc:cxnChg>
        <pc:cxnChg chg="del mod">
          <ac:chgData name="parenmacro Hsu" userId="ce0c16d53ddb0f05" providerId="LiveId" clId="{9737E6E1-1AE1-4F87-A968-80341E09D956}" dt="2019-05-25T06:23:07.793" v="1434" actId="478"/>
          <ac:cxnSpMkLst>
            <pc:docMk/>
            <pc:sldMk cId="675683243" sldId="318"/>
            <ac:cxnSpMk id="25" creationId="{4F8077E7-BBCC-4A07-A555-181D84AEE9E1}"/>
          </ac:cxnSpMkLst>
        </pc:cxnChg>
        <pc:cxnChg chg="del mod">
          <ac:chgData name="parenmacro Hsu" userId="ce0c16d53ddb0f05" providerId="LiveId" clId="{9737E6E1-1AE1-4F87-A968-80341E09D956}" dt="2019-05-25T06:23:07.793" v="1434" actId="478"/>
          <ac:cxnSpMkLst>
            <pc:docMk/>
            <pc:sldMk cId="675683243" sldId="318"/>
            <ac:cxnSpMk id="27" creationId="{9D5B2303-FFDB-4831-88DE-7845A432B0E9}"/>
          </ac:cxnSpMkLst>
        </pc:cxnChg>
        <pc:cxnChg chg="del mod">
          <ac:chgData name="parenmacro Hsu" userId="ce0c16d53ddb0f05" providerId="LiveId" clId="{9737E6E1-1AE1-4F87-A968-80341E09D956}" dt="2019-05-25T06:23:07.793" v="1434" actId="478"/>
          <ac:cxnSpMkLst>
            <pc:docMk/>
            <pc:sldMk cId="675683243" sldId="318"/>
            <ac:cxnSpMk id="29" creationId="{B8BCA63B-7E3F-4E50-988A-F41BE0A7DA26}"/>
          </ac:cxnSpMkLst>
        </pc:cxnChg>
        <pc:cxnChg chg="del mod">
          <ac:chgData name="parenmacro Hsu" userId="ce0c16d53ddb0f05" providerId="LiveId" clId="{9737E6E1-1AE1-4F87-A968-80341E09D956}" dt="2019-05-25T06:23:07.793" v="1434" actId="478"/>
          <ac:cxnSpMkLst>
            <pc:docMk/>
            <pc:sldMk cId="675683243" sldId="318"/>
            <ac:cxnSpMk id="31" creationId="{BC3704D4-0CE2-4C7E-98D1-A355F20BF121}"/>
          </ac:cxnSpMkLst>
        </pc:cxnChg>
        <pc:cxnChg chg="del mod">
          <ac:chgData name="parenmacro Hsu" userId="ce0c16d53ddb0f05" providerId="LiveId" clId="{9737E6E1-1AE1-4F87-A968-80341E09D956}" dt="2019-05-25T06:23:07.793" v="1434" actId="478"/>
          <ac:cxnSpMkLst>
            <pc:docMk/>
            <pc:sldMk cId="675683243" sldId="318"/>
            <ac:cxnSpMk id="4097" creationId="{8D519409-BE2B-4643-BECA-0911C723EFCD}"/>
          </ac:cxnSpMkLst>
        </pc:cxnChg>
        <pc:cxnChg chg="del mod">
          <ac:chgData name="parenmacro Hsu" userId="ce0c16d53ddb0f05" providerId="LiveId" clId="{9737E6E1-1AE1-4F87-A968-80341E09D956}" dt="2019-05-25T06:23:07.793" v="1434" actId="478"/>
          <ac:cxnSpMkLst>
            <pc:docMk/>
            <pc:sldMk cId="675683243" sldId="318"/>
            <ac:cxnSpMk id="4101" creationId="{5A503686-DAB9-4BCD-9192-68CAFB2B93B7}"/>
          </ac:cxnSpMkLst>
        </pc:cxnChg>
        <pc:cxnChg chg="del mod">
          <ac:chgData name="parenmacro Hsu" userId="ce0c16d53ddb0f05" providerId="LiveId" clId="{9737E6E1-1AE1-4F87-A968-80341E09D956}" dt="2019-05-25T06:23:07.793" v="1434" actId="478"/>
          <ac:cxnSpMkLst>
            <pc:docMk/>
            <pc:sldMk cId="675683243" sldId="318"/>
            <ac:cxnSpMk id="4103" creationId="{A05A3529-647E-43FC-83FE-079028A3280E}"/>
          </ac:cxnSpMkLst>
        </pc:cxnChg>
        <pc:cxnChg chg="del mod">
          <ac:chgData name="parenmacro Hsu" userId="ce0c16d53ddb0f05" providerId="LiveId" clId="{9737E6E1-1AE1-4F87-A968-80341E09D956}" dt="2019-05-25T06:23:07.793" v="1434" actId="478"/>
          <ac:cxnSpMkLst>
            <pc:docMk/>
            <pc:sldMk cId="675683243" sldId="318"/>
            <ac:cxnSpMk id="4105" creationId="{89A82FA7-C7D5-465E-99F4-465CD3EE26B3}"/>
          </ac:cxnSpMkLst>
        </pc:cxnChg>
        <pc:cxnChg chg="del mod">
          <ac:chgData name="parenmacro Hsu" userId="ce0c16d53ddb0f05" providerId="LiveId" clId="{9737E6E1-1AE1-4F87-A968-80341E09D956}" dt="2019-05-25T06:23:07.793" v="1434" actId="478"/>
          <ac:cxnSpMkLst>
            <pc:docMk/>
            <pc:sldMk cId="675683243" sldId="318"/>
            <ac:cxnSpMk id="4107" creationId="{11769B98-9686-4B44-94E0-F9123DD9669D}"/>
          </ac:cxnSpMkLst>
        </pc:cxnChg>
        <pc:cxnChg chg="del mod">
          <ac:chgData name="parenmacro Hsu" userId="ce0c16d53ddb0f05" providerId="LiveId" clId="{9737E6E1-1AE1-4F87-A968-80341E09D956}" dt="2019-05-25T06:23:07.793" v="1434" actId="478"/>
          <ac:cxnSpMkLst>
            <pc:docMk/>
            <pc:sldMk cId="675683243" sldId="318"/>
            <ac:cxnSpMk id="4109" creationId="{47CA872F-CA5B-472C-9910-7DAFDDD9B10D}"/>
          </ac:cxnSpMkLst>
        </pc:cxnChg>
        <pc:cxnChg chg="del mod">
          <ac:chgData name="parenmacro Hsu" userId="ce0c16d53ddb0f05" providerId="LiveId" clId="{9737E6E1-1AE1-4F87-A968-80341E09D956}" dt="2019-05-25T06:23:07.793" v="1434" actId="478"/>
          <ac:cxnSpMkLst>
            <pc:docMk/>
            <pc:sldMk cId="675683243" sldId="318"/>
            <ac:cxnSpMk id="4111" creationId="{B33115C2-9752-4B0E-B114-ABAB397DED48}"/>
          </ac:cxnSpMkLst>
        </pc:cxnChg>
        <pc:cxnChg chg="del mod">
          <ac:chgData name="parenmacro Hsu" userId="ce0c16d53ddb0f05" providerId="LiveId" clId="{9737E6E1-1AE1-4F87-A968-80341E09D956}" dt="2019-05-25T06:23:07.793" v="1434" actId="478"/>
          <ac:cxnSpMkLst>
            <pc:docMk/>
            <pc:sldMk cId="675683243" sldId="318"/>
            <ac:cxnSpMk id="4113" creationId="{FA3D8BB7-0CEA-4794-A91A-B7FEED8B3CED}"/>
          </ac:cxnSpMkLst>
        </pc:cxnChg>
        <pc:cxnChg chg="del mod">
          <ac:chgData name="parenmacro Hsu" userId="ce0c16d53ddb0f05" providerId="LiveId" clId="{9737E6E1-1AE1-4F87-A968-80341E09D956}" dt="2019-05-25T06:23:07.793" v="1434" actId="478"/>
          <ac:cxnSpMkLst>
            <pc:docMk/>
            <pc:sldMk cId="675683243" sldId="318"/>
            <ac:cxnSpMk id="4115" creationId="{4C4F9573-708B-4F0F-943B-2D2DEA9BE0EB}"/>
          </ac:cxnSpMkLst>
        </pc:cxnChg>
      </pc:sldChg>
      <pc:sldChg chg="addSp modSp add">
        <pc:chgData name="parenmacro Hsu" userId="ce0c16d53ddb0f05" providerId="LiveId" clId="{9737E6E1-1AE1-4F87-A968-80341E09D956}" dt="2019-05-25T06:30:13.926" v="2310" actId="1076"/>
        <pc:sldMkLst>
          <pc:docMk/>
          <pc:sldMk cId="4072618131" sldId="319"/>
        </pc:sldMkLst>
        <pc:spChg chg="mod">
          <ac:chgData name="parenmacro Hsu" userId="ce0c16d53ddb0f05" providerId="LiveId" clId="{9737E6E1-1AE1-4F87-A968-80341E09D956}" dt="2019-05-25T06:30:13.926" v="2310" actId="1076"/>
          <ac:spMkLst>
            <pc:docMk/>
            <pc:sldMk cId="4072618131" sldId="319"/>
            <ac:spMk id="24" creationId="{776A7C0B-A410-4BE2-A8A9-FEB50D8ECC80}"/>
          </ac:spMkLst>
        </pc:spChg>
        <pc:spChg chg="add mod">
          <ac:chgData name="parenmacro Hsu" userId="ce0c16d53ddb0f05" providerId="LiveId" clId="{9737E6E1-1AE1-4F87-A968-80341E09D956}" dt="2019-05-25T06:30:11.492" v="2309"/>
          <ac:spMkLst>
            <pc:docMk/>
            <pc:sldMk cId="4072618131" sldId="319"/>
            <ac:spMk id="25" creationId="{4EE6C153-FFDC-4AD6-9B25-7C677CCC6497}"/>
          </ac:spMkLst>
        </pc:spChg>
      </pc:sldChg>
      <pc:sldChg chg="addSp delSp modSp add">
        <pc:chgData name="parenmacro Hsu" userId="ce0c16d53ddb0f05" providerId="LiveId" clId="{9737E6E1-1AE1-4F87-A968-80341E09D956}" dt="2019-05-25T06:32:31.068" v="2425" actId="207"/>
        <pc:sldMkLst>
          <pc:docMk/>
          <pc:sldMk cId="4078730043" sldId="320"/>
        </pc:sldMkLst>
        <pc:spChg chg="add del mod">
          <ac:chgData name="parenmacro Hsu" userId="ce0c16d53ddb0f05" providerId="LiveId" clId="{9737E6E1-1AE1-4F87-A968-80341E09D956}" dt="2019-05-25T06:32:14.082" v="2423" actId="478"/>
          <ac:spMkLst>
            <pc:docMk/>
            <pc:sldMk cId="4078730043" sldId="320"/>
            <ac:spMk id="2" creationId="{00D0A303-DB91-4342-BEFF-AFFF9E5808B8}"/>
          </ac:spMkLst>
        </pc:spChg>
        <pc:spChg chg="mod">
          <ac:chgData name="parenmacro Hsu" userId="ce0c16d53ddb0f05" providerId="LiveId" clId="{9737E6E1-1AE1-4F87-A968-80341E09D956}" dt="2019-05-25T06:31:54.496" v="2422"/>
          <ac:spMkLst>
            <pc:docMk/>
            <pc:sldMk cId="4078730043" sldId="320"/>
            <ac:spMk id="25" creationId="{4EE6C153-FFDC-4AD6-9B25-7C677CCC6497}"/>
          </ac:spMkLst>
        </pc:spChg>
        <pc:spChg chg="add mod">
          <ac:chgData name="parenmacro Hsu" userId="ce0c16d53ddb0f05" providerId="LiveId" clId="{9737E6E1-1AE1-4F87-A968-80341E09D956}" dt="2019-05-25T06:31:02.629" v="2325" actId="571"/>
          <ac:spMkLst>
            <pc:docMk/>
            <pc:sldMk cId="4078730043" sldId="320"/>
            <ac:spMk id="27" creationId="{3D715592-4A03-4BB7-89D1-627AD65360F7}"/>
          </ac:spMkLst>
        </pc:spChg>
        <pc:spChg chg="add del mod">
          <ac:chgData name="parenmacro Hsu" userId="ce0c16d53ddb0f05" providerId="LiveId" clId="{9737E6E1-1AE1-4F87-A968-80341E09D956}" dt="2019-05-25T06:32:16.365" v="2424" actId="478"/>
          <ac:spMkLst>
            <pc:docMk/>
            <pc:sldMk cId="4078730043" sldId="320"/>
            <ac:spMk id="28" creationId="{2D01FBD4-7A2A-412D-8ECD-23166CAE21DB}"/>
          </ac:spMkLst>
        </pc:spChg>
        <pc:spChg chg="add mod">
          <ac:chgData name="parenmacro Hsu" userId="ce0c16d53ddb0f05" providerId="LiveId" clId="{9737E6E1-1AE1-4F87-A968-80341E09D956}" dt="2019-05-25T06:31:23.648" v="2331" actId="207"/>
          <ac:spMkLst>
            <pc:docMk/>
            <pc:sldMk cId="4078730043" sldId="320"/>
            <ac:spMk id="29" creationId="{89CB3293-58C2-4481-9980-BF9B96658669}"/>
          </ac:spMkLst>
        </pc:spChg>
        <pc:spChg chg="add mod">
          <ac:chgData name="parenmacro Hsu" userId="ce0c16d53ddb0f05" providerId="LiveId" clId="{9737E6E1-1AE1-4F87-A968-80341E09D956}" dt="2019-05-25T06:31:23.648" v="2331" actId="207"/>
          <ac:spMkLst>
            <pc:docMk/>
            <pc:sldMk cId="4078730043" sldId="320"/>
            <ac:spMk id="30" creationId="{661257CE-60A1-40D4-8AFE-1C30F2F86803}"/>
          </ac:spMkLst>
        </pc:spChg>
        <pc:spChg chg="add mod">
          <ac:chgData name="parenmacro Hsu" userId="ce0c16d53ddb0f05" providerId="LiveId" clId="{9737E6E1-1AE1-4F87-A968-80341E09D956}" dt="2019-05-25T06:31:23.648" v="2331" actId="207"/>
          <ac:spMkLst>
            <pc:docMk/>
            <pc:sldMk cId="4078730043" sldId="320"/>
            <ac:spMk id="31" creationId="{144F6D30-80F5-483F-A208-987622BEDEAB}"/>
          </ac:spMkLst>
        </pc:spChg>
        <pc:spChg chg="add mod">
          <ac:chgData name="parenmacro Hsu" userId="ce0c16d53ddb0f05" providerId="LiveId" clId="{9737E6E1-1AE1-4F87-A968-80341E09D956}" dt="2019-05-25T06:31:23.648" v="2331" actId="207"/>
          <ac:spMkLst>
            <pc:docMk/>
            <pc:sldMk cId="4078730043" sldId="320"/>
            <ac:spMk id="32" creationId="{363FD80D-59DC-4937-956C-48E5505EE874}"/>
          </ac:spMkLst>
        </pc:spChg>
        <pc:spChg chg="mod">
          <ac:chgData name="parenmacro Hsu" userId="ce0c16d53ddb0f05" providerId="LiveId" clId="{9737E6E1-1AE1-4F87-A968-80341E09D956}" dt="2019-05-25T06:30:39.400" v="2313" actId="207"/>
          <ac:spMkLst>
            <pc:docMk/>
            <pc:sldMk cId="4078730043" sldId="320"/>
            <ac:spMk id="48" creationId="{8D79BC31-C5B9-46A7-B311-20AE97BE396D}"/>
          </ac:spMkLst>
        </pc:spChg>
        <pc:spChg chg="mod">
          <ac:chgData name="parenmacro Hsu" userId="ce0c16d53ddb0f05" providerId="LiveId" clId="{9737E6E1-1AE1-4F87-A968-80341E09D956}" dt="2019-05-25T06:30:39.400" v="2313" actId="207"/>
          <ac:spMkLst>
            <pc:docMk/>
            <pc:sldMk cId="4078730043" sldId="320"/>
            <ac:spMk id="49" creationId="{62B21BA4-9DB4-4624-AAE5-AC047577C29C}"/>
          </ac:spMkLst>
        </pc:spChg>
        <pc:spChg chg="mod">
          <ac:chgData name="parenmacro Hsu" userId="ce0c16d53ddb0f05" providerId="LiveId" clId="{9737E6E1-1AE1-4F87-A968-80341E09D956}" dt="2019-05-25T06:32:31.068" v="2425" actId="207"/>
          <ac:spMkLst>
            <pc:docMk/>
            <pc:sldMk cId="4078730043" sldId="320"/>
            <ac:spMk id="50" creationId="{6BBF56D7-F52D-4976-B77F-22E7A6277200}"/>
          </ac:spMkLst>
        </pc:spChg>
        <pc:spChg chg="mod">
          <ac:chgData name="parenmacro Hsu" userId="ce0c16d53ddb0f05" providerId="LiveId" clId="{9737E6E1-1AE1-4F87-A968-80341E09D956}" dt="2019-05-25T06:32:31.068" v="2425" actId="207"/>
          <ac:spMkLst>
            <pc:docMk/>
            <pc:sldMk cId="4078730043" sldId="320"/>
            <ac:spMk id="51" creationId="{46A7E289-51E2-44BA-A058-6C1DD386616A}"/>
          </ac:spMkLst>
        </pc:spChg>
        <pc:spChg chg="mod">
          <ac:chgData name="parenmacro Hsu" userId="ce0c16d53ddb0f05" providerId="LiveId" clId="{9737E6E1-1AE1-4F87-A968-80341E09D956}" dt="2019-05-25T06:30:39.400" v="2313" actId="207"/>
          <ac:spMkLst>
            <pc:docMk/>
            <pc:sldMk cId="4078730043" sldId="320"/>
            <ac:spMk id="52" creationId="{8E8F9231-5A4F-4192-AA56-1DCDB71F23E9}"/>
          </ac:spMkLst>
        </pc:spChg>
        <pc:spChg chg="mod">
          <ac:chgData name="parenmacro Hsu" userId="ce0c16d53ddb0f05" providerId="LiveId" clId="{9737E6E1-1AE1-4F87-A968-80341E09D956}" dt="2019-05-25T06:30:39.400" v="2313" actId="207"/>
          <ac:spMkLst>
            <pc:docMk/>
            <pc:sldMk cId="4078730043" sldId="320"/>
            <ac:spMk id="53" creationId="{5FE734A5-C561-40F8-AB72-9709078DA4AB}"/>
          </ac:spMkLst>
        </pc:spChg>
        <pc:spChg chg="mod">
          <ac:chgData name="parenmacro Hsu" userId="ce0c16d53ddb0f05" providerId="LiveId" clId="{9737E6E1-1AE1-4F87-A968-80341E09D956}" dt="2019-05-25T06:30:52.270" v="2320" actId="1076"/>
          <ac:spMkLst>
            <pc:docMk/>
            <pc:sldMk cId="4078730043" sldId="320"/>
            <ac:spMk id="62" creationId="{8AC8584C-A3E7-4E23-86AC-BE53C6DBCAEA}"/>
          </ac:spMkLst>
        </pc:spChg>
      </pc:sldChg>
      <pc:sldChg chg="add">
        <pc:chgData name="parenmacro Hsu" userId="ce0c16d53ddb0f05" providerId="LiveId" clId="{9737E6E1-1AE1-4F87-A968-80341E09D956}" dt="2019-05-25T06:31:27.580" v="2332"/>
        <pc:sldMkLst>
          <pc:docMk/>
          <pc:sldMk cId="106322383" sldId="321"/>
        </pc:sldMkLst>
      </pc:sldChg>
      <pc:sldChg chg="addSp delSp modSp add del">
        <pc:chgData name="parenmacro Hsu" userId="ce0c16d53ddb0f05" providerId="LiveId" clId="{9737E6E1-1AE1-4F87-A968-80341E09D956}" dt="2019-05-25T06:43:43.844" v="2847" actId="2696"/>
        <pc:sldMkLst>
          <pc:docMk/>
          <pc:sldMk cId="1025646833" sldId="322"/>
        </pc:sldMkLst>
        <pc:spChg chg="mod">
          <ac:chgData name="parenmacro Hsu" userId="ce0c16d53ddb0f05" providerId="LiveId" clId="{9737E6E1-1AE1-4F87-A968-80341E09D956}" dt="2019-05-25T06:35:07.799" v="2497" actId="20577"/>
          <ac:spMkLst>
            <pc:docMk/>
            <pc:sldMk cId="1025646833" sldId="322"/>
            <ac:spMk id="4099" creationId="{F6668F4C-F8B7-438B-9B85-CE42A765A33C}"/>
          </ac:spMkLst>
        </pc:spChg>
        <pc:spChg chg="del">
          <ac:chgData name="parenmacro Hsu" userId="ce0c16d53ddb0f05" providerId="LiveId" clId="{9737E6E1-1AE1-4F87-A968-80341E09D956}" dt="2019-05-25T06:37:16.681" v="2558" actId="478"/>
          <ac:spMkLst>
            <pc:docMk/>
            <pc:sldMk cId="1025646833" sldId="322"/>
            <ac:spMk id="4116" creationId="{20348D9F-1EA7-4BB2-BFE8-31E2D2E5CF9F}"/>
          </ac:spMkLst>
        </pc:spChg>
        <pc:spChg chg="del">
          <ac:chgData name="parenmacro Hsu" userId="ce0c16d53ddb0f05" providerId="LiveId" clId="{9737E6E1-1AE1-4F87-A968-80341E09D956}" dt="2019-05-25T06:37:15.030" v="2557" actId="478"/>
          <ac:spMkLst>
            <pc:docMk/>
            <pc:sldMk cId="1025646833" sldId="322"/>
            <ac:spMk id="4119" creationId="{39C216DF-1A2C-4848-9BF6-4BB8ED53B081}"/>
          </ac:spMkLst>
        </pc:spChg>
        <pc:graphicFrameChg chg="add del mod modGraphic">
          <ac:chgData name="parenmacro Hsu" userId="ce0c16d53ddb0f05" providerId="LiveId" clId="{9737E6E1-1AE1-4F87-A968-80341E09D956}" dt="2019-05-25T06:36:50.879" v="2555" actId="478"/>
          <ac:graphicFrameMkLst>
            <pc:docMk/>
            <pc:sldMk cId="1025646833" sldId="322"/>
            <ac:graphicFrameMk id="3" creationId="{550AA7FE-F3BF-42B1-9C2D-4014341BE098}"/>
          </ac:graphicFrameMkLst>
        </pc:graphicFrameChg>
        <pc:graphicFrameChg chg="add">
          <ac:chgData name="parenmacro Hsu" userId="ce0c16d53ddb0f05" providerId="LiveId" clId="{9737E6E1-1AE1-4F87-A968-80341E09D956}" dt="2019-05-25T06:36:56.036" v="2556"/>
          <ac:graphicFrameMkLst>
            <pc:docMk/>
            <pc:sldMk cId="1025646833" sldId="322"/>
            <ac:graphicFrameMk id="51" creationId="{48165184-EA91-447F-A951-7AC7AFE2CBB4}"/>
          </ac:graphicFrameMkLst>
        </pc:graphicFrameChg>
      </pc:sldChg>
      <pc:sldChg chg="add">
        <pc:chgData name="parenmacro Hsu" userId="ce0c16d53ddb0f05" providerId="LiveId" clId="{9737E6E1-1AE1-4F87-A968-80341E09D956}" dt="2019-05-25T06:34:03.849" v="2429"/>
        <pc:sldMkLst>
          <pc:docMk/>
          <pc:sldMk cId="299423806" sldId="323"/>
        </pc:sldMkLst>
      </pc:sldChg>
      <pc:sldChg chg="addSp modSp add">
        <pc:chgData name="parenmacro Hsu" userId="ce0c16d53ddb0f05" providerId="LiveId" clId="{9737E6E1-1AE1-4F87-A968-80341E09D956}" dt="2019-05-25T06:39:14.481" v="2652" actId="20577"/>
        <pc:sldMkLst>
          <pc:docMk/>
          <pc:sldMk cId="2089931714" sldId="324"/>
        </pc:sldMkLst>
        <pc:spChg chg="add mod">
          <ac:chgData name="parenmacro Hsu" userId="ce0c16d53ddb0f05" providerId="LiveId" clId="{9737E6E1-1AE1-4F87-A968-80341E09D956}" dt="2019-05-25T06:39:06.248" v="2647"/>
          <ac:spMkLst>
            <pc:docMk/>
            <pc:sldMk cId="2089931714" sldId="324"/>
            <ac:spMk id="52" creationId="{74934067-92BB-4AB5-8753-A0BACA71A1C0}"/>
          </ac:spMkLst>
        </pc:spChg>
        <pc:spChg chg="add mod">
          <ac:chgData name="parenmacro Hsu" userId="ce0c16d53ddb0f05" providerId="LiveId" clId="{9737E6E1-1AE1-4F87-A968-80341E09D956}" dt="2019-05-25T06:39:02.357" v="2643"/>
          <ac:spMkLst>
            <pc:docMk/>
            <pc:sldMk cId="2089931714" sldId="324"/>
            <ac:spMk id="63" creationId="{88F7DCC0-43F4-41DB-992F-12E0407D4F53}"/>
          </ac:spMkLst>
        </pc:spChg>
        <pc:spChg chg="add mod">
          <ac:chgData name="parenmacro Hsu" userId="ce0c16d53ddb0f05" providerId="LiveId" clId="{9737E6E1-1AE1-4F87-A968-80341E09D956}" dt="2019-05-25T06:39:04.594" v="2645"/>
          <ac:spMkLst>
            <pc:docMk/>
            <pc:sldMk cId="2089931714" sldId="324"/>
            <ac:spMk id="64" creationId="{22337748-84FF-4523-90C1-60C4F1A5B02C}"/>
          </ac:spMkLst>
        </pc:spChg>
        <pc:spChg chg="add mod">
          <ac:chgData name="parenmacro Hsu" userId="ce0c16d53ddb0f05" providerId="LiveId" clId="{9737E6E1-1AE1-4F87-A968-80341E09D956}" dt="2019-05-25T06:38:55.138" v="2639" actId="571"/>
          <ac:spMkLst>
            <pc:docMk/>
            <pc:sldMk cId="2089931714" sldId="324"/>
            <ac:spMk id="65" creationId="{C1B1BD6C-750A-483F-BF2B-28B18201C6E3}"/>
          </ac:spMkLst>
        </pc:spChg>
        <pc:spChg chg="add mod">
          <ac:chgData name="parenmacro Hsu" userId="ce0c16d53ddb0f05" providerId="LiveId" clId="{9737E6E1-1AE1-4F87-A968-80341E09D956}" dt="2019-05-25T06:39:14.481" v="2652" actId="20577"/>
          <ac:spMkLst>
            <pc:docMk/>
            <pc:sldMk cId="2089931714" sldId="324"/>
            <ac:spMk id="70" creationId="{CF2473B5-910B-4DCC-9340-ACA14B16AD3D}"/>
          </ac:spMkLst>
        </pc:spChg>
        <pc:spChg chg="add mod">
          <ac:chgData name="parenmacro Hsu" userId="ce0c16d53ddb0f05" providerId="LiveId" clId="{9737E6E1-1AE1-4F87-A968-80341E09D956}" dt="2019-05-25T06:38:58.225" v="2641" actId="571"/>
          <ac:spMkLst>
            <pc:docMk/>
            <pc:sldMk cId="2089931714" sldId="324"/>
            <ac:spMk id="71" creationId="{430A5D47-BEF4-4E34-AB60-B5654E93F51B}"/>
          </ac:spMkLst>
        </pc:spChg>
        <pc:spChg chg="mod">
          <ac:chgData name="parenmacro Hsu" userId="ce0c16d53ddb0f05" providerId="LiveId" clId="{9737E6E1-1AE1-4F87-A968-80341E09D956}" dt="2019-05-25T06:38:44.518" v="2635" actId="1582"/>
          <ac:spMkLst>
            <pc:docMk/>
            <pc:sldMk cId="2089931714" sldId="324"/>
            <ac:spMk id="4120" creationId="{D25DD878-8865-4C07-8FC1-9664A227C3D9}"/>
          </ac:spMkLst>
        </pc:spChg>
        <pc:graphicFrameChg chg="mod">
          <ac:chgData name="parenmacro Hsu" userId="ce0c16d53ddb0f05" providerId="LiveId" clId="{9737E6E1-1AE1-4F87-A968-80341E09D956}" dt="2019-05-25T06:38:34.991" v="2634"/>
          <ac:graphicFrameMkLst>
            <pc:docMk/>
            <pc:sldMk cId="2089931714" sldId="324"/>
            <ac:graphicFrameMk id="72" creationId="{AAA0D7AC-687D-45E4-8AD5-C344E77DC395}"/>
          </ac:graphicFrameMkLst>
        </pc:graphicFrameChg>
      </pc:sldChg>
      <pc:sldChg chg="addSp delSp modSp add ord">
        <pc:chgData name="parenmacro Hsu" userId="ce0c16d53ddb0f05" providerId="LiveId" clId="{9737E6E1-1AE1-4F87-A968-80341E09D956}" dt="2019-05-25T06:40:22.826" v="2710" actId="1582"/>
        <pc:sldMkLst>
          <pc:docMk/>
          <pc:sldMk cId="3509571840" sldId="325"/>
        </pc:sldMkLst>
        <pc:spChg chg="mod">
          <ac:chgData name="parenmacro Hsu" userId="ce0c16d53ddb0f05" providerId="LiveId" clId="{9737E6E1-1AE1-4F87-A968-80341E09D956}" dt="2019-05-25T06:39:45.143" v="2698" actId="1076"/>
          <ac:spMkLst>
            <pc:docMk/>
            <pc:sldMk cId="3509571840" sldId="325"/>
            <ac:spMk id="4099" creationId="{F6668F4C-F8B7-438B-9B85-CE42A765A33C}"/>
          </ac:spMkLst>
        </pc:spChg>
        <pc:spChg chg="add del">
          <ac:chgData name="parenmacro Hsu" userId="ce0c16d53ddb0f05" providerId="LiveId" clId="{9737E6E1-1AE1-4F87-A968-80341E09D956}" dt="2019-05-25T06:39:50.832" v="2701" actId="478"/>
          <ac:spMkLst>
            <pc:docMk/>
            <pc:sldMk cId="3509571840" sldId="325"/>
            <ac:spMk id="4118" creationId="{1914A3E9-A800-4368-91DA-4CB8949E6C74}"/>
          </ac:spMkLst>
        </pc:spChg>
        <pc:spChg chg="del">
          <ac:chgData name="parenmacro Hsu" userId="ce0c16d53ddb0f05" providerId="LiveId" clId="{9737E6E1-1AE1-4F87-A968-80341E09D956}" dt="2019-05-25T06:39:46.588" v="2699" actId="478"/>
          <ac:spMkLst>
            <pc:docMk/>
            <pc:sldMk cId="3509571840" sldId="325"/>
            <ac:spMk id="4119" creationId="{39C216DF-1A2C-4848-9BF6-4BB8ED53B081}"/>
          </ac:spMkLst>
        </pc:spChg>
        <pc:cxnChg chg="mod">
          <ac:chgData name="parenmacro Hsu" userId="ce0c16d53ddb0f05" providerId="LiveId" clId="{9737E6E1-1AE1-4F87-A968-80341E09D956}" dt="2019-05-25T06:40:22.826" v="2710" actId="1582"/>
          <ac:cxnSpMkLst>
            <pc:docMk/>
            <pc:sldMk cId="3509571840" sldId="325"/>
            <ac:cxnSpMk id="4" creationId="{850AE454-5675-4FDC-85E7-4AD36E248056}"/>
          </ac:cxnSpMkLst>
        </pc:cxnChg>
        <pc:cxnChg chg="mod">
          <ac:chgData name="parenmacro Hsu" userId="ce0c16d53ddb0f05" providerId="LiveId" clId="{9737E6E1-1AE1-4F87-A968-80341E09D956}" dt="2019-05-25T06:40:22.826" v="2710" actId="1582"/>
          <ac:cxnSpMkLst>
            <pc:docMk/>
            <pc:sldMk cId="3509571840" sldId="325"/>
            <ac:cxnSpMk id="25" creationId="{4F8077E7-BBCC-4A07-A555-181D84AEE9E1}"/>
          </ac:cxnSpMkLst>
        </pc:cxnChg>
      </pc:sldChg>
      <pc:sldChg chg="add">
        <pc:chgData name="parenmacro Hsu" userId="ce0c16d53ddb0f05" providerId="LiveId" clId="{9737E6E1-1AE1-4F87-A968-80341E09D956}" dt="2019-05-25T06:40:13.612" v="2707"/>
        <pc:sldMkLst>
          <pc:docMk/>
          <pc:sldMk cId="2730711556" sldId="326"/>
        </pc:sldMkLst>
      </pc:sldChg>
      <pc:sldChg chg="modSp add">
        <pc:chgData name="parenmacro Hsu" userId="ce0c16d53ddb0f05" providerId="LiveId" clId="{9737E6E1-1AE1-4F87-A968-80341E09D956}" dt="2019-05-25T06:45:00.573" v="2987"/>
        <pc:sldMkLst>
          <pc:docMk/>
          <pc:sldMk cId="1015012368" sldId="327"/>
        </pc:sldMkLst>
        <pc:spChg chg="mod">
          <ac:chgData name="parenmacro Hsu" userId="ce0c16d53ddb0f05" providerId="LiveId" clId="{9737E6E1-1AE1-4F87-A968-80341E09D956}" dt="2019-05-25T06:45:00.573" v="2987"/>
          <ac:spMkLst>
            <pc:docMk/>
            <pc:sldMk cId="1015012368" sldId="327"/>
            <ac:spMk id="4099" creationId="{F6668F4C-F8B7-438B-9B85-CE42A765A33C}"/>
          </ac:spMkLst>
        </pc:spChg>
      </pc:sldChg>
      <pc:sldChg chg="addSp delSp modSp add">
        <pc:chgData name="parenmacro Hsu" userId="ce0c16d53ddb0f05" providerId="LiveId" clId="{9737E6E1-1AE1-4F87-A968-80341E09D956}" dt="2019-05-25T06:41:45.701" v="2717" actId="207"/>
        <pc:sldMkLst>
          <pc:docMk/>
          <pc:sldMk cId="1366993802" sldId="328"/>
        </pc:sldMkLst>
        <pc:spChg chg="mod">
          <ac:chgData name="parenmacro Hsu" userId="ce0c16d53ddb0f05" providerId="LiveId" clId="{9737E6E1-1AE1-4F87-A968-80341E09D956}" dt="2019-05-25T06:41:45.701" v="2717" actId="207"/>
          <ac:spMkLst>
            <pc:docMk/>
            <pc:sldMk cId="1366993802" sldId="328"/>
            <ac:spMk id="52" creationId="{74934067-92BB-4AB5-8753-A0BACA71A1C0}"/>
          </ac:spMkLst>
        </pc:spChg>
        <pc:spChg chg="add mod">
          <ac:chgData name="parenmacro Hsu" userId="ce0c16d53ddb0f05" providerId="LiveId" clId="{9737E6E1-1AE1-4F87-A968-80341E09D956}" dt="2019-05-25T06:40:40.966" v="2712" actId="571"/>
          <ac:spMkLst>
            <pc:docMk/>
            <pc:sldMk cId="1366993802" sldId="328"/>
            <ac:spMk id="73" creationId="{07092D81-D09F-4E02-8752-315B1363B219}"/>
          </ac:spMkLst>
        </pc:spChg>
        <pc:spChg chg="add mod">
          <ac:chgData name="parenmacro Hsu" userId="ce0c16d53ddb0f05" providerId="LiveId" clId="{9737E6E1-1AE1-4F87-A968-80341E09D956}" dt="2019-05-25T06:40:44.009" v="2713" actId="571"/>
          <ac:spMkLst>
            <pc:docMk/>
            <pc:sldMk cId="1366993802" sldId="328"/>
            <ac:spMk id="74" creationId="{B1492438-D73D-41E2-8C17-60EE7B00B7E4}"/>
          </ac:spMkLst>
        </pc:spChg>
        <pc:spChg chg="add del">
          <ac:chgData name="parenmacro Hsu" userId="ce0c16d53ddb0f05" providerId="LiveId" clId="{9737E6E1-1AE1-4F87-A968-80341E09D956}" dt="2019-05-25T06:40:50.793" v="2715" actId="478"/>
          <ac:spMkLst>
            <pc:docMk/>
            <pc:sldMk cId="1366993802" sldId="328"/>
            <ac:spMk id="4116" creationId="{20348D9F-1EA7-4BB2-BFE8-31E2D2E5CF9F}"/>
          </ac:spMkLst>
        </pc:spChg>
        <pc:spChg chg="del">
          <ac:chgData name="parenmacro Hsu" userId="ce0c16d53ddb0f05" providerId="LiveId" clId="{9737E6E1-1AE1-4F87-A968-80341E09D956}" dt="2019-05-25T06:40:53.501" v="2716" actId="478"/>
          <ac:spMkLst>
            <pc:docMk/>
            <pc:sldMk cId="1366993802" sldId="328"/>
            <ac:spMk id="4118" creationId="{1914A3E9-A800-4368-91DA-4CB8949E6C74}"/>
          </ac:spMkLst>
        </pc:spChg>
      </pc:sldChg>
      <pc:sldChg chg="addSp modSp add">
        <pc:chgData name="parenmacro Hsu" userId="ce0c16d53ddb0f05" providerId="LiveId" clId="{9737E6E1-1AE1-4F87-A968-80341E09D956}" dt="2019-05-25T06:43:27.050" v="2846"/>
        <pc:sldMkLst>
          <pc:docMk/>
          <pc:sldMk cId="2318331258" sldId="329"/>
        </pc:sldMkLst>
        <pc:spChg chg="add mod">
          <ac:chgData name="parenmacro Hsu" userId="ce0c16d53ddb0f05" providerId="LiveId" clId="{9737E6E1-1AE1-4F87-A968-80341E09D956}" dt="2019-05-25T06:43:27.050" v="2846"/>
          <ac:spMkLst>
            <pc:docMk/>
            <pc:sldMk cId="2318331258" sldId="329"/>
            <ac:spMk id="3" creationId="{F6E11B8E-DB24-43FA-A502-514AA58E5E92}"/>
          </ac:spMkLst>
        </pc:spChg>
        <pc:spChg chg="mod">
          <ac:chgData name="parenmacro Hsu" userId="ce0c16d53ddb0f05" providerId="LiveId" clId="{9737E6E1-1AE1-4F87-A968-80341E09D956}" dt="2019-05-25T06:42:23.723" v="2721" actId="1076"/>
          <ac:spMkLst>
            <pc:docMk/>
            <pc:sldMk cId="2318331258" sldId="329"/>
            <ac:spMk id="74" creationId="{B1492438-D73D-41E2-8C17-60EE7B00B7E4}"/>
          </ac:spMkLst>
        </pc:spChg>
        <pc:graphicFrameChg chg="mod">
          <ac:chgData name="parenmacro Hsu" userId="ce0c16d53ddb0f05" providerId="LiveId" clId="{9737E6E1-1AE1-4F87-A968-80341E09D956}" dt="2019-05-25T06:42:27.220" v="2722" actId="207"/>
          <ac:graphicFrameMkLst>
            <pc:docMk/>
            <pc:sldMk cId="2318331258" sldId="329"/>
            <ac:graphicFrameMk id="72" creationId="{AAA0D7AC-687D-45E4-8AD5-C344E77DC395}"/>
          </ac:graphicFrameMkLst>
        </pc:graphicFrameChg>
      </pc:sldChg>
      <pc:sldChg chg="add">
        <pc:chgData name="parenmacro Hsu" userId="ce0c16d53ddb0f05" providerId="LiveId" clId="{9737E6E1-1AE1-4F87-A968-80341E09D956}" dt="2019-05-25T06:42:19.215" v="2720"/>
        <pc:sldMkLst>
          <pc:docMk/>
          <pc:sldMk cId="825636700" sldId="330"/>
        </pc:sldMkLst>
      </pc:sldChg>
      <pc:sldChg chg="addSp modSp add del">
        <pc:chgData name="parenmacro Hsu" userId="ce0c16d53ddb0f05" providerId="LiveId" clId="{9737E6E1-1AE1-4F87-A968-80341E09D956}" dt="2019-05-25T06:47:08.267" v="3075" actId="2696"/>
        <pc:sldMkLst>
          <pc:docMk/>
          <pc:sldMk cId="741663381" sldId="331"/>
        </pc:sldMkLst>
        <pc:spChg chg="add mod">
          <ac:chgData name="parenmacro Hsu" userId="ce0c16d53ddb0f05" providerId="LiveId" clId="{9737E6E1-1AE1-4F87-A968-80341E09D956}" dt="2019-05-25T06:44:12.942" v="2889" actId="571"/>
          <ac:spMkLst>
            <pc:docMk/>
            <pc:sldMk cId="741663381" sldId="331"/>
            <ac:spMk id="73" creationId="{6A6D0F35-4EED-424D-860D-CFE470B47592}"/>
          </ac:spMkLst>
        </pc:spChg>
        <pc:spChg chg="mod">
          <ac:chgData name="parenmacro Hsu" userId="ce0c16d53ddb0f05" providerId="LiveId" clId="{9737E6E1-1AE1-4F87-A968-80341E09D956}" dt="2019-05-25T06:44:27.995" v="2897"/>
          <ac:spMkLst>
            <pc:docMk/>
            <pc:sldMk cId="741663381" sldId="331"/>
            <ac:spMk id="4099" creationId="{F6668F4C-F8B7-438B-9B85-CE42A765A33C}"/>
          </ac:spMkLst>
        </pc:spChg>
        <pc:spChg chg="mod">
          <ac:chgData name="parenmacro Hsu" userId="ce0c16d53ddb0f05" providerId="LiveId" clId="{9737E6E1-1AE1-4F87-A968-80341E09D956}" dt="2019-05-25T06:44:17.195" v="2891" actId="1076"/>
          <ac:spMkLst>
            <pc:docMk/>
            <pc:sldMk cId="741663381" sldId="331"/>
            <ac:spMk id="4116" creationId="{20348D9F-1EA7-4BB2-BFE8-31E2D2E5CF9F}"/>
          </ac:spMkLst>
        </pc:spChg>
      </pc:sldChg>
      <pc:sldChg chg="modSp add">
        <pc:chgData name="parenmacro Hsu" userId="ce0c16d53ddb0f05" providerId="LiveId" clId="{9737E6E1-1AE1-4F87-A968-80341E09D956}" dt="2019-05-25T06:45:06.932" v="2989" actId="1076"/>
        <pc:sldMkLst>
          <pc:docMk/>
          <pc:sldMk cId="455505740" sldId="332"/>
        </pc:sldMkLst>
        <pc:spChg chg="mod">
          <ac:chgData name="parenmacro Hsu" userId="ce0c16d53ddb0f05" providerId="LiveId" clId="{9737E6E1-1AE1-4F87-A968-80341E09D956}" dt="2019-05-25T06:45:06.932" v="2989" actId="1076"/>
          <ac:spMkLst>
            <pc:docMk/>
            <pc:sldMk cId="455505740" sldId="332"/>
            <ac:spMk id="4118" creationId="{1914A3E9-A800-4368-91DA-4CB8949E6C74}"/>
          </ac:spMkLst>
        </pc:spChg>
      </pc:sldChg>
      <pc:sldChg chg="modSp add">
        <pc:chgData name="parenmacro Hsu" userId="ce0c16d53ddb0f05" providerId="LiveId" clId="{9737E6E1-1AE1-4F87-A968-80341E09D956}" dt="2019-05-25T06:45:12.150" v="2991" actId="1076"/>
        <pc:sldMkLst>
          <pc:docMk/>
          <pc:sldMk cId="4241731816" sldId="333"/>
        </pc:sldMkLst>
        <pc:spChg chg="mod">
          <ac:chgData name="parenmacro Hsu" userId="ce0c16d53ddb0f05" providerId="LiveId" clId="{9737E6E1-1AE1-4F87-A968-80341E09D956}" dt="2019-05-25T06:45:12.150" v="2991" actId="1076"/>
          <ac:spMkLst>
            <pc:docMk/>
            <pc:sldMk cId="4241731816" sldId="333"/>
            <ac:spMk id="4118" creationId="{1914A3E9-A800-4368-91DA-4CB8949E6C74}"/>
          </ac:spMkLst>
        </pc:spChg>
      </pc:sldChg>
      <pc:sldChg chg="modSp add">
        <pc:chgData name="parenmacro Hsu" userId="ce0c16d53ddb0f05" providerId="LiveId" clId="{9737E6E1-1AE1-4F87-A968-80341E09D956}" dt="2019-05-25T06:45:17.253" v="2993" actId="1076"/>
        <pc:sldMkLst>
          <pc:docMk/>
          <pc:sldMk cId="2627658250" sldId="334"/>
        </pc:sldMkLst>
        <pc:spChg chg="mod">
          <ac:chgData name="parenmacro Hsu" userId="ce0c16d53ddb0f05" providerId="LiveId" clId="{9737E6E1-1AE1-4F87-A968-80341E09D956}" dt="2019-05-25T06:45:17.253" v="2993" actId="1076"/>
          <ac:spMkLst>
            <pc:docMk/>
            <pc:sldMk cId="2627658250" sldId="334"/>
            <ac:spMk id="4118" creationId="{1914A3E9-A800-4368-91DA-4CB8949E6C74}"/>
          </ac:spMkLst>
        </pc:spChg>
      </pc:sldChg>
      <pc:sldChg chg="add del">
        <pc:chgData name="parenmacro Hsu" userId="ce0c16d53ddb0f05" providerId="LiveId" clId="{9737E6E1-1AE1-4F87-A968-80341E09D956}" dt="2019-05-25T06:47:09.088" v="3076" actId="2696"/>
        <pc:sldMkLst>
          <pc:docMk/>
          <pc:sldMk cId="1888925142" sldId="335"/>
        </pc:sldMkLst>
      </pc:sldChg>
      <pc:sldChg chg="modSp add">
        <pc:chgData name="parenmacro Hsu" userId="ce0c16d53ddb0f05" providerId="LiveId" clId="{9737E6E1-1AE1-4F87-A968-80341E09D956}" dt="2019-05-25T06:45:59.999" v="3055" actId="113"/>
        <pc:sldMkLst>
          <pc:docMk/>
          <pc:sldMk cId="240679269" sldId="336"/>
        </pc:sldMkLst>
        <pc:spChg chg="mod">
          <ac:chgData name="parenmacro Hsu" userId="ce0c16d53ddb0f05" providerId="LiveId" clId="{9737E6E1-1AE1-4F87-A968-80341E09D956}" dt="2019-05-25T06:45:43.813" v="3036"/>
          <ac:spMkLst>
            <pc:docMk/>
            <pc:sldMk cId="240679269" sldId="336"/>
            <ac:spMk id="4099" creationId="{F6668F4C-F8B7-438B-9B85-CE42A765A33C}"/>
          </ac:spMkLst>
        </pc:spChg>
        <pc:graphicFrameChg chg="mod modGraphic">
          <ac:chgData name="parenmacro Hsu" userId="ce0c16d53ddb0f05" providerId="LiveId" clId="{9737E6E1-1AE1-4F87-A968-80341E09D956}" dt="2019-05-25T06:45:59.999" v="3055" actId="113"/>
          <ac:graphicFrameMkLst>
            <pc:docMk/>
            <pc:sldMk cId="240679269" sldId="336"/>
            <ac:graphicFrameMk id="72" creationId="{AAA0D7AC-687D-45E4-8AD5-C344E77DC395}"/>
          </ac:graphicFrameMkLst>
        </pc:graphicFrameChg>
      </pc:sldChg>
      <pc:sldChg chg="modSp add">
        <pc:chgData name="parenmacro Hsu" userId="ce0c16d53ddb0f05" providerId="LiveId" clId="{9737E6E1-1AE1-4F87-A968-80341E09D956}" dt="2019-05-25T06:46:22.257" v="3064" actId="207"/>
        <pc:sldMkLst>
          <pc:docMk/>
          <pc:sldMk cId="4284070323" sldId="337"/>
        </pc:sldMkLst>
        <pc:spChg chg="mod">
          <ac:chgData name="parenmacro Hsu" userId="ce0c16d53ddb0f05" providerId="LiveId" clId="{9737E6E1-1AE1-4F87-A968-80341E09D956}" dt="2019-05-25T06:46:22.257" v="3064" actId="207"/>
          <ac:spMkLst>
            <pc:docMk/>
            <pc:sldMk cId="4284070323" sldId="337"/>
            <ac:spMk id="63" creationId="{88F7DCC0-43F4-41DB-992F-12E0407D4F53}"/>
          </ac:spMkLst>
        </pc:spChg>
        <pc:spChg chg="mod">
          <ac:chgData name="parenmacro Hsu" userId="ce0c16d53ddb0f05" providerId="LiveId" clId="{9737E6E1-1AE1-4F87-A968-80341E09D956}" dt="2019-05-25T06:46:12.150" v="3058" actId="1076"/>
          <ac:spMkLst>
            <pc:docMk/>
            <pc:sldMk cId="4284070323" sldId="337"/>
            <ac:spMk id="4118" creationId="{1914A3E9-A800-4368-91DA-4CB8949E6C74}"/>
          </ac:spMkLst>
        </pc:spChg>
      </pc:sldChg>
      <pc:sldChg chg="modSp add">
        <pc:chgData name="parenmacro Hsu" userId="ce0c16d53ddb0f05" providerId="LiveId" clId="{9737E6E1-1AE1-4F87-A968-80341E09D956}" dt="2019-05-25T06:46:59.590" v="3074" actId="1076"/>
        <pc:sldMkLst>
          <pc:docMk/>
          <pc:sldMk cId="516687140" sldId="338"/>
        </pc:sldMkLst>
        <pc:spChg chg="mod">
          <ac:chgData name="parenmacro Hsu" userId="ce0c16d53ddb0f05" providerId="LiveId" clId="{9737E6E1-1AE1-4F87-A968-80341E09D956}" dt="2019-05-25T06:46:47.840" v="3070" actId="1076"/>
          <ac:spMkLst>
            <pc:docMk/>
            <pc:sldMk cId="516687140" sldId="338"/>
            <ac:spMk id="52" creationId="{74934067-92BB-4AB5-8753-A0BACA71A1C0}"/>
          </ac:spMkLst>
        </pc:spChg>
        <pc:spChg chg="mod">
          <ac:chgData name="parenmacro Hsu" userId="ce0c16d53ddb0f05" providerId="LiveId" clId="{9737E6E1-1AE1-4F87-A968-80341E09D956}" dt="2019-05-25T06:46:35.745" v="3067" actId="1076"/>
          <ac:spMkLst>
            <pc:docMk/>
            <pc:sldMk cId="516687140" sldId="338"/>
            <ac:spMk id="55" creationId="{796226E8-7F16-4585-9F4C-9839A66D9EDD}"/>
          </ac:spMkLst>
        </pc:spChg>
        <pc:spChg chg="mod">
          <ac:chgData name="parenmacro Hsu" userId="ce0c16d53ddb0f05" providerId="LiveId" clId="{9737E6E1-1AE1-4F87-A968-80341E09D956}" dt="2019-05-25T06:46:55.414" v="3072" actId="1076"/>
          <ac:spMkLst>
            <pc:docMk/>
            <pc:sldMk cId="516687140" sldId="338"/>
            <ac:spMk id="4118" creationId="{1914A3E9-A800-4368-91DA-4CB8949E6C74}"/>
          </ac:spMkLst>
        </pc:spChg>
        <pc:spChg chg="mod">
          <ac:chgData name="parenmacro Hsu" userId="ce0c16d53ddb0f05" providerId="LiveId" clId="{9737E6E1-1AE1-4F87-A968-80341E09D956}" dt="2019-05-25T06:46:59.590" v="3074" actId="1076"/>
          <ac:spMkLst>
            <pc:docMk/>
            <pc:sldMk cId="516687140" sldId="338"/>
            <ac:spMk id="4120" creationId="{D25DD878-8865-4C07-8FC1-9664A227C3D9}"/>
          </ac:spMkLst>
        </pc:spChg>
      </pc:sldChg>
      <pc:sldChg chg="add">
        <pc:chgData name="parenmacro Hsu" userId="ce0c16d53ddb0f05" providerId="LiveId" clId="{9737E6E1-1AE1-4F87-A968-80341E09D956}" dt="2019-05-25T06:46:50.620" v="3071"/>
        <pc:sldMkLst>
          <pc:docMk/>
          <pc:sldMk cId="2988181359" sldId="339"/>
        </pc:sldMkLst>
      </pc:sldChg>
      <pc:sldChg chg="addSp modSp add">
        <pc:chgData name="parenmacro Hsu" userId="ce0c16d53ddb0f05" providerId="LiveId" clId="{9737E6E1-1AE1-4F87-A968-80341E09D956}" dt="2019-05-25T07:04:20.223" v="3350" actId="207"/>
        <pc:sldMkLst>
          <pc:docMk/>
          <pc:sldMk cId="104133111" sldId="340"/>
        </pc:sldMkLst>
        <pc:spChg chg="add mod">
          <ac:chgData name="parenmacro Hsu" userId="ce0c16d53ddb0f05" providerId="LiveId" clId="{9737E6E1-1AE1-4F87-A968-80341E09D956}" dt="2019-05-25T07:04:20.223" v="3350" actId="207"/>
          <ac:spMkLst>
            <pc:docMk/>
            <pc:sldMk cId="104133111" sldId="340"/>
            <ac:spMk id="2" creationId="{F070CFFB-9A72-40B5-8D08-EA25AA713D87}"/>
          </ac:spMkLst>
        </pc:spChg>
        <pc:spChg chg="add mod">
          <ac:chgData name="parenmacro Hsu" userId="ce0c16d53ddb0f05" providerId="LiveId" clId="{9737E6E1-1AE1-4F87-A968-80341E09D956}" dt="2019-05-25T07:02:21.041" v="3244" actId="1076"/>
          <ac:spMkLst>
            <pc:docMk/>
            <pc:sldMk cId="104133111" sldId="340"/>
            <ac:spMk id="50" creationId="{08B996B3-4D17-4582-BDEB-33DC3A8FFFC3}"/>
          </ac:spMkLst>
        </pc:spChg>
        <pc:spChg chg="add mod">
          <ac:chgData name="parenmacro Hsu" userId="ce0c16d53ddb0f05" providerId="LiveId" clId="{9737E6E1-1AE1-4F87-A968-80341E09D956}" dt="2019-05-25T07:02:23.923" v="3245" actId="571"/>
          <ac:spMkLst>
            <pc:docMk/>
            <pc:sldMk cId="104133111" sldId="340"/>
            <ac:spMk id="51" creationId="{ED8D9012-36D4-4973-A109-434D02CB4709}"/>
          </ac:spMkLst>
        </pc:spChg>
        <pc:spChg chg="add mod">
          <ac:chgData name="parenmacro Hsu" userId="ce0c16d53ddb0f05" providerId="LiveId" clId="{9737E6E1-1AE1-4F87-A968-80341E09D956}" dt="2019-05-25T07:02:25.553" v="3246" actId="571"/>
          <ac:spMkLst>
            <pc:docMk/>
            <pc:sldMk cId="104133111" sldId="340"/>
            <ac:spMk id="52" creationId="{38BA6494-C648-44F9-9C9A-F0977C026371}"/>
          </ac:spMkLst>
        </pc:spChg>
        <pc:spChg chg="add mod">
          <ac:chgData name="parenmacro Hsu" userId="ce0c16d53ddb0f05" providerId="LiveId" clId="{9737E6E1-1AE1-4F87-A968-80341E09D956}" dt="2019-05-25T07:02:34.388" v="3247" actId="571"/>
          <ac:spMkLst>
            <pc:docMk/>
            <pc:sldMk cId="104133111" sldId="340"/>
            <ac:spMk id="53" creationId="{08F6612C-411B-4F7E-8440-EF56AB898FB9}"/>
          </ac:spMkLst>
        </pc:spChg>
        <pc:spChg chg="add mod">
          <ac:chgData name="parenmacro Hsu" userId="ce0c16d53ddb0f05" providerId="LiveId" clId="{9737E6E1-1AE1-4F87-A968-80341E09D956}" dt="2019-05-25T07:02:35.533" v="3248" actId="571"/>
          <ac:spMkLst>
            <pc:docMk/>
            <pc:sldMk cId="104133111" sldId="340"/>
            <ac:spMk id="54" creationId="{8FECC0BF-598F-4949-BAA5-6BA6A6D67989}"/>
          </ac:spMkLst>
        </pc:spChg>
        <pc:spChg chg="add mod">
          <ac:chgData name="parenmacro Hsu" userId="ce0c16d53ddb0f05" providerId="LiveId" clId="{9737E6E1-1AE1-4F87-A968-80341E09D956}" dt="2019-05-25T07:02:37.726" v="3249" actId="571"/>
          <ac:spMkLst>
            <pc:docMk/>
            <pc:sldMk cId="104133111" sldId="340"/>
            <ac:spMk id="55" creationId="{FABC745D-F4DF-4467-95CC-779D1258243C}"/>
          </ac:spMkLst>
        </pc:spChg>
        <pc:spChg chg="add mod">
          <ac:chgData name="parenmacro Hsu" userId="ce0c16d53ddb0f05" providerId="LiveId" clId="{9737E6E1-1AE1-4F87-A968-80341E09D956}" dt="2019-05-25T07:02:39.152" v="3250" actId="571"/>
          <ac:spMkLst>
            <pc:docMk/>
            <pc:sldMk cId="104133111" sldId="340"/>
            <ac:spMk id="56" creationId="{592B8142-643E-4239-BFAE-F4F46E43034F}"/>
          </ac:spMkLst>
        </pc:spChg>
        <pc:spChg chg="mod">
          <ac:chgData name="parenmacro Hsu" userId="ce0c16d53ddb0f05" providerId="LiveId" clId="{9737E6E1-1AE1-4F87-A968-80341E09D956}" dt="2019-05-25T07:03:10.733" v="3298" actId="108"/>
          <ac:spMkLst>
            <pc:docMk/>
            <pc:sldMk cId="104133111" sldId="340"/>
            <ac:spMk id="4099" creationId="{F6668F4C-F8B7-438B-9B85-CE42A765A33C}"/>
          </ac:spMkLst>
        </pc:spChg>
        <pc:graphicFrameChg chg="mod">
          <ac:chgData name="parenmacro Hsu" userId="ce0c16d53ddb0f05" providerId="LiveId" clId="{9737E6E1-1AE1-4F87-A968-80341E09D956}" dt="2019-05-25T07:03:41.003" v="3300" actId="207"/>
          <ac:graphicFrameMkLst>
            <pc:docMk/>
            <pc:sldMk cId="104133111" sldId="340"/>
            <ac:graphicFrameMk id="116" creationId="{409ED6AF-52EA-4475-ADDA-68518FDFC799}"/>
          </ac:graphicFrameMkLst>
        </pc:graphicFrameChg>
      </pc:sldChg>
      <pc:sldChg chg="addSp delSp modSp add">
        <pc:chgData name="parenmacro Hsu" userId="ce0c16d53ddb0f05" providerId="LiveId" clId="{9737E6E1-1AE1-4F87-A968-80341E09D956}" dt="2019-05-25T07:06:11.155" v="3376" actId="20577"/>
        <pc:sldMkLst>
          <pc:docMk/>
          <pc:sldMk cId="2048376772" sldId="341"/>
        </pc:sldMkLst>
        <pc:spChg chg="mod">
          <ac:chgData name="parenmacro Hsu" userId="ce0c16d53ddb0f05" providerId="LiveId" clId="{9737E6E1-1AE1-4F87-A968-80341E09D956}" dt="2019-05-25T07:06:11.155" v="3376" actId="20577"/>
          <ac:spMkLst>
            <pc:docMk/>
            <pc:sldMk cId="2048376772" sldId="341"/>
            <ac:spMk id="2" creationId="{F070CFFB-9A72-40B5-8D08-EA25AA713D87}"/>
          </ac:spMkLst>
        </pc:spChg>
        <pc:spChg chg="del">
          <ac:chgData name="parenmacro Hsu" userId="ce0c16d53ddb0f05" providerId="LiveId" clId="{9737E6E1-1AE1-4F87-A968-80341E09D956}" dt="2019-05-25T07:04:50.814" v="3358" actId="478"/>
          <ac:spMkLst>
            <pc:docMk/>
            <pc:sldMk cId="2048376772" sldId="341"/>
            <ac:spMk id="51" creationId="{ED8D9012-36D4-4973-A109-434D02CB4709}"/>
          </ac:spMkLst>
        </pc:spChg>
        <pc:spChg chg="del">
          <ac:chgData name="parenmacro Hsu" userId="ce0c16d53ddb0f05" providerId="LiveId" clId="{9737E6E1-1AE1-4F87-A968-80341E09D956}" dt="2019-05-25T07:04:51.715" v="3359" actId="478"/>
          <ac:spMkLst>
            <pc:docMk/>
            <pc:sldMk cId="2048376772" sldId="341"/>
            <ac:spMk id="53" creationId="{08F6612C-411B-4F7E-8440-EF56AB898FB9}"/>
          </ac:spMkLst>
        </pc:spChg>
        <pc:spChg chg="del">
          <ac:chgData name="parenmacro Hsu" userId="ce0c16d53ddb0f05" providerId="LiveId" clId="{9737E6E1-1AE1-4F87-A968-80341E09D956}" dt="2019-05-25T07:04:55.736" v="3364" actId="478"/>
          <ac:spMkLst>
            <pc:docMk/>
            <pc:sldMk cId="2048376772" sldId="341"/>
            <ac:spMk id="54" creationId="{8FECC0BF-598F-4949-BAA5-6BA6A6D67989}"/>
          </ac:spMkLst>
        </pc:spChg>
        <pc:spChg chg="add del">
          <ac:chgData name="parenmacro Hsu" userId="ce0c16d53ddb0f05" providerId="LiveId" clId="{9737E6E1-1AE1-4F87-A968-80341E09D956}" dt="2019-05-25T07:04:58.695" v="3365" actId="478"/>
          <ac:spMkLst>
            <pc:docMk/>
            <pc:sldMk cId="2048376772" sldId="341"/>
            <ac:spMk id="55" creationId="{FABC745D-F4DF-4467-95CC-779D1258243C}"/>
          </ac:spMkLst>
        </pc:spChg>
        <pc:spChg chg="mod">
          <ac:chgData name="parenmacro Hsu" userId="ce0c16d53ddb0f05" providerId="LiveId" clId="{9737E6E1-1AE1-4F87-A968-80341E09D956}" dt="2019-05-25T07:05:23.006" v="3366" actId="1076"/>
          <ac:spMkLst>
            <pc:docMk/>
            <pc:sldMk cId="2048376772" sldId="341"/>
            <ac:spMk id="56" creationId="{592B8142-643E-4239-BFAE-F4F46E43034F}"/>
          </ac:spMkLst>
        </pc:spChg>
        <pc:spChg chg="add mod">
          <ac:chgData name="parenmacro Hsu" userId="ce0c16d53ddb0f05" providerId="LiveId" clId="{9737E6E1-1AE1-4F87-A968-80341E09D956}" dt="2019-05-25T07:05:26.004" v="3367" actId="571"/>
          <ac:spMkLst>
            <pc:docMk/>
            <pc:sldMk cId="2048376772" sldId="341"/>
            <ac:spMk id="58" creationId="{E24EBDE1-089E-43AB-8149-D7F4FA36324D}"/>
          </ac:spMkLst>
        </pc:spChg>
        <pc:spChg chg="add mod">
          <ac:chgData name="parenmacro Hsu" userId="ce0c16d53ddb0f05" providerId="LiveId" clId="{9737E6E1-1AE1-4F87-A968-80341E09D956}" dt="2019-05-25T07:05:55.618" v="3368" actId="571"/>
          <ac:spMkLst>
            <pc:docMk/>
            <pc:sldMk cId="2048376772" sldId="341"/>
            <ac:spMk id="59" creationId="{2166FD9E-4A29-4216-8642-A0EAD5018357}"/>
          </ac:spMkLst>
        </pc:spChg>
        <pc:spChg chg="add mod">
          <ac:chgData name="parenmacro Hsu" userId="ce0c16d53ddb0f05" providerId="LiveId" clId="{9737E6E1-1AE1-4F87-A968-80341E09D956}" dt="2019-05-25T07:05:58.017" v="3369" actId="571"/>
          <ac:spMkLst>
            <pc:docMk/>
            <pc:sldMk cId="2048376772" sldId="341"/>
            <ac:spMk id="60" creationId="{36A30209-D990-43D1-B46F-EBD2D11703EC}"/>
          </ac:spMkLst>
        </pc:spChg>
        <pc:spChg chg="add mod">
          <ac:chgData name="parenmacro Hsu" userId="ce0c16d53ddb0f05" providerId="LiveId" clId="{9737E6E1-1AE1-4F87-A968-80341E09D956}" dt="2019-05-25T07:05:59.693" v="3370" actId="571"/>
          <ac:spMkLst>
            <pc:docMk/>
            <pc:sldMk cId="2048376772" sldId="341"/>
            <ac:spMk id="61" creationId="{69631A69-06B5-43EE-AF54-C8709F8C4E15}"/>
          </ac:spMkLst>
        </pc:spChg>
        <pc:spChg chg="add del">
          <ac:chgData name="parenmacro Hsu" userId="ce0c16d53ddb0f05" providerId="LiveId" clId="{9737E6E1-1AE1-4F87-A968-80341E09D956}" dt="2019-05-25T07:04:47.429" v="3357" actId="478"/>
          <ac:spMkLst>
            <pc:docMk/>
            <pc:sldMk cId="2048376772" sldId="341"/>
            <ac:spMk id="102" creationId="{DD979F5B-560A-41D9-9775-AB4BF536F871}"/>
          </ac:spMkLst>
        </pc:spChg>
        <pc:spChg chg="add del">
          <ac:chgData name="parenmacro Hsu" userId="ce0c16d53ddb0f05" providerId="LiveId" clId="{9737E6E1-1AE1-4F87-A968-80341E09D956}" dt="2019-05-25T07:04:54.382" v="3363" actId="478"/>
          <ac:spMkLst>
            <pc:docMk/>
            <pc:sldMk cId="2048376772" sldId="341"/>
            <ac:spMk id="107" creationId="{3158B8D6-32C1-460C-AFFD-02D5CEAB81BA}"/>
          </ac:spMkLst>
        </pc:spChg>
        <pc:spChg chg="mod">
          <ac:chgData name="parenmacro Hsu" userId="ce0c16d53ddb0f05" providerId="LiveId" clId="{9737E6E1-1AE1-4F87-A968-80341E09D956}" dt="2019-05-25T07:04:36.583" v="3355" actId="108"/>
          <ac:spMkLst>
            <pc:docMk/>
            <pc:sldMk cId="2048376772" sldId="341"/>
            <ac:spMk id="4099" creationId="{F6668F4C-F8B7-438B-9B85-CE42A765A33C}"/>
          </ac:spMkLst>
        </pc:spChg>
        <pc:graphicFrameChg chg="mod">
          <ac:chgData name="parenmacro Hsu" userId="ce0c16d53ddb0f05" providerId="LiveId" clId="{9737E6E1-1AE1-4F87-A968-80341E09D956}" dt="2019-05-25T07:06:08.266" v="3374" actId="207"/>
          <ac:graphicFrameMkLst>
            <pc:docMk/>
            <pc:sldMk cId="2048376772" sldId="341"/>
            <ac:graphicFrameMk id="116" creationId="{409ED6AF-52EA-4475-ADDA-68518FDFC799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3F34495F-4F0A-4952-9B70-8CAD16550C9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F2A7642F-105E-4607-978E-1456A601264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71913" y="0"/>
            <a:ext cx="2960687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EF64E28D-9D9E-48AF-BE3E-54125C3F483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5513" y="747713"/>
            <a:ext cx="4981575" cy="3735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>
            <a:extLst>
              <a:ext uri="{FF2B5EF4-FFF2-40B4-BE49-F238E27FC236}">
                <a16:creationId xmlns:a16="http://schemas.microsoft.com/office/drawing/2014/main" id="{5743C7A7-1B07-4994-882C-E8CEF708D29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732338"/>
            <a:ext cx="5010150" cy="448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53254" name="Rectangle 6">
            <a:extLst>
              <a:ext uri="{FF2B5EF4-FFF2-40B4-BE49-F238E27FC236}">
                <a16:creationId xmlns:a16="http://schemas.microsoft.com/office/drawing/2014/main" id="{C7CF7115-A46B-4861-B53D-3C2D0BD7F3A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64675"/>
            <a:ext cx="29606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3255" name="Rectangle 7">
            <a:extLst>
              <a:ext uri="{FF2B5EF4-FFF2-40B4-BE49-F238E27FC236}">
                <a16:creationId xmlns:a16="http://schemas.microsoft.com/office/drawing/2014/main" id="{D087A433-EC01-42B0-B125-263BC4A1AC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1913" y="9464675"/>
            <a:ext cx="2960687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8F2CDAC-D347-42C8-B9E8-F89400842F97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FE22EBF3-7064-4344-90D4-D903EF0CD3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2E3B306-A4D4-431D-961F-45E6856EDBEF}" type="slidenum">
              <a:rPr lang="zh-TW" altLang="en-US" sz="1200"/>
              <a:pPr eaLnBrk="1" hangingPunct="1"/>
              <a:t>1</a:t>
            </a:fld>
            <a:endParaRPr lang="en-US" altLang="zh-TW" sz="12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9B0168B1-1443-435C-94F1-96FA776612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4C0BE49E-9D02-41AC-A23D-7120E487B8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7BF849B8-ABEC-4EBD-B159-042F52543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07A0625-C25E-49AA-BA73-7205FF6B3DB1}" type="slidenum">
              <a:rPr lang="zh-TW" altLang="en-US" sz="1200"/>
              <a:pPr eaLnBrk="1" hangingPunct="1"/>
              <a:t>2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B6E2FED-E0EB-4ED2-957F-C97CCE478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2639200-4260-4655-A705-00424BA5D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7BF849B8-ABEC-4EBD-B159-042F52543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07A0625-C25E-49AA-BA73-7205FF6B3DB1}" type="slidenum">
              <a:rPr lang="zh-TW" altLang="en-US" sz="1200"/>
              <a:pPr eaLnBrk="1" hangingPunct="1"/>
              <a:t>3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B6E2FED-E0EB-4ED2-957F-C97CCE478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2639200-4260-4655-A705-00424BA5D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996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7BF849B8-ABEC-4EBD-B159-042F52543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07A0625-C25E-49AA-BA73-7205FF6B3DB1}" type="slidenum">
              <a:rPr lang="zh-TW" altLang="en-US" sz="1200"/>
              <a:pPr eaLnBrk="1" hangingPunct="1"/>
              <a:t>4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B6E2FED-E0EB-4ED2-957F-C97CCE478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2639200-4260-4655-A705-00424BA5D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2716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7BF849B8-ABEC-4EBD-B159-042F52543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07A0625-C25E-49AA-BA73-7205FF6B3DB1}" type="slidenum">
              <a:rPr lang="zh-TW" altLang="en-US" sz="1200"/>
              <a:pPr eaLnBrk="1" hangingPunct="1"/>
              <a:t>5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B6E2FED-E0EB-4ED2-957F-C97CCE478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2639200-4260-4655-A705-00424BA5D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5687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7BF849B8-ABEC-4EBD-B159-042F52543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07A0625-C25E-49AA-BA73-7205FF6B3DB1}" type="slidenum">
              <a:rPr lang="zh-TW" altLang="en-US" sz="1200"/>
              <a:pPr eaLnBrk="1" hangingPunct="1"/>
              <a:t>6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B6E2FED-E0EB-4ED2-957F-C97CCE478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2639200-4260-4655-A705-00424BA5D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7920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7BF849B8-ABEC-4EBD-B159-042F52543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07A0625-C25E-49AA-BA73-7205FF6B3DB1}" type="slidenum">
              <a:rPr lang="zh-TW" altLang="en-US" sz="1200"/>
              <a:pPr eaLnBrk="1" hangingPunct="1"/>
              <a:t>7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B6E2FED-E0EB-4ED2-957F-C97CCE478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2639200-4260-4655-A705-00424BA5D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330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7BF849B8-ABEC-4EBD-B159-042F52543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07A0625-C25E-49AA-BA73-7205FF6B3DB1}" type="slidenum">
              <a:rPr lang="zh-TW" altLang="en-US" sz="1200"/>
              <a:pPr eaLnBrk="1" hangingPunct="1"/>
              <a:t>8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B6E2FED-E0EB-4ED2-957F-C97CCE478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2639200-4260-4655-A705-00424BA5D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2965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7BF849B8-ABEC-4EBD-B159-042F52543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07A0625-C25E-49AA-BA73-7205FF6B3DB1}" type="slidenum">
              <a:rPr lang="zh-TW" altLang="en-US" sz="1200"/>
              <a:pPr eaLnBrk="1" hangingPunct="1"/>
              <a:t>9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B6E2FED-E0EB-4ED2-957F-C97CCE478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2639200-4260-4655-A705-00424BA5D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779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7BF849B8-ABEC-4EBD-B159-042F52543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07A0625-C25E-49AA-BA73-7205FF6B3DB1}" type="slidenum">
              <a:rPr lang="zh-TW" altLang="en-US" sz="1200"/>
              <a:pPr eaLnBrk="1" hangingPunct="1"/>
              <a:t>10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B6E2FED-E0EB-4ED2-957F-C97CCE478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2639200-4260-4655-A705-00424BA5D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6887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7BF849B8-ABEC-4EBD-B159-042F52543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07A0625-C25E-49AA-BA73-7205FF6B3DB1}" type="slidenum">
              <a:rPr lang="zh-TW" altLang="en-US" sz="1200"/>
              <a:pPr eaLnBrk="1" hangingPunct="1"/>
              <a:t>11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B6E2FED-E0EB-4ED2-957F-C97CCE478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2639200-4260-4655-A705-00424BA5D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60781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7BF849B8-ABEC-4EBD-B159-042F52543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07A0625-C25E-49AA-BA73-7205FF6B3DB1}" type="slidenum">
              <a:rPr lang="zh-TW" altLang="en-US" sz="1200"/>
              <a:pPr eaLnBrk="1" hangingPunct="1"/>
              <a:t>12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B6E2FED-E0EB-4ED2-957F-C97CCE478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2639200-4260-4655-A705-00424BA5D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4618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7BF849B8-ABEC-4EBD-B159-042F52543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07A0625-C25E-49AA-BA73-7205FF6B3DB1}" type="slidenum">
              <a:rPr lang="zh-TW" altLang="en-US" sz="1200"/>
              <a:pPr eaLnBrk="1" hangingPunct="1"/>
              <a:t>13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B6E2FED-E0EB-4ED2-957F-C97CCE478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2639200-4260-4655-A705-00424BA5D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1641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7BF849B8-ABEC-4EBD-B159-042F52543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07A0625-C25E-49AA-BA73-7205FF6B3DB1}" type="slidenum">
              <a:rPr lang="zh-TW" altLang="en-US" sz="1200"/>
              <a:pPr eaLnBrk="1" hangingPunct="1"/>
              <a:t>14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B6E2FED-E0EB-4ED2-957F-C97CCE478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2639200-4260-4655-A705-00424BA5D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2733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7BF849B8-ABEC-4EBD-B159-042F52543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07A0625-C25E-49AA-BA73-7205FF6B3DB1}" type="slidenum">
              <a:rPr lang="zh-TW" altLang="en-US" sz="1200"/>
              <a:pPr eaLnBrk="1" hangingPunct="1"/>
              <a:t>15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B6E2FED-E0EB-4ED2-957F-C97CCE478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2639200-4260-4655-A705-00424BA5D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1259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7BF849B8-ABEC-4EBD-B159-042F52543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07A0625-C25E-49AA-BA73-7205FF6B3DB1}" type="slidenum">
              <a:rPr lang="zh-TW" altLang="en-US" sz="1200"/>
              <a:pPr eaLnBrk="1" hangingPunct="1"/>
              <a:t>16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B6E2FED-E0EB-4ED2-957F-C97CCE478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2639200-4260-4655-A705-00424BA5D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1626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7BF849B8-ABEC-4EBD-B159-042F52543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07A0625-C25E-49AA-BA73-7205FF6B3DB1}" type="slidenum">
              <a:rPr lang="zh-TW" altLang="en-US" sz="1200"/>
              <a:pPr eaLnBrk="1" hangingPunct="1"/>
              <a:t>17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B6E2FED-E0EB-4ED2-957F-C97CCE478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2639200-4260-4655-A705-00424BA5D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7086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7BF849B8-ABEC-4EBD-B159-042F52543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07A0625-C25E-49AA-BA73-7205FF6B3DB1}" type="slidenum">
              <a:rPr lang="zh-TW" altLang="en-US" sz="1200"/>
              <a:pPr eaLnBrk="1" hangingPunct="1"/>
              <a:t>18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B6E2FED-E0EB-4ED2-957F-C97CCE478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2639200-4260-4655-A705-00424BA5D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7237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7BF849B8-ABEC-4EBD-B159-042F52543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07A0625-C25E-49AA-BA73-7205FF6B3DB1}" type="slidenum">
              <a:rPr lang="zh-TW" altLang="en-US" sz="1200"/>
              <a:pPr eaLnBrk="1" hangingPunct="1"/>
              <a:t>19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B6E2FED-E0EB-4ED2-957F-C97CCE478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2639200-4260-4655-A705-00424BA5D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6552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7BF849B8-ABEC-4EBD-B159-042F52543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07A0625-C25E-49AA-BA73-7205FF6B3DB1}" type="slidenum">
              <a:rPr lang="zh-TW" altLang="en-US" sz="1200"/>
              <a:pPr eaLnBrk="1" hangingPunct="1"/>
              <a:t>20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B6E2FED-E0EB-4ED2-957F-C97CCE478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2639200-4260-4655-A705-00424BA5D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3208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7BF849B8-ABEC-4EBD-B159-042F52543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07A0625-C25E-49AA-BA73-7205FF6B3DB1}" type="slidenum">
              <a:rPr lang="zh-TW" altLang="en-US" sz="1200"/>
              <a:pPr eaLnBrk="1" hangingPunct="1"/>
              <a:t>21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B6E2FED-E0EB-4ED2-957F-C97CCE478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2639200-4260-4655-A705-00424BA5D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9139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7BF849B8-ABEC-4EBD-B159-042F52543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07A0625-C25E-49AA-BA73-7205FF6B3DB1}" type="slidenum">
              <a:rPr lang="zh-TW" altLang="en-US" sz="1200"/>
              <a:pPr eaLnBrk="1" hangingPunct="1"/>
              <a:t>22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B6E2FED-E0EB-4ED2-957F-C97CCE478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2639200-4260-4655-A705-00424BA5D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1405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7BF849B8-ABEC-4EBD-B159-042F52543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07A0625-C25E-49AA-BA73-7205FF6B3DB1}" type="slidenum">
              <a:rPr lang="zh-TW" altLang="en-US" sz="1200"/>
              <a:pPr eaLnBrk="1" hangingPunct="1"/>
              <a:t>23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B6E2FED-E0EB-4ED2-957F-C97CCE478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2639200-4260-4655-A705-00424BA5D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2248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7BF849B8-ABEC-4EBD-B159-042F52543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07A0625-C25E-49AA-BA73-7205FF6B3DB1}" type="slidenum">
              <a:rPr lang="zh-TW" altLang="en-US" sz="1200"/>
              <a:pPr eaLnBrk="1" hangingPunct="1"/>
              <a:t>24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B6E2FED-E0EB-4ED2-957F-C97CCE478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2639200-4260-4655-A705-00424BA5D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7880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7BF849B8-ABEC-4EBD-B159-042F52543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07A0625-C25E-49AA-BA73-7205FF6B3DB1}" type="slidenum">
              <a:rPr lang="zh-TW" altLang="en-US" sz="1200"/>
              <a:pPr eaLnBrk="1" hangingPunct="1"/>
              <a:t>25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B6E2FED-E0EB-4ED2-957F-C97CCE478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2639200-4260-4655-A705-00424BA5D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3158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7BF849B8-ABEC-4EBD-B159-042F52543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07A0625-C25E-49AA-BA73-7205FF6B3DB1}" type="slidenum">
              <a:rPr lang="zh-TW" altLang="en-US" sz="1200"/>
              <a:pPr eaLnBrk="1" hangingPunct="1"/>
              <a:t>26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B6E2FED-E0EB-4ED2-957F-C97CCE478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2639200-4260-4655-A705-00424BA5D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1519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7BF849B8-ABEC-4EBD-B159-042F52543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07A0625-C25E-49AA-BA73-7205FF6B3DB1}" type="slidenum">
              <a:rPr lang="zh-TW" altLang="en-US" sz="1200"/>
              <a:pPr eaLnBrk="1" hangingPunct="1"/>
              <a:t>27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B6E2FED-E0EB-4ED2-957F-C97CCE478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2639200-4260-4655-A705-00424BA5D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6260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7BF849B8-ABEC-4EBD-B159-042F52543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07A0625-C25E-49AA-BA73-7205FF6B3DB1}" type="slidenum">
              <a:rPr lang="zh-TW" altLang="en-US" sz="1200"/>
              <a:pPr eaLnBrk="1" hangingPunct="1"/>
              <a:t>28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B6E2FED-E0EB-4ED2-957F-C97CCE478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2639200-4260-4655-A705-00424BA5D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487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7BF849B8-ABEC-4EBD-B159-042F52543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07A0625-C25E-49AA-BA73-7205FF6B3DB1}" type="slidenum">
              <a:rPr lang="zh-TW" altLang="en-US" sz="1200"/>
              <a:pPr eaLnBrk="1" hangingPunct="1"/>
              <a:t>29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B6E2FED-E0EB-4ED2-957F-C97CCE478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2639200-4260-4655-A705-00424BA5D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220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D7E72DE3-DF95-4C2C-9269-6E3132AA1246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A05CF50F-208D-4D46-BEB5-161068C9DD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4958FDDB-4581-4978-A90A-F0CDE568C4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8AEAB0FE-C1C9-453D-816C-11CF7DBFA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C207C128-ED4A-4CE7-9025-5F46163D85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29D2DC76-062B-48BB-AB6C-8705B16334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036FC6FA-8783-4D10-93D2-75E28A27B6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0B654C28-3085-4AFF-A03B-9AF9ADF45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6D353E84-142A-4F9B-81F4-E55D23ED1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7E6B2B77-4AC1-4D13-9DD7-350D017B4F6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</p:grpSp>
      <p:sp>
        <p:nvSpPr>
          <p:cNvPr id="718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A763995F-EB54-492A-957A-F1E41CA5E8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8F3E64E-9FE2-4F0D-846D-FA53B035754C}" type="datetime1">
              <a:rPr lang="zh-TW" altLang="en-US"/>
              <a:pPr>
                <a:defRPr/>
              </a:pPr>
              <a:t>2019/5/25</a:t>
            </a:fld>
            <a:endParaRPr lang="en-US" altLang="zh-TW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AD574A98-E9BB-44F9-B8B4-A55FC4424D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362200" y="6248400"/>
            <a:ext cx="4953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zh-TW" altLang="en-US"/>
              <a:t>1</a:t>
            </a:r>
            <a:endParaRPr lang="en-US" altLang="zh-TW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41CC691B-353E-418C-B8EE-99F404B983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552F5133-4261-4023-BF77-AD29903EB83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7973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46A5C6B-C7F3-4AF6-BD5A-8D84691D48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570439-76D4-4840-80CA-01D6BB76236E}" type="datetime1">
              <a:rPr lang="zh-TW" altLang="en-US"/>
              <a:pPr>
                <a:defRPr/>
              </a:pPr>
              <a:t>2019/5/25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BD71A8B-A723-4BF7-AF40-975D9EEC9D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D8C7B2C-6D6F-465E-9713-098AFC4EB1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D1C30F-1F1C-4B65-86E7-35FA83B83A6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4129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6AC4CEC-2DD0-494B-8EEC-9F96D4971B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96236B-481F-437C-94C3-6221CCA72AED}" type="datetime1">
              <a:rPr lang="zh-TW" altLang="en-US"/>
              <a:pPr>
                <a:defRPr/>
              </a:pPr>
              <a:t>2019/5/25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CB64EC87-87BC-41D7-AC29-2192A6B2D6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5ECD24E-DC0D-4D19-8037-656B0ED356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D73058-E017-482A-8E65-7FBF0AD4A304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95140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620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2EAE5BA-114F-499A-80A0-695E44E87A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BA669A-8601-4EA2-A8EA-09414234ACF6}" type="datetime1">
              <a:rPr lang="zh-TW" altLang="en-US"/>
              <a:pPr>
                <a:defRPr/>
              </a:pPr>
              <a:t>2019/5/25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668DD4FD-A2B8-47E2-827B-11962E03A9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30D73184-91D6-466B-ACFF-F514610221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0B9BE2-010B-4ADB-A00F-62DB866D2F3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37923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810D7FBC-D966-4ECD-8784-CCC68761E0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AFED17-F2DB-47B0-BC23-6F80D50ACE92}" type="datetime1">
              <a:rPr lang="zh-TW" altLang="en-US"/>
              <a:pPr>
                <a:defRPr/>
              </a:pPr>
              <a:t>2019/5/25</a:t>
            </a:fld>
            <a:endParaRPr lang="en-US" altLang="zh-TW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0EDF4BE8-82DB-4B92-AF24-87FA64E4E7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4A4FD683-5388-4082-B245-FBE39D080C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345420-ECA5-456E-A62D-A991204696C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9997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12C81BCD-C4E4-44DE-8BA4-37FBA19E36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E1922D-7E59-4837-BF7B-418B0DAFDC8C}" type="datetime1">
              <a:rPr lang="zh-TW" altLang="en-US"/>
              <a:pPr>
                <a:defRPr/>
              </a:pPr>
              <a:t>2019/5/25</a:t>
            </a:fld>
            <a:endParaRPr lang="en-US" altLang="zh-TW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D264834F-22AB-4816-BD4E-0CCCDD0310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10AD80A3-6966-4796-BCEE-7886357A6F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A15E28-6EC6-41FA-84A0-B5309FE3811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177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52354531-5391-4120-8B73-678CC4C70D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6E6C0F-BAE3-4DE7-BEAB-88D9A1AFEE60}" type="datetime1">
              <a:rPr lang="zh-TW" altLang="en-US"/>
              <a:pPr>
                <a:defRPr/>
              </a:pPr>
              <a:t>2019/5/25</a:t>
            </a:fld>
            <a:endParaRPr lang="en-US" altLang="zh-TW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A2771BF2-C06A-4D24-9D97-759799FDD1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A3D72974-9401-442C-ACE3-72138B5A3D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E4B806-DACB-4B69-9762-73A106249AA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29712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13A000C1-EE47-4EC0-8A8C-72F23A6407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172A95-4C53-46A0-95DB-08A19E4D8896}" type="datetime1">
              <a:rPr lang="zh-TW" altLang="en-US"/>
              <a:pPr>
                <a:defRPr/>
              </a:pPr>
              <a:t>2019/5/25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C6B1279-AE4B-44C1-A27C-350E101C2F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5788EC1-2A52-4269-A049-74F99F2A4D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D427B6-6F0A-4D80-AE23-A8B5CF17419B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92716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3BCD29B-B74F-4119-95A7-48B2F0BAD0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3108A8-5090-4A9F-8DD2-A465A95B1E34}" type="datetime1">
              <a:rPr lang="zh-TW" altLang="en-US"/>
              <a:pPr>
                <a:defRPr/>
              </a:pPr>
              <a:t>2019/5/25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5B84409E-3A89-4BD9-AC21-FCEA163785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EE7BD673-79BD-4E97-9C29-C07C01610A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E60928-6D58-406C-A3F0-ECDA622E93F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368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DE01BEF-B494-48D2-A990-30637005AF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0FEA5C-9772-4535-925C-6DDFD1FB54A9}" type="datetime1">
              <a:rPr lang="zh-TW" altLang="en-US"/>
              <a:pPr>
                <a:defRPr/>
              </a:pPr>
              <a:t>2019/5/25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837BCBD-88A1-465D-9B5F-C7FEA83174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5B977CC-A9D2-4A37-B507-CBA646ACD9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DA7113-8B0A-4CB5-A21E-B491B3827CD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29540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07175" y="381000"/>
            <a:ext cx="1947863" cy="5791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5692775" cy="5791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70299A5-C2D7-4C9C-9C3B-080B22AECE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61378E-20E2-43A7-A803-E202E4951CFA}" type="datetime1">
              <a:rPr lang="zh-TW" altLang="en-US"/>
              <a:pPr>
                <a:defRPr/>
              </a:pPr>
              <a:t>2019/5/25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F1F22FE-7B94-4C73-93F9-1C911AD821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788BADD-E0AF-4ABB-A211-9E2FBF391F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0831B2-B5CD-4796-AD1F-A900E345F46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76541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>
            <a:extLst>
              <a:ext uri="{FF2B5EF4-FFF2-40B4-BE49-F238E27FC236}">
                <a16:creationId xmlns:a16="http://schemas.microsoft.com/office/drawing/2014/main" id="{D67DAB0B-4A11-49BB-9765-58D0FB7475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381000"/>
            <a:ext cx="779303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10">
            <a:extLst>
              <a:ext uri="{FF2B5EF4-FFF2-40B4-BE49-F238E27FC236}">
                <a16:creationId xmlns:a16="http://schemas.microsoft.com/office/drawing/2014/main" id="{6D14E5A6-D8D2-4B8D-9DED-979AAD0548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5240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155" name="Rectangle 11">
            <a:extLst>
              <a:ext uri="{FF2B5EF4-FFF2-40B4-BE49-F238E27FC236}">
                <a16:creationId xmlns:a16="http://schemas.microsoft.com/office/drawing/2014/main" id="{1C09F77C-33CB-4214-928D-0FCAF6C18B1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2C5872F4-AB70-4EBC-9E4B-57CBF5438CA0}" type="datetime1">
              <a:rPr lang="zh-TW" altLang="en-US"/>
              <a:pPr>
                <a:defRPr/>
              </a:pPr>
              <a:t>2019/5/25</a:t>
            </a:fld>
            <a:endParaRPr lang="en-US" altLang="zh-TW"/>
          </a:p>
        </p:txBody>
      </p:sp>
      <p:sp>
        <p:nvSpPr>
          <p:cNvPr id="6156" name="Rectangle 12">
            <a:extLst>
              <a:ext uri="{FF2B5EF4-FFF2-40B4-BE49-F238E27FC236}">
                <a16:creationId xmlns:a16="http://schemas.microsoft.com/office/drawing/2014/main" id="{67366FA9-0551-4EDE-8F88-A63F1C0D8BF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62200" y="6324600"/>
            <a:ext cx="495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157" name="Rectangle 13">
            <a:extLst>
              <a:ext uri="{FF2B5EF4-FFF2-40B4-BE49-F238E27FC236}">
                <a16:creationId xmlns:a16="http://schemas.microsoft.com/office/drawing/2014/main" id="{F49D584B-9DEA-4C3F-81C4-D0B25B75CCE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solidFill>
                  <a:schemeClr val="accent1"/>
                </a:solidFill>
              </a:defRPr>
            </a:lvl1pPr>
          </a:lstStyle>
          <a:p>
            <a:fld id="{E8047EE2-1D5D-4435-9411-D15D8BF30E40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投影片編號版面配置區 5">
            <a:extLst>
              <a:ext uri="{FF2B5EF4-FFF2-40B4-BE49-F238E27FC236}">
                <a16:creationId xmlns:a16="http://schemas.microsoft.com/office/drawing/2014/main" id="{4963C39F-CD6A-48B1-B173-43DC982F1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0ACF0F56-14EB-424F-B874-9A342D5A6D8E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1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D42C4FF8-EEC4-400D-8EAA-D52E61EDC6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7772400" cy="914400"/>
          </a:xfrm>
        </p:spPr>
        <p:txBody>
          <a:bodyPr/>
          <a:lstStyle/>
          <a:p>
            <a:pPr eaLnBrk="1" hangingPunct="1"/>
            <a:r>
              <a:rPr lang="en-US" altLang="zh-TW" b="1">
                <a:latin typeface="Times New Roman" panose="02020603050405020304" pitchFamily="18" charset="0"/>
              </a:rPr>
              <a:t>1232: SKYLINE</a:t>
            </a:r>
            <a:endParaRPr lang="en-US" altLang="zh-TW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6" name="Rectangle 3">
                <a:extLst>
                  <a:ext uri="{FF2B5EF4-FFF2-40B4-BE49-F238E27FC236}">
                    <a16:creationId xmlns:a16="http://schemas.microsoft.com/office/drawing/2014/main" id="{6D9ED678-EF65-4E62-9A00-B9F5DC7F87EE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1447800"/>
                <a:ext cx="8077200" cy="4789488"/>
              </a:xfrm>
            </p:spPr>
            <p:txBody>
              <a:bodyPr/>
              <a:lstStyle/>
              <a:p>
                <a:pPr eaLnBrk="1" hangingPunct="1"/>
                <a:r>
                  <a:rPr lang="zh-TW" altLang="en-US" sz="2400">
                    <a:solidFill>
                      <a:schemeClr val="hlink"/>
                    </a:solidFill>
                    <a:latin typeface="Times New Roman" panose="02020603050405020304" pitchFamily="18" charset="0"/>
                  </a:rPr>
                  <a:t>★★★★☆</a:t>
                </a:r>
              </a:p>
              <a:p>
                <a:pPr eaLnBrk="1" hangingPunct="1"/>
                <a:r>
                  <a:rPr lang="zh-TW" altLang="en-US" sz="2400" b="1">
                    <a:solidFill>
                      <a:srgbClr val="3BA943"/>
                    </a:solidFill>
                    <a:latin typeface="Times New Roman" panose="02020603050405020304" pitchFamily="18" charset="0"/>
                  </a:rPr>
                  <a:t>題組：</a:t>
                </a:r>
                <a:r>
                  <a:rPr lang="en-US" altLang="zh-TW" sz="24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Problem Set Archive with Online Judge</a:t>
                </a:r>
              </a:p>
              <a:p>
                <a:pPr eaLnBrk="1" hangingPunct="1"/>
                <a:r>
                  <a:rPr lang="zh-TW" altLang="en-US" sz="2400" b="1">
                    <a:solidFill>
                      <a:srgbClr val="3BA943"/>
                    </a:solidFill>
                    <a:latin typeface="Times New Roman" panose="02020603050405020304" pitchFamily="18" charset="0"/>
                  </a:rPr>
                  <a:t>題號：</a:t>
                </a:r>
                <a:r>
                  <a:rPr lang="en-US" altLang="zh-TW" sz="2400">
                    <a:latin typeface="Times New Roman" panose="02020603050405020304" pitchFamily="18" charset="0"/>
                  </a:rPr>
                  <a:t>1232: SKYLINE</a:t>
                </a:r>
                <a:endParaRPr lang="en-US" altLang="zh-TW" sz="24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  <a:p>
                <a:pPr eaLnBrk="1" hangingPunct="1"/>
                <a:r>
                  <a:rPr lang="zh-TW" altLang="en-US" sz="2400" b="1">
                    <a:solidFill>
                      <a:srgbClr val="3BA943"/>
                    </a:solidFill>
                    <a:latin typeface="Times New Roman" panose="02020603050405020304" pitchFamily="18" charset="0"/>
                  </a:rPr>
                  <a:t>解題者：</a:t>
                </a:r>
                <a:r>
                  <a:rPr lang="zh-TW" altLang="en-US" sz="2400">
                    <a:latin typeface="Times New Roman" panose="02020603050405020304" pitchFamily="18" charset="0"/>
                  </a:rPr>
                  <a:t>許博鈞</a:t>
                </a:r>
              </a:p>
              <a:p>
                <a:pPr eaLnBrk="1" hangingPunct="1"/>
                <a:r>
                  <a:rPr lang="zh-TW" altLang="en-US" sz="2400" b="1">
                    <a:solidFill>
                      <a:srgbClr val="3BA943"/>
                    </a:solidFill>
                    <a:latin typeface="Times New Roman" panose="02020603050405020304" pitchFamily="18" charset="0"/>
                  </a:rPr>
                  <a:t>解題日期：</a:t>
                </a:r>
                <a:r>
                  <a:rPr lang="zh-TW" altLang="en-US" sz="2400">
                    <a:latin typeface="Times New Roman" panose="02020603050405020304" pitchFamily="18" charset="0"/>
                  </a:rPr>
                  <a:t>20</a:t>
                </a:r>
                <a:r>
                  <a:rPr lang="en-US" altLang="zh-TW" sz="2400">
                    <a:latin typeface="Times New Roman" panose="02020603050405020304" pitchFamily="18" charset="0"/>
                  </a:rPr>
                  <a:t>19</a:t>
                </a:r>
                <a:r>
                  <a:rPr lang="zh-TW" altLang="en-US" sz="2400">
                    <a:latin typeface="Times New Roman" panose="02020603050405020304" pitchFamily="18" charset="0"/>
                  </a:rPr>
                  <a:t>年</a:t>
                </a:r>
                <a:r>
                  <a:rPr lang="en-US" altLang="zh-TW" sz="2400">
                    <a:latin typeface="Times New Roman" panose="02020603050405020304" pitchFamily="18" charset="0"/>
                  </a:rPr>
                  <a:t>5</a:t>
                </a:r>
                <a:r>
                  <a:rPr lang="zh-TW" altLang="en-US" sz="2400">
                    <a:latin typeface="Times New Roman" panose="02020603050405020304" pitchFamily="18" charset="0"/>
                  </a:rPr>
                  <a:t>月</a:t>
                </a:r>
                <a:r>
                  <a:rPr lang="en-US" altLang="zh-TW" sz="2400">
                    <a:latin typeface="Times New Roman" panose="02020603050405020304" pitchFamily="18" charset="0"/>
                  </a:rPr>
                  <a:t>25</a:t>
                </a:r>
                <a:r>
                  <a:rPr lang="zh-TW" altLang="en-US" sz="2400">
                    <a:latin typeface="Times New Roman" panose="02020603050405020304" pitchFamily="18" charset="0"/>
                  </a:rPr>
                  <a:t>日</a:t>
                </a:r>
                <a:endParaRPr lang="zh-TW" altLang="en-US" sz="24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  <a:p>
                <a:pPr eaLnBrk="1" hangingPunct="1"/>
                <a:r>
                  <a:rPr lang="zh-TW" altLang="en-US" sz="2400" b="1">
                    <a:solidFill>
                      <a:srgbClr val="3BA943"/>
                    </a:solidFill>
                    <a:latin typeface="Times New Roman" panose="02020603050405020304" pitchFamily="18" charset="0"/>
                  </a:rPr>
                  <a:t>題意：</a:t>
                </a:r>
                <a:r>
                  <a:rPr lang="zh-TW" altLang="en-US" sz="2400">
                    <a:latin typeface="Times New Roman" panose="02020603050405020304" pitchFamily="18" charset="0"/>
                  </a:rPr>
                  <a:t>給定一個正整數 </a:t>
                </a:r>
                <a:r>
                  <a:rPr lang="en-US" altLang="zh-TW" sz="2400">
                    <a:latin typeface="Times New Roman" panose="02020603050405020304" pitchFamily="18" charset="0"/>
                  </a:rPr>
                  <a:t>c </a:t>
                </a:r>
                <a:r>
                  <a:rPr lang="zh-TW" altLang="en-US" sz="2400">
                    <a:latin typeface="Times New Roman" panose="02020603050405020304" pitchFamily="18" charset="0"/>
                  </a:rPr>
                  <a:t>表示測資的數量，每筆測資有</a:t>
                </a:r>
                <a:r>
                  <a:rPr lang="en-US" altLang="zh-TW" sz="2400">
                    <a:latin typeface="Times New Roman" panose="02020603050405020304" pitchFamily="18" charset="0"/>
                  </a:rPr>
                  <a:t> n (0 &lt; n &lt; 100000)</a:t>
                </a:r>
                <a:r>
                  <a:rPr lang="zh-TW" altLang="en-US" sz="2400">
                    <a:latin typeface="Times New Roman" panose="02020603050405020304" pitchFamily="18" charset="0"/>
                  </a:rPr>
                  <a:t>個建築物，接下來每行有</a:t>
                </a:r>
                <a:r>
                  <a:rPr lang="en-US" altLang="zh-TW" sz="2400">
                    <a:latin typeface="Times New Roman" panose="02020603050405020304" pitchFamily="18" charset="0"/>
                  </a:rPr>
                  <a:t>l, r, h</a:t>
                </a:r>
                <a:r>
                  <a:rPr lang="zh-TW" altLang="en-US" sz="2400">
                    <a:latin typeface="Times New Roman" panose="02020603050405020304" pitchFamily="18" charset="0"/>
                  </a:rPr>
                  <a:t>，</a:t>
                </a:r>
                <a:r>
                  <a:rPr lang="en-US" altLang="zh-TW" sz="2400">
                    <a:latin typeface="Times New Roman" panose="02020603050405020304" pitchFamily="18" charset="0"/>
                  </a:rPr>
                  <a:t> (0 &lt; l &lt; r ≤ 100000)</a:t>
                </a:r>
                <a:r>
                  <a:rPr lang="zh-TW" altLang="en-US" sz="2400">
                    <a:latin typeface="Times New Roman" panose="02020603050405020304" pitchFamily="18" charset="0"/>
                  </a:rPr>
                  <a:t>，</a:t>
                </a:r>
                <a:r>
                  <a:rPr lang="en-US" altLang="zh-TW" sz="2400">
                    <a:latin typeface="Times New Roman" panose="02020603050405020304" pitchFamily="18" charset="0"/>
                  </a:rPr>
                  <a:t> (0 &lt; h ≤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altLang="zh-TW" sz="2400">
                    <a:latin typeface="Times New Roman" panose="02020603050405020304" pitchFamily="18" charset="0"/>
                  </a:rPr>
                  <a:t> ) </a:t>
                </a:r>
                <a:r>
                  <a:rPr lang="zh-TW" altLang="en-US" sz="2400">
                    <a:latin typeface="Times New Roman" panose="02020603050405020304" pitchFamily="18" charset="0"/>
                  </a:rPr>
                  <a:t>，表示一個建築物的最左邊的座標、最右邊的座標及高度。</a:t>
                </a:r>
                <a:endParaRPr lang="en-US" altLang="zh-TW" sz="2400">
                  <a:latin typeface="Times New Roman" panose="02020603050405020304" pitchFamily="18" charset="0"/>
                </a:endParaRPr>
              </a:p>
              <a:p>
                <a:pPr eaLnBrk="1" hangingPunct="1"/>
                <a:r>
                  <a:rPr lang="zh-TW" altLang="en-US" sz="2400">
                    <a:latin typeface="Times New Roman" panose="02020603050405020304" pitchFamily="18" charset="0"/>
                    <a:sym typeface="Wingdings" panose="05000000000000000000" pitchFamily="2" charset="2"/>
                  </a:rPr>
                  <a:t>目標：找到每棟建築物蓋下去時，不會被前面建築物蓋過的區段總和。</a:t>
                </a:r>
                <a:endParaRPr lang="en-US" altLang="zh-TW" sz="2400">
                  <a:latin typeface="Times New Roman" panose="02020603050405020304" pitchFamily="18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076" name="Rectangle 3">
                <a:extLst>
                  <a:ext uri="{FF2B5EF4-FFF2-40B4-BE49-F238E27FC236}">
                    <a16:creationId xmlns:a16="http://schemas.microsoft.com/office/drawing/2014/main" id="{6D9ED678-EF65-4E62-9A00-B9F5DC7F87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1447800"/>
                <a:ext cx="8077200" cy="4789488"/>
              </a:xfrm>
              <a:blipFill>
                <a:blip r:embed="rId3"/>
                <a:stretch>
                  <a:fillRect l="-151" t="-1019" r="-18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B753616F-0324-4A25-A24A-92F5B5C5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D97EF6E-DE46-42BF-8E30-C23EC3C68EE3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2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6668F4C-F8B7-438B-9B85-CE42A765A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1"/>
            <a:ext cx="8077200" cy="30402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>
                <a:solidFill>
                  <a:srgbClr val="3BA943"/>
                </a:solidFill>
                <a:latin typeface="Times New Roman" panose="02020603050405020304" pitchFamily="18" charset="0"/>
              </a:rPr>
              <a:t>題意範例：</a:t>
            </a:r>
            <a:r>
              <a:rPr lang="zh-TW" altLang="en-US" sz="2400">
                <a:solidFill>
                  <a:srgbClr val="3BA943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2400"/>
              <a:t>1</a:t>
            </a:r>
            <a:r>
              <a:rPr lang="zh-TW" altLang="en-US" sz="2400"/>
              <a:t> （一筆測資）</a:t>
            </a:r>
            <a:endParaRPr lang="en-US" altLang="zh-TW" sz="2400"/>
          </a:p>
          <a:p>
            <a:pPr eaLnBrk="1" hangingPunct="1">
              <a:lnSpc>
                <a:spcPct val="90000"/>
              </a:lnSpc>
            </a:pPr>
            <a:r>
              <a:rPr lang="en-US" altLang="zh-TW" sz="2400"/>
              <a:t> 3</a:t>
            </a:r>
            <a:r>
              <a:rPr lang="zh-TW" altLang="en-US" sz="2400"/>
              <a:t> （第一筆測資有三個建築物）</a:t>
            </a:r>
            <a:endParaRPr lang="en-US" altLang="zh-TW" sz="2400"/>
          </a:p>
          <a:p>
            <a:pPr eaLnBrk="1" hangingPunct="1">
              <a:lnSpc>
                <a:spcPct val="90000"/>
              </a:lnSpc>
            </a:pPr>
            <a:r>
              <a:rPr lang="en-US" altLang="zh-TW" sz="2400"/>
              <a:t> 5 11 3</a:t>
            </a:r>
            <a:r>
              <a:rPr lang="zh-TW" altLang="en-US" sz="2400"/>
              <a:t>  （第一個建築：位置從</a:t>
            </a:r>
            <a:r>
              <a:rPr lang="en-US" altLang="zh-TW" sz="2400"/>
              <a:t>5~11</a:t>
            </a:r>
            <a:r>
              <a:rPr lang="zh-TW" altLang="en-US" sz="2400"/>
              <a:t>，高</a:t>
            </a:r>
            <a:r>
              <a:rPr lang="en-US" altLang="zh-TW" sz="2400"/>
              <a:t>3</a:t>
            </a:r>
            <a:r>
              <a:rPr lang="zh-TW" altLang="en-US" sz="2400"/>
              <a:t>）</a:t>
            </a:r>
            <a:endParaRPr lang="en-US" altLang="zh-TW" sz="2400"/>
          </a:p>
          <a:p>
            <a:pPr eaLnBrk="1" hangingPunct="1">
              <a:lnSpc>
                <a:spcPct val="90000"/>
              </a:lnSpc>
            </a:pPr>
            <a:r>
              <a:rPr lang="en-US" altLang="zh-TW" sz="2400"/>
              <a:t> 1 10 1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/>
              <a:t> 3 13 2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>
                <a:sym typeface="Wingdings" panose="05000000000000000000" pitchFamily="2" charset="2"/>
              </a:rPr>
              <a:t></a:t>
            </a:r>
            <a:r>
              <a:rPr lang="zh-TW" altLang="en-US" sz="2400">
                <a:sym typeface="Wingdings" panose="05000000000000000000" pitchFamily="2" charset="2"/>
              </a:rPr>
              <a:t> </a:t>
            </a:r>
            <a:r>
              <a:rPr lang="en-US" altLang="zh-TW" sz="2400">
                <a:sym typeface="Wingdings" panose="05000000000000000000" pitchFamily="2" charset="2"/>
              </a:rPr>
              <a:t>14</a:t>
            </a:r>
            <a:r>
              <a:rPr lang="zh-TW" altLang="en-US" sz="2400">
                <a:sym typeface="Wingdings" panose="05000000000000000000" pitchFamily="2" charset="2"/>
              </a:rPr>
              <a:t> </a:t>
            </a:r>
            <a:r>
              <a:rPr lang="en-US" altLang="zh-TW" sz="2400">
                <a:sym typeface="Wingdings" panose="05000000000000000000" pitchFamily="2" charset="2"/>
              </a:rPr>
              <a:t>=</a:t>
            </a:r>
            <a:r>
              <a:rPr lang="zh-TW" altLang="en-US" sz="2400">
                <a:sym typeface="Wingdings" panose="05000000000000000000" pitchFamily="2" charset="2"/>
              </a:rPr>
              <a:t> </a:t>
            </a:r>
            <a:r>
              <a:rPr lang="en-US" altLang="zh-TW" sz="2400">
                <a:solidFill>
                  <a:srgbClr val="FF0000"/>
                </a:solidFill>
                <a:sym typeface="Wingdings" panose="05000000000000000000" pitchFamily="2" charset="2"/>
              </a:rPr>
              <a:t>6</a:t>
            </a:r>
            <a:r>
              <a:rPr lang="zh-TW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400">
                <a:solidFill>
                  <a:srgbClr val="FF0000"/>
                </a:solidFill>
                <a:sym typeface="Wingdings" panose="05000000000000000000" pitchFamily="2" charset="2"/>
              </a:rPr>
              <a:t>+</a:t>
            </a:r>
            <a:r>
              <a:rPr lang="zh-TW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400">
                <a:solidFill>
                  <a:srgbClr val="FF0000"/>
                </a:solidFill>
                <a:sym typeface="Wingdings" panose="05000000000000000000" pitchFamily="2" charset="2"/>
              </a:rPr>
              <a:t>4</a:t>
            </a:r>
            <a:r>
              <a:rPr lang="zh-TW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400">
                <a:solidFill>
                  <a:srgbClr val="FF0000"/>
                </a:solidFill>
                <a:sym typeface="Wingdings" panose="05000000000000000000" pitchFamily="2" charset="2"/>
              </a:rPr>
              <a:t>+</a:t>
            </a:r>
            <a:r>
              <a:rPr lang="zh-TW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400">
                <a:solidFill>
                  <a:srgbClr val="FF0000"/>
                </a:solidFill>
                <a:sym typeface="Wingdings" panose="05000000000000000000" pitchFamily="2" charset="2"/>
              </a:rPr>
              <a:t>4</a:t>
            </a:r>
            <a:endParaRPr lang="en-US" altLang="zh-TW" sz="240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400"/>
              <a:t> 0</a:t>
            </a:r>
            <a:r>
              <a:rPr lang="zh-TW" altLang="en-US" sz="2400"/>
              <a:t> （結束）</a:t>
            </a:r>
          </a:p>
          <a:p>
            <a:pPr eaLnBrk="1" hangingPunct="1">
              <a:lnSpc>
                <a:spcPct val="90000"/>
              </a:lnSpc>
            </a:pPr>
            <a:endParaRPr lang="zh-TW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CA013623-4F35-4985-93AD-31EC84AC8552}"/>
              </a:ext>
            </a:extLst>
          </p:cNvPr>
          <p:cNvGrpSpPr/>
          <p:nvPr/>
        </p:nvGrpSpPr>
        <p:grpSpPr>
          <a:xfrm>
            <a:off x="480691" y="3773351"/>
            <a:ext cx="7877817" cy="2549737"/>
            <a:chOff x="258579" y="3726051"/>
            <a:chExt cx="7877817" cy="2549737"/>
          </a:xfrm>
        </p:grpSpPr>
        <p:cxnSp>
          <p:nvCxnSpPr>
            <p:cNvPr id="3" name="直線接點 2">
              <a:extLst>
                <a:ext uri="{FF2B5EF4-FFF2-40B4-BE49-F238E27FC236}">
                  <a16:creationId xmlns:a16="http://schemas.microsoft.com/office/drawing/2014/main" id="{794D08D0-E863-4EFC-83F1-A246124F2830}"/>
                </a:ext>
              </a:extLst>
            </p:cNvPr>
            <p:cNvCxnSpPr/>
            <p:nvPr/>
          </p:nvCxnSpPr>
          <p:spPr bwMode="auto">
            <a:xfrm>
              <a:off x="1007604" y="5509294"/>
              <a:ext cx="712879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5" name="直線接點 4">
              <a:extLst>
                <a:ext uri="{FF2B5EF4-FFF2-40B4-BE49-F238E27FC236}">
                  <a16:creationId xmlns:a16="http://schemas.microsoft.com/office/drawing/2014/main" id="{944C41FC-8011-4F8A-9E63-10B1FF531F00}"/>
                </a:ext>
              </a:extLst>
            </p:cNvPr>
            <p:cNvCxnSpPr/>
            <p:nvPr/>
          </p:nvCxnSpPr>
          <p:spPr bwMode="auto">
            <a:xfrm>
              <a:off x="1403648" y="5238059"/>
              <a:ext cx="0" cy="5760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BAFFB2A4-4CC3-4B31-8615-39870AEB3B77}"/>
                </a:ext>
              </a:extLst>
            </p:cNvPr>
            <p:cNvSpPr txBox="1"/>
            <p:nvPr/>
          </p:nvSpPr>
          <p:spPr>
            <a:xfrm>
              <a:off x="3429757" y="5814123"/>
              <a:ext cx="352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5</a:t>
              </a:r>
              <a:endParaRPr lang="zh-TW" altLang="en-US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2F9F1976-521A-4BA2-AF8F-30BA3CF1402F}"/>
                </a:ext>
              </a:extLst>
            </p:cNvPr>
            <p:cNvSpPr txBox="1"/>
            <p:nvPr/>
          </p:nvSpPr>
          <p:spPr>
            <a:xfrm>
              <a:off x="2320719" y="5814123"/>
              <a:ext cx="352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3</a:t>
              </a:r>
              <a:endParaRPr lang="zh-TW" altLang="en-US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9F6656D6-C382-42C0-822C-BCBC8DC6A55B}"/>
                </a:ext>
              </a:extLst>
            </p:cNvPr>
            <p:cNvSpPr txBox="1"/>
            <p:nvPr/>
          </p:nvSpPr>
          <p:spPr>
            <a:xfrm>
              <a:off x="1211681" y="5814123"/>
              <a:ext cx="352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1</a:t>
              </a:r>
              <a:endParaRPr lang="zh-TW" altLang="en-US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03E183A0-4E95-4923-BC7B-23CE23559ABB}"/>
                </a:ext>
              </a:extLst>
            </p:cNvPr>
            <p:cNvSpPr txBox="1"/>
            <p:nvPr/>
          </p:nvSpPr>
          <p:spPr>
            <a:xfrm>
              <a:off x="5787359" y="5814123"/>
              <a:ext cx="5212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10</a:t>
              </a:r>
              <a:endParaRPr lang="zh-TW" altLang="en-US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493DC039-8A2D-444C-84AB-093A80F9BFDC}"/>
                </a:ext>
              </a:extLst>
            </p:cNvPr>
            <p:cNvSpPr txBox="1"/>
            <p:nvPr/>
          </p:nvSpPr>
          <p:spPr>
            <a:xfrm>
              <a:off x="6526101" y="5814123"/>
              <a:ext cx="5212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11</a:t>
              </a:r>
              <a:endParaRPr lang="zh-TW" altLang="en-US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FFCDE28F-0AF9-489F-B2AA-6BF2C50473CE}"/>
                </a:ext>
              </a:extLst>
            </p:cNvPr>
            <p:cNvSpPr txBox="1"/>
            <p:nvPr/>
          </p:nvSpPr>
          <p:spPr>
            <a:xfrm>
              <a:off x="7586748" y="5814123"/>
              <a:ext cx="5212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13</a:t>
              </a:r>
              <a:endParaRPr lang="zh-TW" altLang="en-US"/>
            </a:p>
          </p:txBody>
        </p: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53F9E12F-4900-47BF-B65E-D4CCE32E8A2C}"/>
                </a:ext>
              </a:extLst>
            </p:cNvPr>
            <p:cNvCxnSpPr/>
            <p:nvPr/>
          </p:nvCxnSpPr>
          <p:spPr bwMode="auto">
            <a:xfrm>
              <a:off x="2483768" y="5238059"/>
              <a:ext cx="0" cy="5760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571779C7-2E9A-4E35-BFE8-8C1AFC2EEB21}"/>
                </a:ext>
              </a:extLst>
            </p:cNvPr>
            <p:cNvCxnSpPr/>
            <p:nvPr/>
          </p:nvCxnSpPr>
          <p:spPr bwMode="auto">
            <a:xfrm>
              <a:off x="3563888" y="5238059"/>
              <a:ext cx="0" cy="5760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直線接點 15">
              <a:extLst>
                <a:ext uri="{FF2B5EF4-FFF2-40B4-BE49-F238E27FC236}">
                  <a16:creationId xmlns:a16="http://schemas.microsoft.com/office/drawing/2014/main" id="{1963AAB4-C9D9-4184-A398-47FA22AC49E8}"/>
                </a:ext>
              </a:extLst>
            </p:cNvPr>
            <p:cNvCxnSpPr/>
            <p:nvPr/>
          </p:nvCxnSpPr>
          <p:spPr bwMode="auto">
            <a:xfrm>
              <a:off x="6084168" y="5238059"/>
              <a:ext cx="0" cy="5760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FA2262E7-19AC-4671-B4CB-947D15859DD2}"/>
                </a:ext>
              </a:extLst>
            </p:cNvPr>
            <p:cNvCxnSpPr/>
            <p:nvPr/>
          </p:nvCxnSpPr>
          <p:spPr bwMode="auto">
            <a:xfrm>
              <a:off x="6781800" y="5238059"/>
              <a:ext cx="0" cy="5760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BBE82EAE-5C63-41A6-AB75-92428EE95ED1}"/>
                </a:ext>
              </a:extLst>
            </p:cNvPr>
            <p:cNvCxnSpPr/>
            <p:nvPr/>
          </p:nvCxnSpPr>
          <p:spPr bwMode="auto">
            <a:xfrm>
              <a:off x="7812360" y="5238059"/>
              <a:ext cx="0" cy="5760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直線接點 18">
              <a:extLst>
                <a:ext uri="{FF2B5EF4-FFF2-40B4-BE49-F238E27FC236}">
                  <a16:creationId xmlns:a16="http://schemas.microsoft.com/office/drawing/2014/main" id="{F1AD3F55-BA4E-45E2-BE78-4CC88EF1C1F2}"/>
                </a:ext>
              </a:extLst>
            </p:cNvPr>
            <p:cNvCxnSpPr/>
            <p:nvPr/>
          </p:nvCxnSpPr>
          <p:spPr bwMode="auto">
            <a:xfrm flipV="1">
              <a:off x="1007604" y="3726051"/>
              <a:ext cx="0" cy="178324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98776F04-6800-47A4-8DBF-66B975DCA7D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83568" y="4941168"/>
              <a:ext cx="528113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D42F79CB-43CF-4AA2-BF0C-0B031994AC3E}"/>
                </a:ext>
              </a:extLst>
            </p:cNvPr>
            <p:cNvSpPr txBox="1"/>
            <p:nvPr/>
          </p:nvSpPr>
          <p:spPr>
            <a:xfrm>
              <a:off x="258579" y="4710335"/>
              <a:ext cx="352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1</a:t>
              </a:r>
              <a:endParaRPr lang="zh-TW" altLang="en-US"/>
            </a:p>
          </p:txBody>
        </p:sp>
        <p:cxnSp>
          <p:nvCxnSpPr>
            <p:cNvPr id="26" name="直線接點 25">
              <a:extLst>
                <a:ext uri="{FF2B5EF4-FFF2-40B4-BE49-F238E27FC236}">
                  <a16:creationId xmlns:a16="http://schemas.microsoft.com/office/drawing/2014/main" id="{09A2666F-78E3-400A-A6D5-0EABA9AFF04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83568" y="4466833"/>
              <a:ext cx="528113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BBF67504-BF1B-49CC-82D0-70F47C05DF2E}"/>
                </a:ext>
              </a:extLst>
            </p:cNvPr>
            <p:cNvSpPr txBox="1"/>
            <p:nvPr/>
          </p:nvSpPr>
          <p:spPr>
            <a:xfrm>
              <a:off x="258579" y="4236000"/>
              <a:ext cx="352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2</a:t>
              </a:r>
              <a:endParaRPr lang="zh-TW" altLang="en-US"/>
            </a:p>
          </p:txBody>
        </p:sp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A61CF3DC-6058-4B14-87EE-6F4FDB633DC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83568" y="4015707"/>
              <a:ext cx="528113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2CC42182-82E5-4FFF-935F-9E86E3D0CFF2}"/>
                </a:ext>
              </a:extLst>
            </p:cNvPr>
            <p:cNvSpPr txBox="1"/>
            <p:nvPr/>
          </p:nvSpPr>
          <p:spPr>
            <a:xfrm>
              <a:off x="258579" y="3784874"/>
              <a:ext cx="352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3</a:t>
              </a:r>
              <a:endParaRPr lang="zh-TW" altLang="en-US"/>
            </a:p>
          </p:txBody>
        </p:sp>
      </p:grpSp>
      <p:sp>
        <p:nvSpPr>
          <p:cNvPr id="24" name="矩形 23">
            <a:extLst>
              <a:ext uri="{FF2B5EF4-FFF2-40B4-BE49-F238E27FC236}">
                <a16:creationId xmlns:a16="http://schemas.microsoft.com/office/drawing/2014/main" id="{DA7A8CED-50B9-488F-9B0A-5DCEA9EB4C89}"/>
              </a:ext>
            </a:extLst>
          </p:cNvPr>
          <p:cNvSpPr/>
          <p:nvPr/>
        </p:nvSpPr>
        <p:spPr bwMode="auto">
          <a:xfrm>
            <a:off x="3802903" y="4063007"/>
            <a:ext cx="3201008" cy="15015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FCE49B7-63CB-4FCB-AA2A-F0340038393E}"/>
              </a:ext>
            </a:extLst>
          </p:cNvPr>
          <p:cNvCxnSpPr/>
          <p:nvPr/>
        </p:nvCxnSpPr>
        <p:spPr bwMode="auto">
          <a:xfrm>
            <a:off x="3786000" y="4063007"/>
            <a:ext cx="3217911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096" name="文字方塊 4095">
            <a:extLst>
              <a:ext uri="{FF2B5EF4-FFF2-40B4-BE49-F238E27FC236}">
                <a16:creationId xmlns:a16="http://schemas.microsoft.com/office/drawing/2014/main" id="{168D28C8-5E1F-4D9C-80B9-B43348ACC8AD}"/>
              </a:ext>
            </a:extLst>
          </p:cNvPr>
          <p:cNvSpPr txBox="1"/>
          <p:nvPr/>
        </p:nvSpPr>
        <p:spPr>
          <a:xfrm>
            <a:off x="6529931" y="3495218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6</a:t>
            </a:r>
            <a:endParaRPr lang="zh-TW" altLang="en-US">
              <a:solidFill>
                <a:srgbClr val="FF0000"/>
              </a:solidFill>
            </a:endParaRPr>
          </a:p>
        </p:txBody>
      </p:sp>
      <p:cxnSp>
        <p:nvCxnSpPr>
          <p:cNvPr id="4100" name="直線單箭頭接點 4099">
            <a:extLst>
              <a:ext uri="{FF2B5EF4-FFF2-40B4-BE49-F238E27FC236}">
                <a16:creationId xmlns:a16="http://schemas.microsoft.com/office/drawing/2014/main" id="{CD53A0AD-6DB0-4BD2-A1EE-26AABD7725BF}"/>
              </a:ext>
            </a:extLst>
          </p:cNvPr>
          <p:cNvCxnSpPr/>
          <p:nvPr/>
        </p:nvCxnSpPr>
        <p:spPr bwMode="auto">
          <a:xfrm flipH="1" flipV="1">
            <a:off x="2195736" y="3068960"/>
            <a:ext cx="4334195" cy="6570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B753616F-0324-4A25-A24A-92F5B5C5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D97EF6E-DE46-42BF-8E30-C23EC3C68EE3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3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6668F4C-F8B7-438B-9B85-CE42A765A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1"/>
            <a:ext cx="8077200" cy="30402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>
                <a:solidFill>
                  <a:srgbClr val="3BA943"/>
                </a:solidFill>
                <a:latin typeface="Times New Roman" panose="02020603050405020304" pitchFamily="18" charset="0"/>
              </a:rPr>
              <a:t>題意範例：</a:t>
            </a:r>
            <a:r>
              <a:rPr lang="zh-TW" altLang="en-US" sz="2400">
                <a:solidFill>
                  <a:srgbClr val="3BA943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2400"/>
              <a:t>1</a:t>
            </a:r>
            <a:r>
              <a:rPr lang="zh-TW" altLang="en-US" sz="2400"/>
              <a:t> （一筆測資）</a:t>
            </a:r>
            <a:endParaRPr lang="en-US" altLang="zh-TW" sz="2400"/>
          </a:p>
          <a:p>
            <a:pPr eaLnBrk="1" hangingPunct="1">
              <a:lnSpc>
                <a:spcPct val="90000"/>
              </a:lnSpc>
            </a:pPr>
            <a:r>
              <a:rPr lang="en-US" altLang="zh-TW" sz="2400"/>
              <a:t> 3</a:t>
            </a:r>
            <a:r>
              <a:rPr lang="zh-TW" altLang="en-US" sz="2400"/>
              <a:t> （第一筆測資有三個建築物）</a:t>
            </a:r>
            <a:endParaRPr lang="en-US" altLang="zh-TW" sz="2400"/>
          </a:p>
          <a:p>
            <a:pPr eaLnBrk="1" hangingPunct="1">
              <a:lnSpc>
                <a:spcPct val="90000"/>
              </a:lnSpc>
            </a:pPr>
            <a:r>
              <a:rPr lang="en-US" altLang="zh-TW" sz="2400"/>
              <a:t> 5 11 3</a:t>
            </a:r>
            <a:r>
              <a:rPr lang="zh-TW" altLang="en-US" sz="2400"/>
              <a:t>  （第一個建築：位置從</a:t>
            </a:r>
            <a:r>
              <a:rPr lang="en-US" altLang="zh-TW" sz="2400"/>
              <a:t>5~11</a:t>
            </a:r>
            <a:r>
              <a:rPr lang="zh-TW" altLang="en-US" sz="2400"/>
              <a:t>，高</a:t>
            </a:r>
            <a:r>
              <a:rPr lang="en-US" altLang="zh-TW" sz="2400"/>
              <a:t>3</a:t>
            </a:r>
            <a:r>
              <a:rPr lang="zh-TW" altLang="en-US" sz="2400"/>
              <a:t>）</a:t>
            </a:r>
            <a:endParaRPr lang="en-US" altLang="zh-TW" sz="2400"/>
          </a:p>
          <a:p>
            <a:pPr eaLnBrk="1" hangingPunct="1">
              <a:lnSpc>
                <a:spcPct val="90000"/>
              </a:lnSpc>
            </a:pPr>
            <a:r>
              <a:rPr lang="en-US" altLang="zh-TW" sz="2400"/>
              <a:t> 1 10 1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/>
              <a:t> 3 13 2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>
                <a:sym typeface="Wingdings" panose="05000000000000000000" pitchFamily="2" charset="2"/>
              </a:rPr>
              <a:t></a:t>
            </a:r>
            <a:r>
              <a:rPr lang="zh-TW" altLang="en-US" sz="2400">
                <a:sym typeface="Wingdings" panose="05000000000000000000" pitchFamily="2" charset="2"/>
              </a:rPr>
              <a:t> </a:t>
            </a:r>
            <a:r>
              <a:rPr lang="en-US" altLang="zh-TW" sz="2400">
                <a:sym typeface="Wingdings" panose="05000000000000000000" pitchFamily="2" charset="2"/>
              </a:rPr>
              <a:t>14</a:t>
            </a:r>
            <a:r>
              <a:rPr lang="zh-TW" altLang="en-US" sz="2400">
                <a:sym typeface="Wingdings" panose="05000000000000000000" pitchFamily="2" charset="2"/>
              </a:rPr>
              <a:t> </a:t>
            </a:r>
            <a:r>
              <a:rPr lang="en-US" altLang="zh-TW" sz="2400">
                <a:sym typeface="Wingdings" panose="05000000000000000000" pitchFamily="2" charset="2"/>
              </a:rPr>
              <a:t>=</a:t>
            </a:r>
            <a:r>
              <a:rPr lang="zh-TW" altLang="en-US" sz="2400">
                <a:sym typeface="Wingdings" panose="05000000000000000000" pitchFamily="2" charset="2"/>
              </a:rPr>
              <a:t> </a:t>
            </a:r>
            <a:r>
              <a:rPr lang="en-US" altLang="zh-TW" sz="2400">
                <a:solidFill>
                  <a:srgbClr val="FF0000"/>
                </a:solidFill>
                <a:sym typeface="Wingdings" panose="05000000000000000000" pitchFamily="2" charset="2"/>
              </a:rPr>
              <a:t>6</a:t>
            </a:r>
            <a:r>
              <a:rPr lang="zh-TW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400">
                <a:solidFill>
                  <a:srgbClr val="FF0000"/>
                </a:solidFill>
                <a:sym typeface="Wingdings" panose="05000000000000000000" pitchFamily="2" charset="2"/>
              </a:rPr>
              <a:t>+</a:t>
            </a:r>
            <a:r>
              <a:rPr lang="zh-TW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400">
                <a:solidFill>
                  <a:srgbClr val="FF0000"/>
                </a:solidFill>
                <a:sym typeface="Wingdings" panose="05000000000000000000" pitchFamily="2" charset="2"/>
              </a:rPr>
              <a:t>4</a:t>
            </a:r>
            <a:r>
              <a:rPr lang="zh-TW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400">
                <a:solidFill>
                  <a:srgbClr val="FF0000"/>
                </a:solidFill>
                <a:sym typeface="Wingdings" panose="05000000000000000000" pitchFamily="2" charset="2"/>
              </a:rPr>
              <a:t>+</a:t>
            </a:r>
            <a:r>
              <a:rPr lang="zh-TW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400">
                <a:solidFill>
                  <a:srgbClr val="FF0000"/>
                </a:solidFill>
                <a:sym typeface="Wingdings" panose="05000000000000000000" pitchFamily="2" charset="2"/>
              </a:rPr>
              <a:t>4</a:t>
            </a:r>
            <a:endParaRPr lang="en-US" altLang="zh-TW" sz="240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400"/>
              <a:t> 0</a:t>
            </a:r>
            <a:r>
              <a:rPr lang="zh-TW" altLang="en-US" sz="2400"/>
              <a:t> （結束）</a:t>
            </a:r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CA013623-4F35-4985-93AD-31EC84AC8552}"/>
              </a:ext>
            </a:extLst>
          </p:cNvPr>
          <p:cNvGrpSpPr/>
          <p:nvPr/>
        </p:nvGrpSpPr>
        <p:grpSpPr>
          <a:xfrm>
            <a:off x="480691" y="3773351"/>
            <a:ext cx="7877817" cy="2549737"/>
            <a:chOff x="258579" y="3726051"/>
            <a:chExt cx="7877817" cy="2549737"/>
          </a:xfrm>
        </p:grpSpPr>
        <p:cxnSp>
          <p:nvCxnSpPr>
            <p:cNvPr id="3" name="直線接點 2">
              <a:extLst>
                <a:ext uri="{FF2B5EF4-FFF2-40B4-BE49-F238E27FC236}">
                  <a16:creationId xmlns:a16="http://schemas.microsoft.com/office/drawing/2014/main" id="{794D08D0-E863-4EFC-83F1-A246124F2830}"/>
                </a:ext>
              </a:extLst>
            </p:cNvPr>
            <p:cNvCxnSpPr/>
            <p:nvPr/>
          </p:nvCxnSpPr>
          <p:spPr bwMode="auto">
            <a:xfrm>
              <a:off x="1007604" y="5509294"/>
              <a:ext cx="712879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5" name="直線接點 4">
              <a:extLst>
                <a:ext uri="{FF2B5EF4-FFF2-40B4-BE49-F238E27FC236}">
                  <a16:creationId xmlns:a16="http://schemas.microsoft.com/office/drawing/2014/main" id="{944C41FC-8011-4F8A-9E63-10B1FF531F00}"/>
                </a:ext>
              </a:extLst>
            </p:cNvPr>
            <p:cNvCxnSpPr/>
            <p:nvPr/>
          </p:nvCxnSpPr>
          <p:spPr bwMode="auto">
            <a:xfrm>
              <a:off x="1403648" y="5238059"/>
              <a:ext cx="0" cy="5760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BAFFB2A4-4CC3-4B31-8615-39870AEB3B77}"/>
                </a:ext>
              </a:extLst>
            </p:cNvPr>
            <p:cNvSpPr txBox="1"/>
            <p:nvPr/>
          </p:nvSpPr>
          <p:spPr>
            <a:xfrm>
              <a:off x="3429757" y="5814123"/>
              <a:ext cx="352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5</a:t>
              </a:r>
              <a:endParaRPr lang="zh-TW" altLang="en-US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2F9F1976-521A-4BA2-AF8F-30BA3CF1402F}"/>
                </a:ext>
              </a:extLst>
            </p:cNvPr>
            <p:cNvSpPr txBox="1"/>
            <p:nvPr/>
          </p:nvSpPr>
          <p:spPr>
            <a:xfrm>
              <a:off x="2320719" y="5814123"/>
              <a:ext cx="352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3</a:t>
              </a:r>
              <a:endParaRPr lang="zh-TW" altLang="en-US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9F6656D6-C382-42C0-822C-BCBC8DC6A55B}"/>
                </a:ext>
              </a:extLst>
            </p:cNvPr>
            <p:cNvSpPr txBox="1"/>
            <p:nvPr/>
          </p:nvSpPr>
          <p:spPr>
            <a:xfrm>
              <a:off x="1211681" y="5814123"/>
              <a:ext cx="352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1</a:t>
              </a:r>
              <a:endParaRPr lang="zh-TW" altLang="en-US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03E183A0-4E95-4923-BC7B-23CE23559ABB}"/>
                </a:ext>
              </a:extLst>
            </p:cNvPr>
            <p:cNvSpPr txBox="1"/>
            <p:nvPr/>
          </p:nvSpPr>
          <p:spPr>
            <a:xfrm>
              <a:off x="5787359" y="5814123"/>
              <a:ext cx="5212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10</a:t>
              </a:r>
              <a:endParaRPr lang="zh-TW" altLang="en-US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493DC039-8A2D-444C-84AB-093A80F9BFDC}"/>
                </a:ext>
              </a:extLst>
            </p:cNvPr>
            <p:cNvSpPr txBox="1"/>
            <p:nvPr/>
          </p:nvSpPr>
          <p:spPr>
            <a:xfrm>
              <a:off x="6526101" y="5814123"/>
              <a:ext cx="5212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11</a:t>
              </a:r>
              <a:endParaRPr lang="zh-TW" altLang="en-US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FFCDE28F-0AF9-489F-B2AA-6BF2C50473CE}"/>
                </a:ext>
              </a:extLst>
            </p:cNvPr>
            <p:cNvSpPr txBox="1"/>
            <p:nvPr/>
          </p:nvSpPr>
          <p:spPr>
            <a:xfrm>
              <a:off x="7586748" y="5814123"/>
              <a:ext cx="5212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13</a:t>
              </a:r>
              <a:endParaRPr lang="zh-TW" altLang="en-US"/>
            </a:p>
          </p:txBody>
        </p: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53F9E12F-4900-47BF-B65E-D4CCE32E8A2C}"/>
                </a:ext>
              </a:extLst>
            </p:cNvPr>
            <p:cNvCxnSpPr/>
            <p:nvPr/>
          </p:nvCxnSpPr>
          <p:spPr bwMode="auto">
            <a:xfrm>
              <a:off x="2483768" y="5238059"/>
              <a:ext cx="0" cy="5760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571779C7-2E9A-4E35-BFE8-8C1AFC2EEB21}"/>
                </a:ext>
              </a:extLst>
            </p:cNvPr>
            <p:cNvCxnSpPr/>
            <p:nvPr/>
          </p:nvCxnSpPr>
          <p:spPr bwMode="auto">
            <a:xfrm>
              <a:off x="3563888" y="5238059"/>
              <a:ext cx="0" cy="5760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直線接點 15">
              <a:extLst>
                <a:ext uri="{FF2B5EF4-FFF2-40B4-BE49-F238E27FC236}">
                  <a16:creationId xmlns:a16="http://schemas.microsoft.com/office/drawing/2014/main" id="{1963AAB4-C9D9-4184-A398-47FA22AC49E8}"/>
                </a:ext>
              </a:extLst>
            </p:cNvPr>
            <p:cNvCxnSpPr/>
            <p:nvPr/>
          </p:nvCxnSpPr>
          <p:spPr bwMode="auto">
            <a:xfrm>
              <a:off x="6084168" y="5238059"/>
              <a:ext cx="0" cy="5760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FA2262E7-19AC-4671-B4CB-947D15859DD2}"/>
                </a:ext>
              </a:extLst>
            </p:cNvPr>
            <p:cNvCxnSpPr/>
            <p:nvPr/>
          </p:nvCxnSpPr>
          <p:spPr bwMode="auto">
            <a:xfrm>
              <a:off x="6781800" y="5238059"/>
              <a:ext cx="0" cy="5760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BBE82EAE-5C63-41A6-AB75-92428EE95ED1}"/>
                </a:ext>
              </a:extLst>
            </p:cNvPr>
            <p:cNvCxnSpPr/>
            <p:nvPr/>
          </p:nvCxnSpPr>
          <p:spPr bwMode="auto">
            <a:xfrm>
              <a:off x="7812360" y="5238059"/>
              <a:ext cx="0" cy="5760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直線接點 18">
              <a:extLst>
                <a:ext uri="{FF2B5EF4-FFF2-40B4-BE49-F238E27FC236}">
                  <a16:creationId xmlns:a16="http://schemas.microsoft.com/office/drawing/2014/main" id="{F1AD3F55-BA4E-45E2-BE78-4CC88EF1C1F2}"/>
                </a:ext>
              </a:extLst>
            </p:cNvPr>
            <p:cNvCxnSpPr/>
            <p:nvPr/>
          </p:nvCxnSpPr>
          <p:spPr bwMode="auto">
            <a:xfrm flipV="1">
              <a:off x="1007604" y="3726051"/>
              <a:ext cx="0" cy="178324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98776F04-6800-47A4-8DBF-66B975DCA7D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83568" y="4941168"/>
              <a:ext cx="528113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D42F79CB-43CF-4AA2-BF0C-0B031994AC3E}"/>
                </a:ext>
              </a:extLst>
            </p:cNvPr>
            <p:cNvSpPr txBox="1"/>
            <p:nvPr/>
          </p:nvSpPr>
          <p:spPr>
            <a:xfrm>
              <a:off x="258579" y="4710335"/>
              <a:ext cx="352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1</a:t>
              </a:r>
              <a:endParaRPr lang="zh-TW" altLang="en-US"/>
            </a:p>
          </p:txBody>
        </p:sp>
        <p:cxnSp>
          <p:nvCxnSpPr>
            <p:cNvPr id="26" name="直線接點 25">
              <a:extLst>
                <a:ext uri="{FF2B5EF4-FFF2-40B4-BE49-F238E27FC236}">
                  <a16:creationId xmlns:a16="http://schemas.microsoft.com/office/drawing/2014/main" id="{09A2666F-78E3-400A-A6D5-0EABA9AFF04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83568" y="4466833"/>
              <a:ext cx="528113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BBF67504-BF1B-49CC-82D0-70F47C05DF2E}"/>
                </a:ext>
              </a:extLst>
            </p:cNvPr>
            <p:cNvSpPr txBox="1"/>
            <p:nvPr/>
          </p:nvSpPr>
          <p:spPr>
            <a:xfrm>
              <a:off x="258579" y="4236000"/>
              <a:ext cx="352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2</a:t>
              </a:r>
              <a:endParaRPr lang="zh-TW" altLang="en-US"/>
            </a:p>
          </p:txBody>
        </p:sp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A61CF3DC-6058-4B14-87EE-6F4FDB633DC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83568" y="4015707"/>
              <a:ext cx="528113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2CC42182-82E5-4FFF-935F-9E86E3D0CFF2}"/>
                </a:ext>
              </a:extLst>
            </p:cNvPr>
            <p:cNvSpPr txBox="1"/>
            <p:nvPr/>
          </p:nvSpPr>
          <p:spPr>
            <a:xfrm>
              <a:off x="258579" y="3784874"/>
              <a:ext cx="352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3</a:t>
              </a:r>
              <a:endParaRPr lang="zh-TW" altLang="en-US"/>
            </a:p>
          </p:txBody>
        </p:sp>
      </p:grpSp>
      <p:sp>
        <p:nvSpPr>
          <p:cNvPr id="30" name="矩形 29">
            <a:extLst>
              <a:ext uri="{FF2B5EF4-FFF2-40B4-BE49-F238E27FC236}">
                <a16:creationId xmlns:a16="http://schemas.microsoft.com/office/drawing/2014/main" id="{8AD3CCFA-D6C1-4F64-AAC0-D04C787127D5}"/>
              </a:ext>
            </a:extLst>
          </p:cNvPr>
          <p:cNvSpPr/>
          <p:nvPr/>
        </p:nvSpPr>
        <p:spPr bwMode="auto">
          <a:xfrm>
            <a:off x="1641236" y="4988467"/>
            <a:ext cx="4665031" cy="576043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A7A8CED-50B9-488F-9B0A-5DCEA9EB4C89}"/>
              </a:ext>
            </a:extLst>
          </p:cNvPr>
          <p:cNvSpPr/>
          <p:nvPr/>
        </p:nvSpPr>
        <p:spPr bwMode="auto">
          <a:xfrm>
            <a:off x="3802903" y="4063007"/>
            <a:ext cx="3201008" cy="1501503"/>
          </a:xfrm>
          <a:prstGeom prst="rect">
            <a:avLst/>
          </a:prstGeom>
          <a:solidFill>
            <a:schemeClr val="accent1">
              <a:alpha val="6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BF04C4D2-C0B9-403D-8E17-059D07D20892}"/>
              </a:ext>
            </a:extLst>
          </p:cNvPr>
          <p:cNvCxnSpPr>
            <a:cxnSpLocks/>
          </p:cNvCxnSpPr>
          <p:nvPr/>
        </p:nvCxnSpPr>
        <p:spPr bwMode="auto">
          <a:xfrm>
            <a:off x="1625760" y="5021945"/>
            <a:ext cx="2202600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E074B050-900B-435A-846F-889EFF5AEC5F}"/>
              </a:ext>
            </a:extLst>
          </p:cNvPr>
          <p:cNvSpPr txBox="1"/>
          <p:nvPr/>
        </p:nvSpPr>
        <p:spPr>
          <a:xfrm>
            <a:off x="2542831" y="4502956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4</a:t>
            </a:r>
            <a:endParaRPr lang="zh-TW" altLang="en-US">
              <a:solidFill>
                <a:srgbClr val="FF0000"/>
              </a:solidFill>
            </a:endParaRP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D5293A48-3820-428D-BED9-A4F6123097E9}"/>
              </a:ext>
            </a:extLst>
          </p:cNvPr>
          <p:cNvCxnSpPr>
            <a:stCxn id="32" idx="0"/>
          </p:cNvCxnSpPr>
          <p:nvPr/>
        </p:nvCxnSpPr>
        <p:spPr bwMode="auto">
          <a:xfrm flipH="1" flipV="1">
            <a:off x="2705880" y="3140968"/>
            <a:ext cx="13442" cy="13619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70810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B753616F-0324-4A25-A24A-92F5B5C5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D97EF6E-DE46-42BF-8E30-C23EC3C68EE3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4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6668F4C-F8B7-438B-9B85-CE42A765A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1"/>
            <a:ext cx="8077200" cy="30402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>
                <a:solidFill>
                  <a:srgbClr val="3BA943"/>
                </a:solidFill>
                <a:latin typeface="Times New Roman" panose="02020603050405020304" pitchFamily="18" charset="0"/>
              </a:rPr>
              <a:t>題意範例：</a:t>
            </a:r>
            <a:r>
              <a:rPr lang="zh-TW" altLang="en-US" sz="2400">
                <a:solidFill>
                  <a:srgbClr val="3BA943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2400"/>
              <a:t>1</a:t>
            </a:r>
            <a:r>
              <a:rPr lang="zh-TW" altLang="en-US" sz="2400"/>
              <a:t> （一筆測資）</a:t>
            </a:r>
            <a:endParaRPr lang="en-US" altLang="zh-TW" sz="2400"/>
          </a:p>
          <a:p>
            <a:pPr eaLnBrk="1" hangingPunct="1">
              <a:lnSpc>
                <a:spcPct val="90000"/>
              </a:lnSpc>
            </a:pPr>
            <a:r>
              <a:rPr lang="en-US" altLang="zh-TW" sz="2400"/>
              <a:t> 3</a:t>
            </a:r>
            <a:r>
              <a:rPr lang="zh-TW" altLang="en-US" sz="2400"/>
              <a:t> （第一筆測資有三個建築物）</a:t>
            </a:r>
            <a:endParaRPr lang="en-US" altLang="zh-TW" sz="2400"/>
          </a:p>
          <a:p>
            <a:pPr eaLnBrk="1" hangingPunct="1">
              <a:lnSpc>
                <a:spcPct val="90000"/>
              </a:lnSpc>
            </a:pPr>
            <a:r>
              <a:rPr lang="en-US" altLang="zh-TW" sz="2400"/>
              <a:t> 5 11 3</a:t>
            </a:r>
            <a:r>
              <a:rPr lang="zh-TW" altLang="en-US" sz="2400"/>
              <a:t>  （第一個建築：位置從</a:t>
            </a:r>
            <a:r>
              <a:rPr lang="en-US" altLang="zh-TW" sz="2400"/>
              <a:t>5~11</a:t>
            </a:r>
            <a:r>
              <a:rPr lang="zh-TW" altLang="en-US" sz="2400"/>
              <a:t>，高</a:t>
            </a:r>
            <a:r>
              <a:rPr lang="en-US" altLang="zh-TW" sz="2400"/>
              <a:t>3</a:t>
            </a:r>
            <a:r>
              <a:rPr lang="zh-TW" altLang="en-US" sz="2400"/>
              <a:t>）</a:t>
            </a:r>
            <a:endParaRPr lang="en-US" altLang="zh-TW" sz="2400"/>
          </a:p>
          <a:p>
            <a:pPr eaLnBrk="1" hangingPunct="1">
              <a:lnSpc>
                <a:spcPct val="90000"/>
              </a:lnSpc>
            </a:pPr>
            <a:r>
              <a:rPr lang="en-US" altLang="zh-TW" sz="2400"/>
              <a:t> 1 10 1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/>
              <a:t> 3 13 2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>
                <a:sym typeface="Wingdings" panose="05000000000000000000" pitchFamily="2" charset="2"/>
              </a:rPr>
              <a:t></a:t>
            </a:r>
            <a:r>
              <a:rPr lang="zh-TW" altLang="en-US" sz="2400">
                <a:sym typeface="Wingdings" panose="05000000000000000000" pitchFamily="2" charset="2"/>
              </a:rPr>
              <a:t> </a:t>
            </a:r>
            <a:r>
              <a:rPr lang="en-US" altLang="zh-TW" sz="2400">
                <a:sym typeface="Wingdings" panose="05000000000000000000" pitchFamily="2" charset="2"/>
              </a:rPr>
              <a:t>14</a:t>
            </a:r>
            <a:r>
              <a:rPr lang="zh-TW" altLang="en-US" sz="2400">
                <a:sym typeface="Wingdings" panose="05000000000000000000" pitchFamily="2" charset="2"/>
              </a:rPr>
              <a:t> </a:t>
            </a:r>
            <a:r>
              <a:rPr lang="en-US" altLang="zh-TW" sz="2400">
                <a:sym typeface="Wingdings" panose="05000000000000000000" pitchFamily="2" charset="2"/>
              </a:rPr>
              <a:t>=</a:t>
            </a:r>
            <a:r>
              <a:rPr lang="zh-TW" altLang="en-US" sz="2400">
                <a:sym typeface="Wingdings" panose="05000000000000000000" pitchFamily="2" charset="2"/>
              </a:rPr>
              <a:t> </a:t>
            </a:r>
            <a:r>
              <a:rPr lang="en-US" altLang="zh-TW" sz="2400">
                <a:solidFill>
                  <a:srgbClr val="FF0000"/>
                </a:solidFill>
                <a:sym typeface="Wingdings" panose="05000000000000000000" pitchFamily="2" charset="2"/>
              </a:rPr>
              <a:t>6</a:t>
            </a:r>
            <a:r>
              <a:rPr lang="zh-TW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400">
                <a:solidFill>
                  <a:srgbClr val="FF0000"/>
                </a:solidFill>
                <a:sym typeface="Wingdings" panose="05000000000000000000" pitchFamily="2" charset="2"/>
              </a:rPr>
              <a:t>+</a:t>
            </a:r>
            <a:r>
              <a:rPr lang="zh-TW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400">
                <a:solidFill>
                  <a:srgbClr val="FF0000"/>
                </a:solidFill>
                <a:sym typeface="Wingdings" panose="05000000000000000000" pitchFamily="2" charset="2"/>
              </a:rPr>
              <a:t>4</a:t>
            </a:r>
            <a:r>
              <a:rPr lang="zh-TW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400">
                <a:solidFill>
                  <a:srgbClr val="FF0000"/>
                </a:solidFill>
                <a:sym typeface="Wingdings" panose="05000000000000000000" pitchFamily="2" charset="2"/>
              </a:rPr>
              <a:t>+</a:t>
            </a:r>
            <a:r>
              <a:rPr lang="zh-TW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400">
                <a:solidFill>
                  <a:srgbClr val="FF0000"/>
                </a:solidFill>
                <a:sym typeface="Wingdings" panose="05000000000000000000" pitchFamily="2" charset="2"/>
              </a:rPr>
              <a:t>4</a:t>
            </a:r>
            <a:endParaRPr lang="en-US" altLang="zh-TW" sz="240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400"/>
              <a:t> 0</a:t>
            </a:r>
            <a:r>
              <a:rPr lang="zh-TW" altLang="en-US" sz="2400"/>
              <a:t> （結束）</a:t>
            </a:r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CA013623-4F35-4985-93AD-31EC84AC8552}"/>
              </a:ext>
            </a:extLst>
          </p:cNvPr>
          <p:cNvGrpSpPr/>
          <p:nvPr/>
        </p:nvGrpSpPr>
        <p:grpSpPr>
          <a:xfrm>
            <a:off x="480691" y="3773351"/>
            <a:ext cx="7877817" cy="2549737"/>
            <a:chOff x="258579" y="3726051"/>
            <a:chExt cx="7877817" cy="2549737"/>
          </a:xfrm>
        </p:grpSpPr>
        <p:cxnSp>
          <p:nvCxnSpPr>
            <p:cNvPr id="3" name="直線接點 2">
              <a:extLst>
                <a:ext uri="{FF2B5EF4-FFF2-40B4-BE49-F238E27FC236}">
                  <a16:creationId xmlns:a16="http://schemas.microsoft.com/office/drawing/2014/main" id="{794D08D0-E863-4EFC-83F1-A246124F2830}"/>
                </a:ext>
              </a:extLst>
            </p:cNvPr>
            <p:cNvCxnSpPr/>
            <p:nvPr/>
          </p:nvCxnSpPr>
          <p:spPr bwMode="auto">
            <a:xfrm>
              <a:off x="1007604" y="5509294"/>
              <a:ext cx="712879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5" name="直線接點 4">
              <a:extLst>
                <a:ext uri="{FF2B5EF4-FFF2-40B4-BE49-F238E27FC236}">
                  <a16:creationId xmlns:a16="http://schemas.microsoft.com/office/drawing/2014/main" id="{944C41FC-8011-4F8A-9E63-10B1FF531F00}"/>
                </a:ext>
              </a:extLst>
            </p:cNvPr>
            <p:cNvCxnSpPr/>
            <p:nvPr/>
          </p:nvCxnSpPr>
          <p:spPr bwMode="auto">
            <a:xfrm>
              <a:off x="1403648" y="5238059"/>
              <a:ext cx="0" cy="5760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BAFFB2A4-4CC3-4B31-8615-39870AEB3B77}"/>
                </a:ext>
              </a:extLst>
            </p:cNvPr>
            <p:cNvSpPr txBox="1"/>
            <p:nvPr/>
          </p:nvSpPr>
          <p:spPr>
            <a:xfrm>
              <a:off x="3429757" y="5814123"/>
              <a:ext cx="352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5</a:t>
              </a:r>
              <a:endParaRPr lang="zh-TW" altLang="en-US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2F9F1976-521A-4BA2-AF8F-30BA3CF1402F}"/>
                </a:ext>
              </a:extLst>
            </p:cNvPr>
            <p:cNvSpPr txBox="1"/>
            <p:nvPr/>
          </p:nvSpPr>
          <p:spPr>
            <a:xfrm>
              <a:off x="2320719" y="5814123"/>
              <a:ext cx="352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3</a:t>
              </a:r>
              <a:endParaRPr lang="zh-TW" altLang="en-US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9F6656D6-C382-42C0-822C-BCBC8DC6A55B}"/>
                </a:ext>
              </a:extLst>
            </p:cNvPr>
            <p:cNvSpPr txBox="1"/>
            <p:nvPr/>
          </p:nvSpPr>
          <p:spPr>
            <a:xfrm>
              <a:off x="1211681" y="5814123"/>
              <a:ext cx="352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1</a:t>
              </a:r>
              <a:endParaRPr lang="zh-TW" altLang="en-US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03E183A0-4E95-4923-BC7B-23CE23559ABB}"/>
                </a:ext>
              </a:extLst>
            </p:cNvPr>
            <p:cNvSpPr txBox="1"/>
            <p:nvPr/>
          </p:nvSpPr>
          <p:spPr>
            <a:xfrm>
              <a:off x="5787359" y="5814123"/>
              <a:ext cx="5212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10</a:t>
              </a:r>
              <a:endParaRPr lang="zh-TW" altLang="en-US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493DC039-8A2D-444C-84AB-093A80F9BFDC}"/>
                </a:ext>
              </a:extLst>
            </p:cNvPr>
            <p:cNvSpPr txBox="1"/>
            <p:nvPr/>
          </p:nvSpPr>
          <p:spPr>
            <a:xfrm>
              <a:off x="6526101" y="5814123"/>
              <a:ext cx="5212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11</a:t>
              </a:r>
              <a:endParaRPr lang="zh-TW" altLang="en-US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FFCDE28F-0AF9-489F-B2AA-6BF2C50473CE}"/>
                </a:ext>
              </a:extLst>
            </p:cNvPr>
            <p:cNvSpPr txBox="1"/>
            <p:nvPr/>
          </p:nvSpPr>
          <p:spPr>
            <a:xfrm>
              <a:off x="7586748" y="5814123"/>
              <a:ext cx="5212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13</a:t>
              </a:r>
              <a:endParaRPr lang="zh-TW" altLang="en-US"/>
            </a:p>
          </p:txBody>
        </p: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53F9E12F-4900-47BF-B65E-D4CCE32E8A2C}"/>
                </a:ext>
              </a:extLst>
            </p:cNvPr>
            <p:cNvCxnSpPr/>
            <p:nvPr/>
          </p:nvCxnSpPr>
          <p:spPr bwMode="auto">
            <a:xfrm>
              <a:off x="2483768" y="5238059"/>
              <a:ext cx="0" cy="5760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571779C7-2E9A-4E35-BFE8-8C1AFC2EEB21}"/>
                </a:ext>
              </a:extLst>
            </p:cNvPr>
            <p:cNvCxnSpPr/>
            <p:nvPr/>
          </p:nvCxnSpPr>
          <p:spPr bwMode="auto">
            <a:xfrm>
              <a:off x="3563888" y="5238059"/>
              <a:ext cx="0" cy="5760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直線接點 15">
              <a:extLst>
                <a:ext uri="{FF2B5EF4-FFF2-40B4-BE49-F238E27FC236}">
                  <a16:creationId xmlns:a16="http://schemas.microsoft.com/office/drawing/2014/main" id="{1963AAB4-C9D9-4184-A398-47FA22AC49E8}"/>
                </a:ext>
              </a:extLst>
            </p:cNvPr>
            <p:cNvCxnSpPr/>
            <p:nvPr/>
          </p:nvCxnSpPr>
          <p:spPr bwMode="auto">
            <a:xfrm>
              <a:off x="6084168" y="5238059"/>
              <a:ext cx="0" cy="5760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FA2262E7-19AC-4671-B4CB-947D15859DD2}"/>
                </a:ext>
              </a:extLst>
            </p:cNvPr>
            <p:cNvCxnSpPr/>
            <p:nvPr/>
          </p:nvCxnSpPr>
          <p:spPr bwMode="auto">
            <a:xfrm>
              <a:off x="6781800" y="5238059"/>
              <a:ext cx="0" cy="5760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BBE82EAE-5C63-41A6-AB75-92428EE95ED1}"/>
                </a:ext>
              </a:extLst>
            </p:cNvPr>
            <p:cNvCxnSpPr/>
            <p:nvPr/>
          </p:nvCxnSpPr>
          <p:spPr bwMode="auto">
            <a:xfrm>
              <a:off x="7812360" y="5238059"/>
              <a:ext cx="0" cy="5760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直線接點 18">
              <a:extLst>
                <a:ext uri="{FF2B5EF4-FFF2-40B4-BE49-F238E27FC236}">
                  <a16:creationId xmlns:a16="http://schemas.microsoft.com/office/drawing/2014/main" id="{F1AD3F55-BA4E-45E2-BE78-4CC88EF1C1F2}"/>
                </a:ext>
              </a:extLst>
            </p:cNvPr>
            <p:cNvCxnSpPr/>
            <p:nvPr/>
          </p:nvCxnSpPr>
          <p:spPr bwMode="auto">
            <a:xfrm flipV="1">
              <a:off x="1007604" y="3726051"/>
              <a:ext cx="0" cy="178324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98776F04-6800-47A4-8DBF-66B975DCA7D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83568" y="4941168"/>
              <a:ext cx="528113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D42F79CB-43CF-4AA2-BF0C-0B031994AC3E}"/>
                </a:ext>
              </a:extLst>
            </p:cNvPr>
            <p:cNvSpPr txBox="1"/>
            <p:nvPr/>
          </p:nvSpPr>
          <p:spPr>
            <a:xfrm>
              <a:off x="258579" y="4710335"/>
              <a:ext cx="352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1</a:t>
              </a:r>
              <a:endParaRPr lang="zh-TW" altLang="en-US"/>
            </a:p>
          </p:txBody>
        </p:sp>
        <p:cxnSp>
          <p:nvCxnSpPr>
            <p:cNvPr id="26" name="直線接點 25">
              <a:extLst>
                <a:ext uri="{FF2B5EF4-FFF2-40B4-BE49-F238E27FC236}">
                  <a16:creationId xmlns:a16="http://schemas.microsoft.com/office/drawing/2014/main" id="{09A2666F-78E3-400A-A6D5-0EABA9AFF04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83568" y="4466833"/>
              <a:ext cx="528113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BBF67504-BF1B-49CC-82D0-70F47C05DF2E}"/>
                </a:ext>
              </a:extLst>
            </p:cNvPr>
            <p:cNvSpPr txBox="1"/>
            <p:nvPr/>
          </p:nvSpPr>
          <p:spPr>
            <a:xfrm>
              <a:off x="258579" y="4236000"/>
              <a:ext cx="352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2</a:t>
              </a:r>
              <a:endParaRPr lang="zh-TW" altLang="en-US"/>
            </a:p>
          </p:txBody>
        </p:sp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A61CF3DC-6058-4B14-87EE-6F4FDB633DC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83568" y="4015707"/>
              <a:ext cx="528113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2CC42182-82E5-4FFF-935F-9E86E3D0CFF2}"/>
                </a:ext>
              </a:extLst>
            </p:cNvPr>
            <p:cNvSpPr txBox="1"/>
            <p:nvPr/>
          </p:nvSpPr>
          <p:spPr>
            <a:xfrm>
              <a:off x="258579" y="3784874"/>
              <a:ext cx="352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3</a:t>
              </a:r>
              <a:endParaRPr lang="zh-TW" altLang="en-US"/>
            </a:p>
          </p:txBody>
        </p:sp>
      </p:grpSp>
      <p:sp>
        <p:nvSpPr>
          <p:cNvPr id="30" name="矩形 29">
            <a:extLst>
              <a:ext uri="{FF2B5EF4-FFF2-40B4-BE49-F238E27FC236}">
                <a16:creationId xmlns:a16="http://schemas.microsoft.com/office/drawing/2014/main" id="{8AD3CCFA-D6C1-4F64-AAC0-D04C787127D5}"/>
              </a:ext>
            </a:extLst>
          </p:cNvPr>
          <p:cNvSpPr/>
          <p:nvPr/>
        </p:nvSpPr>
        <p:spPr bwMode="auto">
          <a:xfrm>
            <a:off x="1641236" y="4988467"/>
            <a:ext cx="4665031" cy="576043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A7A8CED-50B9-488F-9B0A-5DCEA9EB4C89}"/>
              </a:ext>
            </a:extLst>
          </p:cNvPr>
          <p:cNvSpPr/>
          <p:nvPr/>
        </p:nvSpPr>
        <p:spPr bwMode="auto">
          <a:xfrm>
            <a:off x="3802903" y="4063007"/>
            <a:ext cx="3201008" cy="15015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BF04C4D2-C0B9-403D-8E17-059D07D20892}"/>
              </a:ext>
            </a:extLst>
          </p:cNvPr>
          <p:cNvCxnSpPr>
            <a:cxnSpLocks/>
          </p:cNvCxnSpPr>
          <p:nvPr/>
        </p:nvCxnSpPr>
        <p:spPr bwMode="auto">
          <a:xfrm>
            <a:off x="1625760" y="5021945"/>
            <a:ext cx="2202600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E074B050-900B-435A-846F-889EFF5AEC5F}"/>
              </a:ext>
            </a:extLst>
          </p:cNvPr>
          <p:cNvSpPr txBox="1"/>
          <p:nvPr/>
        </p:nvSpPr>
        <p:spPr>
          <a:xfrm>
            <a:off x="2542831" y="4502956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4</a:t>
            </a:r>
            <a:endParaRPr lang="zh-TW" altLang="en-US">
              <a:solidFill>
                <a:srgbClr val="FF0000"/>
              </a:solidFill>
            </a:endParaRP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D5293A48-3820-428D-BED9-A4F6123097E9}"/>
              </a:ext>
            </a:extLst>
          </p:cNvPr>
          <p:cNvCxnSpPr>
            <a:stCxn id="32" idx="0"/>
          </p:cNvCxnSpPr>
          <p:nvPr/>
        </p:nvCxnSpPr>
        <p:spPr bwMode="auto">
          <a:xfrm flipH="1" flipV="1">
            <a:off x="2705880" y="3140968"/>
            <a:ext cx="13442" cy="13619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631115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B753616F-0324-4A25-A24A-92F5B5C5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D97EF6E-DE46-42BF-8E30-C23EC3C68EE3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5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6668F4C-F8B7-438B-9B85-CE42A765A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1"/>
            <a:ext cx="8077200" cy="30402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>
                <a:solidFill>
                  <a:srgbClr val="3BA943"/>
                </a:solidFill>
                <a:latin typeface="Times New Roman" panose="02020603050405020304" pitchFamily="18" charset="0"/>
              </a:rPr>
              <a:t>題意範例：</a:t>
            </a:r>
            <a:r>
              <a:rPr lang="zh-TW" altLang="en-US" sz="2400">
                <a:solidFill>
                  <a:srgbClr val="3BA943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2400"/>
              <a:t>1</a:t>
            </a:r>
            <a:r>
              <a:rPr lang="zh-TW" altLang="en-US" sz="2400"/>
              <a:t> （一筆測資）</a:t>
            </a:r>
            <a:endParaRPr lang="en-US" altLang="zh-TW" sz="2400"/>
          </a:p>
          <a:p>
            <a:pPr eaLnBrk="1" hangingPunct="1">
              <a:lnSpc>
                <a:spcPct val="90000"/>
              </a:lnSpc>
            </a:pPr>
            <a:r>
              <a:rPr lang="en-US" altLang="zh-TW" sz="2400"/>
              <a:t> 3</a:t>
            </a:r>
            <a:r>
              <a:rPr lang="zh-TW" altLang="en-US" sz="2400"/>
              <a:t> （第一筆測資有三個建築物）</a:t>
            </a:r>
            <a:endParaRPr lang="en-US" altLang="zh-TW" sz="2400"/>
          </a:p>
          <a:p>
            <a:pPr eaLnBrk="1" hangingPunct="1">
              <a:lnSpc>
                <a:spcPct val="90000"/>
              </a:lnSpc>
            </a:pPr>
            <a:r>
              <a:rPr lang="en-US" altLang="zh-TW" sz="2400"/>
              <a:t> 5 11 3</a:t>
            </a:r>
            <a:r>
              <a:rPr lang="zh-TW" altLang="en-US" sz="2400"/>
              <a:t>  （第一個建築：位置從</a:t>
            </a:r>
            <a:r>
              <a:rPr lang="en-US" altLang="zh-TW" sz="2400"/>
              <a:t>5~11</a:t>
            </a:r>
            <a:r>
              <a:rPr lang="zh-TW" altLang="en-US" sz="2400"/>
              <a:t>，高</a:t>
            </a:r>
            <a:r>
              <a:rPr lang="en-US" altLang="zh-TW" sz="2400"/>
              <a:t>3</a:t>
            </a:r>
            <a:r>
              <a:rPr lang="zh-TW" altLang="en-US" sz="2400"/>
              <a:t>）</a:t>
            </a:r>
            <a:endParaRPr lang="en-US" altLang="zh-TW" sz="2400"/>
          </a:p>
          <a:p>
            <a:pPr eaLnBrk="1" hangingPunct="1">
              <a:lnSpc>
                <a:spcPct val="90000"/>
              </a:lnSpc>
            </a:pPr>
            <a:r>
              <a:rPr lang="en-US" altLang="zh-TW" sz="2400"/>
              <a:t> 1 10 1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/>
              <a:t> 3 13 2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>
                <a:sym typeface="Wingdings" panose="05000000000000000000" pitchFamily="2" charset="2"/>
              </a:rPr>
              <a:t></a:t>
            </a:r>
            <a:r>
              <a:rPr lang="zh-TW" altLang="en-US" sz="2400">
                <a:sym typeface="Wingdings" panose="05000000000000000000" pitchFamily="2" charset="2"/>
              </a:rPr>
              <a:t> </a:t>
            </a:r>
            <a:r>
              <a:rPr lang="en-US" altLang="zh-TW" sz="2400">
                <a:sym typeface="Wingdings" panose="05000000000000000000" pitchFamily="2" charset="2"/>
              </a:rPr>
              <a:t>14</a:t>
            </a:r>
            <a:r>
              <a:rPr lang="zh-TW" altLang="en-US" sz="2400">
                <a:sym typeface="Wingdings" panose="05000000000000000000" pitchFamily="2" charset="2"/>
              </a:rPr>
              <a:t> </a:t>
            </a:r>
            <a:r>
              <a:rPr lang="en-US" altLang="zh-TW" sz="2400">
                <a:sym typeface="Wingdings" panose="05000000000000000000" pitchFamily="2" charset="2"/>
              </a:rPr>
              <a:t>=</a:t>
            </a:r>
            <a:r>
              <a:rPr lang="zh-TW" altLang="en-US" sz="2400">
                <a:sym typeface="Wingdings" panose="05000000000000000000" pitchFamily="2" charset="2"/>
              </a:rPr>
              <a:t> </a:t>
            </a:r>
            <a:r>
              <a:rPr lang="en-US" altLang="zh-TW" sz="2400">
                <a:solidFill>
                  <a:srgbClr val="FF0000"/>
                </a:solidFill>
                <a:sym typeface="Wingdings" panose="05000000000000000000" pitchFamily="2" charset="2"/>
              </a:rPr>
              <a:t>6</a:t>
            </a:r>
            <a:r>
              <a:rPr lang="zh-TW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400">
                <a:solidFill>
                  <a:srgbClr val="FF0000"/>
                </a:solidFill>
                <a:sym typeface="Wingdings" panose="05000000000000000000" pitchFamily="2" charset="2"/>
              </a:rPr>
              <a:t>+</a:t>
            </a:r>
            <a:r>
              <a:rPr lang="zh-TW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400">
                <a:solidFill>
                  <a:srgbClr val="FF0000"/>
                </a:solidFill>
                <a:sym typeface="Wingdings" panose="05000000000000000000" pitchFamily="2" charset="2"/>
              </a:rPr>
              <a:t>4</a:t>
            </a:r>
            <a:r>
              <a:rPr lang="zh-TW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400">
                <a:solidFill>
                  <a:srgbClr val="FF0000"/>
                </a:solidFill>
                <a:sym typeface="Wingdings" panose="05000000000000000000" pitchFamily="2" charset="2"/>
              </a:rPr>
              <a:t>+</a:t>
            </a:r>
            <a:r>
              <a:rPr lang="zh-TW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400">
                <a:solidFill>
                  <a:srgbClr val="FF0000"/>
                </a:solidFill>
                <a:sym typeface="Wingdings" panose="05000000000000000000" pitchFamily="2" charset="2"/>
              </a:rPr>
              <a:t>4</a:t>
            </a:r>
            <a:endParaRPr lang="en-US" altLang="zh-TW" sz="240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400"/>
              <a:t> 0</a:t>
            </a:r>
            <a:r>
              <a:rPr lang="zh-TW" altLang="en-US" sz="2400"/>
              <a:t> （結束）</a:t>
            </a:r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CA013623-4F35-4985-93AD-31EC84AC8552}"/>
              </a:ext>
            </a:extLst>
          </p:cNvPr>
          <p:cNvGrpSpPr/>
          <p:nvPr/>
        </p:nvGrpSpPr>
        <p:grpSpPr>
          <a:xfrm>
            <a:off x="480691" y="3773351"/>
            <a:ext cx="7877817" cy="2549737"/>
            <a:chOff x="258579" y="3726051"/>
            <a:chExt cx="7877817" cy="2549737"/>
          </a:xfrm>
        </p:grpSpPr>
        <p:cxnSp>
          <p:nvCxnSpPr>
            <p:cNvPr id="3" name="直線接點 2">
              <a:extLst>
                <a:ext uri="{FF2B5EF4-FFF2-40B4-BE49-F238E27FC236}">
                  <a16:creationId xmlns:a16="http://schemas.microsoft.com/office/drawing/2014/main" id="{794D08D0-E863-4EFC-83F1-A246124F2830}"/>
                </a:ext>
              </a:extLst>
            </p:cNvPr>
            <p:cNvCxnSpPr/>
            <p:nvPr/>
          </p:nvCxnSpPr>
          <p:spPr bwMode="auto">
            <a:xfrm>
              <a:off x="1007604" y="5509294"/>
              <a:ext cx="712879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5" name="直線接點 4">
              <a:extLst>
                <a:ext uri="{FF2B5EF4-FFF2-40B4-BE49-F238E27FC236}">
                  <a16:creationId xmlns:a16="http://schemas.microsoft.com/office/drawing/2014/main" id="{944C41FC-8011-4F8A-9E63-10B1FF531F00}"/>
                </a:ext>
              </a:extLst>
            </p:cNvPr>
            <p:cNvCxnSpPr/>
            <p:nvPr/>
          </p:nvCxnSpPr>
          <p:spPr bwMode="auto">
            <a:xfrm>
              <a:off x="1403648" y="5238059"/>
              <a:ext cx="0" cy="5760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BAFFB2A4-4CC3-4B31-8615-39870AEB3B77}"/>
                </a:ext>
              </a:extLst>
            </p:cNvPr>
            <p:cNvSpPr txBox="1"/>
            <p:nvPr/>
          </p:nvSpPr>
          <p:spPr>
            <a:xfrm>
              <a:off x="3429757" y="5814123"/>
              <a:ext cx="352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5</a:t>
              </a:r>
              <a:endParaRPr lang="zh-TW" altLang="en-US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2F9F1976-521A-4BA2-AF8F-30BA3CF1402F}"/>
                </a:ext>
              </a:extLst>
            </p:cNvPr>
            <p:cNvSpPr txBox="1"/>
            <p:nvPr/>
          </p:nvSpPr>
          <p:spPr>
            <a:xfrm>
              <a:off x="2320719" y="5814123"/>
              <a:ext cx="352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3</a:t>
              </a:r>
              <a:endParaRPr lang="zh-TW" altLang="en-US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9F6656D6-C382-42C0-822C-BCBC8DC6A55B}"/>
                </a:ext>
              </a:extLst>
            </p:cNvPr>
            <p:cNvSpPr txBox="1"/>
            <p:nvPr/>
          </p:nvSpPr>
          <p:spPr>
            <a:xfrm>
              <a:off x="1211681" y="5814123"/>
              <a:ext cx="352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1</a:t>
              </a:r>
              <a:endParaRPr lang="zh-TW" altLang="en-US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03E183A0-4E95-4923-BC7B-23CE23559ABB}"/>
                </a:ext>
              </a:extLst>
            </p:cNvPr>
            <p:cNvSpPr txBox="1"/>
            <p:nvPr/>
          </p:nvSpPr>
          <p:spPr>
            <a:xfrm>
              <a:off x="5787359" y="5814123"/>
              <a:ext cx="5212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10</a:t>
              </a:r>
              <a:endParaRPr lang="zh-TW" altLang="en-US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493DC039-8A2D-444C-84AB-093A80F9BFDC}"/>
                </a:ext>
              </a:extLst>
            </p:cNvPr>
            <p:cNvSpPr txBox="1"/>
            <p:nvPr/>
          </p:nvSpPr>
          <p:spPr>
            <a:xfrm>
              <a:off x="6526101" y="5814123"/>
              <a:ext cx="5212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11</a:t>
              </a:r>
              <a:endParaRPr lang="zh-TW" altLang="en-US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FFCDE28F-0AF9-489F-B2AA-6BF2C50473CE}"/>
                </a:ext>
              </a:extLst>
            </p:cNvPr>
            <p:cNvSpPr txBox="1"/>
            <p:nvPr/>
          </p:nvSpPr>
          <p:spPr>
            <a:xfrm>
              <a:off x="7586748" y="5814123"/>
              <a:ext cx="5212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13</a:t>
              </a:r>
              <a:endParaRPr lang="zh-TW" altLang="en-US"/>
            </a:p>
          </p:txBody>
        </p: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53F9E12F-4900-47BF-B65E-D4CCE32E8A2C}"/>
                </a:ext>
              </a:extLst>
            </p:cNvPr>
            <p:cNvCxnSpPr/>
            <p:nvPr/>
          </p:nvCxnSpPr>
          <p:spPr bwMode="auto">
            <a:xfrm>
              <a:off x="2483768" y="5238059"/>
              <a:ext cx="0" cy="5760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571779C7-2E9A-4E35-BFE8-8C1AFC2EEB21}"/>
                </a:ext>
              </a:extLst>
            </p:cNvPr>
            <p:cNvCxnSpPr/>
            <p:nvPr/>
          </p:nvCxnSpPr>
          <p:spPr bwMode="auto">
            <a:xfrm>
              <a:off x="3563888" y="5238059"/>
              <a:ext cx="0" cy="5760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直線接點 15">
              <a:extLst>
                <a:ext uri="{FF2B5EF4-FFF2-40B4-BE49-F238E27FC236}">
                  <a16:creationId xmlns:a16="http://schemas.microsoft.com/office/drawing/2014/main" id="{1963AAB4-C9D9-4184-A398-47FA22AC49E8}"/>
                </a:ext>
              </a:extLst>
            </p:cNvPr>
            <p:cNvCxnSpPr/>
            <p:nvPr/>
          </p:nvCxnSpPr>
          <p:spPr bwMode="auto">
            <a:xfrm>
              <a:off x="6084168" y="5238059"/>
              <a:ext cx="0" cy="5760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FA2262E7-19AC-4671-B4CB-947D15859DD2}"/>
                </a:ext>
              </a:extLst>
            </p:cNvPr>
            <p:cNvCxnSpPr/>
            <p:nvPr/>
          </p:nvCxnSpPr>
          <p:spPr bwMode="auto">
            <a:xfrm>
              <a:off x="6781800" y="5238059"/>
              <a:ext cx="0" cy="5760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BBE82EAE-5C63-41A6-AB75-92428EE95ED1}"/>
                </a:ext>
              </a:extLst>
            </p:cNvPr>
            <p:cNvCxnSpPr/>
            <p:nvPr/>
          </p:nvCxnSpPr>
          <p:spPr bwMode="auto">
            <a:xfrm>
              <a:off x="7812360" y="5238059"/>
              <a:ext cx="0" cy="5760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直線接點 18">
              <a:extLst>
                <a:ext uri="{FF2B5EF4-FFF2-40B4-BE49-F238E27FC236}">
                  <a16:creationId xmlns:a16="http://schemas.microsoft.com/office/drawing/2014/main" id="{F1AD3F55-BA4E-45E2-BE78-4CC88EF1C1F2}"/>
                </a:ext>
              </a:extLst>
            </p:cNvPr>
            <p:cNvCxnSpPr/>
            <p:nvPr/>
          </p:nvCxnSpPr>
          <p:spPr bwMode="auto">
            <a:xfrm flipV="1">
              <a:off x="1007604" y="3726051"/>
              <a:ext cx="0" cy="178324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98776F04-6800-47A4-8DBF-66B975DCA7D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83568" y="4941168"/>
              <a:ext cx="528113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D42F79CB-43CF-4AA2-BF0C-0B031994AC3E}"/>
                </a:ext>
              </a:extLst>
            </p:cNvPr>
            <p:cNvSpPr txBox="1"/>
            <p:nvPr/>
          </p:nvSpPr>
          <p:spPr>
            <a:xfrm>
              <a:off x="258579" y="4710335"/>
              <a:ext cx="352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1</a:t>
              </a:r>
              <a:endParaRPr lang="zh-TW" altLang="en-US"/>
            </a:p>
          </p:txBody>
        </p:sp>
        <p:cxnSp>
          <p:nvCxnSpPr>
            <p:cNvPr id="26" name="直線接點 25">
              <a:extLst>
                <a:ext uri="{FF2B5EF4-FFF2-40B4-BE49-F238E27FC236}">
                  <a16:creationId xmlns:a16="http://schemas.microsoft.com/office/drawing/2014/main" id="{09A2666F-78E3-400A-A6D5-0EABA9AFF04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83568" y="4466833"/>
              <a:ext cx="528113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BBF67504-BF1B-49CC-82D0-70F47C05DF2E}"/>
                </a:ext>
              </a:extLst>
            </p:cNvPr>
            <p:cNvSpPr txBox="1"/>
            <p:nvPr/>
          </p:nvSpPr>
          <p:spPr>
            <a:xfrm>
              <a:off x="258579" y="4236000"/>
              <a:ext cx="352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2</a:t>
              </a:r>
              <a:endParaRPr lang="zh-TW" altLang="en-US"/>
            </a:p>
          </p:txBody>
        </p:sp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A61CF3DC-6058-4B14-87EE-6F4FDB633DC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83568" y="4015707"/>
              <a:ext cx="528113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2CC42182-82E5-4FFF-935F-9E86E3D0CFF2}"/>
                </a:ext>
              </a:extLst>
            </p:cNvPr>
            <p:cNvSpPr txBox="1"/>
            <p:nvPr/>
          </p:nvSpPr>
          <p:spPr>
            <a:xfrm>
              <a:off x="258579" y="3784874"/>
              <a:ext cx="352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3</a:t>
              </a:r>
              <a:endParaRPr lang="zh-TW" altLang="en-US"/>
            </a:p>
          </p:txBody>
        </p:sp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7FC2C796-947C-4C4E-90E5-8EEE798B9310}"/>
              </a:ext>
            </a:extLst>
          </p:cNvPr>
          <p:cNvSpPr/>
          <p:nvPr/>
        </p:nvSpPr>
        <p:spPr bwMode="auto">
          <a:xfrm>
            <a:off x="2705880" y="4514133"/>
            <a:ext cx="5328583" cy="1050377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AD3CCFA-D6C1-4F64-AAC0-D04C787127D5}"/>
              </a:ext>
            </a:extLst>
          </p:cNvPr>
          <p:cNvSpPr/>
          <p:nvPr/>
        </p:nvSpPr>
        <p:spPr bwMode="auto">
          <a:xfrm>
            <a:off x="1641236" y="4988467"/>
            <a:ext cx="4665031" cy="576043"/>
          </a:xfrm>
          <a:prstGeom prst="rect">
            <a:avLst/>
          </a:prstGeom>
          <a:solidFill>
            <a:srgbClr val="0070C0">
              <a:alpha val="60000"/>
            </a:srgb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A7A8CED-50B9-488F-9B0A-5DCEA9EB4C89}"/>
              </a:ext>
            </a:extLst>
          </p:cNvPr>
          <p:cNvSpPr/>
          <p:nvPr/>
        </p:nvSpPr>
        <p:spPr bwMode="auto">
          <a:xfrm>
            <a:off x="3802903" y="4063007"/>
            <a:ext cx="3201008" cy="1501503"/>
          </a:xfrm>
          <a:prstGeom prst="rect">
            <a:avLst/>
          </a:prstGeom>
          <a:solidFill>
            <a:schemeClr val="accent1">
              <a:alpha val="6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A7AD45C6-FED2-4EE2-A93D-6214F7C79AB4}"/>
              </a:ext>
            </a:extLst>
          </p:cNvPr>
          <p:cNvCxnSpPr>
            <a:cxnSpLocks/>
          </p:cNvCxnSpPr>
          <p:nvPr/>
        </p:nvCxnSpPr>
        <p:spPr bwMode="auto">
          <a:xfrm>
            <a:off x="2686858" y="4504171"/>
            <a:ext cx="1116044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9FA408D-B157-4497-AF99-0E40DF6164E5}"/>
              </a:ext>
            </a:extLst>
          </p:cNvPr>
          <p:cNvSpPr txBox="1"/>
          <p:nvPr/>
        </p:nvSpPr>
        <p:spPr>
          <a:xfrm>
            <a:off x="4759486" y="3470375"/>
            <a:ext cx="1548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2+2=4</a:t>
            </a:r>
            <a:endParaRPr lang="zh-TW" altLang="en-US">
              <a:solidFill>
                <a:srgbClr val="FF0000"/>
              </a:solidFill>
            </a:endParaRPr>
          </a:p>
        </p:txBody>
      </p: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D43F5E1E-153C-4207-9C0C-14DE55995C20}"/>
              </a:ext>
            </a:extLst>
          </p:cNvPr>
          <p:cNvCxnSpPr>
            <a:cxnSpLocks/>
          </p:cNvCxnSpPr>
          <p:nvPr/>
        </p:nvCxnSpPr>
        <p:spPr bwMode="auto">
          <a:xfrm>
            <a:off x="7003911" y="4504171"/>
            <a:ext cx="1030552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2D6A8303-23B0-4DAD-B4C9-69042F76D5B7}"/>
              </a:ext>
            </a:extLst>
          </p:cNvPr>
          <p:cNvCxnSpPr>
            <a:cxnSpLocks/>
            <a:stCxn id="33" idx="1"/>
          </p:cNvCxnSpPr>
          <p:nvPr/>
        </p:nvCxnSpPr>
        <p:spPr bwMode="auto">
          <a:xfrm flipH="1" flipV="1">
            <a:off x="3203850" y="3140970"/>
            <a:ext cx="1555636" cy="56023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186761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B753616F-0324-4A25-A24A-92F5B5C5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D97EF6E-DE46-42BF-8E30-C23EC3C68EE3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6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6668F4C-F8B7-438B-9B85-CE42A765A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1"/>
            <a:ext cx="8077200" cy="30402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>
                <a:solidFill>
                  <a:srgbClr val="3BA943"/>
                </a:solidFill>
                <a:latin typeface="Times New Roman" panose="02020603050405020304" pitchFamily="18" charset="0"/>
              </a:rPr>
              <a:t>題意範例：</a:t>
            </a:r>
            <a:r>
              <a:rPr lang="zh-TW" altLang="en-US" sz="2400">
                <a:solidFill>
                  <a:srgbClr val="3BA943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2400"/>
              <a:t>1</a:t>
            </a:r>
            <a:r>
              <a:rPr lang="zh-TW" altLang="en-US" sz="2400"/>
              <a:t> （一筆測資）</a:t>
            </a:r>
            <a:endParaRPr lang="en-US" altLang="zh-TW" sz="2400"/>
          </a:p>
          <a:p>
            <a:pPr eaLnBrk="1" hangingPunct="1">
              <a:lnSpc>
                <a:spcPct val="90000"/>
              </a:lnSpc>
            </a:pPr>
            <a:r>
              <a:rPr lang="en-US" altLang="zh-TW" sz="2400"/>
              <a:t> 3</a:t>
            </a:r>
            <a:r>
              <a:rPr lang="zh-TW" altLang="en-US" sz="2400"/>
              <a:t> （第一筆測資有三個建築物）</a:t>
            </a:r>
            <a:endParaRPr lang="en-US" altLang="zh-TW" sz="2400"/>
          </a:p>
          <a:p>
            <a:pPr eaLnBrk="1" hangingPunct="1">
              <a:lnSpc>
                <a:spcPct val="90000"/>
              </a:lnSpc>
            </a:pPr>
            <a:r>
              <a:rPr lang="en-US" altLang="zh-TW" sz="2400"/>
              <a:t> 5 11 3</a:t>
            </a:r>
            <a:r>
              <a:rPr lang="zh-TW" altLang="en-US" sz="2400"/>
              <a:t>  （第一個建築：位置從</a:t>
            </a:r>
            <a:r>
              <a:rPr lang="en-US" altLang="zh-TW" sz="2400"/>
              <a:t>5~11</a:t>
            </a:r>
            <a:r>
              <a:rPr lang="zh-TW" altLang="en-US" sz="2400"/>
              <a:t>，高</a:t>
            </a:r>
            <a:r>
              <a:rPr lang="en-US" altLang="zh-TW" sz="2400"/>
              <a:t>3</a:t>
            </a:r>
            <a:r>
              <a:rPr lang="zh-TW" altLang="en-US" sz="2400"/>
              <a:t>）</a:t>
            </a:r>
            <a:endParaRPr lang="en-US" altLang="zh-TW" sz="2400"/>
          </a:p>
          <a:p>
            <a:pPr eaLnBrk="1" hangingPunct="1">
              <a:lnSpc>
                <a:spcPct val="90000"/>
              </a:lnSpc>
            </a:pPr>
            <a:r>
              <a:rPr lang="en-US" altLang="zh-TW" sz="2400"/>
              <a:t> 1 10 1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/>
              <a:t> 3 13 2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>
                <a:sym typeface="Wingdings" panose="05000000000000000000" pitchFamily="2" charset="2"/>
              </a:rPr>
              <a:t></a:t>
            </a:r>
            <a:r>
              <a:rPr lang="zh-TW" altLang="en-US" sz="2400">
                <a:sym typeface="Wingdings" panose="05000000000000000000" pitchFamily="2" charset="2"/>
              </a:rPr>
              <a:t> </a:t>
            </a:r>
            <a:r>
              <a:rPr lang="en-US" altLang="zh-TW" sz="2400">
                <a:sym typeface="Wingdings" panose="05000000000000000000" pitchFamily="2" charset="2"/>
              </a:rPr>
              <a:t>14</a:t>
            </a:r>
            <a:r>
              <a:rPr lang="zh-TW" altLang="en-US" sz="2400">
                <a:sym typeface="Wingdings" panose="05000000000000000000" pitchFamily="2" charset="2"/>
              </a:rPr>
              <a:t> </a:t>
            </a:r>
            <a:r>
              <a:rPr lang="en-US" altLang="zh-TW" sz="2400">
                <a:sym typeface="Wingdings" panose="05000000000000000000" pitchFamily="2" charset="2"/>
              </a:rPr>
              <a:t>=</a:t>
            </a:r>
            <a:r>
              <a:rPr lang="zh-TW" altLang="en-US" sz="2400">
                <a:sym typeface="Wingdings" panose="05000000000000000000" pitchFamily="2" charset="2"/>
              </a:rPr>
              <a:t> </a:t>
            </a:r>
            <a:r>
              <a:rPr lang="en-US" altLang="zh-TW" sz="2400">
                <a:solidFill>
                  <a:srgbClr val="FF0000"/>
                </a:solidFill>
                <a:sym typeface="Wingdings" panose="05000000000000000000" pitchFamily="2" charset="2"/>
              </a:rPr>
              <a:t>6</a:t>
            </a:r>
            <a:r>
              <a:rPr lang="zh-TW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400">
                <a:solidFill>
                  <a:srgbClr val="FF0000"/>
                </a:solidFill>
                <a:sym typeface="Wingdings" panose="05000000000000000000" pitchFamily="2" charset="2"/>
              </a:rPr>
              <a:t>+</a:t>
            </a:r>
            <a:r>
              <a:rPr lang="zh-TW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400">
                <a:solidFill>
                  <a:srgbClr val="FF0000"/>
                </a:solidFill>
                <a:sym typeface="Wingdings" panose="05000000000000000000" pitchFamily="2" charset="2"/>
              </a:rPr>
              <a:t>4</a:t>
            </a:r>
            <a:r>
              <a:rPr lang="zh-TW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400">
                <a:solidFill>
                  <a:srgbClr val="FF0000"/>
                </a:solidFill>
                <a:sym typeface="Wingdings" panose="05000000000000000000" pitchFamily="2" charset="2"/>
              </a:rPr>
              <a:t>+</a:t>
            </a:r>
            <a:r>
              <a:rPr lang="zh-TW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TW" sz="2400">
                <a:solidFill>
                  <a:srgbClr val="FF0000"/>
                </a:solidFill>
                <a:sym typeface="Wingdings" panose="05000000000000000000" pitchFamily="2" charset="2"/>
              </a:rPr>
              <a:t>4</a:t>
            </a:r>
            <a:endParaRPr lang="en-US" altLang="zh-TW" sz="240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400"/>
              <a:t> 0</a:t>
            </a:r>
            <a:r>
              <a:rPr lang="zh-TW" altLang="en-US" sz="2400"/>
              <a:t> （結束）</a:t>
            </a:r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CA013623-4F35-4985-93AD-31EC84AC8552}"/>
              </a:ext>
            </a:extLst>
          </p:cNvPr>
          <p:cNvGrpSpPr/>
          <p:nvPr/>
        </p:nvGrpSpPr>
        <p:grpSpPr>
          <a:xfrm>
            <a:off x="480691" y="3773351"/>
            <a:ext cx="7877817" cy="2549737"/>
            <a:chOff x="258579" y="3726051"/>
            <a:chExt cx="7877817" cy="2549737"/>
          </a:xfrm>
        </p:grpSpPr>
        <p:cxnSp>
          <p:nvCxnSpPr>
            <p:cNvPr id="3" name="直線接點 2">
              <a:extLst>
                <a:ext uri="{FF2B5EF4-FFF2-40B4-BE49-F238E27FC236}">
                  <a16:creationId xmlns:a16="http://schemas.microsoft.com/office/drawing/2014/main" id="{794D08D0-E863-4EFC-83F1-A246124F2830}"/>
                </a:ext>
              </a:extLst>
            </p:cNvPr>
            <p:cNvCxnSpPr/>
            <p:nvPr/>
          </p:nvCxnSpPr>
          <p:spPr bwMode="auto">
            <a:xfrm>
              <a:off x="1007604" y="5509294"/>
              <a:ext cx="712879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5" name="直線接點 4">
              <a:extLst>
                <a:ext uri="{FF2B5EF4-FFF2-40B4-BE49-F238E27FC236}">
                  <a16:creationId xmlns:a16="http://schemas.microsoft.com/office/drawing/2014/main" id="{944C41FC-8011-4F8A-9E63-10B1FF531F00}"/>
                </a:ext>
              </a:extLst>
            </p:cNvPr>
            <p:cNvCxnSpPr/>
            <p:nvPr/>
          </p:nvCxnSpPr>
          <p:spPr bwMode="auto">
            <a:xfrm>
              <a:off x="1403648" y="5238059"/>
              <a:ext cx="0" cy="5760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BAFFB2A4-4CC3-4B31-8615-39870AEB3B77}"/>
                </a:ext>
              </a:extLst>
            </p:cNvPr>
            <p:cNvSpPr txBox="1"/>
            <p:nvPr/>
          </p:nvSpPr>
          <p:spPr>
            <a:xfrm>
              <a:off x="3429757" y="5814123"/>
              <a:ext cx="352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5</a:t>
              </a:r>
              <a:endParaRPr lang="zh-TW" altLang="en-US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2F9F1976-521A-4BA2-AF8F-30BA3CF1402F}"/>
                </a:ext>
              </a:extLst>
            </p:cNvPr>
            <p:cNvSpPr txBox="1"/>
            <p:nvPr/>
          </p:nvSpPr>
          <p:spPr>
            <a:xfrm>
              <a:off x="2320719" y="5814123"/>
              <a:ext cx="352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3</a:t>
              </a:r>
              <a:endParaRPr lang="zh-TW" altLang="en-US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9F6656D6-C382-42C0-822C-BCBC8DC6A55B}"/>
                </a:ext>
              </a:extLst>
            </p:cNvPr>
            <p:cNvSpPr txBox="1"/>
            <p:nvPr/>
          </p:nvSpPr>
          <p:spPr>
            <a:xfrm>
              <a:off x="1211681" y="5814123"/>
              <a:ext cx="352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1</a:t>
              </a:r>
              <a:endParaRPr lang="zh-TW" altLang="en-US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03E183A0-4E95-4923-BC7B-23CE23559ABB}"/>
                </a:ext>
              </a:extLst>
            </p:cNvPr>
            <p:cNvSpPr txBox="1"/>
            <p:nvPr/>
          </p:nvSpPr>
          <p:spPr>
            <a:xfrm>
              <a:off x="5787359" y="5814123"/>
              <a:ext cx="5212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10</a:t>
              </a:r>
              <a:endParaRPr lang="zh-TW" altLang="en-US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493DC039-8A2D-444C-84AB-093A80F9BFDC}"/>
                </a:ext>
              </a:extLst>
            </p:cNvPr>
            <p:cNvSpPr txBox="1"/>
            <p:nvPr/>
          </p:nvSpPr>
          <p:spPr>
            <a:xfrm>
              <a:off x="6526101" y="5814123"/>
              <a:ext cx="5212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11</a:t>
              </a:r>
              <a:endParaRPr lang="zh-TW" altLang="en-US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FFCDE28F-0AF9-489F-B2AA-6BF2C50473CE}"/>
                </a:ext>
              </a:extLst>
            </p:cNvPr>
            <p:cNvSpPr txBox="1"/>
            <p:nvPr/>
          </p:nvSpPr>
          <p:spPr>
            <a:xfrm>
              <a:off x="7586748" y="5814123"/>
              <a:ext cx="5212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13</a:t>
              </a:r>
              <a:endParaRPr lang="zh-TW" altLang="en-US"/>
            </a:p>
          </p:txBody>
        </p: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53F9E12F-4900-47BF-B65E-D4CCE32E8A2C}"/>
                </a:ext>
              </a:extLst>
            </p:cNvPr>
            <p:cNvCxnSpPr/>
            <p:nvPr/>
          </p:nvCxnSpPr>
          <p:spPr bwMode="auto">
            <a:xfrm>
              <a:off x="2483768" y="5238059"/>
              <a:ext cx="0" cy="5760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571779C7-2E9A-4E35-BFE8-8C1AFC2EEB21}"/>
                </a:ext>
              </a:extLst>
            </p:cNvPr>
            <p:cNvCxnSpPr/>
            <p:nvPr/>
          </p:nvCxnSpPr>
          <p:spPr bwMode="auto">
            <a:xfrm>
              <a:off x="3563888" y="5238059"/>
              <a:ext cx="0" cy="5760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直線接點 15">
              <a:extLst>
                <a:ext uri="{FF2B5EF4-FFF2-40B4-BE49-F238E27FC236}">
                  <a16:creationId xmlns:a16="http://schemas.microsoft.com/office/drawing/2014/main" id="{1963AAB4-C9D9-4184-A398-47FA22AC49E8}"/>
                </a:ext>
              </a:extLst>
            </p:cNvPr>
            <p:cNvCxnSpPr/>
            <p:nvPr/>
          </p:nvCxnSpPr>
          <p:spPr bwMode="auto">
            <a:xfrm>
              <a:off x="6084168" y="5238059"/>
              <a:ext cx="0" cy="5760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FA2262E7-19AC-4671-B4CB-947D15859DD2}"/>
                </a:ext>
              </a:extLst>
            </p:cNvPr>
            <p:cNvCxnSpPr/>
            <p:nvPr/>
          </p:nvCxnSpPr>
          <p:spPr bwMode="auto">
            <a:xfrm>
              <a:off x="6781800" y="5238059"/>
              <a:ext cx="0" cy="5760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BBE82EAE-5C63-41A6-AB75-92428EE95ED1}"/>
                </a:ext>
              </a:extLst>
            </p:cNvPr>
            <p:cNvCxnSpPr/>
            <p:nvPr/>
          </p:nvCxnSpPr>
          <p:spPr bwMode="auto">
            <a:xfrm>
              <a:off x="7812360" y="5238059"/>
              <a:ext cx="0" cy="5760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直線接點 18">
              <a:extLst>
                <a:ext uri="{FF2B5EF4-FFF2-40B4-BE49-F238E27FC236}">
                  <a16:creationId xmlns:a16="http://schemas.microsoft.com/office/drawing/2014/main" id="{F1AD3F55-BA4E-45E2-BE78-4CC88EF1C1F2}"/>
                </a:ext>
              </a:extLst>
            </p:cNvPr>
            <p:cNvCxnSpPr/>
            <p:nvPr/>
          </p:nvCxnSpPr>
          <p:spPr bwMode="auto">
            <a:xfrm flipV="1">
              <a:off x="1007604" y="3726051"/>
              <a:ext cx="0" cy="178324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98776F04-6800-47A4-8DBF-66B975DCA7D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83568" y="4941168"/>
              <a:ext cx="528113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D42F79CB-43CF-4AA2-BF0C-0B031994AC3E}"/>
                </a:ext>
              </a:extLst>
            </p:cNvPr>
            <p:cNvSpPr txBox="1"/>
            <p:nvPr/>
          </p:nvSpPr>
          <p:spPr>
            <a:xfrm>
              <a:off x="258579" y="4710335"/>
              <a:ext cx="352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1</a:t>
              </a:r>
              <a:endParaRPr lang="zh-TW" altLang="en-US"/>
            </a:p>
          </p:txBody>
        </p:sp>
        <p:cxnSp>
          <p:nvCxnSpPr>
            <p:cNvPr id="26" name="直線接點 25">
              <a:extLst>
                <a:ext uri="{FF2B5EF4-FFF2-40B4-BE49-F238E27FC236}">
                  <a16:creationId xmlns:a16="http://schemas.microsoft.com/office/drawing/2014/main" id="{09A2666F-78E3-400A-A6D5-0EABA9AFF04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83568" y="4466833"/>
              <a:ext cx="528113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BBF67504-BF1B-49CC-82D0-70F47C05DF2E}"/>
                </a:ext>
              </a:extLst>
            </p:cNvPr>
            <p:cNvSpPr txBox="1"/>
            <p:nvPr/>
          </p:nvSpPr>
          <p:spPr>
            <a:xfrm>
              <a:off x="258579" y="4236000"/>
              <a:ext cx="352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2</a:t>
              </a:r>
              <a:endParaRPr lang="zh-TW" altLang="en-US"/>
            </a:p>
          </p:txBody>
        </p:sp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A61CF3DC-6058-4B14-87EE-6F4FDB633DC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83568" y="4015707"/>
              <a:ext cx="528113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2CC42182-82E5-4FFF-935F-9E86E3D0CFF2}"/>
                </a:ext>
              </a:extLst>
            </p:cNvPr>
            <p:cNvSpPr txBox="1"/>
            <p:nvPr/>
          </p:nvSpPr>
          <p:spPr>
            <a:xfrm>
              <a:off x="258579" y="3784874"/>
              <a:ext cx="352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3</a:t>
              </a:r>
              <a:endParaRPr lang="zh-TW" altLang="en-US"/>
            </a:p>
          </p:txBody>
        </p:sp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7FC2C796-947C-4C4E-90E5-8EEE798B9310}"/>
              </a:ext>
            </a:extLst>
          </p:cNvPr>
          <p:cNvSpPr/>
          <p:nvPr/>
        </p:nvSpPr>
        <p:spPr bwMode="auto">
          <a:xfrm>
            <a:off x="2705880" y="4514133"/>
            <a:ext cx="5328583" cy="1050377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AD3CCFA-D6C1-4F64-AAC0-D04C787127D5}"/>
              </a:ext>
            </a:extLst>
          </p:cNvPr>
          <p:cNvSpPr/>
          <p:nvPr/>
        </p:nvSpPr>
        <p:spPr bwMode="auto">
          <a:xfrm>
            <a:off x="1641236" y="4988467"/>
            <a:ext cx="4665031" cy="576043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A7A8CED-50B9-488F-9B0A-5DCEA9EB4C89}"/>
              </a:ext>
            </a:extLst>
          </p:cNvPr>
          <p:cNvSpPr/>
          <p:nvPr/>
        </p:nvSpPr>
        <p:spPr bwMode="auto">
          <a:xfrm>
            <a:off x="3802903" y="4063007"/>
            <a:ext cx="3201008" cy="15015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A7AD45C6-FED2-4EE2-A93D-6214F7C79AB4}"/>
              </a:ext>
            </a:extLst>
          </p:cNvPr>
          <p:cNvCxnSpPr>
            <a:cxnSpLocks/>
          </p:cNvCxnSpPr>
          <p:nvPr/>
        </p:nvCxnSpPr>
        <p:spPr bwMode="auto">
          <a:xfrm>
            <a:off x="2686858" y="4504171"/>
            <a:ext cx="1116044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9FA408D-B157-4497-AF99-0E40DF6164E5}"/>
              </a:ext>
            </a:extLst>
          </p:cNvPr>
          <p:cNvSpPr txBox="1"/>
          <p:nvPr/>
        </p:nvSpPr>
        <p:spPr>
          <a:xfrm>
            <a:off x="4759486" y="3470375"/>
            <a:ext cx="1548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2+2=4</a:t>
            </a:r>
            <a:endParaRPr lang="zh-TW" altLang="en-US">
              <a:solidFill>
                <a:srgbClr val="FF0000"/>
              </a:solidFill>
            </a:endParaRPr>
          </a:p>
        </p:txBody>
      </p: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D43F5E1E-153C-4207-9C0C-14DE55995C20}"/>
              </a:ext>
            </a:extLst>
          </p:cNvPr>
          <p:cNvCxnSpPr>
            <a:cxnSpLocks/>
          </p:cNvCxnSpPr>
          <p:nvPr/>
        </p:nvCxnSpPr>
        <p:spPr bwMode="auto">
          <a:xfrm>
            <a:off x="7003911" y="4504171"/>
            <a:ext cx="1030552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2D6A8303-23B0-4DAD-B4C9-69042F76D5B7}"/>
              </a:ext>
            </a:extLst>
          </p:cNvPr>
          <p:cNvCxnSpPr>
            <a:cxnSpLocks/>
            <a:stCxn id="33" idx="1"/>
          </p:cNvCxnSpPr>
          <p:nvPr/>
        </p:nvCxnSpPr>
        <p:spPr bwMode="auto">
          <a:xfrm flipH="1" flipV="1">
            <a:off x="3203850" y="3140970"/>
            <a:ext cx="1555636" cy="56023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292116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B753616F-0324-4A25-A24A-92F5B5C5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D97EF6E-DE46-42BF-8E30-C23EC3C68EE3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7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6668F4C-F8B7-438B-9B85-CE42A765A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701675"/>
            <a:ext cx="8077200" cy="192288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使用線段樹進行區間最大值的查找及修改</a:t>
            </a:r>
            <a:endParaRPr lang="en-US" altLang="zh-TW" sz="240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線段樹可以在 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O(log(n)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+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k)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的間內進行查找一段</a:t>
            </a:r>
            <a:r>
              <a:rPr lang="zh-TW" altLang="en-US" sz="240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區間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內的最大值、最小值等，在這個題目中，我們要判斷的是其他建築物的最大值，會不會蓋過我們新增的建築物，藉此計算不會被擋到的區段。</a:t>
            </a:r>
            <a:endParaRPr lang="en-US" altLang="zh-TW" sz="240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683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B753616F-0324-4A25-A24A-92F5B5C5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D97EF6E-DE46-42BF-8E30-C23EC3C68EE3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8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6668F4C-F8B7-438B-9B85-CE42A765A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701675"/>
            <a:ext cx="8077200" cy="143118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使用線段樹進行區間最大值的查找及修改</a:t>
            </a:r>
            <a:endParaRPr lang="en-US" altLang="zh-TW" sz="2400" b="1">
              <a:solidFill>
                <a:srgbClr val="3BA943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線段樹（記錄區間最大值）：</a:t>
            </a:r>
            <a:endParaRPr lang="en-US" altLang="zh-TW" sz="2400">
              <a:latin typeface="Times New Roman" panose="02020603050405020304" pitchFamily="18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C5B6C76F-386F-4DDC-B776-A864D589E3AA}"/>
              </a:ext>
            </a:extLst>
          </p:cNvPr>
          <p:cNvSpPr/>
          <p:nvPr/>
        </p:nvSpPr>
        <p:spPr bwMode="auto">
          <a:xfrm>
            <a:off x="3995936" y="2132856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A71E5E7-AADA-4BF6-BA5F-D1769F665D04}"/>
              </a:ext>
            </a:extLst>
          </p:cNvPr>
          <p:cNvSpPr/>
          <p:nvPr/>
        </p:nvSpPr>
        <p:spPr bwMode="auto">
          <a:xfrm>
            <a:off x="2090765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24A4B17F-45A5-49B3-B035-59356F7511B9}"/>
              </a:ext>
            </a:extLst>
          </p:cNvPr>
          <p:cNvSpPr/>
          <p:nvPr/>
        </p:nvSpPr>
        <p:spPr bwMode="auto">
          <a:xfrm>
            <a:off x="1027415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28A5798F-8AA9-4FAE-A5D9-7B766BD0F883}"/>
              </a:ext>
            </a:extLst>
          </p:cNvPr>
          <p:cNvSpPr/>
          <p:nvPr/>
        </p:nvSpPr>
        <p:spPr bwMode="auto">
          <a:xfrm>
            <a:off x="362573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8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84D983B7-4D95-42AF-B482-03F726F92068}"/>
              </a:ext>
            </a:extLst>
          </p:cNvPr>
          <p:cNvSpPr/>
          <p:nvPr/>
        </p:nvSpPr>
        <p:spPr bwMode="auto">
          <a:xfrm>
            <a:off x="1554837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9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4B7A6B8A-A933-4084-BA83-C7912B0EADE4}"/>
              </a:ext>
            </a:extLst>
          </p:cNvPr>
          <p:cNvSpPr/>
          <p:nvPr/>
        </p:nvSpPr>
        <p:spPr bwMode="auto">
          <a:xfrm>
            <a:off x="3069809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B4A5F670-8A75-4C5F-BFBC-797F4FB26732}"/>
              </a:ext>
            </a:extLst>
          </p:cNvPr>
          <p:cNvSpPr/>
          <p:nvPr/>
        </p:nvSpPr>
        <p:spPr bwMode="auto">
          <a:xfrm>
            <a:off x="2404967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10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AAC5EDE2-70B2-414C-AD82-0B6E80A19C5D}"/>
              </a:ext>
            </a:extLst>
          </p:cNvPr>
          <p:cNvSpPr/>
          <p:nvPr/>
        </p:nvSpPr>
        <p:spPr bwMode="auto">
          <a:xfrm>
            <a:off x="3597231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74DEB6E7-6C24-4C9D-BCA3-72FA20F6FB70}"/>
              </a:ext>
            </a:extLst>
          </p:cNvPr>
          <p:cNvSpPr/>
          <p:nvPr/>
        </p:nvSpPr>
        <p:spPr bwMode="auto">
          <a:xfrm>
            <a:off x="6153818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2897B1BB-B26A-4AD0-90BA-9018B9349C6A}"/>
              </a:ext>
            </a:extLst>
          </p:cNvPr>
          <p:cNvSpPr/>
          <p:nvPr/>
        </p:nvSpPr>
        <p:spPr bwMode="auto">
          <a:xfrm>
            <a:off x="5090468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6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53F79CEA-6B6C-40FD-95F1-2409A6592FEA}"/>
              </a:ext>
            </a:extLst>
          </p:cNvPr>
          <p:cNvSpPr/>
          <p:nvPr/>
        </p:nvSpPr>
        <p:spPr bwMode="auto">
          <a:xfrm>
            <a:off x="4425626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80CFF65B-CAA1-459B-9349-96DC6DC1E36E}"/>
              </a:ext>
            </a:extLst>
          </p:cNvPr>
          <p:cNvSpPr/>
          <p:nvPr/>
        </p:nvSpPr>
        <p:spPr bwMode="auto">
          <a:xfrm>
            <a:off x="5617890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AC7398C9-200D-43DE-B5FA-33CA8A79F980}"/>
              </a:ext>
            </a:extLst>
          </p:cNvPr>
          <p:cNvSpPr/>
          <p:nvPr/>
        </p:nvSpPr>
        <p:spPr bwMode="auto">
          <a:xfrm>
            <a:off x="7132862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7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D25BCE8D-D30A-4EA1-8F6B-73495B3829CA}"/>
              </a:ext>
            </a:extLst>
          </p:cNvPr>
          <p:cNvSpPr/>
          <p:nvPr/>
        </p:nvSpPr>
        <p:spPr bwMode="auto">
          <a:xfrm>
            <a:off x="6468020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0CE78995-30A5-473C-BCB3-AA65F9A1FF0D}"/>
              </a:ext>
            </a:extLst>
          </p:cNvPr>
          <p:cNvSpPr/>
          <p:nvPr/>
        </p:nvSpPr>
        <p:spPr bwMode="auto">
          <a:xfrm>
            <a:off x="7660284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850AE454-5675-4FDC-85E7-4AD36E248056}"/>
              </a:ext>
            </a:extLst>
          </p:cNvPr>
          <p:cNvCxnSpPr>
            <a:stCxn id="2" idx="3"/>
            <a:endCxn id="6" idx="7"/>
          </p:cNvCxnSpPr>
          <p:nvPr/>
        </p:nvCxnSpPr>
        <p:spPr bwMode="auto">
          <a:xfrm flipH="1">
            <a:off x="2582466" y="2624557"/>
            <a:ext cx="1497833" cy="60077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4F8077E7-BBCC-4A07-A555-181D84AEE9E1}"/>
              </a:ext>
            </a:extLst>
          </p:cNvPr>
          <p:cNvCxnSpPr>
            <a:stCxn id="2" idx="5"/>
            <a:endCxn id="17" idx="1"/>
          </p:cNvCxnSpPr>
          <p:nvPr/>
        </p:nvCxnSpPr>
        <p:spPr bwMode="auto">
          <a:xfrm>
            <a:off x="4487637" y="2624557"/>
            <a:ext cx="1750544" cy="6007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9D5B2303-FFDB-4831-88DE-7845A432B0E9}"/>
              </a:ext>
            </a:extLst>
          </p:cNvPr>
          <p:cNvCxnSpPr>
            <a:stCxn id="6" idx="3"/>
            <a:endCxn id="8" idx="7"/>
          </p:cNvCxnSpPr>
          <p:nvPr/>
        </p:nvCxnSpPr>
        <p:spPr bwMode="auto">
          <a:xfrm flipH="1">
            <a:off x="1519116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B8BCA63B-7E3F-4E50-988A-F41BE0A7DA26}"/>
              </a:ext>
            </a:extLst>
          </p:cNvPr>
          <p:cNvCxnSpPr>
            <a:stCxn id="6" idx="5"/>
            <a:endCxn id="14" idx="1"/>
          </p:cNvCxnSpPr>
          <p:nvPr/>
        </p:nvCxnSpPr>
        <p:spPr bwMode="auto">
          <a:xfrm>
            <a:off x="2582466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BC3704D4-0CE2-4C7E-98D1-A355F20BF121}"/>
              </a:ext>
            </a:extLst>
          </p:cNvPr>
          <p:cNvCxnSpPr>
            <a:stCxn id="17" idx="3"/>
            <a:endCxn id="18" idx="7"/>
          </p:cNvCxnSpPr>
          <p:nvPr/>
        </p:nvCxnSpPr>
        <p:spPr bwMode="auto">
          <a:xfrm flipH="1">
            <a:off x="5582169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097" name="直線單箭頭接點 4096">
            <a:extLst>
              <a:ext uri="{FF2B5EF4-FFF2-40B4-BE49-F238E27FC236}">
                <a16:creationId xmlns:a16="http://schemas.microsoft.com/office/drawing/2014/main" id="{8D519409-BE2B-4643-BECA-0911C723EFCD}"/>
              </a:ext>
            </a:extLst>
          </p:cNvPr>
          <p:cNvCxnSpPr>
            <a:stCxn id="17" idx="5"/>
            <a:endCxn id="21" idx="1"/>
          </p:cNvCxnSpPr>
          <p:nvPr/>
        </p:nvCxnSpPr>
        <p:spPr bwMode="auto">
          <a:xfrm>
            <a:off x="6645519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1" name="直線單箭頭接點 4100">
            <a:extLst>
              <a:ext uri="{FF2B5EF4-FFF2-40B4-BE49-F238E27FC236}">
                <a16:creationId xmlns:a16="http://schemas.microsoft.com/office/drawing/2014/main" id="{5A503686-DAB9-4BCD-9192-68CAFB2B93B7}"/>
              </a:ext>
            </a:extLst>
          </p:cNvPr>
          <p:cNvCxnSpPr>
            <a:stCxn id="8" idx="3"/>
            <a:endCxn id="12" idx="0"/>
          </p:cNvCxnSpPr>
          <p:nvPr/>
        </p:nvCxnSpPr>
        <p:spPr bwMode="auto">
          <a:xfrm flipH="1">
            <a:off x="650605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3" name="直線單箭頭接點 4102">
            <a:extLst>
              <a:ext uri="{FF2B5EF4-FFF2-40B4-BE49-F238E27FC236}">
                <a16:creationId xmlns:a16="http://schemas.microsoft.com/office/drawing/2014/main" id="{A05A3529-647E-43FC-83FE-079028A3280E}"/>
              </a:ext>
            </a:extLst>
          </p:cNvPr>
          <p:cNvCxnSpPr>
            <a:stCxn id="8" idx="5"/>
            <a:endCxn id="13" idx="0"/>
          </p:cNvCxnSpPr>
          <p:nvPr/>
        </p:nvCxnSpPr>
        <p:spPr bwMode="auto">
          <a:xfrm>
            <a:off x="1519116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5" name="直線單箭頭接點 4104">
            <a:extLst>
              <a:ext uri="{FF2B5EF4-FFF2-40B4-BE49-F238E27FC236}">
                <a16:creationId xmlns:a16="http://schemas.microsoft.com/office/drawing/2014/main" id="{89A82FA7-C7D5-465E-99F4-465CD3EE26B3}"/>
              </a:ext>
            </a:extLst>
          </p:cNvPr>
          <p:cNvCxnSpPr>
            <a:stCxn id="14" idx="3"/>
            <a:endCxn id="15" idx="0"/>
          </p:cNvCxnSpPr>
          <p:nvPr/>
        </p:nvCxnSpPr>
        <p:spPr bwMode="auto">
          <a:xfrm flipH="1">
            <a:off x="2692999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7" name="直線單箭頭接點 4106">
            <a:extLst>
              <a:ext uri="{FF2B5EF4-FFF2-40B4-BE49-F238E27FC236}">
                <a16:creationId xmlns:a16="http://schemas.microsoft.com/office/drawing/2014/main" id="{11769B98-9686-4B44-94E0-F9123DD9669D}"/>
              </a:ext>
            </a:extLst>
          </p:cNvPr>
          <p:cNvCxnSpPr>
            <a:stCxn id="14" idx="5"/>
            <a:endCxn id="16" idx="0"/>
          </p:cNvCxnSpPr>
          <p:nvPr/>
        </p:nvCxnSpPr>
        <p:spPr bwMode="auto">
          <a:xfrm>
            <a:off x="3561510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9" name="直線單箭頭接點 4108">
            <a:extLst>
              <a:ext uri="{FF2B5EF4-FFF2-40B4-BE49-F238E27FC236}">
                <a16:creationId xmlns:a16="http://schemas.microsoft.com/office/drawing/2014/main" id="{47CA872F-CA5B-472C-9910-7DAFDDD9B10D}"/>
              </a:ext>
            </a:extLst>
          </p:cNvPr>
          <p:cNvCxnSpPr>
            <a:stCxn id="18" idx="3"/>
            <a:endCxn id="19" idx="0"/>
          </p:cNvCxnSpPr>
          <p:nvPr/>
        </p:nvCxnSpPr>
        <p:spPr bwMode="auto">
          <a:xfrm flipH="1">
            <a:off x="4713658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1" name="直線單箭頭接點 4110">
            <a:extLst>
              <a:ext uri="{FF2B5EF4-FFF2-40B4-BE49-F238E27FC236}">
                <a16:creationId xmlns:a16="http://schemas.microsoft.com/office/drawing/2014/main" id="{B33115C2-9752-4B0E-B114-ABAB397DED48}"/>
              </a:ext>
            </a:extLst>
          </p:cNvPr>
          <p:cNvCxnSpPr>
            <a:stCxn id="18" idx="5"/>
            <a:endCxn id="20" idx="0"/>
          </p:cNvCxnSpPr>
          <p:nvPr/>
        </p:nvCxnSpPr>
        <p:spPr bwMode="auto">
          <a:xfrm>
            <a:off x="5582169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3" name="直線單箭頭接點 4112">
            <a:extLst>
              <a:ext uri="{FF2B5EF4-FFF2-40B4-BE49-F238E27FC236}">
                <a16:creationId xmlns:a16="http://schemas.microsoft.com/office/drawing/2014/main" id="{FA3D8BB7-0CEA-4794-A91A-B7FEED8B3CED}"/>
              </a:ext>
            </a:extLst>
          </p:cNvPr>
          <p:cNvCxnSpPr>
            <a:stCxn id="21" idx="3"/>
            <a:endCxn id="22" idx="0"/>
          </p:cNvCxnSpPr>
          <p:nvPr/>
        </p:nvCxnSpPr>
        <p:spPr bwMode="auto">
          <a:xfrm flipH="1">
            <a:off x="6756052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5" name="直線單箭頭接點 4114">
            <a:extLst>
              <a:ext uri="{FF2B5EF4-FFF2-40B4-BE49-F238E27FC236}">
                <a16:creationId xmlns:a16="http://schemas.microsoft.com/office/drawing/2014/main" id="{4C4F9573-708B-4F0F-943B-2D2DEA9BE0EB}"/>
              </a:ext>
            </a:extLst>
          </p:cNvPr>
          <p:cNvCxnSpPr>
            <a:stCxn id="21" idx="5"/>
            <a:endCxn id="23" idx="0"/>
          </p:cNvCxnSpPr>
          <p:nvPr/>
        </p:nvCxnSpPr>
        <p:spPr bwMode="auto">
          <a:xfrm>
            <a:off x="7624563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4116" name="文字方塊 4115">
            <a:extLst>
              <a:ext uri="{FF2B5EF4-FFF2-40B4-BE49-F238E27FC236}">
                <a16:creationId xmlns:a16="http://schemas.microsoft.com/office/drawing/2014/main" id="{20348D9F-1EA7-4BB2-BFE8-31E2D2E5CF9F}"/>
              </a:ext>
            </a:extLst>
          </p:cNvPr>
          <p:cNvSpPr txBox="1"/>
          <p:nvPr/>
        </p:nvSpPr>
        <p:spPr>
          <a:xfrm>
            <a:off x="3828233" y="1616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93BC6394-BAA1-4241-A13E-5ED1FA8C96C7}"/>
              </a:ext>
            </a:extLst>
          </p:cNvPr>
          <p:cNvSpPr txBox="1"/>
          <p:nvPr/>
        </p:nvSpPr>
        <p:spPr>
          <a:xfrm>
            <a:off x="5985470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471F774A-6B16-4A62-9E74-03939FA24299}"/>
              </a:ext>
            </a:extLst>
          </p:cNvPr>
          <p:cNvSpPr txBox="1"/>
          <p:nvPr/>
        </p:nvSpPr>
        <p:spPr>
          <a:xfrm>
            <a:off x="1920624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796226E8-7F16-4585-9F4C-9839A66D9EDD}"/>
              </a:ext>
            </a:extLst>
          </p:cNvPr>
          <p:cNvSpPr txBox="1"/>
          <p:nvPr/>
        </p:nvSpPr>
        <p:spPr>
          <a:xfrm>
            <a:off x="769532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055C9D2D-A36E-41E8-BEE6-FFCDCC35B758}"/>
              </a:ext>
            </a:extLst>
          </p:cNvPr>
          <p:cNvSpPr txBox="1"/>
          <p:nvPr/>
        </p:nvSpPr>
        <p:spPr>
          <a:xfrm>
            <a:off x="2970927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B88E7D58-8A68-4D94-826E-7DCD2DB20F13}"/>
              </a:ext>
            </a:extLst>
          </p:cNvPr>
          <p:cNvSpPr txBox="1"/>
          <p:nvPr/>
        </p:nvSpPr>
        <p:spPr>
          <a:xfrm>
            <a:off x="4796350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6685B1BD-1C53-4C5C-B950-818A2E75B629}"/>
              </a:ext>
            </a:extLst>
          </p:cNvPr>
          <p:cNvSpPr txBox="1"/>
          <p:nvPr/>
        </p:nvSpPr>
        <p:spPr>
          <a:xfrm>
            <a:off x="7061245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A0D0C70B-5EC2-42E3-873D-4BFB2BADECBD}"/>
              </a:ext>
            </a:extLst>
          </p:cNvPr>
          <p:cNvSpPr txBox="1"/>
          <p:nvPr/>
        </p:nvSpPr>
        <p:spPr>
          <a:xfrm>
            <a:off x="17675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0]</a:t>
            </a:r>
            <a:endParaRPr lang="zh-TW" altLang="en-US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85FAA642-DD10-4387-810A-A04BBA6CC8C9}"/>
              </a:ext>
            </a:extLst>
          </p:cNvPr>
          <p:cNvSpPr txBox="1"/>
          <p:nvPr/>
        </p:nvSpPr>
        <p:spPr>
          <a:xfrm>
            <a:off x="136902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[1,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34372670-4B86-43D9-9A49-F5AE1523DAE1}"/>
              </a:ext>
            </a:extLst>
          </p:cNvPr>
          <p:cNvSpPr txBox="1"/>
          <p:nvPr/>
        </p:nvSpPr>
        <p:spPr>
          <a:xfrm>
            <a:off x="226747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2]</a:t>
            </a:r>
            <a:endParaRPr lang="zh-TW" altLang="en-US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BD79FF43-3472-48B4-8A9E-C1221291BD26}"/>
              </a:ext>
            </a:extLst>
          </p:cNvPr>
          <p:cNvSpPr txBox="1"/>
          <p:nvPr/>
        </p:nvSpPr>
        <p:spPr>
          <a:xfrm>
            <a:off x="341141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[3,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3934F855-1CB3-45E8-BE1E-EA8232A70B73}"/>
              </a:ext>
            </a:extLst>
          </p:cNvPr>
          <p:cNvSpPr txBox="1"/>
          <p:nvPr/>
        </p:nvSpPr>
        <p:spPr>
          <a:xfrm>
            <a:off x="424790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4]</a:t>
            </a:r>
            <a:endParaRPr lang="zh-TW" altLang="en-US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F23D3963-3DA0-4BF4-98A2-6BBED21DDF66}"/>
              </a:ext>
            </a:extLst>
          </p:cNvPr>
          <p:cNvSpPr txBox="1"/>
          <p:nvPr/>
        </p:nvSpPr>
        <p:spPr>
          <a:xfrm>
            <a:off x="5409100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[5,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14B482E4-1078-4A72-A34D-4CDCE318794C}"/>
              </a:ext>
            </a:extLst>
          </p:cNvPr>
          <p:cNvSpPr txBox="1"/>
          <p:nvPr/>
        </p:nvSpPr>
        <p:spPr>
          <a:xfrm>
            <a:off x="6339769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6]</a:t>
            </a:r>
            <a:endParaRPr lang="zh-TW" altLang="en-US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21A8288B-B82B-44D3-A3E6-A992123CC647}"/>
              </a:ext>
            </a:extLst>
          </p:cNvPr>
          <p:cNvSpPr txBox="1"/>
          <p:nvPr/>
        </p:nvSpPr>
        <p:spPr>
          <a:xfrm>
            <a:off x="752358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[7,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4118" name="矩形 4117">
            <a:extLst>
              <a:ext uri="{FF2B5EF4-FFF2-40B4-BE49-F238E27FC236}">
                <a16:creationId xmlns:a16="http://schemas.microsoft.com/office/drawing/2014/main" id="{1914A3E9-A800-4368-91DA-4CB8949E6C74}"/>
              </a:ext>
            </a:extLst>
          </p:cNvPr>
          <p:cNvSpPr/>
          <p:nvPr/>
        </p:nvSpPr>
        <p:spPr bwMode="auto">
          <a:xfrm>
            <a:off x="3828233" y="1616445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4119" name="文字方塊 4118">
            <a:extLst>
              <a:ext uri="{FF2B5EF4-FFF2-40B4-BE49-F238E27FC236}">
                <a16:creationId xmlns:a16="http://schemas.microsoft.com/office/drawing/2014/main" id="{39C216DF-1A2C-4848-9BF6-4BB8ED53B081}"/>
              </a:ext>
            </a:extLst>
          </p:cNvPr>
          <p:cNvSpPr txBox="1"/>
          <p:nvPr/>
        </p:nvSpPr>
        <p:spPr>
          <a:xfrm flipH="1">
            <a:off x="5067625" y="1590534"/>
            <a:ext cx="27343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表示區間的範圍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2" name="表格 71">
                <a:extLst>
                  <a:ext uri="{FF2B5EF4-FFF2-40B4-BE49-F238E27FC236}">
                    <a16:creationId xmlns:a16="http://schemas.microsoft.com/office/drawing/2014/main" id="{AAA0D7AC-687D-45E4-8AD5-C344E77DC3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9677662"/>
                  </p:ext>
                </p:extLst>
              </p:nvPr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2" name="表格 71">
                <a:extLst>
                  <a:ext uri="{FF2B5EF4-FFF2-40B4-BE49-F238E27FC236}">
                    <a16:creationId xmlns:a16="http://schemas.microsoft.com/office/drawing/2014/main" id="{AAA0D7AC-687D-45E4-8AD5-C344E77DC3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9677662"/>
                  </p:ext>
                </p:extLst>
              </p:nvPr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592" t="-1515" r="-699408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101190" t="-1515" r="-60357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515" r="-5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515" r="-4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02381" t="-1515" r="-30238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99408" t="-1515" r="-200592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02976" t="-1515" r="-101786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98817" t="-1515" r="-1183" b="-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78464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B753616F-0324-4A25-A24A-92F5B5C5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D97EF6E-DE46-42BF-8E30-C23EC3C68EE3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9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6668F4C-F8B7-438B-9B85-CE42A765A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701675"/>
            <a:ext cx="8077200" cy="143118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使用線段樹進行區間最大值的查找及修改</a:t>
            </a:r>
            <a:endParaRPr lang="en-US" altLang="zh-TW" sz="2400" b="1">
              <a:solidFill>
                <a:srgbClr val="3BA943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線段樹（記錄區間最大值）：</a:t>
            </a:r>
            <a:endParaRPr lang="en-US" altLang="zh-TW" sz="2400">
              <a:latin typeface="Times New Roman" panose="02020603050405020304" pitchFamily="18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C5B6C76F-386F-4DDC-B776-A864D589E3AA}"/>
              </a:ext>
            </a:extLst>
          </p:cNvPr>
          <p:cNvSpPr/>
          <p:nvPr/>
        </p:nvSpPr>
        <p:spPr bwMode="auto">
          <a:xfrm>
            <a:off x="3995936" y="2132856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A71E5E7-AADA-4BF6-BA5F-D1769F665D04}"/>
              </a:ext>
            </a:extLst>
          </p:cNvPr>
          <p:cNvSpPr/>
          <p:nvPr/>
        </p:nvSpPr>
        <p:spPr bwMode="auto">
          <a:xfrm>
            <a:off x="2090765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24A4B17F-45A5-49B3-B035-59356F7511B9}"/>
              </a:ext>
            </a:extLst>
          </p:cNvPr>
          <p:cNvSpPr/>
          <p:nvPr/>
        </p:nvSpPr>
        <p:spPr bwMode="auto">
          <a:xfrm>
            <a:off x="1027415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28A5798F-8AA9-4FAE-A5D9-7B766BD0F883}"/>
              </a:ext>
            </a:extLst>
          </p:cNvPr>
          <p:cNvSpPr/>
          <p:nvPr/>
        </p:nvSpPr>
        <p:spPr bwMode="auto">
          <a:xfrm>
            <a:off x="362573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8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84D983B7-4D95-42AF-B482-03F726F92068}"/>
              </a:ext>
            </a:extLst>
          </p:cNvPr>
          <p:cNvSpPr/>
          <p:nvPr/>
        </p:nvSpPr>
        <p:spPr bwMode="auto">
          <a:xfrm>
            <a:off x="1554837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9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4B7A6B8A-A933-4084-BA83-C7912B0EADE4}"/>
              </a:ext>
            </a:extLst>
          </p:cNvPr>
          <p:cNvSpPr/>
          <p:nvPr/>
        </p:nvSpPr>
        <p:spPr bwMode="auto">
          <a:xfrm>
            <a:off x="3069809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B4A5F670-8A75-4C5F-BFBC-797F4FB26732}"/>
              </a:ext>
            </a:extLst>
          </p:cNvPr>
          <p:cNvSpPr/>
          <p:nvPr/>
        </p:nvSpPr>
        <p:spPr bwMode="auto">
          <a:xfrm>
            <a:off x="2404967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10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AAC5EDE2-70B2-414C-AD82-0B6E80A19C5D}"/>
              </a:ext>
            </a:extLst>
          </p:cNvPr>
          <p:cNvSpPr/>
          <p:nvPr/>
        </p:nvSpPr>
        <p:spPr bwMode="auto">
          <a:xfrm>
            <a:off x="3597231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74DEB6E7-6C24-4C9D-BCA3-72FA20F6FB70}"/>
              </a:ext>
            </a:extLst>
          </p:cNvPr>
          <p:cNvSpPr/>
          <p:nvPr/>
        </p:nvSpPr>
        <p:spPr bwMode="auto">
          <a:xfrm>
            <a:off x="6153818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2897B1BB-B26A-4AD0-90BA-9018B9349C6A}"/>
              </a:ext>
            </a:extLst>
          </p:cNvPr>
          <p:cNvSpPr/>
          <p:nvPr/>
        </p:nvSpPr>
        <p:spPr bwMode="auto">
          <a:xfrm>
            <a:off x="5090468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6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53F79CEA-6B6C-40FD-95F1-2409A6592FEA}"/>
              </a:ext>
            </a:extLst>
          </p:cNvPr>
          <p:cNvSpPr/>
          <p:nvPr/>
        </p:nvSpPr>
        <p:spPr bwMode="auto">
          <a:xfrm>
            <a:off x="4425626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80CFF65B-CAA1-459B-9349-96DC6DC1E36E}"/>
              </a:ext>
            </a:extLst>
          </p:cNvPr>
          <p:cNvSpPr/>
          <p:nvPr/>
        </p:nvSpPr>
        <p:spPr bwMode="auto">
          <a:xfrm>
            <a:off x="5617890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AC7398C9-200D-43DE-B5FA-33CA8A79F980}"/>
              </a:ext>
            </a:extLst>
          </p:cNvPr>
          <p:cNvSpPr/>
          <p:nvPr/>
        </p:nvSpPr>
        <p:spPr bwMode="auto">
          <a:xfrm>
            <a:off x="7132862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7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D25BCE8D-D30A-4EA1-8F6B-73495B3829CA}"/>
              </a:ext>
            </a:extLst>
          </p:cNvPr>
          <p:cNvSpPr/>
          <p:nvPr/>
        </p:nvSpPr>
        <p:spPr bwMode="auto">
          <a:xfrm>
            <a:off x="6468020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0CE78995-30A5-473C-BCB3-AA65F9A1FF0D}"/>
              </a:ext>
            </a:extLst>
          </p:cNvPr>
          <p:cNvSpPr/>
          <p:nvPr/>
        </p:nvSpPr>
        <p:spPr bwMode="auto">
          <a:xfrm>
            <a:off x="7660284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850AE454-5675-4FDC-85E7-4AD36E248056}"/>
              </a:ext>
            </a:extLst>
          </p:cNvPr>
          <p:cNvCxnSpPr>
            <a:stCxn id="2" idx="3"/>
            <a:endCxn id="6" idx="7"/>
          </p:cNvCxnSpPr>
          <p:nvPr/>
        </p:nvCxnSpPr>
        <p:spPr bwMode="auto">
          <a:xfrm flipH="1">
            <a:off x="2582466" y="2624557"/>
            <a:ext cx="1497833" cy="60077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4F8077E7-BBCC-4A07-A555-181D84AEE9E1}"/>
              </a:ext>
            </a:extLst>
          </p:cNvPr>
          <p:cNvCxnSpPr>
            <a:stCxn id="2" idx="5"/>
            <a:endCxn id="17" idx="1"/>
          </p:cNvCxnSpPr>
          <p:nvPr/>
        </p:nvCxnSpPr>
        <p:spPr bwMode="auto">
          <a:xfrm>
            <a:off x="4487637" y="2624557"/>
            <a:ext cx="1750544" cy="6007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9D5B2303-FFDB-4831-88DE-7845A432B0E9}"/>
              </a:ext>
            </a:extLst>
          </p:cNvPr>
          <p:cNvCxnSpPr>
            <a:stCxn id="6" idx="3"/>
            <a:endCxn id="8" idx="7"/>
          </p:cNvCxnSpPr>
          <p:nvPr/>
        </p:nvCxnSpPr>
        <p:spPr bwMode="auto">
          <a:xfrm flipH="1">
            <a:off x="1519116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B8BCA63B-7E3F-4E50-988A-F41BE0A7DA26}"/>
              </a:ext>
            </a:extLst>
          </p:cNvPr>
          <p:cNvCxnSpPr>
            <a:stCxn id="6" idx="5"/>
            <a:endCxn id="14" idx="1"/>
          </p:cNvCxnSpPr>
          <p:nvPr/>
        </p:nvCxnSpPr>
        <p:spPr bwMode="auto">
          <a:xfrm>
            <a:off x="2582466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BC3704D4-0CE2-4C7E-98D1-A355F20BF121}"/>
              </a:ext>
            </a:extLst>
          </p:cNvPr>
          <p:cNvCxnSpPr>
            <a:stCxn id="17" idx="3"/>
            <a:endCxn id="18" idx="7"/>
          </p:cNvCxnSpPr>
          <p:nvPr/>
        </p:nvCxnSpPr>
        <p:spPr bwMode="auto">
          <a:xfrm flipH="1">
            <a:off x="5582169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097" name="直線單箭頭接點 4096">
            <a:extLst>
              <a:ext uri="{FF2B5EF4-FFF2-40B4-BE49-F238E27FC236}">
                <a16:creationId xmlns:a16="http://schemas.microsoft.com/office/drawing/2014/main" id="{8D519409-BE2B-4643-BECA-0911C723EFCD}"/>
              </a:ext>
            </a:extLst>
          </p:cNvPr>
          <p:cNvCxnSpPr>
            <a:stCxn id="17" idx="5"/>
            <a:endCxn id="21" idx="1"/>
          </p:cNvCxnSpPr>
          <p:nvPr/>
        </p:nvCxnSpPr>
        <p:spPr bwMode="auto">
          <a:xfrm>
            <a:off x="6645519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1" name="直線單箭頭接點 4100">
            <a:extLst>
              <a:ext uri="{FF2B5EF4-FFF2-40B4-BE49-F238E27FC236}">
                <a16:creationId xmlns:a16="http://schemas.microsoft.com/office/drawing/2014/main" id="{5A503686-DAB9-4BCD-9192-68CAFB2B93B7}"/>
              </a:ext>
            </a:extLst>
          </p:cNvPr>
          <p:cNvCxnSpPr>
            <a:stCxn id="8" idx="3"/>
            <a:endCxn id="12" idx="0"/>
          </p:cNvCxnSpPr>
          <p:nvPr/>
        </p:nvCxnSpPr>
        <p:spPr bwMode="auto">
          <a:xfrm flipH="1">
            <a:off x="650605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3" name="直線單箭頭接點 4102">
            <a:extLst>
              <a:ext uri="{FF2B5EF4-FFF2-40B4-BE49-F238E27FC236}">
                <a16:creationId xmlns:a16="http://schemas.microsoft.com/office/drawing/2014/main" id="{A05A3529-647E-43FC-83FE-079028A3280E}"/>
              </a:ext>
            </a:extLst>
          </p:cNvPr>
          <p:cNvCxnSpPr>
            <a:stCxn id="8" idx="5"/>
            <a:endCxn id="13" idx="0"/>
          </p:cNvCxnSpPr>
          <p:nvPr/>
        </p:nvCxnSpPr>
        <p:spPr bwMode="auto">
          <a:xfrm>
            <a:off x="1519116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5" name="直線單箭頭接點 4104">
            <a:extLst>
              <a:ext uri="{FF2B5EF4-FFF2-40B4-BE49-F238E27FC236}">
                <a16:creationId xmlns:a16="http://schemas.microsoft.com/office/drawing/2014/main" id="{89A82FA7-C7D5-465E-99F4-465CD3EE26B3}"/>
              </a:ext>
            </a:extLst>
          </p:cNvPr>
          <p:cNvCxnSpPr>
            <a:stCxn id="14" idx="3"/>
            <a:endCxn id="15" idx="0"/>
          </p:cNvCxnSpPr>
          <p:nvPr/>
        </p:nvCxnSpPr>
        <p:spPr bwMode="auto">
          <a:xfrm flipH="1">
            <a:off x="2692999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7" name="直線單箭頭接點 4106">
            <a:extLst>
              <a:ext uri="{FF2B5EF4-FFF2-40B4-BE49-F238E27FC236}">
                <a16:creationId xmlns:a16="http://schemas.microsoft.com/office/drawing/2014/main" id="{11769B98-9686-4B44-94E0-F9123DD9669D}"/>
              </a:ext>
            </a:extLst>
          </p:cNvPr>
          <p:cNvCxnSpPr>
            <a:stCxn id="14" idx="5"/>
            <a:endCxn id="16" idx="0"/>
          </p:cNvCxnSpPr>
          <p:nvPr/>
        </p:nvCxnSpPr>
        <p:spPr bwMode="auto">
          <a:xfrm>
            <a:off x="3561510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9" name="直線單箭頭接點 4108">
            <a:extLst>
              <a:ext uri="{FF2B5EF4-FFF2-40B4-BE49-F238E27FC236}">
                <a16:creationId xmlns:a16="http://schemas.microsoft.com/office/drawing/2014/main" id="{47CA872F-CA5B-472C-9910-7DAFDDD9B10D}"/>
              </a:ext>
            </a:extLst>
          </p:cNvPr>
          <p:cNvCxnSpPr>
            <a:stCxn id="18" idx="3"/>
            <a:endCxn id="19" idx="0"/>
          </p:cNvCxnSpPr>
          <p:nvPr/>
        </p:nvCxnSpPr>
        <p:spPr bwMode="auto">
          <a:xfrm flipH="1">
            <a:off x="4713658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1" name="直線單箭頭接點 4110">
            <a:extLst>
              <a:ext uri="{FF2B5EF4-FFF2-40B4-BE49-F238E27FC236}">
                <a16:creationId xmlns:a16="http://schemas.microsoft.com/office/drawing/2014/main" id="{B33115C2-9752-4B0E-B114-ABAB397DED48}"/>
              </a:ext>
            </a:extLst>
          </p:cNvPr>
          <p:cNvCxnSpPr>
            <a:stCxn id="18" idx="5"/>
            <a:endCxn id="20" idx="0"/>
          </p:cNvCxnSpPr>
          <p:nvPr/>
        </p:nvCxnSpPr>
        <p:spPr bwMode="auto">
          <a:xfrm>
            <a:off x="5582169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3" name="直線單箭頭接點 4112">
            <a:extLst>
              <a:ext uri="{FF2B5EF4-FFF2-40B4-BE49-F238E27FC236}">
                <a16:creationId xmlns:a16="http://schemas.microsoft.com/office/drawing/2014/main" id="{FA3D8BB7-0CEA-4794-A91A-B7FEED8B3CED}"/>
              </a:ext>
            </a:extLst>
          </p:cNvPr>
          <p:cNvCxnSpPr>
            <a:stCxn id="21" idx="3"/>
            <a:endCxn id="22" idx="0"/>
          </p:cNvCxnSpPr>
          <p:nvPr/>
        </p:nvCxnSpPr>
        <p:spPr bwMode="auto">
          <a:xfrm flipH="1">
            <a:off x="6756052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5" name="直線單箭頭接點 4114">
            <a:extLst>
              <a:ext uri="{FF2B5EF4-FFF2-40B4-BE49-F238E27FC236}">
                <a16:creationId xmlns:a16="http://schemas.microsoft.com/office/drawing/2014/main" id="{4C4F9573-708B-4F0F-943B-2D2DEA9BE0EB}"/>
              </a:ext>
            </a:extLst>
          </p:cNvPr>
          <p:cNvCxnSpPr>
            <a:stCxn id="21" idx="5"/>
            <a:endCxn id="23" idx="0"/>
          </p:cNvCxnSpPr>
          <p:nvPr/>
        </p:nvCxnSpPr>
        <p:spPr bwMode="auto">
          <a:xfrm>
            <a:off x="7624563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4116" name="文字方塊 4115">
            <a:extLst>
              <a:ext uri="{FF2B5EF4-FFF2-40B4-BE49-F238E27FC236}">
                <a16:creationId xmlns:a16="http://schemas.microsoft.com/office/drawing/2014/main" id="{20348D9F-1EA7-4BB2-BFE8-31E2D2E5CF9F}"/>
              </a:ext>
            </a:extLst>
          </p:cNvPr>
          <p:cNvSpPr txBox="1"/>
          <p:nvPr/>
        </p:nvSpPr>
        <p:spPr>
          <a:xfrm>
            <a:off x="3828233" y="1616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93BC6394-BAA1-4241-A13E-5ED1FA8C96C7}"/>
              </a:ext>
            </a:extLst>
          </p:cNvPr>
          <p:cNvSpPr txBox="1"/>
          <p:nvPr/>
        </p:nvSpPr>
        <p:spPr>
          <a:xfrm>
            <a:off x="5985470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471F774A-6B16-4A62-9E74-03939FA24299}"/>
              </a:ext>
            </a:extLst>
          </p:cNvPr>
          <p:cNvSpPr txBox="1"/>
          <p:nvPr/>
        </p:nvSpPr>
        <p:spPr>
          <a:xfrm>
            <a:off x="1920624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796226E8-7F16-4585-9F4C-9839A66D9EDD}"/>
              </a:ext>
            </a:extLst>
          </p:cNvPr>
          <p:cNvSpPr txBox="1"/>
          <p:nvPr/>
        </p:nvSpPr>
        <p:spPr>
          <a:xfrm>
            <a:off x="769532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055C9D2D-A36E-41E8-BEE6-FFCDCC35B758}"/>
              </a:ext>
            </a:extLst>
          </p:cNvPr>
          <p:cNvSpPr txBox="1"/>
          <p:nvPr/>
        </p:nvSpPr>
        <p:spPr>
          <a:xfrm>
            <a:off x="2970927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B88E7D58-8A68-4D94-826E-7DCD2DB20F13}"/>
              </a:ext>
            </a:extLst>
          </p:cNvPr>
          <p:cNvSpPr txBox="1"/>
          <p:nvPr/>
        </p:nvSpPr>
        <p:spPr>
          <a:xfrm>
            <a:off x="4796350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6685B1BD-1C53-4C5C-B950-818A2E75B629}"/>
              </a:ext>
            </a:extLst>
          </p:cNvPr>
          <p:cNvSpPr txBox="1"/>
          <p:nvPr/>
        </p:nvSpPr>
        <p:spPr>
          <a:xfrm>
            <a:off x="7061245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A0D0C70B-5EC2-42E3-873D-4BFB2BADECBD}"/>
              </a:ext>
            </a:extLst>
          </p:cNvPr>
          <p:cNvSpPr txBox="1"/>
          <p:nvPr/>
        </p:nvSpPr>
        <p:spPr>
          <a:xfrm>
            <a:off x="17675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0]</a:t>
            </a:r>
            <a:endParaRPr lang="zh-TW" altLang="en-US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85FAA642-DD10-4387-810A-A04BBA6CC8C9}"/>
              </a:ext>
            </a:extLst>
          </p:cNvPr>
          <p:cNvSpPr txBox="1"/>
          <p:nvPr/>
        </p:nvSpPr>
        <p:spPr>
          <a:xfrm>
            <a:off x="136902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[1,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34372670-4B86-43D9-9A49-F5AE1523DAE1}"/>
              </a:ext>
            </a:extLst>
          </p:cNvPr>
          <p:cNvSpPr txBox="1"/>
          <p:nvPr/>
        </p:nvSpPr>
        <p:spPr>
          <a:xfrm>
            <a:off x="226747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2]</a:t>
            </a:r>
            <a:endParaRPr lang="zh-TW" altLang="en-US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BD79FF43-3472-48B4-8A9E-C1221291BD26}"/>
              </a:ext>
            </a:extLst>
          </p:cNvPr>
          <p:cNvSpPr txBox="1"/>
          <p:nvPr/>
        </p:nvSpPr>
        <p:spPr>
          <a:xfrm>
            <a:off x="341141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[3,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3934F855-1CB3-45E8-BE1E-EA8232A70B73}"/>
              </a:ext>
            </a:extLst>
          </p:cNvPr>
          <p:cNvSpPr txBox="1"/>
          <p:nvPr/>
        </p:nvSpPr>
        <p:spPr>
          <a:xfrm>
            <a:off x="424790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4]</a:t>
            </a:r>
            <a:endParaRPr lang="zh-TW" altLang="en-US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F23D3963-3DA0-4BF4-98A2-6BBED21DDF66}"/>
              </a:ext>
            </a:extLst>
          </p:cNvPr>
          <p:cNvSpPr txBox="1"/>
          <p:nvPr/>
        </p:nvSpPr>
        <p:spPr>
          <a:xfrm>
            <a:off x="5409100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[5,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14B482E4-1078-4A72-A34D-4CDCE318794C}"/>
              </a:ext>
            </a:extLst>
          </p:cNvPr>
          <p:cNvSpPr txBox="1"/>
          <p:nvPr/>
        </p:nvSpPr>
        <p:spPr>
          <a:xfrm>
            <a:off x="6339769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6]</a:t>
            </a:r>
            <a:endParaRPr lang="zh-TW" altLang="en-US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21A8288B-B82B-44D3-A3E6-A992123CC647}"/>
              </a:ext>
            </a:extLst>
          </p:cNvPr>
          <p:cNvSpPr txBox="1"/>
          <p:nvPr/>
        </p:nvSpPr>
        <p:spPr>
          <a:xfrm>
            <a:off x="752358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[7,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4118" name="矩形 4117">
            <a:extLst>
              <a:ext uri="{FF2B5EF4-FFF2-40B4-BE49-F238E27FC236}">
                <a16:creationId xmlns:a16="http://schemas.microsoft.com/office/drawing/2014/main" id="{1914A3E9-A800-4368-91DA-4CB8949E6C74}"/>
              </a:ext>
            </a:extLst>
          </p:cNvPr>
          <p:cNvSpPr/>
          <p:nvPr/>
        </p:nvSpPr>
        <p:spPr bwMode="auto">
          <a:xfrm>
            <a:off x="3828233" y="1616445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4119" name="文字方塊 4118">
            <a:extLst>
              <a:ext uri="{FF2B5EF4-FFF2-40B4-BE49-F238E27FC236}">
                <a16:creationId xmlns:a16="http://schemas.microsoft.com/office/drawing/2014/main" id="{39C216DF-1A2C-4848-9BF6-4BB8ED53B081}"/>
              </a:ext>
            </a:extLst>
          </p:cNvPr>
          <p:cNvSpPr txBox="1"/>
          <p:nvPr/>
        </p:nvSpPr>
        <p:spPr>
          <a:xfrm flipH="1">
            <a:off x="5067625" y="1590534"/>
            <a:ext cx="27343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表示區間的範圍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2" name="表格 71">
                <a:extLst>
                  <a:ext uri="{FF2B5EF4-FFF2-40B4-BE49-F238E27FC236}">
                    <a16:creationId xmlns:a16="http://schemas.microsoft.com/office/drawing/2014/main" id="{AAA0D7AC-687D-45E4-8AD5-C344E77DC3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1825603"/>
                  </p:ext>
                </p:extLst>
              </p:nvPr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2" name="表格 71">
                <a:extLst>
                  <a:ext uri="{FF2B5EF4-FFF2-40B4-BE49-F238E27FC236}">
                    <a16:creationId xmlns:a16="http://schemas.microsoft.com/office/drawing/2014/main" id="{AAA0D7AC-687D-45E4-8AD5-C344E77DC3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1825603"/>
                  </p:ext>
                </p:extLst>
              </p:nvPr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592" t="-1515" r="-699408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101190" t="-1515" r="-60357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515" r="-5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515" r="-4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02381" t="-1515" r="-30238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99408" t="-1515" r="-200592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02976" t="-1515" r="-101786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98817" t="-1515" r="-1183" b="-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120" name="文字方塊 4119">
            <a:extLst>
              <a:ext uri="{FF2B5EF4-FFF2-40B4-BE49-F238E27FC236}">
                <a16:creationId xmlns:a16="http://schemas.microsoft.com/office/drawing/2014/main" id="{D25DD878-8865-4C07-8FC1-9664A227C3D9}"/>
              </a:ext>
            </a:extLst>
          </p:cNvPr>
          <p:cNvSpPr txBox="1"/>
          <p:nvPr/>
        </p:nvSpPr>
        <p:spPr>
          <a:xfrm>
            <a:off x="3597231" y="2130137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74934067-92BB-4AB5-8753-A0BACA71A1C0}"/>
              </a:ext>
            </a:extLst>
          </p:cNvPr>
          <p:cNvSpPr txBox="1"/>
          <p:nvPr/>
        </p:nvSpPr>
        <p:spPr>
          <a:xfrm>
            <a:off x="1700075" y="3081392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5</a:t>
            </a:r>
            <a:endParaRPr lang="zh-TW" altLang="en-US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88F7DCC0-43F4-41DB-992F-12E0407D4F53}"/>
              </a:ext>
            </a:extLst>
          </p:cNvPr>
          <p:cNvSpPr txBox="1"/>
          <p:nvPr/>
        </p:nvSpPr>
        <p:spPr>
          <a:xfrm>
            <a:off x="650040" y="4110857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4</a:t>
            </a:r>
            <a:endParaRPr lang="zh-TW" altLang="en-US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22337748-84FF-4523-90C1-60C4F1A5B02C}"/>
              </a:ext>
            </a:extLst>
          </p:cNvPr>
          <p:cNvSpPr txBox="1"/>
          <p:nvPr/>
        </p:nvSpPr>
        <p:spPr>
          <a:xfrm>
            <a:off x="2662471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5</a:t>
            </a:r>
            <a:endParaRPr lang="zh-TW" altLang="en-US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C1B1BD6C-750A-483F-BF2B-28B18201C6E3}"/>
              </a:ext>
            </a:extLst>
          </p:cNvPr>
          <p:cNvSpPr txBox="1"/>
          <p:nvPr/>
        </p:nvSpPr>
        <p:spPr>
          <a:xfrm>
            <a:off x="4696322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CF2473B5-910B-4DCC-9340-ACA14B16AD3D}"/>
              </a:ext>
            </a:extLst>
          </p:cNvPr>
          <p:cNvSpPr txBox="1"/>
          <p:nvPr/>
        </p:nvSpPr>
        <p:spPr>
          <a:xfrm>
            <a:off x="6697781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4</a:t>
            </a:r>
            <a:endParaRPr lang="zh-TW" altLang="en-US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430A5D47-BEF4-4E34-AB60-B5654E93F51B}"/>
              </a:ext>
            </a:extLst>
          </p:cNvPr>
          <p:cNvSpPr txBox="1"/>
          <p:nvPr/>
        </p:nvSpPr>
        <p:spPr>
          <a:xfrm>
            <a:off x="5756089" y="3146942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9931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B753616F-0324-4A25-A24A-92F5B5C5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D97EF6E-DE46-42BF-8E30-C23EC3C68EE3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10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6668F4C-F8B7-438B-9B85-CE42A765A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701675"/>
            <a:ext cx="8077200" cy="143118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使用線段樹進行區間最大值的查找及修改</a:t>
            </a:r>
            <a:endParaRPr lang="en-US" altLang="zh-TW" sz="2400" b="1">
              <a:solidFill>
                <a:srgbClr val="3BA943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線段樹（查詢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[0,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4]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的最大值）：</a:t>
            </a:r>
            <a:endParaRPr lang="en-US" altLang="zh-TW" sz="2400">
              <a:latin typeface="Times New Roman" panose="02020603050405020304" pitchFamily="18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C5B6C76F-386F-4DDC-B776-A864D589E3AA}"/>
              </a:ext>
            </a:extLst>
          </p:cNvPr>
          <p:cNvSpPr/>
          <p:nvPr/>
        </p:nvSpPr>
        <p:spPr bwMode="auto">
          <a:xfrm>
            <a:off x="3995936" y="2132856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A71E5E7-AADA-4BF6-BA5F-D1769F665D04}"/>
              </a:ext>
            </a:extLst>
          </p:cNvPr>
          <p:cNvSpPr/>
          <p:nvPr/>
        </p:nvSpPr>
        <p:spPr bwMode="auto">
          <a:xfrm>
            <a:off x="2090765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24A4B17F-45A5-49B3-B035-59356F7511B9}"/>
              </a:ext>
            </a:extLst>
          </p:cNvPr>
          <p:cNvSpPr/>
          <p:nvPr/>
        </p:nvSpPr>
        <p:spPr bwMode="auto">
          <a:xfrm>
            <a:off x="1027415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28A5798F-8AA9-4FAE-A5D9-7B766BD0F883}"/>
              </a:ext>
            </a:extLst>
          </p:cNvPr>
          <p:cNvSpPr/>
          <p:nvPr/>
        </p:nvSpPr>
        <p:spPr bwMode="auto">
          <a:xfrm>
            <a:off x="362573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8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84D983B7-4D95-42AF-B482-03F726F92068}"/>
              </a:ext>
            </a:extLst>
          </p:cNvPr>
          <p:cNvSpPr/>
          <p:nvPr/>
        </p:nvSpPr>
        <p:spPr bwMode="auto">
          <a:xfrm>
            <a:off x="1554837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9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4B7A6B8A-A933-4084-BA83-C7912B0EADE4}"/>
              </a:ext>
            </a:extLst>
          </p:cNvPr>
          <p:cNvSpPr/>
          <p:nvPr/>
        </p:nvSpPr>
        <p:spPr bwMode="auto">
          <a:xfrm>
            <a:off x="3069809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B4A5F670-8A75-4C5F-BFBC-797F4FB26732}"/>
              </a:ext>
            </a:extLst>
          </p:cNvPr>
          <p:cNvSpPr/>
          <p:nvPr/>
        </p:nvSpPr>
        <p:spPr bwMode="auto">
          <a:xfrm>
            <a:off x="2404967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10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AAC5EDE2-70B2-414C-AD82-0B6E80A19C5D}"/>
              </a:ext>
            </a:extLst>
          </p:cNvPr>
          <p:cNvSpPr/>
          <p:nvPr/>
        </p:nvSpPr>
        <p:spPr bwMode="auto">
          <a:xfrm>
            <a:off x="3597231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74DEB6E7-6C24-4C9D-BCA3-72FA20F6FB70}"/>
              </a:ext>
            </a:extLst>
          </p:cNvPr>
          <p:cNvSpPr/>
          <p:nvPr/>
        </p:nvSpPr>
        <p:spPr bwMode="auto">
          <a:xfrm>
            <a:off x="6153818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2897B1BB-B26A-4AD0-90BA-9018B9349C6A}"/>
              </a:ext>
            </a:extLst>
          </p:cNvPr>
          <p:cNvSpPr/>
          <p:nvPr/>
        </p:nvSpPr>
        <p:spPr bwMode="auto">
          <a:xfrm>
            <a:off x="5090468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6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53F79CEA-6B6C-40FD-95F1-2409A6592FEA}"/>
              </a:ext>
            </a:extLst>
          </p:cNvPr>
          <p:cNvSpPr/>
          <p:nvPr/>
        </p:nvSpPr>
        <p:spPr bwMode="auto">
          <a:xfrm>
            <a:off x="4425626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80CFF65B-CAA1-459B-9349-96DC6DC1E36E}"/>
              </a:ext>
            </a:extLst>
          </p:cNvPr>
          <p:cNvSpPr/>
          <p:nvPr/>
        </p:nvSpPr>
        <p:spPr bwMode="auto">
          <a:xfrm>
            <a:off x="5617890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AC7398C9-200D-43DE-B5FA-33CA8A79F980}"/>
              </a:ext>
            </a:extLst>
          </p:cNvPr>
          <p:cNvSpPr/>
          <p:nvPr/>
        </p:nvSpPr>
        <p:spPr bwMode="auto">
          <a:xfrm>
            <a:off x="7132862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7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D25BCE8D-D30A-4EA1-8F6B-73495B3829CA}"/>
              </a:ext>
            </a:extLst>
          </p:cNvPr>
          <p:cNvSpPr/>
          <p:nvPr/>
        </p:nvSpPr>
        <p:spPr bwMode="auto">
          <a:xfrm>
            <a:off x="6468020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0CE78995-30A5-473C-BCB3-AA65F9A1FF0D}"/>
              </a:ext>
            </a:extLst>
          </p:cNvPr>
          <p:cNvSpPr/>
          <p:nvPr/>
        </p:nvSpPr>
        <p:spPr bwMode="auto">
          <a:xfrm>
            <a:off x="7660284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850AE454-5675-4FDC-85E7-4AD36E248056}"/>
              </a:ext>
            </a:extLst>
          </p:cNvPr>
          <p:cNvCxnSpPr>
            <a:stCxn id="2" idx="3"/>
            <a:endCxn id="6" idx="7"/>
          </p:cNvCxnSpPr>
          <p:nvPr/>
        </p:nvCxnSpPr>
        <p:spPr bwMode="auto">
          <a:xfrm flipH="1">
            <a:off x="2582466" y="2624557"/>
            <a:ext cx="1497833" cy="600774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4F8077E7-BBCC-4A07-A555-181D84AEE9E1}"/>
              </a:ext>
            </a:extLst>
          </p:cNvPr>
          <p:cNvCxnSpPr>
            <a:stCxn id="2" idx="5"/>
            <a:endCxn id="17" idx="1"/>
          </p:cNvCxnSpPr>
          <p:nvPr/>
        </p:nvCxnSpPr>
        <p:spPr bwMode="auto">
          <a:xfrm>
            <a:off x="4487637" y="2624557"/>
            <a:ext cx="1750544" cy="60077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9D5B2303-FFDB-4831-88DE-7845A432B0E9}"/>
              </a:ext>
            </a:extLst>
          </p:cNvPr>
          <p:cNvCxnSpPr>
            <a:stCxn id="6" idx="3"/>
            <a:endCxn id="8" idx="7"/>
          </p:cNvCxnSpPr>
          <p:nvPr/>
        </p:nvCxnSpPr>
        <p:spPr bwMode="auto">
          <a:xfrm flipH="1">
            <a:off x="1519116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B8BCA63B-7E3F-4E50-988A-F41BE0A7DA26}"/>
              </a:ext>
            </a:extLst>
          </p:cNvPr>
          <p:cNvCxnSpPr>
            <a:stCxn id="6" idx="5"/>
            <a:endCxn id="14" idx="1"/>
          </p:cNvCxnSpPr>
          <p:nvPr/>
        </p:nvCxnSpPr>
        <p:spPr bwMode="auto">
          <a:xfrm>
            <a:off x="2582466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BC3704D4-0CE2-4C7E-98D1-A355F20BF121}"/>
              </a:ext>
            </a:extLst>
          </p:cNvPr>
          <p:cNvCxnSpPr>
            <a:stCxn id="17" idx="3"/>
            <a:endCxn id="18" idx="7"/>
          </p:cNvCxnSpPr>
          <p:nvPr/>
        </p:nvCxnSpPr>
        <p:spPr bwMode="auto">
          <a:xfrm flipH="1">
            <a:off x="5582169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097" name="直線單箭頭接點 4096">
            <a:extLst>
              <a:ext uri="{FF2B5EF4-FFF2-40B4-BE49-F238E27FC236}">
                <a16:creationId xmlns:a16="http://schemas.microsoft.com/office/drawing/2014/main" id="{8D519409-BE2B-4643-BECA-0911C723EFCD}"/>
              </a:ext>
            </a:extLst>
          </p:cNvPr>
          <p:cNvCxnSpPr>
            <a:stCxn id="17" idx="5"/>
            <a:endCxn id="21" idx="1"/>
          </p:cNvCxnSpPr>
          <p:nvPr/>
        </p:nvCxnSpPr>
        <p:spPr bwMode="auto">
          <a:xfrm>
            <a:off x="6645519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1" name="直線單箭頭接點 4100">
            <a:extLst>
              <a:ext uri="{FF2B5EF4-FFF2-40B4-BE49-F238E27FC236}">
                <a16:creationId xmlns:a16="http://schemas.microsoft.com/office/drawing/2014/main" id="{5A503686-DAB9-4BCD-9192-68CAFB2B93B7}"/>
              </a:ext>
            </a:extLst>
          </p:cNvPr>
          <p:cNvCxnSpPr>
            <a:stCxn id="8" idx="3"/>
            <a:endCxn id="12" idx="0"/>
          </p:cNvCxnSpPr>
          <p:nvPr/>
        </p:nvCxnSpPr>
        <p:spPr bwMode="auto">
          <a:xfrm flipH="1">
            <a:off x="650605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3" name="直線單箭頭接點 4102">
            <a:extLst>
              <a:ext uri="{FF2B5EF4-FFF2-40B4-BE49-F238E27FC236}">
                <a16:creationId xmlns:a16="http://schemas.microsoft.com/office/drawing/2014/main" id="{A05A3529-647E-43FC-83FE-079028A3280E}"/>
              </a:ext>
            </a:extLst>
          </p:cNvPr>
          <p:cNvCxnSpPr>
            <a:stCxn id="8" idx="5"/>
            <a:endCxn id="13" idx="0"/>
          </p:cNvCxnSpPr>
          <p:nvPr/>
        </p:nvCxnSpPr>
        <p:spPr bwMode="auto">
          <a:xfrm>
            <a:off x="1519116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5" name="直線單箭頭接點 4104">
            <a:extLst>
              <a:ext uri="{FF2B5EF4-FFF2-40B4-BE49-F238E27FC236}">
                <a16:creationId xmlns:a16="http://schemas.microsoft.com/office/drawing/2014/main" id="{89A82FA7-C7D5-465E-99F4-465CD3EE26B3}"/>
              </a:ext>
            </a:extLst>
          </p:cNvPr>
          <p:cNvCxnSpPr>
            <a:stCxn id="14" idx="3"/>
            <a:endCxn id="15" idx="0"/>
          </p:cNvCxnSpPr>
          <p:nvPr/>
        </p:nvCxnSpPr>
        <p:spPr bwMode="auto">
          <a:xfrm flipH="1">
            <a:off x="2692999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7" name="直線單箭頭接點 4106">
            <a:extLst>
              <a:ext uri="{FF2B5EF4-FFF2-40B4-BE49-F238E27FC236}">
                <a16:creationId xmlns:a16="http://schemas.microsoft.com/office/drawing/2014/main" id="{11769B98-9686-4B44-94E0-F9123DD9669D}"/>
              </a:ext>
            </a:extLst>
          </p:cNvPr>
          <p:cNvCxnSpPr>
            <a:stCxn id="14" idx="5"/>
            <a:endCxn id="16" idx="0"/>
          </p:cNvCxnSpPr>
          <p:nvPr/>
        </p:nvCxnSpPr>
        <p:spPr bwMode="auto">
          <a:xfrm>
            <a:off x="3561510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9" name="直線單箭頭接點 4108">
            <a:extLst>
              <a:ext uri="{FF2B5EF4-FFF2-40B4-BE49-F238E27FC236}">
                <a16:creationId xmlns:a16="http://schemas.microsoft.com/office/drawing/2014/main" id="{47CA872F-CA5B-472C-9910-7DAFDDD9B10D}"/>
              </a:ext>
            </a:extLst>
          </p:cNvPr>
          <p:cNvCxnSpPr>
            <a:stCxn id="18" idx="3"/>
            <a:endCxn id="19" idx="0"/>
          </p:cNvCxnSpPr>
          <p:nvPr/>
        </p:nvCxnSpPr>
        <p:spPr bwMode="auto">
          <a:xfrm flipH="1">
            <a:off x="4713658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1" name="直線單箭頭接點 4110">
            <a:extLst>
              <a:ext uri="{FF2B5EF4-FFF2-40B4-BE49-F238E27FC236}">
                <a16:creationId xmlns:a16="http://schemas.microsoft.com/office/drawing/2014/main" id="{B33115C2-9752-4B0E-B114-ABAB397DED48}"/>
              </a:ext>
            </a:extLst>
          </p:cNvPr>
          <p:cNvCxnSpPr>
            <a:stCxn id="18" idx="5"/>
            <a:endCxn id="20" idx="0"/>
          </p:cNvCxnSpPr>
          <p:nvPr/>
        </p:nvCxnSpPr>
        <p:spPr bwMode="auto">
          <a:xfrm>
            <a:off x="5582169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3" name="直線單箭頭接點 4112">
            <a:extLst>
              <a:ext uri="{FF2B5EF4-FFF2-40B4-BE49-F238E27FC236}">
                <a16:creationId xmlns:a16="http://schemas.microsoft.com/office/drawing/2014/main" id="{FA3D8BB7-0CEA-4794-A91A-B7FEED8B3CED}"/>
              </a:ext>
            </a:extLst>
          </p:cNvPr>
          <p:cNvCxnSpPr>
            <a:stCxn id="21" idx="3"/>
            <a:endCxn id="22" idx="0"/>
          </p:cNvCxnSpPr>
          <p:nvPr/>
        </p:nvCxnSpPr>
        <p:spPr bwMode="auto">
          <a:xfrm flipH="1">
            <a:off x="6756052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5" name="直線單箭頭接點 4114">
            <a:extLst>
              <a:ext uri="{FF2B5EF4-FFF2-40B4-BE49-F238E27FC236}">
                <a16:creationId xmlns:a16="http://schemas.microsoft.com/office/drawing/2014/main" id="{4C4F9573-708B-4F0F-943B-2D2DEA9BE0EB}"/>
              </a:ext>
            </a:extLst>
          </p:cNvPr>
          <p:cNvCxnSpPr>
            <a:stCxn id="21" idx="5"/>
            <a:endCxn id="23" idx="0"/>
          </p:cNvCxnSpPr>
          <p:nvPr/>
        </p:nvCxnSpPr>
        <p:spPr bwMode="auto">
          <a:xfrm>
            <a:off x="7624563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4116" name="文字方塊 4115">
            <a:extLst>
              <a:ext uri="{FF2B5EF4-FFF2-40B4-BE49-F238E27FC236}">
                <a16:creationId xmlns:a16="http://schemas.microsoft.com/office/drawing/2014/main" id="{20348D9F-1EA7-4BB2-BFE8-31E2D2E5CF9F}"/>
              </a:ext>
            </a:extLst>
          </p:cNvPr>
          <p:cNvSpPr txBox="1"/>
          <p:nvPr/>
        </p:nvSpPr>
        <p:spPr>
          <a:xfrm>
            <a:off x="3828233" y="1616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93BC6394-BAA1-4241-A13E-5ED1FA8C96C7}"/>
              </a:ext>
            </a:extLst>
          </p:cNvPr>
          <p:cNvSpPr txBox="1"/>
          <p:nvPr/>
        </p:nvSpPr>
        <p:spPr>
          <a:xfrm>
            <a:off x="5985470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471F774A-6B16-4A62-9E74-03939FA24299}"/>
              </a:ext>
            </a:extLst>
          </p:cNvPr>
          <p:cNvSpPr txBox="1"/>
          <p:nvPr/>
        </p:nvSpPr>
        <p:spPr>
          <a:xfrm>
            <a:off x="1920624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796226E8-7F16-4585-9F4C-9839A66D9EDD}"/>
              </a:ext>
            </a:extLst>
          </p:cNvPr>
          <p:cNvSpPr txBox="1"/>
          <p:nvPr/>
        </p:nvSpPr>
        <p:spPr>
          <a:xfrm>
            <a:off x="769532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055C9D2D-A36E-41E8-BEE6-FFCDCC35B758}"/>
              </a:ext>
            </a:extLst>
          </p:cNvPr>
          <p:cNvSpPr txBox="1"/>
          <p:nvPr/>
        </p:nvSpPr>
        <p:spPr>
          <a:xfrm>
            <a:off x="2970927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B88E7D58-8A68-4D94-826E-7DCD2DB20F13}"/>
              </a:ext>
            </a:extLst>
          </p:cNvPr>
          <p:cNvSpPr txBox="1"/>
          <p:nvPr/>
        </p:nvSpPr>
        <p:spPr>
          <a:xfrm>
            <a:off x="4796350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6685B1BD-1C53-4C5C-B950-818A2E75B629}"/>
              </a:ext>
            </a:extLst>
          </p:cNvPr>
          <p:cNvSpPr txBox="1"/>
          <p:nvPr/>
        </p:nvSpPr>
        <p:spPr>
          <a:xfrm>
            <a:off x="7061245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A0D0C70B-5EC2-42E3-873D-4BFB2BADECBD}"/>
              </a:ext>
            </a:extLst>
          </p:cNvPr>
          <p:cNvSpPr txBox="1"/>
          <p:nvPr/>
        </p:nvSpPr>
        <p:spPr>
          <a:xfrm>
            <a:off x="17675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0]</a:t>
            </a:r>
            <a:endParaRPr lang="zh-TW" altLang="en-US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85FAA642-DD10-4387-810A-A04BBA6CC8C9}"/>
              </a:ext>
            </a:extLst>
          </p:cNvPr>
          <p:cNvSpPr txBox="1"/>
          <p:nvPr/>
        </p:nvSpPr>
        <p:spPr>
          <a:xfrm>
            <a:off x="136902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[1,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34372670-4B86-43D9-9A49-F5AE1523DAE1}"/>
              </a:ext>
            </a:extLst>
          </p:cNvPr>
          <p:cNvSpPr txBox="1"/>
          <p:nvPr/>
        </p:nvSpPr>
        <p:spPr>
          <a:xfrm>
            <a:off x="226747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2]</a:t>
            </a:r>
            <a:endParaRPr lang="zh-TW" altLang="en-US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BD79FF43-3472-48B4-8A9E-C1221291BD26}"/>
              </a:ext>
            </a:extLst>
          </p:cNvPr>
          <p:cNvSpPr txBox="1"/>
          <p:nvPr/>
        </p:nvSpPr>
        <p:spPr>
          <a:xfrm>
            <a:off x="341141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[3,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3934F855-1CB3-45E8-BE1E-EA8232A70B73}"/>
              </a:ext>
            </a:extLst>
          </p:cNvPr>
          <p:cNvSpPr txBox="1"/>
          <p:nvPr/>
        </p:nvSpPr>
        <p:spPr>
          <a:xfrm>
            <a:off x="424790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4]</a:t>
            </a:r>
            <a:endParaRPr lang="zh-TW" altLang="en-US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F23D3963-3DA0-4BF4-98A2-6BBED21DDF66}"/>
              </a:ext>
            </a:extLst>
          </p:cNvPr>
          <p:cNvSpPr txBox="1"/>
          <p:nvPr/>
        </p:nvSpPr>
        <p:spPr>
          <a:xfrm>
            <a:off x="5409100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[5,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14B482E4-1078-4A72-A34D-4CDCE318794C}"/>
              </a:ext>
            </a:extLst>
          </p:cNvPr>
          <p:cNvSpPr txBox="1"/>
          <p:nvPr/>
        </p:nvSpPr>
        <p:spPr>
          <a:xfrm>
            <a:off x="6339769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6]</a:t>
            </a:r>
            <a:endParaRPr lang="zh-TW" altLang="en-US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21A8288B-B82B-44D3-A3E6-A992123CC647}"/>
              </a:ext>
            </a:extLst>
          </p:cNvPr>
          <p:cNvSpPr txBox="1"/>
          <p:nvPr/>
        </p:nvSpPr>
        <p:spPr>
          <a:xfrm>
            <a:off x="752358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[7,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4118" name="矩形 4117">
            <a:extLst>
              <a:ext uri="{FF2B5EF4-FFF2-40B4-BE49-F238E27FC236}">
                <a16:creationId xmlns:a16="http://schemas.microsoft.com/office/drawing/2014/main" id="{1914A3E9-A800-4368-91DA-4CB8949E6C74}"/>
              </a:ext>
            </a:extLst>
          </p:cNvPr>
          <p:cNvSpPr/>
          <p:nvPr/>
        </p:nvSpPr>
        <p:spPr bwMode="auto">
          <a:xfrm>
            <a:off x="3828233" y="1616445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2" name="表格 71">
                <a:extLst>
                  <a:ext uri="{FF2B5EF4-FFF2-40B4-BE49-F238E27FC236}">
                    <a16:creationId xmlns:a16="http://schemas.microsoft.com/office/drawing/2014/main" id="{AAA0D7AC-687D-45E4-8AD5-C344E77DC3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2" name="表格 71">
                <a:extLst>
                  <a:ext uri="{FF2B5EF4-FFF2-40B4-BE49-F238E27FC236}">
                    <a16:creationId xmlns:a16="http://schemas.microsoft.com/office/drawing/2014/main" id="{AAA0D7AC-687D-45E4-8AD5-C344E77DC3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592" t="-1515" r="-699408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101190" t="-1515" r="-60357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515" r="-5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515" r="-4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02381" t="-1515" r="-30238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99408" t="-1515" r="-200592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02976" t="-1515" r="-101786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98817" t="-1515" r="-1183" b="-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120" name="文字方塊 4119">
            <a:extLst>
              <a:ext uri="{FF2B5EF4-FFF2-40B4-BE49-F238E27FC236}">
                <a16:creationId xmlns:a16="http://schemas.microsoft.com/office/drawing/2014/main" id="{D25DD878-8865-4C07-8FC1-9664A227C3D9}"/>
              </a:ext>
            </a:extLst>
          </p:cNvPr>
          <p:cNvSpPr txBox="1"/>
          <p:nvPr/>
        </p:nvSpPr>
        <p:spPr>
          <a:xfrm>
            <a:off x="3597231" y="2130137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74934067-92BB-4AB5-8753-A0BACA71A1C0}"/>
              </a:ext>
            </a:extLst>
          </p:cNvPr>
          <p:cNvSpPr txBox="1"/>
          <p:nvPr/>
        </p:nvSpPr>
        <p:spPr>
          <a:xfrm>
            <a:off x="1700075" y="3081392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5</a:t>
            </a:r>
            <a:endParaRPr lang="zh-TW" altLang="en-US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88F7DCC0-43F4-41DB-992F-12E0407D4F53}"/>
              </a:ext>
            </a:extLst>
          </p:cNvPr>
          <p:cNvSpPr txBox="1"/>
          <p:nvPr/>
        </p:nvSpPr>
        <p:spPr>
          <a:xfrm>
            <a:off x="650040" y="4110857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4</a:t>
            </a:r>
            <a:endParaRPr lang="zh-TW" altLang="en-US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22337748-84FF-4523-90C1-60C4F1A5B02C}"/>
              </a:ext>
            </a:extLst>
          </p:cNvPr>
          <p:cNvSpPr txBox="1"/>
          <p:nvPr/>
        </p:nvSpPr>
        <p:spPr>
          <a:xfrm>
            <a:off x="2662471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5</a:t>
            </a:r>
            <a:endParaRPr lang="zh-TW" altLang="en-US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C1B1BD6C-750A-483F-BF2B-28B18201C6E3}"/>
              </a:ext>
            </a:extLst>
          </p:cNvPr>
          <p:cNvSpPr txBox="1"/>
          <p:nvPr/>
        </p:nvSpPr>
        <p:spPr>
          <a:xfrm>
            <a:off x="4696322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CF2473B5-910B-4DCC-9340-ACA14B16AD3D}"/>
              </a:ext>
            </a:extLst>
          </p:cNvPr>
          <p:cNvSpPr txBox="1"/>
          <p:nvPr/>
        </p:nvSpPr>
        <p:spPr>
          <a:xfrm>
            <a:off x="6697781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4</a:t>
            </a:r>
            <a:endParaRPr lang="zh-TW" altLang="en-US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430A5D47-BEF4-4E34-AB60-B5654E93F51B}"/>
              </a:ext>
            </a:extLst>
          </p:cNvPr>
          <p:cNvSpPr txBox="1"/>
          <p:nvPr/>
        </p:nvSpPr>
        <p:spPr>
          <a:xfrm>
            <a:off x="5756089" y="3146942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9571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B753616F-0324-4A25-A24A-92F5B5C5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D97EF6E-DE46-42BF-8E30-C23EC3C68EE3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11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6668F4C-F8B7-438B-9B85-CE42A765A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701675"/>
            <a:ext cx="8077200" cy="143118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使用線段樹進行區間最大值的查找及修改</a:t>
            </a:r>
            <a:endParaRPr lang="en-US" altLang="zh-TW" sz="2400" b="1">
              <a:solidFill>
                <a:srgbClr val="3BA943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線段樹（查詢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[0,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4]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的最大值）：</a:t>
            </a:r>
            <a:endParaRPr lang="en-US" altLang="zh-TW" sz="2400">
              <a:latin typeface="Times New Roman" panose="02020603050405020304" pitchFamily="18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C5B6C76F-386F-4DDC-B776-A864D589E3AA}"/>
              </a:ext>
            </a:extLst>
          </p:cNvPr>
          <p:cNvSpPr/>
          <p:nvPr/>
        </p:nvSpPr>
        <p:spPr bwMode="auto">
          <a:xfrm>
            <a:off x="3995936" y="2132856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A71E5E7-AADA-4BF6-BA5F-D1769F665D04}"/>
              </a:ext>
            </a:extLst>
          </p:cNvPr>
          <p:cNvSpPr/>
          <p:nvPr/>
        </p:nvSpPr>
        <p:spPr bwMode="auto">
          <a:xfrm>
            <a:off x="2090765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24A4B17F-45A5-49B3-B035-59356F7511B9}"/>
              </a:ext>
            </a:extLst>
          </p:cNvPr>
          <p:cNvSpPr/>
          <p:nvPr/>
        </p:nvSpPr>
        <p:spPr bwMode="auto">
          <a:xfrm>
            <a:off x="1027415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28A5798F-8AA9-4FAE-A5D9-7B766BD0F883}"/>
              </a:ext>
            </a:extLst>
          </p:cNvPr>
          <p:cNvSpPr/>
          <p:nvPr/>
        </p:nvSpPr>
        <p:spPr bwMode="auto">
          <a:xfrm>
            <a:off x="362573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8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84D983B7-4D95-42AF-B482-03F726F92068}"/>
              </a:ext>
            </a:extLst>
          </p:cNvPr>
          <p:cNvSpPr/>
          <p:nvPr/>
        </p:nvSpPr>
        <p:spPr bwMode="auto">
          <a:xfrm>
            <a:off x="1554837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9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4B7A6B8A-A933-4084-BA83-C7912B0EADE4}"/>
              </a:ext>
            </a:extLst>
          </p:cNvPr>
          <p:cNvSpPr/>
          <p:nvPr/>
        </p:nvSpPr>
        <p:spPr bwMode="auto">
          <a:xfrm>
            <a:off x="3069809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B4A5F670-8A75-4C5F-BFBC-797F4FB26732}"/>
              </a:ext>
            </a:extLst>
          </p:cNvPr>
          <p:cNvSpPr/>
          <p:nvPr/>
        </p:nvSpPr>
        <p:spPr bwMode="auto">
          <a:xfrm>
            <a:off x="2404967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10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AAC5EDE2-70B2-414C-AD82-0B6E80A19C5D}"/>
              </a:ext>
            </a:extLst>
          </p:cNvPr>
          <p:cNvSpPr/>
          <p:nvPr/>
        </p:nvSpPr>
        <p:spPr bwMode="auto">
          <a:xfrm>
            <a:off x="3597231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74DEB6E7-6C24-4C9D-BCA3-72FA20F6FB70}"/>
              </a:ext>
            </a:extLst>
          </p:cNvPr>
          <p:cNvSpPr/>
          <p:nvPr/>
        </p:nvSpPr>
        <p:spPr bwMode="auto">
          <a:xfrm>
            <a:off x="6153818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2897B1BB-B26A-4AD0-90BA-9018B9349C6A}"/>
              </a:ext>
            </a:extLst>
          </p:cNvPr>
          <p:cNvSpPr/>
          <p:nvPr/>
        </p:nvSpPr>
        <p:spPr bwMode="auto">
          <a:xfrm>
            <a:off x="5090468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6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53F79CEA-6B6C-40FD-95F1-2409A6592FEA}"/>
              </a:ext>
            </a:extLst>
          </p:cNvPr>
          <p:cNvSpPr/>
          <p:nvPr/>
        </p:nvSpPr>
        <p:spPr bwMode="auto">
          <a:xfrm>
            <a:off x="4425626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80CFF65B-CAA1-459B-9349-96DC6DC1E36E}"/>
              </a:ext>
            </a:extLst>
          </p:cNvPr>
          <p:cNvSpPr/>
          <p:nvPr/>
        </p:nvSpPr>
        <p:spPr bwMode="auto">
          <a:xfrm>
            <a:off x="5617890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AC7398C9-200D-43DE-B5FA-33CA8A79F980}"/>
              </a:ext>
            </a:extLst>
          </p:cNvPr>
          <p:cNvSpPr/>
          <p:nvPr/>
        </p:nvSpPr>
        <p:spPr bwMode="auto">
          <a:xfrm>
            <a:off x="7132862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7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D25BCE8D-D30A-4EA1-8F6B-73495B3829CA}"/>
              </a:ext>
            </a:extLst>
          </p:cNvPr>
          <p:cNvSpPr/>
          <p:nvPr/>
        </p:nvSpPr>
        <p:spPr bwMode="auto">
          <a:xfrm>
            <a:off x="6468020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0CE78995-30A5-473C-BCB3-AA65F9A1FF0D}"/>
              </a:ext>
            </a:extLst>
          </p:cNvPr>
          <p:cNvSpPr/>
          <p:nvPr/>
        </p:nvSpPr>
        <p:spPr bwMode="auto">
          <a:xfrm>
            <a:off x="7660284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850AE454-5675-4FDC-85E7-4AD36E248056}"/>
              </a:ext>
            </a:extLst>
          </p:cNvPr>
          <p:cNvCxnSpPr>
            <a:stCxn id="2" idx="3"/>
            <a:endCxn id="6" idx="7"/>
          </p:cNvCxnSpPr>
          <p:nvPr/>
        </p:nvCxnSpPr>
        <p:spPr bwMode="auto">
          <a:xfrm flipH="1">
            <a:off x="2582466" y="2624557"/>
            <a:ext cx="1497833" cy="600774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4F8077E7-BBCC-4A07-A555-181D84AEE9E1}"/>
              </a:ext>
            </a:extLst>
          </p:cNvPr>
          <p:cNvCxnSpPr>
            <a:stCxn id="2" idx="5"/>
            <a:endCxn id="17" idx="1"/>
          </p:cNvCxnSpPr>
          <p:nvPr/>
        </p:nvCxnSpPr>
        <p:spPr bwMode="auto">
          <a:xfrm>
            <a:off x="4487637" y="2624557"/>
            <a:ext cx="1750544" cy="60077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9D5B2303-FFDB-4831-88DE-7845A432B0E9}"/>
              </a:ext>
            </a:extLst>
          </p:cNvPr>
          <p:cNvCxnSpPr>
            <a:stCxn id="6" idx="3"/>
            <a:endCxn id="8" idx="7"/>
          </p:cNvCxnSpPr>
          <p:nvPr/>
        </p:nvCxnSpPr>
        <p:spPr bwMode="auto">
          <a:xfrm flipH="1">
            <a:off x="1519116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B8BCA63B-7E3F-4E50-988A-F41BE0A7DA26}"/>
              </a:ext>
            </a:extLst>
          </p:cNvPr>
          <p:cNvCxnSpPr>
            <a:stCxn id="6" idx="5"/>
            <a:endCxn id="14" idx="1"/>
          </p:cNvCxnSpPr>
          <p:nvPr/>
        </p:nvCxnSpPr>
        <p:spPr bwMode="auto">
          <a:xfrm>
            <a:off x="2582466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BC3704D4-0CE2-4C7E-98D1-A355F20BF121}"/>
              </a:ext>
            </a:extLst>
          </p:cNvPr>
          <p:cNvCxnSpPr>
            <a:stCxn id="17" idx="3"/>
            <a:endCxn id="18" idx="7"/>
          </p:cNvCxnSpPr>
          <p:nvPr/>
        </p:nvCxnSpPr>
        <p:spPr bwMode="auto">
          <a:xfrm flipH="1">
            <a:off x="5582169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097" name="直線單箭頭接點 4096">
            <a:extLst>
              <a:ext uri="{FF2B5EF4-FFF2-40B4-BE49-F238E27FC236}">
                <a16:creationId xmlns:a16="http://schemas.microsoft.com/office/drawing/2014/main" id="{8D519409-BE2B-4643-BECA-0911C723EFCD}"/>
              </a:ext>
            </a:extLst>
          </p:cNvPr>
          <p:cNvCxnSpPr>
            <a:stCxn id="17" idx="5"/>
            <a:endCxn id="21" idx="1"/>
          </p:cNvCxnSpPr>
          <p:nvPr/>
        </p:nvCxnSpPr>
        <p:spPr bwMode="auto">
          <a:xfrm>
            <a:off x="6645519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1" name="直線單箭頭接點 4100">
            <a:extLst>
              <a:ext uri="{FF2B5EF4-FFF2-40B4-BE49-F238E27FC236}">
                <a16:creationId xmlns:a16="http://schemas.microsoft.com/office/drawing/2014/main" id="{5A503686-DAB9-4BCD-9192-68CAFB2B93B7}"/>
              </a:ext>
            </a:extLst>
          </p:cNvPr>
          <p:cNvCxnSpPr>
            <a:stCxn id="8" idx="3"/>
            <a:endCxn id="12" idx="0"/>
          </p:cNvCxnSpPr>
          <p:nvPr/>
        </p:nvCxnSpPr>
        <p:spPr bwMode="auto">
          <a:xfrm flipH="1">
            <a:off x="650605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3" name="直線單箭頭接點 4102">
            <a:extLst>
              <a:ext uri="{FF2B5EF4-FFF2-40B4-BE49-F238E27FC236}">
                <a16:creationId xmlns:a16="http://schemas.microsoft.com/office/drawing/2014/main" id="{A05A3529-647E-43FC-83FE-079028A3280E}"/>
              </a:ext>
            </a:extLst>
          </p:cNvPr>
          <p:cNvCxnSpPr>
            <a:stCxn id="8" idx="5"/>
            <a:endCxn id="13" idx="0"/>
          </p:cNvCxnSpPr>
          <p:nvPr/>
        </p:nvCxnSpPr>
        <p:spPr bwMode="auto">
          <a:xfrm>
            <a:off x="1519116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5" name="直線單箭頭接點 4104">
            <a:extLst>
              <a:ext uri="{FF2B5EF4-FFF2-40B4-BE49-F238E27FC236}">
                <a16:creationId xmlns:a16="http://schemas.microsoft.com/office/drawing/2014/main" id="{89A82FA7-C7D5-465E-99F4-465CD3EE26B3}"/>
              </a:ext>
            </a:extLst>
          </p:cNvPr>
          <p:cNvCxnSpPr>
            <a:stCxn id="14" idx="3"/>
            <a:endCxn id="15" idx="0"/>
          </p:cNvCxnSpPr>
          <p:nvPr/>
        </p:nvCxnSpPr>
        <p:spPr bwMode="auto">
          <a:xfrm flipH="1">
            <a:off x="2692999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7" name="直線單箭頭接點 4106">
            <a:extLst>
              <a:ext uri="{FF2B5EF4-FFF2-40B4-BE49-F238E27FC236}">
                <a16:creationId xmlns:a16="http://schemas.microsoft.com/office/drawing/2014/main" id="{11769B98-9686-4B44-94E0-F9123DD9669D}"/>
              </a:ext>
            </a:extLst>
          </p:cNvPr>
          <p:cNvCxnSpPr>
            <a:stCxn id="14" idx="5"/>
            <a:endCxn id="16" idx="0"/>
          </p:cNvCxnSpPr>
          <p:nvPr/>
        </p:nvCxnSpPr>
        <p:spPr bwMode="auto">
          <a:xfrm>
            <a:off x="3561510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9" name="直線單箭頭接點 4108">
            <a:extLst>
              <a:ext uri="{FF2B5EF4-FFF2-40B4-BE49-F238E27FC236}">
                <a16:creationId xmlns:a16="http://schemas.microsoft.com/office/drawing/2014/main" id="{47CA872F-CA5B-472C-9910-7DAFDDD9B10D}"/>
              </a:ext>
            </a:extLst>
          </p:cNvPr>
          <p:cNvCxnSpPr>
            <a:stCxn id="18" idx="3"/>
            <a:endCxn id="19" idx="0"/>
          </p:cNvCxnSpPr>
          <p:nvPr/>
        </p:nvCxnSpPr>
        <p:spPr bwMode="auto">
          <a:xfrm flipH="1">
            <a:off x="4713658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1" name="直線單箭頭接點 4110">
            <a:extLst>
              <a:ext uri="{FF2B5EF4-FFF2-40B4-BE49-F238E27FC236}">
                <a16:creationId xmlns:a16="http://schemas.microsoft.com/office/drawing/2014/main" id="{B33115C2-9752-4B0E-B114-ABAB397DED48}"/>
              </a:ext>
            </a:extLst>
          </p:cNvPr>
          <p:cNvCxnSpPr>
            <a:stCxn id="18" idx="5"/>
            <a:endCxn id="20" idx="0"/>
          </p:cNvCxnSpPr>
          <p:nvPr/>
        </p:nvCxnSpPr>
        <p:spPr bwMode="auto">
          <a:xfrm>
            <a:off x="5582169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3" name="直線單箭頭接點 4112">
            <a:extLst>
              <a:ext uri="{FF2B5EF4-FFF2-40B4-BE49-F238E27FC236}">
                <a16:creationId xmlns:a16="http://schemas.microsoft.com/office/drawing/2014/main" id="{FA3D8BB7-0CEA-4794-A91A-B7FEED8B3CED}"/>
              </a:ext>
            </a:extLst>
          </p:cNvPr>
          <p:cNvCxnSpPr>
            <a:stCxn id="21" idx="3"/>
            <a:endCxn id="22" idx="0"/>
          </p:cNvCxnSpPr>
          <p:nvPr/>
        </p:nvCxnSpPr>
        <p:spPr bwMode="auto">
          <a:xfrm flipH="1">
            <a:off x="6756052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5" name="直線單箭頭接點 4114">
            <a:extLst>
              <a:ext uri="{FF2B5EF4-FFF2-40B4-BE49-F238E27FC236}">
                <a16:creationId xmlns:a16="http://schemas.microsoft.com/office/drawing/2014/main" id="{4C4F9573-708B-4F0F-943B-2D2DEA9BE0EB}"/>
              </a:ext>
            </a:extLst>
          </p:cNvPr>
          <p:cNvCxnSpPr>
            <a:stCxn id="21" idx="5"/>
            <a:endCxn id="23" idx="0"/>
          </p:cNvCxnSpPr>
          <p:nvPr/>
        </p:nvCxnSpPr>
        <p:spPr bwMode="auto">
          <a:xfrm>
            <a:off x="7624563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4116" name="文字方塊 4115">
            <a:extLst>
              <a:ext uri="{FF2B5EF4-FFF2-40B4-BE49-F238E27FC236}">
                <a16:creationId xmlns:a16="http://schemas.microsoft.com/office/drawing/2014/main" id="{20348D9F-1EA7-4BB2-BFE8-31E2D2E5CF9F}"/>
              </a:ext>
            </a:extLst>
          </p:cNvPr>
          <p:cNvSpPr txBox="1"/>
          <p:nvPr/>
        </p:nvSpPr>
        <p:spPr>
          <a:xfrm>
            <a:off x="3828233" y="1616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93BC6394-BAA1-4241-A13E-5ED1FA8C96C7}"/>
              </a:ext>
            </a:extLst>
          </p:cNvPr>
          <p:cNvSpPr txBox="1"/>
          <p:nvPr/>
        </p:nvSpPr>
        <p:spPr>
          <a:xfrm>
            <a:off x="5985470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471F774A-6B16-4A62-9E74-03939FA24299}"/>
              </a:ext>
            </a:extLst>
          </p:cNvPr>
          <p:cNvSpPr txBox="1"/>
          <p:nvPr/>
        </p:nvSpPr>
        <p:spPr>
          <a:xfrm>
            <a:off x="1920624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796226E8-7F16-4585-9F4C-9839A66D9EDD}"/>
              </a:ext>
            </a:extLst>
          </p:cNvPr>
          <p:cNvSpPr txBox="1"/>
          <p:nvPr/>
        </p:nvSpPr>
        <p:spPr>
          <a:xfrm>
            <a:off x="769532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055C9D2D-A36E-41E8-BEE6-FFCDCC35B758}"/>
              </a:ext>
            </a:extLst>
          </p:cNvPr>
          <p:cNvSpPr txBox="1"/>
          <p:nvPr/>
        </p:nvSpPr>
        <p:spPr>
          <a:xfrm>
            <a:off x="2970927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B88E7D58-8A68-4D94-826E-7DCD2DB20F13}"/>
              </a:ext>
            </a:extLst>
          </p:cNvPr>
          <p:cNvSpPr txBox="1"/>
          <p:nvPr/>
        </p:nvSpPr>
        <p:spPr>
          <a:xfrm>
            <a:off x="4796350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6685B1BD-1C53-4C5C-B950-818A2E75B629}"/>
              </a:ext>
            </a:extLst>
          </p:cNvPr>
          <p:cNvSpPr txBox="1"/>
          <p:nvPr/>
        </p:nvSpPr>
        <p:spPr>
          <a:xfrm>
            <a:off x="7061245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A0D0C70B-5EC2-42E3-873D-4BFB2BADECBD}"/>
              </a:ext>
            </a:extLst>
          </p:cNvPr>
          <p:cNvSpPr txBox="1"/>
          <p:nvPr/>
        </p:nvSpPr>
        <p:spPr>
          <a:xfrm>
            <a:off x="17675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0]</a:t>
            </a:r>
            <a:endParaRPr lang="zh-TW" altLang="en-US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85FAA642-DD10-4387-810A-A04BBA6CC8C9}"/>
              </a:ext>
            </a:extLst>
          </p:cNvPr>
          <p:cNvSpPr txBox="1"/>
          <p:nvPr/>
        </p:nvSpPr>
        <p:spPr>
          <a:xfrm>
            <a:off x="136902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[1,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34372670-4B86-43D9-9A49-F5AE1523DAE1}"/>
              </a:ext>
            </a:extLst>
          </p:cNvPr>
          <p:cNvSpPr txBox="1"/>
          <p:nvPr/>
        </p:nvSpPr>
        <p:spPr>
          <a:xfrm>
            <a:off x="226747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2]</a:t>
            </a:r>
            <a:endParaRPr lang="zh-TW" altLang="en-US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BD79FF43-3472-48B4-8A9E-C1221291BD26}"/>
              </a:ext>
            </a:extLst>
          </p:cNvPr>
          <p:cNvSpPr txBox="1"/>
          <p:nvPr/>
        </p:nvSpPr>
        <p:spPr>
          <a:xfrm>
            <a:off x="341141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[3,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3934F855-1CB3-45E8-BE1E-EA8232A70B73}"/>
              </a:ext>
            </a:extLst>
          </p:cNvPr>
          <p:cNvSpPr txBox="1"/>
          <p:nvPr/>
        </p:nvSpPr>
        <p:spPr>
          <a:xfrm>
            <a:off x="424790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4]</a:t>
            </a:r>
            <a:endParaRPr lang="zh-TW" altLang="en-US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F23D3963-3DA0-4BF4-98A2-6BBED21DDF66}"/>
              </a:ext>
            </a:extLst>
          </p:cNvPr>
          <p:cNvSpPr txBox="1"/>
          <p:nvPr/>
        </p:nvSpPr>
        <p:spPr>
          <a:xfrm>
            <a:off x="5409100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[5,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14B482E4-1078-4A72-A34D-4CDCE318794C}"/>
              </a:ext>
            </a:extLst>
          </p:cNvPr>
          <p:cNvSpPr txBox="1"/>
          <p:nvPr/>
        </p:nvSpPr>
        <p:spPr>
          <a:xfrm>
            <a:off x="6339769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6]</a:t>
            </a:r>
            <a:endParaRPr lang="zh-TW" altLang="en-US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21A8288B-B82B-44D3-A3E6-A992123CC647}"/>
              </a:ext>
            </a:extLst>
          </p:cNvPr>
          <p:cNvSpPr txBox="1"/>
          <p:nvPr/>
        </p:nvSpPr>
        <p:spPr>
          <a:xfrm>
            <a:off x="752358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[7,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2" name="表格 71">
                <a:extLst>
                  <a:ext uri="{FF2B5EF4-FFF2-40B4-BE49-F238E27FC236}">
                    <a16:creationId xmlns:a16="http://schemas.microsoft.com/office/drawing/2014/main" id="{AAA0D7AC-687D-45E4-8AD5-C344E77DC3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2" name="表格 71">
                <a:extLst>
                  <a:ext uri="{FF2B5EF4-FFF2-40B4-BE49-F238E27FC236}">
                    <a16:creationId xmlns:a16="http://schemas.microsoft.com/office/drawing/2014/main" id="{AAA0D7AC-687D-45E4-8AD5-C344E77DC3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592" t="-1515" r="-699408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101190" t="-1515" r="-60357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515" r="-5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515" r="-4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02381" t="-1515" r="-30238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99408" t="-1515" r="-200592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02976" t="-1515" r="-101786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98817" t="-1515" r="-1183" b="-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120" name="文字方塊 4119">
            <a:extLst>
              <a:ext uri="{FF2B5EF4-FFF2-40B4-BE49-F238E27FC236}">
                <a16:creationId xmlns:a16="http://schemas.microsoft.com/office/drawing/2014/main" id="{D25DD878-8865-4C07-8FC1-9664A227C3D9}"/>
              </a:ext>
            </a:extLst>
          </p:cNvPr>
          <p:cNvSpPr txBox="1"/>
          <p:nvPr/>
        </p:nvSpPr>
        <p:spPr>
          <a:xfrm>
            <a:off x="3597231" y="2130137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74934067-92BB-4AB5-8753-A0BACA71A1C0}"/>
              </a:ext>
            </a:extLst>
          </p:cNvPr>
          <p:cNvSpPr txBox="1"/>
          <p:nvPr/>
        </p:nvSpPr>
        <p:spPr>
          <a:xfrm>
            <a:off x="1700075" y="3081392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5</a:t>
            </a:r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88F7DCC0-43F4-41DB-992F-12E0407D4F53}"/>
              </a:ext>
            </a:extLst>
          </p:cNvPr>
          <p:cNvSpPr txBox="1"/>
          <p:nvPr/>
        </p:nvSpPr>
        <p:spPr>
          <a:xfrm>
            <a:off x="650040" y="4110857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4</a:t>
            </a:r>
            <a:endParaRPr lang="zh-TW" altLang="en-US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22337748-84FF-4523-90C1-60C4F1A5B02C}"/>
              </a:ext>
            </a:extLst>
          </p:cNvPr>
          <p:cNvSpPr txBox="1"/>
          <p:nvPr/>
        </p:nvSpPr>
        <p:spPr>
          <a:xfrm>
            <a:off x="2662471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5</a:t>
            </a:r>
            <a:endParaRPr lang="zh-TW" altLang="en-US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C1B1BD6C-750A-483F-BF2B-28B18201C6E3}"/>
              </a:ext>
            </a:extLst>
          </p:cNvPr>
          <p:cNvSpPr txBox="1"/>
          <p:nvPr/>
        </p:nvSpPr>
        <p:spPr>
          <a:xfrm>
            <a:off x="4696322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CF2473B5-910B-4DCC-9340-ACA14B16AD3D}"/>
              </a:ext>
            </a:extLst>
          </p:cNvPr>
          <p:cNvSpPr txBox="1"/>
          <p:nvPr/>
        </p:nvSpPr>
        <p:spPr>
          <a:xfrm>
            <a:off x="6697781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4</a:t>
            </a:r>
            <a:endParaRPr lang="zh-TW" altLang="en-US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430A5D47-BEF4-4E34-AB60-B5654E93F51B}"/>
              </a:ext>
            </a:extLst>
          </p:cNvPr>
          <p:cNvSpPr txBox="1"/>
          <p:nvPr/>
        </p:nvSpPr>
        <p:spPr>
          <a:xfrm>
            <a:off x="5756089" y="3146942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07092D81-D09F-4E02-8752-315B1363B219}"/>
              </a:ext>
            </a:extLst>
          </p:cNvPr>
          <p:cNvSpPr/>
          <p:nvPr/>
        </p:nvSpPr>
        <p:spPr bwMode="auto">
          <a:xfrm>
            <a:off x="1900491" y="2581081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B1492438-D73D-41E2-8C17-60EE7B00B7E4}"/>
              </a:ext>
            </a:extLst>
          </p:cNvPr>
          <p:cNvSpPr/>
          <p:nvPr/>
        </p:nvSpPr>
        <p:spPr bwMode="auto">
          <a:xfrm>
            <a:off x="6015511" y="2581081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66993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B753616F-0324-4A25-A24A-92F5B5C5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D97EF6E-DE46-42BF-8E30-C23EC3C68EE3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12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6668F4C-F8B7-438B-9B85-CE42A765A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701675"/>
            <a:ext cx="8077200" cy="143118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使用線段樹進行區間最大值的查找及修改</a:t>
            </a:r>
            <a:endParaRPr lang="en-US" altLang="zh-TW" sz="2400" b="1">
              <a:solidFill>
                <a:srgbClr val="3BA943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線段樹（查詢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[0,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4]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的最大值）：</a:t>
            </a:r>
            <a:endParaRPr lang="en-US" altLang="zh-TW" sz="2400">
              <a:latin typeface="Times New Roman" panose="02020603050405020304" pitchFamily="18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C5B6C76F-386F-4DDC-B776-A864D589E3AA}"/>
              </a:ext>
            </a:extLst>
          </p:cNvPr>
          <p:cNvSpPr/>
          <p:nvPr/>
        </p:nvSpPr>
        <p:spPr bwMode="auto">
          <a:xfrm>
            <a:off x="3995936" y="2132856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A71E5E7-AADA-4BF6-BA5F-D1769F665D04}"/>
              </a:ext>
            </a:extLst>
          </p:cNvPr>
          <p:cNvSpPr/>
          <p:nvPr/>
        </p:nvSpPr>
        <p:spPr bwMode="auto">
          <a:xfrm>
            <a:off x="2090765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24A4B17F-45A5-49B3-B035-59356F7511B9}"/>
              </a:ext>
            </a:extLst>
          </p:cNvPr>
          <p:cNvSpPr/>
          <p:nvPr/>
        </p:nvSpPr>
        <p:spPr bwMode="auto">
          <a:xfrm>
            <a:off x="1027415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28A5798F-8AA9-4FAE-A5D9-7B766BD0F883}"/>
              </a:ext>
            </a:extLst>
          </p:cNvPr>
          <p:cNvSpPr/>
          <p:nvPr/>
        </p:nvSpPr>
        <p:spPr bwMode="auto">
          <a:xfrm>
            <a:off x="362573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8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84D983B7-4D95-42AF-B482-03F726F92068}"/>
              </a:ext>
            </a:extLst>
          </p:cNvPr>
          <p:cNvSpPr/>
          <p:nvPr/>
        </p:nvSpPr>
        <p:spPr bwMode="auto">
          <a:xfrm>
            <a:off x="1554837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9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4B7A6B8A-A933-4084-BA83-C7912B0EADE4}"/>
              </a:ext>
            </a:extLst>
          </p:cNvPr>
          <p:cNvSpPr/>
          <p:nvPr/>
        </p:nvSpPr>
        <p:spPr bwMode="auto">
          <a:xfrm>
            <a:off x="3069809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B4A5F670-8A75-4C5F-BFBC-797F4FB26732}"/>
              </a:ext>
            </a:extLst>
          </p:cNvPr>
          <p:cNvSpPr/>
          <p:nvPr/>
        </p:nvSpPr>
        <p:spPr bwMode="auto">
          <a:xfrm>
            <a:off x="2404967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10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AAC5EDE2-70B2-414C-AD82-0B6E80A19C5D}"/>
              </a:ext>
            </a:extLst>
          </p:cNvPr>
          <p:cNvSpPr/>
          <p:nvPr/>
        </p:nvSpPr>
        <p:spPr bwMode="auto">
          <a:xfrm>
            <a:off x="3597231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74DEB6E7-6C24-4C9D-BCA3-72FA20F6FB70}"/>
              </a:ext>
            </a:extLst>
          </p:cNvPr>
          <p:cNvSpPr/>
          <p:nvPr/>
        </p:nvSpPr>
        <p:spPr bwMode="auto">
          <a:xfrm>
            <a:off x="6153818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2897B1BB-B26A-4AD0-90BA-9018B9349C6A}"/>
              </a:ext>
            </a:extLst>
          </p:cNvPr>
          <p:cNvSpPr/>
          <p:nvPr/>
        </p:nvSpPr>
        <p:spPr bwMode="auto">
          <a:xfrm>
            <a:off x="5090468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6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53F79CEA-6B6C-40FD-95F1-2409A6592FEA}"/>
              </a:ext>
            </a:extLst>
          </p:cNvPr>
          <p:cNvSpPr/>
          <p:nvPr/>
        </p:nvSpPr>
        <p:spPr bwMode="auto">
          <a:xfrm>
            <a:off x="4425626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80CFF65B-CAA1-459B-9349-96DC6DC1E36E}"/>
              </a:ext>
            </a:extLst>
          </p:cNvPr>
          <p:cNvSpPr/>
          <p:nvPr/>
        </p:nvSpPr>
        <p:spPr bwMode="auto">
          <a:xfrm>
            <a:off x="5617890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AC7398C9-200D-43DE-B5FA-33CA8A79F980}"/>
              </a:ext>
            </a:extLst>
          </p:cNvPr>
          <p:cNvSpPr/>
          <p:nvPr/>
        </p:nvSpPr>
        <p:spPr bwMode="auto">
          <a:xfrm>
            <a:off x="7132862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7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D25BCE8D-D30A-4EA1-8F6B-73495B3829CA}"/>
              </a:ext>
            </a:extLst>
          </p:cNvPr>
          <p:cNvSpPr/>
          <p:nvPr/>
        </p:nvSpPr>
        <p:spPr bwMode="auto">
          <a:xfrm>
            <a:off x="6468020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0CE78995-30A5-473C-BCB3-AA65F9A1FF0D}"/>
              </a:ext>
            </a:extLst>
          </p:cNvPr>
          <p:cNvSpPr/>
          <p:nvPr/>
        </p:nvSpPr>
        <p:spPr bwMode="auto">
          <a:xfrm>
            <a:off x="7660284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850AE454-5675-4FDC-85E7-4AD36E248056}"/>
              </a:ext>
            </a:extLst>
          </p:cNvPr>
          <p:cNvCxnSpPr>
            <a:stCxn id="2" idx="3"/>
            <a:endCxn id="6" idx="7"/>
          </p:cNvCxnSpPr>
          <p:nvPr/>
        </p:nvCxnSpPr>
        <p:spPr bwMode="auto">
          <a:xfrm flipH="1">
            <a:off x="2582466" y="2624557"/>
            <a:ext cx="1497833" cy="600774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4F8077E7-BBCC-4A07-A555-181D84AEE9E1}"/>
              </a:ext>
            </a:extLst>
          </p:cNvPr>
          <p:cNvCxnSpPr>
            <a:stCxn id="2" idx="5"/>
            <a:endCxn id="17" idx="1"/>
          </p:cNvCxnSpPr>
          <p:nvPr/>
        </p:nvCxnSpPr>
        <p:spPr bwMode="auto">
          <a:xfrm>
            <a:off x="4487637" y="2624557"/>
            <a:ext cx="1750544" cy="60077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9D5B2303-FFDB-4831-88DE-7845A432B0E9}"/>
              </a:ext>
            </a:extLst>
          </p:cNvPr>
          <p:cNvCxnSpPr>
            <a:stCxn id="6" idx="3"/>
            <a:endCxn id="8" idx="7"/>
          </p:cNvCxnSpPr>
          <p:nvPr/>
        </p:nvCxnSpPr>
        <p:spPr bwMode="auto">
          <a:xfrm flipH="1">
            <a:off x="1519116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B8BCA63B-7E3F-4E50-988A-F41BE0A7DA26}"/>
              </a:ext>
            </a:extLst>
          </p:cNvPr>
          <p:cNvCxnSpPr>
            <a:stCxn id="6" idx="5"/>
            <a:endCxn id="14" idx="1"/>
          </p:cNvCxnSpPr>
          <p:nvPr/>
        </p:nvCxnSpPr>
        <p:spPr bwMode="auto">
          <a:xfrm>
            <a:off x="2582466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BC3704D4-0CE2-4C7E-98D1-A355F20BF121}"/>
              </a:ext>
            </a:extLst>
          </p:cNvPr>
          <p:cNvCxnSpPr>
            <a:stCxn id="17" idx="3"/>
            <a:endCxn id="18" idx="7"/>
          </p:cNvCxnSpPr>
          <p:nvPr/>
        </p:nvCxnSpPr>
        <p:spPr bwMode="auto">
          <a:xfrm flipH="1">
            <a:off x="5582169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097" name="直線單箭頭接點 4096">
            <a:extLst>
              <a:ext uri="{FF2B5EF4-FFF2-40B4-BE49-F238E27FC236}">
                <a16:creationId xmlns:a16="http://schemas.microsoft.com/office/drawing/2014/main" id="{8D519409-BE2B-4643-BECA-0911C723EFCD}"/>
              </a:ext>
            </a:extLst>
          </p:cNvPr>
          <p:cNvCxnSpPr>
            <a:stCxn id="17" idx="5"/>
            <a:endCxn id="21" idx="1"/>
          </p:cNvCxnSpPr>
          <p:nvPr/>
        </p:nvCxnSpPr>
        <p:spPr bwMode="auto">
          <a:xfrm>
            <a:off x="6645519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1" name="直線單箭頭接點 4100">
            <a:extLst>
              <a:ext uri="{FF2B5EF4-FFF2-40B4-BE49-F238E27FC236}">
                <a16:creationId xmlns:a16="http://schemas.microsoft.com/office/drawing/2014/main" id="{5A503686-DAB9-4BCD-9192-68CAFB2B93B7}"/>
              </a:ext>
            </a:extLst>
          </p:cNvPr>
          <p:cNvCxnSpPr>
            <a:stCxn id="8" idx="3"/>
            <a:endCxn id="12" idx="0"/>
          </p:cNvCxnSpPr>
          <p:nvPr/>
        </p:nvCxnSpPr>
        <p:spPr bwMode="auto">
          <a:xfrm flipH="1">
            <a:off x="650605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3" name="直線單箭頭接點 4102">
            <a:extLst>
              <a:ext uri="{FF2B5EF4-FFF2-40B4-BE49-F238E27FC236}">
                <a16:creationId xmlns:a16="http://schemas.microsoft.com/office/drawing/2014/main" id="{A05A3529-647E-43FC-83FE-079028A3280E}"/>
              </a:ext>
            </a:extLst>
          </p:cNvPr>
          <p:cNvCxnSpPr>
            <a:stCxn id="8" idx="5"/>
            <a:endCxn id="13" idx="0"/>
          </p:cNvCxnSpPr>
          <p:nvPr/>
        </p:nvCxnSpPr>
        <p:spPr bwMode="auto">
          <a:xfrm>
            <a:off x="1519116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5" name="直線單箭頭接點 4104">
            <a:extLst>
              <a:ext uri="{FF2B5EF4-FFF2-40B4-BE49-F238E27FC236}">
                <a16:creationId xmlns:a16="http://schemas.microsoft.com/office/drawing/2014/main" id="{89A82FA7-C7D5-465E-99F4-465CD3EE26B3}"/>
              </a:ext>
            </a:extLst>
          </p:cNvPr>
          <p:cNvCxnSpPr>
            <a:stCxn id="14" idx="3"/>
            <a:endCxn id="15" idx="0"/>
          </p:cNvCxnSpPr>
          <p:nvPr/>
        </p:nvCxnSpPr>
        <p:spPr bwMode="auto">
          <a:xfrm flipH="1">
            <a:off x="2692999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7" name="直線單箭頭接點 4106">
            <a:extLst>
              <a:ext uri="{FF2B5EF4-FFF2-40B4-BE49-F238E27FC236}">
                <a16:creationId xmlns:a16="http://schemas.microsoft.com/office/drawing/2014/main" id="{11769B98-9686-4B44-94E0-F9123DD9669D}"/>
              </a:ext>
            </a:extLst>
          </p:cNvPr>
          <p:cNvCxnSpPr>
            <a:stCxn id="14" idx="5"/>
            <a:endCxn id="16" idx="0"/>
          </p:cNvCxnSpPr>
          <p:nvPr/>
        </p:nvCxnSpPr>
        <p:spPr bwMode="auto">
          <a:xfrm>
            <a:off x="3561510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9" name="直線單箭頭接點 4108">
            <a:extLst>
              <a:ext uri="{FF2B5EF4-FFF2-40B4-BE49-F238E27FC236}">
                <a16:creationId xmlns:a16="http://schemas.microsoft.com/office/drawing/2014/main" id="{47CA872F-CA5B-472C-9910-7DAFDDD9B10D}"/>
              </a:ext>
            </a:extLst>
          </p:cNvPr>
          <p:cNvCxnSpPr>
            <a:stCxn id="18" idx="3"/>
            <a:endCxn id="19" idx="0"/>
          </p:cNvCxnSpPr>
          <p:nvPr/>
        </p:nvCxnSpPr>
        <p:spPr bwMode="auto">
          <a:xfrm flipH="1">
            <a:off x="4713658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1" name="直線單箭頭接點 4110">
            <a:extLst>
              <a:ext uri="{FF2B5EF4-FFF2-40B4-BE49-F238E27FC236}">
                <a16:creationId xmlns:a16="http://schemas.microsoft.com/office/drawing/2014/main" id="{B33115C2-9752-4B0E-B114-ABAB397DED48}"/>
              </a:ext>
            </a:extLst>
          </p:cNvPr>
          <p:cNvCxnSpPr>
            <a:stCxn id="18" idx="5"/>
            <a:endCxn id="20" idx="0"/>
          </p:cNvCxnSpPr>
          <p:nvPr/>
        </p:nvCxnSpPr>
        <p:spPr bwMode="auto">
          <a:xfrm>
            <a:off x="5582169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3" name="直線單箭頭接點 4112">
            <a:extLst>
              <a:ext uri="{FF2B5EF4-FFF2-40B4-BE49-F238E27FC236}">
                <a16:creationId xmlns:a16="http://schemas.microsoft.com/office/drawing/2014/main" id="{FA3D8BB7-0CEA-4794-A91A-B7FEED8B3CED}"/>
              </a:ext>
            </a:extLst>
          </p:cNvPr>
          <p:cNvCxnSpPr>
            <a:stCxn id="21" idx="3"/>
            <a:endCxn id="22" idx="0"/>
          </p:cNvCxnSpPr>
          <p:nvPr/>
        </p:nvCxnSpPr>
        <p:spPr bwMode="auto">
          <a:xfrm flipH="1">
            <a:off x="6756052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5" name="直線單箭頭接點 4114">
            <a:extLst>
              <a:ext uri="{FF2B5EF4-FFF2-40B4-BE49-F238E27FC236}">
                <a16:creationId xmlns:a16="http://schemas.microsoft.com/office/drawing/2014/main" id="{4C4F9573-708B-4F0F-943B-2D2DEA9BE0EB}"/>
              </a:ext>
            </a:extLst>
          </p:cNvPr>
          <p:cNvCxnSpPr>
            <a:stCxn id="21" idx="5"/>
            <a:endCxn id="23" idx="0"/>
          </p:cNvCxnSpPr>
          <p:nvPr/>
        </p:nvCxnSpPr>
        <p:spPr bwMode="auto">
          <a:xfrm>
            <a:off x="7624563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4116" name="文字方塊 4115">
            <a:extLst>
              <a:ext uri="{FF2B5EF4-FFF2-40B4-BE49-F238E27FC236}">
                <a16:creationId xmlns:a16="http://schemas.microsoft.com/office/drawing/2014/main" id="{20348D9F-1EA7-4BB2-BFE8-31E2D2E5CF9F}"/>
              </a:ext>
            </a:extLst>
          </p:cNvPr>
          <p:cNvSpPr txBox="1"/>
          <p:nvPr/>
        </p:nvSpPr>
        <p:spPr>
          <a:xfrm>
            <a:off x="3828233" y="1616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93BC6394-BAA1-4241-A13E-5ED1FA8C96C7}"/>
              </a:ext>
            </a:extLst>
          </p:cNvPr>
          <p:cNvSpPr txBox="1"/>
          <p:nvPr/>
        </p:nvSpPr>
        <p:spPr>
          <a:xfrm>
            <a:off x="5985470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471F774A-6B16-4A62-9E74-03939FA24299}"/>
              </a:ext>
            </a:extLst>
          </p:cNvPr>
          <p:cNvSpPr txBox="1"/>
          <p:nvPr/>
        </p:nvSpPr>
        <p:spPr>
          <a:xfrm>
            <a:off x="1920624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796226E8-7F16-4585-9F4C-9839A66D9EDD}"/>
              </a:ext>
            </a:extLst>
          </p:cNvPr>
          <p:cNvSpPr txBox="1"/>
          <p:nvPr/>
        </p:nvSpPr>
        <p:spPr>
          <a:xfrm>
            <a:off x="769532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055C9D2D-A36E-41E8-BEE6-FFCDCC35B758}"/>
              </a:ext>
            </a:extLst>
          </p:cNvPr>
          <p:cNvSpPr txBox="1"/>
          <p:nvPr/>
        </p:nvSpPr>
        <p:spPr>
          <a:xfrm>
            <a:off x="2970927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B88E7D58-8A68-4D94-826E-7DCD2DB20F13}"/>
              </a:ext>
            </a:extLst>
          </p:cNvPr>
          <p:cNvSpPr txBox="1"/>
          <p:nvPr/>
        </p:nvSpPr>
        <p:spPr>
          <a:xfrm>
            <a:off x="4796350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6685B1BD-1C53-4C5C-B950-818A2E75B629}"/>
              </a:ext>
            </a:extLst>
          </p:cNvPr>
          <p:cNvSpPr txBox="1"/>
          <p:nvPr/>
        </p:nvSpPr>
        <p:spPr>
          <a:xfrm>
            <a:off x="7061245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A0D0C70B-5EC2-42E3-873D-4BFB2BADECBD}"/>
              </a:ext>
            </a:extLst>
          </p:cNvPr>
          <p:cNvSpPr txBox="1"/>
          <p:nvPr/>
        </p:nvSpPr>
        <p:spPr>
          <a:xfrm>
            <a:off x="17675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0]</a:t>
            </a:r>
            <a:endParaRPr lang="zh-TW" altLang="en-US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85FAA642-DD10-4387-810A-A04BBA6CC8C9}"/>
              </a:ext>
            </a:extLst>
          </p:cNvPr>
          <p:cNvSpPr txBox="1"/>
          <p:nvPr/>
        </p:nvSpPr>
        <p:spPr>
          <a:xfrm>
            <a:off x="136902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[1,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34372670-4B86-43D9-9A49-F5AE1523DAE1}"/>
              </a:ext>
            </a:extLst>
          </p:cNvPr>
          <p:cNvSpPr txBox="1"/>
          <p:nvPr/>
        </p:nvSpPr>
        <p:spPr>
          <a:xfrm>
            <a:off x="226747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2]</a:t>
            </a:r>
            <a:endParaRPr lang="zh-TW" altLang="en-US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BD79FF43-3472-48B4-8A9E-C1221291BD26}"/>
              </a:ext>
            </a:extLst>
          </p:cNvPr>
          <p:cNvSpPr txBox="1"/>
          <p:nvPr/>
        </p:nvSpPr>
        <p:spPr>
          <a:xfrm>
            <a:off x="341141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[3,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3934F855-1CB3-45E8-BE1E-EA8232A70B73}"/>
              </a:ext>
            </a:extLst>
          </p:cNvPr>
          <p:cNvSpPr txBox="1"/>
          <p:nvPr/>
        </p:nvSpPr>
        <p:spPr>
          <a:xfrm>
            <a:off x="424790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4]</a:t>
            </a:r>
            <a:endParaRPr lang="zh-TW" altLang="en-US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F23D3963-3DA0-4BF4-98A2-6BBED21DDF66}"/>
              </a:ext>
            </a:extLst>
          </p:cNvPr>
          <p:cNvSpPr txBox="1"/>
          <p:nvPr/>
        </p:nvSpPr>
        <p:spPr>
          <a:xfrm>
            <a:off x="5409100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[5,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14B482E4-1078-4A72-A34D-4CDCE318794C}"/>
              </a:ext>
            </a:extLst>
          </p:cNvPr>
          <p:cNvSpPr txBox="1"/>
          <p:nvPr/>
        </p:nvSpPr>
        <p:spPr>
          <a:xfrm>
            <a:off x="6339769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6]</a:t>
            </a:r>
            <a:endParaRPr lang="zh-TW" altLang="en-US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21A8288B-B82B-44D3-A3E6-A992123CC647}"/>
              </a:ext>
            </a:extLst>
          </p:cNvPr>
          <p:cNvSpPr txBox="1"/>
          <p:nvPr/>
        </p:nvSpPr>
        <p:spPr>
          <a:xfrm>
            <a:off x="752358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[7,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2" name="表格 71">
                <a:extLst>
                  <a:ext uri="{FF2B5EF4-FFF2-40B4-BE49-F238E27FC236}">
                    <a16:creationId xmlns:a16="http://schemas.microsoft.com/office/drawing/2014/main" id="{AAA0D7AC-687D-45E4-8AD5-C344E77DC3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2" name="表格 71">
                <a:extLst>
                  <a:ext uri="{FF2B5EF4-FFF2-40B4-BE49-F238E27FC236}">
                    <a16:creationId xmlns:a16="http://schemas.microsoft.com/office/drawing/2014/main" id="{AAA0D7AC-687D-45E4-8AD5-C344E77DC3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592" t="-1515" r="-699408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101190" t="-1515" r="-60357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515" r="-5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515" r="-4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02381" t="-1515" r="-30238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99408" t="-1515" r="-200592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02976" t="-1515" r="-101786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98817" t="-1515" r="-1183" b="-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120" name="文字方塊 4119">
            <a:extLst>
              <a:ext uri="{FF2B5EF4-FFF2-40B4-BE49-F238E27FC236}">
                <a16:creationId xmlns:a16="http://schemas.microsoft.com/office/drawing/2014/main" id="{D25DD878-8865-4C07-8FC1-9664A227C3D9}"/>
              </a:ext>
            </a:extLst>
          </p:cNvPr>
          <p:cNvSpPr txBox="1"/>
          <p:nvPr/>
        </p:nvSpPr>
        <p:spPr>
          <a:xfrm>
            <a:off x="3597231" y="2130137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74934067-92BB-4AB5-8753-A0BACA71A1C0}"/>
              </a:ext>
            </a:extLst>
          </p:cNvPr>
          <p:cNvSpPr txBox="1"/>
          <p:nvPr/>
        </p:nvSpPr>
        <p:spPr>
          <a:xfrm>
            <a:off x="1700075" y="3081392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5</a:t>
            </a:r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88F7DCC0-43F4-41DB-992F-12E0407D4F53}"/>
              </a:ext>
            </a:extLst>
          </p:cNvPr>
          <p:cNvSpPr txBox="1"/>
          <p:nvPr/>
        </p:nvSpPr>
        <p:spPr>
          <a:xfrm>
            <a:off x="650040" y="4110857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4</a:t>
            </a:r>
            <a:endParaRPr lang="zh-TW" altLang="en-US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22337748-84FF-4523-90C1-60C4F1A5B02C}"/>
              </a:ext>
            </a:extLst>
          </p:cNvPr>
          <p:cNvSpPr txBox="1"/>
          <p:nvPr/>
        </p:nvSpPr>
        <p:spPr>
          <a:xfrm>
            <a:off x="2662471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5</a:t>
            </a:r>
            <a:endParaRPr lang="zh-TW" altLang="en-US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C1B1BD6C-750A-483F-BF2B-28B18201C6E3}"/>
              </a:ext>
            </a:extLst>
          </p:cNvPr>
          <p:cNvSpPr txBox="1"/>
          <p:nvPr/>
        </p:nvSpPr>
        <p:spPr>
          <a:xfrm>
            <a:off x="4696322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CF2473B5-910B-4DCC-9340-ACA14B16AD3D}"/>
              </a:ext>
            </a:extLst>
          </p:cNvPr>
          <p:cNvSpPr txBox="1"/>
          <p:nvPr/>
        </p:nvSpPr>
        <p:spPr>
          <a:xfrm>
            <a:off x="6697781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4</a:t>
            </a:r>
            <a:endParaRPr lang="zh-TW" altLang="en-US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430A5D47-BEF4-4E34-AB60-B5654E93F51B}"/>
              </a:ext>
            </a:extLst>
          </p:cNvPr>
          <p:cNvSpPr txBox="1"/>
          <p:nvPr/>
        </p:nvSpPr>
        <p:spPr>
          <a:xfrm>
            <a:off x="5756089" y="3146942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07092D81-D09F-4E02-8752-315B1363B219}"/>
              </a:ext>
            </a:extLst>
          </p:cNvPr>
          <p:cNvSpPr/>
          <p:nvPr/>
        </p:nvSpPr>
        <p:spPr bwMode="auto">
          <a:xfrm>
            <a:off x="1900491" y="2581081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B1492438-D73D-41E2-8C17-60EE7B00B7E4}"/>
              </a:ext>
            </a:extLst>
          </p:cNvPr>
          <p:cNvSpPr/>
          <p:nvPr/>
        </p:nvSpPr>
        <p:spPr bwMode="auto">
          <a:xfrm>
            <a:off x="4750766" y="3516892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25636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B753616F-0324-4A25-A24A-92F5B5C5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D97EF6E-DE46-42BF-8E30-C23EC3C68EE3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13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6668F4C-F8B7-438B-9B85-CE42A765A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701675"/>
            <a:ext cx="8077200" cy="143118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使用線段樹進行區間最大值的查找及修改</a:t>
            </a:r>
            <a:endParaRPr lang="en-US" altLang="zh-TW" sz="2400" b="1">
              <a:solidFill>
                <a:srgbClr val="3BA943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線段樹（查詢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[0,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4]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的最大值）：</a:t>
            </a:r>
            <a:endParaRPr lang="en-US" altLang="zh-TW" sz="2400">
              <a:latin typeface="Times New Roman" panose="02020603050405020304" pitchFamily="18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C5B6C76F-386F-4DDC-B776-A864D589E3AA}"/>
              </a:ext>
            </a:extLst>
          </p:cNvPr>
          <p:cNvSpPr/>
          <p:nvPr/>
        </p:nvSpPr>
        <p:spPr bwMode="auto">
          <a:xfrm>
            <a:off x="3995936" y="2132856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A71E5E7-AADA-4BF6-BA5F-D1769F665D04}"/>
              </a:ext>
            </a:extLst>
          </p:cNvPr>
          <p:cNvSpPr/>
          <p:nvPr/>
        </p:nvSpPr>
        <p:spPr bwMode="auto">
          <a:xfrm>
            <a:off x="2090765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24A4B17F-45A5-49B3-B035-59356F7511B9}"/>
              </a:ext>
            </a:extLst>
          </p:cNvPr>
          <p:cNvSpPr/>
          <p:nvPr/>
        </p:nvSpPr>
        <p:spPr bwMode="auto">
          <a:xfrm>
            <a:off x="1027415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28A5798F-8AA9-4FAE-A5D9-7B766BD0F883}"/>
              </a:ext>
            </a:extLst>
          </p:cNvPr>
          <p:cNvSpPr/>
          <p:nvPr/>
        </p:nvSpPr>
        <p:spPr bwMode="auto">
          <a:xfrm>
            <a:off x="362573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8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84D983B7-4D95-42AF-B482-03F726F92068}"/>
              </a:ext>
            </a:extLst>
          </p:cNvPr>
          <p:cNvSpPr/>
          <p:nvPr/>
        </p:nvSpPr>
        <p:spPr bwMode="auto">
          <a:xfrm>
            <a:off x="1554837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9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4B7A6B8A-A933-4084-BA83-C7912B0EADE4}"/>
              </a:ext>
            </a:extLst>
          </p:cNvPr>
          <p:cNvSpPr/>
          <p:nvPr/>
        </p:nvSpPr>
        <p:spPr bwMode="auto">
          <a:xfrm>
            <a:off x="3069809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B4A5F670-8A75-4C5F-BFBC-797F4FB26732}"/>
              </a:ext>
            </a:extLst>
          </p:cNvPr>
          <p:cNvSpPr/>
          <p:nvPr/>
        </p:nvSpPr>
        <p:spPr bwMode="auto">
          <a:xfrm>
            <a:off x="2404967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10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AAC5EDE2-70B2-414C-AD82-0B6E80A19C5D}"/>
              </a:ext>
            </a:extLst>
          </p:cNvPr>
          <p:cNvSpPr/>
          <p:nvPr/>
        </p:nvSpPr>
        <p:spPr bwMode="auto">
          <a:xfrm>
            <a:off x="3597231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74DEB6E7-6C24-4C9D-BCA3-72FA20F6FB70}"/>
              </a:ext>
            </a:extLst>
          </p:cNvPr>
          <p:cNvSpPr/>
          <p:nvPr/>
        </p:nvSpPr>
        <p:spPr bwMode="auto">
          <a:xfrm>
            <a:off x="6153818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2897B1BB-B26A-4AD0-90BA-9018B9349C6A}"/>
              </a:ext>
            </a:extLst>
          </p:cNvPr>
          <p:cNvSpPr/>
          <p:nvPr/>
        </p:nvSpPr>
        <p:spPr bwMode="auto">
          <a:xfrm>
            <a:off x="5090468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6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53F79CEA-6B6C-40FD-95F1-2409A6592FEA}"/>
              </a:ext>
            </a:extLst>
          </p:cNvPr>
          <p:cNvSpPr/>
          <p:nvPr/>
        </p:nvSpPr>
        <p:spPr bwMode="auto">
          <a:xfrm>
            <a:off x="4425626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80CFF65B-CAA1-459B-9349-96DC6DC1E36E}"/>
              </a:ext>
            </a:extLst>
          </p:cNvPr>
          <p:cNvSpPr/>
          <p:nvPr/>
        </p:nvSpPr>
        <p:spPr bwMode="auto">
          <a:xfrm>
            <a:off x="5617890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AC7398C9-200D-43DE-B5FA-33CA8A79F980}"/>
              </a:ext>
            </a:extLst>
          </p:cNvPr>
          <p:cNvSpPr/>
          <p:nvPr/>
        </p:nvSpPr>
        <p:spPr bwMode="auto">
          <a:xfrm>
            <a:off x="7132862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7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D25BCE8D-D30A-4EA1-8F6B-73495B3829CA}"/>
              </a:ext>
            </a:extLst>
          </p:cNvPr>
          <p:cNvSpPr/>
          <p:nvPr/>
        </p:nvSpPr>
        <p:spPr bwMode="auto">
          <a:xfrm>
            <a:off x="6468020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0CE78995-30A5-473C-BCB3-AA65F9A1FF0D}"/>
              </a:ext>
            </a:extLst>
          </p:cNvPr>
          <p:cNvSpPr/>
          <p:nvPr/>
        </p:nvSpPr>
        <p:spPr bwMode="auto">
          <a:xfrm>
            <a:off x="7660284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850AE454-5675-4FDC-85E7-4AD36E248056}"/>
              </a:ext>
            </a:extLst>
          </p:cNvPr>
          <p:cNvCxnSpPr>
            <a:stCxn id="2" idx="3"/>
            <a:endCxn id="6" idx="7"/>
          </p:cNvCxnSpPr>
          <p:nvPr/>
        </p:nvCxnSpPr>
        <p:spPr bwMode="auto">
          <a:xfrm flipH="1">
            <a:off x="2582466" y="2624557"/>
            <a:ext cx="1497833" cy="600774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4F8077E7-BBCC-4A07-A555-181D84AEE9E1}"/>
              </a:ext>
            </a:extLst>
          </p:cNvPr>
          <p:cNvCxnSpPr>
            <a:stCxn id="2" idx="5"/>
            <a:endCxn id="17" idx="1"/>
          </p:cNvCxnSpPr>
          <p:nvPr/>
        </p:nvCxnSpPr>
        <p:spPr bwMode="auto">
          <a:xfrm>
            <a:off x="4487637" y="2624557"/>
            <a:ext cx="1750544" cy="60077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9D5B2303-FFDB-4831-88DE-7845A432B0E9}"/>
              </a:ext>
            </a:extLst>
          </p:cNvPr>
          <p:cNvCxnSpPr>
            <a:stCxn id="6" idx="3"/>
            <a:endCxn id="8" idx="7"/>
          </p:cNvCxnSpPr>
          <p:nvPr/>
        </p:nvCxnSpPr>
        <p:spPr bwMode="auto">
          <a:xfrm flipH="1">
            <a:off x="1519116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B8BCA63B-7E3F-4E50-988A-F41BE0A7DA26}"/>
              </a:ext>
            </a:extLst>
          </p:cNvPr>
          <p:cNvCxnSpPr>
            <a:stCxn id="6" idx="5"/>
            <a:endCxn id="14" idx="1"/>
          </p:cNvCxnSpPr>
          <p:nvPr/>
        </p:nvCxnSpPr>
        <p:spPr bwMode="auto">
          <a:xfrm>
            <a:off x="2582466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BC3704D4-0CE2-4C7E-98D1-A355F20BF121}"/>
              </a:ext>
            </a:extLst>
          </p:cNvPr>
          <p:cNvCxnSpPr>
            <a:stCxn id="17" idx="3"/>
            <a:endCxn id="18" idx="7"/>
          </p:cNvCxnSpPr>
          <p:nvPr/>
        </p:nvCxnSpPr>
        <p:spPr bwMode="auto">
          <a:xfrm flipH="1">
            <a:off x="5582169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097" name="直線單箭頭接點 4096">
            <a:extLst>
              <a:ext uri="{FF2B5EF4-FFF2-40B4-BE49-F238E27FC236}">
                <a16:creationId xmlns:a16="http://schemas.microsoft.com/office/drawing/2014/main" id="{8D519409-BE2B-4643-BECA-0911C723EFCD}"/>
              </a:ext>
            </a:extLst>
          </p:cNvPr>
          <p:cNvCxnSpPr>
            <a:stCxn id="17" idx="5"/>
            <a:endCxn id="21" idx="1"/>
          </p:cNvCxnSpPr>
          <p:nvPr/>
        </p:nvCxnSpPr>
        <p:spPr bwMode="auto">
          <a:xfrm>
            <a:off x="6645519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1" name="直線單箭頭接點 4100">
            <a:extLst>
              <a:ext uri="{FF2B5EF4-FFF2-40B4-BE49-F238E27FC236}">
                <a16:creationId xmlns:a16="http://schemas.microsoft.com/office/drawing/2014/main" id="{5A503686-DAB9-4BCD-9192-68CAFB2B93B7}"/>
              </a:ext>
            </a:extLst>
          </p:cNvPr>
          <p:cNvCxnSpPr>
            <a:stCxn id="8" idx="3"/>
            <a:endCxn id="12" idx="0"/>
          </p:cNvCxnSpPr>
          <p:nvPr/>
        </p:nvCxnSpPr>
        <p:spPr bwMode="auto">
          <a:xfrm flipH="1">
            <a:off x="650605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3" name="直線單箭頭接點 4102">
            <a:extLst>
              <a:ext uri="{FF2B5EF4-FFF2-40B4-BE49-F238E27FC236}">
                <a16:creationId xmlns:a16="http://schemas.microsoft.com/office/drawing/2014/main" id="{A05A3529-647E-43FC-83FE-079028A3280E}"/>
              </a:ext>
            </a:extLst>
          </p:cNvPr>
          <p:cNvCxnSpPr>
            <a:stCxn id="8" idx="5"/>
            <a:endCxn id="13" idx="0"/>
          </p:cNvCxnSpPr>
          <p:nvPr/>
        </p:nvCxnSpPr>
        <p:spPr bwMode="auto">
          <a:xfrm>
            <a:off x="1519116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5" name="直線單箭頭接點 4104">
            <a:extLst>
              <a:ext uri="{FF2B5EF4-FFF2-40B4-BE49-F238E27FC236}">
                <a16:creationId xmlns:a16="http://schemas.microsoft.com/office/drawing/2014/main" id="{89A82FA7-C7D5-465E-99F4-465CD3EE26B3}"/>
              </a:ext>
            </a:extLst>
          </p:cNvPr>
          <p:cNvCxnSpPr>
            <a:stCxn id="14" idx="3"/>
            <a:endCxn id="15" idx="0"/>
          </p:cNvCxnSpPr>
          <p:nvPr/>
        </p:nvCxnSpPr>
        <p:spPr bwMode="auto">
          <a:xfrm flipH="1">
            <a:off x="2692999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7" name="直線單箭頭接點 4106">
            <a:extLst>
              <a:ext uri="{FF2B5EF4-FFF2-40B4-BE49-F238E27FC236}">
                <a16:creationId xmlns:a16="http://schemas.microsoft.com/office/drawing/2014/main" id="{11769B98-9686-4B44-94E0-F9123DD9669D}"/>
              </a:ext>
            </a:extLst>
          </p:cNvPr>
          <p:cNvCxnSpPr>
            <a:stCxn id="14" idx="5"/>
            <a:endCxn id="16" idx="0"/>
          </p:cNvCxnSpPr>
          <p:nvPr/>
        </p:nvCxnSpPr>
        <p:spPr bwMode="auto">
          <a:xfrm>
            <a:off x="3561510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9" name="直線單箭頭接點 4108">
            <a:extLst>
              <a:ext uri="{FF2B5EF4-FFF2-40B4-BE49-F238E27FC236}">
                <a16:creationId xmlns:a16="http://schemas.microsoft.com/office/drawing/2014/main" id="{47CA872F-CA5B-472C-9910-7DAFDDD9B10D}"/>
              </a:ext>
            </a:extLst>
          </p:cNvPr>
          <p:cNvCxnSpPr>
            <a:stCxn id="18" idx="3"/>
            <a:endCxn id="19" idx="0"/>
          </p:cNvCxnSpPr>
          <p:nvPr/>
        </p:nvCxnSpPr>
        <p:spPr bwMode="auto">
          <a:xfrm flipH="1">
            <a:off x="4713658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1" name="直線單箭頭接點 4110">
            <a:extLst>
              <a:ext uri="{FF2B5EF4-FFF2-40B4-BE49-F238E27FC236}">
                <a16:creationId xmlns:a16="http://schemas.microsoft.com/office/drawing/2014/main" id="{B33115C2-9752-4B0E-B114-ABAB397DED48}"/>
              </a:ext>
            </a:extLst>
          </p:cNvPr>
          <p:cNvCxnSpPr>
            <a:stCxn id="18" idx="5"/>
            <a:endCxn id="20" idx="0"/>
          </p:cNvCxnSpPr>
          <p:nvPr/>
        </p:nvCxnSpPr>
        <p:spPr bwMode="auto">
          <a:xfrm>
            <a:off x="5582169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3" name="直線單箭頭接點 4112">
            <a:extLst>
              <a:ext uri="{FF2B5EF4-FFF2-40B4-BE49-F238E27FC236}">
                <a16:creationId xmlns:a16="http://schemas.microsoft.com/office/drawing/2014/main" id="{FA3D8BB7-0CEA-4794-A91A-B7FEED8B3CED}"/>
              </a:ext>
            </a:extLst>
          </p:cNvPr>
          <p:cNvCxnSpPr>
            <a:stCxn id="21" idx="3"/>
            <a:endCxn id="22" idx="0"/>
          </p:cNvCxnSpPr>
          <p:nvPr/>
        </p:nvCxnSpPr>
        <p:spPr bwMode="auto">
          <a:xfrm flipH="1">
            <a:off x="6756052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5" name="直線單箭頭接點 4114">
            <a:extLst>
              <a:ext uri="{FF2B5EF4-FFF2-40B4-BE49-F238E27FC236}">
                <a16:creationId xmlns:a16="http://schemas.microsoft.com/office/drawing/2014/main" id="{4C4F9573-708B-4F0F-943B-2D2DEA9BE0EB}"/>
              </a:ext>
            </a:extLst>
          </p:cNvPr>
          <p:cNvCxnSpPr>
            <a:stCxn id="21" idx="5"/>
            <a:endCxn id="23" idx="0"/>
          </p:cNvCxnSpPr>
          <p:nvPr/>
        </p:nvCxnSpPr>
        <p:spPr bwMode="auto">
          <a:xfrm>
            <a:off x="7624563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4116" name="文字方塊 4115">
            <a:extLst>
              <a:ext uri="{FF2B5EF4-FFF2-40B4-BE49-F238E27FC236}">
                <a16:creationId xmlns:a16="http://schemas.microsoft.com/office/drawing/2014/main" id="{20348D9F-1EA7-4BB2-BFE8-31E2D2E5CF9F}"/>
              </a:ext>
            </a:extLst>
          </p:cNvPr>
          <p:cNvSpPr txBox="1"/>
          <p:nvPr/>
        </p:nvSpPr>
        <p:spPr>
          <a:xfrm>
            <a:off x="3828233" y="1616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93BC6394-BAA1-4241-A13E-5ED1FA8C96C7}"/>
              </a:ext>
            </a:extLst>
          </p:cNvPr>
          <p:cNvSpPr txBox="1"/>
          <p:nvPr/>
        </p:nvSpPr>
        <p:spPr>
          <a:xfrm>
            <a:off x="5985470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471F774A-6B16-4A62-9E74-03939FA24299}"/>
              </a:ext>
            </a:extLst>
          </p:cNvPr>
          <p:cNvSpPr txBox="1"/>
          <p:nvPr/>
        </p:nvSpPr>
        <p:spPr>
          <a:xfrm>
            <a:off x="1920624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796226E8-7F16-4585-9F4C-9839A66D9EDD}"/>
              </a:ext>
            </a:extLst>
          </p:cNvPr>
          <p:cNvSpPr txBox="1"/>
          <p:nvPr/>
        </p:nvSpPr>
        <p:spPr>
          <a:xfrm>
            <a:off x="769532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055C9D2D-A36E-41E8-BEE6-FFCDCC35B758}"/>
              </a:ext>
            </a:extLst>
          </p:cNvPr>
          <p:cNvSpPr txBox="1"/>
          <p:nvPr/>
        </p:nvSpPr>
        <p:spPr>
          <a:xfrm>
            <a:off x="2970927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B88E7D58-8A68-4D94-826E-7DCD2DB20F13}"/>
              </a:ext>
            </a:extLst>
          </p:cNvPr>
          <p:cNvSpPr txBox="1"/>
          <p:nvPr/>
        </p:nvSpPr>
        <p:spPr>
          <a:xfrm>
            <a:off x="4796350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6685B1BD-1C53-4C5C-B950-818A2E75B629}"/>
              </a:ext>
            </a:extLst>
          </p:cNvPr>
          <p:cNvSpPr txBox="1"/>
          <p:nvPr/>
        </p:nvSpPr>
        <p:spPr>
          <a:xfrm>
            <a:off x="7061245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A0D0C70B-5EC2-42E3-873D-4BFB2BADECBD}"/>
              </a:ext>
            </a:extLst>
          </p:cNvPr>
          <p:cNvSpPr txBox="1"/>
          <p:nvPr/>
        </p:nvSpPr>
        <p:spPr>
          <a:xfrm>
            <a:off x="17675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0]</a:t>
            </a:r>
            <a:endParaRPr lang="zh-TW" altLang="en-US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85FAA642-DD10-4387-810A-A04BBA6CC8C9}"/>
              </a:ext>
            </a:extLst>
          </p:cNvPr>
          <p:cNvSpPr txBox="1"/>
          <p:nvPr/>
        </p:nvSpPr>
        <p:spPr>
          <a:xfrm>
            <a:off x="136902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[1,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34372670-4B86-43D9-9A49-F5AE1523DAE1}"/>
              </a:ext>
            </a:extLst>
          </p:cNvPr>
          <p:cNvSpPr txBox="1"/>
          <p:nvPr/>
        </p:nvSpPr>
        <p:spPr>
          <a:xfrm>
            <a:off x="226747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2]</a:t>
            </a:r>
            <a:endParaRPr lang="zh-TW" altLang="en-US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BD79FF43-3472-48B4-8A9E-C1221291BD26}"/>
              </a:ext>
            </a:extLst>
          </p:cNvPr>
          <p:cNvSpPr txBox="1"/>
          <p:nvPr/>
        </p:nvSpPr>
        <p:spPr>
          <a:xfrm>
            <a:off x="341141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[3,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3934F855-1CB3-45E8-BE1E-EA8232A70B73}"/>
              </a:ext>
            </a:extLst>
          </p:cNvPr>
          <p:cNvSpPr txBox="1"/>
          <p:nvPr/>
        </p:nvSpPr>
        <p:spPr>
          <a:xfrm>
            <a:off x="424790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4]</a:t>
            </a:r>
            <a:endParaRPr lang="zh-TW" altLang="en-US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F23D3963-3DA0-4BF4-98A2-6BBED21DDF66}"/>
              </a:ext>
            </a:extLst>
          </p:cNvPr>
          <p:cNvSpPr txBox="1"/>
          <p:nvPr/>
        </p:nvSpPr>
        <p:spPr>
          <a:xfrm>
            <a:off x="5409100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[5,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14B482E4-1078-4A72-A34D-4CDCE318794C}"/>
              </a:ext>
            </a:extLst>
          </p:cNvPr>
          <p:cNvSpPr txBox="1"/>
          <p:nvPr/>
        </p:nvSpPr>
        <p:spPr>
          <a:xfrm>
            <a:off x="6339769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6]</a:t>
            </a:r>
            <a:endParaRPr lang="zh-TW" altLang="en-US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21A8288B-B82B-44D3-A3E6-A992123CC647}"/>
              </a:ext>
            </a:extLst>
          </p:cNvPr>
          <p:cNvSpPr txBox="1"/>
          <p:nvPr/>
        </p:nvSpPr>
        <p:spPr>
          <a:xfrm>
            <a:off x="752358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[7,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2" name="表格 71">
                <a:extLst>
                  <a:ext uri="{FF2B5EF4-FFF2-40B4-BE49-F238E27FC236}">
                    <a16:creationId xmlns:a16="http://schemas.microsoft.com/office/drawing/2014/main" id="{AAA0D7AC-687D-45E4-8AD5-C344E77DC3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0151481"/>
                  </p:ext>
                </p:extLst>
              </p:nvPr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zh-TW" altLang="en-US" sz="200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2" name="表格 71">
                <a:extLst>
                  <a:ext uri="{FF2B5EF4-FFF2-40B4-BE49-F238E27FC236}">
                    <a16:creationId xmlns:a16="http://schemas.microsoft.com/office/drawing/2014/main" id="{AAA0D7AC-687D-45E4-8AD5-C344E77DC3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0151481"/>
                  </p:ext>
                </p:extLst>
              </p:nvPr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592" t="-1515" r="-699408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101190" t="-1515" r="-60357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515" r="-5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515" r="-4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02381" t="-1515" r="-30238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99408" t="-1515" r="-200592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02976" t="-1515" r="-101786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98817" t="-1515" r="-1183" b="-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120" name="文字方塊 4119">
            <a:extLst>
              <a:ext uri="{FF2B5EF4-FFF2-40B4-BE49-F238E27FC236}">
                <a16:creationId xmlns:a16="http://schemas.microsoft.com/office/drawing/2014/main" id="{D25DD878-8865-4C07-8FC1-9664A227C3D9}"/>
              </a:ext>
            </a:extLst>
          </p:cNvPr>
          <p:cNvSpPr txBox="1"/>
          <p:nvPr/>
        </p:nvSpPr>
        <p:spPr>
          <a:xfrm>
            <a:off x="3597231" y="2130137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74934067-92BB-4AB5-8753-A0BACA71A1C0}"/>
              </a:ext>
            </a:extLst>
          </p:cNvPr>
          <p:cNvSpPr txBox="1"/>
          <p:nvPr/>
        </p:nvSpPr>
        <p:spPr>
          <a:xfrm>
            <a:off x="1700075" y="3081392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5</a:t>
            </a:r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88F7DCC0-43F4-41DB-992F-12E0407D4F53}"/>
              </a:ext>
            </a:extLst>
          </p:cNvPr>
          <p:cNvSpPr txBox="1"/>
          <p:nvPr/>
        </p:nvSpPr>
        <p:spPr>
          <a:xfrm>
            <a:off x="650040" y="4110857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4</a:t>
            </a:r>
            <a:endParaRPr lang="zh-TW" altLang="en-US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22337748-84FF-4523-90C1-60C4F1A5B02C}"/>
              </a:ext>
            </a:extLst>
          </p:cNvPr>
          <p:cNvSpPr txBox="1"/>
          <p:nvPr/>
        </p:nvSpPr>
        <p:spPr>
          <a:xfrm>
            <a:off x="2662471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5</a:t>
            </a:r>
            <a:endParaRPr lang="zh-TW" altLang="en-US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C1B1BD6C-750A-483F-BF2B-28B18201C6E3}"/>
              </a:ext>
            </a:extLst>
          </p:cNvPr>
          <p:cNvSpPr txBox="1"/>
          <p:nvPr/>
        </p:nvSpPr>
        <p:spPr>
          <a:xfrm>
            <a:off x="4696322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CF2473B5-910B-4DCC-9340-ACA14B16AD3D}"/>
              </a:ext>
            </a:extLst>
          </p:cNvPr>
          <p:cNvSpPr txBox="1"/>
          <p:nvPr/>
        </p:nvSpPr>
        <p:spPr>
          <a:xfrm>
            <a:off x="6697781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4</a:t>
            </a:r>
            <a:endParaRPr lang="zh-TW" altLang="en-US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430A5D47-BEF4-4E34-AB60-B5654E93F51B}"/>
              </a:ext>
            </a:extLst>
          </p:cNvPr>
          <p:cNvSpPr txBox="1"/>
          <p:nvPr/>
        </p:nvSpPr>
        <p:spPr>
          <a:xfrm>
            <a:off x="5756089" y="3146942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07092D81-D09F-4E02-8752-315B1363B219}"/>
              </a:ext>
            </a:extLst>
          </p:cNvPr>
          <p:cNvSpPr/>
          <p:nvPr/>
        </p:nvSpPr>
        <p:spPr bwMode="auto">
          <a:xfrm>
            <a:off x="1900491" y="2581081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B1492438-D73D-41E2-8C17-60EE7B00B7E4}"/>
              </a:ext>
            </a:extLst>
          </p:cNvPr>
          <p:cNvSpPr/>
          <p:nvPr/>
        </p:nvSpPr>
        <p:spPr bwMode="auto">
          <a:xfrm>
            <a:off x="4309584" y="5725353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6E11B8E-DB24-43FA-A502-514AA58E5E92}"/>
              </a:ext>
            </a:extLst>
          </p:cNvPr>
          <p:cNvSpPr txBox="1"/>
          <p:nvPr/>
        </p:nvSpPr>
        <p:spPr>
          <a:xfrm>
            <a:off x="4903022" y="1604293"/>
            <a:ext cx="41672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>
                <a:solidFill>
                  <a:srgbClr val="FF0000"/>
                </a:solidFill>
              </a:rPr>
              <a:t>之後比較</a:t>
            </a:r>
            <a:r>
              <a:rPr lang="en-US" altLang="zh-TW" sz="2000">
                <a:solidFill>
                  <a:srgbClr val="FF0000"/>
                </a:solidFill>
              </a:rPr>
              <a:t>[0,</a:t>
            </a:r>
            <a:r>
              <a:rPr lang="zh-TW" altLang="en-US" sz="2000">
                <a:solidFill>
                  <a:srgbClr val="FF0000"/>
                </a:solidFill>
              </a:rPr>
              <a:t> </a:t>
            </a:r>
            <a:r>
              <a:rPr lang="en-US" altLang="zh-TW" sz="2000">
                <a:solidFill>
                  <a:srgbClr val="FF0000"/>
                </a:solidFill>
              </a:rPr>
              <a:t>3],</a:t>
            </a:r>
            <a:r>
              <a:rPr lang="zh-TW" altLang="en-US" sz="2000">
                <a:solidFill>
                  <a:srgbClr val="FF0000"/>
                </a:solidFill>
              </a:rPr>
              <a:t> </a:t>
            </a:r>
            <a:r>
              <a:rPr lang="en-US" altLang="zh-TW" sz="2000">
                <a:solidFill>
                  <a:srgbClr val="FF0000"/>
                </a:solidFill>
              </a:rPr>
              <a:t>[4,</a:t>
            </a:r>
            <a:r>
              <a:rPr lang="zh-TW" altLang="en-US" sz="2000">
                <a:solidFill>
                  <a:srgbClr val="FF0000"/>
                </a:solidFill>
              </a:rPr>
              <a:t> </a:t>
            </a:r>
            <a:r>
              <a:rPr lang="en-US" altLang="zh-TW" sz="2000">
                <a:solidFill>
                  <a:srgbClr val="FF0000"/>
                </a:solidFill>
              </a:rPr>
              <a:t>4]</a:t>
            </a:r>
            <a:r>
              <a:rPr lang="zh-TW" altLang="en-US" sz="2000">
                <a:solidFill>
                  <a:srgbClr val="FF0000"/>
                </a:solidFill>
              </a:rPr>
              <a:t>之間的最大值</a:t>
            </a:r>
            <a:endParaRPr lang="en-US" altLang="zh-TW" sz="2000">
              <a:solidFill>
                <a:srgbClr val="FF0000"/>
              </a:solidFill>
            </a:endParaRPr>
          </a:p>
          <a:p>
            <a:r>
              <a:rPr lang="en-US" altLang="zh-TW" sz="2000">
                <a:solidFill>
                  <a:srgbClr val="FF0000"/>
                </a:solidFill>
              </a:rPr>
              <a:t>max(5,</a:t>
            </a:r>
            <a:r>
              <a:rPr lang="zh-TW" altLang="en-US" sz="2000">
                <a:solidFill>
                  <a:srgbClr val="FF0000"/>
                </a:solidFill>
              </a:rPr>
              <a:t> </a:t>
            </a:r>
            <a:r>
              <a:rPr lang="en-US" altLang="zh-TW" sz="2000">
                <a:solidFill>
                  <a:srgbClr val="FF0000"/>
                </a:solidFill>
              </a:rPr>
              <a:t>6)</a:t>
            </a:r>
            <a:r>
              <a:rPr lang="zh-TW" altLang="en-US" sz="2000">
                <a:solidFill>
                  <a:srgbClr val="FF0000"/>
                </a:solidFill>
              </a:rPr>
              <a:t> </a:t>
            </a:r>
            <a:r>
              <a:rPr lang="en-US" altLang="zh-TW" sz="2000">
                <a:solidFill>
                  <a:srgbClr val="FF0000"/>
                </a:solidFill>
              </a:rPr>
              <a:t>=</a:t>
            </a:r>
            <a:r>
              <a:rPr lang="zh-TW" altLang="en-US" sz="2000">
                <a:solidFill>
                  <a:srgbClr val="FF0000"/>
                </a:solidFill>
              </a:rPr>
              <a:t> </a:t>
            </a:r>
            <a:r>
              <a:rPr lang="en-US" altLang="zh-TW" sz="2000">
                <a:solidFill>
                  <a:srgbClr val="FF0000"/>
                </a:solidFill>
              </a:rPr>
              <a:t>6</a:t>
            </a:r>
            <a:endParaRPr lang="zh-TW" altLang="en-US" sz="2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8331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B753616F-0324-4A25-A24A-92F5B5C5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D97EF6E-DE46-42BF-8E30-C23EC3C68EE3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14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6668F4C-F8B7-438B-9B85-CE42A765A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701675"/>
            <a:ext cx="8077200" cy="143118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使用線段樹進行區間最大值的查找及修改</a:t>
            </a:r>
            <a:endParaRPr lang="en-US" altLang="zh-TW" sz="2400" b="1">
              <a:solidFill>
                <a:srgbClr val="3BA943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線段樹（查詢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[0,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4]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的最大值）：</a:t>
            </a:r>
            <a:endParaRPr lang="en-US" altLang="zh-TW" sz="2400">
              <a:latin typeface="Times New Roman" panose="02020603050405020304" pitchFamily="18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C5B6C76F-386F-4DDC-B776-A864D589E3AA}"/>
              </a:ext>
            </a:extLst>
          </p:cNvPr>
          <p:cNvSpPr/>
          <p:nvPr/>
        </p:nvSpPr>
        <p:spPr bwMode="auto">
          <a:xfrm>
            <a:off x="3995936" y="2132856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A71E5E7-AADA-4BF6-BA5F-D1769F665D04}"/>
              </a:ext>
            </a:extLst>
          </p:cNvPr>
          <p:cNvSpPr/>
          <p:nvPr/>
        </p:nvSpPr>
        <p:spPr bwMode="auto">
          <a:xfrm>
            <a:off x="2090765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24A4B17F-45A5-49B3-B035-59356F7511B9}"/>
              </a:ext>
            </a:extLst>
          </p:cNvPr>
          <p:cNvSpPr/>
          <p:nvPr/>
        </p:nvSpPr>
        <p:spPr bwMode="auto">
          <a:xfrm>
            <a:off x="1027415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28A5798F-8AA9-4FAE-A5D9-7B766BD0F883}"/>
              </a:ext>
            </a:extLst>
          </p:cNvPr>
          <p:cNvSpPr/>
          <p:nvPr/>
        </p:nvSpPr>
        <p:spPr bwMode="auto">
          <a:xfrm>
            <a:off x="362573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8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84D983B7-4D95-42AF-B482-03F726F92068}"/>
              </a:ext>
            </a:extLst>
          </p:cNvPr>
          <p:cNvSpPr/>
          <p:nvPr/>
        </p:nvSpPr>
        <p:spPr bwMode="auto">
          <a:xfrm>
            <a:off x="1554837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9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4B7A6B8A-A933-4084-BA83-C7912B0EADE4}"/>
              </a:ext>
            </a:extLst>
          </p:cNvPr>
          <p:cNvSpPr/>
          <p:nvPr/>
        </p:nvSpPr>
        <p:spPr bwMode="auto">
          <a:xfrm>
            <a:off x="3069809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B4A5F670-8A75-4C5F-BFBC-797F4FB26732}"/>
              </a:ext>
            </a:extLst>
          </p:cNvPr>
          <p:cNvSpPr/>
          <p:nvPr/>
        </p:nvSpPr>
        <p:spPr bwMode="auto">
          <a:xfrm>
            <a:off x="2404967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10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AAC5EDE2-70B2-414C-AD82-0B6E80A19C5D}"/>
              </a:ext>
            </a:extLst>
          </p:cNvPr>
          <p:cNvSpPr/>
          <p:nvPr/>
        </p:nvSpPr>
        <p:spPr bwMode="auto">
          <a:xfrm>
            <a:off x="3597231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74DEB6E7-6C24-4C9D-BCA3-72FA20F6FB70}"/>
              </a:ext>
            </a:extLst>
          </p:cNvPr>
          <p:cNvSpPr/>
          <p:nvPr/>
        </p:nvSpPr>
        <p:spPr bwMode="auto">
          <a:xfrm>
            <a:off x="6153818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2897B1BB-B26A-4AD0-90BA-9018B9349C6A}"/>
              </a:ext>
            </a:extLst>
          </p:cNvPr>
          <p:cNvSpPr/>
          <p:nvPr/>
        </p:nvSpPr>
        <p:spPr bwMode="auto">
          <a:xfrm>
            <a:off x="5090468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6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53F79CEA-6B6C-40FD-95F1-2409A6592FEA}"/>
              </a:ext>
            </a:extLst>
          </p:cNvPr>
          <p:cNvSpPr/>
          <p:nvPr/>
        </p:nvSpPr>
        <p:spPr bwMode="auto">
          <a:xfrm>
            <a:off x="4425626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80CFF65B-CAA1-459B-9349-96DC6DC1E36E}"/>
              </a:ext>
            </a:extLst>
          </p:cNvPr>
          <p:cNvSpPr/>
          <p:nvPr/>
        </p:nvSpPr>
        <p:spPr bwMode="auto">
          <a:xfrm>
            <a:off x="5617890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AC7398C9-200D-43DE-B5FA-33CA8A79F980}"/>
              </a:ext>
            </a:extLst>
          </p:cNvPr>
          <p:cNvSpPr/>
          <p:nvPr/>
        </p:nvSpPr>
        <p:spPr bwMode="auto">
          <a:xfrm>
            <a:off x="7132862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7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D25BCE8D-D30A-4EA1-8F6B-73495B3829CA}"/>
              </a:ext>
            </a:extLst>
          </p:cNvPr>
          <p:cNvSpPr/>
          <p:nvPr/>
        </p:nvSpPr>
        <p:spPr bwMode="auto">
          <a:xfrm>
            <a:off x="6468020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0CE78995-30A5-473C-BCB3-AA65F9A1FF0D}"/>
              </a:ext>
            </a:extLst>
          </p:cNvPr>
          <p:cNvSpPr/>
          <p:nvPr/>
        </p:nvSpPr>
        <p:spPr bwMode="auto">
          <a:xfrm>
            <a:off x="7660284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850AE454-5675-4FDC-85E7-4AD36E248056}"/>
              </a:ext>
            </a:extLst>
          </p:cNvPr>
          <p:cNvCxnSpPr>
            <a:stCxn id="2" idx="3"/>
            <a:endCxn id="6" idx="7"/>
          </p:cNvCxnSpPr>
          <p:nvPr/>
        </p:nvCxnSpPr>
        <p:spPr bwMode="auto">
          <a:xfrm flipH="1">
            <a:off x="2582466" y="2624557"/>
            <a:ext cx="1497833" cy="60077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4F8077E7-BBCC-4A07-A555-181D84AEE9E1}"/>
              </a:ext>
            </a:extLst>
          </p:cNvPr>
          <p:cNvCxnSpPr>
            <a:stCxn id="2" idx="5"/>
            <a:endCxn id="17" idx="1"/>
          </p:cNvCxnSpPr>
          <p:nvPr/>
        </p:nvCxnSpPr>
        <p:spPr bwMode="auto">
          <a:xfrm>
            <a:off x="4487637" y="2624557"/>
            <a:ext cx="1750544" cy="6007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9D5B2303-FFDB-4831-88DE-7845A432B0E9}"/>
              </a:ext>
            </a:extLst>
          </p:cNvPr>
          <p:cNvCxnSpPr>
            <a:stCxn id="6" idx="3"/>
            <a:endCxn id="8" idx="7"/>
          </p:cNvCxnSpPr>
          <p:nvPr/>
        </p:nvCxnSpPr>
        <p:spPr bwMode="auto">
          <a:xfrm flipH="1">
            <a:off x="1519116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B8BCA63B-7E3F-4E50-988A-F41BE0A7DA26}"/>
              </a:ext>
            </a:extLst>
          </p:cNvPr>
          <p:cNvCxnSpPr>
            <a:stCxn id="6" idx="5"/>
            <a:endCxn id="14" idx="1"/>
          </p:cNvCxnSpPr>
          <p:nvPr/>
        </p:nvCxnSpPr>
        <p:spPr bwMode="auto">
          <a:xfrm>
            <a:off x="2582466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BC3704D4-0CE2-4C7E-98D1-A355F20BF121}"/>
              </a:ext>
            </a:extLst>
          </p:cNvPr>
          <p:cNvCxnSpPr>
            <a:stCxn id="17" idx="3"/>
            <a:endCxn id="18" idx="7"/>
          </p:cNvCxnSpPr>
          <p:nvPr/>
        </p:nvCxnSpPr>
        <p:spPr bwMode="auto">
          <a:xfrm flipH="1">
            <a:off x="5582169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097" name="直線單箭頭接點 4096">
            <a:extLst>
              <a:ext uri="{FF2B5EF4-FFF2-40B4-BE49-F238E27FC236}">
                <a16:creationId xmlns:a16="http://schemas.microsoft.com/office/drawing/2014/main" id="{8D519409-BE2B-4643-BECA-0911C723EFCD}"/>
              </a:ext>
            </a:extLst>
          </p:cNvPr>
          <p:cNvCxnSpPr>
            <a:stCxn id="17" idx="5"/>
            <a:endCxn id="21" idx="1"/>
          </p:cNvCxnSpPr>
          <p:nvPr/>
        </p:nvCxnSpPr>
        <p:spPr bwMode="auto">
          <a:xfrm>
            <a:off x="6645519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1" name="直線單箭頭接點 4100">
            <a:extLst>
              <a:ext uri="{FF2B5EF4-FFF2-40B4-BE49-F238E27FC236}">
                <a16:creationId xmlns:a16="http://schemas.microsoft.com/office/drawing/2014/main" id="{5A503686-DAB9-4BCD-9192-68CAFB2B93B7}"/>
              </a:ext>
            </a:extLst>
          </p:cNvPr>
          <p:cNvCxnSpPr>
            <a:stCxn id="8" idx="3"/>
            <a:endCxn id="12" idx="0"/>
          </p:cNvCxnSpPr>
          <p:nvPr/>
        </p:nvCxnSpPr>
        <p:spPr bwMode="auto">
          <a:xfrm flipH="1">
            <a:off x="650605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3" name="直線單箭頭接點 4102">
            <a:extLst>
              <a:ext uri="{FF2B5EF4-FFF2-40B4-BE49-F238E27FC236}">
                <a16:creationId xmlns:a16="http://schemas.microsoft.com/office/drawing/2014/main" id="{A05A3529-647E-43FC-83FE-079028A3280E}"/>
              </a:ext>
            </a:extLst>
          </p:cNvPr>
          <p:cNvCxnSpPr>
            <a:stCxn id="8" idx="5"/>
            <a:endCxn id="13" idx="0"/>
          </p:cNvCxnSpPr>
          <p:nvPr/>
        </p:nvCxnSpPr>
        <p:spPr bwMode="auto">
          <a:xfrm>
            <a:off x="1519116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5" name="直線單箭頭接點 4104">
            <a:extLst>
              <a:ext uri="{FF2B5EF4-FFF2-40B4-BE49-F238E27FC236}">
                <a16:creationId xmlns:a16="http://schemas.microsoft.com/office/drawing/2014/main" id="{89A82FA7-C7D5-465E-99F4-465CD3EE26B3}"/>
              </a:ext>
            </a:extLst>
          </p:cNvPr>
          <p:cNvCxnSpPr>
            <a:stCxn id="14" idx="3"/>
            <a:endCxn id="15" idx="0"/>
          </p:cNvCxnSpPr>
          <p:nvPr/>
        </p:nvCxnSpPr>
        <p:spPr bwMode="auto">
          <a:xfrm flipH="1">
            <a:off x="2692999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7" name="直線單箭頭接點 4106">
            <a:extLst>
              <a:ext uri="{FF2B5EF4-FFF2-40B4-BE49-F238E27FC236}">
                <a16:creationId xmlns:a16="http://schemas.microsoft.com/office/drawing/2014/main" id="{11769B98-9686-4B44-94E0-F9123DD9669D}"/>
              </a:ext>
            </a:extLst>
          </p:cNvPr>
          <p:cNvCxnSpPr>
            <a:stCxn id="14" idx="5"/>
            <a:endCxn id="16" idx="0"/>
          </p:cNvCxnSpPr>
          <p:nvPr/>
        </p:nvCxnSpPr>
        <p:spPr bwMode="auto">
          <a:xfrm>
            <a:off x="3561510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9" name="直線單箭頭接點 4108">
            <a:extLst>
              <a:ext uri="{FF2B5EF4-FFF2-40B4-BE49-F238E27FC236}">
                <a16:creationId xmlns:a16="http://schemas.microsoft.com/office/drawing/2014/main" id="{47CA872F-CA5B-472C-9910-7DAFDDD9B10D}"/>
              </a:ext>
            </a:extLst>
          </p:cNvPr>
          <p:cNvCxnSpPr>
            <a:stCxn id="18" idx="3"/>
            <a:endCxn id="19" idx="0"/>
          </p:cNvCxnSpPr>
          <p:nvPr/>
        </p:nvCxnSpPr>
        <p:spPr bwMode="auto">
          <a:xfrm flipH="1">
            <a:off x="4713658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1" name="直線單箭頭接點 4110">
            <a:extLst>
              <a:ext uri="{FF2B5EF4-FFF2-40B4-BE49-F238E27FC236}">
                <a16:creationId xmlns:a16="http://schemas.microsoft.com/office/drawing/2014/main" id="{B33115C2-9752-4B0E-B114-ABAB397DED48}"/>
              </a:ext>
            </a:extLst>
          </p:cNvPr>
          <p:cNvCxnSpPr>
            <a:stCxn id="18" idx="5"/>
            <a:endCxn id="20" idx="0"/>
          </p:cNvCxnSpPr>
          <p:nvPr/>
        </p:nvCxnSpPr>
        <p:spPr bwMode="auto">
          <a:xfrm>
            <a:off x="5582169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3" name="直線單箭頭接點 4112">
            <a:extLst>
              <a:ext uri="{FF2B5EF4-FFF2-40B4-BE49-F238E27FC236}">
                <a16:creationId xmlns:a16="http://schemas.microsoft.com/office/drawing/2014/main" id="{FA3D8BB7-0CEA-4794-A91A-B7FEED8B3CED}"/>
              </a:ext>
            </a:extLst>
          </p:cNvPr>
          <p:cNvCxnSpPr>
            <a:stCxn id="21" idx="3"/>
            <a:endCxn id="22" idx="0"/>
          </p:cNvCxnSpPr>
          <p:nvPr/>
        </p:nvCxnSpPr>
        <p:spPr bwMode="auto">
          <a:xfrm flipH="1">
            <a:off x="6756052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5" name="直線單箭頭接點 4114">
            <a:extLst>
              <a:ext uri="{FF2B5EF4-FFF2-40B4-BE49-F238E27FC236}">
                <a16:creationId xmlns:a16="http://schemas.microsoft.com/office/drawing/2014/main" id="{4C4F9573-708B-4F0F-943B-2D2DEA9BE0EB}"/>
              </a:ext>
            </a:extLst>
          </p:cNvPr>
          <p:cNvCxnSpPr>
            <a:stCxn id="21" idx="5"/>
            <a:endCxn id="23" idx="0"/>
          </p:cNvCxnSpPr>
          <p:nvPr/>
        </p:nvCxnSpPr>
        <p:spPr bwMode="auto">
          <a:xfrm>
            <a:off x="7624563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4116" name="文字方塊 4115">
            <a:extLst>
              <a:ext uri="{FF2B5EF4-FFF2-40B4-BE49-F238E27FC236}">
                <a16:creationId xmlns:a16="http://schemas.microsoft.com/office/drawing/2014/main" id="{20348D9F-1EA7-4BB2-BFE8-31E2D2E5CF9F}"/>
              </a:ext>
            </a:extLst>
          </p:cNvPr>
          <p:cNvSpPr txBox="1"/>
          <p:nvPr/>
        </p:nvSpPr>
        <p:spPr>
          <a:xfrm>
            <a:off x="3828233" y="1616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93BC6394-BAA1-4241-A13E-5ED1FA8C96C7}"/>
              </a:ext>
            </a:extLst>
          </p:cNvPr>
          <p:cNvSpPr txBox="1"/>
          <p:nvPr/>
        </p:nvSpPr>
        <p:spPr>
          <a:xfrm>
            <a:off x="5985470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471F774A-6B16-4A62-9E74-03939FA24299}"/>
              </a:ext>
            </a:extLst>
          </p:cNvPr>
          <p:cNvSpPr txBox="1"/>
          <p:nvPr/>
        </p:nvSpPr>
        <p:spPr>
          <a:xfrm>
            <a:off x="1920624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796226E8-7F16-4585-9F4C-9839A66D9EDD}"/>
              </a:ext>
            </a:extLst>
          </p:cNvPr>
          <p:cNvSpPr txBox="1"/>
          <p:nvPr/>
        </p:nvSpPr>
        <p:spPr>
          <a:xfrm>
            <a:off x="769532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055C9D2D-A36E-41E8-BEE6-FFCDCC35B758}"/>
              </a:ext>
            </a:extLst>
          </p:cNvPr>
          <p:cNvSpPr txBox="1"/>
          <p:nvPr/>
        </p:nvSpPr>
        <p:spPr>
          <a:xfrm>
            <a:off x="2970927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B88E7D58-8A68-4D94-826E-7DCD2DB20F13}"/>
              </a:ext>
            </a:extLst>
          </p:cNvPr>
          <p:cNvSpPr txBox="1"/>
          <p:nvPr/>
        </p:nvSpPr>
        <p:spPr>
          <a:xfrm>
            <a:off x="4796350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6685B1BD-1C53-4C5C-B950-818A2E75B629}"/>
              </a:ext>
            </a:extLst>
          </p:cNvPr>
          <p:cNvSpPr txBox="1"/>
          <p:nvPr/>
        </p:nvSpPr>
        <p:spPr>
          <a:xfrm>
            <a:off x="7061245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A0D0C70B-5EC2-42E3-873D-4BFB2BADECBD}"/>
              </a:ext>
            </a:extLst>
          </p:cNvPr>
          <p:cNvSpPr txBox="1"/>
          <p:nvPr/>
        </p:nvSpPr>
        <p:spPr>
          <a:xfrm>
            <a:off x="17675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0]</a:t>
            </a:r>
            <a:endParaRPr lang="zh-TW" altLang="en-US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85FAA642-DD10-4387-810A-A04BBA6CC8C9}"/>
              </a:ext>
            </a:extLst>
          </p:cNvPr>
          <p:cNvSpPr txBox="1"/>
          <p:nvPr/>
        </p:nvSpPr>
        <p:spPr>
          <a:xfrm>
            <a:off x="136902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[1,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34372670-4B86-43D9-9A49-F5AE1523DAE1}"/>
              </a:ext>
            </a:extLst>
          </p:cNvPr>
          <p:cNvSpPr txBox="1"/>
          <p:nvPr/>
        </p:nvSpPr>
        <p:spPr>
          <a:xfrm>
            <a:off x="226747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2]</a:t>
            </a:r>
            <a:endParaRPr lang="zh-TW" altLang="en-US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BD79FF43-3472-48B4-8A9E-C1221291BD26}"/>
              </a:ext>
            </a:extLst>
          </p:cNvPr>
          <p:cNvSpPr txBox="1"/>
          <p:nvPr/>
        </p:nvSpPr>
        <p:spPr>
          <a:xfrm>
            <a:off x="341141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[3,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3934F855-1CB3-45E8-BE1E-EA8232A70B73}"/>
              </a:ext>
            </a:extLst>
          </p:cNvPr>
          <p:cNvSpPr txBox="1"/>
          <p:nvPr/>
        </p:nvSpPr>
        <p:spPr>
          <a:xfrm>
            <a:off x="424790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4]</a:t>
            </a:r>
            <a:endParaRPr lang="zh-TW" altLang="en-US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F23D3963-3DA0-4BF4-98A2-6BBED21DDF66}"/>
              </a:ext>
            </a:extLst>
          </p:cNvPr>
          <p:cNvSpPr txBox="1"/>
          <p:nvPr/>
        </p:nvSpPr>
        <p:spPr>
          <a:xfrm>
            <a:off x="5409100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[5,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14B482E4-1078-4A72-A34D-4CDCE318794C}"/>
              </a:ext>
            </a:extLst>
          </p:cNvPr>
          <p:cNvSpPr txBox="1"/>
          <p:nvPr/>
        </p:nvSpPr>
        <p:spPr>
          <a:xfrm>
            <a:off x="6339769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6]</a:t>
            </a:r>
            <a:endParaRPr lang="zh-TW" altLang="en-US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21A8288B-B82B-44D3-A3E6-A992123CC647}"/>
              </a:ext>
            </a:extLst>
          </p:cNvPr>
          <p:cNvSpPr txBox="1"/>
          <p:nvPr/>
        </p:nvSpPr>
        <p:spPr>
          <a:xfrm>
            <a:off x="752358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[7,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4118" name="矩形 4117">
            <a:extLst>
              <a:ext uri="{FF2B5EF4-FFF2-40B4-BE49-F238E27FC236}">
                <a16:creationId xmlns:a16="http://schemas.microsoft.com/office/drawing/2014/main" id="{1914A3E9-A800-4368-91DA-4CB8949E6C74}"/>
              </a:ext>
            </a:extLst>
          </p:cNvPr>
          <p:cNvSpPr/>
          <p:nvPr/>
        </p:nvSpPr>
        <p:spPr bwMode="auto">
          <a:xfrm>
            <a:off x="3828233" y="1616445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2" name="表格 71">
                <a:extLst>
                  <a:ext uri="{FF2B5EF4-FFF2-40B4-BE49-F238E27FC236}">
                    <a16:creationId xmlns:a16="http://schemas.microsoft.com/office/drawing/2014/main" id="{AAA0D7AC-687D-45E4-8AD5-C344E77DC3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2" name="表格 71">
                <a:extLst>
                  <a:ext uri="{FF2B5EF4-FFF2-40B4-BE49-F238E27FC236}">
                    <a16:creationId xmlns:a16="http://schemas.microsoft.com/office/drawing/2014/main" id="{AAA0D7AC-687D-45E4-8AD5-C344E77DC3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592" t="-1515" r="-699408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101190" t="-1515" r="-60357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515" r="-5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515" r="-4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02381" t="-1515" r="-30238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99408" t="-1515" r="-200592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02976" t="-1515" r="-101786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98817" t="-1515" r="-1183" b="-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120" name="文字方塊 4119">
            <a:extLst>
              <a:ext uri="{FF2B5EF4-FFF2-40B4-BE49-F238E27FC236}">
                <a16:creationId xmlns:a16="http://schemas.microsoft.com/office/drawing/2014/main" id="{D25DD878-8865-4C07-8FC1-9664A227C3D9}"/>
              </a:ext>
            </a:extLst>
          </p:cNvPr>
          <p:cNvSpPr txBox="1"/>
          <p:nvPr/>
        </p:nvSpPr>
        <p:spPr>
          <a:xfrm>
            <a:off x="3597231" y="2130137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74934067-92BB-4AB5-8753-A0BACA71A1C0}"/>
              </a:ext>
            </a:extLst>
          </p:cNvPr>
          <p:cNvSpPr txBox="1"/>
          <p:nvPr/>
        </p:nvSpPr>
        <p:spPr>
          <a:xfrm>
            <a:off x="1700075" y="3081392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5</a:t>
            </a:r>
            <a:endParaRPr lang="zh-TW" altLang="en-US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88F7DCC0-43F4-41DB-992F-12E0407D4F53}"/>
              </a:ext>
            </a:extLst>
          </p:cNvPr>
          <p:cNvSpPr txBox="1"/>
          <p:nvPr/>
        </p:nvSpPr>
        <p:spPr>
          <a:xfrm>
            <a:off x="650040" y="4110857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4</a:t>
            </a:r>
            <a:endParaRPr lang="zh-TW" altLang="en-US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22337748-84FF-4523-90C1-60C4F1A5B02C}"/>
              </a:ext>
            </a:extLst>
          </p:cNvPr>
          <p:cNvSpPr txBox="1"/>
          <p:nvPr/>
        </p:nvSpPr>
        <p:spPr>
          <a:xfrm>
            <a:off x="2662471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5</a:t>
            </a:r>
            <a:endParaRPr lang="zh-TW" altLang="en-US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C1B1BD6C-750A-483F-BF2B-28B18201C6E3}"/>
              </a:ext>
            </a:extLst>
          </p:cNvPr>
          <p:cNvSpPr txBox="1"/>
          <p:nvPr/>
        </p:nvSpPr>
        <p:spPr>
          <a:xfrm>
            <a:off x="4696322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CF2473B5-910B-4DCC-9340-ACA14B16AD3D}"/>
              </a:ext>
            </a:extLst>
          </p:cNvPr>
          <p:cNvSpPr txBox="1"/>
          <p:nvPr/>
        </p:nvSpPr>
        <p:spPr>
          <a:xfrm>
            <a:off x="6697781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4</a:t>
            </a:r>
            <a:endParaRPr lang="zh-TW" altLang="en-US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430A5D47-BEF4-4E34-AB60-B5654E93F51B}"/>
              </a:ext>
            </a:extLst>
          </p:cNvPr>
          <p:cNvSpPr txBox="1"/>
          <p:nvPr/>
        </p:nvSpPr>
        <p:spPr>
          <a:xfrm>
            <a:off x="5756089" y="3146942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0711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B753616F-0324-4A25-A24A-92F5B5C5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D97EF6E-DE46-42BF-8E30-C23EC3C68EE3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15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6668F4C-F8B7-438B-9B85-CE42A765A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701675"/>
            <a:ext cx="8077200" cy="143118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使用線段樹進行區間最大值的查找及修改</a:t>
            </a:r>
            <a:endParaRPr lang="en-US" altLang="zh-TW" sz="2400" b="1">
              <a:solidFill>
                <a:srgbClr val="3BA943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線段樹（修改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[0,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0]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為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10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）：先往下找到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[0,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0]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的位置</a:t>
            </a:r>
            <a:endParaRPr lang="en-US" altLang="zh-TW" sz="2400">
              <a:latin typeface="Times New Roman" panose="02020603050405020304" pitchFamily="18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C5B6C76F-386F-4DDC-B776-A864D589E3AA}"/>
              </a:ext>
            </a:extLst>
          </p:cNvPr>
          <p:cNvSpPr/>
          <p:nvPr/>
        </p:nvSpPr>
        <p:spPr bwMode="auto">
          <a:xfrm>
            <a:off x="3995936" y="2132856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A71E5E7-AADA-4BF6-BA5F-D1769F665D04}"/>
              </a:ext>
            </a:extLst>
          </p:cNvPr>
          <p:cNvSpPr/>
          <p:nvPr/>
        </p:nvSpPr>
        <p:spPr bwMode="auto">
          <a:xfrm>
            <a:off x="2090765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24A4B17F-45A5-49B3-B035-59356F7511B9}"/>
              </a:ext>
            </a:extLst>
          </p:cNvPr>
          <p:cNvSpPr/>
          <p:nvPr/>
        </p:nvSpPr>
        <p:spPr bwMode="auto">
          <a:xfrm>
            <a:off x="1027415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28A5798F-8AA9-4FAE-A5D9-7B766BD0F883}"/>
              </a:ext>
            </a:extLst>
          </p:cNvPr>
          <p:cNvSpPr/>
          <p:nvPr/>
        </p:nvSpPr>
        <p:spPr bwMode="auto">
          <a:xfrm>
            <a:off x="362573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8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84D983B7-4D95-42AF-B482-03F726F92068}"/>
              </a:ext>
            </a:extLst>
          </p:cNvPr>
          <p:cNvSpPr/>
          <p:nvPr/>
        </p:nvSpPr>
        <p:spPr bwMode="auto">
          <a:xfrm>
            <a:off x="1554837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9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4B7A6B8A-A933-4084-BA83-C7912B0EADE4}"/>
              </a:ext>
            </a:extLst>
          </p:cNvPr>
          <p:cNvSpPr/>
          <p:nvPr/>
        </p:nvSpPr>
        <p:spPr bwMode="auto">
          <a:xfrm>
            <a:off x="3069809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B4A5F670-8A75-4C5F-BFBC-797F4FB26732}"/>
              </a:ext>
            </a:extLst>
          </p:cNvPr>
          <p:cNvSpPr/>
          <p:nvPr/>
        </p:nvSpPr>
        <p:spPr bwMode="auto">
          <a:xfrm>
            <a:off x="2404967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10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AAC5EDE2-70B2-414C-AD82-0B6E80A19C5D}"/>
              </a:ext>
            </a:extLst>
          </p:cNvPr>
          <p:cNvSpPr/>
          <p:nvPr/>
        </p:nvSpPr>
        <p:spPr bwMode="auto">
          <a:xfrm>
            <a:off x="3597231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74DEB6E7-6C24-4C9D-BCA3-72FA20F6FB70}"/>
              </a:ext>
            </a:extLst>
          </p:cNvPr>
          <p:cNvSpPr/>
          <p:nvPr/>
        </p:nvSpPr>
        <p:spPr bwMode="auto">
          <a:xfrm>
            <a:off x="6153818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2897B1BB-B26A-4AD0-90BA-9018B9349C6A}"/>
              </a:ext>
            </a:extLst>
          </p:cNvPr>
          <p:cNvSpPr/>
          <p:nvPr/>
        </p:nvSpPr>
        <p:spPr bwMode="auto">
          <a:xfrm>
            <a:off x="5090468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6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53F79CEA-6B6C-40FD-95F1-2409A6592FEA}"/>
              </a:ext>
            </a:extLst>
          </p:cNvPr>
          <p:cNvSpPr/>
          <p:nvPr/>
        </p:nvSpPr>
        <p:spPr bwMode="auto">
          <a:xfrm>
            <a:off x="4425626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80CFF65B-CAA1-459B-9349-96DC6DC1E36E}"/>
              </a:ext>
            </a:extLst>
          </p:cNvPr>
          <p:cNvSpPr/>
          <p:nvPr/>
        </p:nvSpPr>
        <p:spPr bwMode="auto">
          <a:xfrm>
            <a:off x="5617890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AC7398C9-200D-43DE-B5FA-33CA8A79F980}"/>
              </a:ext>
            </a:extLst>
          </p:cNvPr>
          <p:cNvSpPr/>
          <p:nvPr/>
        </p:nvSpPr>
        <p:spPr bwMode="auto">
          <a:xfrm>
            <a:off x="7132862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7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D25BCE8D-D30A-4EA1-8F6B-73495B3829CA}"/>
              </a:ext>
            </a:extLst>
          </p:cNvPr>
          <p:cNvSpPr/>
          <p:nvPr/>
        </p:nvSpPr>
        <p:spPr bwMode="auto">
          <a:xfrm>
            <a:off x="6468020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0CE78995-30A5-473C-BCB3-AA65F9A1FF0D}"/>
              </a:ext>
            </a:extLst>
          </p:cNvPr>
          <p:cNvSpPr/>
          <p:nvPr/>
        </p:nvSpPr>
        <p:spPr bwMode="auto">
          <a:xfrm>
            <a:off x="7660284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850AE454-5675-4FDC-85E7-4AD36E248056}"/>
              </a:ext>
            </a:extLst>
          </p:cNvPr>
          <p:cNvCxnSpPr>
            <a:stCxn id="2" idx="3"/>
            <a:endCxn id="6" idx="7"/>
          </p:cNvCxnSpPr>
          <p:nvPr/>
        </p:nvCxnSpPr>
        <p:spPr bwMode="auto">
          <a:xfrm flipH="1">
            <a:off x="2582466" y="2624557"/>
            <a:ext cx="1497833" cy="60077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4F8077E7-BBCC-4A07-A555-181D84AEE9E1}"/>
              </a:ext>
            </a:extLst>
          </p:cNvPr>
          <p:cNvCxnSpPr>
            <a:stCxn id="2" idx="5"/>
            <a:endCxn id="17" idx="1"/>
          </p:cNvCxnSpPr>
          <p:nvPr/>
        </p:nvCxnSpPr>
        <p:spPr bwMode="auto">
          <a:xfrm>
            <a:off x="4487637" y="2624557"/>
            <a:ext cx="1750544" cy="6007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9D5B2303-FFDB-4831-88DE-7845A432B0E9}"/>
              </a:ext>
            </a:extLst>
          </p:cNvPr>
          <p:cNvCxnSpPr>
            <a:stCxn id="6" idx="3"/>
            <a:endCxn id="8" idx="7"/>
          </p:cNvCxnSpPr>
          <p:nvPr/>
        </p:nvCxnSpPr>
        <p:spPr bwMode="auto">
          <a:xfrm flipH="1">
            <a:off x="1519116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B8BCA63B-7E3F-4E50-988A-F41BE0A7DA26}"/>
              </a:ext>
            </a:extLst>
          </p:cNvPr>
          <p:cNvCxnSpPr>
            <a:stCxn id="6" idx="5"/>
            <a:endCxn id="14" idx="1"/>
          </p:cNvCxnSpPr>
          <p:nvPr/>
        </p:nvCxnSpPr>
        <p:spPr bwMode="auto">
          <a:xfrm>
            <a:off x="2582466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BC3704D4-0CE2-4C7E-98D1-A355F20BF121}"/>
              </a:ext>
            </a:extLst>
          </p:cNvPr>
          <p:cNvCxnSpPr>
            <a:stCxn id="17" idx="3"/>
            <a:endCxn id="18" idx="7"/>
          </p:cNvCxnSpPr>
          <p:nvPr/>
        </p:nvCxnSpPr>
        <p:spPr bwMode="auto">
          <a:xfrm flipH="1">
            <a:off x="5582169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097" name="直線單箭頭接點 4096">
            <a:extLst>
              <a:ext uri="{FF2B5EF4-FFF2-40B4-BE49-F238E27FC236}">
                <a16:creationId xmlns:a16="http://schemas.microsoft.com/office/drawing/2014/main" id="{8D519409-BE2B-4643-BECA-0911C723EFCD}"/>
              </a:ext>
            </a:extLst>
          </p:cNvPr>
          <p:cNvCxnSpPr>
            <a:stCxn id="17" idx="5"/>
            <a:endCxn id="21" idx="1"/>
          </p:cNvCxnSpPr>
          <p:nvPr/>
        </p:nvCxnSpPr>
        <p:spPr bwMode="auto">
          <a:xfrm>
            <a:off x="6645519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1" name="直線單箭頭接點 4100">
            <a:extLst>
              <a:ext uri="{FF2B5EF4-FFF2-40B4-BE49-F238E27FC236}">
                <a16:creationId xmlns:a16="http://schemas.microsoft.com/office/drawing/2014/main" id="{5A503686-DAB9-4BCD-9192-68CAFB2B93B7}"/>
              </a:ext>
            </a:extLst>
          </p:cNvPr>
          <p:cNvCxnSpPr>
            <a:stCxn id="8" idx="3"/>
            <a:endCxn id="12" idx="0"/>
          </p:cNvCxnSpPr>
          <p:nvPr/>
        </p:nvCxnSpPr>
        <p:spPr bwMode="auto">
          <a:xfrm flipH="1">
            <a:off x="650605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3" name="直線單箭頭接點 4102">
            <a:extLst>
              <a:ext uri="{FF2B5EF4-FFF2-40B4-BE49-F238E27FC236}">
                <a16:creationId xmlns:a16="http://schemas.microsoft.com/office/drawing/2014/main" id="{A05A3529-647E-43FC-83FE-079028A3280E}"/>
              </a:ext>
            </a:extLst>
          </p:cNvPr>
          <p:cNvCxnSpPr>
            <a:stCxn id="8" idx="5"/>
            <a:endCxn id="13" idx="0"/>
          </p:cNvCxnSpPr>
          <p:nvPr/>
        </p:nvCxnSpPr>
        <p:spPr bwMode="auto">
          <a:xfrm>
            <a:off x="1519116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5" name="直線單箭頭接點 4104">
            <a:extLst>
              <a:ext uri="{FF2B5EF4-FFF2-40B4-BE49-F238E27FC236}">
                <a16:creationId xmlns:a16="http://schemas.microsoft.com/office/drawing/2014/main" id="{89A82FA7-C7D5-465E-99F4-465CD3EE26B3}"/>
              </a:ext>
            </a:extLst>
          </p:cNvPr>
          <p:cNvCxnSpPr>
            <a:stCxn id="14" idx="3"/>
            <a:endCxn id="15" idx="0"/>
          </p:cNvCxnSpPr>
          <p:nvPr/>
        </p:nvCxnSpPr>
        <p:spPr bwMode="auto">
          <a:xfrm flipH="1">
            <a:off x="2692999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7" name="直線單箭頭接點 4106">
            <a:extLst>
              <a:ext uri="{FF2B5EF4-FFF2-40B4-BE49-F238E27FC236}">
                <a16:creationId xmlns:a16="http://schemas.microsoft.com/office/drawing/2014/main" id="{11769B98-9686-4B44-94E0-F9123DD9669D}"/>
              </a:ext>
            </a:extLst>
          </p:cNvPr>
          <p:cNvCxnSpPr>
            <a:stCxn id="14" idx="5"/>
            <a:endCxn id="16" idx="0"/>
          </p:cNvCxnSpPr>
          <p:nvPr/>
        </p:nvCxnSpPr>
        <p:spPr bwMode="auto">
          <a:xfrm>
            <a:off x="3561510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9" name="直線單箭頭接點 4108">
            <a:extLst>
              <a:ext uri="{FF2B5EF4-FFF2-40B4-BE49-F238E27FC236}">
                <a16:creationId xmlns:a16="http://schemas.microsoft.com/office/drawing/2014/main" id="{47CA872F-CA5B-472C-9910-7DAFDDD9B10D}"/>
              </a:ext>
            </a:extLst>
          </p:cNvPr>
          <p:cNvCxnSpPr>
            <a:stCxn id="18" idx="3"/>
            <a:endCxn id="19" idx="0"/>
          </p:cNvCxnSpPr>
          <p:nvPr/>
        </p:nvCxnSpPr>
        <p:spPr bwMode="auto">
          <a:xfrm flipH="1">
            <a:off x="4713658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1" name="直線單箭頭接點 4110">
            <a:extLst>
              <a:ext uri="{FF2B5EF4-FFF2-40B4-BE49-F238E27FC236}">
                <a16:creationId xmlns:a16="http://schemas.microsoft.com/office/drawing/2014/main" id="{B33115C2-9752-4B0E-B114-ABAB397DED48}"/>
              </a:ext>
            </a:extLst>
          </p:cNvPr>
          <p:cNvCxnSpPr>
            <a:stCxn id="18" idx="5"/>
            <a:endCxn id="20" idx="0"/>
          </p:cNvCxnSpPr>
          <p:nvPr/>
        </p:nvCxnSpPr>
        <p:spPr bwMode="auto">
          <a:xfrm>
            <a:off x="5582169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3" name="直線單箭頭接點 4112">
            <a:extLst>
              <a:ext uri="{FF2B5EF4-FFF2-40B4-BE49-F238E27FC236}">
                <a16:creationId xmlns:a16="http://schemas.microsoft.com/office/drawing/2014/main" id="{FA3D8BB7-0CEA-4794-A91A-B7FEED8B3CED}"/>
              </a:ext>
            </a:extLst>
          </p:cNvPr>
          <p:cNvCxnSpPr>
            <a:stCxn id="21" idx="3"/>
            <a:endCxn id="22" idx="0"/>
          </p:cNvCxnSpPr>
          <p:nvPr/>
        </p:nvCxnSpPr>
        <p:spPr bwMode="auto">
          <a:xfrm flipH="1">
            <a:off x="6756052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5" name="直線單箭頭接點 4114">
            <a:extLst>
              <a:ext uri="{FF2B5EF4-FFF2-40B4-BE49-F238E27FC236}">
                <a16:creationId xmlns:a16="http://schemas.microsoft.com/office/drawing/2014/main" id="{4C4F9573-708B-4F0F-943B-2D2DEA9BE0EB}"/>
              </a:ext>
            </a:extLst>
          </p:cNvPr>
          <p:cNvCxnSpPr>
            <a:stCxn id="21" idx="5"/>
            <a:endCxn id="23" idx="0"/>
          </p:cNvCxnSpPr>
          <p:nvPr/>
        </p:nvCxnSpPr>
        <p:spPr bwMode="auto">
          <a:xfrm>
            <a:off x="7624563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4116" name="文字方塊 4115">
            <a:extLst>
              <a:ext uri="{FF2B5EF4-FFF2-40B4-BE49-F238E27FC236}">
                <a16:creationId xmlns:a16="http://schemas.microsoft.com/office/drawing/2014/main" id="{20348D9F-1EA7-4BB2-BFE8-31E2D2E5CF9F}"/>
              </a:ext>
            </a:extLst>
          </p:cNvPr>
          <p:cNvSpPr txBox="1"/>
          <p:nvPr/>
        </p:nvSpPr>
        <p:spPr>
          <a:xfrm>
            <a:off x="3828233" y="1616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93BC6394-BAA1-4241-A13E-5ED1FA8C96C7}"/>
              </a:ext>
            </a:extLst>
          </p:cNvPr>
          <p:cNvSpPr txBox="1"/>
          <p:nvPr/>
        </p:nvSpPr>
        <p:spPr>
          <a:xfrm>
            <a:off x="5985470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471F774A-6B16-4A62-9E74-03939FA24299}"/>
              </a:ext>
            </a:extLst>
          </p:cNvPr>
          <p:cNvSpPr txBox="1"/>
          <p:nvPr/>
        </p:nvSpPr>
        <p:spPr>
          <a:xfrm>
            <a:off x="1920624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796226E8-7F16-4585-9F4C-9839A66D9EDD}"/>
              </a:ext>
            </a:extLst>
          </p:cNvPr>
          <p:cNvSpPr txBox="1"/>
          <p:nvPr/>
        </p:nvSpPr>
        <p:spPr>
          <a:xfrm>
            <a:off x="769532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055C9D2D-A36E-41E8-BEE6-FFCDCC35B758}"/>
              </a:ext>
            </a:extLst>
          </p:cNvPr>
          <p:cNvSpPr txBox="1"/>
          <p:nvPr/>
        </p:nvSpPr>
        <p:spPr>
          <a:xfrm>
            <a:off x="2970927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B88E7D58-8A68-4D94-826E-7DCD2DB20F13}"/>
              </a:ext>
            </a:extLst>
          </p:cNvPr>
          <p:cNvSpPr txBox="1"/>
          <p:nvPr/>
        </p:nvSpPr>
        <p:spPr>
          <a:xfrm>
            <a:off x="4796350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6685B1BD-1C53-4C5C-B950-818A2E75B629}"/>
              </a:ext>
            </a:extLst>
          </p:cNvPr>
          <p:cNvSpPr txBox="1"/>
          <p:nvPr/>
        </p:nvSpPr>
        <p:spPr>
          <a:xfrm>
            <a:off x="7061245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A0D0C70B-5EC2-42E3-873D-4BFB2BADECBD}"/>
              </a:ext>
            </a:extLst>
          </p:cNvPr>
          <p:cNvSpPr txBox="1"/>
          <p:nvPr/>
        </p:nvSpPr>
        <p:spPr>
          <a:xfrm>
            <a:off x="17675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0]</a:t>
            </a:r>
            <a:endParaRPr lang="zh-TW" altLang="en-US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85FAA642-DD10-4387-810A-A04BBA6CC8C9}"/>
              </a:ext>
            </a:extLst>
          </p:cNvPr>
          <p:cNvSpPr txBox="1"/>
          <p:nvPr/>
        </p:nvSpPr>
        <p:spPr>
          <a:xfrm>
            <a:off x="136902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[1,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34372670-4B86-43D9-9A49-F5AE1523DAE1}"/>
              </a:ext>
            </a:extLst>
          </p:cNvPr>
          <p:cNvSpPr txBox="1"/>
          <p:nvPr/>
        </p:nvSpPr>
        <p:spPr>
          <a:xfrm>
            <a:off x="226747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2]</a:t>
            </a:r>
            <a:endParaRPr lang="zh-TW" altLang="en-US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BD79FF43-3472-48B4-8A9E-C1221291BD26}"/>
              </a:ext>
            </a:extLst>
          </p:cNvPr>
          <p:cNvSpPr txBox="1"/>
          <p:nvPr/>
        </p:nvSpPr>
        <p:spPr>
          <a:xfrm>
            <a:off x="341141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[3,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3934F855-1CB3-45E8-BE1E-EA8232A70B73}"/>
              </a:ext>
            </a:extLst>
          </p:cNvPr>
          <p:cNvSpPr txBox="1"/>
          <p:nvPr/>
        </p:nvSpPr>
        <p:spPr>
          <a:xfrm>
            <a:off x="424790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4]</a:t>
            </a:r>
            <a:endParaRPr lang="zh-TW" altLang="en-US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F23D3963-3DA0-4BF4-98A2-6BBED21DDF66}"/>
              </a:ext>
            </a:extLst>
          </p:cNvPr>
          <p:cNvSpPr txBox="1"/>
          <p:nvPr/>
        </p:nvSpPr>
        <p:spPr>
          <a:xfrm>
            <a:off x="5409100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[5,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14B482E4-1078-4A72-A34D-4CDCE318794C}"/>
              </a:ext>
            </a:extLst>
          </p:cNvPr>
          <p:cNvSpPr txBox="1"/>
          <p:nvPr/>
        </p:nvSpPr>
        <p:spPr>
          <a:xfrm>
            <a:off x="6339769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6]</a:t>
            </a:r>
            <a:endParaRPr lang="zh-TW" altLang="en-US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21A8288B-B82B-44D3-A3E6-A992123CC647}"/>
              </a:ext>
            </a:extLst>
          </p:cNvPr>
          <p:cNvSpPr txBox="1"/>
          <p:nvPr/>
        </p:nvSpPr>
        <p:spPr>
          <a:xfrm>
            <a:off x="752358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[7,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4118" name="矩形 4117">
            <a:extLst>
              <a:ext uri="{FF2B5EF4-FFF2-40B4-BE49-F238E27FC236}">
                <a16:creationId xmlns:a16="http://schemas.microsoft.com/office/drawing/2014/main" id="{1914A3E9-A800-4368-91DA-4CB8949E6C74}"/>
              </a:ext>
            </a:extLst>
          </p:cNvPr>
          <p:cNvSpPr/>
          <p:nvPr/>
        </p:nvSpPr>
        <p:spPr bwMode="auto">
          <a:xfrm>
            <a:off x="3828233" y="1616445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2" name="表格 71">
                <a:extLst>
                  <a:ext uri="{FF2B5EF4-FFF2-40B4-BE49-F238E27FC236}">
                    <a16:creationId xmlns:a16="http://schemas.microsoft.com/office/drawing/2014/main" id="{AAA0D7AC-687D-45E4-8AD5-C344E77DC3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2" name="表格 71">
                <a:extLst>
                  <a:ext uri="{FF2B5EF4-FFF2-40B4-BE49-F238E27FC236}">
                    <a16:creationId xmlns:a16="http://schemas.microsoft.com/office/drawing/2014/main" id="{AAA0D7AC-687D-45E4-8AD5-C344E77DC3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592" t="-1515" r="-699408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101190" t="-1515" r="-60357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515" r="-5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515" r="-4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02381" t="-1515" r="-30238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99408" t="-1515" r="-200592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02976" t="-1515" r="-101786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98817" t="-1515" r="-1183" b="-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120" name="文字方塊 4119">
            <a:extLst>
              <a:ext uri="{FF2B5EF4-FFF2-40B4-BE49-F238E27FC236}">
                <a16:creationId xmlns:a16="http://schemas.microsoft.com/office/drawing/2014/main" id="{D25DD878-8865-4C07-8FC1-9664A227C3D9}"/>
              </a:ext>
            </a:extLst>
          </p:cNvPr>
          <p:cNvSpPr txBox="1"/>
          <p:nvPr/>
        </p:nvSpPr>
        <p:spPr>
          <a:xfrm>
            <a:off x="3597231" y="2130137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74934067-92BB-4AB5-8753-A0BACA71A1C0}"/>
              </a:ext>
            </a:extLst>
          </p:cNvPr>
          <p:cNvSpPr txBox="1"/>
          <p:nvPr/>
        </p:nvSpPr>
        <p:spPr>
          <a:xfrm>
            <a:off x="1700075" y="3081392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5</a:t>
            </a:r>
            <a:endParaRPr lang="zh-TW" altLang="en-US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88F7DCC0-43F4-41DB-992F-12E0407D4F53}"/>
              </a:ext>
            </a:extLst>
          </p:cNvPr>
          <p:cNvSpPr txBox="1"/>
          <p:nvPr/>
        </p:nvSpPr>
        <p:spPr>
          <a:xfrm>
            <a:off x="650040" y="4110857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4</a:t>
            </a:r>
            <a:endParaRPr lang="zh-TW" altLang="en-US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22337748-84FF-4523-90C1-60C4F1A5B02C}"/>
              </a:ext>
            </a:extLst>
          </p:cNvPr>
          <p:cNvSpPr txBox="1"/>
          <p:nvPr/>
        </p:nvSpPr>
        <p:spPr>
          <a:xfrm>
            <a:off x="2662471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5</a:t>
            </a:r>
            <a:endParaRPr lang="zh-TW" altLang="en-US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C1B1BD6C-750A-483F-BF2B-28B18201C6E3}"/>
              </a:ext>
            </a:extLst>
          </p:cNvPr>
          <p:cNvSpPr txBox="1"/>
          <p:nvPr/>
        </p:nvSpPr>
        <p:spPr>
          <a:xfrm>
            <a:off x="4696322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CF2473B5-910B-4DCC-9340-ACA14B16AD3D}"/>
              </a:ext>
            </a:extLst>
          </p:cNvPr>
          <p:cNvSpPr txBox="1"/>
          <p:nvPr/>
        </p:nvSpPr>
        <p:spPr>
          <a:xfrm>
            <a:off x="6697781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4</a:t>
            </a:r>
            <a:endParaRPr lang="zh-TW" altLang="en-US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430A5D47-BEF4-4E34-AB60-B5654E93F51B}"/>
              </a:ext>
            </a:extLst>
          </p:cNvPr>
          <p:cNvSpPr txBox="1"/>
          <p:nvPr/>
        </p:nvSpPr>
        <p:spPr>
          <a:xfrm>
            <a:off x="5756089" y="3146942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5012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B753616F-0324-4A25-A24A-92F5B5C5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D97EF6E-DE46-42BF-8E30-C23EC3C68EE3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16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6668F4C-F8B7-438B-9B85-CE42A765A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701675"/>
            <a:ext cx="8077200" cy="143118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使用線段樹進行區間最大值的查找及修改</a:t>
            </a:r>
            <a:endParaRPr lang="en-US" altLang="zh-TW" sz="2400" b="1">
              <a:solidFill>
                <a:srgbClr val="3BA943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線段樹（修改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[0,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0]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為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10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）：先往下找到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[0,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0]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的位置</a:t>
            </a:r>
            <a:endParaRPr lang="en-US" altLang="zh-TW" sz="2400">
              <a:latin typeface="Times New Roman" panose="02020603050405020304" pitchFamily="18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C5B6C76F-386F-4DDC-B776-A864D589E3AA}"/>
              </a:ext>
            </a:extLst>
          </p:cNvPr>
          <p:cNvSpPr/>
          <p:nvPr/>
        </p:nvSpPr>
        <p:spPr bwMode="auto">
          <a:xfrm>
            <a:off x="3995936" y="2132856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A71E5E7-AADA-4BF6-BA5F-D1769F665D04}"/>
              </a:ext>
            </a:extLst>
          </p:cNvPr>
          <p:cNvSpPr/>
          <p:nvPr/>
        </p:nvSpPr>
        <p:spPr bwMode="auto">
          <a:xfrm>
            <a:off x="2090765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24A4B17F-45A5-49B3-B035-59356F7511B9}"/>
              </a:ext>
            </a:extLst>
          </p:cNvPr>
          <p:cNvSpPr/>
          <p:nvPr/>
        </p:nvSpPr>
        <p:spPr bwMode="auto">
          <a:xfrm>
            <a:off x="1027415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28A5798F-8AA9-4FAE-A5D9-7B766BD0F883}"/>
              </a:ext>
            </a:extLst>
          </p:cNvPr>
          <p:cNvSpPr/>
          <p:nvPr/>
        </p:nvSpPr>
        <p:spPr bwMode="auto">
          <a:xfrm>
            <a:off x="362573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8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84D983B7-4D95-42AF-B482-03F726F92068}"/>
              </a:ext>
            </a:extLst>
          </p:cNvPr>
          <p:cNvSpPr/>
          <p:nvPr/>
        </p:nvSpPr>
        <p:spPr bwMode="auto">
          <a:xfrm>
            <a:off x="1554837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9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4B7A6B8A-A933-4084-BA83-C7912B0EADE4}"/>
              </a:ext>
            </a:extLst>
          </p:cNvPr>
          <p:cNvSpPr/>
          <p:nvPr/>
        </p:nvSpPr>
        <p:spPr bwMode="auto">
          <a:xfrm>
            <a:off x="3069809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B4A5F670-8A75-4C5F-BFBC-797F4FB26732}"/>
              </a:ext>
            </a:extLst>
          </p:cNvPr>
          <p:cNvSpPr/>
          <p:nvPr/>
        </p:nvSpPr>
        <p:spPr bwMode="auto">
          <a:xfrm>
            <a:off x="2404967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10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AAC5EDE2-70B2-414C-AD82-0B6E80A19C5D}"/>
              </a:ext>
            </a:extLst>
          </p:cNvPr>
          <p:cNvSpPr/>
          <p:nvPr/>
        </p:nvSpPr>
        <p:spPr bwMode="auto">
          <a:xfrm>
            <a:off x="3597231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74DEB6E7-6C24-4C9D-BCA3-72FA20F6FB70}"/>
              </a:ext>
            </a:extLst>
          </p:cNvPr>
          <p:cNvSpPr/>
          <p:nvPr/>
        </p:nvSpPr>
        <p:spPr bwMode="auto">
          <a:xfrm>
            <a:off x="6153818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2897B1BB-B26A-4AD0-90BA-9018B9349C6A}"/>
              </a:ext>
            </a:extLst>
          </p:cNvPr>
          <p:cNvSpPr/>
          <p:nvPr/>
        </p:nvSpPr>
        <p:spPr bwMode="auto">
          <a:xfrm>
            <a:off x="5090468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6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53F79CEA-6B6C-40FD-95F1-2409A6592FEA}"/>
              </a:ext>
            </a:extLst>
          </p:cNvPr>
          <p:cNvSpPr/>
          <p:nvPr/>
        </p:nvSpPr>
        <p:spPr bwMode="auto">
          <a:xfrm>
            <a:off x="4425626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80CFF65B-CAA1-459B-9349-96DC6DC1E36E}"/>
              </a:ext>
            </a:extLst>
          </p:cNvPr>
          <p:cNvSpPr/>
          <p:nvPr/>
        </p:nvSpPr>
        <p:spPr bwMode="auto">
          <a:xfrm>
            <a:off x="5617890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AC7398C9-200D-43DE-B5FA-33CA8A79F980}"/>
              </a:ext>
            </a:extLst>
          </p:cNvPr>
          <p:cNvSpPr/>
          <p:nvPr/>
        </p:nvSpPr>
        <p:spPr bwMode="auto">
          <a:xfrm>
            <a:off x="7132862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7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D25BCE8D-D30A-4EA1-8F6B-73495B3829CA}"/>
              </a:ext>
            </a:extLst>
          </p:cNvPr>
          <p:cNvSpPr/>
          <p:nvPr/>
        </p:nvSpPr>
        <p:spPr bwMode="auto">
          <a:xfrm>
            <a:off x="6468020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0CE78995-30A5-473C-BCB3-AA65F9A1FF0D}"/>
              </a:ext>
            </a:extLst>
          </p:cNvPr>
          <p:cNvSpPr/>
          <p:nvPr/>
        </p:nvSpPr>
        <p:spPr bwMode="auto">
          <a:xfrm>
            <a:off x="7660284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850AE454-5675-4FDC-85E7-4AD36E248056}"/>
              </a:ext>
            </a:extLst>
          </p:cNvPr>
          <p:cNvCxnSpPr>
            <a:stCxn id="2" idx="3"/>
            <a:endCxn id="6" idx="7"/>
          </p:cNvCxnSpPr>
          <p:nvPr/>
        </p:nvCxnSpPr>
        <p:spPr bwMode="auto">
          <a:xfrm flipH="1">
            <a:off x="2582466" y="2624557"/>
            <a:ext cx="1497833" cy="60077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4F8077E7-BBCC-4A07-A555-181D84AEE9E1}"/>
              </a:ext>
            </a:extLst>
          </p:cNvPr>
          <p:cNvCxnSpPr>
            <a:stCxn id="2" idx="5"/>
            <a:endCxn id="17" idx="1"/>
          </p:cNvCxnSpPr>
          <p:nvPr/>
        </p:nvCxnSpPr>
        <p:spPr bwMode="auto">
          <a:xfrm>
            <a:off x="4487637" y="2624557"/>
            <a:ext cx="1750544" cy="6007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9D5B2303-FFDB-4831-88DE-7845A432B0E9}"/>
              </a:ext>
            </a:extLst>
          </p:cNvPr>
          <p:cNvCxnSpPr>
            <a:stCxn id="6" idx="3"/>
            <a:endCxn id="8" idx="7"/>
          </p:cNvCxnSpPr>
          <p:nvPr/>
        </p:nvCxnSpPr>
        <p:spPr bwMode="auto">
          <a:xfrm flipH="1">
            <a:off x="1519116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B8BCA63B-7E3F-4E50-988A-F41BE0A7DA26}"/>
              </a:ext>
            </a:extLst>
          </p:cNvPr>
          <p:cNvCxnSpPr>
            <a:stCxn id="6" idx="5"/>
            <a:endCxn id="14" idx="1"/>
          </p:cNvCxnSpPr>
          <p:nvPr/>
        </p:nvCxnSpPr>
        <p:spPr bwMode="auto">
          <a:xfrm>
            <a:off x="2582466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BC3704D4-0CE2-4C7E-98D1-A355F20BF121}"/>
              </a:ext>
            </a:extLst>
          </p:cNvPr>
          <p:cNvCxnSpPr>
            <a:stCxn id="17" idx="3"/>
            <a:endCxn id="18" idx="7"/>
          </p:cNvCxnSpPr>
          <p:nvPr/>
        </p:nvCxnSpPr>
        <p:spPr bwMode="auto">
          <a:xfrm flipH="1">
            <a:off x="5582169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097" name="直線單箭頭接點 4096">
            <a:extLst>
              <a:ext uri="{FF2B5EF4-FFF2-40B4-BE49-F238E27FC236}">
                <a16:creationId xmlns:a16="http://schemas.microsoft.com/office/drawing/2014/main" id="{8D519409-BE2B-4643-BECA-0911C723EFCD}"/>
              </a:ext>
            </a:extLst>
          </p:cNvPr>
          <p:cNvCxnSpPr>
            <a:stCxn id="17" idx="5"/>
            <a:endCxn id="21" idx="1"/>
          </p:cNvCxnSpPr>
          <p:nvPr/>
        </p:nvCxnSpPr>
        <p:spPr bwMode="auto">
          <a:xfrm>
            <a:off x="6645519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1" name="直線單箭頭接點 4100">
            <a:extLst>
              <a:ext uri="{FF2B5EF4-FFF2-40B4-BE49-F238E27FC236}">
                <a16:creationId xmlns:a16="http://schemas.microsoft.com/office/drawing/2014/main" id="{5A503686-DAB9-4BCD-9192-68CAFB2B93B7}"/>
              </a:ext>
            </a:extLst>
          </p:cNvPr>
          <p:cNvCxnSpPr>
            <a:stCxn id="8" idx="3"/>
            <a:endCxn id="12" idx="0"/>
          </p:cNvCxnSpPr>
          <p:nvPr/>
        </p:nvCxnSpPr>
        <p:spPr bwMode="auto">
          <a:xfrm flipH="1">
            <a:off x="650605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3" name="直線單箭頭接點 4102">
            <a:extLst>
              <a:ext uri="{FF2B5EF4-FFF2-40B4-BE49-F238E27FC236}">
                <a16:creationId xmlns:a16="http://schemas.microsoft.com/office/drawing/2014/main" id="{A05A3529-647E-43FC-83FE-079028A3280E}"/>
              </a:ext>
            </a:extLst>
          </p:cNvPr>
          <p:cNvCxnSpPr>
            <a:stCxn id="8" idx="5"/>
            <a:endCxn id="13" idx="0"/>
          </p:cNvCxnSpPr>
          <p:nvPr/>
        </p:nvCxnSpPr>
        <p:spPr bwMode="auto">
          <a:xfrm>
            <a:off x="1519116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5" name="直線單箭頭接點 4104">
            <a:extLst>
              <a:ext uri="{FF2B5EF4-FFF2-40B4-BE49-F238E27FC236}">
                <a16:creationId xmlns:a16="http://schemas.microsoft.com/office/drawing/2014/main" id="{89A82FA7-C7D5-465E-99F4-465CD3EE26B3}"/>
              </a:ext>
            </a:extLst>
          </p:cNvPr>
          <p:cNvCxnSpPr>
            <a:stCxn id="14" idx="3"/>
            <a:endCxn id="15" idx="0"/>
          </p:cNvCxnSpPr>
          <p:nvPr/>
        </p:nvCxnSpPr>
        <p:spPr bwMode="auto">
          <a:xfrm flipH="1">
            <a:off x="2692999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7" name="直線單箭頭接點 4106">
            <a:extLst>
              <a:ext uri="{FF2B5EF4-FFF2-40B4-BE49-F238E27FC236}">
                <a16:creationId xmlns:a16="http://schemas.microsoft.com/office/drawing/2014/main" id="{11769B98-9686-4B44-94E0-F9123DD9669D}"/>
              </a:ext>
            </a:extLst>
          </p:cNvPr>
          <p:cNvCxnSpPr>
            <a:stCxn id="14" idx="5"/>
            <a:endCxn id="16" idx="0"/>
          </p:cNvCxnSpPr>
          <p:nvPr/>
        </p:nvCxnSpPr>
        <p:spPr bwMode="auto">
          <a:xfrm>
            <a:off x="3561510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9" name="直線單箭頭接點 4108">
            <a:extLst>
              <a:ext uri="{FF2B5EF4-FFF2-40B4-BE49-F238E27FC236}">
                <a16:creationId xmlns:a16="http://schemas.microsoft.com/office/drawing/2014/main" id="{47CA872F-CA5B-472C-9910-7DAFDDD9B10D}"/>
              </a:ext>
            </a:extLst>
          </p:cNvPr>
          <p:cNvCxnSpPr>
            <a:stCxn id="18" idx="3"/>
            <a:endCxn id="19" idx="0"/>
          </p:cNvCxnSpPr>
          <p:nvPr/>
        </p:nvCxnSpPr>
        <p:spPr bwMode="auto">
          <a:xfrm flipH="1">
            <a:off x="4713658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1" name="直線單箭頭接點 4110">
            <a:extLst>
              <a:ext uri="{FF2B5EF4-FFF2-40B4-BE49-F238E27FC236}">
                <a16:creationId xmlns:a16="http://schemas.microsoft.com/office/drawing/2014/main" id="{B33115C2-9752-4B0E-B114-ABAB397DED48}"/>
              </a:ext>
            </a:extLst>
          </p:cNvPr>
          <p:cNvCxnSpPr>
            <a:stCxn id="18" idx="5"/>
            <a:endCxn id="20" idx="0"/>
          </p:cNvCxnSpPr>
          <p:nvPr/>
        </p:nvCxnSpPr>
        <p:spPr bwMode="auto">
          <a:xfrm>
            <a:off x="5582169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3" name="直線單箭頭接點 4112">
            <a:extLst>
              <a:ext uri="{FF2B5EF4-FFF2-40B4-BE49-F238E27FC236}">
                <a16:creationId xmlns:a16="http://schemas.microsoft.com/office/drawing/2014/main" id="{FA3D8BB7-0CEA-4794-A91A-B7FEED8B3CED}"/>
              </a:ext>
            </a:extLst>
          </p:cNvPr>
          <p:cNvCxnSpPr>
            <a:stCxn id="21" idx="3"/>
            <a:endCxn id="22" idx="0"/>
          </p:cNvCxnSpPr>
          <p:nvPr/>
        </p:nvCxnSpPr>
        <p:spPr bwMode="auto">
          <a:xfrm flipH="1">
            <a:off x="6756052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5" name="直線單箭頭接點 4114">
            <a:extLst>
              <a:ext uri="{FF2B5EF4-FFF2-40B4-BE49-F238E27FC236}">
                <a16:creationId xmlns:a16="http://schemas.microsoft.com/office/drawing/2014/main" id="{4C4F9573-708B-4F0F-943B-2D2DEA9BE0EB}"/>
              </a:ext>
            </a:extLst>
          </p:cNvPr>
          <p:cNvCxnSpPr>
            <a:stCxn id="21" idx="5"/>
            <a:endCxn id="23" idx="0"/>
          </p:cNvCxnSpPr>
          <p:nvPr/>
        </p:nvCxnSpPr>
        <p:spPr bwMode="auto">
          <a:xfrm>
            <a:off x="7624563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4116" name="文字方塊 4115">
            <a:extLst>
              <a:ext uri="{FF2B5EF4-FFF2-40B4-BE49-F238E27FC236}">
                <a16:creationId xmlns:a16="http://schemas.microsoft.com/office/drawing/2014/main" id="{20348D9F-1EA7-4BB2-BFE8-31E2D2E5CF9F}"/>
              </a:ext>
            </a:extLst>
          </p:cNvPr>
          <p:cNvSpPr txBox="1"/>
          <p:nvPr/>
        </p:nvSpPr>
        <p:spPr>
          <a:xfrm>
            <a:off x="3828233" y="1616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93BC6394-BAA1-4241-A13E-5ED1FA8C96C7}"/>
              </a:ext>
            </a:extLst>
          </p:cNvPr>
          <p:cNvSpPr txBox="1"/>
          <p:nvPr/>
        </p:nvSpPr>
        <p:spPr>
          <a:xfrm>
            <a:off x="5985470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471F774A-6B16-4A62-9E74-03939FA24299}"/>
              </a:ext>
            </a:extLst>
          </p:cNvPr>
          <p:cNvSpPr txBox="1"/>
          <p:nvPr/>
        </p:nvSpPr>
        <p:spPr>
          <a:xfrm>
            <a:off x="1920624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796226E8-7F16-4585-9F4C-9839A66D9EDD}"/>
              </a:ext>
            </a:extLst>
          </p:cNvPr>
          <p:cNvSpPr txBox="1"/>
          <p:nvPr/>
        </p:nvSpPr>
        <p:spPr>
          <a:xfrm>
            <a:off x="769532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055C9D2D-A36E-41E8-BEE6-FFCDCC35B758}"/>
              </a:ext>
            </a:extLst>
          </p:cNvPr>
          <p:cNvSpPr txBox="1"/>
          <p:nvPr/>
        </p:nvSpPr>
        <p:spPr>
          <a:xfrm>
            <a:off x="2970927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B88E7D58-8A68-4D94-826E-7DCD2DB20F13}"/>
              </a:ext>
            </a:extLst>
          </p:cNvPr>
          <p:cNvSpPr txBox="1"/>
          <p:nvPr/>
        </p:nvSpPr>
        <p:spPr>
          <a:xfrm>
            <a:off x="4796350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6685B1BD-1C53-4C5C-B950-818A2E75B629}"/>
              </a:ext>
            </a:extLst>
          </p:cNvPr>
          <p:cNvSpPr txBox="1"/>
          <p:nvPr/>
        </p:nvSpPr>
        <p:spPr>
          <a:xfrm>
            <a:off x="7061245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A0D0C70B-5EC2-42E3-873D-4BFB2BADECBD}"/>
              </a:ext>
            </a:extLst>
          </p:cNvPr>
          <p:cNvSpPr txBox="1"/>
          <p:nvPr/>
        </p:nvSpPr>
        <p:spPr>
          <a:xfrm>
            <a:off x="17675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0]</a:t>
            </a:r>
            <a:endParaRPr lang="zh-TW" altLang="en-US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85FAA642-DD10-4387-810A-A04BBA6CC8C9}"/>
              </a:ext>
            </a:extLst>
          </p:cNvPr>
          <p:cNvSpPr txBox="1"/>
          <p:nvPr/>
        </p:nvSpPr>
        <p:spPr>
          <a:xfrm>
            <a:off x="136902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[1,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34372670-4B86-43D9-9A49-F5AE1523DAE1}"/>
              </a:ext>
            </a:extLst>
          </p:cNvPr>
          <p:cNvSpPr txBox="1"/>
          <p:nvPr/>
        </p:nvSpPr>
        <p:spPr>
          <a:xfrm>
            <a:off x="226747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2]</a:t>
            </a:r>
            <a:endParaRPr lang="zh-TW" altLang="en-US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BD79FF43-3472-48B4-8A9E-C1221291BD26}"/>
              </a:ext>
            </a:extLst>
          </p:cNvPr>
          <p:cNvSpPr txBox="1"/>
          <p:nvPr/>
        </p:nvSpPr>
        <p:spPr>
          <a:xfrm>
            <a:off x="341141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[3,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3934F855-1CB3-45E8-BE1E-EA8232A70B73}"/>
              </a:ext>
            </a:extLst>
          </p:cNvPr>
          <p:cNvSpPr txBox="1"/>
          <p:nvPr/>
        </p:nvSpPr>
        <p:spPr>
          <a:xfrm>
            <a:off x="424790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4]</a:t>
            </a:r>
            <a:endParaRPr lang="zh-TW" altLang="en-US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F23D3963-3DA0-4BF4-98A2-6BBED21DDF66}"/>
              </a:ext>
            </a:extLst>
          </p:cNvPr>
          <p:cNvSpPr txBox="1"/>
          <p:nvPr/>
        </p:nvSpPr>
        <p:spPr>
          <a:xfrm>
            <a:off x="5409100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[5,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14B482E4-1078-4A72-A34D-4CDCE318794C}"/>
              </a:ext>
            </a:extLst>
          </p:cNvPr>
          <p:cNvSpPr txBox="1"/>
          <p:nvPr/>
        </p:nvSpPr>
        <p:spPr>
          <a:xfrm>
            <a:off x="6339769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6]</a:t>
            </a:r>
            <a:endParaRPr lang="zh-TW" altLang="en-US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21A8288B-B82B-44D3-A3E6-A992123CC647}"/>
              </a:ext>
            </a:extLst>
          </p:cNvPr>
          <p:cNvSpPr txBox="1"/>
          <p:nvPr/>
        </p:nvSpPr>
        <p:spPr>
          <a:xfrm>
            <a:off x="752358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[7,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4118" name="矩形 4117">
            <a:extLst>
              <a:ext uri="{FF2B5EF4-FFF2-40B4-BE49-F238E27FC236}">
                <a16:creationId xmlns:a16="http://schemas.microsoft.com/office/drawing/2014/main" id="{1914A3E9-A800-4368-91DA-4CB8949E6C74}"/>
              </a:ext>
            </a:extLst>
          </p:cNvPr>
          <p:cNvSpPr/>
          <p:nvPr/>
        </p:nvSpPr>
        <p:spPr bwMode="auto">
          <a:xfrm>
            <a:off x="1931119" y="2622546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2" name="表格 71">
                <a:extLst>
                  <a:ext uri="{FF2B5EF4-FFF2-40B4-BE49-F238E27FC236}">
                    <a16:creationId xmlns:a16="http://schemas.microsoft.com/office/drawing/2014/main" id="{AAA0D7AC-687D-45E4-8AD5-C344E77DC3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2" name="表格 71">
                <a:extLst>
                  <a:ext uri="{FF2B5EF4-FFF2-40B4-BE49-F238E27FC236}">
                    <a16:creationId xmlns:a16="http://schemas.microsoft.com/office/drawing/2014/main" id="{AAA0D7AC-687D-45E4-8AD5-C344E77DC3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592" t="-1515" r="-699408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101190" t="-1515" r="-60357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515" r="-5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515" r="-4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02381" t="-1515" r="-30238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99408" t="-1515" r="-200592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02976" t="-1515" r="-101786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98817" t="-1515" r="-1183" b="-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120" name="文字方塊 4119">
            <a:extLst>
              <a:ext uri="{FF2B5EF4-FFF2-40B4-BE49-F238E27FC236}">
                <a16:creationId xmlns:a16="http://schemas.microsoft.com/office/drawing/2014/main" id="{D25DD878-8865-4C07-8FC1-9664A227C3D9}"/>
              </a:ext>
            </a:extLst>
          </p:cNvPr>
          <p:cNvSpPr txBox="1"/>
          <p:nvPr/>
        </p:nvSpPr>
        <p:spPr>
          <a:xfrm>
            <a:off x="3597231" y="2130137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74934067-92BB-4AB5-8753-A0BACA71A1C0}"/>
              </a:ext>
            </a:extLst>
          </p:cNvPr>
          <p:cNvSpPr txBox="1"/>
          <p:nvPr/>
        </p:nvSpPr>
        <p:spPr>
          <a:xfrm>
            <a:off x="1700075" y="3081392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5</a:t>
            </a:r>
            <a:endParaRPr lang="zh-TW" altLang="en-US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88F7DCC0-43F4-41DB-992F-12E0407D4F53}"/>
              </a:ext>
            </a:extLst>
          </p:cNvPr>
          <p:cNvSpPr txBox="1"/>
          <p:nvPr/>
        </p:nvSpPr>
        <p:spPr>
          <a:xfrm>
            <a:off x="650040" y="4110857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4</a:t>
            </a:r>
            <a:endParaRPr lang="zh-TW" altLang="en-US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22337748-84FF-4523-90C1-60C4F1A5B02C}"/>
              </a:ext>
            </a:extLst>
          </p:cNvPr>
          <p:cNvSpPr txBox="1"/>
          <p:nvPr/>
        </p:nvSpPr>
        <p:spPr>
          <a:xfrm>
            <a:off x="2662471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5</a:t>
            </a:r>
            <a:endParaRPr lang="zh-TW" altLang="en-US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C1B1BD6C-750A-483F-BF2B-28B18201C6E3}"/>
              </a:ext>
            </a:extLst>
          </p:cNvPr>
          <p:cNvSpPr txBox="1"/>
          <p:nvPr/>
        </p:nvSpPr>
        <p:spPr>
          <a:xfrm>
            <a:off x="4696322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CF2473B5-910B-4DCC-9340-ACA14B16AD3D}"/>
              </a:ext>
            </a:extLst>
          </p:cNvPr>
          <p:cNvSpPr txBox="1"/>
          <p:nvPr/>
        </p:nvSpPr>
        <p:spPr>
          <a:xfrm>
            <a:off x="6697781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4</a:t>
            </a:r>
            <a:endParaRPr lang="zh-TW" altLang="en-US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430A5D47-BEF4-4E34-AB60-B5654E93F51B}"/>
              </a:ext>
            </a:extLst>
          </p:cNvPr>
          <p:cNvSpPr txBox="1"/>
          <p:nvPr/>
        </p:nvSpPr>
        <p:spPr>
          <a:xfrm>
            <a:off x="5756089" y="3146942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5505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B753616F-0324-4A25-A24A-92F5B5C5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D97EF6E-DE46-42BF-8E30-C23EC3C68EE3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17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6668F4C-F8B7-438B-9B85-CE42A765A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701675"/>
            <a:ext cx="8077200" cy="143118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使用線段樹進行區間最大值的查找及修改</a:t>
            </a:r>
            <a:endParaRPr lang="en-US" altLang="zh-TW" sz="2400" b="1">
              <a:solidFill>
                <a:srgbClr val="3BA943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線段樹（修改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[0,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0]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為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10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）：先往下找到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[0,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0]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的位置</a:t>
            </a:r>
            <a:endParaRPr lang="en-US" altLang="zh-TW" sz="2400">
              <a:latin typeface="Times New Roman" panose="02020603050405020304" pitchFamily="18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C5B6C76F-386F-4DDC-B776-A864D589E3AA}"/>
              </a:ext>
            </a:extLst>
          </p:cNvPr>
          <p:cNvSpPr/>
          <p:nvPr/>
        </p:nvSpPr>
        <p:spPr bwMode="auto">
          <a:xfrm>
            <a:off x="3995936" y="2132856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A71E5E7-AADA-4BF6-BA5F-D1769F665D04}"/>
              </a:ext>
            </a:extLst>
          </p:cNvPr>
          <p:cNvSpPr/>
          <p:nvPr/>
        </p:nvSpPr>
        <p:spPr bwMode="auto">
          <a:xfrm>
            <a:off x="2090765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24A4B17F-45A5-49B3-B035-59356F7511B9}"/>
              </a:ext>
            </a:extLst>
          </p:cNvPr>
          <p:cNvSpPr/>
          <p:nvPr/>
        </p:nvSpPr>
        <p:spPr bwMode="auto">
          <a:xfrm>
            <a:off x="1027415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28A5798F-8AA9-4FAE-A5D9-7B766BD0F883}"/>
              </a:ext>
            </a:extLst>
          </p:cNvPr>
          <p:cNvSpPr/>
          <p:nvPr/>
        </p:nvSpPr>
        <p:spPr bwMode="auto">
          <a:xfrm>
            <a:off x="362573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8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84D983B7-4D95-42AF-B482-03F726F92068}"/>
              </a:ext>
            </a:extLst>
          </p:cNvPr>
          <p:cNvSpPr/>
          <p:nvPr/>
        </p:nvSpPr>
        <p:spPr bwMode="auto">
          <a:xfrm>
            <a:off x="1554837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9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4B7A6B8A-A933-4084-BA83-C7912B0EADE4}"/>
              </a:ext>
            </a:extLst>
          </p:cNvPr>
          <p:cNvSpPr/>
          <p:nvPr/>
        </p:nvSpPr>
        <p:spPr bwMode="auto">
          <a:xfrm>
            <a:off x="3069809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B4A5F670-8A75-4C5F-BFBC-797F4FB26732}"/>
              </a:ext>
            </a:extLst>
          </p:cNvPr>
          <p:cNvSpPr/>
          <p:nvPr/>
        </p:nvSpPr>
        <p:spPr bwMode="auto">
          <a:xfrm>
            <a:off x="2404967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10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AAC5EDE2-70B2-414C-AD82-0B6E80A19C5D}"/>
              </a:ext>
            </a:extLst>
          </p:cNvPr>
          <p:cNvSpPr/>
          <p:nvPr/>
        </p:nvSpPr>
        <p:spPr bwMode="auto">
          <a:xfrm>
            <a:off x="3597231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74DEB6E7-6C24-4C9D-BCA3-72FA20F6FB70}"/>
              </a:ext>
            </a:extLst>
          </p:cNvPr>
          <p:cNvSpPr/>
          <p:nvPr/>
        </p:nvSpPr>
        <p:spPr bwMode="auto">
          <a:xfrm>
            <a:off x="6153818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2897B1BB-B26A-4AD0-90BA-9018B9349C6A}"/>
              </a:ext>
            </a:extLst>
          </p:cNvPr>
          <p:cNvSpPr/>
          <p:nvPr/>
        </p:nvSpPr>
        <p:spPr bwMode="auto">
          <a:xfrm>
            <a:off x="5090468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6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53F79CEA-6B6C-40FD-95F1-2409A6592FEA}"/>
              </a:ext>
            </a:extLst>
          </p:cNvPr>
          <p:cNvSpPr/>
          <p:nvPr/>
        </p:nvSpPr>
        <p:spPr bwMode="auto">
          <a:xfrm>
            <a:off x="4425626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80CFF65B-CAA1-459B-9349-96DC6DC1E36E}"/>
              </a:ext>
            </a:extLst>
          </p:cNvPr>
          <p:cNvSpPr/>
          <p:nvPr/>
        </p:nvSpPr>
        <p:spPr bwMode="auto">
          <a:xfrm>
            <a:off x="5617890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AC7398C9-200D-43DE-B5FA-33CA8A79F980}"/>
              </a:ext>
            </a:extLst>
          </p:cNvPr>
          <p:cNvSpPr/>
          <p:nvPr/>
        </p:nvSpPr>
        <p:spPr bwMode="auto">
          <a:xfrm>
            <a:off x="7132862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7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D25BCE8D-D30A-4EA1-8F6B-73495B3829CA}"/>
              </a:ext>
            </a:extLst>
          </p:cNvPr>
          <p:cNvSpPr/>
          <p:nvPr/>
        </p:nvSpPr>
        <p:spPr bwMode="auto">
          <a:xfrm>
            <a:off x="6468020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0CE78995-30A5-473C-BCB3-AA65F9A1FF0D}"/>
              </a:ext>
            </a:extLst>
          </p:cNvPr>
          <p:cNvSpPr/>
          <p:nvPr/>
        </p:nvSpPr>
        <p:spPr bwMode="auto">
          <a:xfrm>
            <a:off x="7660284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850AE454-5675-4FDC-85E7-4AD36E248056}"/>
              </a:ext>
            </a:extLst>
          </p:cNvPr>
          <p:cNvCxnSpPr>
            <a:stCxn id="2" idx="3"/>
            <a:endCxn id="6" idx="7"/>
          </p:cNvCxnSpPr>
          <p:nvPr/>
        </p:nvCxnSpPr>
        <p:spPr bwMode="auto">
          <a:xfrm flipH="1">
            <a:off x="2582466" y="2624557"/>
            <a:ext cx="1497833" cy="60077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4F8077E7-BBCC-4A07-A555-181D84AEE9E1}"/>
              </a:ext>
            </a:extLst>
          </p:cNvPr>
          <p:cNvCxnSpPr>
            <a:stCxn id="2" idx="5"/>
            <a:endCxn id="17" idx="1"/>
          </p:cNvCxnSpPr>
          <p:nvPr/>
        </p:nvCxnSpPr>
        <p:spPr bwMode="auto">
          <a:xfrm>
            <a:off x="4487637" y="2624557"/>
            <a:ext cx="1750544" cy="6007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9D5B2303-FFDB-4831-88DE-7845A432B0E9}"/>
              </a:ext>
            </a:extLst>
          </p:cNvPr>
          <p:cNvCxnSpPr>
            <a:stCxn id="6" idx="3"/>
            <a:endCxn id="8" idx="7"/>
          </p:cNvCxnSpPr>
          <p:nvPr/>
        </p:nvCxnSpPr>
        <p:spPr bwMode="auto">
          <a:xfrm flipH="1">
            <a:off x="1519116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B8BCA63B-7E3F-4E50-988A-F41BE0A7DA26}"/>
              </a:ext>
            </a:extLst>
          </p:cNvPr>
          <p:cNvCxnSpPr>
            <a:stCxn id="6" idx="5"/>
            <a:endCxn id="14" idx="1"/>
          </p:cNvCxnSpPr>
          <p:nvPr/>
        </p:nvCxnSpPr>
        <p:spPr bwMode="auto">
          <a:xfrm>
            <a:off x="2582466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BC3704D4-0CE2-4C7E-98D1-A355F20BF121}"/>
              </a:ext>
            </a:extLst>
          </p:cNvPr>
          <p:cNvCxnSpPr>
            <a:stCxn id="17" idx="3"/>
            <a:endCxn id="18" idx="7"/>
          </p:cNvCxnSpPr>
          <p:nvPr/>
        </p:nvCxnSpPr>
        <p:spPr bwMode="auto">
          <a:xfrm flipH="1">
            <a:off x="5582169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097" name="直線單箭頭接點 4096">
            <a:extLst>
              <a:ext uri="{FF2B5EF4-FFF2-40B4-BE49-F238E27FC236}">
                <a16:creationId xmlns:a16="http://schemas.microsoft.com/office/drawing/2014/main" id="{8D519409-BE2B-4643-BECA-0911C723EFCD}"/>
              </a:ext>
            </a:extLst>
          </p:cNvPr>
          <p:cNvCxnSpPr>
            <a:stCxn id="17" idx="5"/>
            <a:endCxn id="21" idx="1"/>
          </p:cNvCxnSpPr>
          <p:nvPr/>
        </p:nvCxnSpPr>
        <p:spPr bwMode="auto">
          <a:xfrm>
            <a:off x="6645519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1" name="直線單箭頭接點 4100">
            <a:extLst>
              <a:ext uri="{FF2B5EF4-FFF2-40B4-BE49-F238E27FC236}">
                <a16:creationId xmlns:a16="http://schemas.microsoft.com/office/drawing/2014/main" id="{5A503686-DAB9-4BCD-9192-68CAFB2B93B7}"/>
              </a:ext>
            </a:extLst>
          </p:cNvPr>
          <p:cNvCxnSpPr>
            <a:stCxn id="8" idx="3"/>
            <a:endCxn id="12" idx="0"/>
          </p:cNvCxnSpPr>
          <p:nvPr/>
        </p:nvCxnSpPr>
        <p:spPr bwMode="auto">
          <a:xfrm flipH="1">
            <a:off x="650605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3" name="直線單箭頭接點 4102">
            <a:extLst>
              <a:ext uri="{FF2B5EF4-FFF2-40B4-BE49-F238E27FC236}">
                <a16:creationId xmlns:a16="http://schemas.microsoft.com/office/drawing/2014/main" id="{A05A3529-647E-43FC-83FE-079028A3280E}"/>
              </a:ext>
            </a:extLst>
          </p:cNvPr>
          <p:cNvCxnSpPr>
            <a:stCxn id="8" idx="5"/>
            <a:endCxn id="13" idx="0"/>
          </p:cNvCxnSpPr>
          <p:nvPr/>
        </p:nvCxnSpPr>
        <p:spPr bwMode="auto">
          <a:xfrm>
            <a:off x="1519116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5" name="直線單箭頭接點 4104">
            <a:extLst>
              <a:ext uri="{FF2B5EF4-FFF2-40B4-BE49-F238E27FC236}">
                <a16:creationId xmlns:a16="http://schemas.microsoft.com/office/drawing/2014/main" id="{89A82FA7-C7D5-465E-99F4-465CD3EE26B3}"/>
              </a:ext>
            </a:extLst>
          </p:cNvPr>
          <p:cNvCxnSpPr>
            <a:stCxn id="14" idx="3"/>
            <a:endCxn id="15" idx="0"/>
          </p:cNvCxnSpPr>
          <p:nvPr/>
        </p:nvCxnSpPr>
        <p:spPr bwMode="auto">
          <a:xfrm flipH="1">
            <a:off x="2692999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7" name="直線單箭頭接點 4106">
            <a:extLst>
              <a:ext uri="{FF2B5EF4-FFF2-40B4-BE49-F238E27FC236}">
                <a16:creationId xmlns:a16="http://schemas.microsoft.com/office/drawing/2014/main" id="{11769B98-9686-4B44-94E0-F9123DD9669D}"/>
              </a:ext>
            </a:extLst>
          </p:cNvPr>
          <p:cNvCxnSpPr>
            <a:stCxn id="14" idx="5"/>
            <a:endCxn id="16" idx="0"/>
          </p:cNvCxnSpPr>
          <p:nvPr/>
        </p:nvCxnSpPr>
        <p:spPr bwMode="auto">
          <a:xfrm>
            <a:off x="3561510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9" name="直線單箭頭接點 4108">
            <a:extLst>
              <a:ext uri="{FF2B5EF4-FFF2-40B4-BE49-F238E27FC236}">
                <a16:creationId xmlns:a16="http://schemas.microsoft.com/office/drawing/2014/main" id="{47CA872F-CA5B-472C-9910-7DAFDDD9B10D}"/>
              </a:ext>
            </a:extLst>
          </p:cNvPr>
          <p:cNvCxnSpPr>
            <a:stCxn id="18" idx="3"/>
            <a:endCxn id="19" idx="0"/>
          </p:cNvCxnSpPr>
          <p:nvPr/>
        </p:nvCxnSpPr>
        <p:spPr bwMode="auto">
          <a:xfrm flipH="1">
            <a:off x="4713658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1" name="直線單箭頭接點 4110">
            <a:extLst>
              <a:ext uri="{FF2B5EF4-FFF2-40B4-BE49-F238E27FC236}">
                <a16:creationId xmlns:a16="http://schemas.microsoft.com/office/drawing/2014/main" id="{B33115C2-9752-4B0E-B114-ABAB397DED48}"/>
              </a:ext>
            </a:extLst>
          </p:cNvPr>
          <p:cNvCxnSpPr>
            <a:stCxn id="18" idx="5"/>
            <a:endCxn id="20" idx="0"/>
          </p:cNvCxnSpPr>
          <p:nvPr/>
        </p:nvCxnSpPr>
        <p:spPr bwMode="auto">
          <a:xfrm>
            <a:off x="5582169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3" name="直線單箭頭接點 4112">
            <a:extLst>
              <a:ext uri="{FF2B5EF4-FFF2-40B4-BE49-F238E27FC236}">
                <a16:creationId xmlns:a16="http://schemas.microsoft.com/office/drawing/2014/main" id="{FA3D8BB7-0CEA-4794-A91A-B7FEED8B3CED}"/>
              </a:ext>
            </a:extLst>
          </p:cNvPr>
          <p:cNvCxnSpPr>
            <a:stCxn id="21" idx="3"/>
            <a:endCxn id="22" idx="0"/>
          </p:cNvCxnSpPr>
          <p:nvPr/>
        </p:nvCxnSpPr>
        <p:spPr bwMode="auto">
          <a:xfrm flipH="1">
            <a:off x="6756052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5" name="直線單箭頭接點 4114">
            <a:extLst>
              <a:ext uri="{FF2B5EF4-FFF2-40B4-BE49-F238E27FC236}">
                <a16:creationId xmlns:a16="http://schemas.microsoft.com/office/drawing/2014/main" id="{4C4F9573-708B-4F0F-943B-2D2DEA9BE0EB}"/>
              </a:ext>
            </a:extLst>
          </p:cNvPr>
          <p:cNvCxnSpPr>
            <a:stCxn id="21" idx="5"/>
            <a:endCxn id="23" idx="0"/>
          </p:cNvCxnSpPr>
          <p:nvPr/>
        </p:nvCxnSpPr>
        <p:spPr bwMode="auto">
          <a:xfrm>
            <a:off x="7624563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4116" name="文字方塊 4115">
            <a:extLst>
              <a:ext uri="{FF2B5EF4-FFF2-40B4-BE49-F238E27FC236}">
                <a16:creationId xmlns:a16="http://schemas.microsoft.com/office/drawing/2014/main" id="{20348D9F-1EA7-4BB2-BFE8-31E2D2E5CF9F}"/>
              </a:ext>
            </a:extLst>
          </p:cNvPr>
          <p:cNvSpPr txBox="1"/>
          <p:nvPr/>
        </p:nvSpPr>
        <p:spPr>
          <a:xfrm>
            <a:off x="3828233" y="1616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93BC6394-BAA1-4241-A13E-5ED1FA8C96C7}"/>
              </a:ext>
            </a:extLst>
          </p:cNvPr>
          <p:cNvSpPr txBox="1"/>
          <p:nvPr/>
        </p:nvSpPr>
        <p:spPr>
          <a:xfrm>
            <a:off x="5985470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471F774A-6B16-4A62-9E74-03939FA24299}"/>
              </a:ext>
            </a:extLst>
          </p:cNvPr>
          <p:cNvSpPr txBox="1"/>
          <p:nvPr/>
        </p:nvSpPr>
        <p:spPr>
          <a:xfrm>
            <a:off x="1920624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796226E8-7F16-4585-9F4C-9839A66D9EDD}"/>
              </a:ext>
            </a:extLst>
          </p:cNvPr>
          <p:cNvSpPr txBox="1"/>
          <p:nvPr/>
        </p:nvSpPr>
        <p:spPr>
          <a:xfrm>
            <a:off x="769532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055C9D2D-A36E-41E8-BEE6-FFCDCC35B758}"/>
              </a:ext>
            </a:extLst>
          </p:cNvPr>
          <p:cNvSpPr txBox="1"/>
          <p:nvPr/>
        </p:nvSpPr>
        <p:spPr>
          <a:xfrm>
            <a:off x="2970927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B88E7D58-8A68-4D94-826E-7DCD2DB20F13}"/>
              </a:ext>
            </a:extLst>
          </p:cNvPr>
          <p:cNvSpPr txBox="1"/>
          <p:nvPr/>
        </p:nvSpPr>
        <p:spPr>
          <a:xfrm>
            <a:off x="4796350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6685B1BD-1C53-4C5C-B950-818A2E75B629}"/>
              </a:ext>
            </a:extLst>
          </p:cNvPr>
          <p:cNvSpPr txBox="1"/>
          <p:nvPr/>
        </p:nvSpPr>
        <p:spPr>
          <a:xfrm>
            <a:off x="7061245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A0D0C70B-5EC2-42E3-873D-4BFB2BADECBD}"/>
              </a:ext>
            </a:extLst>
          </p:cNvPr>
          <p:cNvSpPr txBox="1"/>
          <p:nvPr/>
        </p:nvSpPr>
        <p:spPr>
          <a:xfrm>
            <a:off x="17675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0]</a:t>
            </a:r>
            <a:endParaRPr lang="zh-TW" altLang="en-US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85FAA642-DD10-4387-810A-A04BBA6CC8C9}"/>
              </a:ext>
            </a:extLst>
          </p:cNvPr>
          <p:cNvSpPr txBox="1"/>
          <p:nvPr/>
        </p:nvSpPr>
        <p:spPr>
          <a:xfrm>
            <a:off x="136902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[1,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34372670-4B86-43D9-9A49-F5AE1523DAE1}"/>
              </a:ext>
            </a:extLst>
          </p:cNvPr>
          <p:cNvSpPr txBox="1"/>
          <p:nvPr/>
        </p:nvSpPr>
        <p:spPr>
          <a:xfrm>
            <a:off x="226747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2]</a:t>
            </a:r>
            <a:endParaRPr lang="zh-TW" altLang="en-US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BD79FF43-3472-48B4-8A9E-C1221291BD26}"/>
              </a:ext>
            </a:extLst>
          </p:cNvPr>
          <p:cNvSpPr txBox="1"/>
          <p:nvPr/>
        </p:nvSpPr>
        <p:spPr>
          <a:xfrm>
            <a:off x="341141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[3,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3934F855-1CB3-45E8-BE1E-EA8232A70B73}"/>
              </a:ext>
            </a:extLst>
          </p:cNvPr>
          <p:cNvSpPr txBox="1"/>
          <p:nvPr/>
        </p:nvSpPr>
        <p:spPr>
          <a:xfrm>
            <a:off x="424790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4]</a:t>
            </a:r>
            <a:endParaRPr lang="zh-TW" altLang="en-US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F23D3963-3DA0-4BF4-98A2-6BBED21DDF66}"/>
              </a:ext>
            </a:extLst>
          </p:cNvPr>
          <p:cNvSpPr txBox="1"/>
          <p:nvPr/>
        </p:nvSpPr>
        <p:spPr>
          <a:xfrm>
            <a:off x="5409100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[5,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14B482E4-1078-4A72-A34D-4CDCE318794C}"/>
              </a:ext>
            </a:extLst>
          </p:cNvPr>
          <p:cNvSpPr txBox="1"/>
          <p:nvPr/>
        </p:nvSpPr>
        <p:spPr>
          <a:xfrm>
            <a:off x="6339769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6]</a:t>
            </a:r>
            <a:endParaRPr lang="zh-TW" altLang="en-US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21A8288B-B82B-44D3-A3E6-A992123CC647}"/>
              </a:ext>
            </a:extLst>
          </p:cNvPr>
          <p:cNvSpPr txBox="1"/>
          <p:nvPr/>
        </p:nvSpPr>
        <p:spPr>
          <a:xfrm>
            <a:off x="752358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[7,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4118" name="矩形 4117">
            <a:extLst>
              <a:ext uri="{FF2B5EF4-FFF2-40B4-BE49-F238E27FC236}">
                <a16:creationId xmlns:a16="http://schemas.microsoft.com/office/drawing/2014/main" id="{1914A3E9-A800-4368-91DA-4CB8949E6C74}"/>
              </a:ext>
            </a:extLst>
          </p:cNvPr>
          <p:cNvSpPr/>
          <p:nvPr/>
        </p:nvSpPr>
        <p:spPr bwMode="auto">
          <a:xfrm>
            <a:off x="744999" y="3467596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2" name="表格 71">
                <a:extLst>
                  <a:ext uri="{FF2B5EF4-FFF2-40B4-BE49-F238E27FC236}">
                    <a16:creationId xmlns:a16="http://schemas.microsoft.com/office/drawing/2014/main" id="{AAA0D7AC-687D-45E4-8AD5-C344E77DC3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2" name="表格 71">
                <a:extLst>
                  <a:ext uri="{FF2B5EF4-FFF2-40B4-BE49-F238E27FC236}">
                    <a16:creationId xmlns:a16="http://schemas.microsoft.com/office/drawing/2014/main" id="{AAA0D7AC-687D-45E4-8AD5-C344E77DC3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592" t="-1515" r="-699408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101190" t="-1515" r="-60357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515" r="-5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515" r="-4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02381" t="-1515" r="-30238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99408" t="-1515" r="-200592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02976" t="-1515" r="-101786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98817" t="-1515" r="-1183" b="-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120" name="文字方塊 4119">
            <a:extLst>
              <a:ext uri="{FF2B5EF4-FFF2-40B4-BE49-F238E27FC236}">
                <a16:creationId xmlns:a16="http://schemas.microsoft.com/office/drawing/2014/main" id="{D25DD878-8865-4C07-8FC1-9664A227C3D9}"/>
              </a:ext>
            </a:extLst>
          </p:cNvPr>
          <p:cNvSpPr txBox="1"/>
          <p:nvPr/>
        </p:nvSpPr>
        <p:spPr>
          <a:xfrm>
            <a:off x="3597231" y="2130137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74934067-92BB-4AB5-8753-A0BACA71A1C0}"/>
              </a:ext>
            </a:extLst>
          </p:cNvPr>
          <p:cNvSpPr txBox="1"/>
          <p:nvPr/>
        </p:nvSpPr>
        <p:spPr>
          <a:xfrm>
            <a:off x="1700075" y="3081392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5</a:t>
            </a:r>
            <a:endParaRPr lang="zh-TW" altLang="en-US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88F7DCC0-43F4-41DB-992F-12E0407D4F53}"/>
              </a:ext>
            </a:extLst>
          </p:cNvPr>
          <p:cNvSpPr txBox="1"/>
          <p:nvPr/>
        </p:nvSpPr>
        <p:spPr>
          <a:xfrm>
            <a:off x="650040" y="4110857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4</a:t>
            </a:r>
            <a:endParaRPr lang="zh-TW" altLang="en-US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22337748-84FF-4523-90C1-60C4F1A5B02C}"/>
              </a:ext>
            </a:extLst>
          </p:cNvPr>
          <p:cNvSpPr txBox="1"/>
          <p:nvPr/>
        </p:nvSpPr>
        <p:spPr>
          <a:xfrm>
            <a:off x="2662471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5</a:t>
            </a:r>
            <a:endParaRPr lang="zh-TW" altLang="en-US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C1B1BD6C-750A-483F-BF2B-28B18201C6E3}"/>
              </a:ext>
            </a:extLst>
          </p:cNvPr>
          <p:cNvSpPr txBox="1"/>
          <p:nvPr/>
        </p:nvSpPr>
        <p:spPr>
          <a:xfrm>
            <a:off x="4696322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CF2473B5-910B-4DCC-9340-ACA14B16AD3D}"/>
              </a:ext>
            </a:extLst>
          </p:cNvPr>
          <p:cNvSpPr txBox="1"/>
          <p:nvPr/>
        </p:nvSpPr>
        <p:spPr>
          <a:xfrm>
            <a:off x="6697781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4</a:t>
            </a:r>
            <a:endParaRPr lang="zh-TW" altLang="en-US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430A5D47-BEF4-4E34-AB60-B5654E93F51B}"/>
              </a:ext>
            </a:extLst>
          </p:cNvPr>
          <p:cNvSpPr txBox="1"/>
          <p:nvPr/>
        </p:nvSpPr>
        <p:spPr>
          <a:xfrm>
            <a:off x="5756089" y="3146942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1731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B753616F-0324-4A25-A24A-92F5B5C5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D97EF6E-DE46-42BF-8E30-C23EC3C68EE3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18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6668F4C-F8B7-438B-9B85-CE42A765A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701675"/>
            <a:ext cx="8077200" cy="143118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使用線段樹進行區間最大值的查找及修改</a:t>
            </a:r>
            <a:endParaRPr lang="en-US" altLang="zh-TW" sz="2400" b="1">
              <a:solidFill>
                <a:srgbClr val="3BA943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線段樹（修改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[0,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0]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為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10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）：先往下找到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[0,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0]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的位置</a:t>
            </a:r>
            <a:endParaRPr lang="en-US" altLang="zh-TW" sz="2400">
              <a:latin typeface="Times New Roman" panose="02020603050405020304" pitchFamily="18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C5B6C76F-386F-4DDC-B776-A864D589E3AA}"/>
              </a:ext>
            </a:extLst>
          </p:cNvPr>
          <p:cNvSpPr/>
          <p:nvPr/>
        </p:nvSpPr>
        <p:spPr bwMode="auto">
          <a:xfrm>
            <a:off x="3995936" y="2132856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A71E5E7-AADA-4BF6-BA5F-D1769F665D04}"/>
              </a:ext>
            </a:extLst>
          </p:cNvPr>
          <p:cNvSpPr/>
          <p:nvPr/>
        </p:nvSpPr>
        <p:spPr bwMode="auto">
          <a:xfrm>
            <a:off x="2090765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24A4B17F-45A5-49B3-B035-59356F7511B9}"/>
              </a:ext>
            </a:extLst>
          </p:cNvPr>
          <p:cNvSpPr/>
          <p:nvPr/>
        </p:nvSpPr>
        <p:spPr bwMode="auto">
          <a:xfrm>
            <a:off x="1027415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28A5798F-8AA9-4FAE-A5D9-7B766BD0F883}"/>
              </a:ext>
            </a:extLst>
          </p:cNvPr>
          <p:cNvSpPr/>
          <p:nvPr/>
        </p:nvSpPr>
        <p:spPr bwMode="auto">
          <a:xfrm>
            <a:off x="362573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8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84D983B7-4D95-42AF-B482-03F726F92068}"/>
              </a:ext>
            </a:extLst>
          </p:cNvPr>
          <p:cNvSpPr/>
          <p:nvPr/>
        </p:nvSpPr>
        <p:spPr bwMode="auto">
          <a:xfrm>
            <a:off x="1554837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9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4B7A6B8A-A933-4084-BA83-C7912B0EADE4}"/>
              </a:ext>
            </a:extLst>
          </p:cNvPr>
          <p:cNvSpPr/>
          <p:nvPr/>
        </p:nvSpPr>
        <p:spPr bwMode="auto">
          <a:xfrm>
            <a:off x="3069809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B4A5F670-8A75-4C5F-BFBC-797F4FB26732}"/>
              </a:ext>
            </a:extLst>
          </p:cNvPr>
          <p:cNvSpPr/>
          <p:nvPr/>
        </p:nvSpPr>
        <p:spPr bwMode="auto">
          <a:xfrm>
            <a:off x="2404967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10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AAC5EDE2-70B2-414C-AD82-0B6E80A19C5D}"/>
              </a:ext>
            </a:extLst>
          </p:cNvPr>
          <p:cNvSpPr/>
          <p:nvPr/>
        </p:nvSpPr>
        <p:spPr bwMode="auto">
          <a:xfrm>
            <a:off x="3597231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74DEB6E7-6C24-4C9D-BCA3-72FA20F6FB70}"/>
              </a:ext>
            </a:extLst>
          </p:cNvPr>
          <p:cNvSpPr/>
          <p:nvPr/>
        </p:nvSpPr>
        <p:spPr bwMode="auto">
          <a:xfrm>
            <a:off x="6153818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2897B1BB-B26A-4AD0-90BA-9018B9349C6A}"/>
              </a:ext>
            </a:extLst>
          </p:cNvPr>
          <p:cNvSpPr/>
          <p:nvPr/>
        </p:nvSpPr>
        <p:spPr bwMode="auto">
          <a:xfrm>
            <a:off x="5090468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6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53F79CEA-6B6C-40FD-95F1-2409A6592FEA}"/>
              </a:ext>
            </a:extLst>
          </p:cNvPr>
          <p:cNvSpPr/>
          <p:nvPr/>
        </p:nvSpPr>
        <p:spPr bwMode="auto">
          <a:xfrm>
            <a:off x="4425626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80CFF65B-CAA1-459B-9349-96DC6DC1E36E}"/>
              </a:ext>
            </a:extLst>
          </p:cNvPr>
          <p:cNvSpPr/>
          <p:nvPr/>
        </p:nvSpPr>
        <p:spPr bwMode="auto">
          <a:xfrm>
            <a:off x="5617890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AC7398C9-200D-43DE-B5FA-33CA8A79F980}"/>
              </a:ext>
            </a:extLst>
          </p:cNvPr>
          <p:cNvSpPr/>
          <p:nvPr/>
        </p:nvSpPr>
        <p:spPr bwMode="auto">
          <a:xfrm>
            <a:off x="7132862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7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D25BCE8D-D30A-4EA1-8F6B-73495B3829CA}"/>
              </a:ext>
            </a:extLst>
          </p:cNvPr>
          <p:cNvSpPr/>
          <p:nvPr/>
        </p:nvSpPr>
        <p:spPr bwMode="auto">
          <a:xfrm>
            <a:off x="6468020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0CE78995-30A5-473C-BCB3-AA65F9A1FF0D}"/>
              </a:ext>
            </a:extLst>
          </p:cNvPr>
          <p:cNvSpPr/>
          <p:nvPr/>
        </p:nvSpPr>
        <p:spPr bwMode="auto">
          <a:xfrm>
            <a:off x="7660284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850AE454-5675-4FDC-85E7-4AD36E248056}"/>
              </a:ext>
            </a:extLst>
          </p:cNvPr>
          <p:cNvCxnSpPr>
            <a:stCxn id="2" idx="3"/>
            <a:endCxn id="6" idx="7"/>
          </p:cNvCxnSpPr>
          <p:nvPr/>
        </p:nvCxnSpPr>
        <p:spPr bwMode="auto">
          <a:xfrm flipH="1">
            <a:off x="2582466" y="2624557"/>
            <a:ext cx="1497833" cy="60077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4F8077E7-BBCC-4A07-A555-181D84AEE9E1}"/>
              </a:ext>
            </a:extLst>
          </p:cNvPr>
          <p:cNvCxnSpPr>
            <a:stCxn id="2" idx="5"/>
            <a:endCxn id="17" idx="1"/>
          </p:cNvCxnSpPr>
          <p:nvPr/>
        </p:nvCxnSpPr>
        <p:spPr bwMode="auto">
          <a:xfrm>
            <a:off x="4487637" y="2624557"/>
            <a:ext cx="1750544" cy="6007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9D5B2303-FFDB-4831-88DE-7845A432B0E9}"/>
              </a:ext>
            </a:extLst>
          </p:cNvPr>
          <p:cNvCxnSpPr>
            <a:stCxn id="6" idx="3"/>
            <a:endCxn id="8" idx="7"/>
          </p:cNvCxnSpPr>
          <p:nvPr/>
        </p:nvCxnSpPr>
        <p:spPr bwMode="auto">
          <a:xfrm flipH="1">
            <a:off x="1519116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B8BCA63B-7E3F-4E50-988A-F41BE0A7DA26}"/>
              </a:ext>
            </a:extLst>
          </p:cNvPr>
          <p:cNvCxnSpPr>
            <a:stCxn id="6" idx="5"/>
            <a:endCxn id="14" idx="1"/>
          </p:cNvCxnSpPr>
          <p:nvPr/>
        </p:nvCxnSpPr>
        <p:spPr bwMode="auto">
          <a:xfrm>
            <a:off x="2582466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BC3704D4-0CE2-4C7E-98D1-A355F20BF121}"/>
              </a:ext>
            </a:extLst>
          </p:cNvPr>
          <p:cNvCxnSpPr>
            <a:stCxn id="17" idx="3"/>
            <a:endCxn id="18" idx="7"/>
          </p:cNvCxnSpPr>
          <p:nvPr/>
        </p:nvCxnSpPr>
        <p:spPr bwMode="auto">
          <a:xfrm flipH="1">
            <a:off x="5582169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097" name="直線單箭頭接點 4096">
            <a:extLst>
              <a:ext uri="{FF2B5EF4-FFF2-40B4-BE49-F238E27FC236}">
                <a16:creationId xmlns:a16="http://schemas.microsoft.com/office/drawing/2014/main" id="{8D519409-BE2B-4643-BECA-0911C723EFCD}"/>
              </a:ext>
            </a:extLst>
          </p:cNvPr>
          <p:cNvCxnSpPr>
            <a:stCxn id="17" idx="5"/>
            <a:endCxn id="21" idx="1"/>
          </p:cNvCxnSpPr>
          <p:nvPr/>
        </p:nvCxnSpPr>
        <p:spPr bwMode="auto">
          <a:xfrm>
            <a:off x="6645519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1" name="直線單箭頭接點 4100">
            <a:extLst>
              <a:ext uri="{FF2B5EF4-FFF2-40B4-BE49-F238E27FC236}">
                <a16:creationId xmlns:a16="http://schemas.microsoft.com/office/drawing/2014/main" id="{5A503686-DAB9-4BCD-9192-68CAFB2B93B7}"/>
              </a:ext>
            </a:extLst>
          </p:cNvPr>
          <p:cNvCxnSpPr>
            <a:stCxn id="8" idx="3"/>
            <a:endCxn id="12" idx="0"/>
          </p:cNvCxnSpPr>
          <p:nvPr/>
        </p:nvCxnSpPr>
        <p:spPr bwMode="auto">
          <a:xfrm flipH="1">
            <a:off x="650605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3" name="直線單箭頭接點 4102">
            <a:extLst>
              <a:ext uri="{FF2B5EF4-FFF2-40B4-BE49-F238E27FC236}">
                <a16:creationId xmlns:a16="http://schemas.microsoft.com/office/drawing/2014/main" id="{A05A3529-647E-43FC-83FE-079028A3280E}"/>
              </a:ext>
            </a:extLst>
          </p:cNvPr>
          <p:cNvCxnSpPr>
            <a:stCxn id="8" idx="5"/>
            <a:endCxn id="13" idx="0"/>
          </p:cNvCxnSpPr>
          <p:nvPr/>
        </p:nvCxnSpPr>
        <p:spPr bwMode="auto">
          <a:xfrm>
            <a:off x="1519116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5" name="直線單箭頭接點 4104">
            <a:extLst>
              <a:ext uri="{FF2B5EF4-FFF2-40B4-BE49-F238E27FC236}">
                <a16:creationId xmlns:a16="http://schemas.microsoft.com/office/drawing/2014/main" id="{89A82FA7-C7D5-465E-99F4-465CD3EE26B3}"/>
              </a:ext>
            </a:extLst>
          </p:cNvPr>
          <p:cNvCxnSpPr>
            <a:stCxn id="14" idx="3"/>
            <a:endCxn id="15" idx="0"/>
          </p:cNvCxnSpPr>
          <p:nvPr/>
        </p:nvCxnSpPr>
        <p:spPr bwMode="auto">
          <a:xfrm flipH="1">
            <a:off x="2692999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7" name="直線單箭頭接點 4106">
            <a:extLst>
              <a:ext uri="{FF2B5EF4-FFF2-40B4-BE49-F238E27FC236}">
                <a16:creationId xmlns:a16="http://schemas.microsoft.com/office/drawing/2014/main" id="{11769B98-9686-4B44-94E0-F9123DD9669D}"/>
              </a:ext>
            </a:extLst>
          </p:cNvPr>
          <p:cNvCxnSpPr>
            <a:stCxn id="14" idx="5"/>
            <a:endCxn id="16" idx="0"/>
          </p:cNvCxnSpPr>
          <p:nvPr/>
        </p:nvCxnSpPr>
        <p:spPr bwMode="auto">
          <a:xfrm>
            <a:off x="3561510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9" name="直線單箭頭接點 4108">
            <a:extLst>
              <a:ext uri="{FF2B5EF4-FFF2-40B4-BE49-F238E27FC236}">
                <a16:creationId xmlns:a16="http://schemas.microsoft.com/office/drawing/2014/main" id="{47CA872F-CA5B-472C-9910-7DAFDDD9B10D}"/>
              </a:ext>
            </a:extLst>
          </p:cNvPr>
          <p:cNvCxnSpPr>
            <a:stCxn id="18" idx="3"/>
            <a:endCxn id="19" idx="0"/>
          </p:cNvCxnSpPr>
          <p:nvPr/>
        </p:nvCxnSpPr>
        <p:spPr bwMode="auto">
          <a:xfrm flipH="1">
            <a:off x="4713658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1" name="直線單箭頭接點 4110">
            <a:extLst>
              <a:ext uri="{FF2B5EF4-FFF2-40B4-BE49-F238E27FC236}">
                <a16:creationId xmlns:a16="http://schemas.microsoft.com/office/drawing/2014/main" id="{B33115C2-9752-4B0E-B114-ABAB397DED48}"/>
              </a:ext>
            </a:extLst>
          </p:cNvPr>
          <p:cNvCxnSpPr>
            <a:stCxn id="18" idx="5"/>
            <a:endCxn id="20" idx="0"/>
          </p:cNvCxnSpPr>
          <p:nvPr/>
        </p:nvCxnSpPr>
        <p:spPr bwMode="auto">
          <a:xfrm>
            <a:off x="5582169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3" name="直線單箭頭接點 4112">
            <a:extLst>
              <a:ext uri="{FF2B5EF4-FFF2-40B4-BE49-F238E27FC236}">
                <a16:creationId xmlns:a16="http://schemas.microsoft.com/office/drawing/2014/main" id="{FA3D8BB7-0CEA-4794-A91A-B7FEED8B3CED}"/>
              </a:ext>
            </a:extLst>
          </p:cNvPr>
          <p:cNvCxnSpPr>
            <a:stCxn id="21" idx="3"/>
            <a:endCxn id="22" idx="0"/>
          </p:cNvCxnSpPr>
          <p:nvPr/>
        </p:nvCxnSpPr>
        <p:spPr bwMode="auto">
          <a:xfrm flipH="1">
            <a:off x="6756052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5" name="直線單箭頭接點 4114">
            <a:extLst>
              <a:ext uri="{FF2B5EF4-FFF2-40B4-BE49-F238E27FC236}">
                <a16:creationId xmlns:a16="http://schemas.microsoft.com/office/drawing/2014/main" id="{4C4F9573-708B-4F0F-943B-2D2DEA9BE0EB}"/>
              </a:ext>
            </a:extLst>
          </p:cNvPr>
          <p:cNvCxnSpPr>
            <a:stCxn id="21" idx="5"/>
            <a:endCxn id="23" idx="0"/>
          </p:cNvCxnSpPr>
          <p:nvPr/>
        </p:nvCxnSpPr>
        <p:spPr bwMode="auto">
          <a:xfrm>
            <a:off x="7624563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4116" name="文字方塊 4115">
            <a:extLst>
              <a:ext uri="{FF2B5EF4-FFF2-40B4-BE49-F238E27FC236}">
                <a16:creationId xmlns:a16="http://schemas.microsoft.com/office/drawing/2014/main" id="{20348D9F-1EA7-4BB2-BFE8-31E2D2E5CF9F}"/>
              </a:ext>
            </a:extLst>
          </p:cNvPr>
          <p:cNvSpPr txBox="1"/>
          <p:nvPr/>
        </p:nvSpPr>
        <p:spPr>
          <a:xfrm>
            <a:off x="3828233" y="1616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93BC6394-BAA1-4241-A13E-5ED1FA8C96C7}"/>
              </a:ext>
            </a:extLst>
          </p:cNvPr>
          <p:cNvSpPr txBox="1"/>
          <p:nvPr/>
        </p:nvSpPr>
        <p:spPr>
          <a:xfrm>
            <a:off x="5985470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471F774A-6B16-4A62-9E74-03939FA24299}"/>
              </a:ext>
            </a:extLst>
          </p:cNvPr>
          <p:cNvSpPr txBox="1"/>
          <p:nvPr/>
        </p:nvSpPr>
        <p:spPr>
          <a:xfrm>
            <a:off x="1920624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796226E8-7F16-4585-9F4C-9839A66D9EDD}"/>
              </a:ext>
            </a:extLst>
          </p:cNvPr>
          <p:cNvSpPr txBox="1"/>
          <p:nvPr/>
        </p:nvSpPr>
        <p:spPr>
          <a:xfrm>
            <a:off x="769532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055C9D2D-A36E-41E8-BEE6-FFCDCC35B758}"/>
              </a:ext>
            </a:extLst>
          </p:cNvPr>
          <p:cNvSpPr txBox="1"/>
          <p:nvPr/>
        </p:nvSpPr>
        <p:spPr>
          <a:xfrm>
            <a:off x="2970927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B88E7D58-8A68-4D94-826E-7DCD2DB20F13}"/>
              </a:ext>
            </a:extLst>
          </p:cNvPr>
          <p:cNvSpPr txBox="1"/>
          <p:nvPr/>
        </p:nvSpPr>
        <p:spPr>
          <a:xfrm>
            <a:off x="4796350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6685B1BD-1C53-4C5C-B950-818A2E75B629}"/>
              </a:ext>
            </a:extLst>
          </p:cNvPr>
          <p:cNvSpPr txBox="1"/>
          <p:nvPr/>
        </p:nvSpPr>
        <p:spPr>
          <a:xfrm>
            <a:off x="7061245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A0D0C70B-5EC2-42E3-873D-4BFB2BADECBD}"/>
              </a:ext>
            </a:extLst>
          </p:cNvPr>
          <p:cNvSpPr txBox="1"/>
          <p:nvPr/>
        </p:nvSpPr>
        <p:spPr>
          <a:xfrm>
            <a:off x="17675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0]</a:t>
            </a:r>
            <a:endParaRPr lang="zh-TW" altLang="en-US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85FAA642-DD10-4387-810A-A04BBA6CC8C9}"/>
              </a:ext>
            </a:extLst>
          </p:cNvPr>
          <p:cNvSpPr txBox="1"/>
          <p:nvPr/>
        </p:nvSpPr>
        <p:spPr>
          <a:xfrm>
            <a:off x="136902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[1,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34372670-4B86-43D9-9A49-F5AE1523DAE1}"/>
              </a:ext>
            </a:extLst>
          </p:cNvPr>
          <p:cNvSpPr txBox="1"/>
          <p:nvPr/>
        </p:nvSpPr>
        <p:spPr>
          <a:xfrm>
            <a:off x="226747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2]</a:t>
            </a:r>
            <a:endParaRPr lang="zh-TW" altLang="en-US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BD79FF43-3472-48B4-8A9E-C1221291BD26}"/>
              </a:ext>
            </a:extLst>
          </p:cNvPr>
          <p:cNvSpPr txBox="1"/>
          <p:nvPr/>
        </p:nvSpPr>
        <p:spPr>
          <a:xfrm>
            <a:off x="341141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[3,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3934F855-1CB3-45E8-BE1E-EA8232A70B73}"/>
              </a:ext>
            </a:extLst>
          </p:cNvPr>
          <p:cNvSpPr txBox="1"/>
          <p:nvPr/>
        </p:nvSpPr>
        <p:spPr>
          <a:xfrm>
            <a:off x="424790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4]</a:t>
            </a:r>
            <a:endParaRPr lang="zh-TW" altLang="en-US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F23D3963-3DA0-4BF4-98A2-6BBED21DDF66}"/>
              </a:ext>
            </a:extLst>
          </p:cNvPr>
          <p:cNvSpPr txBox="1"/>
          <p:nvPr/>
        </p:nvSpPr>
        <p:spPr>
          <a:xfrm>
            <a:off x="5409100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[5,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14B482E4-1078-4A72-A34D-4CDCE318794C}"/>
              </a:ext>
            </a:extLst>
          </p:cNvPr>
          <p:cNvSpPr txBox="1"/>
          <p:nvPr/>
        </p:nvSpPr>
        <p:spPr>
          <a:xfrm>
            <a:off x="6339769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6]</a:t>
            </a:r>
            <a:endParaRPr lang="zh-TW" altLang="en-US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21A8288B-B82B-44D3-A3E6-A992123CC647}"/>
              </a:ext>
            </a:extLst>
          </p:cNvPr>
          <p:cNvSpPr txBox="1"/>
          <p:nvPr/>
        </p:nvSpPr>
        <p:spPr>
          <a:xfrm>
            <a:off x="752358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[7,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4118" name="矩形 4117">
            <a:extLst>
              <a:ext uri="{FF2B5EF4-FFF2-40B4-BE49-F238E27FC236}">
                <a16:creationId xmlns:a16="http://schemas.microsoft.com/office/drawing/2014/main" id="{1914A3E9-A800-4368-91DA-4CB8949E6C74}"/>
              </a:ext>
            </a:extLst>
          </p:cNvPr>
          <p:cNvSpPr/>
          <p:nvPr/>
        </p:nvSpPr>
        <p:spPr bwMode="auto">
          <a:xfrm>
            <a:off x="183298" y="5725353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2" name="表格 71">
                <a:extLst>
                  <a:ext uri="{FF2B5EF4-FFF2-40B4-BE49-F238E27FC236}">
                    <a16:creationId xmlns:a16="http://schemas.microsoft.com/office/drawing/2014/main" id="{AAA0D7AC-687D-45E4-8AD5-C344E77DC3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2" name="表格 71">
                <a:extLst>
                  <a:ext uri="{FF2B5EF4-FFF2-40B4-BE49-F238E27FC236}">
                    <a16:creationId xmlns:a16="http://schemas.microsoft.com/office/drawing/2014/main" id="{AAA0D7AC-687D-45E4-8AD5-C344E77DC3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592" t="-1515" r="-699408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101190" t="-1515" r="-60357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515" r="-5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515" r="-4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02381" t="-1515" r="-30238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99408" t="-1515" r="-200592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02976" t="-1515" r="-101786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98817" t="-1515" r="-1183" b="-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120" name="文字方塊 4119">
            <a:extLst>
              <a:ext uri="{FF2B5EF4-FFF2-40B4-BE49-F238E27FC236}">
                <a16:creationId xmlns:a16="http://schemas.microsoft.com/office/drawing/2014/main" id="{D25DD878-8865-4C07-8FC1-9664A227C3D9}"/>
              </a:ext>
            </a:extLst>
          </p:cNvPr>
          <p:cNvSpPr txBox="1"/>
          <p:nvPr/>
        </p:nvSpPr>
        <p:spPr>
          <a:xfrm>
            <a:off x="3597231" y="2130137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74934067-92BB-4AB5-8753-A0BACA71A1C0}"/>
              </a:ext>
            </a:extLst>
          </p:cNvPr>
          <p:cNvSpPr txBox="1"/>
          <p:nvPr/>
        </p:nvSpPr>
        <p:spPr>
          <a:xfrm>
            <a:off x="1700075" y="3081392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5</a:t>
            </a:r>
            <a:endParaRPr lang="zh-TW" altLang="en-US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88F7DCC0-43F4-41DB-992F-12E0407D4F53}"/>
              </a:ext>
            </a:extLst>
          </p:cNvPr>
          <p:cNvSpPr txBox="1"/>
          <p:nvPr/>
        </p:nvSpPr>
        <p:spPr>
          <a:xfrm>
            <a:off x="650040" y="4110857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4</a:t>
            </a:r>
            <a:endParaRPr lang="zh-TW" altLang="en-US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22337748-84FF-4523-90C1-60C4F1A5B02C}"/>
              </a:ext>
            </a:extLst>
          </p:cNvPr>
          <p:cNvSpPr txBox="1"/>
          <p:nvPr/>
        </p:nvSpPr>
        <p:spPr>
          <a:xfrm>
            <a:off x="2662471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5</a:t>
            </a:r>
            <a:endParaRPr lang="zh-TW" altLang="en-US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C1B1BD6C-750A-483F-BF2B-28B18201C6E3}"/>
              </a:ext>
            </a:extLst>
          </p:cNvPr>
          <p:cNvSpPr txBox="1"/>
          <p:nvPr/>
        </p:nvSpPr>
        <p:spPr>
          <a:xfrm>
            <a:off x="4696322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CF2473B5-910B-4DCC-9340-ACA14B16AD3D}"/>
              </a:ext>
            </a:extLst>
          </p:cNvPr>
          <p:cNvSpPr txBox="1"/>
          <p:nvPr/>
        </p:nvSpPr>
        <p:spPr>
          <a:xfrm>
            <a:off x="6697781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4</a:t>
            </a:r>
            <a:endParaRPr lang="zh-TW" altLang="en-US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430A5D47-BEF4-4E34-AB60-B5654E93F51B}"/>
              </a:ext>
            </a:extLst>
          </p:cNvPr>
          <p:cNvSpPr txBox="1"/>
          <p:nvPr/>
        </p:nvSpPr>
        <p:spPr>
          <a:xfrm>
            <a:off x="5756089" y="3146942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7658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B753616F-0324-4A25-A24A-92F5B5C5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D97EF6E-DE46-42BF-8E30-C23EC3C68EE3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19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6668F4C-F8B7-438B-9B85-CE42A765A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701675"/>
            <a:ext cx="8077200" cy="143118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使用線段樹進行區間最大值的查找及修改</a:t>
            </a:r>
            <a:endParaRPr lang="en-US" altLang="zh-TW" sz="2400" b="1">
              <a:solidFill>
                <a:srgbClr val="3BA943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線段樹（修改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[0,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0]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為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10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）：修改後，往上更新最大值</a:t>
            </a:r>
            <a:endParaRPr lang="en-US" altLang="zh-TW" sz="2400">
              <a:latin typeface="Times New Roman" panose="02020603050405020304" pitchFamily="18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C5B6C76F-386F-4DDC-B776-A864D589E3AA}"/>
              </a:ext>
            </a:extLst>
          </p:cNvPr>
          <p:cNvSpPr/>
          <p:nvPr/>
        </p:nvSpPr>
        <p:spPr bwMode="auto">
          <a:xfrm>
            <a:off x="3995936" y="2132856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A71E5E7-AADA-4BF6-BA5F-D1769F665D04}"/>
              </a:ext>
            </a:extLst>
          </p:cNvPr>
          <p:cNvSpPr/>
          <p:nvPr/>
        </p:nvSpPr>
        <p:spPr bwMode="auto">
          <a:xfrm>
            <a:off x="2090765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24A4B17F-45A5-49B3-B035-59356F7511B9}"/>
              </a:ext>
            </a:extLst>
          </p:cNvPr>
          <p:cNvSpPr/>
          <p:nvPr/>
        </p:nvSpPr>
        <p:spPr bwMode="auto">
          <a:xfrm>
            <a:off x="1027415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28A5798F-8AA9-4FAE-A5D9-7B766BD0F883}"/>
              </a:ext>
            </a:extLst>
          </p:cNvPr>
          <p:cNvSpPr/>
          <p:nvPr/>
        </p:nvSpPr>
        <p:spPr bwMode="auto">
          <a:xfrm>
            <a:off x="362573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8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84D983B7-4D95-42AF-B482-03F726F92068}"/>
              </a:ext>
            </a:extLst>
          </p:cNvPr>
          <p:cNvSpPr/>
          <p:nvPr/>
        </p:nvSpPr>
        <p:spPr bwMode="auto">
          <a:xfrm>
            <a:off x="1554837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9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4B7A6B8A-A933-4084-BA83-C7912B0EADE4}"/>
              </a:ext>
            </a:extLst>
          </p:cNvPr>
          <p:cNvSpPr/>
          <p:nvPr/>
        </p:nvSpPr>
        <p:spPr bwMode="auto">
          <a:xfrm>
            <a:off x="3069809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B4A5F670-8A75-4C5F-BFBC-797F4FB26732}"/>
              </a:ext>
            </a:extLst>
          </p:cNvPr>
          <p:cNvSpPr/>
          <p:nvPr/>
        </p:nvSpPr>
        <p:spPr bwMode="auto">
          <a:xfrm>
            <a:off x="2404967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10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AAC5EDE2-70B2-414C-AD82-0B6E80A19C5D}"/>
              </a:ext>
            </a:extLst>
          </p:cNvPr>
          <p:cNvSpPr/>
          <p:nvPr/>
        </p:nvSpPr>
        <p:spPr bwMode="auto">
          <a:xfrm>
            <a:off x="3597231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74DEB6E7-6C24-4C9D-BCA3-72FA20F6FB70}"/>
              </a:ext>
            </a:extLst>
          </p:cNvPr>
          <p:cNvSpPr/>
          <p:nvPr/>
        </p:nvSpPr>
        <p:spPr bwMode="auto">
          <a:xfrm>
            <a:off x="6153818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2897B1BB-B26A-4AD0-90BA-9018B9349C6A}"/>
              </a:ext>
            </a:extLst>
          </p:cNvPr>
          <p:cNvSpPr/>
          <p:nvPr/>
        </p:nvSpPr>
        <p:spPr bwMode="auto">
          <a:xfrm>
            <a:off x="5090468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6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53F79CEA-6B6C-40FD-95F1-2409A6592FEA}"/>
              </a:ext>
            </a:extLst>
          </p:cNvPr>
          <p:cNvSpPr/>
          <p:nvPr/>
        </p:nvSpPr>
        <p:spPr bwMode="auto">
          <a:xfrm>
            <a:off x="4425626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80CFF65B-CAA1-459B-9349-96DC6DC1E36E}"/>
              </a:ext>
            </a:extLst>
          </p:cNvPr>
          <p:cNvSpPr/>
          <p:nvPr/>
        </p:nvSpPr>
        <p:spPr bwMode="auto">
          <a:xfrm>
            <a:off x="5617890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AC7398C9-200D-43DE-B5FA-33CA8A79F980}"/>
              </a:ext>
            </a:extLst>
          </p:cNvPr>
          <p:cNvSpPr/>
          <p:nvPr/>
        </p:nvSpPr>
        <p:spPr bwMode="auto">
          <a:xfrm>
            <a:off x="7132862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7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D25BCE8D-D30A-4EA1-8F6B-73495B3829CA}"/>
              </a:ext>
            </a:extLst>
          </p:cNvPr>
          <p:cNvSpPr/>
          <p:nvPr/>
        </p:nvSpPr>
        <p:spPr bwMode="auto">
          <a:xfrm>
            <a:off x="6468020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0CE78995-30A5-473C-BCB3-AA65F9A1FF0D}"/>
              </a:ext>
            </a:extLst>
          </p:cNvPr>
          <p:cNvSpPr/>
          <p:nvPr/>
        </p:nvSpPr>
        <p:spPr bwMode="auto">
          <a:xfrm>
            <a:off x="7660284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850AE454-5675-4FDC-85E7-4AD36E248056}"/>
              </a:ext>
            </a:extLst>
          </p:cNvPr>
          <p:cNvCxnSpPr>
            <a:stCxn id="2" idx="3"/>
            <a:endCxn id="6" idx="7"/>
          </p:cNvCxnSpPr>
          <p:nvPr/>
        </p:nvCxnSpPr>
        <p:spPr bwMode="auto">
          <a:xfrm flipH="1">
            <a:off x="2582466" y="2624557"/>
            <a:ext cx="1497833" cy="60077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4F8077E7-BBCC-4A07-A555-181D84AEE9E1}"/>
              </a:ext>
            </a:extLst>
          </p:cNvPr>
          <p:cNvCxnSpPr>
            <a:stCxn id="2" idx="5"/>
            <a:endCxn id="17" idx="1"/>
          </p:cNvCxnSpPr>
          <p:nvPr/>
        </p:nvCxnSpPr>
        <p:spPr bwMode="auto">
          <a:xfrm>
            <a:off x="4487637" y="2624557"/>
            <a:ext cx="1750544" cy="6007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9D5B2303-FFDB-4831-88DE-7845A432B0E9}"/>
              </a:ext>
            </a:extLst>
          </p:cNvPr>
          <p:cNvCxnSpPr>
            <a:stCxn id="6" idx="3"/>
            <a:endCxn id="8" idx="7"/>
          </p:cNvCxnSpPr>
          <p:nvPr/>
        </p:nvCxnSpPr>
        <p:spPr bwMode="auto">
          <a:xfrm flipH="1">
            <a:off x="1519116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B8BCA63B-7E3F-4E50-988A-F41BE0A7DA26}"/>
              </a:ext>
            </a:extLst>
          </p:cNvPr>
          <p:cNvCxnSpPr>
            <a:stCxn id="6" idx="5"/>
            <a:endCxn id="14" idx="1"/>
          </p:cNvCxnSpPr>
          <p:nvPr/>
        </p:nvCxnSpPr>
        <p:spPr bwMode="auto">
          <a:xfrm>
            <a:off x="2582466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BC3704D4-0CE2-4C7E-98D1-A355F20BF121}"/>
              </a:ext>
            </a:extLst>
          </p:cNvPr>
          <p:cNvCxnSpPr>
            <a:stCxn id="17" idx="3"/>
            <a:endCxn id="18" idx="7"/>
          </p:cNvCxnSpPr>
          <p:nvPr/>
        </p:nvCxnSpPr>
        <p:spPr bwMode="auto">
          <a:xfrm flipH="1">
            <a:off x="5582169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097" name="直線單箭頭接點 4096">
            <a:extLst>
              <a:ext uri="{FF2B5EF4-FFF2-40B4-BE49-F238E27FC236}">
                <a16:creationId xmlns:a16="http://schemas.microsoft.com/office/drawing/2014/main" id="{8D519409-BE2B-4643-BECA-0911C723EFCD}"/>
              </a:ext>
            </a:extLst>
          </p:cNvPr>
          <p:cNvCxnSpPr>
            <a:stCxn id="17" idx="5"/>
            <a:endCxn id="21" idx="1"/>
          </p:cNvCxnSpPr>
          <p:nvPr/>
        </p:nvCxnSpPr>
        <p:spPr bwMode="auto">
          <a:xfrm>
            <a:off x="6645519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1" name="直線單箭頭接點 4100">
            <a:extLst>
              <a:ext uri="{FF2B5EF4-FFF2-40B4-BE49-F238E27FC236}">
                <a16:creationId xmlns:a16="http://schemas.microsoft.com/office/drawing/2014/main" id="{5A503686-DAB9-4BCD-9192-68CAFB2B93B7}"/>
              </a:ext>
            </a:extLst>
          </p:cNvPr>
          <p:cNvCxnSpPr>
            <a:stCxn id="8" idx="3"/>
            <a:endCxn id="12" idx="0"/>
          </p:cNvCxnSpPr>
          <p:nvPr/>
        </p:nvCxnSpPr>
        <p:spPr bwMode="auto">
          <a:xfrm flipH="1">
            <a:off x="650605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3" name="直線單箭頭接點 4102">
            <a:extLst>
              <a:ext uri="{FF2B5EF4-FFF2-40B4-BE49-F238E27FC236}">
                <a16:creationId xmlns:a16="http://schemas.microsoft.com/office/drawing/2014/main" id="{A05A3529-647E-43FC-83FE-079028A3280E}"/>
              </a:ext>
            </a:extLst>
          </p:cNvPr>
          <p:cNvCxnSpPr>
            <a:stCxn id="8" idx="5"/>
            <a:endCxn id="13" idx="0"/>
          </p:cNvCxnSpPr>
          <p:nvPr/>
        </p:nvCxnSpPr>
        <p:spPr bwMode="auto">
          <a:xfrm>
            <a:off x="1519116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5" name="直線單箭頭接點 4104">
            <a:extLst>
              <a:ext uri="{FF2B5EF4-FFF2-40B4-BE49-F238E27FC236}">
                <a16:creationId xmlns:a16="http://schemas.microsoft.com/office/drawing/2014/main" id="{89A82FA7-C7D5-465E-99F4-465CD3EE26B3}"/>
              </a:ext>
            </a:extLst>
          </p:cNvPr>
          <p:cNvCxnSpPr>
            <a:stCxn id="14" idx="3"/>
            <a:endCxn id="15" idx="0"/>
          </p:cNvCxnSpPr>
          <p:nvPr/>
        </p:nvCxnSpPr>
        <p:spPr bwMode="auto">
          <a:xfrm flipH="1">
            <a:off x="2692999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7" name="直線單箭頭接點 4106">
            <a:extLst>
              <a:ext uri="{FF2B5EF4-FFF2-40B4-BE49-F238E27FC236}">
                <a16:creationId xmlns:a16="http://schemas.microsoft.com/office/drawing/2014/main" id="{11769B98-9686-4B44-94E0-F9123DD9669D}"/>
              </a:ext>
            </a:extLst>
          </p:cNvPr>
          <p:cNvCxnSpPr>
            <a:stCxn id="14" idx="5"/>
            <a:endCxn id="16" idx="0"/>
          </p:cNvCxnSpPr>
          <p:nvPr/>
        </p:nvCxnSpPr>
        <p:spPr bwMode="auto">
          <a:xfrm>
            <a:off x="3561510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9" name="直線單箭頭接點 4108">
            <a:extLst>
              <a:ext uri="{FF2B5EF4-FFF2-40B4-BE49-F238E27FC236}">
                <a16:creationId xmlns:a16="http://schemas.microsoft.com/office/drawing/2014/main" id="{47CA872F-CA5B-472C-9910-7DAFDDD9B10D}"/>
              </a:ext>
            </a:extLst>
          </p:cNvPr>
          <p:cNvCxnSpPr>
            <a:stCxn id="18" idx="3"/>
            <a:endCxn id="19" idx="0"/>
          </p:cNvCxnSpPr>
          <p:nvPr/>
        </p:nvCxnSpPr>
        <p:spPr bwMode="auto">
          <a:xfrm flipH="1">
            <a:off x="4713658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1" name="直線單箭頭接點 4110">
            <a:extLst>
              <a:ext uri="{FF2B5EF4-FFF2-40B4-BE49-F238E27FC236}">
                <a16:creationId xmlns:a16="http://schemas.microsoft.com/office/drawing/2014/main" id="{B33115C2-9752-4B0E-B114-ABAB397DED48}"/>
              </a:ext>
            </a:extLst>
          </p:cNvPr>
          <p:cNvCxnSpPr>
            <a:stCxn id="18" idx="5"/>
            <a:endCxn id="20" idx="0"/>
          </p:cNvCxnSpPr>
          <p:nvPr/>
        </p:nvCxnSpPr>
        <p:spPr bwMode="auto">
          <a:xfrm>
            <a:off x="5582169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3" name="直線單箭頭接點 4112">
            <a:extLst>
              <a:ext uri="{FF2B5EF4-FFF2-40B4-BE49-F238E27FC236}">
                <a16:creationId xmlns:a16="http://schemas.microsoft.com/office/drawing/2014/main" id="{FA3D8BB7-0CEA-4794-A91A-B7FEED8B3CED}"/>
              </a:ext>
            </a:extLst>
          </p:cNvPr>
          <p:cNvCxnSpPr>
            <a:stCxn id="21" idx="3"/>
            <a:endCxn id="22" idx="0"/>
          </p:cNvCxnSpPr>
          <p:nvPr/>
        </p:nvCxnSpPr>
        <p:spPr bwMode="auto">
          <a:xfrm flipH="1">
            <a:off x="6756052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5" name="直線單箭頭接點 4114">
            <a:extLst>
              <a:ext uri="{FF2B5EF4-FFF2-40B4-BE49-F238E27FC236}">
                <a16:creationId xmlns:a16="http://schemas.microsoft.com/office/drawing/2014/main" id="{4C4F9573-708B-4F0F-943B-2D2DEA9BE0EB}"/>
              </a:ext>
            </a:extLst>
          </p:cNvPr>
          <p:cNvCxnSpPr>
            <a:stCxn id="21" idx="5"/>
            <a:endCxn id="23" idx="0"/>
          </p:cNvCxnSpPr>
          <p:nvPr/>
        </p:nvCxnSpPr>
        <p:spPr bwMode="auto">
          <a:xfrm>
            <a:off x="7624563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4116" name="文字方塊 4115">
            <a:extLst>
              <a:ext uri="{FF2B5EF4-FFF2-40B4-BE49-F238E27FC236}">
                <a16:creationId xmlns:a16="http://schemas.microsoft.com/office/drawing/2014/main" id="{20348D9F-1EA7-4BB2-BFE8-31E2D2E5CF9F}"/>
              </a:ext>
            </a:extLst>
          </p:cNvPr>
          <p:cNvSpPr txBox="1"/>
          <p:nvPr/>
        </p:nvSpPr>
        <p:spPr>
          <a:xfrm>
            <a:off x="3828233" y="1616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93BC6394-BAA1-4241-A13E-5ED1FA8C96C7}"/>
              </a:ext>
            </a:extLst>
          </p:cNvPr>
          <p:cNvSpPr txBox="1"/>
          <p:nvPr/>
        </p:nvSpPr>
        <p:spPr>
          <a:xfrm>
            <a:off x="5985470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471F774A-6B16-4A62-9E74-03939FA24299}"/>
              </a:ext>
            </a:extLst>
          </p:cNvPr>
          <p:cNvSpPr txBox="1"/>
          <p:nvPr/>
        </p:nvSpPr>
        <p:spPr>
          <a:xfrm>
            <a:off x="1920624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796226E8-7F16-4585-9F4C-9839A66D9EDD}"/>
              </a:ext>
            </a:extLst>
          </p:cNvPr>
          <p:cNvSpPr txBox="1"/>
          <p:nvPr/>
        </p:nvSpPr>
        <p:spPr>
          <a:xfrm>
            <a:off x="769532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055C9D2D-A36E-41E8-BEE6-FFCDCC35B758}"/>
              </a:ext>
            </a:extLst>
          </p:cNvPr>
          <p:cNvSpPr txBox="1"/>
          <p:nvPr/>
        </p:nvSpPr>
        <p:spPr>
          <a:xfrm>
            <a:off x="2970927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B88E7D58-8A68-4D94-826E-7DCD2DB20F13}"/>
              </a:ext>
            </a:extLst>
          </p:cNvPr>
          <p:cNvSpPr txBox="1"/>
          <p:nvPr/>
        </p:nvSpPr>
        <p:spPr>
          <a:xfrm>
            <a:off x="4796350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6685B1BD-1C53-4C5C-B950-818A2E75B629}"/>
              </a:ext>
            </a:extLst>
          </p:cNvPr>
          <p:cNvSpPr txBox="1"/>
          <p:nvPr/>
        </p:nvSpPr>
        <p:spPr>
          <a:xfrm>
            <a:off x="7061245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A0D0C70B-5EC2-42E3-873D-4BFB2BADECBD}"/>
              </a:ext>
            </a:extLst>
          </p:cNvPr>
          <p:cNvSpPr txBox="1"/>
          <p:nvPr/>
        </p:nvSpPr>
        <p:spPr>
          <a:xfrm>
            <a:off x="17675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0]</a:t>
            </a:r>
            <a:endParaRPr lang="zh-TW" altLang="en-US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85FAA642-DD10-4387-810A-A04BBA6CC8C9}"/>
              </a:ext>
            </a:extLst>
          </p:cNvPr>
          <p:cNvSpPr txBox="1"/>
          <p:nvPr/>
        </p:nvSpPr>
        <p:spPr>
          <a:xfrm>
            <a:off x="136902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[1,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34372670-4B86-43D9-9A49-F5AE1523DAE1}"/>
              </a:ext>
            </a:extLst>
          </p:cNvPr>
          <p:cNvSpPr txBox="1"/>
          <p:nvPr/>
        </p:nvSpPr>
        <p:spPr>
          <a:xfrm>
            <a:off x="226747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2]</a:t>
            </a:r>
            <a:endParaRPr lang="zh-TW" altLang="en-US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BD79FF43-3472-48B4-8A9E-C1221291BD26}"/>
              </a:ext>
            </a:extLst>
          </p:cNvPr>
          <p:cNvSpPr txBox="1"/>
          <p:nvPr/>
        </p:nvSpPr>
        <p:spPr>
          <a:xfrm>
            <a:off x="341141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[3,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3934F855-1CB3-45E8-BE1E-EA8232A70B73}"/>
              </a:ext>
            </a:extLst>
          </p:cNvPr>
          <p:cNvSpPr txBox="1"/>
          <p:nvPr/>
        </p:nvSpPr>
        <p:spPr>
          <a:xfrm>
            <a:off x="424790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4]</a:t>
            </a:r>
            <a:endParaRPr lang="zh-TW" altLang="en-US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F23D3963-3DA0-4BF4-98A2-6BBED21DDF66}"/>
              </a:ext>
            </a:extLst>
          </p:cNvPr>
          <p:cNvSpPr txBox="1"/>
          <p:nvPr/>
        </p:nvSpPr>
        <p:spPr>
          <a:xfrm>
            <a:off x="5409100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[5,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14B482E4-1078-4A72-A34D-4CDCE318794C}"/>
              </a:ext>
            </a:extLst>
          </p:cNvPr>
          <p:cNvSpPr txBox="1"/>
          <p:nvPr/>
        </p:nvSpPr>
        <p:spPr>
          <a:xfrm>
            <a:off x="6339769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6]</a:t>
            </a:r>
            <a:endParaRPr lang="zh-TW" altLang="en-US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21A8288B-B82B-44D3-A3E6-A992123CC647}"/>
              </a:ext>
            </a:extLst>
          </p:cNvPr>
          <p:cNvSpPr txBox="1"/>
          <p:nvPr/>
        </p:nvSpPr>
        <p:spPr>
          <a:xfrm>
            <a:off x="752358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[7,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4118" name="矩形 4117">
            <a:extLst>
              <a:ext uri="{FF2B5EF4-FFF2-40B4-BE49-F238E27FC236}">
                <a16:creationId xmlns:a16="http://schemas.microsoft.com/office/drawing/2014/main" id="{1914A3E9-A800-4368-91DA-4CB8949E6C74}"/>
              </a:ext>
            </a:extLst>
          </p:cNvPr>
          <p:cNvSpPr/>
          <p:nvPr/>
        </p:nvSpPr>
        <p:spPr bwMode="auto">
          <a:xfrm>
            <a:off x="183298" y="5725353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2" name="表格 71">
                <a:extLst>
                  <a:ext uri="{FF2B5EF4-FFF2-40B4-BE49-F238E27FC236}">
                    <a16:creationId xmlns:a16="http://schemas.microsoft.com/office/drawing/2014/main" id="{AAA0D7AC-687D-45E4-8AD5-C344E77DC3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6848017"/>
                  </p:ext>
                </p:extLst>
              </p:nvPr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26945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oMath>
                            </m:oMathPara>
                          </a14:m>
                          <a:endParaRPr lang="zh-TW" altLang="en-US" sz="2000" b="1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2" name="表格 71">
                <a:extLst>
                  <a:ext uri="{FF2B5EF4-FFF2-40B4-BE49-F238E27FC236}">
                    <a16:creationId xmlns:a16="http://schemas.microsoft.com/office/drawing/2014/main" id="{AAA0D7AC-687D-45E4-8AD5-C344E77DC3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6848017"/>
                  </p:ext>
                </p:extLst>
              </p:nvPr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592" t="-1515" r="-699408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101190" t="-1515" r="-60357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515" r="-5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515" r="-4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02381" t="-1515" r="-30238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99408" t="-1515" r="-200592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02976" t="-1515" r="-101786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98817" t="-1515" r="-1183" b="-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120" name="文字方塊 4119">
            <a:extLst>
              <a:ext uri="{FF2B5EF4-FFF2-40B4-BE49-F238E27FC236}">
                <a16:creationId xmlns:a16="http://schemas.microsoft.com/office/drawing/2014/main" id="{D25DD878-8865-4C07-8FC1-9664A227C3D9}"/>
              </a:ext>
            </a:extLst>
          </p:cNvPr>
          <p:cNvSpPr txBox="1"/>
          <p:nvPr/>
        </p:nvSpPr>
        <p:spPr>
          <a:xfrm>
            <a:off x="3597231" y="2130137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74934067-92BB-4AB5-8753-A0BACA71A1C0}"/>
              </a:ext>
            </a:extLst>
          </p:cNvPr>
          <p:cNvSpPr txBox="1"/>
          <p:nvPr/>
        </p:nvSpPr>
        <p:spPr>
          <a:xfrm>
            <a:off x="1700075" y="3081392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5</a:t>
            </a:r>
            <a:endParaRPr lang="zh-TW" altLang="en-US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88F7DCC0-43F4-41DB-992F-12E0407D4F53}"/>
              </a:ext>
            </a:extLst>
          </p:cNvPr>
          <p:cNvSpPr txBox="1"/>
          <p:nvPr/>
        </p:nvSpPr>
        <p:spPr>
          <a:xfrm>
            <a:off x="650040" y="4110857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4</a:t>
            </a:r>
            <a:endParaRPr lang="zh-TW" altLang="en-US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22337748-84FF-4523-90C1-60C4F1A5B02C}"/>
              </a:ext>
            </a:extLst>
          </p:cNvPr>
          <p:cNvSpPr txBox="1"/>
          <p:nvPr/>
        </p:nvSpPr>
        <p:spPr>
          <a:xfrm>
            <a:off x="2662471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5</a:t>
            </a:r>
            <a:endParaRPr lang="zh-TW" altLang="en-US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C1B1BD6C-750A-483F-BF2B-28B18201C6E3}"/>
              </a:ext>
            </a:extLst>
          </p:cNvPr>
          <p:cNvSpPr txBox="1"/>
          <p:nvPr/>
        </p:nvSpPr>
        <p:spPr>
          <a:xfrm>
            <a:off x="4696322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CF2473B5-910B-4DCC-9340-ACA14B16AD3D}"/>
              </a:ext>
            </a:extLst>
          </p:cNvPr>
          <p:cNvSpPr txBox="1"/>
          <p:nvPr/>
        </p:nvSpPr>
        <p:spPr>
          <a:xfrm>
            <a:off x="6697781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4</a:t>
            </a:r>
            <a:endParaRPr lang="zh-TW" altLang="en-US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430A5D47-BEF4-4E34-AB60-B5654E93F51B}"/>
              </a:ext>
            </a:extLst>
          </p:cNvPr>
          <p:cNvSpPr txBox="1"/>
          <p:nvPr/>
        </p:nvSpPr>
        <p:spPr>
          <a:xfrm>
            <a:off x="5756089" y="3146942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679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B753616F-0324-4A25-A24A-92F5B5C5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D97EF6E-DE46-42BF-8E30-C23EC3C68EE3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20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6668F4C-F8B7-438B-9B85-CE42A765A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701675"/>
            <a:ext cx="8077200" cy="143118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使用線段樹進行區間最大值的查找及修改</a:t>
            </a:r>
            <a:endParaRPr lang="en-US" altLang="zh-TW" sz="2400" b="1">
              <a:solidFill>
                <a:srgbClr val="3BA943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線段樹（修改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[0,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0]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為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10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）：修改後，往上更新最大值</a:t>
            </a:r>
            <a:endParaRPr lang="en-US" altLang="zh-TW" sz="2400">
              <a:latin typeface="Times New Roman" panose="02020603050405020304" pitchFamily="18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C5B6C76F-386F-4DDC-B776-A864D589E3AA}"/>
              </a:ext>
            </a:extLst>
          </p:cNvPr>
          <p:cNvSpPr/>
          <p:nvPr/>
        </p:nvSpPr>
        <p:spPr bwMode="auto">
          <a:xfrm>
            <a:off x="3995936" y="2132856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A71E5E7-AADA-4BF6-BA5F-D1769F665D04}"/>
              </a:ext>
            </a:extLst>
          </p:cNvPr>
          <p:cNvSpPr/>
          <p:nvPr/>
        </p:nvSpPr>
        <p:spPr bwMode="auto">
          <a:xfrm>
            <a:off x="2090765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24A4B17F-45A5-49B3-B035-59356F7511B9}"/>
              </a:ext>
            </a:extLst>
          </p:cNvPr>
          <p:cNvSpPr/>
          <p:nvPr/>
        </p:nvSpPr>
        <p:spPr bwMode="auto">
          <a:xfrm>
            <a:off x="1027415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28A5798F-8AA9-4FAE-A5D9-7B766BD0F883}"/>
              </a:ext>
            </a:extLst>
          </p:cNvPr>
          <p:cNvSpPr/>
          <p:nvPr/>
        </p:nvSpPr>
        <p:spPr bwMode="auto">
          <a:xfrm>
            <a:off x="362573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8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84D983B7-4D95-42AF-B482-03F726F92068}"/>
              </a:ext>
            </a:extLst>
          </p:cNvPr>
          <p:cNvSpPr/>
          <p:nvPr/>
        </p:nvSpPr>
        <p:spPr bwMode="auto">
          <a:xfrm>
            <a:off x="1554837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9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4B7A6B8A-A933-4084-BA83-C7912B0EADE4}"/>
              </a:ext>
            </a:extLst>
          </p:cNvPr>
          <p:cNvSpPr/>
          <p:nvPr/>
        </p:nvSpPr>
        <p:spPr bwMode="auto">
          <a:xfrm>
            <a:off x="3069809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B4A5F670-8A75-4C5F-BFBC-797F4FB26732}"/>
              </a:ext>
            </a:extLst>
          </p:cNvPr>
          <p:cNvSpPr/>
          <p:nvPr/>
        </p:nvSpPr>
        <p:spPr bwMode="auto">
          <a:xfrm>
            <a:off x="2404967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10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AAC5EDE2-70B2-414C-AD82-0B6E80A19C5D}"/>
              </a:ext>
            </a:extLst>
          </p:cNvPr>
          <p:cNvSpPr/>
          <p:nvPr/>
        </p:nvSpPr>
        <p:spPr bwMode="auto">
          <a:xfrm>
            <a:off x="3597231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74DEB6E7-6C24-4C9D-BCA3-72FA20F6FB70}"/>
              </a:ext>
            </a:extLst>
          </p:cNvPr>
          <p:cNvSpPr/>
          <p:nvPr/>
        </p:nvSpPr>
        <p:spPr bwMode="auto">
          <a:xfrm>
            <a:off x="6153818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2897B1BB-B26A-4AD0-90BA-9018B9349C6A}"/>
              </a:ext>
            </a:extLst>
          </p:cNvPr>
          <p:cNvSpPr/>
          <p:nvPr/>
        </p:nvSpPr>
        <p:spPr bwMode="auto">
          <a:xfrm>
            <a:off x="5090468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6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53F79CEA-6B6C-40FD-95F1-2409A6592FEA}"/>
              </a:ext>
            </a:extLst>
          </p:cNvPr>
          <p:cNvSpPr/>
          <p:nvPr/>
        </p:nvSpPr>
        <p:spPr bwMode="auto">
          <a:xfrm>
            <a:off x="4425626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80CFF65B-CAA1-459B-9349-96DC6DC1E36E}"/>
              </a:ext>
            </a:extLst>
          </p:cNvPr>
          <p:cNvSpPr/>
          <p:nvPr/>
        </p:nvSpPr>
        <p:spPr bwMode="auto">
          <a:xfrm>
            <a:off x="5617890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AC7398C9-200D-43DE-B5FA-33CA8A79F980}"/>
              </a:ext>
            </a:extLst>
          </p:cNvPr>
          <p:cNvSpPr/>
          <p:nvPr/>
        </p:nvSpPr>
        <p:spPr bwMode="auto">
          <a:xfrm>
            <a:off x="7132862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7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D25BCE8D-D30A-4EA1-8F6B-73495B3829CA}"/>
              </a:ext>
            </a:extLst>
          </p:cNvPr>
          <p:cNvSpPr/>
          <p:nvPr/>
        </p:nvSpPr>
        <p:spPr bwMode="auto">
          <a:xfrm>
            <a:off x="6468020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0CE78995-30A5-473C-BCB3-AA65F9A1FF0D}"/>
              </a:ext>
            </a:extLst>
          </p:cNvPr>
          <p:cNvSpPr/>
          <p:nvPr/>
        </p:nvSpPr>
        <p:spPr bwMode="auto">
          <a:xfrm>
            <a:off x="7660284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850AE454-5675-4FDC-85E7-4AD36E248056}"/>
              </a:ext>
            </a:extLst>
          </p:cNvPr>
          <p:cNvCxnSpPr>
            <a:stCxn id="2" idx="3"/>
            <a:endCxn id="6" idx="7"/>
          </p:cNvCxnSpPr>
          <p:nvPr/>
        </p:nvCxnSpPr>
        <p:spPr bwMode="auto">
          <a:xfrm flipH="1">
            <a:off x="2582466" y="2624557"/>
            <a:ext cx="1497833" cy="60077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4F8077E7-BBCC-4A07-A555-181D84AEE9E1}"/>
              </a:ext>
            </a:extLst>
          </p:cNvPr>
          <p:cNvCxnSpPr>
            <a:stCxn id="2" idx="5"/>
            <a:endCxn id="17" idx="1"/>
          </p:cNvCxnSpPr>
          <p:nvPr/>
        </p:nvCxnSpPr>
        <p:spPr bwMode="auto">
          <a:xfrm>
            <a:off x="4487637" y="2624557"/>
            <a:ext cx="1750544" cy="6007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9D5B2303-FFDB-4831-88DE-7845A432B0E9}"/>
              </a:ext>
            </a:extLst>
          </p:cNvPr>
          <p:cNvCxnSpPr>
            <a:stCxn id="6" idx="3"/>
            <a:endCxn id="8" idx="7"/>
          </p:cNvCxnSpPr>
          <p:nvPr/>
        </p:nvCxnSpPr>
        <p:spPr bwMode="auto">
          <a:xfrm flipH="1">
            <a:off x="1519116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B8BCA63B-7E3F-4E50-988A-F41BE0A7DA26}"/>
              </a:ext>
            </a:extLst>
          </p:cNvPr>
          <p:cNvCxnSpPr>
            <a:stCxn id="6" idx="5"/>
            <a:endCxn id="14" idx="1"/>
          </p:cNvCxnSpPr>
          <p:nvPr/>
        </p:nvCxnSpPr>
        <p:spPr bwMode="auto">
          <a:xfrm>
            <a:off x="2582466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BC3704D4-0CE2-4C7E-98D1-A355F20BF121}"/>
              </a:ext>
            </a:extLst>
          </p:cNvPr>
          <p:cNvCxnSpPr>
            <a:stCxn id="17" idx="3"/>
            <a:endCxn id="18" idx="7"/>
          </p:cNvCxnSpPr>
          <p:nvPr/>
        </p:nvCxnSpPr>
        <p:spPr bwMode="auto">
          <a:xfrm flipH="1">
            <a:off x="5582169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097" name="直線單箭頭接點 4096">
            <a:extLst>
              <a:ext uri="{FF2B5EF4-FFF2-40B4-BE49-F238E27FC236}">
                <a16:creationId xmlns:a16="http://schemas.microsoft.com/office/drawing/2014/main" id="{8D519409-BE2B-4643-BECA-0911C723EFCD}"/>
              </a:ext>
            </a:extLst>
          </p:cNvPr>
          <p:cNvCxnSpPr>
            <a:stCxn id="17" idx="5"/>
            <a:endCxn id="21" idx="1"/>
          </p:cNvCxnSpPr>
          <p:nvPr/>
        </p:nvCxnSpPr>
        <p:spPr bwMode="auto">
          <a:xfrm>
            <a:off x="6645519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1" name="直線單箭頭接點 4100">
            <a:extLst>
              <a:ext uri="{FF2B5EF4-FFF2-40B4-BE49-F238E27FC236}">
                <a16:creationId xmlns:a16="http://schemas.microsoft.com/office/drawing/2014/main" id="{5A503686-DAB9-4BCD-9192-68CAFB2B93B7}"/>
              </a:ext>
            </a:extLst>
          </p:cNvPr>
          <p:cNvCxnSpPr>
            <a:stCxn id="8" idx="3"/>
            <a:endCxn id="12" idx="0"/>
          </p:cNvCxnSpPr>
          <p:nvPr/>
        </p:nvCxnSpPr>
        <p:spPr bwMode="auto">
          <a:xfrm flipH="1">
            <a:off x="650605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3" name="直線單箭頭接點 4102">
            <a:extLst>
              <a:ext uri="{FF2B5EF4-FFF2-40B4-BE49-F238E27FC236}">
                <a16:creationId xmlns:a16="http://schemas.microsoft.com/office/drawing/2014/main" id="{A05A3529-647E-43FC-83FE-079028A3280E}"/>
              </a:ext>
            </a:extLst>
          </p:cNvPr>
          <p:cNvCxnSpPr>
            <a:stCxn id="8" idx="5"/>
            <a:endCxn id="13" idx="0"/>
          </p:cNvCxnSpPr>
          <p:nvPr/>
        </p:nvCxnSpPr>
        <p:spPr bwMode="auto">
          <a:xfrm>
            <a:off x="1519116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5" name="直線單箭頭接點 4104">
            <a:extLst>
              <a:ext uri="{FF2B5EF4-FFF2-40B4-BE49-F238E27FC236}">
                <a16:creationId xmlns:a16="http://schemas.microsoft.com/office/drawing/2014/main" id="{89A82FA7-C7D5-465E-99F4-465CD3EE26B3}"/>
              </a:ext>
            </a:extLst>
          </p:cNvPr>
          <p:cNvCxnSpPr>
            <a:stCxn id="14" idx="3"/>
            <a:endCxn id="15" idx="0"/>
          </p:cNvCxnSpPr>
          <p:nvPr/>
        </p:nvCxnSpPr>
        <p:spPr bwMode="auto">
          <a:xfrm flipH="1">
            <a:off x="2692999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7" name="直線單箭頭接點 4106">
            <a:extLst>
              <a:ext uri="{FF2B5EF4-FFF2-40B4-BE49-F238E27FC236}">
                <a16:creationId xmlns:a16="http://schemas.microsoft.com/office/drawing/2014/main" id="{11769B98-9686-4B44-94E0-F9123DD9669D}"/>
              </a:ext>
            </a:extLst>
          </p:cNvPr>
          <p:cNvCxnSpPr>
            <a:stCxn id="14" idx="5"/>
            <a:endCxn id="16" idx="0"/>
          </p:cNvCxnSpPr>
          <p:nvPr/>
        </p:nvCxnSpPr>
        <p:spPr bwMode="auto">
          <a:xfrm>
            <a:off x="3561510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9" name="直線單箭頭接點 4108">
            <a:extLst>
              <a:ext uri="{FF2B5EF4-FFF2-40B4-BE49-F238E27FC236}">
                <a16:creationId xmlns:a16="http://schemas.microsoft.com/office/drawing/2014/main" id="{47CA872F-CA5B-472C-9910-7DAFDDD9B10D}"/>
              </a:ext>
            </a:extLst>
          </p:cNvPr>
          <p:cNvCxnSpPr>
            <a:stCxn id="18" idx="3"/>
            <a:endCxn id="19" idx="0"/>
          </p:cNvCxnSpPr>
          <p:nvPr/>
        </p:nvCxnSpPr>
        <p:spPr bwMode="auto">
          <a:xfrm flipH="1">
            <a:off x="4713658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1" name="直線單箭頭接點 4110">
            <a:extLst>
              <a:ext uri="{FF2B5EF4-FFF2-40B4-BE49-F238E27FC236}">
                <a16:creationId xmlns:a16="http://schemas.microsoft.com/office/drawing/2014/main" id="{B33115C2-9752-4B0E-B114-ABAB397DED48}"/>
              </a:ext>
            </a:extLst>
          </p:cNvPr>
          <p:cNvCxnSpPr>
            <a:stCxn id="18" idx="5"/>
            <a:endCxn id="20" idx="0"/>
          </p:cNvCxnSpPr>
          <p:nvPr/>
        </p:nvCxnSpPr>
        <p:spPr bwMode="auto">
          <a:xfrm>
            <a:off x="5582169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3" name="直線單箭頭接點 4112">
            <a:extLst>
              <a:ext uri="{FF2B5EF4-FFF2-40B4-BE49-F238E27FC236}">
                <a16:creationId xmlns:a16="http://schemas.microsoft.com/office/drawing/2014/main" id="{FA3D8BB7-0CEA-4794-A91A-B7FEED8B3CED}"/>
              </a:ext>
            </a:extLst>
          </p:cNvPr>
          <p:cNvCxnSpPr>
            <a:stCxn id="21" idx="3"/>
            <a:endCxn id="22" idx="0"/>
          </p:cNvCxnSpPr>
          <p:nvPr/>
        </p:nvCxnSpPr>
        <p:spPr bwMode="auto">
          <a:xfrm flipH="1">
            <a:off x="6756052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5" name="直線單箭頭接點 4114">
            <a:extLst>
              <a:ext uri="{FF2B5EF4-FFF2-40B4-BE49-F238E27FC236}">
                <a16:creationId xmlns:a16="http://schemas.microsoft.com/office/drawing/2014/main" id="{4C4F9573-708B-4F0F-943B-2D2DEA9BE0EB}"/>
              </a:ext>
            </a:extLst>
          </p:cNvPr>
          <p:cNvCxnSpPr>
            <a:stCxn id="21" idx="5"/>
            <a:endCxn id="23" idx="0"/>
          </p:cNvCxnSpPr>
          <p:nvPr/>
        </p:nvCxnSpPr>
        <p:spPr bwMode="auto">
          <a:xfrm>
            <a:off x="7624563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4116" name="文字方塊 4115">
            <a:extLst>
              <a:ext uri="{FF2B5EF4-FFF2-40B4-BE49-F238E27FC236}">
                <a16:creationId xmlns:a16="http://schemas.microsoft.com/office/drawing/2014/main" id="{20348D9F-1EA7-4BB2-BFE8-31E2D2E5CF9F}"/>
              </a:ext>
            </a:extLst>
          </p:cNvPr>
          <p:cNvSpPr txBox="1"/>
          <p:nvPr/>
        </p:nvSpPr>
        <p:spPr>
          <a:xfrm>
            <a:off x="3828233" y="1616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93BC6394-BAA1-4241-A13E-5ED1FA8C96C7}"/>
              </a:ext>
            </a:extLst>
          </p:cNvPr>
          <p:cNvSpPr txBox="1"/>
          <p:nvPr/>
        </p:nvSpPr>
        <p:spPr>
          <a:xfrm>
            <a:off x="5985470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471F774A-6B16-4A62-9E74-03939FA24299}"/>
              </a:ext>
            </a:extLst>
          </p:cNvPr>
          <p:cNvSpPr txBox="1"/>
          <p:nvPr/>
        </p:nvSpPr>
        <p:spPr>
          <a:xfrm>
            <a:off x="1920624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796226E8-7F16-4585-9F4C-9839A66D9EDD}"/>
              </a:ext>
            </a:extLst>
          </p:cNvPr>
          <p:cNvSpPr txBox="1"/>
          <p:nvPr/>
        </p:nvSpPr>
        <p:spPr>
          <a:xfrm>
            <a:off x="769532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055C9D2D-A36E-41E8-BEE6-FFCDCC35B758}"/>
              </a:ext>
            </a:extLst>
          </p:cNvPr>
          <p:cNvSpPr txBox="1"/>
          <p:nvPr/>
        </p:nvSpPr>
        <p:spPr>
          <a:xfrm>
            <a:off x="2970927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B88E7D58-8A68-4D94-826E-7DCD2DB20F13}"/>
              </a:ext>
            </a:extLst>
          </p:cNvPr>
          <p:cNvSpPr txBox="1"/>
          <p:nvPr/>
        </p:nvSpPr>
        <p:spPr>
          <a:xfrm>
            <a:off x="4796350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6685B1BD-1C53-4C5C-B950-818A2E75B629}"/>
              </a:ext>
            </a:extLst>
          </p:cNvPr>
          <p:cNvSpPr txBox="1"/>
          <p:nvPr/>
        </p:nvSpPr>
        <p:spPr>
          <a:xfrm>
            <a:off x="7061245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A0D0C70B-5EC2-42E3-873D-4BFB2BADECBD}"/>
              </a:ext>
            </a:extLst>
          </p:cNvPr>
          <p:cNvSpPr txBox="1"/>
          <p:nvPr/>
        </p:nvSpPr>
        <p:spPr>
          <a:xfrm>
            <a:off x="17675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0]</a:t>
            </a:r>
            <a:endParaRPr lang="zh-TW" altLang="en-US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85FAA642-DD10-4387-810A-A04BBA6CC8C9}"/>
              </a:ext>
            </a:extLst>
          </p:cNvPr>
          <p:cNvSpPr txBox="1"/>
          <p:nvPr/>
        </p:nvSpPr>
        <p:spPr>
          <a:xfrm>
            <a:off x="136902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[1,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34372670-4B86-43D9-9A49-F5AE1523DAE1}"/>
              </a:ext>
            </a:extLst>
          </p:cNvPr>
          <p:cNvSpPr txBox="1"/>
          <p:nvPr/>
        </p:nvSpPr>
        <p:spPr>
          <a:xfrm>
            <a:off x="226747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2]</a:t>
            </a:r>
            <a:endParaRPr lang="zh-TW" altLang="en-US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BD79FF43-3472-48B4-8A9E-C1221291BD26}"/>
              </a:ext>
            </a:extLst>
          </p:cNvPr>
          <p:cNvSpPr txBox="1"/>
          <p:nvPr/>
        </p:nvSpPr>
        <p:spPr>
          <a:xfrm>
            <a:off x="341141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[3,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3934F855-1CB3-45E8-BE1E-EA8232A70B73}"/>
              </a:ext>
            </a:extLst>
          </p:cNvPr>
          <p:cNvSpPr txBox="1"/>
          <p:nvPr/>
        </p:nvSpPr>
        <p:spPr>
          <a:xfrm>
            <a:off x="424790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4]</a:t>
            </a:r>
            <a:endParaRPr lang="zh-TW" altLang="en-US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F23D3963-3DA0-4BF4-98A2-6BBED21DDF66}"/>
              </a:ext>
            </a:extLst>
          </p:cNvPr>
          <p:cNvSpPr txBox="1"/>
          <p:nvPr/>
        </p:nvSpPr>
        <p:spPr>
          <a:xfrm>
            <a:off x="5409100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[5,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14B482E4-1078-4A72-A34D-4CDCE318794C}"/>
              </a:ext>
            </a:extLst>
          </p:cNvPr>
          <p:cNvSpPr txBox="1"/>
          <p:nvPr/>
        </p:nvSpPr>
        <p:spPr>
          <a:xfrm>
            <a:off x="6339769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6]</a:t>
            </a:r>
            <a:endParaRPr lang="zh-TW" altLang="en-US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21A8288B-B82B-44D3-A3E6-A992123CC647}"/>
              </a:ext>
            </a:extLst>
          </p:cNvPr>
          <p:cNvSpPr txBox="1"/>
          <p:nvPr/>
        </p:nvSpPr>
        <p:spPr>
          <a:xfrm>
            <a:off x="752358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[7,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4118" name="矩形 4117">
            <a:extLst>
              <a:ext uri="{FF2B5EF4-FFF2-40B4-BE49-F238E27FC236}">
                <a16:creationId xmlns:a16="http://schemas.microsoft.com/office/drawing/2014/main" id="{1914A3E9-A800-4368-91DA-4CB8949E6C74}"/>
              </a:ext>
            </a:extLst>
          </p:cNvPr>
          <p:cNvSpPr/>
          <p:nvPr/>
        </p:nvSpPr>
        <p:spPr bwMode="auto">
          <a:xfrm>
            <a:off x="783564" y="3475140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2" name="表格 71">
                <a:extLst>
                  <a:ext uri="{FF2B5EF4-FFF2-40B4-BE49-F238E27FC236}">
                    <a16:creationId xmlns:a16="http://schemas.microsoft.com/office/drawing/2014/main" id="{AAA0D7AC-687D-45E4-8AD5-C344E77DC3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26945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oMath>
                            </m:oMathPara>
                          </a14:m>
                          <a:endParaRPr lang="zh-TW" altLang="en-US" sz="2000" b="1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2" name="表格 71">
                <a:extLst>
                  <a:ext uri="{FF2B5EF4-FFF2-40B4-BE49-F238E27FC236}">
                    <a16:creationId xmlns:a16="http://schemas.microsoft.com/office/drawing/2014/main" id="{AAA0D7AC-687D-45E4-8AD5-C344E77DC3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592" t="-1515" r="-699408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101190" t="-1515" r="-60357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515" r="-5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515" r="-4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02381" t="-1515" r="-30238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99408" t="-1515" r="-200592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02976" t="-1515" r="-101786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98817" t="-1515" r="-1183" b="-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120" name="文字方塊 4119">
            <a:extLst>
              <a:ext uri="{FF2B5EF4-FFF2-40B4-BE49-F238E27FC236}">
                <a16:creationId xmlns:a16="http://schemas.microsoft.com/office/drawing/2014/main" id="{D25DD878-8865-4C07-8FC1-9664A227C3D9}"/>
              </a:ext>
            </a:extLst>
          </p:cNvPr>
          <p:cNvSpPr txBox="1"/>
          <p:nvPr/>
        </p:nvSpPr>
        <p:spPr>
          <a:xfrm>
            <a:off x="3597231" y="2130137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74934067-92BB-4AB5-8753-A0BACA71A1C0}"/>
              </a:ext>
            </a:extLst>
          </p:cNvPr>
          <p:cNvSpPr txBox="1"/>
          <p:nvPr/>
        </p:nvSpPr>
        <p:spPr>
          <a:xfrm>
            <a:off x="1700075" y="3081392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5</a:t>
            </a:r>
            <a:endParaRPr lang="zh-TW" altLang="en-US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88F7DCC0-43F4-41DB-992F-12E0407D4F53}"/>
              </a:ext>
            </a:extLst>
          </p:cNvPr>
          <p:cNvSpPr txBox="1"/>
          <p:nvPr/>
        </p:nvSpPr>
        <p:spPr>
          <a:xfrm>
            <a:off x="490854" y="4110857"/>
            <a:ext cx="521297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10</a:t>
            </a:r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22337748-84FF-4523-90C1-60C4F1A5B02C}"/>
              </a:ext>
            </a:extLst>
          </p:cNvPr>
          <p:cNvSpPr txBox="1"/>
          <p:nvPr/>
        </p:nvSpPr>
        <p:spPr>
          <a:xfrm>
            <a:off x="2662471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5</a:t>
            </a:r>
            <a:endParaRPr lang="zh-TW" altLang="en-US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C1B1BD6C-750A-483F-BF2B-28B18201C6E3}"/>
              </a:ext>
            </a:extLst>
          </p:cNvPr>
          <p:cNvSpPr txBox="1"/>
          <p:nvPr/>
        </p:nvSpPr>
        <p:spPr>
          <a:xfrm>
            <a:off x="4696322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CF2473B5-910B-4DCC-9340-ACA14B16AD3D}"/>
              </a:ext>
            </a:extLst>
          </p:cNvPr>
          <p:cNvSpPr txBox="1"/>
          <p:nvPr/>
        </p:nvSpPr>
        <p:spPr>
          <a:xfrm>
            <a:off x="6697781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4</a:t>
            </a:r>
            <a:endParaRPr lang="zh-TW" altLang="en-US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430A5D47-BEF4-4E34-AB60-B5654E93F51B}"/>
              </a:ext>
            </a:extLst>
          </p:cNvPr>
          <p:cNvSpPr txBox="1"/>
          <p:nvPr/>
        </p:nvSpPr>
        <p:spPr>
          <a:xfrm>
            <a:off x="5756089" y="3146942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4070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B753616F-0324-4A25-A24A-92F5B5C5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D97EF6E-DE46-42BF-8E30-C23EC3C68EE3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21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6668F4C-F8B7-438B-9B85-CE42A765A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701675"/>
            <a:ext cx="8077200" cy="143118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使用線段樹進行區間最大值的查找及修改</a:t>
            </a:r>
            <a:endParaRPr lang="en-US" altLang="zh-TW" sz="2400" b="1">
              <a:solidFill>
                <a:srgbClr val="3BA943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線段樹（修改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[0,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0]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為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10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）：修改後，往上更新最大值</a:t>
            </a:r>
            <a:endParaRPr lang="en-US" altLang="zh-TW" sz="2400">
              <a:latin typeface="Times New Roman" panose="02020603050405020304" pitchFamily="18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C5B6C76F-386F-4DDC-B776-A864D589E3AA}"/>
              </a:ext>
            </a:extLst>
          </p:cNvPr>
          <p:cNvSpPr/>
          <p:nvPr/>
        </p:nvSpPr>
        <p:spPr bwMode="auto">
          <a:xfrm>
            <a:off x="3995936" y="2132856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A71E5E7-AADA-4BF6-BA5F-D1769F665D04}"/>
              </a:ext>
            </a:extLst>
          </p:cNvPr>
          <p:cNvSpPr/>
          <p:nvPr/>
        </p:nvSpPr>
        <p:spPr bwMode="auto">
          <a:xfrm>
            <a:off x="2090765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24A4B17F-45A5-49B3-B035-59356F7511B9}"/>
              </a:ext>
            </a:extLst>
          </p:cNvPr>
          <p:cNvSpPr/>
          <p:nvPr/>
        </p:nvSpPr>
        <p:spPr bwMode="auto">
          <a:xfrm>
            <a:off x="1027415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28A5798F-8AA9-4FAE-A5D9-7B766BD0F883}"/>
              </a:ext>
            </a:extLst>
          </p:cNvPr>
          <p:cNvSpPr/>
          <p:nvPr/>
        </p:nvSpPr>
        <p:spPr bwMode="auto">
          <a:xfrm>
            <a:off x="362573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8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84D983B7-4D95-42AF-B482-03F726F92068}"/>
              </a:ext>
            </a:extLst>
          </p:cNvPr>
          <p:cNvSpPr/>
          <p:nvPr/>
        </p:nvSpPr>
        <p:spPr bwMode="auto">
          <a:xfrm>
            <a:off x="1554837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9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4B7A6B8A-A933-4084-BA83-C7912B0EADE4}"/>
              </a:ext>
            </a:extLst>
          </p:cNvPr>
          <p:cNvSpPr/>
          <p:nvPr/>
        </p:nvSpPr>
        <p:spPr bwMode="auto">
          <a:xfrm>
            <a:off x="3069809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B4A5F670-8A75-4C5F-BFBC-797F4FB26732}"/>
              </a:ext>
            </a:extLst>
          </p:cNvPr>
          <p:cNvSpPr/>
          <p:nvPr/>
        </p:nvSpPr>
        <p:spPr bwMode="auto">
          <a:xfrm>
            <a:off x="2404967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10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AAC5EDE2-70B2-414C-AD82-0B6E80A19C5D}"/>
              </a:ext>
            </a:extLst>
          </p:cNvPr>
          <p:cNvSpPr/>
          <p:nvPr/>
        </p:nvSpPr>
        <p:spPr bwMode="auto">
          <a:xfrm>
            <a:off x="3597231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74DEB6E7-6C24-4C9D-BCA3-72FA20F6FB70}"/>
              </a:ext>
            </a:extLst>
          </p:cNvPr>
          <p:cNvSpPr/>
          <p:nvPr/>
        </p:nvSpPr>
        <p:spPr bwMode="auto">
          <a:xfrm>
            <a:off x="6153818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2897B1BB-B26A-4AD0-90BA-9018B9349C6A}"/>
              </a:ext>
            </a:extLst>
          </p:cNvPr>
          <p:cNvSpPr/>
          <p:nvPr/>
        </p:nvSpPr>
        <p:spPr bwMode="auto">
          <a:xfrm>
            <a:off x="5090468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6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53F79CEA-6B6C-40FD-95F1-2409A6592FEA}"/>
              </a:ext>
            </a:extLst>
          </p:cNvPr>
          <p:cNvSpPr/>
          <p:nvPr/>
        </p:nvSpPr>
        <p:spPr bwMode="auto">
          <a:xfrm>
            <a:off x="4425626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80CFF65B-CAA1-459B-9349-96DC6DC1E36E}"/>
              </a:ext>
            </a:extLst>
          </p:cNvPr>
          <p:cNvSpPr/>
          <p:nvPr/>
        </p:nvSpPr>
        <p:spPr bwMode="auto">
          <a:xfrm>
            <a:off x="5617890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AC7398C9-200D-43DE-B5FA-33CA8A79F980}"/>
              </a:ext>
            </a:extLst>
          </p:cNvPr>
          <p:cNvSpPr/>
          <p:nvPr/>
        </p:nvSpPr>
        <p:spPr bwMode="auto">
          <a:xfrm>
            <a:off x="7132862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7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D25BCE8D-D30A-4EA1-8F6B-73495B3829CA}"/>
              </a:ext>
            </a:extLst>
          </p:cNvPr>
          <p:cNvSpPr/>
          <p:nvPr/>
        </p:nvSpPr>
        <p:spPr bwMode="auto">
          <a:xfrm>
            <a:off x="6468020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0CE78995-30A5-473C-BCB3-AA65F9A1FF0D}"/>
              </a:ext>
            </a:extLst>
          </p:cNvPr>
          <p:cNvSpPr/>
          <p:nvPr/>
        </p:nvSpPr>
        <p:spPr bwMode="auto">
          <a:xfrm>
            <a:off x="7660284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850AE454-5675-4FDC-85E7-4AD36E248056}"/>
              </a:ext>
            </a:extLst>
          </p:cNvPr>
          <p:cNvCxnSpPr>
            <a:stCxn id="2" idx="3"/>
            <a:endCxn id="6" idx="7"/>
          </p:cNvCxnSpPr>
          <p:nvPr/>
        </p:nvCxnSpPr>
        <p:spPr bwMode="auto">
          <a:xfrm flipH="1">
            <a:off x="2582466" y="2624557"/>
            <a:ext cx="1497833" cy="60077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4F8077E7-BBCC-4A07-A555-181D84AEE9E1}"/>
              </a:ext>
            </a:extLst>
          </p:cNvPr>
          <p:cNvCxnSpPr>
            <a:stCxn id="2" idx="5"/>
            <a:endCxn id="17" idx="1"/>
          </p:cNvCxnSpPr>
          <p:nvPr/>
        </p:nvCxnSpPr>
        <p:spPr bwMode="auto">
          <a:xfrm>
            <a:off x="4487637" y="2624557"/>
            <a:ext cx="1750544" cy="6007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9D5B2303-FFDB-4831-88DE-7845A432B0E9}"/>
              </a:ext>
            </a:extLst>
          </p:cNvPr>
          <p:cNvCxnSpPr>
            <a:stCxn id="6" idx="3"/>
            <a:endCxn id="8" idx="7"/>
          </p:cNvCxnSpPr>
          <p:nvPr/>
        </p:nvCxnSpPr>
        <p:spPr bwMode="auto">
          <a:xfrm flipH="1">
            <a:off x="1519116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B8BCA63B-7E3F-4E50-988A-F41BE0A7DA26}"/>
              </a:ext>
            </a:extLst>
          </p:cNvPr>
          <p:cNvCxnSpPr>
            <a:stCxn id="6" idx="5"/>
            <a:endCxn id="14" idx="1"/>
          </p:cNvCxnSpPr>
          <p:nvPr/>
        </p:nvCxnSpPr>
        <p:spPr bwMode="auto">
          <a:xfrm>
            <a:off x="2582466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BC3704D4-0CE2-4C7E-98D1-A355F20BF121}"/>
              </a:ext>
            </a:extLst>
          </p:cNvPr>
          <p:cNvCxnSpPr>
            <a:stCxn id="17" idx="3"/>
            <a:endCxn id="18" idx="7"/>
          </p:cNvCxnSpPr>
          <p:nvPr/>
        </p:nvCxnSpPr>
        <p:spPr bwMode="auto">
          <a:xfrm flipH="1">
            <a:off x="5582169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097" name="直線單箭頭接點 4096">
            <a:extLst>
              <a:ext uri="{FF2B5EF4-FFF2-40B4-BE49-F238E27FC236}">
                <a16:creationId xmlns:a16="http://schemas.microsoft.com/office/drawing/2014/main" id="{8D519409-BE2B-4643-BECA-0911C723EFCD}"/>
              </a:ext>
            </a:extLst>
          </p:cNvPr>
          <p:cNvCxnSpPr>
            <a:stCxn id="17" idx="5"/>
            <a:endCxn id="21" idx="1"/>
          </p:cNvCxnSpPr>
          <p:nvPr/>
        </p:nvCxnSpPr>
        <p:spPr bwMode="auto">
          <a:xfrm>
            <a:off x="6645519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1" name="直線單箭頭接點 4100">
            <a:extLst>
              <a:ext uri="{FF2B5EF4-FFF2-40B4-BE49-F238E27FC236}">
                <a16:creationId xmlns:a16="http://schemas.microsoft.com/office/drawing/2014/main" id="{5A503686-DAB9-4BCD-9192-68CAFB2B93B7}"/>
              </a:ext>
            </a:extLst>
          </p:cNvPr>
          <p:cNvCxnSpPr>
            <a:stCxn id="8" idx="3"/>
            <a:endCxn id="12" idx="0"/>
          </p:cNvCxnSpPr>
          <p:nvPr/>
        </p:nvCxnSpPr>
        <p:spPr bwMode="auto">
          <a:xfrm flipH="1">
            <a:off x="650605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3" name="直線單箭頭接點 4102">
            <a:extLst>
              <a:ext uri="{FF2B5EF4-FFF2-40B4-BE49-F238E27FC236}">
                <a16:creationId xmlns:a16="http://schemas.microsoft.com/office/drawing/2014/main" id="{A05A3529-647E-43FC-83FE-079028A3280E}"/>
              </a:ext>
            </a:extLst>
          </p:cNvPr>
          <p:cNvCxnSpPr>
            <a:stCxn id="8" idx="5"/>
            <a:endCxn id="13" idx="0"/>
          </p:cNvCxnSpPr>
          <p:nvPr/>
        </p:nvCxnSpPr>
        <p:spPr bwMode="auto">
          <a:xfrm>
            <a:off x="1519116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5" name="直線單箭頭接點 4104">
            <a:extLst>
              <a:ext uri="{FF2B5EF4-FFF2-40B4-BE49-F238E27FC236}">
                <a16:creationId xmlns:a16="http://schemas.microsoft.com/office/drawing/2014/main" id="{89A82FA7-C7D5-465E-99F4-465CD3EE26B3}"/>
              </a:ext>
            </a:extLst>
          </p:cNvPr>
          <p:cNvCxnSpPr>
            <a:stCxn id="14" idx="3"/>
            <a:endCxn id="15" idx="0"/>
          </p:cNvCxnSpPr>
          <p:nvPr/>
        </p:nvCxnSpPr>
        <p:spPr bwMode="auto">
          <a:xfrm flipH="1">
            <a:off x="2692999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7" name="直線單箭頭接點 4106">
            <a:extLst>
              <a:ext uri="{FF2B5EF4-FFF2-40B4-BE49-F238E27FC236}">
                <a16:creationId xmlns:a16="http://schemas.microsoft.com/office/drawing/2014/main" id="{11769B98-9686-4B44-94E0-F9123DD9669D}"/>
              </a:ext>
            </a:extLst>
          </p:cNvPr>
          <p:cNvCxnSpPr>
            <a:stCxn id="14" idx="5"/>
            <a:endCxn id="16" idx="0"/>
          </p:cNvCxnSpPr>
          <p:nvPr/>
        </p:nvCxnSpPr>
        <p:spPr bwMode="auto">
          <a:xfrm>
            <a:off x="3561510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9" name="直線單箭頭接點 4108">
            <a:extLst>
              <a:ext uri="{FF2B5EF4-FFF2-40B4-BE49-F238E27FC236}">
                <a16:creationId xmlns:a16="http://schemas.microsoft.com/office/drawing/2014/main" id="{47CA872F-CA5B-472C-9910-7DAFDDD9B10D}"/>
              </a:ext>
            </a:extLst>
          </p:cNvPr>
          <p:cNvCxnSpPr>
            <a:stCxn id="18" idx="3"/>
            <a:endCxn id="19" idx="0"/>
          </p:cNvCxnSpPr>
          <p:nvPr/>
        </p:nvCxnSpPr>
        <p:spPr bwMode="auto">
          <a:xfrm flipH="1">
            <a:off x="4713658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1" name="直線單箭頭接點 4110">
            <a:extLst>
              <a:ext uri="{FF2B5EF4-FFF2-40B4-BE49-F238E27FC236}">
                <a16:creationId xmlns:a16="http://schemas.microsoft.com/office/drawing/2014/main" id="{B33115C2-9752-4B0E-B114-ABAB397DED48}"/>
              </a:ext>
            </a:extLst>
          </p:cNvPr>
          <p:cNvCxnSpPr>
            <a:stCxn id="18" idx="5"/>
            <a:endCxn id="20" idx="0"/>
          </p:cNvCxnSpPr>
          <p:nvPr/>
        </p:nvCxnSpPr>
        <p:spPr bwMode="auto">
          <a:xfrm>
            <a:off x="5582169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3" name="直線單箭頭接點 4112">
            <a:extLst>
              <a:ext uri="{FF2B5EF4-FFF2-40B4-BE49-F238E27FC236}">
                <a16:creationId xmlns:a16="http://schemas.microsoft.com/office/drawing/2014/main" id="{FA3D8BB7-0CEA-4794-A91A-B7FEED8B3CED}"/>
              </a:ext>
            </a:extLst>
          </p:cNvPr>
          <p:cNvCxnSpPr>
            <a:stCxn id="21" idx="3"/>
            <a:endCxn id="22" idx="0"/>
          </p:cNvCxnSpPr>
          <p:nvPr/>
        </p:nvCxnSpPr>
        <p:spPr bwMode="auto">
          <a:xfrm flipH="1">
            <a:off x="6756052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5" name="直線單箭頭接點 4114">
            <a:extLst>
              <a:ext uri="{FF2B5EF4-FFF2-40B4-BE49-F238E27FC236}">
                <a16:creationId xmlns:a16="http://schemas.microsoft.com/office/drawing/2014/main" id="{4C4F9573-708B-4F0F-943B-2D2DEA9BE0EB}"/>
              </a:ext>
            </a:extLst>
          </p:cNvPr>
          <p:cNvCxnSpPr>
            <a:stCxn id="21" idx="5"/>
            <a:endCxn id="23" idx="0"/>
          </p:cNvCxnSpPr>
          <p:nvPr/>
        </p:nvCxnSpPr>
        <p:spPr bwMode="auto">
          <a:xfrm>
            <a:off x="7624563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4116" name="文字方塊 4115">
            <a:extLst>
              <a:ext uri="{FF2B5EF4-FFF2-40B4-BE49-F238E27FC236}">
                <a16:creationId xmlns:a16="http://schemas.microsoft.com/office/drawing/2014/main" id="{20348D9F-1EA7-4BB2-BFE8-31E2D2E5CF9F}"/>
              </a:ext>
            </a:extLst>
          </p:cNvPr>
          <p:cNvSpPr txBox="1"/>
          <p:nvPr/>
        </p:nvSpPr>
        <p:spPr>
          <a:xfrm>
            <a:off x="3828233" y="1616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93BC6394-BAA1-4241-A13E-5ED1FA8C96C7}"/>
              </a:ext>
            </a:extLst>
          </p:cNvPr>
          <p:cNvSpPr txBox="1"/>
          <p:nvPr/>
        </p:nvSpPr>
        <p:spPr>
          <a:xfrm>
            <a:off x="5985470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471F774A-6B16-4A62-9E74-03939FA24299}"/>
              </a:ext>
            </a:extLst>
          </p:cNvPr>
          <p:cNvSpPr txBox="1"/>
          <p:nvPr/>
        </p:nvSpPr>
        <p:spPr>
          <a:xfrm>
            <a:off x="1920624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796226E8-7F16-4585-9F4C-9839A66D9EDD}"/>
              </a:ext>
            </a:extLst>
          </p:cNvPr>
          <p:cNvSpPr txBox="1"/>
          <p:nvPr/>
        </p:nvSpPr>
        <p:spPr>
          <a:xfrm>
            <a:off x="769532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055C9D2D-A36E-41E8-BEE6-FFCDCC35B758}"/>
              </a:ext>
            </a:extLst>
          </p:cNvPr>
          <p:cNvSpPr txBox="1"/>
          <p:nvPr/>
        </p:nvSpPr>
        <p:spPr>
          <a:xfrm>
            <a:off x="2970927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B88E7D58-8A68-4D94-826E-7DCD2DB20F13}"/>
              </a:ext>
            </a:extLst>
          </p:cNvPr>
          <p:cNvSpPr txBox="1"/>
          <p:nvPr/>
        </p:nvSpPr>
        <p:spPr>
          <a:xfrm>
            <a:off x="4796350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6685B1BD-1C53-4C5C-B950-818A2E75B629}"/>
              </a:ext>
            </a:extLst>
          </p:cNvPr>
          <p:cNvSpPr txBox="1"/>
          <p:nvPr/>
        </p:nvSpPr>
        <p:spPr>
          <a:xfrm>
            <a:off x="7061245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A0D0C70B-5EC2-42E3-873D-4BFB2BADECBD}"/>
              </a:ext>
            </a:extLst>
          </p:cNvPr>
          <p:cNvSpPr txBox="1"/>
          <p:nvPr/>
        </p:nvSpPr>
        <p:spPr>
          <a:xfrm>
            <a:off x="17675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0]</a:t>
            </a:r>
            <a:endParaRPr lang="zh-TW" altLang="en-US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85FAA642-DD10-4387-810A-A04BBA6CC8C9}"/>
              </a:ext>
            </a:extLst>
          </p:cNvPr>
          <p:cNvSpPr txBox="1"/>
          <p:nvPr/>
        </p:nvSpPr>
        <p:spPr>
          <a:xfrm>
            <a:off x="136902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[1,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34372670-4B86-43D9-9A49-F5AE1523DAE1}"/>
              </a:ext>
            </a:extLst>
          </p:cNvPr>
          <p:cNvSpPr txBox="1"/>
          <p:nvPr/>
        </p:nvSpPr>
        <p:spPr>
          <a:xfrm>
            <a:off x="226747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2]</a:t>
            </a:r>
            <a:endParaRPr lang="zh-TW" altLang="en-US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BD79FF43-3472-48B4-8A9E-C1221291BD26}"/>
              </a:ext>
            </a:extLst>
          </p:cNvPr>
          <p:cNvSpPr txBox="1"/>
          <p:nvPr/>
        </p:nvSpPr>
        <p:spPr>
          <a:xfrm>
            <a:off x="341141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[3,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3934F855-1CB3-45E8-BE1E-EA8232A70B73}"/>
              </a:ext>
            </a:extLst>
          </p:cNvPr>
          <p:cNvSpPr txBox="1"/>
          <p:nvPr/>
        </p:nvSpPr>
        <p:spPr>
          <a:xfrm>
            <a:off x="424790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4]</a:t>
            </a:r>
            <a:endParaRPr lang="zh-TW" altLang="en-US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F23D3963-3DA0-4BF4-98A2-6BBED21DDF66}"/>
              </a:ext>
            </a:extLst>
          </p:cNvPr>
          <p:cNvSpPr txBox="1"/>
          <p:nvPr/>
        </p:nvSpPr>
        <p:spPr>
          <a:xfrm>
            <a:off x="5409100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[5,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14B482E4-1078-4A72-A34D-4CDCE318794C}"/>
              </a:ext>
            </a:extLst>
          </p:cNvPr>
          <p:cNvSpPr txBox="1"/>
          <p:nvPr/>
        </p:nvSpPr>
        <p:spPr>
          <a:xfrm>
            <a:off x="6339769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6]</a:t>
            </a:r>
            <a:endParaRPr lang="zh-TW" altLang="en-US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21A8288B-B82B-44D3-A3E6-A992123CC647}"/>
              </a:ext>
            </a:extLst>
          </p:cNvPr>
          <p:cNvSpPr txBox="1"/>
          <p:nvPr/>
        </p:nvSpPr>
        <p:spPr>
          <a:xfrm>
            <a:off x="752358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[7,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4118" name="矩形 4117">
            <a:extLst>
              <a:ext uri="{FF2B5EF4-FFF2-40B4-BE49-F238E27FC236}">
                <a16:creationId xmlns:a16="http://schemas.microsoft.com/office/drawing/2014/main" id="{1914A3E9-A800-4368-91DA-4CB8949E6C74}"/>
              </a:ext>
            </a:extLst>
          </p:cNvPr>
          <p:cNvSpPr/>
          <p:nvPr/>
        </p:nvSpPr>
        <p:spPr bwMode="auto">
          <a:xfrm>
            <a:off x="1918434" y="2581165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2" name="表格 71">
                <a:extLst>
                  <a:ext uri="{FF2B5EF4-FFF2-40B4-BE49-F238E27FC236}">
                    <a16:creationId xmlns:a16="http://schemas.microsoft.com/office/drawing/2014/main" id="{AAA0D7AC-687D-45E4-8AD5-C344E77DC3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26945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oMath>
                            </m:oMathPara>
                          </a14:m>
                          <a:endParaRPr lang="zh-TW" altLang="en-US" sz="2000" b="1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2" name="表格 71">
                <a:extLst>
                  <a:ext uri="{FF2B5EF4-FFF2-40B4-BE49-F238E27FC236}">
                    <a16:creationId xmlns:a16="http://schemas.microsoft.com/office/drawing/2014/main" id="{AAA0D7AC-687D-45E4-8AD5-C344E77DC3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592" t="-1515" r="-699408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101190" t="-1515" r="-60357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515" r="-5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515" r="-4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02381" t="-1515" r="-30238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99408" t="-1515" r="-200592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02976" t="-1515" r="-101786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98817" t="-1515" r="-1183" b="-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120" name="文字方塊 4119">
            <a:extLst>
              <a:ext uri="{FF2B5EF4-FFF2-40B4-BE49-F238E27FC236}">
                <a16:creationId xmlns:a16="http://schemas.microsoft.com/office/drawing/2014/main" id="{D25DD878-8865-4C07-8FC1-9664A227C3D9}"/>
              </a:ext>
            </a:extLst>
          </p:cNvPr>
          <p:cNvSpPr txBox="1"/>
          <p:nvPr/>
        </p:nvSpPr>
        <p:spPr>
          <a:xfrm>
            <a:off x="3597231" y="2130137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74934067-92BB-4AB5-8753-A0BACA71A1C0}"/>
              </a:ext>
            </a:extLst>
          </p:cNvPr>
          <p:cNvSpPr txBox="1"/>
          <p:nvPr/>
        </p:nvSpPr>
        <p:spPr>
          <a:xfrm>
            <a:off x="1519116" y="3081392"/>
            <a:ext cx="521297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10</a:t>
            </a:r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88F7DCC0-43F4-41DB-992F-12E0407D4F53}"/>
              </a:ext>
            </a:extLst>
          </p:cNvPr>
          <p:cNvSpPr txBox="1"/>
          <p:nvPr/>
        </p:nvSpPr>
        <p:spPr>
          <a:xfrm>
            <a:off x="490854" y="4110857"/>
            <a:ext cx="521297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10</a:t>
            </a:r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22337748-84FF-4523-90C1-60C4F1A5B02C}"/>
              </a:ext>
            </a:extLst>
          </p:cNvPr>
          <p:cNvSpPr txBox="1"/>
          <p:nvPr/>
        </p:nvSpPr>
        <p:spPr>
          <a:xfrm>
            <a:off x="2662471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5</a:t>
            </a:r>
            <a:endParaRPr lang="zh-TW" altLang="en-US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C1B1BD6C-750A-483F-BF2B-28B18201C6E3}"/>
              </a:ext>
            </a:extLst>
          </p:cNvPr>
          <p:cNvSpPr txBox="1"/>
          <p:nvPr/>
        </p:nvSpPr>
        <p:spPr>
          <a:xfrm>
            <a:off x="4696322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CF2473B5-910B-4DCC-9340-ACA14B16AD3D}"/>
              </a:ext>
            </a:extLst>
          </p:cNvPr>
          <p:cNvSpPr txBox="1"/>
          <p:nvPr/>
        </p:nvSpPr>
        <p:spPr>
          <a:xfrm>
            <a:off x="6697781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4</a:t>
            </a:r>
            <a:endParaRPr lang="zh-TW" altLang="en-US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430A5D47-BEF4-4E34-AB60-B5654E93F51B}"/>
              </a:ext>
            </a:extLst>
          </p:cNvPr>
          <p:cNvSpPr txBox="1"/>
          <p:nvPr/>
        </p:nvSpPr>
        <p:spPr>
          <a:xfrm>
            <a:off x="5756089" y="3146942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81813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B753616F-0324-4A25-A24A-92F5B5C5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D97EF6E-DE46-42BF-8E30-C23EC3C68EE3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22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6668F4C-F8B7-438B-9B85-CE42A765A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701675"/>
            <a:ext cx="8077200" cy="143118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使用線段樹進行區間最大值的查找及修改</a:t>
            </a:r>
            <a:endParaRPr lang="en-US" altLang="zh-TW" sz="2400" b="1">
              <a:solidFill>
                <a:srgbClr val="3BA943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線段樹（修改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[0,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0]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為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10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）：修改後，往上更新最大值</a:t>
            </a:r>
            <a:endParaRPr lang="en-US" altLang="zh-TW" sz="2400">
              <a:latin typeface="Times New Roman" panose="02020603050405020304" pitchFamily="18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C5B6C76F-386F-4DDC-B776-A864D589E3AA}"/>
              </a:ext>
            </a:extLst>
          </p:cNvPr>
          <p:cNvSpPr/>
          <p:nvPr/>
        </p:nvSpPr>
        <p:spPr bwMode="auto">
          <a:xfrm>
            <a:off x="3995936" y="2132856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A71E5E7-AADA-4BF6-BA5F-D1769F665D04}"/>
              </a:ext>
            </a:extLst>
          </p:cNvPr>
          <p:cNvSpPr/>
          <p:nvPr/>
        </p:nvSpPr>
        <p:spPr bwMode="auto">
          <a:xfrm>
            <a:off x="2090765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24A4B17F-45A5-49B3-B035-59356F7511B9}"/>
              </a:ext>
            </a:extLst>
          </p:cNvPr>
          <p:cNvSpPr/>
          <p:nvPr/>
        </p:nvSpPr>
        <p:spPr bwMode="auto">
          <a:xfrm>
            <a:off x="1027415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28A5798F-8AA9-4FAE-A5D9-7B766BD0F883}"/>
              </a:ext>
            </a:extLst>
          </p:cNvPr>
          <p:cNvSpPr/>
          <p:nvPr/>
        </p:nvSpPr>
        <p:spPr bwMode="auto">
          <a:xfrm>
            <a:off x="362573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8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84D983B7-4D95-42AF-B482-03F726F92068}"/>
              </a:ext>
            </a:extLst>
          </p:cNvPr>
          <p:cNvSpPr/>
          <p:nvPr/>
        </p:nvSpPr>
        <p:spPr bwMode="auto">
          <a:xfrm>
            <a:off x="1554837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9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4B7A6B8A-A933-4084-BA83-C7912B0EADE4}"/>
              </a:ext>
            </a:extLst>
          </p:cNvPr>
          <p:cNvSpPr/>
          <p:nvPr/>
        </p:nvSpPr>
        <p:spPr bwMode="auto">
          <a:xfrm>
            <a:off x="3069809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B4A5F670-8A75-4C5F-BFBC-797F4FB26732}"/>
              </a:ext>
            </a:extLst>
          </p:cNvPr>
          <p:cNvSpPr/>
          <p:nvPr/>
        </p:nvSpPr>
        <p:spPr bwMode="auto">
          <a:xfrm>
            <a:off x="2404967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10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AAC5EDE2-70B2-414C-AD82-0B6E80A19C5D}"/>
              </a:ext>
            </a:extLst>
          </p:cNvPr>
          <p:cNvSpPr/>
          <p:nvPr/>
        </p:nvSpPr>
        <p:spPr bwMode="auto">
          <a:xfrm>
            <a:off x="3597231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74DEB6E7-6C24-4C9D-BCA3-72FA20F6FB70}"/>
              </a:ext>
            </a:extLst>
          </p:cNvPr>
          <p:cNvSpPr/>
          <p:nvPr/>
        </p:nvSpPr>
        <p:spPr bwMode="auto">
          <a:xfrm>
            <a:off x="6153818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2897B1BB-B26A-4AD0-90BA-9018B9349C6A}"/>
              </a:ext>
            </a:extLst>
          </p:cNvPr>
          <p:cNvSpPr/>
          <p:nvPr/>
        </p:nvSpPr>
        <p:spPr bwMode="auto">
          <a:xfrm>
            <a:off x="5090468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6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53F79CEA-6B6C-40FD-95F1-2409A6592FEA}"/>
              </a:ext>
            </a:extLst>
          </p:cNvPr>
          <p:cNvSpPr/>
          <p:nvPr/>
        </p:nvSpPr>
        <p:spPr bwMode="auto">
          <a:xfrm>
            <a:off x="4425626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80CFF65B-CAA1-459B-9349-96DC6DC1E36E}"/>
              </a:ext>
            </a:extLst>
          </p:cNvPr>
          <p:cNvSpPr/>
          <p:nvPr/>
        </p:nvSpPr>
        <p:spPr bwMode="auto">
          <a:xfrm>
            <a:off x="5617890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AC7398C9-200D-43DE-B5FA-33CA8A79F980}"/>
              </a:ext>
            </a:extLst>
          </p:cNvPr>
          <p:cNvSpPr/>
          <p:nvPr/>
        </p:nvSpPr>
        <p:spPr bwMode="auto">
          <a:xfrm>
            <a:off x="7132862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7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D25BCE8D-D30A-4EA1-8F6B-73495B3829CA}"/>
              </a:ext>
            </a:extLst>
          </p:cNvPr>
          <p:cNvSpPr/>
          <p:nvPr/>
        </p:nvSpPr>
        <p:spPr bwMode="auto">
          <a:xfrm>
            <a:off x="6468020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0CE78995-30A5-473C-BCB3-AA65F9A1FF0D}"/>
              </a:ext>
            </a:extLst>
          </p:cNvPr>
          <p:cNvSpPr/>
          <p:nvPr/>
        </p:nvSpPr>
        <p:spPr bwMode="auto">
          <a:xfrm>
            <a:off x="7660284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850AE454-5675-4FDC-85E7-4AD36E248056}"/>
              </a:ext>
            </a:extLst>
          </p:cNvPr>
          <p:cNvCxnSpPr>
            <a:stCxn id="2" idx="3"/>
            <a:endCxn id="6" idx="7"/>
          </p:cNvCxnSpPr>
          <p:nvPr/>
        </p:nvCxnSpPr>
        <p:spPr bwMode="auto">
          <a:xfrm flipH="1">
            <a:off x="2582466" y="2624557"/>
            <a:ext cx="1497833" cy="60077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4F8077E7-BBCC-4A07-A555-181D84AEE9E1}"/>
              </a:ext>
            </a:extLst>
          </p:cNvPr>
          <p:cNvCxnSpPr>
            <a:stCxn id="2" idx="5"/>
            <a:endCxn id="17" idx="1"/>
          </p:cNvCxnSpPr>
          <p:nvPr/>
        </p:nvCxnSpPr>
        <p:spPr bwMode="auto">
          <a:xfrm>
            <a:off x="4487637" y="2624557"/>
            <a:ext cx="1750544" cy="6007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9D5B2303-FFDB-4831-88DE-7845A432B0E9}"/>
              </a:ext>
            </a:extLst>
          </p:cNvPr>
          <p:cNvCxnSpPr>
            <a:stCxn id="6" idx="3"/>
            <a:endCxn id="8" idx="7"/>
          </p:cNvCxnSpPr>
          <p:nvPr/>
        </p:nvCxnSpPr>
        <p:spPr bwMode="auto">
          <a:xfrm flipH="1">
            <a:off x="1519116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B8BCA63B-7E3F-4E50-988A-F41BE0A7DA26}"/>
              </a:ext>
            </a:extLst>
          </p:cNvPr>
          <p:cNvCxnSpPr>
            <a:stCxn id="6" idx="5"/>
            <a:endCxn id="14" idx="1"/>
          </p:cNvCxnSpPr>
          <p:nvPr/>
        </p:nvCxnSpPr>
        <p:spPr bwMode="auto">
          <a:xfrm>
            <a:off x="2582466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BC3704D4-0CE2-4C7E-98D1-A355F20BF121}"/>
              </a:ext>
            </a:extLst>
          </p:cNvPr>
          <p:cNvCxnSpPr>
            <a:stCxn id="17" idx="3"/>
            <a:endCxn id="18" idx="7"/>
          </p:cNvCxnSpPr>
          <p:nvPr/>
        </p:nvCxnSpPr>
        <p:spPr bwMode="auto">
          <a:xfrm flipH="1">
            <a:off x="5582169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097" name="直線單箭頭接點 4096">
            <a:extLst>
              <a:ext uri="{FF2B5EF4-FFF2-40B4-BE49-F238E27FC236}">
                <a16:creationId xmlns:a16="http://schemas.microsoft.com/office/drawing/2014/main" id="{8D519409-BE2B-4643-BECA-0911C723EFCD}"/>
              </a:ext>
            </a:extLst>
          </p:cNvPr>
          <p:cNvCxnSpPr>
            <a:stCxn id="17" idx="5"/>
            <a:endCxn id="21" idx="1"/>
          </p:cNvCxnSpPr>
          <p:nvPr/>
        </p:nvCxnSpPr>
        <p:spPr bwMode="auto">
          <a:xfrm>
            <a:off x="6645519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1" name="直線單箭頭接點 4100">
            <a:extLst>
              <a:ext uri="{FF2B5EF4-FFF2-40B4-BE49-F238E27FC236}">
                <a16:creationId xmlns:a16="http://schemas.microsoft.com/office/drawing/2014/main" id="{5A503686-DAB9-4BCD-9192-68CAFB2B93B7}"/>
              </a:ext>
            </a:extLst>
          </p:cNvPr>
          <p:cNvCxnSpPr>
            <a:stCxn id="8" idx="3"/>
            <a:endCxn id="12" idx="0"/>
          </p:cNvCxnSpPr>
          <p:nvPr/>
        </p:nvCxnSpPr>
        <p:spPr bwMode="auto">
          <a:xfrm flipH="1">
            <a:off x="650605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3" name="直線單箭頭接點 4102">
            <a:extLst>
              <a:ext uri="{FF2B5EF4-FFF2-40B4-BE49-F238E27FC236}">
                <a16:creationId xmlns:a16="http://schemas.microsoft.com/office/drawing/2014/main" id="{A05A3529-647E-43FC-83FE-079028A3280E}"/>
              </a:ext>
            </a:extLst>
          </p:cNvPr>
          <p:cNvCxnSpPr>
            <a:stCxn id="8" idx="5"/>
            <a:endCxn id="13" idx="0"/>
          </p:cNvCxnSpPr>
          <p:nvPr/>
        </p:nvCxnSpPr>
        <p:spPr bwMode="auto">
          <a:xfrm>
            <a:off x="1519116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5" name="直線單箭頭接點 4104">
            <a:extLst>
              <a:ext uri="{FF2B5EF4-FFF2-40B4-BE49-F238E27FC236}">
                <a16:creationId xmlns:a16="http://schemas.microsoft.com/office/drawing/2014/main" id="{89A82FA7-C7D5-465E-99F4-465CD3EE26B3}"/>
              </a:ext>
            </a:extLst>
          </p:cNvPr>
          <p:cNvCxnSpPr>
            <a:stCxn id="14" idx="3"/>
            <a:endCxn id="15" idx="0"/>
          </p:cNvCxnSpPr>
          <p:nvPr/>
        </p:nvCxnSpPr>
        <p:spPr bwMode="auto">
          <a:xfrm flipH="1">
            <a:off x="2692999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7" name="直線單箭頭接點 4106">
            <a:extLst>
              <a:ext uri="{FF2B5EF4-FFF2-40B4-BE49-F238E27FC236}">
                <a16:creationId xmlns:a16="http://schemas.microsoft.com/office/drawing/2014/main" id="{11769B98-9686-4B44-94E0-F9123DD9669D}"/>
              </a:ext>
            </a:extLst>
          </p:cNvPr>
          <p:cNvCxnSpPr>
            <a:stCxn id="14" idx="5"/>
            <a:endCxn id="16" idx="0"/>
          </p:cNvCxnSpPr>
          <p:nvPr/>
        </p:nvCxnSpPr>
        <p:spPr bwMode="auto">
          <a:xfrm>
            <a:off x="3561510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09" name="直線單箭頭接點 4108">
            <a:extLst>
              <a:ext uri="{FF2B5EF4-FFF2-40B4-BE49-F238E27FC236}">
                <a16:creationId xmlns:a16="http://schemas.microsoft.com/office/drawing/2014/main" id="{47CA872F-CA5B-472C-9910-7DAFDDD9B10D}"/>
              </a:ext>
            </a:extLst>
          </p:cNvPr>
          <p:cNvCxnSpPr>
            <a:stCxn id="18" idx="3"/>
            <a:endCxn id="19" idx="0"/>
          </p:cNvCxnSpPr>
          <p:nvPr/>
        </p:nvCxnSpPr>
        <p:spPr bwMode="auto">
          <a:xfrm flipH="1">
            <a:off x="4713658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1" name="直線單箭頭接點 4110">
            <a:extLst>
              <a:ext uri="{FF2B5EF4-FFF2-40B4-BE49-F238E27FC236}">
                <a16:creationId xmlns:a16="http://schemas.microsoft.com/office/drawing/2014/main" id="{B33115C2-9752-4B0E-B114-ABAB397DED48}"/>
              </a:ext>
            </a:extLst>
          </p:cNvPr>
          <p:cNvCxnSpPr>
            <a:stCxn id="18" idx="5"/>
            <a:endCxn id="20" idx="0"/>
          </p:cNvCxnSpPr>
          <p:nvPr/>
        </p:nvCxnSpPr>
        <p:spPr bwMode="auto">
          <a:xfrm>
            <a:off x="5582169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3" name="直線單箭頭接點 4112">
            <a:extLst>
              <a:ext uri="{FF2B5EF4-FFF2-40B4-BE49-F238E27FC236}">
                <a16:creationId xmlns:a16="http://schemas.microsoft.com/office/drawing/2014/main" id="{FA3D8BB7-0CEA-4794-A91A-B7FEED8B3CED}"/>
              </a:ext>
            </a:extLst>
          </p:cNvPr>
          <p:cNvCxnSpPr>
            <a:stCxn id="21" idx="3"/>
            <a:endCxn id="22" idx="0"/>
          </p:cNvCxnSpPr>
          <p:nvPr/>
        </p:nvCxnSpPr>
        <p:spPr bwMode="auto">
          <a:xfrm flipH="1">
            <a:off x="6756052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4115" name="直線單箭頭接點 4114">
            <a:extLst>
              <a:ext uri="{FF2B5EF4-FFF2-40B4-BE49-F238E27FC236}">
                <a16:creationId xmlns:a16="http://schemas.microsoft.com/office/drawing/2014/main" id="{4C4F9573-708B-4F0F-943B-2D2DEA9BE0EB}"/>
              </a:ext>
            </a:extLst>
          </p:cNvPr>
          <p:cNvCxnSpPr>
            <a:stCxn id="21" idx="5"/>
            <a:endCxn id="23" idx="0"/>
          </p:cNvCxnSpPr>
          <p:nvPr/>
        </p:nvCxnSpPr>
        <p:spPr bwMode="auto">
          <a:xfrm>
            <a:off x="7624563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4116" name="文字方塊 4115">
            <a:extLst>
              <a:ext uri="{FF2B5EF4-FFF2-40B4-BE49-F238E27FC236}">
                <a16:creationId xmlns:a16="http://schemas.microsoft.com/office/drawing/2014/main" id="{20348D9F-1EA7-4BB2-BFE8-31E2D2E5CF9F}"/>
              </a:ext>
            </a:extLst>
          </p:cNvPr>
          <p:cNvSpPr txBox="1"/>
          <p:nvPr/>
        </p:nvSpPr>
        <p:spPr>
          <a:xfrm>
            <a:off x="3828233" y="1616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93BC6394-BAA1-4241-A13E-5ED1FA8C96C7}"/>
              </a:ext>
            </a:extLst>
          </p:cNvPr>
          <p:cNvSpPr txBox="1"/>
          <p:nvPr/>
        </p:nvSpPr>
        <p:spPr>
          <a:xfrm>
            <a:off x="5985470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471F774A-6B16-4A62-9E74-03939FA24299}"/>
              </a:ext>
            </a:extLst>
          </p:cNvPr>
          <p:cNvSpPr txBox="1"/>
          <p:nvPr/>
        </p:nvSpPr>
        <p:spPr>
          <a:xfrm>
            <a:off x="1920624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796226E8-7F16-4585-9F4C-9839A66D9EDD}"/>
              </a:ext>
            </a:extLst>
          </p:cNvPr>
          <p:cNvSpPr txBox="1"/>
          <p:nvPr/>
        </p:nvSpPr>
        <p:spPr>
          <a:xfrm>
            <a:off x="769532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055C9D2D-A36E-41E8-BEE6-FFCDCC35B758}"/>
              </a:ext>
            </a:extLst>
          </p:cNvPr>
          <p:cNvSpPr txBox="1"/>
          <p:nvPr/>
        </p:nvSpPr>
        <p:spPr>
          <a:xfrm>
            <a:off x="2970927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B88E7D58-8A68-4D94-826E-7DCD2DB20F13}"/>
              </a:ext>
            </a:extLst>
          </p:cNvPr>
          <p:cNvSpPr txBox="1"/>
          <p:nvPr/>
        </p:nvSpPr>
        <p:spPr>
          <a:xfrm>
            <a:off x="4796350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6685B1BD-1C53-4C5C-B950-818A2E75B629}"/>
              </a:ext>
            </a:extLst>
          </p:cNvPr>
          <p:cNvSpPr txBox="1"/>
          <p:nvPr/>
        </p:nvSpPr>
        <p:spPr>
          <a:xfrm>
            <a:off x="7061245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A0D0C70B-5EC2-42E3-873D-4BFB2BADECBD}"/>
              </a:ext>
            </a:extLst>
          </p:cNvPr>
          <p:cNvSpPr txBox="1"/>
          <p:nvPr/>
        </p:nvSpPr>
        <p:spPr>
          <a:xfrm>
            <a:off x="17675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0]</a:t>
            </a:r>
            <a:endParaRPr lang="zh-TW" altLang="en-US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85FAA642-DD10-4387-810A-A04BBA6CC8C9}"/>
              </a:ext>
            </a:extLst>
          </p:cNvPr>
          <p:cNvSpPr txBox="1"/>
          <p:nvPr/>
        </p:nvSpPr>
        <p:spPr>
          <a:xfrm>
            <a:off x="136902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[1,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34372670-4B86-43D9-9A49-F5AE1523DAE1}"/>
              </a:ext>
            </a:extLst>
          </p:cNvPr>
          <p:cNvSpPr txBox="1"/>
          <p:nvPr/>
        </p:nvSpPr>
        <p:spPr>
          <a:xfrm>
            <a:off x="226747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2]</a:t>
            </a:r>
            <a:endParaRPr lang="zh-TW" altLang="en-US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BD79FF43-3472-48B4-8A9E-C1221291BD26}"/>
              </a:ext>
            </a:extLst>
          </p:cNvPr>
          <p:cNvSpPr txBox="1"/>
          <p:nvPr/>
        </p:nvSpPr>
        <p:spPr>
          <a:xfrm>
            <a:off x="341141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[3,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3934F855-1CB3-45E8-BE1E-EA8232A70B73}"/>
              </a:ext>
            </a:extLst>
          </p:cNvPr>
          <p:cNvSpPr txBox="1"/>
          <p:nvPr/>
        </p:nvSpPr>
        <p:spPr>
          <a:xfrm>
            <a:off x="424790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4]</a:t>
            </a:r>
            <a:endParaRPr lang="zh-TW" altLang="en-US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F23D3963-3DA0-4BF4-98A2-6BBED21DDF66}"/>
              </a:ext>
            </a:extLst>
          </p:cNvPr>
          <p:cNvSpPr txBox="1"/>
          <p:nvPr/>
        </p:nvSpPr>
        <p:spPr>
          <a:xfrm>
            <a:off x="5409100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[5,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14B482E4-1078-4A72-A34D-4CDCE318794C}"/>
              </a:ext>
            </a:extLst>
          </p:cNvPr>
          <p:cNvSpPr txBox="1"/>
          <p:nvPr/>
        </p:nvSpPr>
        <p:spPr>
          <a:xfrm>
            <a:off x="6339769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6]</a:t>
            </a:r>
            <a:endParaRPr lang="zh-TW" altLang="en-US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21A8288B-B82B-44D3-A3E6-A992123CC647}"/>
              </a:ext>
            </a:extLst>
          </p:cNvPr>
          <p:cNvSpPr txBox="1"/>
          <p:nvPr/>
        </p:nvSpPr>
        <p:spPr>
          <a:xfrm>
            <a:off x="752358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[7,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4118" name="矩形 4117">
            <a:extLst>
              <a:ext uri="{FF2B5EF4-FFF2-40B4-BE49-F238E27FC236}">
                <a16:creationId xmlns:a16="http://schemas.microsoft.com/office/drawing/2014/main" id="{1914A3E9-A800-4368-91DA-4CB8949E6C74}"/>
              </a:ext>
            </a:extLst>
          </p:cNvPr>
          <p:cNvSpPr/>
          <p:nvPr/>
        </p:nvSpPr>
        <p:spPr bwMode="auto">
          <a:xfrm>
            <a:off x="3848696" y="1657198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2" name="表格 71">
                <a:extLst>
                  <a:ext uri="{FF2B5EF4-FFF2-40B4-BE49-F238E27FC236}">
                    <a16:creationId xmlns:a16="http://schemas.microsoft.com/office/drawing/2014/main" id="{AAA0D7AC-687D-45E4-8AD5-C344E77DC3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26945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oMath>
                            </m:oMathPara>
                          </a14:m>
                          <a:endParaRPr lang="zh-TW" altLang="en-US" sz="2000" b="1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2" name="表格 71">
                <a:extLst>
                  <a:ext uri="{FF2B5EF4-FFF2-40B4-BE49-F238E27FC236}">
                    <a16:creationId xmlns:a16="http://schemas.microsoft.com/office/drawing/2014/main" id="{AAA0D7AC-687D-45E4-8AD5-C344E77DC3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592" t="-1515" r="-699408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101190" t="-1515" r="-60357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515" r="-5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515" r="-4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02381" t="-1515" r="-30238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99408" t="-1515" r="-200592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02976" t="-1515" r="-101786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98817" t="-1515" r="-1183" b="-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120" name="文字方塊 4119">
            <a:extLst>
              <a:ext uri="{FF2B5EF4-FFF2-40B4-BE49-F238E27FC236}">
                <a16:creationId xmlns:a16="http://schemas.microsoft.com/office/drawing/2014/main" id="{D25DD878-8865-4C07-8FC1-9664A227C3D9}"/>
              </a:ext>
            </a:extLst>
          </p:cNvPr>
          <p:cNvSpPr txBox="1"/>
          <p:nvPr/>
        </p:nvSpPr>
        <p:spPr>
          <a:xfrm>
            <a:off x="3412869" y="2130137"/>
            <a:ext cx="521297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10</a:t>
            </a:r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74934067-92BB-4AB5-8753-A0BACA71A1C0}"/>
              </a:ext>
            </a:extLst>
          </p:cNvPr>
          <p:cNvSpPr txBox="1"/>
          <p:nvPr/>
        </p:nvSpPr>
        <p:spPr>
          <a:xfrm>
            <a:off x="1519116" y="3081392"/>
            <a:ext cx="521297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10</a:t>
            </a:r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88F7DCC0-43F4-41DB-992F-12E0407D4F53}"/>
              </a:ext>
            </a:extLst>
          </p:cNvPr>
          <p:cNvSpPr txBox="1"/>
          <p:nvPr/>
        </p:nvSpPr>
        <p:spPr>
          <a:xfrm>
            <a:off x="490854" y="4110857"/>
            <a:ext cx="521297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10</a:t>
            </a:r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22337748-84FF-4523-90C1-60C4F1A5B02C}"/>
              </a:ext>
            </a:extLst>
          </p:cNvPr>
          <p:cNvSpPr txBox="1"/>
          <p:nvPr/>
        </p:nvSpPr>
        <p:spPr>
          <a:xfrm>
            <a:off x="2662471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5</a:t>
            </a:r>
            <a:endParaRPr lang="zh-TW" altLang="en-US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C1B1BD6C-750A-483F-BF2B-28B18201C6E3}"/>
              </a:ext>
            </a:extLst>
          </p:cNvPr>
          <p:cNvSpPr txBox="1"/>
          <p:nvPr/>
        </p:nvSpPr>
        <p:spPr>
          <a:xfrm>
            <a:off x="4696322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CF2473B5-910B-4DCC-9340-ACA14B16AD3D}"/>
              </a:ext>
            </a:extLst>
          </p:cNvPr>
          <p:cNvSpPr txBox="1"/>
          <p:nvPr/>
        </p:nvSpPr>
        <p:spPr>
          <a:xfrm>
            <a:off x="6697781" y="4161435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4</a:t>
            </a:r>
            <a:endParaRPr lang="zh-TW" altLang="en-US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430A5D47-BEF4-4E34-AB60-B5654E93F51B}"/>
              </a:ext>
            </a:extLst>
          </p:cNvPr>
          <p:cNvSpPr txBox="1"/>
          <p:nvPr/>
        </p:nvSpPr>
        <p:spPr>
          <a:xfrm>
            <a:off x="5756089" y="3146942"/>
            <a:ext cx="352982" cy="46166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/>
              <a:t>6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66871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B753616F-0324-4A25-A24A-92F5B5C5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D97EF6E-DE46-42BF-8E30-C23EC3C68EE3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23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6668F4C-F8B7-438B-9B85-CE42A765A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1"/>
            <a:ext cx="8077200" cy="2167136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>
                <a:solidFill>
                  <a:srgbClr val="3BA943"/>
                </a:solidFill>
                <a:latin typeface="Times New Roman" panose="02020603050405020304" pitchFamily="18" charset="0"/>
              </a:rPr>
              <a:t>解法範例：</a:t>
            </a:r>
            <a:r>
              <a:rPr lang="zh-TW" altLang="en-US" sz="2400">
                <a:latin typeface="Times New Roman" panose="02020603050405020304" pitchFamily="18" charset="0"/>
              </a:rPr>
              <a:t>用兩個建築物的情況說明</a:t>
            </a:r>
            <a:endParaRPr lang="en-US" altLang="zh-TW" sz="24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400">
                <a:latin typeface="Times New Roman" panose="02020603050405020304" pitchFamily="18" charset="0"/>
              </a:rPr>
              <a:t>[0, 3] : 4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>
                <a:latin typeface="Times New Roman" panose="02020603050405020304" pitchFamily="18" charset="0"/>
              </a:rPr>
              <a:t>[3, 5] : 2</a:t>
            </a:r>
          </a:p>
          <a:p>
            <a:pPr eaLnBrk="1" hangingPunct="1">
              <a:lnSpc>
                <a:spcPct val="90000"/>
              </a:lnSpc>
            </a:pPr>
            <a:endParaRPr lang="zh-TW" altLang="en-US" sz="2400" b="1">
              <a:solidFill>
                <a:srgbClr val="3BA943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" name="橢圓 69">
            <a:extLst>
              <a:ext uri="{FF2B5EF4-FFF2-40B4-BE49-F238E27FC236}">
                <a16:creationId xmlns:a16="http://schemas.microsoft.com/office/drawing/2014/main" id="{EE8102ED-7845-41AA-ACFA-BE31B45614A6}"/>
              </a:ext>
            </a:extLst>
          </p:cNvPr>
          <p:cNvSpPr/>
          <p:nvPr/>
        </p:nvSpPr>
        <p:spPr bwMode="auto">
          <a:xfrm>
            <a:off x="3995936" y="2132856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71" name="橢圓 70">
            <a:extLst>
              <a:ext uri="{FF2B5EF4-FFF2-40B4-BE49-F238E27FC236}">
                <a16:creationId xmlns:a16="http://schemas.microsoft.com/office/drawing/2014/main" id="{95FA124C-B990-4727-86DA-6B11703FFD38}"/>
              </a:ext>
            </a:extLst>
          </p:cNvPr>
          <p:cNvSpPr/>
          <p:nvPr/>
        </p:nvSpPr>
        <p:spPr bwMode="auto">
          <a:xfrm>
            <a:off x="2090765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72" name="橢圓 71">
            <a:extLst>
              <a:ext uri="{FF2B5EF4-FFF2-40B4-BE49-F238E27FC236}">
                <a16:creationId xmlns:a16="http://schemas.microsoft.com/office/drawing/2014/main" id="{0230DFF3-BA1C-4F27-A4D1-D0DAD2EFF726}"/>
              </a:ext>
            </a:extLst>
          </p:cNvPr>
          <p:cNvSpPr/>
          <p:nvPr/>
        </p:nvSpPr>
        <p:spPr bwMode="auto">
          <a:xfrm>
            <a:off x="1027415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73" name="橢圓 72">
            <a:extLst>
              <a:ext uri="{FF2B5EF4-FFF2-40B4-BE49-F238E27FC236}">
                <a16:creationId xmlns:a16="http://schemas.microsoft.com/office/drawing/2014/main" id="{6C8BDB91-666F-47B8-8BBF-3DC9EA1B2FB7}"/>
              </a:ext>
            </a:extLst>
          </p:cNvPr>
          <p:cNvSpPr/>
          <p:nvPr/>
        </p:nvSpPr>
        <p:spPr bwMode="auto">
          <a:xfrm>
            <a:off x="362573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8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id="{9FC10F7D-6AA7-4D9E-BA79-9D8A1A641A0A}"/>
              </a:ext>
            </a:extLst>
          </p:cNvPr>
          <p:cNvSpPr/>
          <p:nvPr/>
        </p:nvSpPr>
        <p:spPr bwMode="auto">
          <a:xfrm>
            <a:off x="1554837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9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45802C54-6E76-4B21-B11A-DC999A702CD6}"/>
              </a:ext>
            </a:extLst>
          </p:cNvPr>
          <p:cNvSpPr/>
          <p:nvPr/>
        </p:nvSpPr>
        <p:spPr bwMode="auto">
          <a:xfrm>
            <a:off x="3069809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C495883D-BFA7-4A2B-98C5-CA47FCDB4194}"/>
              </a:ext>
            </a:extLst>
          </p:cNvPr>
          <p:cNvSpPr/>
          <p:nvPr/>
        </p:nvSpPr>
        <p:spPr bwMode="auto">
          <a:xfrm>
            <a:off x="2404967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10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504909D3-EE8D-43DB-9DF4-61B5913CE6CD}"/>
              </a:ext>
            </a:extLst>
          </p:cNvPr>
          <p:cNvSpPr/>
          <p:nvPr/>
        </p:nvSpPr>
        <p:spPr bwMode="auto">
          <a:xfrm>
            <a:off x="3597231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78" name="橢圓 77">
            <a:extLst>
              <a:ext uri="{FF2B5EF4-FFF2-40B4-BE49-F238E27FC236}">
                <a16:creationId xmlns:a16="http://schemas.microsoft.com/office/drawing/2014/main" id="{AACA66A5-0C9F-433E-8E58-AEA20857D76B}"/>
              </a:ext>
            </a:extLst>
          </p:cNvPr>
          <p:cNvSpPr/>
          <p:nvPr/>
        </p:nvSpPr>
        <p:spPr bwMode="auto">
          <a:xfrm>
            <a:off x="6153818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79" name="橢圓 78">
            <a:extLst>
              <a:ext uri="{FF2B5EF4-FFF2-40B4-BE49-F238E27FC236}">
                <a16:creationId xmlns:a16="http://schemas.microsoft.com/office/drawing/2014/main" id="{90F9C7BE-2DB1-459B-BFEE-59B4EE33F5C6}"/>
              </a:ext>
            </a:extLst>
          </p:cNvPr>
          <p:cNvSpPr/>
          <p:nvPr/>
        </p:nvSpPr>
        <p:spPr bwMode="auto">
          <a:xfrm>
            <a:off x="5090468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6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0" name="橢圓 79">
            <a:extLst>
              <a:ext uri="{FF2B5EF4-FFF2-40B4-BE49-F238E27FC236}">
                <a16:creationId xmlns:a16="http://schemas.microsoft.com/office/drawing/2014/main" id="{DDC4C4B3-E02C-4664-90E9-D27546FD13E5}"/>
              </a:ext>
            </a:extLst>
          </p:cNvPr>
          <p:cNvSpPr/>
          <p:nvPr/>
        </p:nvSpPr>
        <p:spPr bwMode="auto">
          <a:xfrm>
            <a:off x="4425626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1" name="橢圓 80">
            <a:extLst>
              <a:ext uri="{FF2B5EF4-FFF2-40B4-BE49-F238E27FC236}">
                <a16:creationId xmlns:a16="http://schemas.microsoft.com/office/drawing/2014/main" id="{026723B8-F5F9-4FF6-A948-07C393387D1D}"/>
              </a:ext>
            </a:extLst>
          </p:cNvPr>
          <p:cNvSpPr/>
          <p:nvPr/>
        </p:nvSpPr>
        <p:spPr bwMode="auto">
          <a:xfrm>
            <a:off x="5617890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2" name="橢圓 81">
            <a:extLst>
              <a:ext uri="{FF2B5EF4-FFF2-40B4-BE49-F238E27FC236}">
                <a16:creationId xmlns:a16="http://schemas.microsoft.com/office/drawing/2014/main" id="{29BD671C-6571-4A76-8D4E-7B7A209B2781}"/>
              </a:ext>
            </a:extLst>
          </p:cNvPr>
          <p:cNvSpPr/>
          <p:nvPr/>
        </p:nvSpPr>
        <p:spPr bwMode="auto">
          <a:xfrm>
            <a:off x="7132862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7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3" name="橢圓 82">
            <a:extLst>
              <a:ext uri="{FF2B5EF4-FFF2-40B4-BE49-F238E27FC236}">
                <a16:creationId xmlns:a16="http://schemas.microsoft.com/office/drawing/2014/main" id="{D96C781F-F4CA-496A-AF05-71DF3389D9AC}"/>
              </a:ext>
            </a:extLst>
          </p:cNvPr>
          <p:cNvSpPr/>
          <p:nvPr/>
        </p:nvSpPr>
        <p:spPr bwMode="auto">
          <a:xfrm>
            <a:off x="6468020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4" name="橢圓 83">
            <a:extLst>
              <a:ext uri="{FF2B5EF4-FFF2-40B4-BE49-F238E27FC236}">
                <a16:creationId xmlns:a16="http://schemas.microsoft.com/office/drawing/2014/main" id="{7D311D22-5CE3-4FFF-B35F-914C3F7772F9}"/>
              </a:ext>
            </a:extLst>
          </p:cNvPr>
          <p:cNvSpPr/>
          <p:nvPr/>
        </p:nvSpPr>
        <p:spPr bwMode="auto">
          <a:xfrm>
            <a:off x="7660284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85" name="直線接點 84">
            <a:extLst>
              <a:ext uri="{FF2B5EF4-FFF2-40B4-BE49-F238E27FC236}">
                <a16:creationId xmlns:a16="http://schemas.microsoft.com/office/drawing/2014/main" id="{0D3606BB-EDF5-4861-B9A7-33EDDC766469}"/>
              </a:ext>
            </a:extLst>
          </p:cNvPr>
          <p:cNvCxnSpPr>
            <a:stCxn id="70" idx="3"/>
            <a:endCxn id="71" idx="7"/>
          </p:cNvCxnSpPr>
          <p:nvPr/>
        </p:nvCxnSpPr>
        <p:spPr bwMode="auto">
          <a:xfrm flipH="1">
            <a:off x="2582466" y="2624557"/>
            <a:ext cx="1497833" cy="60077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6" name="直線單箭頭接點 85">
            <a:extLst>
              <a:ext uri="{FF2B5EF4-FFF2-40B4-BE49-F238E27FC236}">
                <a16:creationId xmlns:a16="http://schemas.microsoft.com/office/drawing/2014/main" id="{DDD9DE3B-E02C-4C61-A2DF-4E05CDFBF655}"/>
              </a:ext>
            </a:extLst>
          </p:cNvPr>
          <p:cNvCxnSpPr>
            <a:stCxn id="70" idx="5"/>
            <a:endCxn id="78" idx="1"/>
          </p:cNvCxnSpPr>
          <p:nvPr/>
        </p:nvCxnSpPr>
        <p:spPr bwMode="auto">
          <a:xfrm>
            <a:off x="4487637" y="2624557"/>
            <a:ext cx="1750544" cy="6007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87" name="直線單箭頭接點 86">
            <a:extLst>
              <a:ext uri="{FF2B5EF4-FFF2-40B4-BE49-F238E27FC236}">
                <a16:creationId xmlns:a16="http://schemas.microsoft.com/office/drawing/2014/main" id="{D741BBD6-A29B-48FB-BCF0-B8F5C5433436}"/>
              </a:ext>
            </a:extLst>
          </p:cNvPr>
          <p:cNvCxnSpPr>
            <a:stCxn id="71" idx="3"/>
            <a:endCxn id="72" idx="7"/>
          </p:cNvCxnSpPr>
          <p:nvPr/>
        </p:nvCxnSpPr>
        <p:spPr bwMode="auto">
          <a:xfrm flipH="1">
            <a:off x="1519116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88" name="直線單箭頭接點 87">
            <a:extLst>
              <a:ext uri="{FF2B5EF4-FFF2-40B4-BE49-F238E27FC236}">
                <a16:creationId xmlns:a16="http://schemas.microsoft.com/office/drawing/2014/main" id="{461BC976-6221-49C4-AAF4-BDCEBD77992A}"/>
              </a:ext>
            </a:extLst>
          </p:cNvPr>
          <p:cNvCxnSpPr>
            <a:stCxn id="71" idx="5"/>
            <a:endCxn id="75" idx="1"/>
          </p:cNvCxnSpPr>
          <p:nvPr/>
        </p:nvCxnSpPr>
        <p:spPr bwMode="auto">
          <a:xfrm>
            <a:off x="2582466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89" name="直線單箭頭接點 88">
            <a:extLst>
              <a:ext uri="{FF2B5EF4-FFF2-40B4-BE49-F238E27FC236}">
                <a16:creationId xmlns:a16="http://schemas.microsoft.com/office/drawing/2014/main" id="{F6C4CAFA-7CDF-4378-9524-5251B60A8010}"/>
              </a:ext>
            </a:extLst>
          </p:cNvPr>
          <p:cNvCxnSpPr>
            <a:stCxn id="78" idx="3"/>
            <a:endCxn id="79" idx="7"/>
          </p:cNvCxnSpPr>
          <p:nvPr/>
        </p:nvCxnSpPr>
        <p:spPr bwMode="auto">
          <a:xfrm flipH="1">
            <a:off x="5582169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90" name="直線單箭頭接點 89">
            <a:extLst>
              <a:ext uri="{FF2B5EF4-FFF2-40B4-BE49-F238E27FC236}">
                <a16:creationId xmlns:a16="http://schemas.microsoft.com/office/drawing/2014/main" id="{9DE127DD-9056-428A-94DC-BC13F7DB4D42}"/>
              </a:ext>
            </a:extLst>
          </p:cNvPr>
          <p:cNvCxnSpPr>
            <a:stCxn id="78" idx="5"/>
            <a:endCxn id="82" idx="1"/>
          </p:cNvCxnSpPr>
          <p:nvPr/>
        </p:nvCxnSpPr>
        <p:spPr bwMode="auto">
          <a:xfrm>
            <a:off x="6645519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91" name="直線單箭頭接點 90">
            <a:extLst>
              <a:ext uri="{FF2B5EF4-FFF2-40B4-BE49-F238E27FC236}">
                <a16:creationId xmlns:a16="http://schemas.microsoft.com/office/drawing/2014/main" id="{66F564A6-FF62-4594-80A4-C0DCBC21DAF7}"/>
              </a:ext>
            </a:extLst>
          </p:cNvPr>
          <p:cNvCxnSpPr>
            <a:stCxn id="72" idx="3"/>
            <a:endCxn id="73" idx="0"/>
          </p:cNvCxnSpPr>
          <p:nvPr/>
        </p:nvCxnSpPr>
        <p:spPr bwMode="auto">
          <a:xfrm flipH="1">
            <a:off x="650605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92" name="直線單箭頭接點 91">
            <a:extLst>
              <a:ext uri="{FF2B5EF4-FFF2-40B4-BE49-F238E27FC236}">
                <a16:creationId xmlns:a16="http://schemas.microsoft.com/office/drawing/2014/main" id="{CCE75A73-42B3-48F1-A3CE-3E581A72BD05}"/>
              </a:ext>
            </a:extLst>
          </p:cNvPr>
          <p:cNvCxnSpPr>
            <a:stCxn id="72" idx="5"/>
            <a:endCxn id="74" idx="0"/>
          </p:cNvCxnSpPr>
          <p:nvPr/>
        </p:nvCxnSpPr>
        <p:spPr bwMode="auto">
          <a:xfrm>
            <a:off x="1519116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93" name="直線單箭頭接點 92">
            <a:extLst>
              <a:ext uri="{FF2B5EF4-FFF2-40B4-BE49-F238E27FC236}">
                <a16:creationId xmlns:a16="http://schemas.microsoft.com/office/drawing/2014/main" id="{FBAB15D5-F8BE-4A52-BC69-880F11098E85}"/>
              </a:ext>
            </a:extLst>
          </p:cNvPr>
          <p:cNvCxnSpPr>
            <a:stCxn id="75" idx="3"/>
            <a:endCxn id="76" idx="0"/>
          </p:cNvCxnSpPr>
          <p:nvPr/>
        </p:nvCxnSpPr>
        <p:spPr bwMode="auto">
          <a:xfrm flipH="1">
            <a:off x="2692999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94" name="直線單箭頭接點 93">
            <a:extLst>
              <a:ext uri="{FF2B5EF4-FFF2-40B4-BE49-F238E27FC236}">
                <a16:creationId xmlns:a16="http://schemas.microsoft.com/office/drawing/2014/main" id="{9A775C9A-ECE1-4E4F-8873-32948CD7076E}"/>
              </a:ext>
            </a:extLst>
          </p:cNvPr>
          <p:cNvCxnSpPr>
            <a:stCxn id="75" idx="5"/>
            <a:endCxn id="77" idx="0"/>
          </p:cNvCxnSpPr>
          <p:nvPr/>
        </p:nvCxnSpPr>
        <p:spPr bwMode="auto">
          <a:xfrm>
            <a:off x="3561510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95" name="直線單箭頭接點 94">
            <a:extLst>
              <a:ext uri="{FF2B5EF4-FFF2-40B4-BE49-F238E27FC236}">
                <a16:creationId xmlns:a16="http://schemas.microsoft.com/office/drawing/2014/main" id="{D96D71F8-0CF4-4165-8423-0EE8FE659DA5}"/>
              </a:ext>
            </a:extLst>
          </p:cNvPr>
          <p:cNvCxnSpPr>
            <a:stCxn id="79" idx="3"/>
            <a:endCxn id="80" idx="0"/>
          </p:cNvCxnSpPr>
          <p:nvPr/>
        </p:nvCxnSpPr>
        <p:spPr bwMode="auto">
          <a:xfrm flipH="1">
            <a:off x="4713658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96" name="直線單箭頭接點 95">
            <a:extLst>
              <a:ext uri="{FF2B5EF4-FFF2-40B4-BE49-F238E27FC236}">
                <a16:creationId xmlns:a16="http://schemas.microsoft.com/office/drawing/2014/main" id="{231895BF-C991-4D34-9AD0-3024904BD630}"/>
              </a:ext>
            </a:extLst>
          </p:cNvPr>
          <p:cNvCxnSpPr>
            <a:stCxn id="79" idx="5"/>
            <a:endCxn id="81" idx="0"/>
          </p:cNvCxnSpPr>
          <p:nvPr/>
        </p:nvCxnSpPr>
        <p:spPr bwMode="auto">
          <a:xfrm>
            <a:off x="5582169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97" name="直線單箭頭接點 96">
            <a:extLst>
              <a:ext uri="{FF2B5EF4-FFF2-40B4-BE49-F238E27FC236}">
                <a16:creationId xmlns:a16="http://schemas.microsoft.com/office/drawing/2014/main" id="{4E3A189E-F842-4639-A27C-4C0C8C7B6F61}"/>
              </a:ext>
            </a:extLst>
          </p:cNvPr>
          <p:cNvCxnSpPr>
            <a:stCxn id="82" idx="3"/>
            <a:endCxn id="83" idx="0"/>
          </p:cNvCxnSpPr>
          <p:nvPr/>
        </p:nvCxnSpPr>
        <p:spPr bwMode="auto">
          <a:xfrm flipH="1">
            <a:off x="6756052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98" name="直線單箭頭接點 97">
            <a:extLst>
              <a:ext uri="{FF2B5EF4-FFF2-40B4-BE49-F238E27FC236}">
                <a16:creationId xmlns:a16="http://schemas.microsoft.com/office/drawing/2014/main" id="{3697C7EB-BE79-4DEE-A0E2-4D37DFA9C892}"/>
              </a:ext>
            </a:extLst>
          </p:cNvPr>
          <p:cNvCxnSpPr>
            <a:stCxn id="82" idx="5"/>
            <a:endCxn id="84" idx="0"/>
          </p:cNvCxnSpPr>
          <p:nvPr/>
        </p:nvCxnSpPr>
        <p:spPr bwMode="auto">
          <a:xfrm>
            <a:off x="7624563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B2E044D0-928F-48C5-BEC7-8CD8073F5CC0}"/>
              </a:ext>
            </a:extLst>
          </p:cNvPr>
          <p:cNvSpPr txBox="1"/>
          <p:nvPr/>
        </p:nvSpPr>
        <p:spPr>
          <a:xfrm>
            <a:off x="3828233" y="1616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B8F8471E-7D87-4671-8075-E8967DB4337E}"/>
              </a:ext>
            </a:extLst>
          </p:cNvPr>
          <p:cNvSpPr txBox="1"/>
          <p:nvPr/>
        </p:nvSpPr>
        <p:spPr>
          <a:xfrm>
            <a:off x="5985470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4209AACB-BB28-4983-AF28-797A62254FB4}"/>
              </a:ext>
            </a:extLst>
          </p:cNvPr>
          <p:cNvSpPr txBox="1"/>
          <p:nvPr/>
        </p:nvSpPr>
        <p:spPr>
          <a:xfrm>
            <a:off x="1920624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DD979F5B-560A-41D9-9775-AB4BF536F871}"/>
              </a:ext>
            </a:extLst>
          </p:cNvPr>
          <p:cNvSpPr txBox="1"/>
          <p:nvPr/>
        </p:nvSpPr>
        <p:spPr>
          <a:xfrm>
            <a:off x="769532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103" name="文字方塊 102">
            <a:extLst>
              <a:ext uri="{FF2B5EF4-FFF2-40B4-BE49-F238E27FC236}">
                <a16:creationId xmlns:a16="http://schemas.microsoft.com/office/drawing/2014/main" id="{744D0EAF-F5EC-4BC1-974B-0399ED014529}"/>
              </a:ext>
            </a:extLst>
          </p:cNvPr>
          <p:cNvSpPr txBox="1"/>
          <p:nvPr/>
        </p:nvSpPr>
        <p:spPr>
          <a:xfrm>
            <a:off x="2970927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BC4E1004-AD41-4226-96F3-77DB42641E25}"/>
              </a:ext>
            </a:extLst>
          </p:cNvPr>
          <p:cNvSpPr txBox="1"/>
          <p:nvPr/>
        </p:nvSpPr>
        <p:spPr>
          <a:xfrm>
            <a:off x="4796350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105" name="文字方塊 104">
            <a:extLst>
              <a:ext uri="{FF2B5EF4-FFF2-40B4-BE49-F238E27FC236}">
                <a16:creationId xmlns:a16="http://schemas.microsoft.com/office/drawing/2014/main" id="{189F426A-81B3-4FD2-9353-3DC9E35366A3}"/>
              </a:ext>
            </a:extLst>
          </p:cNvPr>
          <p:cNvSpPr txBox="1"/>
          <p:nvPr/>
        </p:nvSpPr>
        <p:spPr>
          <a:xfrm>
            <a:off x="7061245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106" name="文字方塊 105">
            <a:extLst>
              <a:ext uri="{FF2B5EF4-FFF2-40B4-BE49-F238E27FC236}">
                <a16:creationId xmlns:a16="http://schemas.microsoft.com/office/drawing/2014/main" id="{CEA298C0-2557-4D57-9C59-4AFFC943DF63}"/>
              </a:ext>
            </a:extLst>
          </p:cNvPr>
          <p:cNvSpPr txBox="1"/>
          <p:nvPr/>
        </p:nvSpPr>
        <p:spPr>
          <a:xfrm>
            <a:off x="17675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0]</a:t>
            </a:r>
            <a:endParaRPr lang="zh-TW" altLang="en-US"/>
          </a:p>
        </p:txBody>
      </p:sp>
      <p:sp>
        <p:nvSpPr>
          <p:cNvPr id="107" name="文字方塊 106">
            <a:extLst>
              <a:ext uri="{FF2B5EF4-FFF2-40B4-BE49-F238E27FC236}">
                <a16:creationId xmlns:a16="http://schemas.microsoft.com/office/drawing/2014/main" id="{3158B8D6-32C1-460C-AFFD-02D5CEAB81BA}"/>
              </a:ext>
            </a:extLst>
          </p:cNvPr>
          <p:cNvSpPr txBox="1"/>
          <p:nvPr/>
        </p:nvSpPr>
        <p:spPr>
          <a:xfrm>
            <a:off x="136902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[1,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8058536B-8E48-4C19-9818-7D460D51C624}"/>
              </a:ext>
            </a:extLst>
          </p:cNvPr>
          <p:cNvSpPr txBox="1"/>
          <p:nvPr/>
        </p:nvSpPr>
        <p:spPr>
          <a:xfrm>
            <a:off x="226747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2]</a:t>
            </a:r>
            <a:endParaRPr lang="zh-TW" altLang="en-US"/>
          </a:p>
        </p:txBody>
      </p:sp>
      <p:sp>
        <p:nvSpPr>
          <p:cNvPr id="109" name="文字方塊 108">
            <a:extLst>
              <a:ext uri="{FF2B5EF4-FFF2-40B4-BE49-F238E27FC236}">
                <a16:creationId xmlns:a16="http://schemas.microsoft.com/office/drawing/2014/main" id="{872E5F28-F9F5-45F1-B92A-1557F836FB9D}"/>
              </a:ext>
            </a:extLst>
          </p:cNvPr>
          <p:cNvSpPr txBox="1"/>
          <p:nvPr/>
        </p:nvSpPr>
        <p:spPr>
          <a:xfrm>
            <a:off x="341141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[3,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540768C9-5F01-42AE-8A35-613DA1C58FBC}"/>
              </a:ext>
            </a:extLst>
          </p:cNvPr>
          <p:cNvSpPr txBox="1"/>
          <p:nvPr/>
        </p:nvSpPr>
        <p:spPr>
          <a:xfrm>
            <a:off x="424790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4]</a:t>
            </a:r>
            <a:endParaRPr lang="zh-TW" altLang="en-US"/>
          </a:p>
        </p:txBody>
      </p: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E830676A-7581-4FF2-AE95-DECA031E4559}"/>
              </a:ext>
            </a:extLst>
          </p:cNvPr>
          <p:cNvSpPr txBox="1"/>
          <p:nvPr/>
        </p:nvSpPr>
        <p:spPr>
          <a:xfrm>
            <a:off x="5409100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[5,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112" name="文字方塊 111">
            <a:extLst>
              <a:ext uri="{FF2B5EF4-FFF2-40B4-BE49-F238E27FC236}">
                <a16:creationId xmlns:a16="http://schemas.microsoft.com/office/drawing/2014/main" id="{0A544257-6186-45CB-B25B-D539CFD99473}"/>
              </a:ext>
            </a:extLst>
          </p:cNvPr>
          <p:cNvSpPr txBox="1"/>
          <p:nvPr/>
        </p:nvSpPr>
        <p:spPr>
          <a:xfrm>
            <a:off x="6339769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6]</a:t>
            </a:r>
            <a:endParaRPr lang="zh-TW" altLang="en-US"/>
          </a:p>
        </p:txBody>
      </p:sp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36D9C60F-CD8C-4600-94AE-917BB6C51199}"/>
              </a:ext>
            </a:extLst>
          </p:cNvPr>
          <p:cNvSpPr txBox="1"/>
          <p:nvPr/>
        </p:nvSpPr>
        <p:spPr>
          <a:xfrm>
            <a:off x="752358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[7,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6" name="表格 115">
                <a:extLst>
                  <a:ext uri="{FF2B5EF4-FFF2-40B4-BE49-F238E27FC236}">
                    <a16:creationId xmlns:a16="http://schemas.microsoft.com/office/drawing/2014/main" id="{409ED6AF-52EA-4475-ADDA-68518FDFC7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6487240"/>
                  </p:ext>
                </p:extLst>
              </p:nvPr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6" name="表格 115">
                <a:extLst>
                  <a:ext uri="{FF2B5EF4-FFF2-40B4-BE49-F238E27FC236}">
                    <a16:creationId xmlns:a16="http://schemas.microsoft.com/office/drawing/2014/main" id="{409ED6AF-52EA-4475-ADDA-68518FDFC7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6487240"/>
                  </p:ext>
                </p:extLst>
              </p:nvPr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592" t="-1515" r="-699408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101190" t="-1515" r="-60357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515" r="-5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515" r="-4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02381" t="-1515" r="-30238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99408" t="-1515" r="-200592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02976" t="-1515" r="-101786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98817" t="-1515" r="-1183" b="-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883635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B753616F-0324-4A25-A24A-92F5B5C5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D97EF6E-DE46-42BF-8E30-C23EC3C68EE3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24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6668F4C-F8B7-438B-9B85-CE42A765A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1"/>
            <a:ext cx="8077200" cy="2167136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>
                <a:solidFill>
                  <a:srgbClr val="3BA943"/>
                </a:solidFill>
                <a:latin typeface="Times New Roman" panose="02020603050405020304" pitchFamily="18" charset="0"/>
              </a:rPr>
              <a:t>解法範例：</a:t>
            </a:r>
            <a:r>
              <a:rPr lang="zh-TW" altLang="en-US" sz="2400">
                <a:latin typeface="Times New Roman" panose="02020603050405020304" pitchFamily="18" charset="0"/>
              </a:rPr>
              <a:t>用兩個建築物的情況說明</a:t>
            </a:r>
            <a:endParaRPr lang="en-US" altLang="zh-TW" sz="24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修改這個區間 </a:t>
            </a: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</a:rPr>
              <a:t>[0, 3] : 4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>
                <a:latin typeface="Times New Roman" panose="02020603050405020304" pitchFamily="18" charset="0"/>
              </a:rPr>
              <a:t>[3, 5] : 2</a:t>
            </a:r>
          </a:p>
          <a:p>
            <a:pPr eaLnBrk="1" hangingPunct="1">
              <a:lnSpc>
                <a:spcPct val="90000"/>
              </a:lnSpc>
            </a:pPr>
            <a:endParaRPr lang="zh-TW" altLang="en-US" sz="2400" b="1">
              <a:solidFill>
                <a:srgbClr val="3BA943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" name="橢圓 69">
            <a:extLst>
              <a:ext uri="{FF2B5EF4-FFF2-40B4-BE49-F238E27FC236}">
                <a16:creationId xmlns:a16="http://schemas.microsoft.com/office/drawing/2014/main" id="{EE8102ED-7845-41AA-ACFA-BE31B45614A6}"/>
              </a:ext>
            </a:extLst>
          </p:cNvPr>
          <p:cNvSpPr/>
          <p:nvPr/>
        </p:nvSpPr>
        <p:spPr bwMode="auto">
          <a:xfrm>
            <a:off x="3995936" y="2132856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71" name="橢圓 70">
            <a:extLst>
              <a:ext uri="{FF2B5EF4-FFF2-40B4-BE49-F238E27FC236}">
                <a16:creationId xmlns:a16="http://schemas.microsoft.com/office/drawing/2014/main" id="{95FA124C-B990-4727-86DA-6B11703FFD38}"/>
              </a:ext>
            </a:extLst>
          </p:cNvPr>
          <p:cNvSpPr/>
          <p:nvPr/>
        </p:nvSpPr>
        <p:spPr bwMode="auto">
          <a:xfrm>
            <a:off x="2090765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72" name="橢圓 71">
            <a:extLst>
              <a:ext uri="{FF2B5EF4-FFF2-40B4-BE49-F238E27FC236}">
                <a16:creationId xmlns:a16="http://schemas.microsoft.com/office/drawing/2014/main" id="{0230DFF3-BA1C-4F27-A4D1-D0DAD2EFF726}"/>
              </a:ext>
            </a:extLst>
          </p:cNvPr>
          <p:cNvSpPr/>
          <p:nvPr/>
        </p:nvSpPr>
        <p:spPr bwMode="auto">
          <a:xfrm>
            <a:off x="1027415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73" name="橢圓 72">
            <a:extLst>
              <a:ext uri="{FF2B5EF4-FFF2-40B4-BE49-F238E27FC236}">
                <a16:creationId xmlns:a16="http://schemas.microsoft.com/office/drawing/2014/main" id="{6C8BDB91-666F-47B8-8BBF-3DC9EA1B2FB7}"/>
              </a:ext>
            </a:extLst>
          </p:cNvPr>
          <p:cNvSpPr/>
          <p:nvPr/>
        </p:nvSpPr>
        <p:spPr bwMode="auto">
          <a:xfrm>
            <a:off x="362573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8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id="{9FC10F7D-6AA7-4D9E-BA79-9D8A1A641A0A}"/>
              </a:ext>
            </a:extLst>
          </p:cNvPr>
          <p:cNvSpPr/>
          <p:nvPr/>
        </p:nvSpPr>
        <p:spPr bwMode="auto">
          <a:xfrm>
            <a:off x="1554837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9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45802C54-6E76-4B21-B11A-DC999A702CD6}"/>
              </a:ext>
            </a:extLst>
          </p:cNvPr>
          <p:cNvSpPr/>
          <p:nvPr/>
        </p:nvSpPr>
        <p:spPr bwMode="auto">
          <a:xfrm>
            <a:off x="3069809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C495883D-BFA7-4A2B-98C5-CA47FCDB4194}"/>
              </a:ext>
            </a:extLst>
          </p:cNvPr>
          <p:cNvSpPr/>
          <p:nvPr/>
        </p:nvSpPr>
        <p:spPr bwMode="auto">
          <a:xfrm>
            <a:off x="2404967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10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504909D3-EE8D-43DB-9DF4-61B5913CE6CD}"/>
              </a:ext>
            </a:extLst>
          </p:cNvPr>
          <p:cNvSpPr/>
          <p:nvPr/>
        </p:nvSpPr>
        <p:spPr bwMode="auto">
          <a:xfrm>
            <a:off x="3597231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78" name="橢圓 77">
            <a:extLst>
              <a:ext uri="{FF2B5EF4-FFF2-40B4-BE49-F238E27FC236}">
                <a16:creationId xmlns:a16="http://schemas.microsoft.com/office/drawing/2014/main" id="{AACA66A5-0C9F-433E-8E58-AEA20857D76B}"/>
              </a:ext>
            </a:extLst>
          </p:cNvPr>
          <p:cNvSpPr/>
          <p:nvPr/>
        </p:nvSpPr>
        <p:spPr bwMode="auto">
          <a:xfrm>
            <a:off x="6153818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79" name="橢圓 78">
            <a:extLst>
              <a:ext uri="{FF2B5EF4-FFF2-40B4-BE49-F238E27FC236}">
                <a16:creationId xmlns:a16="http://schemas.microsoft.com/office/drawing/2014/main" id="{90F9C7BE-2DB1-459B-BFEE-59B4EE33F5C6}"/>
              </a:ext>
            </a:extLst>
          </p:cNvPr>
          <p:cNvSpPr/>
          <p:nvPr/>
        </p:nvSpPr>
        <p:spPr bwMode="auto">
          <a:xfrm>
            <a:off x="5090468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6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0" name="橢圓 79">
            <a:extLst>
              <a:ext uri="{FF2B5EF4-FFF2-40B4-BE49-F238E27FC236}">
                <a16:creationId xmlns:a16="http://schemas.microsoft.com/office/drawing/2014/main" id="{DDC4C4B3-E02C-4664-90E9-D27546FD13E5}"/>
              </a:ext>
            </a:extLst>
          </p:cNvPr>
          <p:cNvSpPr/>
          <p:nvPr/>
        </p:nvSpPr>
        <p:spPr bwMode="auto">
          <a:xfrm>
            <a:off x="4425626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1" name="橢圓 80">
            <a:extLst>
              <a:ext uri="{FF2B5EF4-FFF2-40B4-BE49-F238E27FC236}">
                <a16:creationId xmlns:a16="http://schemas.microsoft.com/office/drawing/2014/main" id="{026723B8-F5F9-4FF6-A948-07C393387D1D}"/>
              </a:ext>
            </a:extLst>
          </p:cNvPr>
          <p:cNvSpPr/>
          <p:nvPr/>
        </p:nvSpPr>
        <p:spPr bwMode="auto">
          <a:xfrm>
            <a:off x="5617890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2" name="橢圓 81">
            <a:extLst>
              <a:ext uri="{FF2B5EF4-FFF2-40B4-BE49-F238E27FC236}">
                <a16:creationId xmlns:a16="http://schemas.microsoft.com/office/drawing/2014/main" id="{29BD671C-6571-4A76-8D4E-7B7A209B2781}"/>
              </a:ext>
            </a:extLst>
          </p:cNvPr>
          <p:cNvSpPr/>
          <p:nvPr/>
        </p:nvSpPr>
        <p:spPr bwMode="auto">
          <a:xfrm>
            <a:off x="7132862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7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3" name="橢圓 82">
            <a:extLst>
              <a:ext uri="{FF2B5EF4-FFF2-40B4-BE49-F238E27FC236}">
                <a16:creationId xmlns:a16="http://schemas.microsoft.com/office/drawing/2014/main" id="{D96C781F-F4CA-496A-AF05-71DF3389D9AC}"/>
              </a:ext>
            </a:extLst>
          </p:cNvPr>
          <p:cNvSpPr/>
          <p:nvPr/>
        </p:nvSpPr>
        <p:spPr bwMode="auto">
          <a:xfrm>
            <a:off x="6468020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4" name="橢圓 83">
            <a:extLst>
              <a:ext uri="{FF2B5EF4-FFF2-40B4-BE49-F238E27FC236}">
                <a16:creationId xmlns:a16="http://schemas.microsoft.com/office/drawing/2014/main" id="{7D311D22-5CE3-4FFF-B35F-914C3F7772F9}"/>
              </a:ext>
            </a:extLst>
          </p:cNvPr>
          <p:cNvSpPr/>
          <p:nvPr/>
        </p:nvSpPr>
        <p:spPr bwMode="auto">
          <a:xfrm>
            <a:off x="7660284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85" name="直線接點 84">
            <a:extLst>
              <a:ext uri="{FF2B5EF4-FFF2-40B4-BE49-F238E27FC236}">
                <a16:creationId xmlns:a16="http://schemas.microsoft.com/office/drawing/2014/main" id="{0D3606BB-EDF5-4861-B9A7-33EDDC766469}"/>
              </a:ext>
            </a:extLst>
          </p:cNvPr>
          <p:cNvCxnSpPr>
            <a:stCxn id="70" idx="3"/>
            <a:endCxn id="71" idx="7"/>
          </p:cNvCxnSpPr>
          <p:nvPr/>
        </p:nvCxnSpPr>
        <p:spPr bwMode="auto">
          <a:xfrm flipH="1">
            <a:off x="2582466" y="2624557"/>
            <a:ext cx="1497833" cy="60077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6" name="直線單箭頭接點 85">
            <a:extLst>
              <a:ext uri="{FF2B5EF4-FFF2-40B4-BE49-F238E27FC236}">
                <a16:creationId xmlns:a16="http://schemas.microsoft.com/office/drawing/2014/main" id="{DDD9DE3B-E02C-4C61-A2DF-4E05CDFBF655}"/>
              </a:ext>
            </a:extLst>
          </p:cNvPr>
          <p:cNvCxnSpPr>
            <a:stCxn id="70" idx="5"/>
            <a:endCxn id="78" idx="1"/>
          </p:cNvCxnSpPr>
          <p:nvPr/>
        </p:nvCxnSpPr>
        <p:spPr bwMode="auto">
          <a:xfrm>
            <a:off x="4487637" y="2624557"/>
            <a:ext cx="1750544" cy="6007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87" name="直線單箭頭接點 86">
            <a:extLst>
              <a:ext uri="{FF2B5EF4-FFF2-40B4-BE49-F238E27FC236}">
                <a16:creationId xmlns:a16="http://schemas.microsoft.com/office/drawing/2014/main" id="{D741BBD6-A29B-48FB-BCF0-B8F5C5433436}"/>
              </a:ext>
            </a:extLst>
          </p:cNvPr>
          <p:cNvCxnSpPr>
            <a:stCxn id="71" idx="3"/>
            <a:endCxn id="72" idx="7"/>
          </p:cNvCxnSpPr>
          <p:nvPr/>
        </p:nvCxnSpPr>
        <p:spPr bwMode="auto">
          <a:xfrm flipH="1">
            <a:off x="1519116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88" name="直線單箭頭接點 87">
            <a:extLst>
              <a:ext uri="{FF2B5EF4-FFF2-40B4-BE49-F238E27FC236}">
                <a16:creationId xmlns:a16="http://schemas.microsoft.com/office/drawing/2014/main" id="{461BC976-6221-49C4-AAF4-BDCEBD77992A}"/>
              </a:ext>
            </a:extLst>
          </p:cNvPr>
          <p:cNvCxnSpPr>
            <a:stCxn id="71" idx="5"/>
            <a:endCxn id="75" idx="1"/>
          </p:cNvCxnSpPr>
          <p:nvPr/>
        </p:nvCxnSpPr>
        <p:spPr bwMode="auto">
          <a:xfrm>
            <a:off x="2582466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89" name="直線單箭頭接點 88">
            <a:extLst>
              <a:ext uri="{FF2B5EF4-FFF2-40B4-BE49-F238E27FC236}">
                <a16:creationId xmlns:a16="http://schemas.microsoft.com/office/drawing/2014/main" id="{F6C4CAFA-7CDF-4378-9524-5251B60A8010}"/>
              </a:ext>
            </a:extLst>
          </p:cNvPr>
          <p:cNvCxnSpPr>
            <a:stCxn id="78" idx="3"/>
            <a:endCxn id="79" idx="7"/>
          </p:cNvCxnSpPr>
          <p:nvPr/>
        </p:nvCxnSpPr>
        <p:spPr bwMode="auto">
          <a:xfrm flipH="1">
            <a:off x="5582169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90" name="直線單箭頭接點 89">
            <a:extLst>
              <a:ext uri="{FF2B5EF4-FFF2-40B4-BE49-F238E27FC236}">
                <a16:creationId xmlns:a16="http://schemas.microsoft.com/office/drawing/2014/main" id="{9DE127DD-9056-428A-94DC-BC13F7DB4D42}"/>
              </a:ext>
            </a:extLst>
          </p:cNvPr>
          <p:cNvCxnSpPr>
            <a:stCxn id="78" idx="5"/>
            <a:endCxn id="82" idx="1"/>
          </p:cNvCxnSpPr>
          <p:nvPr/>
        </p:nvCxnSpPr>
        <p:spPr bwMode="auto">
          <a:xfrm>
            <a:off x="6645519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91" name="直線單箭頭接點 90">
            <a:extLst>
              <a:ext uri="{FF2B5EF4-FFF2-40B4-BE49-F238E27FC236}">
                <a16:creationId xmlns:a16="http://schemas.microsoft.com/office/drawing/2014/main" id="{66F564A6-FF62-4594-80A4-C0DCBC21DAF7}"/>
              </a:ext>
            </a:extLst>
          </p:cNvPr>
          <p:cNvCxnSpPr>
            <a:stCxn id="72" idx="3"/>
            <a:endCxn id="73" idx="0"/>
          </p:cNvCxnSpPr>
          <p:nvPr/>
        </p:nvCxnSpPr>
        <p:spPr bwMode="auto">
          <a:xfrm flipH="1">
            <a:off x="650605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92" name="直線單箭頭接點 91">
            <a:extLst>
              <a:ext uri="{FF2B5EF4-FFF2-40B4-BE49-F238E27FC236}">
                <a16:creationId xmlns:a16="http://schemas.microsoft.com/office/drawing/2014/main" id="{CCE75A73-42B3-48F1-A3CE-3E581A72BD05}"/>
              </a:ext>
            </a:extLst>
          </p:cNvPr>
          <p:cNvCxnSpPr>
            <a:stCxn id="72" idx="5"/>
            <a:endCxn id="74" idx="0"/>
          </p:cNvCxnSpPr>
          <p:nvPr/>
        </p:nvCxnSpPr>
        <p:spPr bwMode="auto">
          <a:xfrm>
            <a:off x="1519116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93" name="直線單箭頭接點 92">
            <a:extLst>
              <a:ext uri="{FF2B5EF4-FFF2-40B4-BE49-F238E27FC236}">
                <a16:creationId xmlns:a16="http://schemas.microsoft.com/office/drawing/2014/main" id="{FBAB15D5-F8BE-4A52-BC69-880F11098E85}"/>
              </a:ext>
            </a:extLst>
          </p:cNvPr>
          <p:cNvCxnSpPr>
            <a:stCxn id="75" idx="3"/>
            <a:endCxn id="76" idx="0"/>
          </p:cNvCxnSpPr>
          <p:nvPr/>
        </p:nvCxnSpPr>
        <p:spPr bwMode="auto">
          <a:xfrm flipH="1">
            <a:off x="2692999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94" name="直線單箭頭接點 93">
            <a:extLst>
              <a:ext uri="{FF2B5EF4-FFF2-40B4-BE49-F238E27FC236}">
                <a16:creationId xmlns:a16="http://schemas.microsoft.com/office/drawing/2014/main" id="{9A775C9A-ECE1-4E4F-8873-32948CD7076E}"/>
              </a:ext>
            </a:extLst>
          </p:cNvPr>
          <p:cNvCxnSpPr>
            <a:stCxn id="75" idx="5"/>
            <a:endCxn id="77" idx="0"/>
          </p:cNvCxnSpPr>
          <p:nvPr/>
        </p:nvCxnSpPr>
        <p:spPr bwMode="auto">
          <a:xfrm>
            <a:off x="3561510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95" name="直線單箭頭接點 94">
            <a:extLst>
              <a:ext uri="{FF2B5EF4-FFF2-40B4-BE49-F238E27FC236}">
                <a16:creationId xmlns:a16="http://schemas.microsoft.com/office/drawing/2014/main" id="{D96D71F8-0CF4-4165-8423-0EE8FE659DA5}"/>
              </a:ext>
            </a:extLst>
          </p:cNvPr>
          <p:cNvCxnSpPr>
            <a:stCxn id="79" idx="3"/>
            <a:endCxn id="80" idx="0"/>
          </p:cNvCxnSpPr>
          <p:nvPr/>
        </p:nvCxnSpPr>
        <p:spPr bwMode="auto">
          <a:xfrm flipH="1">
            <a:off x="4713658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96" name="直線單箭頭接點 95">
            <a:extLst>
              <a:ext uri="{FF2B5EF4-FFF2-40B4-BE49-F238E27FC236}">
                <a16:creationId xmlns:a16="http://schemas.microsoft.com/office/drawing/2014/main" id="{231895BF-C991-4D34-9AD0-3024904BD630}"/>
              </a:ext>
            </a:extLst>
          </p:cNvPr>
          <p:cNvCxnSpPr>
            <a:stCxn id="79" idx="5"/>
            <a:endCxn id="81" idx="0"/>
          </p:cNvCxnSpPr>
          <p:nvPr/>
        </p:nvCxnSpPr>
        <p:spPr bwMode="auto">
          <a:xfrm>
            <a:off x="5582169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97" name="直線單箭頭接點 96">
            <a:extLst>
              <a:ext uri="{FF2B5EF4-FFF2-40B4-BE49-F238E27FC236}">
                <a16:creationId xmlns:a16="http://schemas.microsoft.com/office/drawing/2014/main" id="{4E3A189E-F842-4639-A27C-4C0C8C7B6F61}"/>
              </a:ext>
            </a:extLst>
          </p:cNvPr>
          <p:cNvCxnSpPr>
            <a:stCxn id="82" idx="3"/>
            <a:endCxn id="83" idx="0"/>
          </p:cNvCxnSpPr>
          <p:nvPr/>
        </p:nvCxnSpPr>
        <p:spPr bwMode="auto">
          <a:xfrm flipH="1">
            <a:off x="6756052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98" name="直線單箭頭接點 97">
            <a:extLst>
              <a:ext uri="{FF2B5EF4-FFF2-40B4-BE49-F238E27FC236}">
                <a16:creationId xmlns:a16="http://schemas.microsoft.com/office/drawing/2014/main" id="{3697C7EB-BE79-4DEE-A0E2-4D37DFA9C892}"/>
              </a:ext>
            </a:extLst>
          </p:cNvPr>
          <p:cNvCxnSpPr>
            <a:stCxn id="82" idx="5"/>
            <a:endCxn id="84" idx="0"/>
          </p:cNvCxnSpPr>
          <p:nvPr/>
        </p:nvCxnSpPr>
        <p:spPr bwMode="auto">
          <a:xfrm>
            <a:off x="7624563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B2E044D0-928F-48C5-BEC7-8CD8073F5CC0}"/>
              </a:ext>
            </a:extLst>
          </p:cNvPr>
          <p:cNvSpPr txBox="1"/>
          <p:nvPr/>
        </p:nvSpPr>
        <p:spPr>
          <a:xfrm>
            <a:off x="3828233" y="1616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B8F8471E-7D87-4671-8075-E8967DB4337E}"/>
              </a:ext>
            </a:extLst>
          </p:cNvPr>
          <p:cNvSpPr txBox="1"/>
          <p:nvPr/>
        </p:nvSpPr>
        <p:spPr>
          <a:xfrm>
            <a:off x="5985470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4209AACB-BB28-4983-AF28-797A62254FB4}"/>
              </a:ext>
            </a:extLst>
          </p:cNvPr>
          <p:cNvSpPr txBox="1"/>
          <p:nvPr/>
        </p:nvSpPr>
        <p:spPr>
          <a:xfrm>
            <a:off x="1920624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DD979F5B-560A-41D9-9775-AB4BF536F871}"/>
              </a:ext>
            </a:extLst>
          </p:cNvPr>
          <p:cNvSpPr txBox="1"/>
          <p:nvPr/>
        </p:nvSpPr>
        <p:spPr>
          <a:xfrm>
            <a:off x="769532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103" name="文字方塊 102">
            <a:extLst>
              <a:ext uri="{FF2B5EF4-FFF2-40B4-BE49-F238E27FC236}">
                <a16:creationId xmlns:a16="http://schemas.microsoft.com/office/drawing/2014/main" id="{744D0EAF-F5EC-4BC1-974B-0399ED014529}"/>
              </a:ext>
            </a:extLst>
          </p:cNvPr>
          <p:cNvSpPr txBox="1"/>
          <p:nvPr/>
        </p:nvSpPr>
        <p:spPr>
          <a:xfrm>
            <a:off x="2970927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BC4E1004-AD41-4226-96F3-77DB42641E25}"/>
              </a:ext>
            </a:extLst>
          </p:cNvPr>
          <p:cNvSpPr txBox="1"/>
          <p:nvPr/>
        </p:nvSpPr>
        <p:spPr>
          <a:xfrm>
            <a:off x="4796350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105" name="文字方塊 104">
            <a:extLst>
              <a:ext uri="{FF2B5EF4-FFF2-40B4-BE49-F238E27FC236}">
                <a16:creationId xmlns:a16="http://schemas.microsoft.com/office/drawing/2014/main" id="{189F426A-81B3-4FD2-9353-3DC9E35366A3}"/>
              </a:ext>
            </a:extLst>
          </p:cNvPr>
          <p:cNvSpPr txBox="1"/>
          <p:nvPr/>
        </p:nvSpPr>
        <p:spPr>
          <a:xfrm>
            <a:off x="7061245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106" name="文字方塊 105">
            <a:extLst>
              <a:ext uri="{FF2B5EF4-FFF2-40B4-BE49-F238E27FC236}">
                <a16:creationId xmlns:a16="http://schemas.microsoft.com/office/drawing/2014/main" id="{CEA298C0-2557-4D57-9C59-4AFFC943DF63}"/>
              </a:ext>
            </a:extLst>
          </p:cNvPr>
          <p:cNvSpPr txBox="1"/>
          <p:nvPr/>
        </p:nvSpPr>
        <p:spPr>
          <a:xfrm>
            <a:off x="17675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0]</a:t>
            </a:r>
            <a:endParaRPr lang="zh-TW" altLang="en-US"/>
          </a:p>
        </p:txBody>
      </p:sp>
      <p:sp>
        <p:nvSpPr>
          <p:cNvPr id="107" name="文字方塊 106">
            <a:extLst>
              <a:ext uri="{FF2B5EF4-FFF2-40B4-BE49-F238E27FC236}">
                <a16:creationId xmlns:a16="http://schemas.microsoft.com/office/drawing/2014/main" id="{3158B8D6-32C1-460C-AFFD-02D5CEAB81BA}"/>
              </a:ext>
            </a:extLst>
          </p:cNvPr>
          <p:cNvSpPr txBox="1"/>
          <p:nvPr/>
        </p:nvSpPr>
        <p:spPr>
          <a:xfrm>
            <a:off x="136902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[1,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8058536B-8E48-4C19-9818-7D460D51C624}"/>
              </a:ext>
            </a:extLst>
          </p:cNvPr>
          <p:cNvSpPr txBox="1"/>
          <p:nvPr/>
        </p:nvSpPr>
        <p:spPr>
          <a:xfrm>
            <a:off x="226747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2]</a:t>
            </a:r>
            <a:endParaRPr lang="zh-TW" altLang="en-US"/>
          </a:p>
        </p:txBody>
      </p:sp>
      <p:sp>
        <p:nvSpPr>
          <p:cNvPr id="109" name="文字方塊 108">
            <a:extLst>
              <a:ext uri="{FF2B5EF4-FFF2-40B4-BE49-F238E27FC236}">
                <a16:creationId xmlns:a16="http://schemas.microsoft.com/office/drawing/2014/main" id="{872E5F28-F9F5-45F1-B92A-1557F836FB9D}"/>
              </a:ext>
            </a:extLst>
          </p:cNvPr>
          <p:cNvSpPr txBox="1"/>
          <p:nvPr/>
        </p:nvSpPr>
        <p:spPr>
          <a:xfrm>
            <a:off x="341141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[3,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540768C9-5F01-42AE-8A35-613DA1C58FBC}"/>
              </a:ext>
            </a:extLst>
          </p:cNvPr>
          <p:cNvSpPr txBox="1"/>
          <p:nvPr/>
        </p:nvSpPr>
        <p:spPr>
          <a:xfrm>
            <a:off x="424790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4]</a:t>
            </a:r>
            <a:endParaRPr lang="zh-TW" altLang="en-US"/>
          </a:p>
        </p:txBody>
      </p: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E830676A-7581-4FF2-AE95-DECA031E4559}"/>
              </a:ext>
            </a:extLst>
          </p:cNvPr>
          <p:cNvSpPr txBox="1"/>
          <p:nvPr/>
        </p:nvSpPr>
        <p:spPr>
          <a:xfrm>
            <a:off x="5409100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[5,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112" name="文字方塊 111">
            <a:extLst>
              <a:ext uri="{FF2B5EF4-FFF2-40B4-BE49-F238E27FC236}">
                <a16:creationId xmlns:a16="http://schemas.microsoft.com/office/drawing/2014/main" id="{0A544257-6186-45CB-B25B-D539CFD99473}"/>
              </a:ext>
            </a:extLst>
          </p:cNvPr>
          <p:cNvSpPr txBox="1"/>
          <p:nvPr/>
        </p:nvSpPr>
        <p:spPr>
          <a:xfrm>
            <a:off x="6339769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6]</a:t>
            </a:r>
            <a:endParaRPr lang="zh-TW" altLang="en-US"/>
          </a:p>
        </p:txBody>
      </p:sp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36D9C60F-CD8C-4600-94AE-917BB6C51199}"/>
              </a:ext>
            </a:extLst>
          </p:cNvPr>
          <p:cNvSpPr txBox="1"/>
          <p:nvPr/>
        </p:nvSpPr>
        <p:spPr>
          <a:xfrm>
            <a:off x="752358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[7,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97CA7AA8-5487-4A21-8EC5-D375BDAF63E7}"/>
              </a:ext>
            </a:extLst>
          </p:cNvPr>
          <p:cNvSpPr/>
          <p:nvPr/>
        </p:nvSpPr>
        <p:spPr bwMode="auto">
          <a:xfrm>
            <a:off x="3828233" y="1616445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6" name="表格 115">
                <a:extLst>
                  <a:ext uri="{FF2B5EF4-FFF2-40B4-BE49-F238E27FC236}">
                    <a16:creationId xmlns:a16="http://schemas.microsoft.com/office/drawing/2014/main" id="{409ED6AF-52EA-4475-ADDA-68518FDFC7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531913"/>
                  </p:ext>
                </p:extLst>
              </p:nvPr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00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00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00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00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6" name="表格 115">
                <a:extLst>
                  <a:ext uri="{FF2B5EF4-FFF2-40B4-BE49-F238E27FC236}">
                    <a16:creationId xmlns:a16="http://schemas.microsoft.com/office/drawing/2014/main" id="{409ED6AF-52EA-4475-ADDA-68518FDFC7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531913"/>
                  </p:ext>
                </p:extLst>
              </p:nvPr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592" t="-1515" r="-699408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101190" t="-1515" r="-60357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515" r="-5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515" r="-4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02381" t="-1515" r="-30238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99408" t="-1515" r="-200592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02976" t="-1515" r="-101786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98817" t="-1515" r="-1183" b="-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0" name="矩形 49">
            <a:extLst>
              <a:ext uri="{FF2B5EF4-FFF2-40B4-BE49-F238E27FC236}">
                <a16:creationId xmlns:a16="http://schemas.microsoft.com/office/drawing/2014/main" id="{08B996B3-4D17-4582-BDEB-33DC3A8FFFC3}"/>
              </a:ext>
            </a:extLst>
          </p:cNvPr>
          <p:cNvSpPr/>
          <p:nvPr/>
        </p:nvSpPr>
        <p:spPr bwMode="auto">
          <a:xfrm>
            <a:off x="1904949" y="2600610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D8D9012-36D4-4973-A109-434D02CB4709}"/>
              </a:ext>
            </a:extLst>
          </p:cNvPr>
          <p:cNvSpPr/>
          <p:nvPr/>
        </p:nvSpPr>
        <p:spPr bwMode="auto">
          <a:xfrm>
            <a:off x="769532" y="3462764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8BA6494-C648-44F9-9C9A-F0977C026371}"/>
              </a:ext>
            </a:extLst>
          </p:cNvPr>
          <p:cNvSpPr/>
          <p:nvPr/>
        </p:nvSpPr>
        <p:spPr bwMode="auto">
          <a:xfrm>
            <a:off x="3016144" y="3462764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8F6612C-411B-4F7E-8440-EF56AB898FB9}"/>
              </a:ext>
            </a:extLst>
          </p:cNvPr>
          <p:cNvSpPr/>
          <p:nvPr/>
        </p:nvSpPr>
        <p:spPr bwMode="auto">
          <a:xfrm>
            <a:off x="152137" y="5724277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FECC0BF-598F-4949-BAA5-6BA6A6D67989}"/>
              </a:ext>
            </a:extLst>
          </p:cNvPr>
          <p:cNvSpPr/>
          <p:nvPr/>
        </p:nvSpPr>
        <p:spPr bwMode="auto">
          <a:xfrm>
            <a:off x="1327606" y="5724277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FABC745D-F4DF-4467-95CC-779D1258243C}"/>
              </a:ext>
            </a:extLst>
          </p:cNvPr>
          <p:cNvSpPr/>
          <p:nvPr/>
        </p:nvSpPr>
        <p:spPr bwMode="auto">
          <a:xfrm>
            <a:off x="2292096" y="5724277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92B8142-643E-4239-BFAE-F4F46E43034F}"/>
              </a:ext>
            </a:extLst>
          </p:cNvPr>
          <p:cNvSpPr/>
          <p:nvPr/>
        </p:nvSpPr>
        <p:spPr bwMode="auto">
          <a:xfrm>
            <a:off x="3405687" y="5724277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F070CFFB-9A72-40B5-8D08-EA25AA713D87}"/>
              </a:ext>
            </a:extLst>
          </p:cNvPr>
          <p:cNvSpPr txBox="1"/>
          <p:nvPr/>
        </p:nvSpPr>
        <p:spPr>
          <a:xfrm>
            <a:off x="5099921" y="1320727"/>
            <a:ext cx="3773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可以修改 </a:t>
            </a:r>
            <a:r>
              <a:rPr lang="en-US" altLang="zh-TW"/>
              <a:t>4</a:t>
            </a:r>
            <a:r>
              <a:rPr lang="zh-TW" altLang="en-US"/>
              <a:t> 格，答案加 </a:t>
            </a:r>
            <a:r>
              <a:rPr lang="en-US" altLang="zh-TW">
                <a:solidFill>
                  <a:srgbClr val="FF0000"/>
                </a:solidFill>
              </a:rPr>
              <a:t>4</a:t>
            </a:r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331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B753616F-0324-4A25-A24A-92F5B5C5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D97EF6E-DE46-42BF-8E30-C23EC3C68EE3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25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6668F4C-F8B7-438B-9B85-CE42A765A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1"/>
            <a:ext cx="8077200" cy="2167136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>
                <a:solidFill>
                  <a:srgbClr val="3BA943"/>
                </a:solidFill>
                <a:latin typeface="Times New Roman" panose="02020603050405020304" pitchFamily="18" charset="0"/>
              </a:rPr>
              <a:t>解法範例：</a:t>
            </a:r>
            <a:r>
              <a:rPr lang="zh-TW" altLang="en-US" sz="2400">
                <a:latin typeface="Times New Roman" panose="02020603050405020304" pitchFamily="18" charset="0"/>
              </a:rPr>
              <a:t>用兩個建築物的情況說明</a:t>
            </a:r>
            <a:endParaRPr lang="en-US" altLang="zh-TW" sz="24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400">
                <a:latin typeface="Times New Roman" panose="02020603050405020304" pitchFamily="18" charset="0"/>
              </a:rPr>
              <a:t>[0, 3] : 4</a:t>
            </a:r>
          </a:p>
          <a:p>
            <a:pPr eaLnBrk="1" hangingPunct="1">
              <a:lnSpc>
                <a:spcPct val="90000"/>
              </a:lnSpc>
            </a:pPr>
            <a:r>
              <a:rPr lang="zh-TW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修改這個區間 </a:t>
            </a:r>
            <a:r>
              <a:rPr lang="en-US" altLang="zh-TW" sz="2400">
                <a:latin typeface="Times New Roman" panose="02020603050405020304" pitchFamily="18" charset="0"/>
              </a:rPr>
              <a:t>[3, 5] : 2</a:t>
            </a:r>
          </a:p>
          <a:p>
            <a:pPr eaLnBrk="1" hangingPunct="1">
              <a:lnSpc>
                <a:spcPct val="90000"/>
              </a:lnSpc>
            </a:pPr>
            <a:endParaRPr lang="zh-TW" altLang="en-US" sz="2400" b="1">
              <a:solidFill>
                <a:srgbClr val="3BA943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" name="橢圓 69">
            <a:extLst>
              <a:ext uri="{FF2B5EF4-FFF2-40B4-BE49-F238E27FC236}">
                <a16:creationId xmlns:a16="http://schemas.microsoft.com/office/drawing/2014/main" id="{EE8102ED-7845-41AA-ACFA-BE31B45614A6}"/>
              </a:ext>
            </a:extLst>
          </p:cNvPr>
          <p:cNvSpPr/>
          <p:nvPr/>
        </p:nvSpPr>
        <p:spPr bwMode="auto">
          <a:xfrm>
            <a:off x="3995936" y="2132856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71" name="橢圓 70">
            <a:extLst>
              <a:ext uri="{FF2B5EF4-FFF2-40B4-BE49-F238E27FC236}">
                <a16:creationId xmlns:a16="http://schemas.microsoft.com/office/drawing/2014/main" id="{95FA124C-B990-4727-86DA-6B11703FFD38}"/>
              </a:ext>
            </a:extLst>
          </p:cNvPr>
          <p:cNvSpPr/>
          <p:nvPr/>
        </p:nvSpPr>
        <p:spPr bwMode="auto">
          <a:xfrm>
            <a:off x="2090765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72" name="橢圓 71">
            <a:extLst>
              <a:ext uri="{FF2B5EF4-FFF2-40B4-BE49-F238E27FC236}">
                <a16:creationId xmlns:a16="http://schemas.microsoft.com/office/drawing/2014/main" id="{0230DFF3-BA1C-4F27-A4D1-D0DAD2EFF726}"/>
              </a:ext>
            </a:extLst>
          </p:cNvPr>
          <p:cNvSpPr/>
          <p:nvPr/>
        </p:nvSpPr>
        <p:spPr bwMode="auto">
          <a:xfrm>
            <a:off x="1027415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73" name="橢圓 72">
            <a:extLst>
              <a:ext uri="{FF2B5EF4-FFF2-40B4-BE49-F238E27FC236}">
                <a16:creationId xmlns:a16="http://schemas.microsoft.com/office/drawing/2014/main" id="{6C8BDB91-666F-47B8-8BBF-3DC9EA1B2FB7}"/>
              </a:ext>
            </a:extLst>
          </p:cNvPr>
          <p:cNvSpPr/>
          <p:nvPr/>
        </p:nvSpPr>
        <p:spPr bwMode="auto">
          <a:xfrm>
            <a:off x="362573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8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id="{9FC10F7D-6AA7-4D9E-BA79-9D8A1A641A0A}"/>
              </a:ext>
            </a:extLst>
          </p:cNvPr>
          <p:cNvSpPr/>
          <p:nvPr/>
        </p:nvSpPr>
        <p:spPr bwMode="auto">
          <a:xfrm>
            <a:off x="1554837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9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45802C54-6E76-4B21-B11A-DC999A702CD6}"/>
              </a:ext>
            </a:extLst>
          </p:cNvPr>
          <p:cNvSpPr/>
          <p:nvPr/>
        </p:nvSpPr>
        <p:spPr bwMode="auto">
          <a:xfrm>
            <a:off x="3069809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C495883D-BFA7-4A2B-98C5-CA47FCDB4194}"/>
              </a:ext>
            </a:extLst>
          </p:cNvPr>
          <p:cNvSpPr/>
          <p:nvPr/>
        </p:nvSpPr>
        <p:spPr bwMode="auto">
          <a:xfrm>
            <a:off x="2404967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10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504909D3-EE8D-43DB-9DF4-61B5913CE6CD}"/>
              </a:ext>
            </a:extLst>
          </p:cNvPr>
          <p:cNvSpPr/>
          <p:nvPr/>
        </p:nvSpPr>
        <p:spPr bwMode="auto">
          <a:xfrm>
            <a:off x="3597231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78" name="橢圓 77">
            <a:extLst>
              <a:ext uri="{FF2B5EF4-FFF2-40B4-BE49-F238E27FC236}">
                <a16:creationId xmlns:a16="http://schemas.microsoft.com/office/drawing/2014/main" id="{AACA66A5-0C9F-433E-8E58-AEA20857D76B}"/>
              </a:ext>
            </a:extLst>
          </p:cNvPr>
          <p:cNvSpPr/>
          <p:nvPr/>
        </p:nvSpPr>
        <p:spPr bwMode="auto">
          <a:xfrm>
            <a:off x="6153818" y="3140968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79" name="橢圓 78">
            <a:extLst>
              <a:ext uri="{FF2B5EF4-FFF2-40B4-BE49-F238E27FC236}">
                <a16:creationId xmlns:a16="http://schemas.microsoft.com/office/drawing/2014/main" id="{90F9C7BE-2DB1-459B-BFEE-59B4EE33F5C6}"/>
              </a:ext>
            </a:extLst>
          </p:cNvPr>
          <p:cNvSpPr/>
          <p:nvPr/>
        </p:nvSpPr>
        <p:spPr bwMode="auto">
          <a:xfrm>
            <a:off x="5090468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6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0" name="橢圓 79">
            <a:extLst>
              <a:ext uri="{FF2B5EF4-FFF2-40B4-BE49-F238E27FC236}">
                <a16:creationId xmlns:a16="http://schemas.microsoft.com/office/drawing/2014/main" id="{DDC4C4B3-E02C-4664-90E9-D27546FD13E5}"/>
              </a:ext>
            </a:extLst>
          </p:cNvPr>
          <p:cNvSpPr/>
          <p:nvPr/>
        </p:nvSpPr>
        <p:spPr bwMode="auto">
          <a:xfrm>
            <a:off x="4425626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1" name="橢圓 80">
            <a:extLst>
              <a:ext uri="{FF2B5EF4-FFF2-40B4-BE49-F238E27FC236}">
                <a16:creationId xmlns:a16="http://schemas.microsoft.com/office/drawing/2014/main" id="{026723B8-F5F9-4FF6-A948-07C393387D1D}"/>
              </a:ext>
            </a:extLst>
          </p:cNvPr>
          <p:cNvSpPr/>
          <p:nvPr/>
        </p:nvSpPr>
        <p:spPr bwMode="auto">
          <a:xfrm>
            <a:off x="5617890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13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2" name="橢圓 81">
            <a:extLst>
              <a:ext uri="{FF2B5EF4-FFF2-40B4-BE49-F238E27FC236}">
                <a16:creationId xmlns:a16="http://schemas.microsoft.com/office/drawing/2014/main" id="{29BD671C-6571-4A76-8D4E-7B7A209B2781}"/>
              </a:ext>
            </a:extLst>
          </p:cNvPr>
          <p:cNvSpPr/>
          <p:nvPr/>
        </p:nvSpPr>
        <p:spPr bwMode="auto">
          <a:xfrm>
            <a:off x="7132862" y="4077072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7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3" name="橢圓 82">
            <a:extLst>
              <a:ext uri="{FF2B5EF4-FFF2-40B4-BE49-F238E27FC236}">
                <a16:creationId xmlns:a16="http://schemas.microsoft.com/office/drawing/2014/main" id="{D96C781F-F4CA-496A-AF05-71DF3389D9AC}"/>
              </a:ext>
            </a:extLst>
          </p:cNvPr>
          <p:cNvSpPr/>
          <p:nvPr/>
        </p:nvSpPr>
        <p:spPr bwMode="auto">
          <a:xfrm>
            <a:off x="6468020" y="5085184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4" name="橢圓 83">
            <a:extLst>
              <a:ext uri="{FF2B5EF4-FFF2-40B4-BE49-F238E27FC236}">
                <a16:creationId xmlns:a16="http://schemas.microsoft.com/office/drawing/2014/main" id="{7D311D22-5CE3-4FFF-B35F-914C3F7772F9}"/>
              </a:ext>
            </a:extLst>
          </p:cNvPr>
          <p:cNvSpPr/>
          <p:nvPr/>
        </p:nvSpPr>
        <p:spPr bwMode="auto">
          <a:xfrm>
            <a:off x="7660284" y="5092580"/>
            <a:ext cx="576064" cy="57606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85" name="直線接點 84">
            <a:extLst>
              <a:ext uri="{FF2B5EF4-FFF2-40B4-BE49-F238E27FC236}">
                <a16:creationId xmlns:a16="http://schemas.microsoft.com/office/drawing/2014/main" id="{0D3606BB-EDF5-4861-B9A7-33EDDC766469}"/>
              </a:ext>
            </a:extLst>
          </p:cNvPr>
          <p:cNvCxnSpPr>
            <a:stCxn id="70" idx="3"/>
            <a:endCxn id="71" idx="7"/>
          </p:cNvCxnSpPr>
          <p:nvPr/>
        </p:nvCxnSpPr>
        <p:spPr bwMode="auto">
          <a:xfrm flipH="1">
            <a:off x="2582466" y="2624557"/>
            <a:ext cx="1497833" cy="60077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6" name="直線單箭頭接點 85">
            <a:extLst>
              <a:ext uri="{FF2B5EF4-FFF2-40B4-BE49-F238E27FC236}">
                <a16:creationId xmlns:a16="http://schemas.microsoft.com/office/drawing/2014/main" id="{DDD9DE3B-E02C-4C61-A2DF-4E05CDFBF655}"/>
              </a:ext>
            </a:extLst>
          </p:cNvPr>
          <p:cNvCxnSpPr>
            <a:stCxn id="70" idx="5"/>
            <a:endCxn id="78" idx="1"/>
          </p:cNvCxnSpPr>
          <p:nvPr/>
        </p:nvCxnSpPr>
        <p:spPr bwMode="auto">
          <a:xfrm>
            <a:off x="4487637" y="2624557"/>
            <a:ext cx="1750544" cy="6007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87" name="直線單箭頭接點 86">
            <a:extLst>
              <a:ext uri="{FF2B5EF4-FFF2-40B4-BE49-F238E27FC236}">
                <a16:creationId xmlns:a16="http://schemas.microsoft.com/office/drawing/2014/main" id="{D741BBD6-A29B-48FB-BCF0-B8F5C5433436}"/>
              </a:ext>
            </a:extLst>
          </p:cNvPr>
          <p:cNvCxnSpPr>
            <a:stCxn id="71" idx="3"/>
            <a:endCxn id="72" idx="7"/>
          </p:cNvCxnSpPr>
          <p:nvPr/>
        </p:nvCxnSpPr>
        <p:spPr bwMode="auto">
          <a:xfrm flipH="1">
            <a:off x="1519116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88" name="直線單箭頭接點 87">
            <a:extLst>
              <a:ext uri="{FF2B5EF4-FFF2-40B4-BE49-F238E27FC236}">
                <a16:creationId xmlns:a16="http://schemas.microsoft.com/office/drawing/2014/main" id="{461BC976-6221-49C4-AAF4-BDCEBD77992A}"/>
              </a:ext>
            </a:extLst>
          </p:cNvPr>
          <p:cNvCxnSpPr>
            <a:stCxn id="71" idx="5"/>
            <a:endCxn id="75" idx="1"/>
          </p:cNvCxnSpPr>
          <p:nvPr/>
        </p:nvCxnSpPr>
        <p:spPr bwMode="auto">
          <a:xfrm>
            <a:off x="2582466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89" name="直線單箭頭接點 88">
            <a:extLst>
              <a:ext uri="{FF2B5EF4-FFF2-40B4-BE49-F238E27FC236}">
                <a16:creationId xmlns:a16="http://schemas.microsoft.com/office/drawing/2014/main" id="{F6C4CAFA-7CDF-4378-9524-5251B60A8010}"/>
              </a:ext>
            </a:extLst>
          </p:cNvPr>
          <p:cNvCxnSpPr>
            <a:stCxn id="78" idx="3"/>
            <a:endCxn id="79" idx="7"/>
          </p:cNvCxnSpPr>
          <p:nvPr/>
        </p:nvCxnSpPr>
        <p:spPr bwMode="auto">
          <a:xfrm flipH="1">
            <a:off x="5582169" y="3632669"/>
            <a:ext cx="656012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90" name="直線單箭頭接點 89">
            <a:extLst>
              <a:ext uri="{FF2B5EF4-FFF2-40B4-BE49-F238E27FC236}">
                <a16:creationId xmlns:a16="http://schemas.microsoft.com/office/drawing/2014/main" id="{9DE127DD-9056-428A-94DC-BC13F7DB4D42}"/>
              </a:ext>
            </a:extLst>
          </p:cNvPr>
          <p:cNvCxnSpPr>
            <a:stCxn id="78" idx="5"/>
            <a:endCxn id="82" idx="1"/>
          </p:cNvCxnSpPr>
          <p:nvPr/>
        </p:nvCxnSpPr>
        <p:spPr bwMode="auto">
          <a:xfrm>
            <a:off x="6645519" y="3632669"/>
            <a:ext cx="571706" cy="5287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91" name="直線單箭頭接點 90">
            <a:extLst>
              <a:ext uri="{FF2B5EF4-FFF2-40B4-BE49-F238E27FC236}">
                <a16:creationId xmlns:a16="http://schemas.microsoft.com/office/drawing/2014/main" id="{66F564A6-FF62-4594-80A4-C0DCBC21DAF7}"/>
              </a:ext>
            </a:extLst>
          </p:cNvPr>
          <p:cNvCxnSpPr>
            <a:stCxn id="72" idx="3"/>
            <a:endCxn id="73" idx="0"/>
          </p:cNvCxnSpPr>
          <p:nvPr/>
        </p:nvCxnSpPr>
        <p:spPr bwMode="auto">
          <a:xfrm flipH="1">
            <a:off x="650605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92" name="直線單箭頭接點 91">
            <a:extLst>
              <a:ext uri="{FF2B5EF4-FFF2-40B4-BE49-F238E27FC236}">
                <a16:creationId xmlns:a16="http://schemas.microsoft.com/office/drawing/2014/main" id="{CCE75A73-42B3-48F1-A3CE-3E581A72BD05}"/>
              </a:ext>
            </a:extLst>
          </p:cNvPr>
          <p:cNvCxnSpPr>
            <a:stCxn id="72" idx="5"/>
            <a:endCxn id="74" idx="0"/>
          </p:cNvCxnSpPr>
          <p:nvPr/>
        </p:nvCxnSpPr>
        <p:spPr bwMode="auto">
          <a:xfrm>
            <a:off x="1519116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93" name="直線單箭頭接點 92">
            <a:extLst>
              <a:ext uri="{FF2B5EF4-FFF2-40B4-BE49-F238E27FC236}">
                <a16:creationId xmlns:a16="http://schemas.microsoft.com/office/drawing/2014/main" id="{FBAB15D5-F8BE-4A52-BC69-880F11098E85}"/>
              </a:ext>
            </a:extLst>
          </p:cNvPr>
          <p:cNvCxnSpPr>
            <a:stCxn id="75" idx="3"/>
            <a:endCxn id="76" idx="0"/>
          </p:cNvCxnSpPr>
          <p:nvPr/>
        </p:nvCxnSpPr>
        <p:spPr bwMode="auto">
          <a:xfrm flipH="1">
            <a:off x="2692999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94" name="直線單箭頭接點 93">
            <a:extLst>
              <a:ext uri="{FF2B5EF4-FFF2-40B4-BE49-F238E27FC236}">
                <a16:creationId xmlns:a16="http://schemas.microsoft.com/office/drawing/2014/main" id="{9A775C9A-ECE1-4E4F-8873-32948CD7076E}"/>
              </a:ext>
            </a:extLst>
          </p:cNvPr>
          <p:cNvCxnSpPr>
            <a:stCxn id="75" idx="5"/>
            <a:endCxn id="77" idx="0"/>
          </p:cNvCxnSpPr>
          <p:nvPr/>
        </p:nvCxnSpPr>
        <p:spPr bwMode="auto">
          <a:xfrm>
            <a:off x="3561510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95" name="直線單箭頭接點 94">
            <a:extLst>
              <a:ext uri="{FF2B5EF4-FFF2-40B4-BE49-F238E27FC236}">
                <a16:creationId xmlns:a16="http://schemas.microsoft.com/office/drawing/2014/main" id="{D96D71F8-0CF4-4165-8423-0EE8FE659DA5}"/>
              </a:ext>
            </a:extLst>
          </p:cNvPr>
          <p:cNvCxnSpPr>
            <a:stCxn id="79" idx="3"/>
            <a:endCxn id="80" idx="0"/>
          </p:cNvCxnSpPr>
          <p:nvPr/>
        </p:nvCxnSpPr>
        <p:spPr bwMode="auto">
          <a:xfrm flipH="1">
            <a:off x="4713658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96" name="直線單箭頭接點 95">
            <a:extLst>
              <a:ext uri="{FF2B5EF4-FFF2-40B4-BE49-F238E27FC236}">
                <a16:creationId xmlns:a16="http://schemas.microsoft.com/office/drawing/2014/main" id="{231895BF-C991-4D34-9AD0-3024904BD630}"/>
              </a:ext>
            </a:extLst>
          </p:cNvPr>
          <p:cNvCxnSpPr>
            <a:stCxn id="79" idx="5"/>
            <a:endCxn id="81" idx="0"/>
          </p:cNvCxnSpPr>
          <p:nvPr/>
        </p:nvCxnSpPr>
        <p:spPr bwMode="auto">
          <a:xfrm>
            <a:off x="5582169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97" name="直線單箭頭接點 96">
            <a:extLst>
              <a:ext uri="{FF2B5EF4-FFF2-40B4-BE49-F238E27FC236}">
                <a16:creationId xmlns:a16="http://schemas.microsoft.com/office/drawing/2014/main" id="{4E3A189E-F842-4639-A27C-4C0C8C7B6F61}"/>
              </a:ext>
            </a:extLst>
          </p:cNvPr>
          <p:cNvCxnSpPr>
            <a:stCxn id="82" idx="3"/>
            <a:endCxn id="83" idx="0"/>
          </p:cNvCxnSpPr>
          <p:nvPr/>
        </p:nvCxnSpPr>
        <p:spPr bwMode="auto">
          <a:xfrm flipH="1">
            <a:off x="6756052" y="4568773"/>
            <a:ext cx="461173" cy="516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98" name="直線單箭頭接點 97">
            <a:extLst>
              <a:ext uri="{FF2B5EF4-FFF2-40B4-BE49-F238E27FC236}">
                <a16:creationId xmlns:a16="http://schemas.microsoft.com/office/drawing/2014/main" id="{3697C7EB-BE79-4DEE-A0E2-4D37DFA9C892}"/>
              </a:ext>
            </a:extLst>
          </p:cNvPr>
          <p:cNvCxnSpPr>
            <a:stCxn id="82" idx="5"/>
            <a:endCxn id="84" idx="0"/>
          </p:cNvCxnSpPr>
          <p:nvPr/>
        </p:nvCxnSpPr>
        <p:spPr bwMode="auto">
          <a:xfrm>
            <a:off x="7624563" y="4568773"/>
            <a:ext cx="323753" cy="5238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B2E044D0-928F-48C5-BEC7-8CD8073F5CC0}"/>
              </a:ext>
            </a:extLst>
          </p:cNvPr>
          <p:cNvSpPr txBox="1"/>
          <p:nvPr/>
        </p:nvSpPr>
        <p:spPr>
          <a:xfrm>
            <a:off x="3828233" y="1616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B8F8471E-7D87-4671-8075-E8967DB4337E}"/>
              </a:ext>
            </a:extLst>
          </p:cNvPr>
          <p:cNvSpPr txBox="1"/>
          <p:nvPr/>
        </p:nvSpPr>
        <p:spPr>
          <a:xfrm>
            <a:off x="5985470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4209AACB-BB28-4983-AF28-797A62254FB4}"/>
              </a:ext>
            </a:extLst>
          </p:cNvPr>
          <p:cNvSpPr txBox="1"/>
          <p:nvPr/>
        </p:nvSpPr>
        <p:spPr>
          <a:xfrm>
            <a:off x="1920624" y="25709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DD979F5B-560A-41D9-9775-AB4BF536F871}"/>
              </a:ext>
            </a:extLst>
          </p:cNvPr>
          <p:cNvSpPr txBox="1"/>
          <p:nvPr/>
        </p:nvSpPr>
        <p:spPr>
          <a:xfrm>
            <a:off x="769532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103" name="文字方塊 102">
            <a:extLst>
              <a:ext uri="{FF2B5EF4-FFF2-40B4-BE49-F238E27FC236}">
                <a16:creationId xmlns:a16="http://schemas.microsoft.com/office/drawing/2014/main" id="{744D0EAF-F5EC-4BC1-974B-0399ED014529}"/>
              </a:ext>
            </a:extLst>
          </p:cNvPr>
          <p:cNvSpPr txBox="1"/>
          <p:nvPr/>
        </p:nvSpPr>
        <p:spPr>
          <a:xfrm>
            <a:off x="2970927" y="3453445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BC4E1004-AD41-4226-96F3-77DB42641E25}"/>
              </a:ext>
            </a:extLst>
          </p:cNvPr>
          <p:cNvSpPr txBox="1"/>
          <p:nvPr/>
        </p:nvSpPr>
        <p:spPr>
          <a:xfrm>
            <a:off x="4796350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105" name="文字方塊 104">
            <a:extLst>
              <a:ext uri="{FF2B5EF4-FFF2-40B4-BE49-F238E27FC236}">
                <a16:creationId xmlns:a16="http://schemas.microsoft.com/office/drawing/2014/main" id="{189F426A-81B3-4FD2-9353-3DC9E35366A3}"/>
              </a:ext>
            </a:extLst>
          </p:cNvPr>
          <p:cNvSpPr txBox="1"/>
          <p:nvPr/>
        </p:nvSpPr>
        <p:spPr>
          <a:xfrm>
            <a:off x="7061245" y="3486199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106" name="文字方塊 105">
            <a:extLst>
              <a:ext uri="{FF2B5EF4-FFF2-40B4-BE49-F238E27FC236}">
                <a16:creationId xmlns:a16="http://schemas.microsoft.com/office/drawing/2014/main" id="{CEA298C0-2557-4D57-9C59-4AFFC943DF63}"/>
              </a:ext>
            </a:extLst>
          </p:cNvPr>
          <p:cNvSpPr txBox="1"/>
          <p:nvPr/>
        </p:nvSpPr>
        <p:spPr>
          <a:xfrm>
            <a:off x="17675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0]</a:t>
            </a:r>
            <a:endParaRPr lang="zh-TW" altLang="en-US"/>
          </a:p>
        </p:txBody>
      </p:sp>
      <p:sp>
        <p:nvSpPr>
          <p:cNvPr id="107" name="文字方塊 106">
            <a:extLst>
              <a:ext uri="{FF2B5EF4-FFF2-40B4-BE49-F238E27FC236}">
                <a16:creationId xmlns:a16="http://schemas.microsoft.com/office/drawing/2014/main" id="{3158B8D6-32C1-460C-AFFD-02D5CEAB81BA}"/>
              </a:ext>
            </a:extLst>
          </p:cNvPr>
          <p:cNvSpPr txBox="1"/>
          <p:nvPr/>
        </p:nvSpPr>
        <p:spPr>
          <a:xfrm>
            <a:off x="136902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[1,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8058536B-8E48-4C19-9818-7D460D51C624}"/>
              </a:ext>
            </a:extLst>
          </p:cNvPr>
          <p:cNvSpPr txBox="1"/>
          <p:nvPr/>
        </p:nvSpPr>
        <p:spPr>
          <a:xfrm>
            <a:off x="226747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2]</a:t>
            </a:r>
            <a:endParaRPr lang="zh-TW" altLang="en-US"/>
          </a:p>
        </p:txBody>
      </p:sp>
      <p:sp>
        <p:nvSpPr>
          <p:cNvPr id="109" name="文字方塊 108">
            <a:extLst>
              <a:ext uri="{FF2B5EF4-FFF2-40B4-BE49-F238E27FC236}">
                <a16:creationId xmlns:a16="http://schemas.microsoft.com/office/drawing/2014/main" id="{872E5F28-F9F5-45F1-B92A-1557F836FB9D}"/>
              </a:ext>
            </a:extLst>
          </p:cNvPr>
          <p:cNvSpPr txBox="1"/>
          <p:nvPr/>
        </p:nvSpPr>
        <p:spPr>
          <a:xfrm>
            <a:off x="3411415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[3,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540768C9-5F01-42AE-8A35-613DA1C58FBC}"/>
              </a:ext>
            </a:extLst>
          </p:cNvPr>
          <p:cNvSpPr txBox="1"/>
          <p:nvPr/>
        </p:nvSpPr>
        <p:spPr>
          <a:xfrm>
            <a:off x="4247901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[4,</a:t>
            </a:r>
            <a:r>
              <a:rPr lang="zh-TW" altLang="en-US"/>
              <a:t> </a:t>
            </a:r>
            <a:r>
              <a:rPr lang="en-US" altLang="zh-TW"/>
              <a:t>4]</a:t>
            </a:r>
            <a:endParaRPr lang="zh-TW" altLang="en-US"/>
          </a:p>
        </p:txBody>
      </p: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E830676A-7581-4FF2-AE95-DECA031E4559}"/>
              </a:ext>
            </a:extLst>
          </p:cNvPr>
          <p:cNvSpPr txBox="1"/>
          <p:nvPr/>
        </p:nvSpPr>
        <p:spPr>
          <a:xfrm>
            <a:off x="5409100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[5,</a:t>
            </a:r>
            <a:r>
              <a:rPr lang="zh-TW" altLang="en-US"/>
              <a:t> </a:t>
            </a:r>
            <a:r>
              <a:rPr lang="en-US" altLang="zh-TW"/>
              <a:t>5]</a:t>
            </a:r>
            <a:endParaRPr lang="zh-TW" altLang="en-US"/>
          </a:p>
        </p:txBody>
      </p:sp>
      <p:sp>
        <p:nvSpPr>
          <p:cNvPr id="112" name="文字方塊 111">
            <a:extLst>
              <a:ext uri="{FF2B5EF4-FFF2-40B4-BE49-F238E27FC236}">
                <a16:creationId xmlns:a16="http://schemas.microsoft.com/office/drawing/2014/main" id="{0A544257-6186-45CB-B25B-D539CFD99473}"/>
              </a:ext>
            </a:extLst>
          </p:cNvPr>
          <p:cNvSpPr txBox="1"/>
          <p:nvPr/>
        </p:nvSpPr>
        <p:spPr>
          <a:xfrm>
            <a:off x="6339769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[6,</a:t>
            </a:r>
            <a:r>
              <a:rPr lang="zh-TW" altLang="en-US"/>
              <a:t> </a:t>
            </a:r>
            <a:r>
              <a:rPr lang="en-US" altLang="zh-TW"/>
              <a:t>6]</a:t>
            </a:r>
            <a:endParaRPr lang="zh-TW" altLang="en-US"/>
          </a:p>
        </p:txBody>
      </p:sp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36D9C60F-CD8C-4600-94AE-917BB6C51199}"/>
              </a:ext>
            </a:extLst>
          </p:cNvPr>
          <p:cNvSpPr txBox="1"/>
          <p:nvPr/>
        </p:nvSpPr>
        <p:spPr>
          <a:xfrm>
            <a:off x="7523587" y="5694660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[7,</a:t>
            </a:r>
            <a:r>
              <a:rPr lang="zh-TW" altLang="en-US"/>
              <a:t> </a:t>
            </a:r>
            <a:r>
              <a:rPr lang="en-US" altLang="zh-TW"/>
              <a:t>7]</a:t>
            </a:r>
            <a:endParaRPr lang="zh-TW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97CA7AA8-5487-4A21-8EC5-D375BDAF63E7}"/>
              </a:ext>
            </a:extLst>
          </p:cNvPr>
          <p:cNvSpPr/>
          <p:nvPr/>
        </p:nvSpPr>
        <p:spPr bwMode="auto">
          <a:xfrm>
            <a:off x="3828233" y="1616445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6" name="表格 115">
                <a:extLst>
                  <a:ext uri="{FF2B5EF4-FFF2-40B4-BE49-F238E27FC236}">
                    <a16:creationId xmlns:a16="http://schemas.microsoft.com/office/drawing/2014/main" id="{409ED6AF-52EA-4475-ADDA-68518FDFC7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5650748"/>
                  </p:ext>
                </p:extLst>
              </p:nvPr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TW" altLang="en-US" sz="200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TW" altLang="en-US" sz="200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6" name="表格 115">
                <a:extLst>
                  <a:ext uri="{FF2B5EF4-FFF2-40B4-BE49-F238E27FC236}">
                    <a16:creationId xmlns:a16="http://schemas.microsoft.com/office/drawing/2014/main" id="{409ED6AF-52EA-4475-ADDA-68518FDFC7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5650748"/>
                  </p:ext>
                </p:extLst>
              </p:nvPr>
            </p:nvGraphicFramePr>
            <p:xfrm>
              <a:off x="238440" y="6158477"/>
              <a:ext cx="8219760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7470">
                      <a:extLst>
                        <a:ext uri="{9D8B030D-6E8A-4147-A177-3AD203B41FA5}">
                          <a16:colId xmlns:a16="http://schemas.microsoft.com/office/drawing/2014/main" val="126747653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502794453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3968065750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472773314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2723415966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610973862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035542755"/>
                        </a:ext>
                      </a:extLst>
                    </a:gridCol>
                    <a:gridCol w="1027470">
                      <a:extLst>
                        <a:ext uri="{9D8B030D-6E8A-4147-A177-3AD203B41FA5}">
                          <a16:colId xmlns:a16="http://schemas.microsoft.com/office/drawing/2014/main" val="116198641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592" t="-1515" r="-699408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101190" t="-1515" r="-60357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515" r="-5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515" r="-40000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02381" t="-1515" r="-30238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99408" t="-1515" r="-200592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02976" t="-1515" r="-101786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698817" t="-1515" r="-1183" b="-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9858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0" name="矩形 49">
            <a:extLst>
              <a:ext uri="{FF2B5EF4-FFF2-40B4-BE49-F238E27FC236}">
                <a16:creationId xmlns:a16="http://schemas.microsoft.com/office/drawing/2014/main" id="{08B996B3-4D17-4582-BDEB-33DC3A8FFFC3}"/>
              </a:ext>
            </a:extLst>
          </p:cNvPr>
          <p:cNvSpPr/>
          <p:nvPr/>
        </p:nvSpPr>
        <p:spPr bwMode="auto">
          <a:xfrm>
            <a:off x="1904949" y="2600610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8BA6494-C648-44F9-9C9A-F0977C026371}"/>
              </a:ext>
            </a:extLst>
          </p:cNvPr>
          <p:cNvSpPr/>
          <p:nvPr/>
        </p:nvSpPr>
        <p:spPr bwMode="auto">
          <a:xfrm>
            <a:off x="3016144" y="3462764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92B8142-643E-4239-BFAE-F4F46E43034F}"/>
              </a:ext>
            </a:extLst>
          </p:cNvPr>
          <p:cNvSpPr/>
          <p:nvPr/>
        </p:nvSpPr>
        <p:spPr bwMode="auto">
          <a:xfrm>
            <a:off x="6009407" y="2578335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F070CFFB-9A72-40B5-8D08-EA25AA713D87}"/>
              </a:ext>
            </a:extLst>
          </p:cNvPr>
          <p:cNvSpPr txBox="1"/>
          <p:nvPr/>
        </p:nvSpPr>
        <p:spPr>
          <a:xfrm>
            <a:off x="5099921" y="1320727"/>
            <a:ext cx="3773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可以修改 </a:t>
            </a:r>
            <a:r>
              <a:rPr lang="en-US" altLang="zh-TW"/>
              <a:t>2</a:t>
            </a:r>
            <a:r>
              <a:rPr lang="zh-TW" altLang="en-US"/>
              <a:t> 格，答案加 </a:t>
            </a:r>
            <a:r>
              <a:rPr lang="en-US" altLang="zh-TW">
                <a:solidFill>
                  <a:srgbClr val="FF0000"/>
                </a:solidFill>
              </a:rPr>
              <a:t>2</a:t>
            </a:r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24EBDE1-089E-43AB-8149-D7F4FA36324D}"/>
              </a:ext>
            </a:extLst>
          </p:cNvPr>
          <p:cNvSpPr/>
          <p:nvPr/>
        </p:nvSpPr>
        <p:spPr bwMode="auto">
          <a:xfrm>
            <a:off x="4789617" y="3502768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166FD9E-4A29-4216-8642-A0EAD5018357}"/>
              </a:ext>
            </a:extLst>
          </p:cNvPr>
          <p:cNvSpPr/>
          <p:nvPr/>
        </p:nvSpPr>
        <p:spPr bwMode="auto">
          <a:xfrm>
            <a:off x="3393310" y="5692508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36A30209-D990-43D1-B46F-EBD2D11703EC}"/>
              </a:ext>
            </a:extLst>
          </p:cNvPr>
          <p:cNvSpPr/>
          <p:nvPr/>
        </p:nvSpPr>
        <p:spPr bwMode="auto">
          <a:xfrm>
            <a:off x="4247900" y="5692508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69631A69-06B5-43EE-AF54-C8709F8C4E15}"/>
              </a:ext>
            </a:extLst>
          </p:cNvPr>
          <p:cNvSpPr/>
          <p:nvPr/>
        </p:nvSpPr>
        <p:spPr bwMode="auto">
          <a:xfrm>
            <a:off x="5417599" y="5692508"/>
            <a:ext cx="947695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483767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B753616F-0324-4A25-A24A-92F5B5C5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D97EF6E-DE46-42BF-8E30-C23EC3C68EE3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26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6668F4C-F8B7-438B-9B85-CE42A765A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1"/>
            <a:ext cx="8077200" cy="2167136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>
                <a:solidFill>
                  <a:srgbClr val="3BA943"/>
                </a:solidFill>
                <a:latin typeface="Times New Roman" panose="02020603050405020304" pitchFamily="18" charset="0"/>
              </a:rPr>
              <a:t>解法範例：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無</a:t>
            </a:r>
            <a:endParaRPr lang="zh-TW" altLang="en-US" sz="2400" b="1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 b="1">
                <a:solidFill>
                  <a:srgbClr val="3BA943"/>
                </a:solidFill>
                <a:latin typeface="Times New Roman" panose="02020603050405020304" pitchFamily="18" charset="0"/>
              </a:rPr>
              <a:t>討論：</a:t>
            </a:r>
            <a:r>
              <a:rPr lang="zh-TW" altLang="en-US" sz="2400">
                <a:latin typeface="Times New Roman" panose="02020603050405020304" pitchFamily="18" charset="0"/>
              </a:rPr>
              <a:t>因為更新的時候如果將每個</a:t>
            </a:r>
            <a:r>
              <a:rPr lang="en-US" altLang="zh-TW" sz="2400">
                <a:latin typeface="Times New Roman" panose="02020603050405020304" pitchFamily="18" charset="0"/>
              </a:rPr>
              <a:t>[l,</a:t>
            </a:r>
            <a:r>
              <a:rPr lang="zh-TW" altLang="en-US" sz="2400">
                <a:latin typeface="Times New Roman" panose="02020603050405020304" pitchFamily="18" charset="0"/>
              </a:rPr>
              <a:t> </a:t>
            </a:r>
            <a:r>
              <a:rPr lang="en-US" altLang="zh-TW" sz="2400">
                <a:latin typeface="Times New Roman" panose="02020603050405020304" pitchFamily="18" charset="0"/>
              </a:rPr>
              <a:t>r]</a:t>
            </a:r>
            <a:r>
              <a:rPr lang="zh-TW" altLang="en-US" sz="2400">
                <a:latin typeface="Times New Roman" panose="02020603050405020304" pitchFamily="18" charset="0"/>
              </a:rPr>
              <a:t>之間的所有數值更新，這樣會增加修改的時間，可以在線段樹新增一個標記，判斷節點是否有更新過，如果沒有的話，就不用在往下進行更新。</a:t>
            </a:r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8D79BC31-C5B9-46A7-B311-20AE97BE396D}"/>
              </a:ext>
            </a:extLst>
          </p:cNvPr>
          <p:cNvSpPr/>
          <p:nvPr/>
        </p:nvSpPr>
        <p:spPr bwMode="auto">
          <a:xfrm>
            <a:off x="4764446" y="3429000"/>
            <a:ext cx="457086" cy="45708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62B21BA4-9DB4-4624-AAE5-AC047577C29C}"/>
              </a:ext>
            </a:extLst>
          </p:cNvPr>
          <p:cNvSpPr/>
          <p:nvPr/>
        </p:nvSpPr>
        <p:spPr bwMode="auto">
          <a:xfrm>
            <a:off x="3920717" y="4171764"/>
            <a:ext cx="457086" cy="45708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6BBF56D7-F52D-4976-B77F-22E7A6277200}"/>
              </a:ext>
            </a:extLst>
          </p:cNvPr>
          <p:cNvSpPr/>
          <p:nvPr/>
        </p:nvSpPr>
        <p:spPr bwMode="auto">
          <a:xfrm>
            <a:off x="3393189" y="4971664"/>
            <a:ext cx="457086" cy="45708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8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46A7E289-51E2-44BA-A058-6C1DD386616A}"/>
              </a:ext>
            </a:extLst>
          </p:cNvPr>
          <p:cNvSpPr/>
          <p:nvPr/>
        </p:nvSpPr>
        <p:spPr bwMode="auto">
          <a:xfrm>
            <a:off x="4339207" y="4977532"/>
            <a:ext cx="457086" cy="45708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9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8E8F9231-5A4F-4192-AA56-1DCDB71F23E9}"/>
              </a:ext>
            </a:extLst>
          </p:cNvPr>
          <p:cNvSpPr/>
          <p:nvPr/>
        </p:nvSpPr>
        <p:spPr bwMode="auto">
          <a:xfrm>
            <a:off x="5541282" y="4171764"/>
            <a:ext cx="457086" cy="45708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5FE734A5-C561-40F8-AB72-9709078DA4AB}"/>
              </a:ext>
            </a:extLst>
          </p:cNvPr>
          <p:cNvSpPr/>
          <p:nvPr/>
        </p:nvSpPr>
        <p:spPr bwMode="auto">
          <a:xfrm>
            <a:off x="5013754" y="4971664"/>
            <a:ext cx="457086" cy="45708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10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54" name="橢圓 53">
            <a:extLst>
              <a:ext uri="{FF2B5EF4-FFF2-40B4-BE49-F238E27FC236}">
                <a16:creationId xmlns:a16="http://schemas.microsoft.com/office/drawing/2014/main" id="{3B534838-FCED-4CE6-BC6D-D82B1B41D416}"/>
              </a:ext>
            </a:extLst>
          </p:cNvPr>
          <p:cNvSpPr/>
          <p:nvPr/>
        </p:nvSpPr>
        <p:spPr bwMode="auto">
          <a:xfrm>
            <a:off x="5959772" y="4977532"/>
            <a:ext cx="457086" cy="45708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261FEB93-CA59-4681-81D0-0F9D8864E901}"/>
              </a:ext>
            </a:extLst>
          </p:cNvPr>
          <p:cNvCxnSpPr>
            <a:stCxn id="48" idx="3"/>
            <a:endCxn id="49" idx="7"/>
          </p:cNvCxnSpPr>
          <p:nvPr/>
        </p:nvCxnSpPr>
        <p:spPr bwMode="auto">
          <a:xfrm flipH="1">
            <a:off x="4310864" y="3819146"/>
            <a:ext cx="520522" cy="4195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47FA5136-F887-4CC4-9ED5-C364CC8DFDC0}"/>
              </a:ext>
            </a:extLst>
          </p:cNvPr>
          <p:cNvCxnSpPr>
            <a:stCxn id="48" idx="5"/>
            <a:endCxn id="52" idx="1"/>
          </p:cNvCxnSpPr>
          <p:nvPr/>
        </p:nvCxnSpPr>
        <p:spPr bwMode="auto">
          <a:xfrm>
            <a:off x="5154593" y="3819146"/>
            <a:ext cx="453628" cy="4195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58" name="直線單箭頭接點 57">
            <a:extLst>
              <a:ext uri="{FF2B5EF4-FFF2-40B4-BE49-F238E27FC236}">
                <a16:creationId xmlns:a16="http://schemas.microsoft.com/office/drawing/2014/main" id="{E92B51AD-E953-46EE-9A39-9F53802A33AB}"/>
              </a:ext>
            </a:extLst>
          </p:cNvPr>
          <p:cNvCxnSpPr>
            <a:stCxn id="49" idx="3"/>
            <a:endCxn id="50" idx="0"/>
          </p:cNvCxnSpPr>
          <p:nvPr/>
        </p:nvCxnSpPr>
        <p:spPr bwMode="auto">
          <a:xfrm flipH="1">
            <a:off x="3621732" y="4561911"/>
            <a:ext cx="365924" cy="4097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59" name="直線單箭頭接點 58">
            <a:extLst>
              <a:ext uri="{FF2B5EF4-FFF2-40B4-BE49-F238E27FC236}">
                <a16:creationId xmlns:a16="http://schemas.microsoft.com/office/drawing/2014/main" id="{90ABA7D1-0C80-4FBF-87C2-DE7ADF08D4E9}"/>
              </a:ext>
            </a:extLst>
          </p:cNvPr>
          <p:cNvCxnSpPr>
            <a:stCxn id="49" idx="5"/>
            <a:endCxn id="51" idx="0"/>
          </p:cNvCxnSpPr>
          <p:nvPr/>
        </p:nvCxnSpPr>
        <p:spPr bwMode="auto">
          <a:xfrm>
            <a:off x="4310864" y="4561911"/>
            <a:ext cx="256886" cy="41562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60" name="直線單箭頭接點 59">
            <a:extLst>
              <a:ext uri="{FF2B5EF4-FFF2-40B4-BE49-F238E27FC236}">
                <a16:creationId xmlns:a16="http://schemas.microsoft.com/office/drawing/2014/main" id="{1AAA39B7-8E00-4BB0-9CEB-895B59B297C9}"/>
              </a:ext>
            </a:extLst>
          </p:cNvPr>
          <p:cNvCxnSpPr>
            <a:stCxn id="52" idx="3"/>
            <a:endCxn id="53" idx="0"/>
          </p:cNvCxnSpPr>
          <p:nvPr/>
        </p:nvCxnSpPr>
        <p:spPr bwMode="auto">
          <a:xfrm flipH="1">
            <a:off x="5242297" y="4561911"/>
            <a:ext cx="365924" cy="4097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61" name="直線單箭頭接點 60">
            <a:extLst>
              <a:ext uri="{FF2B5EF4-FFF2-40B4-BE49-F238E27FC236}">
                <a16:creationId xmlns:a16="http://schemas.microsoft.com/office/drawing/2014/main" id="{04E6EAB3-55FE-4234-8FB2-D2D7500D8162}"/>
              </a:ext>
            </a:extLst>
          </p:cNvPr>
          <p:cNvCxnSpPr>
            <a:stCxn id="52" idx="5"/>
            <a:endCxn id="54" idx="0"/>
          </p:cNvCxnSpPr>
          <p:nvPr/>
        </p:nvCxnSpPr>
        <p:spPr bwMode="auto">
          <a:xfrm>
            <a:off x="5931429" y="4561911"/>
            <a:ext cx="256886" cy="41562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8AC8584C-A3E7-4E23-86AC-BE53C6DBCAEA}"/>
              </a:ext>
            </a:extLst>
          </p:cNvPr>
          <p:cNvSpPr txBox="1"/>
          <p:nvPr/>
        </p:nvSpPr>
        <p:spPr>
          <a:xfrm>
            <a:off x="4567749" y="2976719"/>
            <a:ext cx="751961" cy="366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D20E45C5-A3A1-4C42-A378-5750B75CD10D}"/>
              </a:ext>
            </a:extLst>
          </p:cNvPr>
          <p:cNvSpPr txBox="1"/>
          <p:nvPr/>
        </p:nvSpPr>
        <p:spPr>
          <a:xfrm>
            <a:off x="3716096" y="3676939"/>
            <a:ext cx="751961" cy="366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6BC54CB8-D54E-457A-82F2-EBF8F04322E9}"/>
              </a:ext>
            </a:extLst>
          </p:cNvPr>
          <p:cNvSpPr txBox="1"/>
          <p:nvPr/>
        </p:nvSpPr>
        <p:spPr>
          <a:xfrm>
            <a:off x="5462823" y="3676939"/>
            <a:ext cx="751961" cy="366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30CF1BD9-3A6E-4067-8138-14A4A8A024B7}"/>
              </a:ext>
            </a:extLst>
          </p:cNvPr>
          <p:cNvSpPr txBox="1"/>
          <p:nvPr/>
        </p:nvSpPr>
        <p:spPr>
          <a:xfrm>
            <a:off x="3245751" y="5455261"/>
            <a:ext cx="751961" cy="366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0]</a:t>
            </a:r>
            <a:endParaRPr lang="zh-TW" altLang="en-US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4DFD529E-BF7F-4E2E-AC89-4884E7D89B64}"/>
              </a:ext>
            </a:extLst>
          </p:cNvPr>
          <p:cNvSpPr txBox="1"/>
          <p:nvPr/>
        </p:nvSpPr>
        <p:spPr>
          <a:xfrm>
            <a:off x="4191769" y="5455261"/>
            <a:ext cx="751961" cy="366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[1,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526AA961-B43D-494B-BE04-AC6D78A0CE9D}"/>
              </a:ext>
            </a:extLst>
          </p:cNvPr>
          <p:cNvSpPr txBox="1"/>
          <p:nvPr/>
        </p:nvSpPr>
        <p:spPr>
          <a:xfrm>
            <a:off x="4904659" y="5455261"/>
            <a:ext cx="751961" cy="366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2]</a:t>
            </a:r>
            <a:endParaRPr lang="zh-TW" altLang="en-US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6BEA4727-58A6-46BC-AFEA-E70944966CCD}"/>
              </a:ext>
            </a:extLst>
          </p:cNvPr>
          <p:cNvSpPr txBox="1"/>
          <p:nvPr/>
        </p:nvSpPr>
        <p:spPr>
          <a:xfrm>
            <a:off x="5812334" y="5455261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[3,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776A7C0B-A410-4BE2-A8A9-FEB50D8ECC80}"/>
              </a:ext>
            </a:extLst>
          </p:cNvPr>
          <p:cNvSpPr txBox="1"/>
          <p:nvPr/>
        </p:nvSpPr>
        <p:spPr>
          <a:xfrm>
            <a:off x="229284" y="3137192"/>
            <a:ext cx="26468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/>
              <a:t>原本的樹</a:t>
            </a:r>
            <a:endParaRPr lang="en-US" altLang="zh-TW"/>
          </a:p>
          <a:p>
            <a:r>
              <a:rPr lang="zh-TW" altLang="en-US"/>
              <a:t>綠色表示未更新過</a:t>
            </a:r>
            <a:endParaRPr lang="en-US" altLang="zh-TW"/>
          </a:p>
          <a:p>
            <a:r>
              <a:rPr lang="zh-TW" altLang="en-US"/>
              <a:t>紫色表示有更新過</a:t>
            </a:r>
          </a:p>
        </p:txBody>
      </p:sp>
    </p:spTree>
    <p:extLst>
      <p:ext uri="{BB962C8B-B14F-4D97-AF65-F5344CB8AC3E}">
        <p14:creationId xmlns:p14="http://schemas.microsoft.com/office/powerpoint/2010/main" val="2994238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B753616F-0324-4A25-A24A-92F5B5C5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D97EF6E-DE46-42BF-8E30-C23EC3C68EE3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27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6668F4C-F8B7-438B-9B85-CE42A765A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1"/>
            <a:ext cx="8077200" cy="2167136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>
                <a:solidFill>
                  <a:srgbClr val="3BA943"/>
                </a:solidFill>
                <a:latin typeface="Times New Roman" panose="02020603050405020304" pitchFamily="18" charset="0"/>
              </a:rPr>
              <a:t>解法範例：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無</a:t>
            </a:r>
            <a:endParaRPr lang="zh-TW" altLang="en-US" sz="2400" b="1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 b="1">
                <a:solidFill>
                  <a:srgbClr val="3BA943"/>
                </a:solidFill>
                <a:latin typeface="Times New Roman" panose="02020603050405020304" pitchFamily="18" charset="0"/>
              </a:rPr>
              <a:t>討論：</a:t>
            </a:r>
            <a:r>
              <a:rPr lang="zh-TW" altLang="en-US" sz="2400">
                <a:latin typeface="Times New Roman" panose="02020603050405020304" pitchFamily="18" charset="0"/>
              </a:rPr>
              <a:t>因為更新的時候如果將每個</a:t>
            </a:r>
            <a:r>
              <a:rPr lang="en-US" altLang="zh-TW" sz="2400">
                <a:latin typeface="Times New Roman" panose="02020603050405020304" pitchFamily="18" charset="0"/>
              </a:rPr>
              <a:t>[l,</a:t>
            </a:r>
            <a:r>
              <a:rPr lang="zh-TW" altLang="en-US" sz="2400">
                <a:latin typeface="Times New Roman" panose="02020603050405020304" pitchFamily="18" charset="0"/>
              </a:rPr>
              <a:t> </a:t>
            </a:r>
            <a:r>
              <a:rPr lang="en-US" altLang="zh-TW" sz="2400">
                <a:latin typeface="Times New Roman" panose="02020603050405020304" pitchFamily="18" charset="0"/>
              </a:rPr>
              <a:t>r]</a:t>
            </a:r>
            <a:r>
              <a:rPr lang="zh-TW" altLang="en-US" sz="2400">
                <a:latin typeface="Times New Roman" panose="02020603050405020304" pitchFamily="18" charset="0"/>
              </a:rPr>
              <a:t>之間的所有數值更新，這樣會增加修改的時間，可以在線段樹新增一個標記，判斷節點是否有更新過，如果沒有的話，就不用在往下進行更新。</a:t>
            </a:r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8D79BC31-C5B9-46A7-B311-20AE97BE396D}"/>
              </a:ext>
            </a:extLst>
          </p:cNvPr>
          <p:cNvSpPr/>
          <p:nvPr/>
        </p:nvSpPr>
        <p:spPr bwMode="auto">
          <a:xfrm>
            <a:off x="4764446" y="3429000"/>
            <a:ext cx="457086" cy="45708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62B21BA4-9DB4-4624-AAE5-AC047577C29C}"/>
              </a:ext>
            </a:extLst>
          </p:cNvPr>
          <p:cNvSpPr/>
          <p:nvPr/>
        </p:nvSpPr>
        <p:spPr bwMode="auto">
          <a:xfrm>
            <a:off x="3920717" y="4171764"/>
            <a:ext cx="457086" cy="45708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6BBF56D7-F52D-4976-B77F-22E7A6277200}"/>
              </a:ext>
            </a:extLst>
          </p:cNvPr>
          <p:cNvSpPr/>
          <p:nvPr/>
        </p:nvSpPr>
        <p:spPr bwMode="auto">
          <a:xfrm>
            <a:off x="3393189" y="4971664"/>
            <a:ext cx="457086" cy="45708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8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46A7E289-51E2-44BA-A058-6C1DD386616A}"/>
              </a:ext>
            </a:extLst>
          </p:cNvPr>
          <p:cNvSpPr/>
          <p:nvPr/>
        </p:nvSpPr>
        <p:spPr bwMode="auto">
          <a:xfrm>
            <a:off x="4339207" y="4977532"/>
            <a:ext cx="457086" cy="45708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9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8E8F9231-5A4F-4192-AA56-1DCDB71F23E9}"/>
              </a:ext>
            </a:extLst>
          </p:cNvPr>
          <p:cNvSpPr/>
          <p:nvPr/>
        </p:nvSpPr>
        <p:spPr bwMode="auto">
          <a:xfrm>
            <a:off x="5541282" y="4171764"/>
            <a:ext cx="457086" cy="45708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5FE734A5-C561-40F8-AB72-9709078DA4AB}"/>
              </a:ext>
            </a:extLst>
          </p:cNvPr>
          <p:cNvSpPr/>
          <p:nvPr/>
        </p:nvSpPr>
        <p:spPr bwMode="auto">
          <a:xfrm>
            <a:off x="5013754" y="4971664"/>
            <a:ext cx="457086" cy="45708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10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54" name="橢圓 53">
            <a:extLst>
              <a:ext uri="{FF2B5EF4-FFF2-40B4-BE49-F238E27FC236}">
                <a16:creationId xmlns:a16="http://schemas.microsoft.com/office/drawing/2014/main" id="{3B534838-FCED-4CE6-BC6D-D82B1B41D416}"/>
              </a:ext>
            </a:extLst>
          </p:cNvPr>
          <p:cNvSpPr/>
          <p:nvPr/>
        </p:nvSpPr>
        <p:spPr bwMode="auto">
          <a:xfrm>
            <a:off x="5959772" y="4977532"/>
            <a:ext cx="457086" cy="45708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261FEB93-CA59-4681-81D0-0F9D8864E901}"/>
              </a:ext>
            </a:extLst>
          </p:cNvPr>
          <p:cNvCxnSpPr>
            <a:stCxn id="48" idx="3"/>
            <a:endCxn id="49" idx="7"/>
          </p:cNvCxnSpPr>
          <p:nvPr/>
        </p:nvCxnSpPr>
        <p:spPr bwMode="auto">
          <a:xfrm flipH="1">
            <a:off x="4310864" y="3819146"/>
            <a:ext cx="520522" cy="4195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47FA5136-F887-4CC4-9ED5-C364CC8DFDC0}"/>
              </a:ext>
            </a:extLst>
          </p:cNvPr>
          <p:cNvCxnSpPr>
            <a:stCxn id="48" idx="5"/>
            <a:endCxn id="52" idx="1"/>
          </p:cNvCxnSpPr>
          <p:nvPr/>
        </p:nvCxnSpPr>
        <p:spPr bwMode="auto">
          <a:xfrm>
            <a:off x="5154593" y="3819146"/>
            <a:ext cx="453628" cy="4195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58" name="直線單箭頭接點 57">
            <a:extLst>
              <a:ext uri="{FF2B5EF4-FFF2-40B4-BE49-F238E27FC236}">
                <a16:creationId xmlns:a16="http://schemas.microsoft.com/office/drawing/2014/main" id="{E92B51AD-E953-46EE-9A39-9F53802A33AB}"/>
              </a:ext>
            </a:extLst>
          </p:cNvPr>
          <p:cNvCxnSpPr>
            <a:stCxn id="49" idx="3"/>
            <a:endCxn id="50" idx="0"/>
          </p:cNvCxnSpPr>
          <p:nvPr/>
        </p:nvCxnSpPr>
        <p:spPr bwMode="auto">
          <a:xfrm flipH="1">
            <a:off x="3621732" y="4561911"/>
            <a:ext cx="365924" cy="4097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59" name="直線單箭頭接點 58">
            <a:extLst>
              <a:ext uri="{FF2B5EF4-FFF2-40B4-BE49-F238E27FC236}">
                <a16:creationId xmlns:a16="http://schemas.microsoft.com/office/drawing/2014/main" id="{90ABA7D1-0C80-4FBF-87C2-DE7ADF08D4E9}"/>
              </a:ext>
            </a:extLst>
          </p:cNvPr>
          <p:cNvCxnSpPr>
            <a:stCxn id="49" idx="5"/>
            <a:endCxn id="51" idx="0"/>
          </p:cNvCxnSpPr>
          <p:nvPr/>
        </p:nvCxnSpPr>
        <p:spPr bwMode="auto">
          <a:xfrm>
            <a:off x="4310864" y="4561911"/>
            <a:ext cx="256886" cy="41562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60" name="直線單箭頭接點 59">
            <a:extLst>
              <a:ext uri="{FF2B5EF4-FFF2-40B4-BE49-F238E27FC236}">
                <a16:creationId xmlns:a16="http://schemas.microsoft.com/office/drawing/2014/main" id="{1AAA39B7-8E00-4BB0-9CEB-895B59B297C9}"/>
              </a:ext>
            </a:extLst>
          </p:cNvPr>
          <p:cNvCxnSpPr>
            <a:stCxn id="52" idx="3"/>
            <a:endCxn id="53" idx="0"/>
          </p:cNvCxnSpPr>
          <p:nvPr/>
        </p:nvCxnSpPr>
        <p:spPr bwMode="auto">
          <a:xfrm flipH="1">
            <a:off x="5242297" y="4561911"/>
            <a:ext cx="365924" cy="4097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61" name="直線單箭頭接點 60">
            <a:extLst>
              <a:ext uri="{FF2B5EF4-FFF2-40B4-BE49-F238E27FC236}">
                <a16:creationId xmlns:a16="http://schemas.microsoft.com/office/drawing/2014/main" id="{04E6EAB3-55FE-4234-8FB2-D2D7500D8162}"/>
              </a:ext>
            </a:extLst>
          </p:cNvPr>
          <p:cNvCxnSpPr>
            <a:stCxn id="52" idx="5"/>
            <a:endCxn id="54" idx="0"/>
          </p:cNvCxnSpPr>
          <p:nvPr/>
        </p:nvCxnSpPr>
        <p:spPr bwMode="auto">
          <a:xfrm>
            <a:off x="5931429" y="4561911"/>
            <a:ext cx="256886" cy="41562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8AC8584C-A3E7-4E23-86AC-BE53C6DBCAEA}"/>
              </a:ext>
            </a:extLst>
          </p:cNvPr>
          <p:cNvSpPr txBox="1"/>
          <p:nvPr/>
        </p:nvSpPr>
        <p:spPr>
          <a:xfrm>
            <a:off x="4567749" y="2976719"/>
            <a:ext cx="751961" cy="366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D20E45C5-A3A1-4C42-A378-5750B75CD10D}"/>
              </a:ext>
            </a:extLst>
          </p:cNvPr>
          <p:cNvSpPr txBox="1"/>
          <p:nvPr/>
        </p:nvSpPr>
        <p:spPr>
          <a:xfrm>
            <a:off x="3716096" y="3676939"/>
            <a:ext cx="751961" cy="366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6BC54CB8-D54E-457A-82F2-EBF8F04322E9}"/>
              </a:ext>
            </a:extLst>
          </p:cNvPr>
          <p:cNvSpPr txBox="1"/>
          <p:nvPr/>
        </p:nvSpPr>
        <p:spPr>
          <a:xfrm>
            <a:off x="5462823" y="3676939"/>
            <a:ext cx="751961" cy="366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30CF1BD9-3A6E-4067-8138-14A4A8A024B7}"/>
              </a:ext>
            </a:extLst>
          </p:cNvPr>
          <p:cNvSpPr txBox="1"/>
          <p:nvPr/>
        </p:nvSpPr>
        <p:spPr>
          <a:xfrm>
            <a:off x="3245751" y="5455261"/>
            <a:ext cx="751961" cy="366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0]</a:t>
            </a:r>
            <a:endParaRPr lang="zh-TW" altLang="en-US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4DFD529E-BF7F-4E2E-AC89-4884E7D89B64}"/>
              </a:ext>
            </a:extLst>
          </p:cNvPr>
          <p:cNvSpPr txBox="1"/>
          <p:nvPr/>
        </p:nvSpPr>
        <p:spPr>
          <a:xfrm>
            <a:off x="4191769" y="5455261"/>
            <a:ext cx="751961" cy="366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[1,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526AA961-B43D-494B-BE04-AC6D78A0CE9D}"/>
              </a:ext>
            </a:extLst>
          </p:cNvPr>
          <p:cNvSpPr txBox="1"/>
          <p:nvPr/>
        </p:nvSpPr>
        <p:spPr>
          <a:xfrm>
            <a:off x="4904659" y="5455261"/>
            <a:ext cx="751961" cy="366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2]</a:t>
            </a:r>
            <a:endParaRPr lang="zh-TW" altLang="en-US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6BEA4727-58A6-46BC-AFEA-E70944966CCD}"/>
              </a:ext>
            </a:extLst>
          </p:cNvPr>
          <p:cNvSpPr txBox="1"/>
          <p:nvPr/>
        </p:nvSpPr>
        <p:spPr>
          <a:xfrm>
            <a:off x="5812334" y="5455261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[3,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776A7C0B-A410-4BE2-A8A9-FEB50D8ECC80}"/>
              </a:ext>
            </a:extLst>
          </p:cNvPr>
          <p:cNvSpPr txBox="1"/>
          <p:nvPr/>
        </p:nvSpPr>
        <p:spPr>
          <a:xfrm>
            <a:off x="708592" y="4007869"/>
            <a:ext cx="1943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/>
              <a:t>插入</a:t>
            </a:r>
            <a:r>
              <a:rPr lang="en-US" altLang="zh-TW"/>
              <a:t>[0,2]</a:t>
            </a:r>
            <a:r>
              <a:rPr lang="zh-TW" altLang="en-US"/>
              <a:t>為</a:t>
            </a:r>
            <a:r>
              <a:rPr lang="en-US" altLang="zh-TW"/>
              <a:t>2</a:t>
            </a:r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4EE6C153-FFDC-4AD6-9B25-7C677CCC6497}"/>
              </a:ext>
            </a:extLst>
          </p:cNvPr>
          <p:cNvSpPr txBox="1"/>
          <p:nvPr/>
        </p:nvSpPr>
        <p:spPr>
          <a:xfrm>
            <a:off x="376240" y="3159876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/>
              <a:t>原本全部更新的方法</a:t>
            </a:r>
          </a:p>
        </p:txBody>
      </p:sp>
    </p:spTree>
    <p:extLst>
      <p:ext uri="{BB962C8B-B14F-4D97-AF65-F5344CB8AC3E}">
        <p14:creationId xmlns:p14="http://schemas.microsoft.com/office/powerpoint/2010/main" val="40726181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B753616F-0324-4A25-A24A-92F5B5C5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D97EF6E-DE46-42BF-8E30-C23EC3C68EE3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28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6668F4C-F8B7-438B-9B85-CE42A765A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1"/>
            <a:ext cx="8077200" cy="2167136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>
                <a:solidFill>
                  <a:srgbClr val="3BA943"/>
                </a:solidFill>
                <a:latin typeface="Times New Roman" panose="02020603050405020304" pitchFamily="18" charset="0"/>
              </a:rPr>
              <a:t>解法範例：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無</a:t>
            </a:r>
            <a:endParaRPr lang="zh-TW" altLang="en-US" sz="2400" b="1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 b="1">
                <a:solidFill>
                  <a:srgbClr val="3BA943"/>
                </a:solidFill>
                <a:latin typeface="Times New Roman" panose="02020603050405020304" pitchFamily="18" charset="0"/>
              </a:rPr>
              <a:t>討論：</a:t>
            </a:r>
            <a:r>
              <a:rPr lang="zh-TW" altLang="en-US" sz="2400">
                <a:latin typeface="Times New Roman" panose="02020603050405020304" pitchFamily="18" charset="0"/>
              </a:rPr>
              <a:t>因為更新的時候如果將每個</a:t>
            </a:r>
            <a:r>
              <a:rPr lang="en-US" altLang="zh-TW" sz="2400">
                <a:latin typeface="Times New Roman" panose="02020603050405020304" pitchFamily="18" charset="0"/>
              </a:rPr>
              <a:t>[l,</a:t>
            </a:r>
            <a:r>
              <a:rPr lang="zh-TW" altLang="en-US" sz="2400">
                <a:latin typeface="Times New Roman" panose="02020603050405020304" pitchFamily="18" charset="0"/>
              </a:rPr>
              <a:t> </a:t>
            </a:r>
            <a:r>
              <a:rPr lang="en-US" altLang="zh-TW" sz="2400">
                <a:latin typeface="Times New Roman" panose="02020603050405020304" pitchFamily="18" charset="0"/>
              </a:rPr>
              <a:t>r]</a:t>
            </a:r>
            <a:r>
              <a:rPr lang="zh-TW" altLang="en-US" sz="2400">
                <a:latin typeface="Times New Roman" panose="02020603050405020304" pitchFamily="18" charset="0"/>
              </a:rPr>
              <a:t>之間的所有數值更新，這樣會增加修改的時間，可以在線段樹新增一個標記，判斷節點是否有更新過，如果沒有的話，就不用在往下進行更新。</a:t>
            </a:r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8D79BC31-C5B9-46A7-B311-20AE97BE396D}"/>
              </a:ext>
            </a:extLst>
          </p:cNvPr>
          <p:cNvSpPr/>
          <p:nvPr/>
        </p:nvSpPr>
        <p:spPr bwMode="auto">
          <a:xfrm>
            <a:off x="4764446" y="3429000"/>
            <a:ext cx="457086" cy="457086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62B21BA4-9DB4-4624-AAE5-AC047577C29C}"/>
              </a:ext>
            </a:extLst>
          </p:cNvPr>
          <p:cNvSpPr/>
          <p:nvPr/>
        </p:nvSpPr>
        <p:spPr bwMode="auto">
          <a:xfrm>
            <a:off x="3920717" y="4171764"/>
            <a:ext cx="457086" cy="457086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6BBF56D7-F52D-4976-B77F-22E7A6277200}"/>
              </a:ext>
            </a:extLst>
          </p:cNvPr>
          <p:cNvSpPr/>
          <p:nvPr/>
        </p:nvSpPr>
        <p:spPr bwMode="auto">
          <a:xfrm>
            <a:off x="3393189" y="4971664"/>
            <a:ext cx="457086" cy="457086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8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46A7E289-51E2-44BA-A058-6C1DD386616A}"/>
              </a:ext>
            </a:extLst>
          </p:cNvPr>
          <p:cNvSpPr/>
          <p:nvPr/>
        </p:nvSpPr>
        <p:spPr bwMode="auto">
          <a:xfrm>
            <a:off x="4339207" y="4977532"/>
            <a:ext cx="457086" cy="457086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9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8E8F9231-5A4F-4192-AA56-1DCDB71F23E9}"/>
              </a:ext>
            </a:extLst>
          </p:cNvPr>
          <p:cNvSpPr/>
          <p:nvPr/>
        </p:nvSpPr>
        <p:spPr bwMode="auto">
          <a:xfrm>
            <a:off x="5541282" y="4171764"/>
            <a:ext cx="457086" cy="457086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5FE734A5-C561-40F8-AB72-9709078DA4AB}"/>
              </a:ext>
            </a:extLst>
          </p:cNvPr>
          <p:cNvSpPr/>
          <p:nvPr/>
        </p:nvSpPr>
        <p:spPr bwMode="auto">
          <a:xfrm>
            <a:off x="5013754" y="4971664"/>
            <a:ext cx="457086" cy="457086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10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54" name="橢圓 53">
            <a:extLst>
              <a:ext uri="{FF2B5EF4-FFF2-40B4-BE49-F238E27FC236}">
                <a16:creationId xmlns:a16="http://schemas.microsoft.com/office/drawing/2014/main" id="{3B534838-FCED-4CE6-BC6D-D82B1B41D416}"/>
              </a:ext>
            </a:extLst>
          </p:cNvPr>
          <p:cNvSpPr/>
          <p:nvPr/>
        </p:nvSpPr>
        <p:spPr bwMode="auto">
          <a:xfrm>
            <a:off x="5959772" y="4977532"/>
            <a:ext cx="457086" cy="45708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261FEB93-CA59-4681-81D0-0F9D8864E901}"/>
              </a:ext>
            </a:extLst>
          </p:cNvPr>
          <p:cNvCxnSpPr>
            <a:stCxn id="48" idx="3"/>
            <a:endCxn id="49" idx="7"/>
          </p:cNvCxnSpPr>
          <p:nvPr/>
        </p:nvCxnSpPr>
        <p:spPr bwMode="auto">
          <a:xfrm flipH="1">
            <a:off x="4310864" y="3819146"/>
            <a:ext cx="520522" cy="4195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47FA5136-F887-4CC4-9ED5-C364CC8DFDC0}"/>
              </a:ext>
            </a:extLst>
          </p:cNvPr>
          <p:cNvCxnSpPr>
            <a:stCxn id="48" idx="5"/>
            <a:endCxn id="52" idx="1"/>
          </p:cNvCxnSpPr>
          <p:nvPr/>
        </p:nvCxnSpPr>
        <p:spPr bwMode="auto">
          <a:xfrm>
            <a:off x="5154593" y="3819146"/>
            <a:ext cx="453628" cy="4195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58" name="直線單箭頭接點 57">
            <a:extLst>
              <a:ext uri="{FF2B5EF4-FFF2-40B4-BE49-F238E27FC236}">
                <a16:creationId xmlns:a16="http://schemas.microsoft.com/office/drawing/2014/main" id="{E92B51AD-E953-46EE-9A39-9F53802A33AB}"/>
              </a:ext>
            </a:extLst>
          </p:cNvPr>
          <p:cNvCxnSpPr>
            <a:stCxn id="49" idx="3"/>
            <a:endCxn id="50" idx="0"/>
          </p:cNvCxnSpPr>
          <p:nvPr/>
        </p:nvCxnSpPr>
        <p:spPr bwMode="auto">
          <a:xfrm flipH="1">
            <a:off x="3621732" y="4561911"/>
            <a:ext cx="365924" cy="4097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59" name="直線單箭頭接點 58">
            <a:extLst>
              <a:ext uri="{FF2B5EF4-FFF2-40B4-BE49-F238E27FC236}">
                <a16:creationId xmlns:a16="http://schemas.microsoft.com/office/drawing/2014/main" id="{90ABA7D1-0C80-4FBF-87C2-DE7ADF08D4E9}"/>
              </a:ext>
            </a:extLst>
          </p:cNvPr>
          <p:cNvCxnSpPr>
            <a:stCxn id="49" idx="5"/>
            <a:endCxn id="51" idx="0"/>
          </p:cNvCxnSpPr>
          <p:nvPr/>
        </p:nvCxnSpPr>
        <p:spPr bwMode="auto">
          <a:xfrm>
            <a:off x="4310864" y="4561911"/>
            <a:ext cx="256886" cy="41562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60" name="直線單箭頭接點 59">
            <a:extLst>
              <a:ext uri="{FF2B5EF4-FFF2-40B4-BE49-F238E27FC236}">
                <a16:creationId xmlns:a16="http://schemas.microsoft.com/office/drawing/2014/main" id="{1AAA39B7-8E00-4BB0-9CEB-895B59B297C9}"/>
              </a:ext>
            </a:extLst>
          </p:cNvPr>
          <p:cNvCxnSpPr>
            <a:stCxn id="52" idx="3"/>
            <a:endCxn id="53" idx="0"/>
          </p:cNvCxnSpPr>
          <p:nvPr/>
        </p:nvCxnSpPr>
        <p:spPr bwMode="auto">
          <a:xfrm flipH="1">
            <a:off x="5242297" y="4561911"/>
            <a:ext cx="365924" cy="4097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61" name="直線單箭頭接點 60">
            <a:extLst>
              <a:ext uri="{FF2B5EF4-FFF2-40B4-BE49-F238E27FC236}">
                <a16:creationId xmlns:a16="http://schemas.microsoft.com/office/drawing/2014/main" id="{04E6EAB3-55FE-4234-8FB2-D2D7500D8162}"/>
              </a:ext>
            </a:extLst>
          </p:cNvPr>
          <p:cNvCxnSpPr>
            <a:stCxn id="52" idx="5"/>
            <a:endCxn id="54" idx="0"/>
          </p:cNvCxnSpPr>
          <p:nvPr/>
        </p:nvCxnSpPr>
        <p:spPr bwMode="auto">
          <a:xfrm>
            <a:off x="5931429" y="4561911"/>
            <a:ext cx="256886" cy="41562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8AC8584C-A3E7-4E23-86AC-BE53C6DBCAEA}"/>
              </a:ext>
            </a:extLst>
          </p:cNvPr>
          <p:cNvSpPr txBox="1"/>
          <p:nvPr/>
        </p:nvSpPr>
        <p:spPr>
          <a:xfrm>
            <a:off x="4567749" y="2976719"/>
            <a:ext cx="751961" cy="366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D20E45C5-A3A1-4C42-A378-5750B75CD10D}"/>
              </a:ext>
            </a:extLst>
          </p:cNvPr>
          <p:cNvSpPr txBox="1"/>
          <p:nvPr/>
        </p:nvSpPr>
        <p:spPr>
          <a:xfrm>
            <a:off x="3716096" y="3676939"/>
            <a:ext cx="751961" cy="366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6BC54CB8-D54E-457A-82F2-EBF8F04322E9}"/>
              </a:ext>
            </a:extLst>
          </p:cNvPr>
          <p:cNvSpPr txBox="1"/>
          <p:nvPr/>
        </p:nvSpPr>
        <p:spPr>
          <a:xfrm>
            <a:off x="5462823" y="3676939"/>
            <a:ext cx="751961" cy="366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30CF1BD9-3A6E-4067-8138-14A4A8A024B7}"/>
              </a:ext>
            </a:extLst>
          </p:cNvPr>
          <p:cNvSpPr txBox="1"/>
          <p:nvPr/>
        </p:nvSpPr>
        <p:spPr>
          <a:xfrm>
            <a:off x="3245751" y="5455261"/>
            <a:ext cx="751961" cy="366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0]</a:t>
            </a:r>
            <a:endParaRPr lang="zh-TW" altLang="en-US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4DFD529E-BF7F-4E2E-AC89-4884E7D89B64}"/>
              </a:ext>
            </a:extLst>
          </p:cNvPr>
          <p:cNvSpPr txBox="1"/>
          <p:nvPr/>
        </p:nvSpPr>
        <p:spPr>
          <a:xfrm>
            <a:off x="4191769" y="5455261"/>
            <a:ext cx="751961" cy="366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[1,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526AA961-B43D-494B-BE04-AC6D78A0CE9D}"/>
              </a:ext>
            </a:extLst>
          </p:cNvPr>
          <p:cNvSpPr txBox="1"/>
          <p:nvPr/>
        </p:nvSpPr>
        <p:spPr>
          <a:xfrm>
            <a:off x="4904659" y="5455261"/>
            <a:ext cx="751961" cy="366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2]</a:t>
            </a:r>
            <a:endParaRPr lang="zh-TW" altLang="en-US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6BEA4727-58A6-46BC-AFEA-E70944966CCD}"/>
              </a:ext>
            </a:extLst>
          </p:cNvPr>
          <p:cNvSpPr txBox="1"/>
          <p:nvPr/>
        </p:nvSpPr>
        <p:spPr>
          <a:xfrm>
            <a:off x="5812334" y="5455261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[3,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776A7C0B-A410-4BE2-A8A9-FEB50D8ECC80}"/>
              </a:ext>
            </a:extLst>
          </p:cNvPr>
          <p:cNvSpPr txBox="1"/>
          <p:nvPr/>
        </p:nvSpPr>
        <p:spPr>
          <a:xfrm>
            <a:off x="708592" y="4007869"/>
            <a:ext cx="1943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/>
              <a:t>插入</a:t>
            </a:r>
            <a:r>
              <a:rPr lang="en-US" altLang="zh-TW"/>
              <a:t>[0,2]</a:t>
            </a:r>
            <a:r>
              <a:rPr lang="zh-TW" altLang="en-US"/>
              <a:t>為</a:t>
            </a:r>
            <a:r>
              <a:rPr lang="en-US" altLang="zh-TW"/>
              <a:t>2</a:t>
            </a:r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4EE6C153-FFDC-4AD6-9B25-7C677CCC6497}"/>
              </a:ext>
            </a:extLst>
          </p:cNvPr>
          <p:cNvSpPr txBox="1"/>
          <p:nvPr/>
        </p:nvSpPr>
        <p:spPr>
          <a:xfrm>
            <a:off x="376240" y="3159876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/>
              <a:t>原本全部更新的方法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0D0A303-DB91-4342-BEFF-AFFF9E5808B8}"/>
              </a:ext>
            </a:extLst>
          </p:cNvPr>
          <p:cNvSpPr/>
          <p:nvPr/>
        </p:nvSpPr>
        <p:spPr>
          <a:xfrm>
            <a:off x="2967977" y="4967085"/>
            <a:ext cx="3529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2</a:t>
            </a:r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D01FBD4-7A2A-412D-8ECD-23166CAE21DB}"/>
              </a:ext>
            </a:extLst>
          </p:cNvPr>
          <p:cNvSpPr/>
          <p:nvPr/>
        </p:nvSpPr>
        <p:spPr>
          <a:xfrm>
            <a:off x="4003047" y="4967085"/>
            <a:ext cx="3529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2</a:t>
            </a:r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9CB3293-58C2-4481-9980-BF9B96658669}"/>
              </a:ext>
            </a:extLst>
          </p:cNvPr>
          <p:cNvSpPr/>
          <p:nvPr/>
        </p:nvSpPr>
        <p:spPr>
          <a:xfrm>
            <a:off x="4726308" y="4967085"/>
            <a:ext cx="3529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2</a:t>
            </a:r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61257CE-60A1-40D4-8AFE-1C30F2F86803}"/>
              </a:ext>
            </a:extLst>
          </p:cNvPr>
          <p:cNvSpPr/>
          <p:nvPr/>
        </p:nvSpPr>
        <p:spPr>
          <a:xfrm>
            <a:off x="5204916" y="4203672"/>
            <a:ext cx="3529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2</a:t>
            </a:r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44F6D30-80F5-483F-A208-987622BEDEAB}"/>
              </a:ext>
            </a:extLst>
          </p:cNvPr>
          <p:cNvSpPr/>
          <p:nvPr/>
        </p:nvSpPr>
        <p:spPr>
          <a:xfrm>
            <a:off x="3547186" y="4164232"/>
            <a:ext cx="3529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2</a:t>
            </a:r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63FD80D-59DC-4937-956C-48E5505EE874}"/>
              </a:ext>
            </a:extLst>
          </p:cNvPr>
          <p:cNvSpPr/>
          <p:nvPr/>
        </p:nvSpPr>
        <p:spPr>
          <a:xfrm>
            <a:off x="4338030" y="3138711"/>
            <a:ext cx="3529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2</a:t>
            </a:r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3223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B753616F-0324-4A25-A24A-92F5B5C5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D97EF6E-DE46-42BF-8E30-C23EC3C68EE3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29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6668F4C-F8B7-438B-9B85-CE42A765A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1"/>
            <a:ext cx="8077200" cy="2167136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>
                <a:solidFill>
                  <a:srgbClr val="3BA943"/>
                </a:solidFill>
                <a:latin typeface="Times New Roman" panose="02020603050405020304" pitchFamily="18" charset="0"/>
              </a:rPr>
              <a:t>解法範例：</a:t>
            </a:r>
            <a:r>
              <a:rPr lang="zh-TW" altLang="en-US" sz="2400">
                <a:latin typeface="Times New Roman" panose="02020603050405020304" pitchFamily="18" charset="0"/>
                <a:sym typeface="Wingdings" panose="05000000000000000000" pitchFamily="2" charset="2"/>
              </a:rPr>
              <a:t>無</a:t>
            </a:r>
            <a:endParaRPr lang="zh-TW" altLang="en-US" sz="2400" b="1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 b="1">
                <a:solidFill>
                  <a:srgbClr val="3BA943"/>
                </a:solidFill>
                <a:latin typeface="Times New Roman" panose="02020603050405020304" pitchFamily="18" charset="0"/>
              </a:rPr>
              <a:t>討論：</a:t>
            </a:r>
            <a:r>
              <a:rPr lang="zh-TW" altLang="en-US" sz="2400">
                <a:latin typeface="Times New Roman" panose="02020603050405020304" pitchFamily="18" charset="0"/>
              </a:rPr>
              <a:t>因為更新的時候如果將每個</a:t>
            </a:r>
            <a:r>
              <a:rPr lang="en-US" altLang="zh-TW" sz="2400">
                <a:latin typeface="Times New Roman" panose="02020603050405020304" pitchFamily="18" charset="0"/>
              </a:rPr>
              <a:t>[l,</a:t>
            </a:r>
            <a:r>
              <a:rPr lang="zh-TW" altLang="en-US" sz="2400">
                <a:latin typeface="Times New Roman" panose="02020603050405020304" pitchFamily="18" charset="0"/>
              </a:rPr>
              <a:t> </a:t>
            </a:r>
            <a:r>
              <a:rPr lang="en-US" altLang="zh-TW" sz="2400">
                <a:latin typeface="Times New Roman" panose="02020603050405020304" pitchFamily="18" charset="0"/>
              </a:rPr>
              <a:t>r]</a:t>
            </a:r>
            <a:r>
              <a:rPr lang="zh-TW" altLang="en-US" sz="2400">
                <a:latin typeface="Times New Roman" panose="02020603050405020304" pitchFamily="18" charset="0"/>
              </a:rPr>
              <a:t>之間的所有數值更新，這樣會增加修改的時間，可以在線段樹新增一個標記，判斷節點是否有更新過，如果沒有的話，就不用在往下進行更新。</a:t>
            </a:r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8D79BC31-C5B9-46A7-B311-20AE97BE396D}"/>
              </a:ext>
            </a:extLst>
          </p:cNvPr>
          <p:cNvSpPr/>
          <p:nvPr/>
        </p:nvSpPr>
        <p:spPr bwMode="auto">
          <a:xfrm>
            <a:off x="4764446" y="3429000"/>
            <a:ext cx="457086" cy="457086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2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62B21BA4-9DB4-4624-AAE5-AC047577C29C}"/>
              </a:ext>
            </a:extLst>
          </p:cNvPr>
          <p:cNvSpPr/>
          <p:nvPr/>
        </p:nvSpPr>
        <p:spPr bwMode="auto">
          <a:xfrm>
            <a:off x="3920717" y="4171764"/>
            <a:ext cx="457086" cy="457086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4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6BBF56D7-F52D-4976-B77F-22E7A6277200}"/>
              </a:ext>
            </a:extLst>
          </p:cNvPr>
          <p:cNvSpPr/>
          <p:nvPr/>
        </p:nvSpPr>
        <p:spPr bwMode="auto">
          <a:xfrm>
            <a:off x="3393189" y="4971664"/>
            <a:ext cx="457086" cy="45708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8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46A7E289-51E2-44BA-A058-6C1DD386616A}"/>
              </a:ext>
            </a:extLst>
          </p:cNvPr>
          <p:cNvSpPr/>
          <p:nvPr/>
        </p:nvSpPr>
        <p:spPr bwMode="auto">
          <a:xfrm>
            <a:off x="4339207" y="4977532"/>
            <a:ext cx="457086" cy="45708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9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8E8F9231-5A4F-4192-AA56-1DCDB71F23E9}"/>
              </a:ext>
            </a:extLst>
          </p:cNvPr>
          <p:cNvSpPr/>
          <p:nvPr/>
        </p:nvSpPr>
        <p:spPr bwMode="auto">
          <a:xfrm>
            <a:off x="5541282" y="4171764"/>
            <a:ext cx="457086" cy="457086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5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5FE734A5-C561-40F8-AB72-9709078DA4AB}"/>
              </a:ext>
            </a:extLst>
          </p:cNvPr>
          <p:cNvSpPr/>
          <p:nvPr/>
        </p:nvSpPr>
        <p:spPr bwMode="auto">
          <a:xfrm>
            <a:off x="5013754" y="4971664"/>
            <a:ext cx="457086" cy="457086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10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54" name="橢圓 53">
            <a:extLst>
              <a:ext uri="{FF2B5EF4-FFF2-40B4-BE49-F238E27FC236}">
                <a16:creationId xmlns:a16="http://schemas.microsoft.com/office/drawing/2014/main" id="{3B534838-FCED-4CE6-BC6D-D82B1B41D416}"/>
              </a:ext>
            </a:extLst>
          </p:cNvPr>
          <p:cNvSpPr/>
          <p:nvPr/>
        </p:nvSpPr>
        <p:spPr bwMode="auto">
          <a:xfrm>
            <a:off x="5959772" y="4977532"/>
            <a:ext cx="457086" cy="45708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新細明體" pitchFamily="18" charset="-120"/>
              </a:rPr>
              <a:t>11</a:t>
            </a: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261FEB93-CA59-4681-81D0-0F9D8864E901}"/>
              </a:ext>
            </a:extLst>
          </p:cNvPr>
          <p:cNvCxnSpPr>
            <a:stCxn id="48" idx="3"/>
            <a:endCxn id="49" idx="7"/>
          </p:cNvCxnSpPr>
          <p:nvPr/>
        </p:nvCxnSpPr>
        <p:spPr bwMode="auto">
          <a:xfrm flipH="1">
            <a:off x="4310864" y="3819146"/>
            <a:ext cx="520522" cy="4195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47FA5136-F887-4CC4-9ED5-C364CC8DFDC0}"/>
              </a:ext>
            </a:extLst>
          </p:cNvPr>
          <p:cNvCxnSpPr>
            <a:stCxn id="48" idx="5"/>
            <a:endCxn id="52" idx="1"/>
          </p:cNvCxnSpPr>
          <p:nvPr/>
        </p:nvCxnSpPr>
        <p:spPr bwMode="auto">
          <a:xfrm>
            <a:off x="5154593" y="3819146"/>
            <a:ext cx="453628" cy="4195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58" name="直線單箭頭接點 57">
            <a:extLst>
              <a:ext uri="{FF2B5EF4-FFF2-40B4-BE49-F238E27FC236}">
                <a16:creationId xmlns:a16="http://schemas.microsoft.com/office/drawing/2014/main" id="{E92B51AD-E953-46EE-9A39-9F53802A33AB}"/>
              </a:ext>
            </a:extLst>
          </p:cNvPr>
          <p:cNvCxnSpPr>
            <a:stCxn id="49" idx="3"/>
            <a:endCxn id="50" idx="0"/>
          </p:cNvCxnSpPr>
          <p:nvPr/>
        </p:nvCxnSpPr>
        <p:spPr bwMode="auto">
          <a:xfrm flipH="1">
            <a:off x="3621732" y="4561911"/>
            <a:ext cx="365924" cy="4097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59" name="直線單箭頭接點 58">
            <a:extLst>
              <a:ext uri="{FF2B5EF4-FFF2-40B4-BE49-F238E27FC236}">
                <a16:creationId xmlns:a16="http://schemas.microsoft.com/office/drawing/2014/main" id="{90ABA7D1-0C80-4FBF-87C2-DE7ADF08D4E9}"/>
              </a:ext>
            </a:extLst>
          </p:cNvPr>
          <p:cNvCxnSpPr>
            <a:stCxn id="49" idx="5"/>
            <a:endCxn id="51" idx="0"/>
          </p:cNvCxnSpPr>
          <p:nvPr/>
        </p:nvCxnSpPr>
        <p:spPr bwMode="auto">
          <a:xfrm>
            <a:off x="4310864" y="4561911"/>
            <a:ext cx="256886" cy="41562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60" name="直線單箭頭接點 59">
            <a:extLst>
              <a:ext uri="{FF2B5EF4-FFF2-40B4-BE49-F238E27FC236}">
                <a16:creationId xmlns:a16="http://schemas.microsoft.com/office/drawing/2014/main" id="{1AAA39B7-8E00-4BB0-9CEB-895B59B297C9}"/>
              </a:ext>
            </a:extLst>
          </p:cNvPr>
          <p:cNvCxnSpPr>
            <a:stCxn id="52" idx="3"/>
            <a:endCxn id="53" idx="0"/>
          </p:cNvCxnSpPr>
          <p:nvPr/>
        </p:nvCxnSpPr>
        <p:spPr bwMode="auto">
          <a:xfrm flipH="1">
            <a:off x="5242297" y="4561911"/>
            <a:ext cx="365924" cy="4097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61" name="直線單箭頭接點 60">
            <a:extLst>
              <a:ext uri="{FF2B5EF4-FFF2-40B4-BE49-F238E27FC236}">
                <a16:creationId xmlns:a16="http://schemas.microsoft.com/office/drawing/2014/main" id="{04E6EAB3-55FE-4234-8FB2-D2D7500D8162}"/>
              </a:ext>
            </a:extLst>
          </p:cNvPr>
          <p:cNvCxnSpPr>
            <a:stCxn id="52" idx="5"/>
            <a:endCxn id="54" idx="0"/>
          </p:cNvCxnSpPr>
          <p:nvPr/>
        </p:nvCxnSpPr>
        <p:spPr bwMode="auto">
          <a:xfrm>
            <a:off x="5931429" y="4561911"/>
            <a:ext cx="256886" cy="41562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8AC8584C-A3E7-4E23-86AC-BE53C6DBCAEA}"/>
              </a:ext>
            </a:extLst>
          </p:cNvPr>
          <p:cNvSpPr txBox="1"/>
          <p:nvPr/>
        </p:nvSpPr>
        <p:spPr>
          <a:xfrm>
            <a:off x="4567749" y="2976719"/>
            <a:ext cx="751961" cy="366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D20E45C5-A3A1-4C42-A378-5750B75CD10D}"/>
              </a:ext>
            </a:extLst>
          </p:cNvPr>
          <p:cNvSpPr txBox="1"/>
          <p:nvPr/>
        </p:nvSpPr>
        <p:spPr>
          <a:xfrm>
            <a:off x="3716096" y="3676939"/>
            <a:ext cx="751961" cy="366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6BC54CB8-D54E-457A-82F2-EBF8F04322E9}"/>
              </a:ext>
            </a:extLst>
          </p:cNvPr>
          <p:cNvSpPr txBox="1"/>
          <p:nvPr/>
        </p:nvSpPr>
        <p:spPr>
          <a:xfrm>
            <a:off x="5462823" y="3676939"/>
            <a:ext cx="751961" cy="366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30CF1BD9-3A6E-4067-8138-14A4A8A024B7}"/>
              </a:ext>
            </a:extLst>
          </p:cNvPr>
          <p:cNvSpPr txBox="1"/>
          <p:nvPr/>
        </p:nvSpPr>
        <p:spPr>
          <a:xfrm>
            <a:off x="3245751" y="5455261"/>
            <a:ext cx="751961" cy="366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[0,</a:t>
            </a:r>
            <a:r>
              <a:rPr lang="zh-TW" altLang="en-US"/>
              <a:t> </a:t>
            </a:r>
            <a:r>
              <a:rPr lang="en-US" altLang="zh-TW"/>
              <a:t>0]</a:t>
            </a:r>
            <a:endParaRPr lang="zh-TW" altLang="en-US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4DFD529E-BF7F-4E2E-AC89-4884E7D89B64}"/>
              </a:ext>
            </a:extLst>
          </p:cNvPr>
          <p:cNvSpPr txBox="1"/>
          <p:nvPr/>
        </p:nvSpPr>
        <p:spPr>
          <a:xfrm>
            <a:off x="4191769" y="5455261"/>
            <a:ext cx="751961" cy="366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[1,</a:t>
            </a:r>
            <a:r>
              <a:rPr lang="zh-TW" altLang="en-US"/>
              <a:t> </a:t>
            </a:r>
            <a:r>
              <a:rPr lang="en-US" altLang="zh-TW"/>
              <a:t>1]</a:t>
            </a:r>
            <a:endParaRPr lang="zh-TW" altLang="en-US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526AA961-B43D-494B-BE04-AC6D78A0CE9D}"/>
              </a:ext>
            </a:extLst>
          </p:cNvPr>
          <p:cNvSpPr txBox="1"/>
          <p:nvPr/>
        </p:nvSpPr>
        <p:spPr>
          <a:xfrm>
            <a:off x="4904659" y="5455261"/>
            <a:ext cx="751961" cy="366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[2,</a:t>
            </a:r>
            <a:r>
              <a:rPr lang="zh-TW" altLang="en-US"/>
              <a:t> </a:t>
            </a:r>
            <a:r>
              <a:rPr lang="en-US" altLang="zh-TW"/>
              <a:t>2]</a:t>
            </a:r>
            <a:endParaRPr lang="zh-TW" altLang="en-US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6BEA4727-58A6-46BC-AFEA-E70944966CCD}"/>
              </a:ext>
            </a:extLst>
          </p:cNvPr>
          <p:cNvSpPr txBox="1"/>
          <p:nvPr/>
        </p:nvSpPr>
        <p:spPr>
          <a:xfrm>
            <a:off x="5812334" y="5455261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[3,</a:t>
            </a:r>
            <a:r>
              <a:rPr lang="zh-TW" altLang="en-US"/>
              <a:t> </a:t>
            </a:r>
            <a:r>
              <a:rPr lang="en-US" altLang="zh-TW"/>
              <a:t>3]</a:t>
            </a:r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776A7C0B-A410-4BE2-A8A9-FEB50D8ECC80}"/>
              </a:ext>
            </a:extLst>
          </p:cNvPr>
          <p:cNvSpPr txBox="1"/>
          <p:nvPr/>
        </p:nvSpPr>
        <p:spPr>
          <a:xfrm>
            <a:off x="708592" y="4007869"/>
            <a:ext cx="1943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/>
              <a:t>插入</a:t>
            </a:r>
            <a:r>
              <a:rPr lang="en-US" altLang="zh-TW"/>
              <a:t>[0,2]</a:t>
            </a:r>
            <a:r>
              <a:rPr lang="zh-TW" altLang="en-US"/>
              <a:t>為</a:t>
            </a:r>
            <a:r>
              <a:rPr lang="en-US" altLang="zh-TW"/>
              <a:t>2</a:t>
            </a:r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4EE6C153-FFDC-4AD6-9B25-7C677CCC6497}"/>
              </a:ext>
            </a:extLst>
          </p:cNvPr>
          <p:cNvSpPr txBox="1"/>
          <p:nvPr/>
        </p:nvSpPr>
        <p:spPr>
          <a:xfrm>
            <a:off x="376240" y="3159876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/>
              <a:t>只更新到之前更新過的點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9CB3293-58C2-4481-9980-BF9B96658669}"/>
              </a:ext>
            </a:extLst>
          </p:cNvPr>
          <p:cNvSpPr/>
          <p:nvPr/>
        </p:nvSpPr>
        <p:spPr>
          <a:xfrm>
            <a:off x="4726308" y="4967085"/>
            <a:ext cx="3529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2</a:t>
            </a:r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61257CE-60A1-40D4-8AFE-1C30F2F86803}"/>
              </a:ext>
            </a:extLst>
          </p:cNvPr>
          <p:cNvSpPr/>
          <p:nvPr/>
        </p:nvSpPr>
        <p:spPr>
          <a:xfrm>
            <a:off x="5204916" y="4203672"/>
            <a:ext cx="3529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2</a:t>
            </a:r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44F6D30-80F5-483F-A208-987622BEDEAB}"/>
              </a:ext>
            </a:extLst>
          </p:cNvPr>
          <p:cNvSpPr/>
          <p:nvPr/>
        </p:nvSpPr>
        <p:spPr>
          <a:xfrm>
            <a:off x="3547186" y="4164232"/>
            <a:ext cx="3529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2</a:t>
            </a:r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63FD80D-59DC-4937-956C-48E5505EE874}"/>
              </a:ext>
            </a:extLst>
          </p:cNvPr>
          <p:cNvSpPr/>
          <p:nvPr/>
        </p:nvSpPr>
        <p:spPr>
          <a:xfrm>
            <a:off x="4338030" y="3138711"/>
            <a:ext cx="3529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2</a:t>
            </a:r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730043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標楷體"/>
        <a:cs typeface=""/>
      </a:majorFont>
      <a:minorFont>
        <a:latin typeface="Tahoma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2637</TotalTime>
  <Words>3492</Words>
  <Application>Microsoft Office PowerPoint</Application>
  <PresentationFormat>如螢幕大小 (4:3)</PresentationFormat>
  <Paragraphs>1063</Paragraphs>
  <Slides>29</Slides>
  <Notes>29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4" baseType="lpstr">
      <vt:lpstr>Cambria Math</vt:lpstr>
      <vt:lpstr>Tahoma</vt:lpstr>
      <vt:lpstr>Times New Roman</vt:lpstr>
      <vt:lpstr>Wingdings</vt:lpstr>
      <vt:lpstr>Blends</vt:lpstr>
      <vt:lpstr>1232: SKYLINE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nsysu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 3 Greedy methods</dc:title>
  <dc:creator>cby;許博鈞</dc:creator>
  <cp:lastModifiedBy>parenmacro Hsu</cp:lastModifiedBy>
  <cp:revision>107</cp:revision>
  <dcterms:created xsi:type="dcterms:W3CDTF">1601-01-01T00:00:00Z</dcterms:created>
  <dcterms:modified xsi:type="dcterms:W3CDTF">2019-05-25T07:06:13Z</dcterms:modified>
</cp:coreProperties>
</file>