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7" r:id="rId2"/>
    <p:sldId id="310" r:id="rId3"/>
    <p:sldId id="311" r:id="rId4"/>
    <p:sldId id="314" r:id="rId5"/>
    <p:sldId id="31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3333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46" d="100"/>
          <a:sy n="46" d="100"/>
        </p:scale>
        <p:origin x="67" y="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9F215-935D-4F26-B591-5801F72CD7D9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AB93-09A2-45B9-99DE-8257629476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74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9106EC8-11D1-400D-82FF-98926A2AA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EF39D44-DA70-4EE8-8E15-60AD733DFD3C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57E7367-411F-43BD-B8B5-2B299CF05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8E59AA-5370-44FF-BB8E-AFE6DE2A6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ED331-7A64-4299-B0B9-895C7B970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238D3A-F933-480D-9053-1D4ABBBAE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DDFE40-914A-49AC-9FA4-AB7308DC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346142-D6DB-49FD-BFC2-1C3977DB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857DC9-CE39-433E-B677-2089A3E8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79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B9336E-EE00-414A-9E1F-FEBE0C4F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6634A-0126-4883-A92B-8FB4AB6F8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6252-34D1-4121-AC8B-26562395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06A2CE-453F-43C7-B138-86F15A27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ADBC4A-65CE-4DA2-953E-8EEB6862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1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6C299-4E8E-4F2D-AE20-275EC55D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F9144E-56AC-495A-86DA-004B2968F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0DC87F-4A8F-4766-A98C-CD375B874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0D7248-6BAB-4E36-9D1C-B9CC8EBD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E6DDE2-CDB0-46C5-80B9-308D7121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90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7E002-1BAF-4AF1-B056-0EF5F506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F28D86-C985-47F5-A0BB-FE5B85D73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6F1EEC-5EC9-4EC0-950B-FAD3710C5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AD8752-743E-4B8A-A6C8-55053BEE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E88D92-6333-4046-B729-C68FB079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8DE72C-2249-435E-8C8A-B43AB7E4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8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6BE69-78E1-4EDC-B707-2F72AC58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B34279-77F8-49BF-B5D5-BFDF06A23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DC0586-807C-45E4-8D75-EDF164B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EABA1CC-7008-40ED-B173-D9901207E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D9A2DF1-BA8F-451F-936C-CFF75D31A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8266A9-26E6-4555-8F0F-7F80FEEE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4E28D4A-5F9A-4F23-B617-25E40F75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93435A-0CCA-4186-8B9C-E838CE9C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1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40968-4D70-4BFE-93C5-28AA9F69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92A56A4-2A46-43A2-8374-A182929E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095FE5-C639-4874-A7F9-26991B67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B8B27A-E823-4DBF-8874-1816AD5C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35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18D8385-E291-4894-AA07-60FA27ED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94EBEC-F580-4ACF-BAA4-3D0D3F22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3056CC-0E52-4CD2-9CDE-E761126B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96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A4A70-F26B-40D3-90EA-AFEE7329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33FB0-6F00-471F-88DA-7C94DA4F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16D811-CC23-49D1-BB24-7974AE660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90DF1B-705C-44E9-94F3-F6D7349B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3BF496-1F4F-4776-BAA9-024969E5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954140-2A7B-4C77-B74A-43D2548B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23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428F2-709D-478B-95C6-BEFB241E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D3D31-A22E-4607-B70B-7D91844D9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54DE89-6265-4AE6-810A-C1CE9F213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A67AD0-ACB6-4E6A-9828-9BB04198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59A8FD-8260-4A55-83E4-49AE85F7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C45B0A-2917-4132-B335-5F44F877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5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C8D24-457D-430C-A8B6-2023AA4E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582168-D35D-4C12-9171-67F1AD451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2A691D-ECFF-4921-959E-C96E38D6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8DC862-FEBF-4D7E-BC6C-EDC6440C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A09998-B686-46BE-B7F1-5A540FD1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51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BBCCBB5-30E9-4211-A206-1000D5171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273F1D-797B-4ED0-B094-01548CF65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40000-4361-4760-A7DB-FD5A66C4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D830E4-8F16-48FD-B02F-1F11E58A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993E3E-BAA2-4935-A097-1626923E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14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4F7860-72FA-4EA0-BC94-6C050AFD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670CA3-6F2D-4B9E-8AE4-1B9F75C56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969DE5-43BA-4C43-ADC8-4F22ED327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0B17-D8D4-4B75-868E-D4E19A701D71}" type="datetimeFigureOut">
              <a:rPr lang="zh-TW" altLang="en-US" smtClean="0"/>
              <a:t>2019/4/18/Thu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C7223B-C8E2-4A4F-B6E5-EA64AB96E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3C3273-8EDD-42D9-B1EC-0CBCC7EBD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EB6F8-E295-4F2B-9481-1D28A58CD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3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0282194C-879B-4901-A582-1692577D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71105BE-5780-46E4-A0D2-E3FA7807164D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E35CD564-BF68-4222-A330-1B1B4EA41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394" y="381000"/>
            <a:ext cx="10874406" cy="9144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zh-TW" b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534 : Frogger</a:t>
            </a:r>
            <a:endParaRPr lang="en-US" altLang="zh-TW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236A4392-9C2C-4108-9825-1B0E07C47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9495" y="1295400"/>
            <a:ext cx="11319029" cy="5265198"/>
          </a:xfrm>
        </p:spPr>
        <p:txBody>
          <a:bodyPr>
            <a:normAutofit/>
          </a:bodyPr>
          <a:lstStyle/>
          <a:p>
            <a:pPr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★★</a:t>
            </a:r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☆☆☆</a:t>
            </a:r>
          </a:p>
          <a:p>
            <a:pPr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題組：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Problem Set Archive with Online Judge</a:t>
            </a:r>
          </a:p>
          <a:p>
            <a:pPr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題號：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534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Frogger</a:t>
            </a:r>
          </a:p>
          <a:p>
            <a:pPr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解題者：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鮑邦元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解題日期：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</a:t>
            </a:r>
          </a:p>
          <a:p>
            <a:pPr>
              <a:lnSpc>
                <a:spcPct val="120000"/>
              </a:lnSpc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題意：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湖面上有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(2≤n≤200)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。一隻青蛙想從腳下的石頭跳到指定的另外一顆石頭，但因為湖水太髒又怕自己跳躍力不夠，所以想要藉由其它石頭跳到終點。此題即找出在兩顆石頭間的所有路徑中，最遠蛙跳距離為最小值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(minmax distance)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的路徑。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室內, 文字 的圖片&#10;&#10;自動產生的描述">
            <a:extLst>
              <a:ext uri="{FF2B5EF4-FFF2-40B4-BE49-F238E27FC236}">
                <a16:creationId xmlns:a16="http://schemas.microsoft.com/office/drawing/2014/main" id="{780D42A9-4CB4-44F3-8AB5-C69EC1BFC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700" y="598414"/>
            <a:ext cx="6773187" cy="56611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CBCA96F-9A8C-47AB-94D2-06906A7FB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287" y="598414"/>
            <a:ext cx="6856418" cy="56450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F15E366-95FB-4946-BE97-4104335A6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886" y="584630"/>
            <a:ext cx="6797628" cy="561283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01B4048-8F6E-4EE6-A86B-A5D1A086706D}"/>
              </a:ext>
            </a:extLst>
          </p:cNvPr>
          <p:cNvSpPr txBox="1"/>
          <p:nvPr/>
        </p:nvSpPr>
        <p:spPr>
          <a:xfrm>
            <a:off x="474522" y="465248"/>
            <a:ext cx="46122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題意範例</a:t>
            </a:r>
            <a:r>
              <a:rPr lang="en-US" altLang="zh-TW" sz="2400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(Input):</a:t>
            </a:r>
          </a:p>
          <a:p>
            <a:r>
              <a:rPr lang="en-US" altLang="zh-TW" sz="2400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	     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石頭數量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0 0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	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起點石頭位置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	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終點石頭位置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1 1	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其餘石頭位置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6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其餘石頭位置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2 0	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其餘石頭位置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3 -2	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其餘石頭位置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0		//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結束程式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TW" sz="2400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Output: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Scenario #1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rog Distance = 2.828</a:t>
            </a:r>
            <a:endParaRPr lang="it-IT" altLang="zh-TW" sz="2400" dirty="0">
              <a:solidFill>
                <a:srgbClr val="3BA94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9" name="箭號: 向左 8">
            <a:extLst>
              <a:ext uri="{FF2B5EF4-FFF2-40B4-BE49-F238E27FC236}">
                <a16:creationId xmlns:a16="http://schemas.microsoft.com/office/drawing/2014/main" id="{9DF78B17-1644-4DA7-9CCE-D80A0DF211DC}"/>
              </a:ext>
            </a:extLst>
          </p:cNvPr>
          <p:cNvSpPr/>
          <p:nvPr/>
        </p:nvSpPr>
        <p:spPr>
          <a:xfrm>
            <a:off x="10109239" y="4376692"/>
            <a:ext cx="1183540" cy="6569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2.828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991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80D1F7-4101-4034-9367-42ADF1CC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85" y="1065320"/>
            <a:ext cx="11372296" cy="536211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Clr>
                <a:srgbClr val="333399"/>
              </a:buClr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for(int k = 0; k &lt; n;++k)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for(int i = 0; 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n;++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	          for(int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 = 0; j &lt; n;++j){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22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double max = distance[</a:t>
            </a:r>
            <a:r>
              <a:rPr lang="en-US" altLang="zh-TW" sz="2200" u="sng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][k] &gt; distance[k][j] ? distance[</a:t>
            </a:r>
            <a:r>
              <a:rPr lang="en-US" altLang="zh-TW" sz="2200" u="sng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][k] : distance[k][j] ;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               if (distance[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][j] &gt; max) 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      distance[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][j] = max ;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}</a:t>
            </a: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輸入完測資後，會先初始化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][j]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，表示第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顆到第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顆石頭的直線距離。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演算法中，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][j]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表示當前從第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顆到第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顆石頭的過程中的最遠蛙跳距離。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算出從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經由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再到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的過程中的最遠蛙跳距離，再與當前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到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的最遠蛙跳距離去做比較。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000" lvl="1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US" altLang="zh-TW" sz="2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最終答案為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distance[0][1]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84DAEF5-7664-4A6E-8A31-F6189AA42B56}"/>
              </a:ext>
            </a:extLst>
          </p:cNvPr>
          <p:cNvSpPr txBox="1"/>
          <p:nvPr/>
        </p:nvSpPr>
        <p:spPr>
          <a:xfrm>
            <a:off x="467558" y="355106"/>
            <a:ext cx="11345663" cy="581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Floyd-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Warshall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演算法、動態規劃實作。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3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4EDE2E33-E2AA-4E75-B989-F8C1A94FF079}"/>
              </a:ext>
            </a:extLst>
          </p:cNvPr>
          <p:cNvSpPr txBox="1"/>
          <p:nvPr/>
        </p:nvSpPr>
        <p:spPr>
          <a:xfrm>
            <a:off x="464596" y="472424"/>
            <a:ext cx="543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2976C7C-76A5-4692-B060-C2C98D5735DD}"/>
              </a:ext>
            </a:extLst>
          </p:cNvPr>
          <p:cNvSpPr txBox="1"/>
          <p:nvPr/>
        </p:nvSpPr>
        <p:spPr>
          <a:xfrm>
            <a:off x="464597" y="992531"/>
            <a:ext cx="51638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初始化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distance[0][1] = distance[1][0] = 3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distance[0][2] = distance[2][0] = 1.414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distance[1][2] = distance[2][1] = 2.236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CEF1CFC-994D-4EE6-806A-D00FFAC955E6}"/>
              </a:ext>
            </a:extLst>
          </p:cNvPr>
          <p:cNvSpPr txBox="1"/>
          <p:nvPr/>
        </p:nvSpPr>
        <p:spPr>
          <a:xfrm>
            <a:off x="464596" y="2656371"/>
            <a:ext cx="52348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★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開始判斷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distance[0][1]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之值。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先決定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，即找出第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顆石頭到第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顆石頭再由第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顆到第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顆石頭的這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段的過程中的最遠蛙跳距離。故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max=2.236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C7BB0F5-BB83-447C-BA9E-BA88CAC5C83A}"/>
              </a:ext>
            </a:extLst>
          </p:cNvPr>
          <p:cNvSpPr txBox="1"/>
          <p:nvPr/>
        </p:nvSpPr>
        <p:spPr>
          <a:xfrm>
            <a:off x="464596" y="4265166"/>
            <a:ext cx="53591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小於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distance[0][1]=3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，所以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distance[0][1]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更新為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2.236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5D8E028-2B4A-493E-9146-CFDBE6FC8095}"/>
              </a:ext>
            </a:extLst>
          </p:cNvPr>
          <p:cNvSpPr txBox="1"/>
          <p:nvPr/>
        </p:nvSpPr>
        <p:spPr>
          <a:xfrm>
            <a:off x="464596" y="5289707"/>
            <a:ext cx="5163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輸出結果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distance[0][1]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至小數點後第三位。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2" name="圖片 21" descr="一張含有 文字 的圖片&#10;&#10;自動產生的描述">
            <a:extLst>
              <a:ext uri="{FF2B5EF4-FFF2-40B4-BE49-F238E27FC236}">
                <a16:creationId xmlns:a16="http://schemas.microsoft.com/office/drawing/2014/main" id="{C32DCA07-7CF2-4EC5-AD7C-05D897EFA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771" y="1119147"/>
            <a:ext cx="6072120" cy="48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3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F8FDA6-58C5-42D6-BAAC-9D240D19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955567"/>
            <a:ext cx="10515600" cy="163508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此題可以用多種演算法實作，例如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Floyd-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Warshall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MST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SPFA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Dijkstra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。以上都是用於求最短路徑的方法，但因為此題的圖形為</a:t>
            </a:r>
            <a:r>
              <a:rPr lang="zh-TW" altLang="en-US" sz="2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不含負權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無向圖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，用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Floyd-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Warshall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或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Dijkstra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較直觀。</a:t>
            </a:r>
            <a:endParaRPr lang="en-US" altLang="zh-TW" sz="2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9B6F2E-7D5C-4CC9-88FF-2B74389A32D7}"/>
              </a:ext>
            </a:extLst>
          </p:cNvPr>
          <p:cNvSpPr/>
          <p:nvPr/>
        </p:nvSpPr>
        <p:spPr>
          <a:xfrm>
            <a:off x="494209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E2ADE61-AE8E-4CDE-B63B-E0FAB0011992}"/>
                  </a:ext>
                </a:extLst>
              </p:cNvPr>
              <p:cNvSpPr txBox="1"/>
              <p:nvPr/>
            </p:nvSpPr>
            <p:spPr>
              <a:xfrm>
                <a:off x="532660" y="2961982"/>
                <a:ext cx="10940249" cy="226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zh-TW" altLang="en-US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★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比較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Dijkstra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算法和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Floyd-</a:t>
                </a:r>
                <a:r>
                  <a:rPr lang="en-US" altLang="zh-TW" sz="22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Warshall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Floyd-</a:t>
                </a:r>
                <a:r>
                  <a:rPr lang="en-US" altLang="zh-TW" sz="22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Warshall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→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所有點到所有點。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時間複雜度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UVA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實測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:0.010s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2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Dijkstra →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單點到所有點。所以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Dijkstra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跑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次也和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Floyd-</a:t>
                </a:r>
                <a:r>
                  <a:rPr lang="en-US" altLang="zh-TW" sz="22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Warshall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一樣效果。</a:t>
                </a:r>
                <a:endParaRPr lang="en-US" altLang="zh-TW" sz="2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根據使用的資料結構不同，</a:t>
                </a:r>
                <a:r>
                  <a:rPr lang="en-US" altLang="zh-TW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Dijkstra</a:t>
                </a:r>
                <a:r>
                  <a:rPr lang="zh-TW" altLang="en-US" sz="2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演算法時間複雜度也有所不同。如果使用上課可所教的概念以陣列實作，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時間複雜度為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TW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UVA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實測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:0.000s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2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E2ADE61-AE8E-4CDE-B63B-E0FAB0011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2961982"/>
                <a:ext cx="10940249" cy="2262158"/>
              </a:xfrm>
              <a:prstGeom prst="rect">
                <a:avLst/>
              </a:prstGeom>
              <a:blipFill>
                <a:blip r:embed="rId2"/>
                <a:stretch>
                  <a:fillRect l="-724" t="-1887" r="-167" b="-45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5468FAA7-9989-4579-AF47-1AB9575A2DDF}"/>
              </a:ext>
            </a:extLst>
          </p:cNvPr>
          <p:cNvSpPr txBox="1"/>
          <p:nvPr/>
        </p:nvSpPr>
        <p:spPr>
          <a:xfrm>
            <a:off x="458678" y="472885"/>
            <a:ext cx="1044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33399"/>
              </a:buClr>
              <a:buFont typeface="Wingdings" panose="05000000000000000000" pitchFamily="2" charset="2"/>
              <a:buChar char="n"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討論：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2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391</Words>
  <Application>Microsoft Office PowerPoint</Application>
  <PresentationFormat>寬螢幕</PresentationFormat>
  <Paragraphs>51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佈景主題</vt:lpstr>
      <vt:lpstr>534 : Frogger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100: The 3n+1 Problem</dc:title>
  <dc:creator>Wayway Pao</dc:creator>
  <cp:lastModifiedBy>Wayway Pao</cp:lastModifiedBy>
  <cp:revision>520</cp:revision>
  <dcterms:created xsi:type="dcterms:W3CDTF">2019-03-18T09:09:00Z</dcterms:created>
  <dcterms:modified xsi:type="dcterms:W3CDTF">2019-04-18T06:08:11Z</dcterms:modified>
</cp:coreProperties>
</file>