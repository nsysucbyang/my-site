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Lst>
  <p:notesMasterIdLst>
    <p:notesMasterId r:id="rId7"/>
  </p:notesMasterIdLst>
  <p:sldIdLst>
    <p:sldId id="256" r:id="rId3"/>
    <p:sldId id="257" r:id="rId4"/>
    <p:sldId id="258" r:id="rId5"/>
    <p:sldId id="259" r:id="rId6"/>
  </p:sldIdLst>
  <p:sldSz cx="9144000" cy="6858000" type="screen4x3"/>
  <p:notesSz cx="6832600" cy="9964738"/>
  <p:defaultTextStyle>
    <a:defPPr>
      <a:defRPr lang="en-GB"/>
    </a:defPPr>
    <a:lvl1pPr algn="l" defTabSz="449263" rtl="0" fontAlgn="base">
      <a:spcBef>
        <a:spcPct val="0"/>
      </a:spcBef>
      <a:spcAft>
        <a:spcPct val="0"/>
      </a:spcAft>
      <a:buClr>
        <a:srgbClr val="000000"/>
      </a:buClr>
      <a:buSzPct val="100000"/>
      <a:buFont typeface="Times New Roman" pitchFamily="16" charset="0"/>
      <a:defRPr sz="2400" kern="1200">
        <a:solidFill>
          <a:schemeClr val="bg1"/>
        </a:solidFill>
        <a:latin typeface="Tahoma" pitchFamily="32" charset="0"/>
        <a:ea typeface="新細明體" pitchFamily="16" charset="-120"/>
        <a:cs typeface="+mn-cs"/>
      </a:defRPr>
    </a:lvl1pPr>
    <a:lvl2pPr marL="742950" indent="-285750" algn="l" defTabSz="449263" rtl="0" fontAlgn="base">
      <a:spcBef>
        <a:spcPct val="0"/>
      </a:spcBef>
      <a:spcAft>
        <a:spcPct val="0"/>
      </a:spcAft>
      <a:buClr>
        <a:srgbClr val="000000"/>
      </a:buClr>
      <a:buSzPct val="100000"/>
      <a:buFont typeface="Times New Roman" pitchFamily="16" charset="0"/>
      <a:defRPr sz="2400" kern="1200">
        <a:solidFill>
          <a:schemeClr val="bg1"/>
        </a:solidFill>
        <a:latin typeface="Tahoma" pitchFamily="32" charset="0"/>
        <a:ea typeface="新細明體" pitchFamily="16" charset="-120"/>
        <a:cs typeface="+mn-cs"/>
      </a:defRPr>
    </a:lvl2pPr>
    <a:lvl3pPr marL="1143000" indent="-228600" algn="l" defTabSz="449263" rtl="0" fontAlgn="base">
      <a:spcBef>
        <a:spcPct val="0"/>
      </a:spcBef>
      <a:spcAft>
        <a:spcPct val="0"/>
      </a:spcAft>
      <a:buClr>
        <a:srgbClr val="000000"/>
      </a:buClr>
      <a:buSzPct val="100000"/>
      <a:buFont typeface="Times New Roman" pitchFamily="16" charset="0"/>
      <a:defRPr sz="2400" kern="1200">
        <a:solidFill>
          <a:schemeClr val="bg1"/>
        </a:solidFill>
        <a:latin typeface="Tahoma" pitchFamily="32" charset="0"/>
        <a:ea typeface="新細明體" pitchFamily="16" charset="-120"/>
        <a:cs typeface="+mn-cs"/>
      </a:defRPr>
    </a:lvl3pPr>
    <a:lvl4pPr marL="1600200" indent="-228600" algn="l" defTabSz="449263" rtl="0" fontAlgn="base">
      <a:spcBef>
        <a:spcPct val="0"/>
      </a:spcBef>
      <a:spcAft>
        <a:spcPct val="0"/>
      </a:spcAft>
      <a:buClr>
        <a:srgbClr val="000000"/>
      </a:buClr>
      <a:buSzPct val="100000"/>
      <a:buFont typeface="Times New Roman" pitchFamily="16" charset="0"/>
      <a:defRPr sz="2400" kern="1200">
        <a:solidFill>
          <a:schemeClr val="bg1"/>
        </a:solidFill>
        <a:latin typeface="Tahoma" pitchFamily="32" charset="0"/>
        <a:ea typeface="新細明體" pitchFamily="16" charset="-120"/>
        <a:cs typeface="+mn-cs"/>
      </a:defRPr>
    </a:lvl4pPr>
    <a:lvl5pPr marL="2057400" indent="-228600" algn="l" defTabSz="449263" rtl="0" fontAlgn="base">
      <a:spcBef>
        <a:spcPct val="0"/>
      </a:spcBef>
      <a:spcAft>
        <a:spcPct val="0"/>
      </a:spcAft>
      <a:buClr>
        <a:srgbClr val="000000"/>
      </a:buClr>
      <a:buSzPct val="100000"/>
      <a:buFont typeface="Times New Roman" pitchFamily="16" charset="0"/>
      <a:defRPr sz="2400" kern="1200">
        <a:solidFill>
          <a:schemeClr val="bg1"/>
        </a:solidFill>
        <a:latin typeface="Tahoma" pitchFamily="32" charset="0"/>
        <a:ea typeface="新細明體" pitchFamily="16" charset="-120"/>
        <a:cs typeface="+mn-cs"/>
      </a:defRPr>
    </a:lvl5pPr>
    <a:lvl6pPr marL="2286000" algn="l" defTabSz="914400" rtl="0" eaLnBrk="1" latinLnBrk="0" hangingPunct="1">
      <a:defRPr sz="2400" kern="1200">
        <a:solidFill>
          <a:schemeClr val="bg1"/>
        </a:solidFill>
        <a:latin typeface="Tahoma" pitchFamily="32" charset="0"/>
        <a:ea typeface="新細明體" pitchFamily="16" charset="-120"/>
        <a:cs typeface="+mn-cs"/>
      </a:defRPr>
    </a:lvl6pPr>
    <a:lvl7pPr marL="2743200" algn="l" defTabSz="914400" rtl="0" eaLnBrk="1" latinLnBrk="0" hangingPunct="1">
      <a:defRPr sz="2400" kern="1200">
        <a:solidFill>
          <a:schemeClr val="bg1"/>
        </a:solidFill>
        <a:latin typeface="Tahoma" pitchFamily="32" charset="0"/>
        <a:ea typeface="新細明體" pitchFamily="16" charset="-120"/>
        <a:cs typeface="+mn-cs"/>
      </a:defRPr>
    </a:lvl7pPr>
    <a:lvl8pPr marL="3200400" algn="l" defTabSz="914400" rtl="0" eaLnBrk="1" latinLnBrk="0" hangingPunct="1">
      <a:defRPr sz="2400" kern="1200">
        <a:solidFill>
          <a:schemeClr val="bg1"/>
        </a:solidFill>
        <a:latin typeface="Tahoma" pitchFamily="32" charset="0"/>
        <a:ea typeface="新細明體" pitchFamily="16" charset="-120"/>
        <a:cs typeface="+mn-cs"/>
      </a:defRPr>
    </a:lvl8pPr>
    <a:lvl9pPr marL="3657600" algn="l" defTabSz="914400" rtl="0" eaLnBrk="1" latinLnBrk="0" hangingPunct="1">
      <a:defRPr sz="2400" kern="1200">
        <a:solidFill>
          <a:schemeClr val="bg1"/>
        </a:solidFill>
        <a:latin typeface="Tahoma" pitchFamily="32" charset="0"/>
        <a:ea typeface="新細明體" pitchFamily="16"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8" autoAdjust="0"/>
    <p:restoredTop sz="94718" autoAdjust="0"/>
  </p:normalViewPr>
  <p:slideViewPr>
    <p:cSldViewPr>
      <p:cViewPr varScale="1">
        <p:scale>
          <a:sx n="103" d="100"/>
          <a:sy n="103" d="100"/>
        </p:scale>
        <p:origin x="234" y="102"/>
      </p:cViewPr>
      <p:guideLst>
        <p:guide orient="horz" pos="2160"/>
        <p:guide pos="2880"/>
      </p:guideLst>
    </p:cSldViewPr>
  </p:slideViewPr>
  <p:outlineViewPr>
    <p:cViewPr varScale="1">
      <p:scale>
        <a:sx n="170" d="200"/>
        <a:sy n="170" d="200"/>
      </p:scale>
      <p:origin x="0" y="0"/>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p:cNvSpPr>
            <a:spLocks noChangeArrowheads="1"/>
          </p:cNvSpPr>
          <p:nvPr/>
        </p:nvSpPr>
        <p:spPr bwMode="auto">
          <a:xfrm>
            <a:off x="0" y="0"/>
            <a:ext cx="6832600" cy="9964738"/>
          </a:xfrm>
          <a:prstGeom prst="roundRect">
            <a:avLst>
              <a:gd name="adj" fmla="val 23"/>
            </a:avLst>
          </a:prstGeom>
          <a:solidFill>
            <a:srgbClr val="FFFFFF"/>
          </a:solidFill>
          <a:ln w="9360" cap="sq">
            <a:noFill/>
            <a:miter lim="800000"/>
            <a:headEnd/>
            <a:tailEnd/>
          </a:ln>
          <a:effectLst/>
        </p:spPr>
        <p:txBody>
          <a:bodyPr wrap="none" anchor="ctr"/>
          <a:lstStyle/>
          <a:p>
            <a:pPr>
              <a:defRPr/>
            </a:pPr>
            <a:endParaRPr lang="zh-TW" altLang="en-US"/>
          </a:p>
        </p:txBody>
      </p:sp>
      <p:sp>
        <p:nvSpPr>
          <p:cNvPr id="3074" name="AutoShape 2"/>
          <p:cNvSpPr>
            <a:spLocks noChangeArrowheads="1"/>
          </p:cNvSpPr>
          <p:nvPr/>
        </p:nvSpPr>
        <p:spPr bwMode="auto">
          <a:xfrm>
            <a:off x="0" y="0"/>
            <a:ext cx="6832600" cy="9964738"/>
          </a:xfrm>
          <a:prstGeom prst="roundRect">
            <a:avLst>
              <a:gd name="adj" fmla="val 23"/>
            </a:avLst>
          </a:prstGeom>
          <a:solidFill>
            <a:srgbClr val="FFFFFF"/>
          </a:solidFill>
          <a:ln w="9525" cap="flat">
            <a:noFill/>
            <a:round/>
            <a:headEnd/>
            <a:tailEnd/>
          </a:ln>
          <a:effectLst/>
        </p:spPr>
        <p:txBody>
          <a:bodyPr wrap="none" anchor="ctr"/>
          <a:lstStyle/>
          <a:p>
            <a:pPr>
              <a:defRPr/>
            </a:pPr>
            <a:endParaRPr lang="zh-TW" altLang="en-US"/>
          </a:p>
        </p:txBody>
      </p:sp>
      <p:sp>
        <p:nvSpPr>
          <p:cNvPr id="3075" name="AutoShape 3"/>
          <p:cNvSpPr>
            <a:spLocks noChangeArrowheads="1"/>
          </p:cNvSpPr>
          <p:nvPr/>
        </p:nvSpPr>
        <p:spPr bwMode="auto">
          <a:xfrm>
            <a:off x="0" y="0"/>
            <a:ext cx="6832600" cy="9964738"/>
          </a:xfrm>
          <a:prstGeom prst="roundRect">
            <a:avLst>
              <a:gd name="adj" fmla="val 23"/>
            </a:avLst>
          </a:prstGeom>
          <a:solidFill>
            <a:srgbClr val="FFFFFF"/>
          </a:solidFill>
          <a:ln w="9525" cap="flat">
            <a:noFill/>
            <a:round/>
            <a:headEnd/>
            <a:tailEnd/>
          </a:ln>
          <a:effectLst/>
        </p:spPr>
        <p:txBody>
          <a:bodyPr wrap="none" anchor="ctr"/>
          <a:lstStyle/>
          <a:p>
            <a:pPr>
              <a:defRPr/>
            </a:pPr>
            <a:endParaRPr lang="zh-TW" altLang="en-US"/>
          </a:p>
        </p:txBody>
      </p:sp>
      <p:sp>
        <p:nvSpPr>
          <p:cNvPr id="3076" name="AutoShape 4"/>
          <p:cNvSpPr>
            <a:spLocks noChangeArrowheads="1"/>
          </p:cNvSpPr>
          <p:nvPr/>
        </p:nvSpPr>
        <p:spPr bwMode="auto">
          <a:xfrm>
            <a:off x="0" y="0"/>
            <a:ext cx="6832600" cy="9964738"/>
          </a:xfrm>
          <a:prstGeom prst="roundRect">
            <a:avLst>
              <a:gd name="adj" fmla="val 23"/>
            </a:avLst>
          </a:prstGeom>
          <a:solidFill>
            <a:srgbClr val="FFFFFF"/>
          </a:solidFill>
          <a:ln w="9525" cap="flat">
            <a:noFill/>
            <a:round/>
            <a:headEnd/>
            <a:tailEnd/>
          </a:ln>
          <a:effectLst/>
        </p:spPr>
        <p:txBody>
          <a:bodyPr wrap="none" anchor="ctr"/>
          <a:lstStyle/>
          <a:p>
            <a:pPr>
              <a:defRPr/>
            </a:pPr>
            <a:endParaRPr lang="zh-TW" altLang="en-US"/>
          </a:p>
        </p:txBody>
      </p:sp>
      <p:sp>
        <p:nvSpPr>
          <p:cNvPr id="3077" name="AutoShape 5"/>
          <p:cNvSpPr>
            <a:spLocks noChangeArrowheads="1"/>
          </p:cNvSpPr>
          <p:nvPr/>
        </p:nvSpPr>
        <p:spPr bwMode="auto">
          <a:xfrm>
            <a:off x="0" y="0"/>
            <a:ext cx="6832600" cy="9964738"/>
          </a:xfrm>
          <a:prstGeom prst="roundRect">
            <a:avLst>
              <a:gd name="adj" fmla="val 23"/>
            </a:avLst>
          </a:prstGeom>
          <a:solidFill>
            <a:srgbClr val="FFFFFF"/>
          </a:solidFill>
          <a:ln w="9525" cap="flat">
            <a:noFill/>
            <a:round/>
            <a:headEnd/>
            <a:tailEnd/>
          </a:ln>
          <a:effectLst/>
        </p:spPr>
        <p:txBody>
          <a:bodyPr wrap="none" anchor="ctr"/>
          <a:lstStyle/>
          <a:p>
            <a:pPr>
              <a:defRPr/>
            </a:pPr>
            <a:endParaRPr lang="zh-TW" altLang="en-US"/>
          </a:p>
        </p:txBody>
      </p:sp>
      <p:sp>
        <p:nvSpPr>
          <p:cNvPr id="3078" name="AutoShape 6"/>
          <p:cNvSpPr>
            <a:spLocks noChangeArrowheads="1"/>
          </p:cNvSpPr>
          <p:nvPr/>
        </p:nvSpPr>
        <p:spPr bwMode="auto">
          <a:xfrm>
            <a:off x="0" y="0"/>
            <a:ext cx="6832600" cy="9964738"/>
          </a:xfrm>
          <a:prstGeom prst="roundRect">
            <a:avLst>
              <a:gd name="adj" fmla="val 23"/>
            </a:avLst>
          </a:prstGeom>
          <a:solidFill>
            <a:srgbClr val="FFFFFF"/>
          </a:solidFill>
          <a:ln w="9525" cap="flat">
            <a:noFill/>
            <a:round/>
            <a:headEnd/>
            <a:tailEnd/>
          </a:ln>
          <a:effectLst/>
        </p:spPr>
        <p:txBody>
          <a:bodyPr wrap="none" anchor="ctr"/>
          <a:lstStyle/>
          <a:p>
            <a:pPr>
              <a:defRPr/>
            </a:pPr>
            <a:endParaRPr lang="zh-TW" altLang="en-US"/>
          </a:p>
        </p:txBody>
      </p:sp>
      <p:sp>
        <p:nvSpPr>
          <p:cNvPr id="3079" name="AutoShape 7"/>
          <p:cNvSpPr>
            <a:spLocks noChangeArrowheads="1"/>
          </p:cNvSpPr>
          <p:nvPr/>
        </p:nvSpPr>
        <p:spPr bwMode="auto">
          <a:xfrm>
            <a:off x="0" y="0"/>
            <a:ext cx="6832600" cy="9964738"/>
          </a:xfrm>
          <a:prstGeom prst="roundRect">
            <a:avLst>
              <a:gd name="adj" fmla="val 23"/>
            </a:avLst>
          </a:prstGeom>
          <a:solidFill>
            <a:srgbClr val="FFFFFF"/>
          </a:solidFill>
          <a:ln w="9525" cap="flat">
            <a:noFill/>
            <a:round/>
            <a:headEnd/>
            <a:tailEnd/>
          </a:ln>
          <a:effectLst/>
        </p:spPr>
        <p:txBody>
          <a:bodyPr wrap="none" anchor="ctr"/>
          <a:lstStyle/>
          <a:p>
            <a:pPr>
              <a:defRPr/>
            </a:pPr>
            <a:endParaRPr lang="zh-TW" altLang="en-US"/>
          </a:p>
        </p:txBody>
      </p:sp>
      <p:sp>
        <p:nvSpPr>
          <p:cNvPr id="3080" name="Text Box 8"/>
          <p:cNvSpPr txBox="1">
            <a:spLocks noChangeArrowheads="1"/>
          </p:cNvSpPr>
          <p:nvPr/>
        </p:nvSpPr>
        <p:spPr bwMode="auto">
          <a:xfrm>
            <a:off x="0" y="0"/>
            <a:ext cx="2960688" cy="498475"/>
          </a:xfrm>
          <a:prstGeom prst="rect">
            <a:avLst/>
          </a:prstGeom>
          <a:noFill/>
          <a:ln w="9525" cap="flat">
            <a:noFill/>
            <a:round/>
            <a:headEnd/>
            <a:tailEnd/>
          </a:ln>
          <a:effectLst/>
        </p:spPr>
        <p:txBody>
          <a:bodyPr wrap="none" anchor="ctr"/>
          <a:lstStyle/>
          <a:p>
            <a:pPr>
              <a:defRPr/>
            </a:pPr>
            <a:endParaRPr lang="zh-TW" altLang="en-US"/>
          </a:p>
        </p:txBody>
      </p:sp>
      <p:sp>
        <p:nvSpPr>
          <p:cNvPr id="3081" name="Text Box 9"/>
          <p:cNvSpPr txBox="1">
            <a:spLocks noChangeArrowheads="1"/>
          </p:cNvSpPr>
          <p:nvPr/>
        </p:nvSpPr>
        <p:spPr bwMode="auto">
          <a:xfrm>
            <a:off x="3871913" y="0"/>
            <a:ext cx="2960687" cy="498475"/>
          </a:xfrm>
          <a:prstGeom prst="rect">
            <a:avLst/>
          </a:prstGeom>
          <a:noFill/>
          <a:ln w="9525" cap="flat">
            <a:noFill/>
            <a:round/>
            <a:headEnd/>
            <a:tailEnd/>
          </a:ln>
          <a:effectLst/>
        </p:spPr>
        <p:txBody>
          <a:bodyPr wrap="none" anchor="ctr"/>
          <a:lstStyle/>
          <a:p>
            <a:pPr>
              <a:defRPr/>
            </a:pPr>
            <a:endParaRPr lang="zh-TW" altLang="en-US"/>
          </a:p>
        </p:txBody>
      </p:sp>
      <p:sp>
        <p:nvSpPr>
          <p:cNvPr id="7179" name="Rectangle 10"/>
          <p:cNvSpPr>
            <a:spLocks noGrp="1" noRot="1" noChangeAspect="1" noChangeArrowheads="1"/>
          </p:cNvSpPr>
          <p:nvPr>
            <p:ph type="sldImg"/>
          </p:nvPr>
        </p:nvSpPr>
        <p:spPr bwMode="auto">
          <a:xfrm>
            <a:off x="925513" y="747713"/>
            <a:ext cx="4970462" cy="3724275"/>
          </a:xfrm>
          <a:prstGeom prst="rect">
            <a:avLst/>
          </a:prstGeom>
          <a:noFill/>
          <a:ln w="9360" cap="sq">
            <a:solidFill>
              <a:srgbClr val="000000"/>
            </a:solidFill>
            <a:miter lim="800000"/>
            <a:headEnd/>
            <a:tailEnd/>
          </a:ln>
        </p:spPr>
      </p:sp>
      <p:sp>
        <p:nvSpPr>
          <p:cNvPr id="3083" name="Rectangle 11"/>
          <p:cNvSpPr>
            <a:spLocks noGrp="1" noChangeArrowheads="1"/>
          </p:cNvSpPr>
          <p:nvPr>
            <p:ph type="body"/>
          </p:nvPr>
        </p:nvSpPr>
        <p:spPr bwMode="auto">
          <a:xfrm>
            <a:off x="911225" y="4732338"/>
            <a:ext cx="4999038" cy="4471987"/>
          </a:xfrm>
          <a:prstGeom prst="rect">
            <a:avLst/>
          </a:prstGeom>
          <a:noFill/>
          <a:ln w="9525" cap="flat">
            <a:noFill/>
            <a:round/>
            <a:headEnd/>
            <a:tailEnd/>
          </a:ln>
          <a:effectLst/>
        </p:spPr>
        <p:txBody>
          <a:bodyPr vert="horz" wrap="square" lIns="91800" tIns="46080" rIns="91800" bIns="46080" numCol="1" anchor="t" anchorCtr="0" compatLnSpc="1">
            <a:prstTxWarp prst="textNoShape">
              <a:avLst/>
            </a:prstTxWarp>
          </a:bodyPr>
          <a:lstStyle/>
          <a:p>
            <a:pPr lvl="0"/>
            <a:endParaRPr lang="zh-TW" altLang="zh-TW" noProof="0" smtClean="0"/>
          </a:p>
        </p:txBody>
      </p:sp>
      <p:sp>
        <p:nvSpPr>
          <p:cNvPr id="3084" name="Text Box 12"/>
          <p:cNvSpPr txBox="1">
            <a:spLocks noChangeArrowheads="1"/>
          </p:cNvSpPr>
          <p:nvPr/>
        </p:nvSpPr>
        <p:spPr bwMode="auto">
          <a:xfrm>
            <a:off x="0" y="9464675"/>
            <a:ext cx="2960688" cy="498475"/>
          </a:xfrm>
          <a:prstGeom prst="rect">
            <a:avLst/>
          </a:prstGeom>
          <a:noFill/>
          <a:ln w="9525" cap="flat">
            <a:noFill/>
            <a:round/>
            <a:headEnd/>
            <a:tailEnd/>
          </a:ln>
          <a:effectLst/>
        </p:spPr>
        <p:txBody>
          <a:bodyPr wrap="none" anchor="ctr"/>
          <a:lstStyle/>
          <a:p>
            <a:pPr>
              <a:defRPr/>
            </a:pPr>
            <a:endParaRPr lang="zh-TW" altLang="en-US"/>
          </a:p>
        </p:txBody>
      </p:sp>
      <p:sp>
        <p:nvSpPr>
          <p:cNvPr id="3085" name="Rectangle 13"/>
          <p:cNvSpPr>
            <a:spLocks noGrp="1" noChangeArrowheads="1"/>
          </p:cNvSpPr>
          <p:nvPr>
            <p:ph type="sldNum"/>
          </p:nvPr>
        </p:nvSpPr>
        <p:spPr bwMode="auto">
          <a:xfrm>
            <a:off x="3871913" y="9464675"/>
            <a:ext cx="2949575" cy="487363"/>
          </a:xfrm>
          <a:prstGeom prst="rect">
            <a:avLst/>
          </a:prstGeom>
          <a:noFill/>
          <a:ln w="9525" cap="flat">
            <a:noFill/>
            <a:round/>
            <a:headEnd/>
            <a:tailEnd/>
          </a:ln>
          <a:effectLst/>
        </p:spPr>
        <p:txBody>
          <a:bodyPr vert="horz" wrap="square" lIns="91800" tIns="46080" rIns="91800" bIns="46080" numCol="1" anchor="b" anchorCtr="0" compatLnSpc="1">
            <a:prstTxWarp prst="textNoShape">
              <a:avLst/>
            </a:prstTxWarp>
          </a:bodyPr>
          <a:lstStyle>
            <a:lvl1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smtClean="0">
                <a:solidFill>
                  <a:srgbClr val="00E4A8"/>
                </a:solidFill>
              </a:defRPr>
            </a:lvl1pPr>
          </a:lstStyle>
          <a:p>
            <a:pPr>
              <a:defRPr/>
            </a:pPr>
            <a:fld id="{3002F695-776E-4D07-8896-1E7493908D96}" type="slidenum">
              <a:rPr lang="en-US"/>
              <a:pPr>
                <a:defRPr/>
              </a:pPr>
              <a:t>‹#›</a:t>
            </a:fld>
            <a:endParaRPr lang="en-US"/>
          </a:p>
        </p:txBody>
      </p:sp>
    </p:spTree>
    <p:extLst>
      <p:ext uri="{BB962C8B-B14F-4D97-AF65-F5344CB8AC3E}">
        <p14:creationId xmlns:p14="http://schemas.microsoft.com/office/powerpoint/2010/main" val="1807442956"/>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3"/>
          <p:cNvSpPr>
            <a:spLocks noGrp="1" noChangeArrowheads="1"/>
          </p:cNvSpPr>
          <p:nvPr>
            <p:ph type="sldNum" sz="quarter"/>
          </p:nvPr>
        </p:nvSpPr>
        <p:spPr>
          <a:noFill/>
          <a:ln/>
        </p:spPr>
        <p:txBody>
          <a:bodyPr/>
          <a:lstStyle/>
          <a:p>
            <a:fld id="{08FA78EC-4CF3-4576-AE7D-BCE3A27FB06C}" type="slidenum">
              <a:rPr lang="en-US" altLang="zh-TW"/>
              <a:pPr/>
              <a:t>1</a:t>
            </a:fld>
            <a:endParaRPr lang="en-US" altLang="zh-TW"/>
          </a:p>
        </p:txBody>
      </p:sp>
      <p:sp>
        <p:nvSpPr>
          <p:cNvPr id="8195" name="Text Box 1"/>
          <p:cNvSpPr txBox="1">
            <a:spLocks noChangeArrowheads="1"/>
          </p:cNvSpPr>
          <p:nvPr/>
        </p:nvSpPr>
        <p:spPr bwMode="auto">
          <a:xfrm>
            <a:off x="3871913" y="9464675"/>
            <a:ext cx="2960687" cy="498475"/>
          </a:xfrm>
          <a:prstGeom prst="rect">
            <a:avLst/>
          </a:prstGeom>
          <a:noFill/>
          <a:ln w="9525">
            <a:noFill/>
            <a:round/>
            <a:headEnd/>
            <a:tailEnd/>
          </a:ln>
        </p:spPr>
        <p:txBody>
          <a:bodyPr lIns="91800" tIns="46080" rIns="91800" bIns="4608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6492550-E3D9-42E3-942E-1A99681DBA34}" type="slidenum">
              <a:rPr lang="en-US" altLang="zh-TW" sz="1200">
                <a:solidFill>
                  <a:srgbClr val="000000"/>
                </a:solidFill>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a:t>
            </a:fld>
            <a:endParaRPr lang="en-US" altLang="zh-TW" sz="1200">
              <a:solidFill>
                <a:srgbClr val="000000"/>
              </a:solidFill>
            </a:endParaRPr>
          </a:p>
        </p:txBody>
      </p:sp>
      <p:sp>
        <p:nvSpPr>
          <p:cNvPr id="8196" name="Rectangle 2"/>
          <p:cNvSpPr txBox="1">
            <a:spLocks noGrp="1" noRot="1" noChangeAspect="1" noChangeArrowheads="1" noTextEdit="1"/>
          </p:cNvSpPr>
          <p:nvPr>
            <p:ph type="sldImg"/>
          </p:nvPr>
        </p:nvSpPr>
        <p:spPr>
          <a:xfrm>
            <a:off x="925513" y="747713"/>
            <a:ext cx="4981575" cy="3735387"/>
          </a:xfrm>
          <a:solidFill>
            <a:srgbClr val="FFFFFF"/>
          </a:solidFill>
          <a:ln/>
        </p:spPr>
      </p:sp>
      <p:sp>
        <p:nvSpPr>
          <p:cNvPr id="8197" name="Text Box 3"/>
          <p:cNvSpPr txBox="1">
            <a:spLocks noChangeArrowheads="1"/>
          </p:cNvSpPr>
          <p:nvPr/>
        </p:nvSpPr>
        <p:spPr bwMode="auto">
          <a:xfrm>
            <a:off x="911225" y="4732338"/>
            <a:ext cx="5010150" cy="4483100"/>
          </a:xfrm>
          <a:prstGeom prst="rect">
            <a:avLst/>
          </a:prstGeom>
          <a:solidFill>
            <a:srgbClr val="FFFFFF"/>
          </a:solidFill>
          <a:ln w="9360" cap="sq">
            <a:solidFill>
              <a:srgbClr val="000000"/>
            </a:solidFill>
            <a:miter lim="800000"/>
            <a:headEnd/>
            <a:tailEnd/>
          </a:ln>
        </p:spPr>
        <p:txBody>
          <a:bodyPr wrap="none" anchor="ctr"/>
          <a:lstStyle/>
          <a:p>
            <a:endParaRPr lang="zh-TW" altLang="en-US"/>
          </a:p>
        </p:txBody>
      </p:sp>
    </p:spTree>
    <p:extLst>
      <p:ext uri="{BB962C8B-B14F-4D97-AF65-F5344CB8AC3E}">
        <p14:creationId xmlns:p14="http://schemas.microsoft.com/office/powerpoint/2010/main" val="1209658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13"/>
          <p:cNvSpPr>
            <a:spLocks noGrp="1" noChangeArrowheads="1"/>
          </p:cNvSpPr>
          <p:nvPr>
            <p:ph type="sldNum" sz="quarter"/>
          </p:nvPr>
        </p:nvSpPr>
        <p:spPr>
          <a:noFill/>
          <a:ln/>
        </p:spPr>
        <p:txBody>
          <a:bodyPr/>
          <a:lstStyle/>
          <a:p>
            <a:fld id="{2DCAC62A-048A-45E2-9F0E-41A397F0C212}" type="slidenum">
              <a:rPr lang="en-US" altLang="zh-TW"/>
              <a:pPr/>
              <a:t>2</a:t>
            </a:fld>
            <a:endParaRPr lang="en-US" altLang="zh-TW"/>
          </a:p>
        </p:txBody>
      </p:sp>
      <p:sp>
        <p:nvSpPr>
          <p:cNvPr id="9219" name="Text Box 1"/>
          <p:cNvSpPr txBox="1">
            <a:spLocks noChangeArrowheads="1"/>
          </p:cNvSpPr>
          <p:nvPr/>
        </p:nvSpPr>
        <p:spPr bwMode="auto">
          <a:xfrm>
            <a:off x="3871913" y="9464675"/>
            <a:ext cx="2960687" cy="498475"/>
          </a:xfrm>
          <a:prstGeom prst="rect">
            <a:avLst/>
          </a:prstGeom>
          <a:noFill/>
          <a:ln w="9525">
            <a:noFill/>
            <a:round/>
            <a:headEnd/>
            <a:tailEnd/>
          </a:ln>
        </p:spPr>
        <p:txBody>
          <a:bodyPr lIns="91800" tIns="46080" rIns="91800" bIns="4608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3A2A7D6-1986-487B-9F5B-229629A13133}" type="slidenum">
              <a:rPr lang="en-US" altLang="zh-TW" sz="1200">
                <a:solidFill>
                  <a:srgbClr val="000000"/>
                </a:solidFill>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a:t>
            </a:fld>
            <a:endParaRPr lang="en-US" altLang="zh-TW" sz="1200">
              <a:solidFill>
                <a:srgbClr val="000000"/>
              </a:solidFill>
            </a:endParaRPr>
          </a:p>
        </p:txBody>
      </p:sp>
      <p:sp>
        <p:nvSpPr>
          <p:cNvPr id="9220" name="Rectangle 2"/>
          <p:cNvSpPr txBox="1">
            <a:spLocks noGrp="1" noRot="1" noChangeAspect="1" noChangeArrowheads="1" noTextEdit="1"/>
          </p:cNvSpPr>
          <p:nvPr>
            <p:ph type="sldImg"/>
          </p:nvPr>
        </p:nvSpPr>
        <p:spPr>
          <a:xfrm>
            <a:off x="925513" y="747713"/>
            <a:ext cx="4981575" cy="3735387"/>
          </a:xfrm>
          <a:solidFill>
            <a:srgbClr val="FFFFFF"/>
          </a:solidFill>
          <a:ln/>
        </p:spPr>
      </p:sp>
      <p:sp>
        <p:nvSpPr>
          <p:cNvPr id="9221" name="Text Box 3"/>
          <p:cNvSpPr txBox="1">
            <a:spLocks noChangeArrowheads="1"/>
          </p:cNvSpPr>
          <p:nvPr/>
        </p:nvSpPr>
        <p:spPr bwMode="auto">
          <a:xfrm>
            <a:off x="911225" y="4732338"/>
            <a:ext cx="5010150" cy="4483100"/>
          </a:xfrm>
          <a:prstGeom prst="rect">
            <a:avLst/>
          </a:prstGeom>
          <a:solidFill>
            <a:srgbClr val="FFFFFF"/>
          </a:solidFill>
          <a:ln w="9360" cap="sq">
            <a:solidFill>
              <a:srgbClr val="000000"/>
            </a:solidFill>
            <a:miter lim="800000"/>
            <a:headEnd/>
            <a:tailEnd/>
          </a:ln>
        </p:spPr>
        <p:txBody>
          <a:bodyPr wrap="none" anchor="ctr"/>
          <a:lstStyle/>
          <a:p>
            <a:endParaRPr lang="zh-TW" altLang="en-US"/>
          </a:p>
        </p:txBody>
      </p:sp>
    </p:spTree>
    <p:extLst>
      <p:ext uri="{BB962C8B-B14F-4D97-AF65-F5344CB8AC3E}">
        <p14:creationId xmlns:p14="http://schemas.microsoft.com/office/powerpoint/2010/main" val="699668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13"/>
          <p:cNvSpPr>
            <a:spLocks noGrp="1" noChangeArrowheads="1"/>
          </p:cNvSpPr>
          <p:nvPr>
            <p:ph type="sldNum" sz="quarter"/>
          </p:nvPr>
        </p:nvSpPr>
        <p:spPr>
          <a:noFill/>
          <a:ln/>
        </p:spPr>
        <p:txBody>
          <a:bodyPr/>
          <a:lstStyle/>
          <a:p>
            <a:fld id="{721B754B-4B34-483B-A8C1-785C6AF366AB}" type="slidenum">
              <a:rPr lang="en-US" altLang="zh-TW"/>
              <a:pPr/>
              <a:t>3</a:t>
            </a:fld>
            <a:endParaRPr lang="en-US" altLang="zh-TW"/>
          </a:p>
        </p:txBody>
      </p:sp>
      <p:sp>
        <p:nvSpPr>
          <p:cNvPr id="10243" name="Rectangle 1"/>
          <p:cNvSpPr txBox="1">
            <a:spLocks noGrp="1" noRot="1" noChangeAspect="1" noChangeArrowheads="1" noTextEdit="1"/>
          </p:cNvSpPr>
          <p:nvPr>
            <p:ph type="sldImg"/>
          </p:nvPr>
        </p:nvSpPr>
        <p:spPr>
          <a:xfrm>
            <a:off x="925513" y="747713"/>
            <a:ext cx="4979987" cy="3733800"/>
          </a:xfrm>
          <a:solidFill>
            <a:srgbClr val="FFFFFF"/>
          </a:solidFill>
          <a:ln/>
        </p:spPr>
      </p:sp>
      <p:sp>
        <p:nvSpPr>
          <p:cNvPr id="10244" name="Text Box 2"/>
          <p:cNvSpPr txBox="1">
            <a:spLocks noChangeArrowheads="1"/>
          </p:cNvSpPr>
          <p:nvPr/>
        </p:nvSpPr>
        <p:spPr bwMode="auto">
          <a:xfrm>
            <a:off x="911225" y="4732338"/>
            <a:ext cx="5008563" cy="4481512"/>
          </a:xfrm>
          <a:prstGeom prst="rect">
            <a:avLst/>
          </a:prstGeom>
          <a:noFill/>
          <a:ln w="9525">
            <a:noFill/>
            <a:round/>
            <a:headEnd/>
            <a:tailEnd/>
          </a:ln>
        </p:spPr>
        <p:txBody>
          <a:bodyPr wrap="none" anchor="ctr"/>
          <a:lstStyle/>
          <a:p>
            <a:endParaRPr lang="zh-TW" altLang="en-US"/>
          </a:p>
        </p:txBody>
      </p:sp>
    </p:spTree>
    <p:extLst>
      <p:ext uri="{BB962C8B-B14F-4D97-AF65-F5344CB8AC3E}">
        <p14:creationId xmlns:p14="http://schemas.microsoft.com/office/powerpoint/2010/main" val="7299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13"/>
          <p:cNvSpPr>
            <a:spLocks noGrp="1" noChangeArrowheads="1"/>
          </p:cNvSpPr>
          <p:nvPr>
            <p:ph type="sldNum" sz="quarter"/>
          </p:nvPr>
        </p:nvSpPr>
        <p:spPr>
          <a:noFill/>
          <a:ln/>
        </p:spPr>
        <p:txBody>
          <a:bodyPr/>
          <a:lstStyle/>
          <a:p>
            <a:fld id="{94DF41A1-4DD8-4AFF-940A-BFBD20DA7ACF}" type="slidenum">
              <a:rPr lang="en-US" altLang="zh-TW"/>
              <a:pPr/>
              <a:t>4</a:t>
            </a:fld>
            <a:endParaRPr lang="en-US" altLang="zh-TW"/>
          </a:p>
        </p:txBody>
      </p:sp>
      <p:sp>
        <p:nvSpPr>
          <p:cNvPr id="11267" name="Rectangle 1"/>
          <p:cNvSpPr txBox="1">
            <a:spLocks noGrp="1" noRot="1" noChangeAspect="1" noChangeArrowheads="1" noTextEdit="1"/>
          </p:cNvSpPr>
          <p:nvPr>
            <p:ph type="sldImg"/>
          </p:nvPr>
        </p:nvSpPr>
        <p:spPr>
          <a:xfrm>
            <a:off x="927100" y="747713"/>
            <a:ext cx="4970463" cy="3727450"/>
          </a:xfrm>
          <a:solidFill>
            <a:srgbClr val="FFFFFF"/>
          </a:solidFill>
          <a:ln/>
        </p:spPr>
      </p:sp>
      <p:sp>
        <p:nvSpPr>
          <p:cNvPr id="11268" name="Text Box 2"/>
          <p:cNvSpPr txBox="1">
            <a:spLocks noChangeArrowheads="1"/>
          </p:cNvSpPr>
          <p:nvPr/>
        </p:nvSpPr>
        <p:spPr bwMode="auto">
          <a:xfrm>
            <a:off x="911225" y="4732338"/>
            <a:ext cx="5002213" cy="4475162"/>
          </a:xfrm>
          <a:prstGeom prst="rect">
            <a:avLst/>
          </a:prstGeom>
          <a:noFill/>
          <a:ln w="9525">
            <a:noFill/>
            <a:round/>
            <a:headEnd/>
            <a:tailEnd/>
          </a:ln>
        </p:spPr>
        <p:txBody>
          <a:bodyPr wrap="none" anchor="ctr"/>
          <a:lstStyle/>
          <a:p>
            <a:endParaRPr lang="zh-TW" altLang="en-US"/>
          </a:p>
        </p:txBody>
      </p:sp>
    </p:spTree>
    <p:extLst>
      <p:ext uri="{BB962C8B-B14F-4D97-AF65-F5344CB8AC3E}">
        <p14:creationId xmlns:p14="http://schemas.microsoft.com/office/powerpoint/2010/main" val="2664222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3"/>
          <p:cNvSpPr>
            <a:spLocks noGrp="1" noChangeArrowheads="1"/>
          </p:cNvSpPr>
          <p:nvPr>
            <p:ph type="dt" idx="10"/>
          </p:nvPr>
        </p:nvSpPr>
        <p:spPr>
          <a:ln/>
        </p:spPr>
        <p:txBody>
          <a:bodyPr/>
          <a:lstStyle>
            <a:lvl1pPr>
              <a:defRPr/>
            </a:lvl1pPr>
          </a:lstStyle>
          <a:p>
            <a:pPr>
              <a:defRPr/>
            </a:pPr>
            <a:fld id="{0720625E-4D08-4384-8DE4-9CEC2AE6641B}" type="datetime1">
              <a:rPr lang="en-US"/>
              <a:pPr>
                <a:defRPr/>
              </a:pPr>
              <a:t>3/30/2015</a:t>
            </a:fld>
            <a:endParaRPr lang="en-US"/>
          </a:p>
        </p:txBody>
      </p:sp>
      <p:sp>
        <p:nvSpPr>
          <p:cNvPr id="5" name="Rectangle 5"/>
          <p:cNvSpPr>
            <a:spLocks noGrp="1" noChangeArrowheads="1"/>
          </p:cNvSpPr>
          <p:nvPr>
            <p:ph type="sldNum" idx="11"/>
          </p:nvPr>
        </p:nvSpPr>
        <p:spPr>
          <a:ln/>
        </p:spPr>
        <p:txBody>
          <a:bodyPr/>
          <a:lstStyle>
            <a:lvl1pPr>
              <a:defRPr/>
            </a:lvl1pPr>
          </a:lstStyle>
          <a:p>
            <a:pPr>
              <a:defRPr/>
            </a:pPr>
            <a:fld id="{0C33D0FD-5E4A-4DD1-8F8C-5C74EF4B1F6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3"/>
          <p:cNvSpPr>
            <a:spLocks noGrp="1" noChangeArrowheads="1"/>
          </p:cNvSpPr>
          <p:nvPr>
            <p:ph type="dt" idx="10"/>
          </p:nvPr>
        </p:nvSpPr>
        <p:spPr>
          <a:ln/>
        </p:spPr>
        <p:txBody>
          <a:bodyPr/>
          <a:lstStyle>
            <a:lvl1pPr>
              <a:defRPr/>
            </a:lvl1pPr>
          </a:lstStyle>
          <a:p>
            <a:pPr>
              <a:defRPr/>
            </a:pPr>
            <a:fld id="{848F405E-FAD4-4BA3-9EDB-435A8DC4DFE4}" type="datetime1">
              <a:rPr lang="en-US"/>
              <a:pPr>
                <a:defRPr/>
              </a:pPr>
              <a:t>3/30/2015</a:t>
            </a:fld>
            <a:endParaRPr lang="en-US"/>
          </a:p>
        </p:txBody>
      </p:sp>
      <p:sp>
        <p:nvSpPr>
          <p:cNvPr id="5" name="Rectangle 5"/>
          <p:cNvSpPr>
            <a:spLocks noGrp="1" noChangeArrowheads="1"/>
          </p:cNvSpPr>
          <p:nvPr>
            <p:ph type="sldNum" idx="11"/>
          </p:nvPr>
        </p:nvSpPr>
        <p:spPr>
          <a:ln/>
        </p:spPr>
        <p:txBody>
          <a:bodyPr/>
          <a:lstStyle>
            <a:lvl1pPr>
              <a:defRPr/>
            </a:lvl1pPr>
          </a:lstStyle>
          <a:p>
            <a:pPr>
              <a:defRPr/>
            </a:pPr>
            <a:fld id="{7A6489C3-D433-4B26-A124-7644A0C0804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3"/>
          <p:cNvSpPr>
            <a:spLocks noGrp="1" noChangeArrowheads="1"/>
          </p:cNvSpPr>
          <p:nvPr>
            <p:ph type="dt" idx="10"/>
          </p:nvPr>
        </p:nvSpPr>
        <p:spPr>
          <a:ln/>
        </p:spPr>
        <p:txBody>
          <a:bodyPr/>
          <a:lstStyle>
            <a:lvl1pPr>
              <a:defRPr/>
            </a:lvl1pPr>
          </a:lstStyle>
          <a:p>
            <a:pPr>
              <a:defRPr/>
            </a:pPr>
            <a:fld id="{2655CE4B-74D8-43B7-A53B-A93A1134F5E5}" type="datetime1">
              <a:rPr lang="en-US"/>
              <a:pPr>
                <a:defRPr/>
              </a:pPr>
              <a:t>3/30/2015</a:t>
            </a:fld>
            <a:endParaRPr lang="en-US"/>
          </a:p>
        </p:txBody>
      </p:sp>
      <p:sp>
        <p:nvSpPr>
          <p:cNvPr id="5" name="Rectangle 5"/>
          <p:cNvSpPr>
            <a:spLocks noGrp="1" noChangeArrowheads="1"/>
          </p:cNvSpPr>
          <p:nvPr>
            <p:ph type="sldNum" idx="11"/>
          </p:nvPr>
        </p:nvSpPr>
        <p:spPr>
          <a:ln/>
        </p:spPr>
        <p:txBody>
          <a:bodyPr/>
          <a:lstStyle>
            <a:lvl1pPr>
              <a:defRPr/>
            </a:lvl1pPr>
          </a:lstStyle>
          <a:p>
            <a:pPr>
              <a:defRPr/>
            </a:pPr>
            <a:fld id="{988FADA2-0B63-46DD-83DF-A27AD3AB886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62000" y="1524000"/>
            <a:ext cx="3803650" cy="463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718050" y="1524000"/>
            <a:ext cx="3805238" cy="463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3"/>
          <p:cNvSpPr>
            <a:spLocks noGrp="1" noChangeArrowheads="1"/>
          </p:cNvSpPr>
          <p:nvPr>
            <p:ph type="dt" idx="10"/>
          </p:nvPr>
        </p:nvSpPr>
        <p:spPr>
          <a:ln/>
        </p:spPr>
        <p:txBody>
          <a:bodyPr/>
          <a:lstStyle>
            <a:lvl1pPr>
              <a:defRPr/>
            </a:lvl1pPr>
          </a:lstStyle>
          <a:p>
            <a:pPr>
              <a:defRPr/>
            </a:pPr>
            <a:fld id="{45D710B1-4079-497B-B3C7-E8724E19D67A}" type="datetime1">
              <a:rPr lang="en-US"/>
              <a:pPr>
                <a:defRPr/>
              </a:pPr>
              <a:t>3/30/2015</a:t>
            </a:fld>
            <a:endParaRPr lang="en-US"/>
          </a:p>
        </p:txBody>
      </p:sp>
      <p:sp>
        <p:nvSpPr>
          <p:cNvPr id="6" name="Rectangle 5"/>
          <p:cNvSpPr>
            <a:spLocks noGrp="1" noChangeArrowheads="1"/>
          </p:cNvSpPr>
          <p:nvPr>
            <p:ph type="sldNum" idx="11"/>
          </p:nvPr>
        </p:nvSpPr>
        <p:spPr>
          <a:ln/>
        </p:spPr>
        <p:txBody>
          <a:bodyPr/>
          <a:lstStyle>
            <a:lvl1pPr>
              <a:defRPr/>
            </a:lvl1pPr>
          </a:lstStyle>
          <a:p>
            <a:pPr>
              <a:defRPr/>
            </a:pPr>
            <a:fld id="{9E28848F-87DE-4990-B7D2-4168E7E6F1C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3"/>
          <p:cNvSpPr>
            <a:spLocks noGrp="1" noChangeArrowheads="1"/>
          </p:cNvSpPr>
          <p:nvPr>
            <p:ph type="dt" idx="10"/>
          </p:nvPr>
        </p:nvSpPr>
        <p:spPr>
          <a:ln/>
        </p:spPr>
        <p:txBody>
          <a:bodyPr/>
          <a:lstStyle>
            <a:lvl1pPr>
              <a:defRPr/>
            </a:lvl1pPr>
          </a:lstStyle>
          <a:p>
            <a:pPr>
              <a:defRPr/>
            </a:pPr>
            <a:fld id="{DFEA15F3-04D9-411C-B255-A29F345BD352}" type="datetime1">
              <a:rPr lang="en-US"/>
              <a:pPr>
                <a:defRPr/>
              </a:pPr>
              <a:t>3/30/2015</a:t>
            </a:fld>
            <a:endParaRPr lang="en-US"/>
          </a:p>
        </p:txBody>
      </p:sp>
      <p:sp>
        <p:nvSpPr>
          <p:cNvPr id="8" name="Rectangle 5"/>
          <p:cNvSpPr>
            <a:spLocks noGrp="1" noChangeArrowheads="1"/>
          </p:cNvSpPr>
          <p:nvPr>
            <p:ph type="sldNum" idx="11"/>
          </p:nvPr>
        </p:nvSpPr>
        <p:spPr>
          <a:ln/>
        </p:spPr>
        <p:txBody>
          <a:bodyPr/>
          <a:lstStyle>
            <a:lvl1pPr>
              <a:defRPr/>
            </a:lvl1pPr>
          </a:lstStyle>
          <a:p>
            <a:pPr>
              <a:defRPr/>
            </a:pPr>
            <a:fld id="{FB00406F-26FE-4812-A77D-2DF29A1AEAE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3"/>
          <p:cNvSpPr>
            <a:spLocks noGrp="1" noChangeArrowheads="1"/>
          </p:cNvSpPr>
          <p:nvPr>
            <p:ph type="dt" idx="10"/>
          </p:nvPr>
        </p:nvSpPr>
        <p:spPr>
          <a:ln/>
        </p:spPr>
        <p:txBody>
          <a:bodyPr/>
          <a:lstStyle>
            <a:lvl1pPr>
              <a:defRPr/>
            </a:lvl1pPr>
          </a:lstStyle>
          <a:p>
            <a:pPr>
              <a:defRPr/>
            </a:pPr>
            <a:fld id="{2326B2B9-BC1B-4ABF-B202-C32A4F6419F4}" type="datetime1">
              <a:rPr lang="en-US"/>
              <a:pPr>
                <a:defRPr/>
              </a:pPr>
              <a:t>3/30/2015</a:t>
            </a:fld>
            <a:endParaRPr lang="en-US"/>
          </a:p>
        </p:txBody>
      </p:sp>
      <p:sp>
        <p:nvSpPr>
          <p:cNvPr id="4" name="Rectangle 5"/>
          <p:cNvSpPr>
            <a:spLocks noGrp="1" noChangeArrowheads="1"/>
          </p:cNvSpPr>
          <p:nvPr>
            <p:ph type="sldNum" idx="11"/>
          </p:nvPr>
        </p:nvSpPr>
        <p:spPr>
          <a:ln/>
        </p:spPr>
        <p:txBody>
          <a:bodyPr/>
          <a:lstStyle>
            <a:lvl1pPr>
              <a:defRPr/>
            </a:lvl1pPr>
          </a:lstStyle>
          <a:p>
            <a:pPr>
              <a:defRPr/>
            </a:pPr>
            <a:fld id="{9B67BD50-9297-45B6-8FE4-953EC00B37A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fld id="{30C8E3F1-95D1-4086-886F-12862B1B2456}" type="datetime1">
              <a:rPr lang="en-US"/>
              <a:pPr>
                <a:defRPr/>
              </a:pPr>
              <a:t>3/30/2015</a:t>
            </a:fld>
            <a:endParaRPr lang="en-US"/>
          </a:p>
        </p:txBody>
      </p:sp>
      <p:sp>
        <p:nvSpPr>
          <p:cNvPr id="3" name="Rectangle 5"/>
          <p:cNvSpPr>
            <a:spLocks noGrp="1" noChangeArrowheads="1"/>
          </p:cNvSpPr>
          <p:nvPr>
            <p:ph type="sldNum" idx="11"/>
          </p:nvPr>
        </p:nvSpPr>
        <p:spPr>
          <a:ln/>
        </p:spPr>
        <p:txBody>
          <a:bodyPr/>
          <a:lstStyle>
            <a:lvl1pPr>
              <a:defRPr/>
            </a:lvl1pPr>
          </a:lstStyle>
          <a:p>
            <a:pPr>
              <a:defRPr/>
            </a:pPr>
            <a:fld id="{C4EF831F-80A5-4915-A68A-844AB9314C5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3"/>
          <p:cNvSpPr>
            <a:spLocks noGrp="1" noChangeArrowheads="1"/>
          </p:cNvSpPr>
          <p:nvPr>
            <p:ph type="dt" idx="10"/>
          </p:nvPr>
        </p:nvSpPr>
        <p:spPr>
          <a:ln/>
        </p:spPr>
        <p:txBody>
          <a:bodyPr/>
          <a:lstStyle>
            <a:lvl1pPr>
              <a:defRPr/>
            </a:lvl1pPr>
          </a:lstStyle>
          <a:p>
            <a:pPr>
              <a:defRPr/>
            </a:pPr>
            <a:fld id="{3E21548E-BF82-42AB-8D0E-995E21B02A16}" type="datetime1">
              <a:rPr lang="en-US"/>
              <a:pPr>
                <a:defRPr/>
              </a:pPr>
              <a:t>3/30/2015</a:t>
            </a:fld>
            <a:endParaRPr lang="en-US"/>
          </a:p>
        </p:txBody>
      </p:sp>
      <p:sp>
        <p:nvSpPr>
          <p:cNvPr id="6" name="Rectangle 5"/>
          <p:cNvSpPr>
            <a:spLocks noGrp="1" noChangeArrowheads="1"/>
          </p:cNvSpPr>
          <p:nvPr>
            <p:ph type="sldNum" idx="11"/>
          </p:nvPr>
        </p:nvSpPr>
        <p:spPr>
          <a:ln/>
        </p:spPr>
        <p:txBody>
          <a:bodyPr/>
          <a:lstStyle>
            <a:lvl1pPr>
              <a:defRPr/>
            </a:lvl1pPr>
          </a:lstStyle>
          <a:p>
            <a:pPr>
              <a:defRPr/>
            </a:pPr>
            <a:fld id="{09BEA528-DDA5-4F82-9276-6A1A821B7BF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3"/>
          <p:cNvSpPr>
            <a:spLocks noGrp="1" noChangeArrowheads="1"/>
          </p:cNvSpPr>
          <p:nvPr>
            <p:ph type="dt" idx="10"/>
          </p:nvPr>
        </p:nvSpPr>
        <p:spPr>
          <a:ln/>
        </p:spPr>
        <p:txBody>
          <a:bodyPr/>
          <a:lstStyle>
            <a:lvl1pPr>
              <a:defRPr/>
            </a:lvl1pPr>
          </a:lstStyle>
          <a:p>
            <a:pPr>
              <a:defRPr/>
            </a:pPr>
            <a:fld id="{EE0CB4B1-6D17-4EE2-A6DA-9322A4BDCBF4}" type="datetime1">
              <a:rPr lang="en-US"/>
              <a:pPr>
                <a:defRPr/>
              </a:pPr>
              <a:t>3/30/2015</a:t>
            </a:fld>
            <a:endParaRPr lang="en-US"/>
          </a:p>
        </p:txBody>
      </p:sp>
      <p:sp>
        <p:nvSpPr>
          <p:cNvPr id="6" name="Rectangle 5"/>
          <p:cNvSpPr>
            <a:spLocks noGrp="1" noChangeArrowheads="1"/>
          </p:cNvSpPr>
          <p:nvPr>
            <p:ph type="sldNum" idx="11"/>
          </p:nvPr>
        </p:nvSpPr>
        <p:spPr>
          <a:ln/>
        </p:spPr>
        <p:txBody>
          <a:bodyPr/>
          <a:lstStyle>
            <a:lvl1pPr>
              <a:defRPr/>
            </a:lvl1pPr>
          </a:lstStyle>
          <a:p>
            <a:pPr>
              <a:defRPr/>
            </a:pPr>
            <a:fld id="{0A52E7D3-B7F3-4B48-AC1D-74E5F31E3CE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3"/>
          <p:cNvSpPr>
            <a:spLocks noGrp="1" noChangeArrowheads="1"/>
          </p:cNvSpPr>
          <p:nvPr>
            <p:ph type="dt" idx="10"/>
          </p:nvPr>
        </p:nvSpPr>
        <p:spPr>
          <a:ln/>
        </p:spPr>
        <p:txBody>
          <a:bodyPr/>
          <a:lstStyle>
            <a:lvl1pPr>
              <a:defRPr/>
            </a:lvl1pPr>
          </a:lstStyle>
          <a:p>
            <a:pPr>
              <a:defRPr/>
            </a:pPr>
            <a:fld id="{BA481AE0-4985-412E-9309-D7EC68098ECA}" type="datetime1">
              <a:rPr lang="en-US"/>
              <a:pPr>
                <a:defRPr/>
              </a:pPr>
              <a:t>3/30/2015</a:t>
            </a:fld>
            <a:endParaRPr lang="en-US"/>
          </a:p>
        </p:txBody>
      </p:sp>
      <p:sp>
        <p:nvSpPr>
          <p:cNvPr id="5" name="Rectangle 5"/>
          <p:cNvSpPr>
            <a:spLocks noGrp="1" noChangeArrowheads="1"/>
          </p:cNvSpPr>
          <p:nvPr>
            <p:ph type="sldNum" idx="11"/>
          </p:nvPr>
        </p:nvSpPr>
        <p:spPr>
          <a:ln/>
        </p:spPr>
        <p:txBody>
          <a:bodyPr/>
          <a:lstStyle>
            <a:lvl1pPr>
              <a:defRPr/>
            </a:lvl1pPr>
          </a:lstStyle>
          <a:p>
            <a:pPr>
              <a:defRPr/>
            </a:pPr>
            <a:fld id="{9F0FE2EE-6F40-4793-8000-9C6C29C31915}"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99238" y="381000"/>
            <a:ext cx="1944687" cy="578008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62000" y="381000"/>
            <a:ext cx="5684838" cy="578008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3"/>
          <p:cNvSpPr>
            <a:spLocks noGrp="1" noChangeArrowheads="1"/>
          </p:cNvSpPr>
          <p:nvPr>
            <p:ph type="dt" idx="10"/>
          </p:nvPr>
        </p:nvSpPr>
        <p:spPr>
          <a:ln/>
        </p:spPr>
        <p:txBody>
          <a:bodyPr/>
          <a:lstStyle>
            <a:lvl1pPr>
              <a:defRPr/>
            </a:lvl1pPr>
          </a:lstStyle>
          <a:p>
            <a:pPr>
              <a:defRPr/>
            </a:pPr>
            <a:fld id="{22AB6319-EDD0-48A4-A65E-DD433365121F}" type="datetime1">
              <a:rPr lang="en-US"/>
              <a:pPr>
                <a:defRPr/>
              </a:pPr>
              <a:t>3/30/2015</a:t>
            </a:fld>
            <a:endParaRPr lang="en-US"/>
          </a:p>
        </p:txBody>
      </p:sp>
      <p:sp>
        <p:nvSpPr>
          <p:cNvPr id="5" name="Rectangle 5"/>
          <p:cNvSpPr>
            <a:spLocks noGrp="1" noChangeArrowheads="1"/>
          </p:cNvSpPr>
          <p:nvPr>
            <p:ph type="sldNum" idx="11"/>
          </p:nvPr>
        </p:nvSpPr>
        <p:spPr>
          <a:ln/>
        </p:spPr>
        <p:txBody>
          <a:bodyPr/>
          <a:lstStyle>
            <a:lvl1pPr>
              <a:defRPr/>
            </a:lvl1pPr>
          </a:lstStyle>
          <a:p>
            <a:pPr>
              <a:defRPr/>
            </a:pPr>
            <a:fld id="{DCBEA5A4-6ADD-4CB6-A463-1D656D7B90FD}"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13"/>
          <p:cNvSpPr>
            <a:spLocks noGrp="1" noChangeArrowheads="1"/>
          </p:cNvSpPr>
          <p:nvPr>
            <p:ph type="dt" idx="10"/>
          </p:nvPr>
        </p:nvSpPr>
        <p:spPr>
          <a:ln/>
        </p:spPr>
        <p:txBody>
          <a:bodyPr/>
          <a:lstStyle>
            <a:lvl1pPr>
              <a:defRPr/>
            </a:lvl1pPr>
          </a:lstStyle>
          <a:p>
            <a:pPr>
              <a:defRPr/>
            </a:pPr>
            <a:fld id="{739E699D-C6C6-4A2E-A5FA-BCC3443E7AD8}" type="datetime1">
              <a:rPr lang="en-US"/>
              <a:pPr>
                <a:defRPr/>
              </a:pPr>
              <a:t>3/30/2015</a:t>
            </a:fld>
            <a:endParaRPr lang="en-US"/>
          </a:p>
        </p:txBody>
      </p:sp>
      <p:sp>
        <p:nvSpPr>
          <p:cNvPr id="5" name="Rectangle 14"/>
          <p:cNvSpPr>
            <a:spLocks noGrp="1" noChangeArrowheads="1"/>
          </p:cNvSpPr>
          <p:nvPr>
            <p:ph type="ftr" idx="11"/>
          </p:nvPr>
        </p:nvSpPr>
        <p:spPr>
          <a:ln/>
        </p:spPr>
        <p:txBody>
          <a:bodyPr/>
          <a:lstStyle>
            <a:lvl1pPr>
              <a:defRPr/>
            </a:lvl1pPr>
          </a:lstStyle>
          <a:p>
            <a:pPr>
              <a:defRPr/>
            </a:pPr>
            <a:r>
              <a:rPr lang="en-US"/>
              <a:t>1</a:t>
            </a:r>
          </a:p>
        </p:txBody>
      </p:sp>
      <p:sp>
        <p:nvSpPr>
          <p:cNvPr id="6" name="Rectangle 15"/>
          <p:cNvSpPr>
            <a:spLocks noGrp="1" noChangeArrowheads="1"/>
          </p:cNvSpPr>
          <p:nvPr>
            <p:ph type="sldNum" idx="12"/>
          </p:nvPr>
        </p:nvSpPr>
        <p:spPr>
          <a:ln/>
        </p:spPr>
        <p:txBody>
          <a:bodyPr/>
          <a:lstStyle>
            <a:lvl1pPr>
              <a:defRPr/>
            </a:lvl1pPr>
          </a:lstStyle>
          <a:p>
            <a:pPr>
              <a:defRPr/>
            </a:pPr>
            <a:fld id="{B885ED2F-6D28-4949-A672-4D660631EE9E}"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3"/>
          <p:cNvSpPr>
            <a:spLocks noGrp="1" noChangeArrowheads="1"/>
          </p:cNvSpPr>
          <p:nvPr>
            <p:ph type="dt" idx="10"/>
          </p:nvPr>
        </p:nvSpPr>
        <p:spPr>
          <a:ln/>
        </p:spPr>
        <p:txBody>
          <a:bodyPr/>
          <a:lstStyle>
            <a:lvl1pPr>
              <a:defRPr/>
            </a:lvl1pPr>
          </a:lstStyle>
          <a:p>
            <a:pPr>
              <a:defRPr/>
            </a:pPr>
            <a:fld id="{5C098645-A6A1-4052-9354-92B0396AF259}" type="datetime1">
              <a:rPr lang="en-US"/>
              <a:pPr>
                <a:defRPr/>
              </a:pPr>
              <a:t>3/30/2015</a:t>
            </a:fld>
            <a:endParaRPr lang="en-US"/>
          </a:p>
        </p:txBody>
      </p:sp>
      <p:sp>
        <p:nvSpPr>
          <p:cNvPr id="5" name="Rectangle 14"/>
          <p:cNvSpPr>
            <a:spLocks noGrp="1" noChangeArrowheads="1"/>
          </p:cNvSpPr>
          <p:nvPr>
            <p:ph type="ftr" idx="11"/>
          </p:nvPr>
        </p:nvSpPr>
        <p:spPr>
          <a:ln/>
        </p:spPr>
        <p:txBody>
          <a:bodyPr/>
          <a:lstStyle>
            <a:lvl1pPr>
              <a:defRPr/>
            </a:lvl1pPr>
          </a:lstStyle>
          <a:p>
            <a:pPr>
              <a:defRPr/>
            </a:pPr>
            <a:r>
              <a:rPr lang="en-US"/>
              <a:t>1</a:t>
            </a:r>
          </a:p>
        </p:txBody>
      </p:sp>
      <p:sp>
        <p:nvSpPr>
          <p:cNvPr id="6" name="Rectangle 15"/>
          <p:cNvSpPr>
            <a:spLocks noGrp="1" noChangeArrowheads="1"/>
          </p:cNvSpPr>
          <p:nvPr>
            <p:ph type="sldNum" idx="12"/>
          </p:nvPr>
        </p:nvSpPr>
        <p:spPr>
          <a:ln/>
        </p:spPr>
        <p:txBody>
          <a:bodyPr/>
          <a:lstStyle>
            <a:lvl1pPr>
              <a:defRPr/>
            </a:lvl1pPr>
          </a:lstStyle>
          <a:p>
            <a:pPr>
              <a:defRPr/>
            </a:pPr>
            <a:fld id="{92488586-138D-4552-BF2E-CBBA07B7AFC4}"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13"/>
          <p:cNvSpPr>
            <a:spLocks noGrp="1" noChangeArrowheads="1"/>
          </p:cNvSpPr>
          <p:nvPr>
            <p:ph type="dt" idx="10"/>
          </p:nvPr>
        </p:nvSpPr>
        <p:spPr>
          <a:ln/>
        </p:spPr>
        <p:txBody>
          <a:bodyPr/>
          <a:lstStyle>
            <a:lvl1pPr>
              <a:defRPr/>
            </a:lvl1pPr>
          </a:lstStyle>
          <a:p>
            <a:pPr>
              <a:defRPr/>
            </a:pPr>
            <a:fld id="{01A2609C-9EAD-4597-B992-2A078E800CB3}" type="datetime1">
              <a:rPr lang="en-US"/>
              <a:pPr>
                <a:defRPr/>
              </a:pPr>
              <a:t>3/30/2015</a:t>
            </a:fld>
            <a:endParaRPr lang="en-US"/>
          </a:p>
        </p:txBody>
      </p:sp>
      <p:sp>
        <p:nvSpPr>
          <p:cNvPr id="5" name="Rectangle 14"/>
          <p:cNvSpPr>
            <a:spLocks noGrp="1" noChangeArrowheads="1"/>
          </p:cNvSpPr>
          <p:nvPr>
            <p:ph type="ftr" idx="11"/>
          </p:nvPr>
        </p:nvSpPr>
        <p:spPr>
          <a:ln/>
        </p:spPr>
        <p:txBody>
          <a:bodyPr/>
          <a:lstStyle>
            <a:lvl1pPr>
              <a:defRPr/>
            </a:lvl1pPr>
          </a:lstStyle>
          <a:p>
            <a:pPr>
              <a:defRPr/>
            </a:pPr>
            <a:r>
              <a:rPr lang="en-US"/>
              <a:t>1</a:t>
            </a:r>
          </a:p>
        </p:txBody>
      </p:sp>
      <p:sp>
        <p:nvSpPr>
          <p:cNvPr id="6" name="Rectangle 15"/>
          <p:cNvSpPr>
            <a:spLocks noGrp="1" noChangeArrowheads="1"/>
          </p:cNvSpPr>
          <p:nvPr>
            <p:ph type="sldNum" idx="12"/>
          </p:nvPr>
        </p:nvSpPr>
        <p:spPr>
          <a:ln/>
        </p:spPr>
        <p:txBody>
          <a:bodyPr/>
          <a:lstStyle>
            <a:lvl1pPr>
              <a:defRPr/>
            </a:lvl1pPr>
          </a:lstStyle>
          <a:p>
            <a:pPr>
              <a:defRPr/>
            </a:pPr>
            <a:fld id="{38B3171A-D270-4883-A17B-E5ED338B406B}"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62000" y="1524000"/>
            <a:ext cx="3803650" cy="463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718050" y="1524000"/>
            <a:ext cx="3805238" cy="463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3"/>
          <p:cNvSpPr>
            <a:spLocks noGrp="1" noChangeArrowheads="1"/>
          </p:cNvSpPr>
          <p:nvPr>
            <p:ph type="dt" idx="10"/>
          </p:nvPr>
        </p:nvSpPr>
        <p:spPr>
          <a:ln/>
        </p:spPr>
        <p:txBody>
          <a:bodyPr/>
          <a:lstStyle>
            <a:lvl1pPr>
              <a:defRPr/>
            </a:lvl1pPr>
          </a:lstStyle>
          <a:p>
            <a:pPr>
              <a:defRPr/>
            </a:pPr>
            <a:fld id="{9FEA0696-4D20-4C34-AFC9-BB099A3BB738}" type="datetime1">
              <a:rPr lang="en-US"/>
              <a:pPr>
                <a:defRPr/>
              </a:pPr>
              <a:t>3/30/2015</a:t>
            </a:fld>
            <a:endParaRPr lang="en-US"/>
          </a:p>
        </p:txBody>
      </p:sp>
      <p:sp>
        <p:nvSpPr>
          <p:cNvPr id="6" name="Rectangle 14"/>
          <p:cNvSpPr>
            <a:spLocks noGrp="1" noChangeArrowheads="1"/>
          </p:cNvSpPr>
          <p:nvPr>
            <p:ph type="ftr" idx="11"/>
          </p:nvPr>
        </p:nvSpPr>
        <p:spPr>
          <a:ln/>
        </p:spPr>
        <p:txBody>
          <a:bodyPr/>
          <a:lstStyle>
            <a:lvl1pPr>
              <a:defRPr/>
            </a:lvl1pPr>
          </a:lstStyle>
          <a:p>
            <a:pPr>
              <a:defRPr/>
            </a:pPr>
            <a:r>
              <a:rPr lang="en-US"/>
              <a:t>1</a:t>
            </a:r>
          </a:p>
        </p:txBody>
      </p:sp>
      <p:sp>
        <p:nvSpPr>
          <p:cNvPr id="7" name="Rectangle 15"/>
          <p:cNvSpPr>
            <a:spLocks noGrp="1" noChangeArrowheads="1"/>
          </p:cNvSpPr>
          <p:nvPr>
            <p:ph type="sldNum" idx="12"/>
          </p:nvPr>
        </p:nvSpPr>
        <p:spPr>
          <a:ln/>
        </p:spPr>
        <p:txBody>
          <a:bodyPr/>
          <a:lstStyle>
            <a:lvl1pPr>
              <a:defRPr/>
            </a:lvl1pPr>
          </a:lstStyle>
          <a:p>
            <a:pPr>
              <a:defRPr/>
            </a:pPr>
            <a:fld id="{E97D6A84-D190-4BFB-AD35-592AE8431581}"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3"/>
          <p:cNvSpPr>
            <a:spLocks noGrp="1" noChangeArrowheads="1"/>
          </p:cNvSpPr>
          <p:nvPr>
            <p:ph type="dt" idx="10"/>
          </p:nvPr>
        </p:nvSpPr>
        <p:spPr>
          <a:ln/>
        </p:spPr>
        <p:txBody>
          <a:bodyPr/>
          <a:lstStyle>
            <a:lvl1pPr>
              <a:defRPr/>
            </a:lvl1pPr>
          </a:lstStyle>
          <a:p>
            <a:pPr>
              <a:defRPr/>
            </a:pPr>
            <a:fld id="{E03F85DC-B485-488F-95FE-F4BF3A7356C2}" type="datetime1">
              <a:rPr lang="en-US"/>
              <a:pPr>
                <a:defRPr/>
              </a:pPr>
              <a:t>3/30/2015</a:t>
            </a:fld>
            <a:endParaRPr lang="en-US"/>
          </a:p>
        </p:txBody>
      </p:sp>
      <p:sp>
        <p:nvSpPr>
          <p:cNvPr id="8" name="Rectangle 14"/>
          <p:cNvSpPr>
            <a:spLocks noGrp="1" noChangeArrowheads="1"/>
          </p:cNvSpPr>
          <p:nvPr>
            <p:ph type="ftr" idx="11"/>
          </p:nvPr>
        </p:nvSpPr>
        <p:spPr>
          <a:ln/>
        </p:spPr>
        <p:txBody>
          <a:bodyPr/>
          <a:lstStyle>
            <a:lvl1pPr>
              <a:defRPr/>
            </a:lvl1pPr>
          </a:lstStyle>
          <a:p>
            <a:pPr>
              <a:defRPr/>
            </a:pPr>
            <a:r>
              <a:rPr lang="en-US"/>
              <a:t>1</a:t>
            </a:r>
          </a:p>
        </p:txBody>
      </p:sp>
      <p:sp>
        <p:nvSpPr>
          <p:cNvPr id="9" name="Rectangle 15"/>
          <p:cNvSpPr>
            <a:spLocks noGrp="1" noChangeArrowheads="1"/>
          </p:cNvSpPr>
          <p:nvPr>
            <p:ph type="sldNum" idx="12"/>
          </p:nvPr>
        </p:nvSpPr>
        <p:spPr>
          <a:ln/>
        </p:spPr>
        <p:txBody>
          <a:bodyPr/>
          <a:lstStyle>
            <a:lvl1pPr>
              <a:defRPr/>
            </a:lvl1pPr>
          </a:lstStyle>
          <a:p>
            <a:pPr>
              <a:defRPr/>
            </a:pPr>
            <a:fld id="{0B96F1B7-D70F-4C1F-856B-47DBC2771FE6}"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13"/>
          <p:cNvSpPr>
            <a:spLocks noGrp="1" noChangeArrowheads="1"/>
          </p:cNvSpPr>
          <p:nvPr>
            <p:ph type="dt" idx="10"/>
          </p:nvPr>
        </p:nvSpPr>
        <p:spPr>
          <a:ln/>
        </p:spPr>
        <p:txBody>
          <a:bodyPr/>
          <a:lstStyle>
            <a:lvl1pPr>
              <a:defRPr/>
            </a:lvl1pPr>
          </a:lstStyle>
          <a:p>
            <a:pPr>
              <a:defRPr/>
            </a:pPr>
            <a:fld id="{CBD8F25D-6C38-4A1F-9FF8-73FEBCA7C4E1}" type="datetime1">
              <a:rPr lang="en-US"/>
              <a:pPr>
                <a:defRPr/>
              </a:pPr>
              <a:t>3/30/2015</a:t>
            </a:fld>
            <a:endParaRPr lang="en-US"/>
          </a:p>
        </p:txBody>
      </p:sp>
      <p:sp>
        <p:nvSpPr>
          <p:cNvPr id="4" name="Rectangle 14"/>
          <p:cNvSpPr>
            <a:spLocks noGrp="1" noChangeArrowheads="1"/>
          </p:cNvSpPr>
          <p:nvPr>
            <p:ph type="ftr" idx="11"/>
          </p:nvPr>
        </p:nvSpPr>
        <p:spPr>
          <a:ln/>
        </p:spPr>
        <p:txBody>
          <a:bodyPr/>
          <a:lstStyle>
            <a:lvl1pPr>
              <a:defRPr/>
            </a:lvl1pPr>
          </a:lstStyle>
          <a:p>
            <a:pPr>
              <a:defRPr/>
            </a:pPr>
            <a:r>
              <a:rPr lang="en-US"/>
              <a:t>1</a:t>
            </a:r>
          </a:p>
        </p:txBody>
      </p:sp>
      <p:sp>
        <p:nvSpPr>
          <p:cNvPr id="5" name="Rectangle 15"/>
          <p:cNvSpPr>
            <a:spLocks noGrp="1" noChangeArrowheads="1"/>
          </p:cNvSpPr>
          <p:nvPr>
            <p:ph type="sldNum" idx="12"/>
          </p:nvPr>
        </p:nvSpPr>
        <p:spPr>
          <a:ln/>
        </p:spPr>
        <p:txBody>
          <a:bodyPr/>
          <a:lstStyle>
            <a:lvl1pPr>
              <a:defRPr/>
            </a:lvl1pPr>
          </a:lstStyle>
          <a:p>
            <a:pPr>
              <a:defRPr/>
            </a:pPr>
            <a:fld id="{D4566583-8D15-40C6-96A7-CA06A754AEA9}"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3"/>
          <p:cNvSpPr>
            <a:spLocks noGrp="1" noChangeArrowheads="1"/>
          </p:cNvSpPr>
          <p:nvPr>
            <p:ph type="dt" idx="10"/>
          </p:nvPr>
        </p:nvSpPr>
        <p:spPr>
          <a:ln/>
        </p:spPr>
        <p:txBody>
          <a:bodyPr/>
          <a:lstStyle>
            <a:lvl1pPr>
              <a:defRPr/>
            </a:lvl1pPr>
          </a:lstStyle>
          <a:p>
            <a:pPr>
              <a:defRPr/>
            </a:pPr>
            <a:fld id="{2AE083E1-B1B9-4F62-B2EE-322C32D97074}" type="datetime1">
              <a:rPr lang="en-US"/>
              <a:pPr>
                <a:defRPr/>
              </a:pPr>
              <a:t>3/30/2015</a:t>
            </a:fld>
            <a:endParaRPr lang="en-US"/>
          </a:p>
        </p:txBody>
      </p:sp>
      <p:sp>
        <p:nvSpPr>
          <p:cNvPr id="3" name="Rectangle 14"/>
          <p:cNvSpPr>
            <a:spLocks noGrp="1" noChangeArrowheads="1"/>
          </p:cNvSpPr>
          <p:nvPr>
            <p:ph type="ftr" idx="11"/>
          </p:nvPr>
        </p:nvSpPr>
        <p:spPr>
          <a:ln/>
        </p:spPr>
        <p:txBody>
          <a:bodyPr/>
          <a:lstStyle>
            <a:lvl1pPr>
              <a:defRPr/>
            </a:lvl1pPr>
          </a:lstStyle>
          <a:p>
            <a:pPr>
              <a:defRPr/>
            </a:pPr>
            <a:r>
              <a:rPr lang="en-US"/>
              <a:t>1</a:t>
            </a:r>
          </a:p>
        </p:txBody>
      </p:sp>
      <p:sp>
        <p:nvSpPr>
          <p:cNvPr id="4" name="Rectangle 15"/>
          <p:cNvSpPr>
            <a:spLocks noGrp="1" noChangeArrowheads="1"/>
          </p:cNvSpPr>
          <p:nvPr>
            <p:ph type="sldNum" idx="12"/>
          </p:nvPr>
        </p:nvSpPr>
        <p:spPr>
          <a:ln/>
        </p:spPr>
        <p:txBody>
          <a:bodyPr/>
          <a:lstStyle>
            <a:lvl1pPr>
              <a:defRPr/>
            </a:lvl1pPr>
          </a:lstStyle>
          <a:p>
            <a:pPr>
              <a:defRPr/>
            </a:pPr>
            <a:fld id="{603F1492-89A7-49A2-A025-25D27A47A93C}"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3"/>
          <p:cNvSpPr>
            <a:spLocks noGrp="1" noChangeArrowheads="1"/>
          </p:cNvSpPr>
          <p:nvPr>
            <p:ph type="dt" idx="10"/>
          </p:nvPr>
        </p:nvSpPr>
        <p:spPr>
          <a:ln/>
        </p:spPr>
        <p:txBody>
          <a:bodyPr/>
          <a:lstStyle>
            <a:lvl1pPr>
              <a:defRPr/>
            </a:lvl1pPr>
          </a:lstStyle>
          <a:p>
            <a:pPr>
              <a:defRPr/>
            </a:pPr>
            <a:fld id="{3F0B1256-E27A-4CE9-BD3B-58D0E3BEED7F}" type="datetime1">
              <a:rPr lang="en-US"/>
              <a:pPr>
                <a:defRPr/>
              </a:pPr>
              <a:t>3/30/2015</a:t>
            </a:fld>
            <a:endParaRPr lang="en-US"/>
          </a:p>
        </p:txBody>
      </p:sp>
      <p:sp>
        <p:nvSpPr>
          <p:cNvPr id="6" name="Rectangle 14"/>
          <p:cNvSpPr>
            <a:spLocks noGrp="1" noChangeArrowheads="1"/>
          </p:cNvSpPr>
          <p:nvPr>
            <p:ph type="ftr" idx="11"/>
          </p:nvPr>
        </p:nvSpPr>
        <p:spPr>
          <a:ln/>
        </p:spPr>
        <p:txBody>
          <a:bodyPr/>
          <a:lstStyle>
            <a:lvl1pPr>
              <a:defRPr/>
            </a:lvl1pPr>
          </a:lstStyle>
          <a:p>
            <a:pPr>
              <a:defRPr/>
            </a:pPr>
            <a:r>
              <a:rPr lang="en-US"/>
              <a:t>1</a:t>
            </a:r>
          </a:p>
        </p:txBody>
      </p:sp>
      <p:sp>
        <p:nvSpPr>
          <p:cNvPr id="7" name="Rectangle 15"/>
          <p:cNvSpPr>
            <a:spLocks noGrp="1" noChangeArrowheads="1"/>
          </p:cNvSpPr>
          <p:nvPr>
            <p:ph type="sldNum" idx="12"/>
          </p:nvPr>
        </p:nvSpPr>
        <p:spPr>
          <a:ln/>
        </p:spPr>
        <p:txBody>
          <a:bodyPr/>
          <a:lstStyle>
            <a:lvl1pPr>
              <a:defRPr/>
            </a:lvl1pPr>
          </a:lstStyle>
          <a:p>
            <a:pPr>
              <a:defRPr/>
            </a:pPr>
            <a:fld id="{7EBC2E05-075B-4138-9D72-10ADB2F5C64A}"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3"/>
          <p:cNvSpPr>
            <a:spLocks noGrp="1" noChangeArrowheads="1"/>
          </p:cNvSpPr>
          <p:nvPr>
            <p:ph type="dt" idx="10"/>
          </p:nvPr>
        </p:nvSpPr>
        <p:spPr>
          <a:ln/>
        </p:spPr>
        <p:txBody>
          <a:bodyPr/>
          <a:lstStyle>
            <a:lvl1pPr>
              <a:defRPr/>
            </a:lvl1pPr>
          </a:lstStyle>
          <a:p>
            <a:pPr>
              <a:defRPr/>
            </a:pPr>
            <a:fld id="{24D49EA0-995D-44DD-886A-549A4EAECF36}" type="datetime1">
              <a:rPr lang="en-US"/>
              <a:pPr>
                <a:defRPr/>
              </a:pPr>
              <a:t>3/30/2015</a:t>
            </a:fld>
            <a:endParaRPr lang="en-US"/>
          </a:p>
        </p:txBody>
      </p:sp>
      <p:sp>
        <p:nvSpPr>
          <p:cNvPr id="6" name="Rectangle 14"/>
          <p:cNvSpPr>
            <a:spLocks noGrp="1" noChangeArrowheads="1"/>
          </p:cNvSpPr>
          <p:nvPr>
            <p:ph type="ftr" idx="11"/>
          </p:nvPr>
        </p:nvSpPr>
        <p:spPr>
          <a:ln/>
        </p:spPr>
        <p:txBody>
          <a:bodyPr/>
          <a:lstStyle>
            <a:lvl1pPr>
              <a:defRPr/>
            </a:lvl1pPr>
          </a:lstStyle>
          <a:p>
            <a:pPr>
              <a:defRPr/>
            </a:pPr>
            <a:r>
              <a:rPr lang="en-US"/>
              <a:t>1</a:t>
            </a:r>
          </a:p>
        </p:txBody>
      </p:sp>
      <p:sp>
        <p:nvSpPr>
          <p:cNvPr id="7" name="Rectangle 15"/>
          <p:cNvSpPr>
            <a:spLocks noGrp="1" noChangeArrowheads="1"/>
          </p:cNvSpPr>
          <p:nvPr>
            <p:ph type="sldNum" idx="12"/>
          </p:nvPr>
        </p:nvSpPr>
        <p:spPr>
          <a:ln/>
        </p:spPr>
        <p:txBody>
          <a:bodyPr/>
          <a:lstStyle>
            <a:lvl1pPr>
              <a:defRPr/>
            </a:lvl1pPr>
          </a:lstStyle>
          <a:p>
            <a:pPr>
              <a:defRPr/>
            </a:pPr>
            <a:fld id="{6E90D643-8CE8-4230-8C48-EFB716737356}"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3"/>
          <p:cNvSpPr>
            <a:spLocks noGrp="1" noChangeArrowheads="1"/>
          </p:cNvSpPr>
          <p:nvPr>
            <p:ph type="dt" idx="10"/>
          </p:nvPr>
        </p:nvSpPr>
        <p:spPr>
          <a:ln/>
        </p:spPr>
        <p:txBody>
          <a:bodyPr/>
          <a:lstStyle>
            <a:lvl1pPr>
              <a:defRPr/>
            </a:lvl1pPr>
          </a:lstStyle>
          <a:p>
            <a:pPr>
              <a:defRPr/>
            </a:pPr>
            <a:fld id="{52592359-7F30-4CDB-9465-973690E7ABEA}" type="datetime1">
              <a:rPr lang="en-US"/>
              <a:pPr>
                <a:defRPr/>
              </a:pPr>
              <a:t>3/30/2015</a:t>
            </a:fld>
            <a:endParaRPr lang="en-US"/>
          </a:p>
        </p:txBody>
      </p:sp>
      <p:sp>
        <p:nvSpPr>
          <p:cNvPr id="5" name="Rectangle 14"/>
          <p:cNvSpPr>
            <a:spLocks noGrp="1" noChangeArrowheads="1"/>
          </p:cNvSpPr>
          <p:nvPr>
            <p:ph type="ftr" idx="11"/>
          </p:nvPr>
        </p:nvSpPr>
        <p:spPr>
          <a:ln/>
        </p:spPr>
        <p:txBody>
          <a:bodyPr/>
          <a:lstStyle>
            <a:lvl1pPr>
              <a:defRPr/>
            </a:lvl1pPr>
          </a:lstStyle>
          <a:p>
            <a:pPr>
              <a:defRPr/>
            </a:pPr>
            <a:r>
              <a:rPr lang="en-US"/>
              <a:t>1</a:t>
            </a:r>
          </a:p>
        </p:txBody>
      </p:sp>
      <p:sp>
        <p:nvSpPr>
          <p:cNvPr id="6" name="Rectangle 15"/>
          <p:cNvSpPr>
            <a:spLocks noGrp="1" noChangeArrowheads="1"/>
          </p:cNvSpPr>
          <p:nvPr>
            <p:ph type="sldNum" idx="12"/>
          </p:nvPr>
        </p:nvSpPr>
        <p:spPr>
          <a:ln/>
        </p:spPr>
        <p:txBody>
          <a:bodyPr/>
          <a:lstStyle>
            <a:lvl1pPr>
              <a:defRPr/>
            </a:lvl1pPr>
          </a:lstStyle>
          <a:p>
            <a:pPr>
              <a:defRPr/>
            </a:pPr>
            <a:fld id="{0152842C-2704-41C7-8DA3-4D81DEC5457F}"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99238" y="381000"/>
            <a:ext cx="1944687" cy="578008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62000" y="381000"/>
            <a:ext cx="5684838" cy="578008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3"/>
          <p:cNvSpPr>
            <a:spLocks noGrp="1" noChangeArrowheads="1"/>
          </p:cNvSpPr>
          <p:nvPr>
            <p:ph type="dt" idx="10"/>
          </p:nvPr>
        </p:nvSpPr>
        <p:spPr>
          <a:ln/>
        </p:spPr>
        <p:txBody>
          <a:bodyPr/>
          <a:lstStyle>
            <a:lvl1pPr>
              <a:defRPr/>
            </a:lvl1pPr>
          </a:lstStyle>
          <a:p>
            <a:pPr>
              <a:defRPr/>
            </a:pPr>
            <a:fld id="{24EF7A4F-9AA1-44FB-9F31-4148E943CEB1}" type="datetime1">
              <a:rPr lang="en-US"/>
              <a:pPr>
                <a:defRPr/>
              </a:pPr>
              <a:t>3/30/2015</a:t>
            </a:fld>
            <a:endParaRPr lang="en-US"/>
          </a:p>
        </p:txBody>
      </p:sp>
      <p:sp>
        <p:nvSpPr>
          <p:cNvPr id="5" name="Rectangle 14"/>
          <p:cNvSpPr>
            <a:spLocks noGrp="1" noChangeArrowheads="1"/>
          </p:cNvSpPr>
          <p:nvPr>
            <p:ph type="ftr" idx="11"/>
          </p:nvPr>
        </p:nvSpPr>
        <p:spPr>
          <a:ln/>
        </p:spPr>
        <p:txBody>
          <a:bodyPr/>
          <a:lstStyle>
            <a:lvl1pPr>
              <a:defRPr/>
            </a:lvl1pPr>
          </a:lstStyle>
          <a:p>
            <a:pPr>
              <a:defRPr/>
            </a:pPr>
            <a:r>
              <a:rPr lang="en-US"/>
              <a:t>1</a:t>
            </a:r>
          </a:p>
        </p:txBody>
      </p:sp>
      <p:sp>
        <p:nvSpPr>
          <p:cNvPr id="6" name="Rectangle 15"/>
          <p:cNvSpPr>
            <a:spLocks noGrp="1" noChangeArrowheads="1"/>
          </p:cNvSpPr>
          <p:nvPr>
            <p:ph type="sldNum" idx="12"/>
          </p:nvPr>
        </p:nvSpPr>
        <p:spPr>
          <a:ln/>
        </p:spPr>
        <p:txBody>
          <a:bodyPr/>
          <a:lstStyle>
            <a:lvl1pPr>
              <a:defRPr/>
            </a:lvl1pPr>
          </a:lstStyle>
          <a:p>
            <a:pPr>
              <a:defRPr/>
            </a:pPr>
            <a:fld id="{B055FF8E-5076-46B3-84C3-69D82827A4B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762000" y="381000"/>
            <a:ext cx="7781925" cy="903288"/>
          </a:xfrm>
          <a:prstGeom prst="rect">
            <a:avLst/>
          </a:prstGeom>
          <a:noFill/>
          <a:ln w="9525">
            <a:noFill/>
            <a:round/>
            <a:headEnd/>
            <a:tailEnd/>
          </a:ln>
        </p:spPr>
        <p:txBody>
          <a:bodyPr vert="horz" wrap="square" lIns="90000" tIns="46800" rIns="90000" bIns="46800" numCol="1" anchor="b" anchorCtr="0" compatLnSpc="1">
            <a:prstTxWarp prst="textNoShape">
              <a:avLst/>
            </a:prstTxWarp>
          </a:bodyPr>
          <a:lstStyle/>
          <a:p>
            <a:pPr lvl="0"/>
            <a:r>
              <a:rPr lang="zh-TW" altLang="en-GB" smtClean="0"/>
              <a:t>請按一下滑鼠，編輯標題文的格式。</a:t>
            </a:r>
          </a:p>
        </p:txBody>
      </p:sp>
      <p:sp>
        <p:nvSpPr>
          <p:cNvPr id="1027" name="Rectangle 2"/>
          <p:cNvSpPr>
            <a:spLocks noGrp="1" noChangeArrowheads="1"/>
          </p:cNvSpPr>
          <p:nvPr>
            <p:ph type="body" idx="1"/>
          </p:nvPr>
        </p:nvSpPr>
        <p:spPr bwMode="auto">
          <a:xfrm>
            <a:off x="762000" y="1524000"/>
            <a:ext cx="7761288" cy="4637088"/>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zh-TW" altLang="en-GB" smtClean="0"/>
              <a:t>請按滑鼠，編輯大綱文字格式。</a:t>
            </a:r>
          </a:p>
          <a:p>
            <a:pPr lvl="1"/>
            <a:r>
              <a:rPr lang="zh-TW" altLang="en-GB" smtClean="0"/>
              <a:t>第二個大綱層次</a:t>
            </a:r>
          </a:p>
          <a:p>
            <a:pPr lvl="2"/>
            <a:r>
              <a:rPr lang="zh-TW" altLang="en-GB" smtClean="0"/>
              <a:t>第三個大綱層次</a:t>
            </a:r>
          </a:p>
          <a:p>
            <a:pPr lvl="3"/>
            <a:r>
              <a:rPr lang="zh-TW" altLang="en-GB" smtClean="0"/>
              <a:t>第四個大綱層次</a:t>
            </a:r>
          </a:p>
          <a:p>
            <a:pPr lvl="4"/>
            <a:r>
              <a:rPr lang="zh-TW" altLang="en-GB" smtClean="0"/>
              <a:t>第五個大綱層次</a:t>
            </a:r>
          </a:p>
          <a:p>
            <a:pPr lvl="4"/>
            <a:r>
              <a:rPr lang="zh-TW" altLang="en-GB" smtClean="0"/>
              <a:t>第六個大綱層次</a:t>
            </a:r>
          </a:p>
          <a:p>
            <a:pPr lvl="4"/>
            <a:r>
              <a:rPr lang="zh-TW" altLang="en-GB" smtClean="0"/>
              <a:t>第七個大綱層次</a:t>
            </a:r>
          </a:p>
        </p:txBody>
      </p:sp>
      <p:sp>
        <p:nvSpPr>
          <p:cNvPr id="2" name="Rectangle 3"/>
          <p:cNvSpPr>
            <a:spLocks noGrp="1" noChangeArrowheads="1"/>
          </p:cNvSpPr>
          <p:nvPr>
            <p:ph type="dt"/>
          </p:nvPr>
        </p:nvSpPr>
        <p:spPr bwMode="auto">
          <a:xfrm>
            <a:off x="914400" y="6324600"/>
            <a:ext cx="1893888" cy="446088"/>
          </a:xfrm>
          <a:prstGeom prst="rect">
            <a:avLst/>
          </a:prstGeom>
          <a:noFill/>
          <a:ln w="9525" cap="flat">
            <a:noFill/>
            <a:round/>
            <a:headEnd/>
            <a:tailEnd/>
          </a:ln>
          <a:effectLst/>
        </p:spPr>
        <p:txBody>
          <a:bodyPr vert="horz" wrap="square" lIns="90000" tIns="46800" rIns="90000" bIns="46800" numCol="1" anchor="b" anchorCtr="0" compatLnSpc="1">
            <a:prstTxWarp prst="textNoShape">
              <a:avLst/>
            </a:prstTxWarp>
          </a:bodyPr>
          <a:lstStyle>
            <a:lvl1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mtClean="0">
                <a:solidFill>
                  <a:srgbClr val="000000"/>
                </a:solidFill>
              </a:defRPr>
            </a:lvl1pPr>
          </a:lstStyle>
          <a:p>
            <a:pPr>
              <a:defRPr/>
            </a:pPr>
            <a:fld id="{ABA94F56-9A60-4357-8560-F2E84FE2CF56}" type="datetime1">
              <a:rPr lang="en-US"/>
              <a:pPr>
                <a:defRPr/>
              </a:pPr>
              <a:t>3/30/2015</a:t>
            </a:fld>
            <a:endParaRPr lang="en-US"/>
          </a:p>
        </p:txBody>
      </p:sp>
      <p:sp>
        <p:nvSpPr>
          <p:cNvPr id="1028" name="Text Box 4"/>
          <p:cNvSpPr txBox="1">
            <a:spLocks noChangeArrowheads="1"/>
          </p:cNvSpPr>
          <p:nvPr/>
        </p:nvSpPr>
        <p:spPr bwMode="auto">
          <a:xfrm>
            <a:off x="2362200" y="6324600"/>
            <a:ext cx="4953000" cy="457200"/>
          </a:xfrm>
          <a:prstGeom prst="rect">
            <a:avLst/>
          </a:prstGeom>
          <a:noFill/>
          <a:ln w="9525" cap="flat">
            <a:noFill/>
            <a:round/>
            <a:headEnd/>
            <a:tailEnd/>
          </a:ln>
          <a:effectLst/>
        </p:spPr>
        <p:txBody>
          <a:bodyPr wrap="none" anchor="ctr"/>
          <a:lstStyle/>
          <a:p>
            <a:pPr>
              <a:defRPr/>
            </a:pPr>
            <a:endParaRPr lang="zh-TW" altLang="en-US"/>
          </a:p>
        </p:txBody>
      </p:sp>
      <p:sp>
        <p:nvSpPr>
          <p:cNvPr id="1029" name="Rectangle 5"/>
          <p:cNvSpPr>
            <a:spLocks noGrp="1" noChangeArrowheads="1"/>
          </p:cNvSpPr>
          <p:nvPr>
            <p:ph type="sldNum"/>
          </p:nvPr>
        </p:nvSpPr>
        <p:spPr bwMode="auto">
          <a:xfrm>
            <a:off x="6781800" y="6324600"/>
            <a:ext cx="1893888" cy="446088"/>
          </a:xfrm>
          <a:prstGeom prst="rect">
            <a:avLst/>
          </a:prstGeom>
          <a:noFill/>
          <a:ln w="9525" cap="flat">
            <a:noFill/>
            <a:round/>
            <a:headEnd/>
            <a:tailEnd/>
          </a:ln>
          <a:effectLst/>
        </p:spPr>
        <p:txBody>
          <a:bodyPr vert="horz" wrap="square" lIns="90000" tIns="46800" rIns="90000" bIns="46800" numCol="1" anchor="b" anchorCtr="0" compatLnSpc="1">
            <a:prstTxWarp prst="textNoShape">
              <a:avLst/>
            </a:prstTxWarp>
          </a:bodyPr>
          <a:lstStyle>
            <a:lvl1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mtClean="0">
                <a:solidFill>
                  <a:srgbClr val="000000"/>
                </a:solidFill>
              </a:defRPr>
            </a:lvl1pPr>
          </a:lstStyle>
          <a:p>
            <a:pPr>
              <a:defRPr/>
            </a:pPr>
            <a:fld id="{8A44CF58-932D-4CD1-913B-A148F3CEBA5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2pPr>
      <a:lvl3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3pPr>
      <a:lvl4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4pPr>
      <a:lvl5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000000"/>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000000"/>
          </a:solidFill>
          <a:latin typeface="+mn-lt"/>
          <a:ea typeface="+mn-ea"/>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050" name="Group 1"/>
          <p:cNvGrpSpPr>
            <a:grpSpLocks/>
          </p:cNvGrpSpPr>
          <p:nvPr/>
        </p:nvGrpSpPr>
        <p:grpSpPr bwMode="auto">
          <a:xfrm>
            <a:off x="0" y="2438400"/>
            <a:ext cx="8997950" cy="1041400"/>
            <a:chOff x="0" y="1536"/>
            <a:chExt cx="5668" cy="656"/>
          </a:xfrm>
        </p:grpSpPr>
        <p:grpSp>
          <p:nvGrpSpPr>
            <p:cNvPr id="2056" name="Group 2"/>
            <p:cNvGrpSpPr>
              <a:grpSpLocks/>
            </p:cNvGrpSpPr>
            <p:nvPr/>
          </p:nvGrpSpPr>
          <p:grpSpPr bwMode="auto">
            <a:xfrm>
              <a:off x="185" y="1604"/>
              <a:ext cx="442" cy="292"/>
              <a:chOff x="185" y="1604"/>
              <a:chExt cx="442" cy="292"/>
            </a:xfrm>
          </p:grpSpPr>
          <p:sp>
            <p:nvSpPr>
              <p:cNvPr id="2" name="Rectangle 3"/>
              <p:cNvSpPr>
                <a:spLocks noChangeArrowheads="1"/>
              </p:cNvSpPr>
              <p:nvPr/>
            </p:nvSpPr>
            <p:spPr bwMode="auto">
              <a:xfrm>
                <a:off x="185" y="1604"/>
                <a:ext cx="269" cy="292"/>
              </a:xfrm>
              <a:prstGeom prst="rect">
                <a:avLst/>
              </a:prstGeom>
              <a:solidFill>
                <a:srgbClr val="3333CC"/>
              </a:solidFill>
              <a:ln w="9525" cap="flat">
                <a:noFill/>
                <a:round/>
                <a:headEnd/>
                <a:tailEnd/>
              </a:ln>
              <a:effectLst/>
            </p:spPr>
            <p:txBody>
              <a:bodyPr wrap="none" anchor="ctr"/>
              <a:lstStyle/>
              <a:p>
                <a:pPr>
                  <a:defRPr/>
                </a:pPr>
                <a:endParaRPr lang="zh-TW" altLang="en-US"/>
              </a:p>
            </p:txBody>
          </p:sp>
          <p:sp>
            <p:nvSpPr>
              <p:cNvPr id="3" name="Rectangle 4"/>
              <p:cNvSpPr>
                <a:spLocks noChangeArrowheads="1"/>
              </p:cNvSpPr>
              <p:nvPr/>
            </p:nvSpPr>
            <p:spPr bwMode="auto">
              <a:xfrm>
                <a:off x="427" y="1604"/>
                <a:ext cx="200" cy="292"/>
              </a:xfrm>
              <a:prstGeom prst="rect">
                <a:avLst/>
              </a:prstGeom>
              <a:gradFill rotWithShape="0">
                <a:gsLst>
                  <a:gs pos="0">
                    <a:srgbClr val="FFFFFF"/>
                  </a:gs>
                  <a:gs pos="100000">
                    <a:srgbClr val="3333CC"/>
                  </a:gs>
                </a:gsLst>
                <a:lin ang="10800000" scaled="1"/>
              </a:gradFill>
              <a:ln w="9525" cap="flat">
                <a:noFill/>
                <a:round/>
                <a:headEnd/>
                <a:tailEnd/>
              </a:ln>
              <a:effectLst/>
            </p:spPr>
            <p:txBody>
              <a:bodyPr wrap="none" anchor="ctr"/>
              <a:lstStyle/>
              <a:p>
                <a:pPr>
                  <a:defRPr/>
                </a:pPr>
                <a:endParaRPr lang="zh-TW" altLang="en-US"/>
              </a:p>
            </p:txBody>
          </p:sp>
        </p:grpSp>
        <p:grpSp>
          <p:nvGrpSpPr>
            <p:cNvPr id="2057" name="Group 5"/>
            <p:cNvGrpSpPr>
              <a:grpSpLocks/>
            </p:cNvGrpSpPr>
            <p:nvPr/>
          </p:nvGrpSpPr>
          <p:grpSpPr bwMode="auto">
            <a:xfrm>
              <a:off x="263" y="1870"/>
              <a:ext cx="459" cy="292"/>
              <a:chOff x="263" y="1870"/>
              <a:chExt cx="459" cy="292"/>
            </a:xfrm>
          </p:grpSpPr>
          <p:sp>
            <p:nvSpPr>
              <p:cNvPr id="2054" name="Rectangle 6"/>
              <p:cNvSpPr>
                <a:spLocks noChangeArrowheads="1"/>
              </p:cNvSpPr>
              <p:nvPr/>
            </p:nvSpPr>
            <p:spPr bwMode="auto">
              <a:xfrm>
                <a:off x="263" y="1870"/>
                <a:ext cx="259" cy="292"/>
              </a:xfrm>
              <a:prstGeom prst="rect">
                <a:avLst/>
              </a:prstGeom>
              <a:solidFill>
                <a:srgbClr val="FFCF01"/>
              </a:solidFill>
              <a:ln w="9525" cap="flat">
                <a:noFill/>
                <a:round/>
                <a:headEnd/>
                <a:tailEnd/>
              </a:ln>
              <a:effectLst/>
            </p:spPr>
            <p:txBody>
              <a:bodyPr wrap="none" anchor="ctr"/>
              <a:lstStyle/>
              <a:p>
                <a:pPr>
                  <a:defRPr/>
                </a:pPr>
                <a:endParaRPr lang="zh-TW" altLang="en-US"/>
              </a:p>
            </p:txBody>
          </p:sp>
          <p:sp>
            <p:nvSpPr>
              <p:cNvPr id="2055" name="Rectangle 7"/>
              <p:cNvSpPr>
                <a:spLocks noChangeArrowheads="1"/>
              </p:cNvSpPr>
              <p:nvPr/>
            </p:nvSpPr>
            <p:spPr bwMode="auto">
              <a:xfrm>
                <a:off x="496" y="1870"/>
                <a:ext cx="226" cy="292"/>
              </a:xfrm>
              <a:prstGeom prst="rect">
                <a:avLst/>
              </a:prstGeom>
              <a:gradFill rotWithShape="0">
                <a:gsLst>
                  <a:gs pos="0">
                    <a:srgbClr val="FFFFFF"/>
                  </a:gs>
                  <a:gs pos="100000">
                    <a:srgbClr val="FFCF01"/>
                  </a:gs>
                </a:gsLst>
                <a:lin ang="10800000" scaled="1"/>
              </a:gradFill>
              <a:ln w="9525" cap="flat">
                <a:noFill/>
                <a:round/>
                <a:headEnd/>
                <a:tailEnd/>
              </a:ln>
              <a:effectLst/>
            </p:spPr>
            <p:txBody>
              <a:bodyPr wrap="none" anchor="ctr"/>
              <a:lstStyle/>
              <a:p>
                <a:pPr>
                  <a:defRPr/>
                </a:pPr>
                <a:endParaRPr lang="zh-TW" altLang="en-US"/>
              </a:p>
            </p:txBody>
          </p:sp>
        </p:grpSp>
        <p:sp>
          <p:nvSpPr>
            <p:cNvPr id="4" name="Rectangle 8"/>
            <p:cNvSpPr>
              <a:spLocks noChangeArrowheads="1"/>
            </p:cNvSpPr>
            <p:nvPr/>
          </p:nvSpPr>
          <p:spPr bwMode="auto">
            <a:xfrm>
              <a:off x="0" y="1824"/>
              <a:ext cx="346" cy="259"/>
            </a:xfrm>
            <a:prstGeom prst="rect">
              <a:avLst/>
            </a:prstGeom>
            <a:gradFill rotWithShape="0">
              <a:gsLst>
                <a:gs pos="0">
                  <a:srgbClr val="FF0000"/>
                </a:gs>
                <a:gs pos="100000">
                  <a:srgbClr val="FFFFFF"/>
                </a:gs>
              </a:gsLst>
              <a:lin ang="8100000" scaled="1"/>
            </a:gradFill>
            <a:ln w="9525" cap="flat">
              <a:noFill/>
              <a:round/>
              <a:headEnd/>
              <a:tailEnd/>
            </a:ln>
            <a:effectLst/>
          </p:spPr>
          <p:txBody>
            <a:bodyPr wrap="none" anchor="ctr"/>
            <a:lstStyle/>
            <a:p>
              <a:pPr>
                <a:defRPr/>
              </a:pPr>
              <a:endParaRPr lang="zh-TW" altLang="en-US"/>
            </a:p>
          </p:txBody>
        </p:sp>
        <p:sp>
          <p:nvSpPr>
            <p:cNvPr id="5" name="Rectangle 9"/>
            <p:cNvSpPr>
              <a:spLocks noChangeArrowheads="1"/>
            </p:cNvSpPr>
            <p:nvPr/>
          </p:nvSpPr>
          <p:spPr bwMode="auto">
            <a:xfrm>
              <a:off x="400" y="1536"/>
              <a:ext cx="13" cy="656"/>
            </a:xfrm>
            <a:prstGeom prst="rect">
              <a:avLst/>
            </a:prstGeom>
            <a:solidFill>
              <a:srgbClr val="1C1C1C"/>
            </a:solidFill>
            <a:ln w="9525" cap="flat">
              <a:noFill/>
              <a:round/>
              <a:headEnd/>
              <a:tailEnd/>
            </a:ln>
            <a:effectLst/>
          </p:spPr>
          <p:txBody>
            <a:bodyPr wrap="none" anchor="ctr"/>
            <a:lstStyle/>
            <a:p>
              <a:pPr>
                <a:defRPr/>
              </a:pPr>
              <a:endParaRPr lang="zh-TW" altLang="en-US"/>
            </a:p>
          </p:txBody>
        </p:sp>
        <p:sp>
          <p:nvSpPr>
            <p:cNvPr id="2058" name="Rectangle 10"/>
            <p:cNvSpPr>
              <a:spLocks noChangeArrowheads="1"/>
            </p:cNvSpPr>
            <p:nvPr/>
          </p:nvSpPr>
          <p:spPr bwMode="auto">
            <a:xfrm flipV="1">
              <a:off x="199" y="2054"/>
              <a:ext cx="5469" cy="28"/>
            </a:xfrm>
            <a:prstGeom prst="rect">
              <a:avLst/>
            </a:prstGeom>
            <a:gradFill rotWithShape="0">
              <a:gsLst>
                <a:gs pos="0">
                  <a:srgbClr val="FFFFFF"/>
                </a:gs>
                <a:gs pos="100000">
                  <a:srgbClr val="1C1C1C"/>
                </a:gs>
              </a:gsLst>
              <a:lin ang="10800000" scaled="1"/>
            </a:gradFill>
            <a:ln w="9525" cap="flat">
              <a:noFill/>
              <a:round/>
              <a:headEnd/>
              <a:tailEnd/>
            </a:ln>
            <a:effectLst/>
          </p:spPr>
          <p:txBody>
            <a:bodyPr wrap="none" anchor="ctr"/>
            <a:lstStyle/>
            <a:p>
              <a:pPr>
                <a:defRPr/>
              </a:pPr>
              <a:endParaRPr lang="zh-TW" altLang="en-US"/>
            </a:p>
          </p:txBody>
        </p:sp>
      </p:grpSp>
      <p:sp>
        <p:nvSpPr>
          <p:cNvPr id="2051" name="Rectangle 11"/>
          <p:cNvSpPr>
            <a:spLocks noGrp="1" noChangeArrowheads="1"/>
          </p:cNvSpPr>
          <p:nvPr>
            <p:ph type="title"/>
          </p:nvPr>
        </p:nvSpPr>
        <p:spPr bwMode="auto">
          <a:xfrm>
            <a:off x="762000" y="381000"/>
            <a:ext cx="7781925" cy="903288"/>
          </a:xfrm>
          <a:prstGeom prst="rect">
            <a:avLst/>
          </a:prstGeom>
          <a:noFill/>
          <a:ln w="9525">
            <a:noFill/>
            <a:round/>
            <a:headEnd/>
            <a:tailEnd/>
          </a:ln>
        </p:spPr>
        <p:txBody>
          <a:bodyPr vert="horz" wrap="square" lIns="90000" tIns="46800" rIns="90000" bIns="46800" numCol="1" anchor="b" anchorCtr="0" compatLnSpc="1">
            <a:prstTxWarp prst="textNoShape">
              <a:avLst/>
            </a:prstTxWarp>
          </a:bodyPr>
          <a:lstStyle/>
          <a:p>
            <a:pPr lvl="0"/>
            <a:r>
              <a:rPr lang="zh-TW" altLang="en-GB" smtClean="0"/>
              <a:t>請按一下滑鼠，編輯標題文的格式。</a:t>
            </a:r>
          </a:p>
        </p:txBody>
      </p:sp>
      <p:sp>
        <p:nvSpPr>
          <p:cNvPr id="2052" name="Rectangle 12"/>
          <p:cNvSpPr>
            <a:spLocks noGrp="1" noChangeArrowheads="1"/>
          </p:cNvSpPr>
          <p:nvPr>
            <p:ph type="body" idx="1"/>
          </p:nvPr>
        </p:nvSpPr>
        <p:spPr bwMode="auto">
          <a:xfrm>
            <a:off x="762000" y="1524000"/>
            <a:ext cx="7761288" cy="4637088"/>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zh-TW" altLang="en-GB" smtClean="0"/>
              <a:t>請按滑鼠，編輯大綱文字格式。</a:t>
            </a:r>
          </a:p>
          <a:p>
            <a:pPr lvl="1"/>
            <a:r>
              <a:rPr lang="zh-TW" altLang="en-GB" smtClean="0"/>
              <a:t>第二個大綱層次</a:t>
            </a:r>
          </a:p>
          <a:p>
            <a:pPr lvl="2"/>
            <a:r>
              <a:rPr lang="zh-TW" altLang="en-GB" smtClean="0"/>
              <a:t>第三個大綱層次</a:t>
            </a:r>
          </a:p>
          <a:p>
            <a:pPr lvl="3"/>
            <a:r>
              <a:rPr lang="zh-TW" altLang="en-GB" smtClean="0"/>
              <a:t>第四個大綱層次</a:t>
            </a:r>
          </a:p>
          <a:p>
            <a:pPr lvl="4"/>
            <a:r>
              <a:rPr lang="zh-TW" altLang="en-GB" smtClean="0"/>
              <a:t>第五個大綱層次</a:t>
            </a:r>
          </a:p>
          <a:p>
            <a:pPr lvl="4"/>
            <a:r>
              <a:rPr lang="zh-TW" altLang="en-GB" smtClean="0"/>
              <a:t>第六個大綱層次</a:t>
            </a:r>
          </a:p>
          <a:p>
            <a:pPr lvl="4"/>
            <a:r>
              <a:rPr lang="zh-TW" altLang="en-GB" smtClean="0"/>
              <a:t>第七個大綱層次</a:t>
            </a:r>
          </a:p>
        </p:txBody>
      </p:sp>
      <p:sp>
        <p:nvSpPr>
          <p:cNvPr id="2061" name="Rectangle 13"/>
          <p:cNvSpPr>
            <a:spLocks noGrp="1" noChangeArrowheads="1"/>
          </p:cNvSpPr>
          <p:nvPr>
            <p:ph type="dt"/>
          </p:nvPr>
        </p:nvSpPr>
        <p:spPr bwMode="auto">
          <a:xfrm>
            <a:off x="990600" y="6248400"/>
            <a:ext cx="1893888" cy="446088"/>
          </a:xfrm>
          <a:prstGeom prst="rect">
            <a:avLst/>
          </a:prstGeom>
          <a:noFill/>
          <a:ln w="9525" cap="flat">
            <a:noFill/>
            <a:round/>
            <a:headEnd/>
            <a:tailEnd/>
          </a:ln>
          <a:effectLst/>
        </p:spPr>
        <p:txBody>
          <a:bodyPr vert="horz" wrap="square" lIns="90000" tIns="46800" rIns="90000" bIns="46800" numCol="1" anchor="b" anchorCtr="0" compatLnSpc="1">
            <a:prstTxWarp prst="textNoShape">
              <a:avLst/>
            </a:prstTxWarp>
          </a:bodyPr>
          <a:lstStyle>
            <a:lvl1pPr>
              <a:buClrTx/>
              <a:buFontTx/>
              <a:buNone/>
              <a:tabLst>
                <a:tab pos="449263" algn="l"/>
                <a:tab pos="898525" algn="l"/>
                <a:tab pos="1347788" algn="l"/>
                <a:tab pos="1797050" algn="l"/>
              </a:tabLst>
              <a:defRPr sz="1400" smtClean="0">
                <a:solidFill>
                  <a:srgbClr val="00E4A8"/>
                </a:solidFill>
                <a:latin typeface="Times New Roman" pitchFamily="16" charset="0"/>
              </a:defRPr>
            </a:lvl1pPr>
          </a:lstStyle>
          <a:p>
            <a:pPr>
              <a:defRPr/>
            </a:pPr>
            <a:fld id="{1ADCECC4-F174-4F0F-91D5-1FEB70FAD013}" type="datetime1">
              <a:rPr lang="en-US"/>
              <a:pPr>
                <a:defRPr/>
              </a:pPr>
              <a:t>3/30/2015</a:t>
            </a:fld>
            <a:endParaRPr lang="en-US"/>
          </a:p>
        </p:txBody>
      </p:sp>
      <p:sp>
        <p:nvSpPr>
          <p:cNvPr id="2062" name="Rectangle 14"/>
          <p:cNvSpPr>
            <a:spLocks noGrp="1" noChangeArrowheads="1"/>
          </p:cNvSpPr>
          <p:nvPr>
            <p:ph type="ftr"/>
          </p:nvPr>
        </p:nvSpPr>
        <p:spPr bwMode="auto">
          <a:xfrm>
            <a:off x="2362200" y="6248400"/>
            <a:ext cx="4941888" cy="446088"/>
          </a:xfrm>
          <a:prstGeom prst="rect">
            <a:avLst/>
          </a:prstGeom>
          <a:noFill/>
          <a:ln w="9525" cap="flat">
            <a:noFill/>
            <a:round/>
            <a:headEnd/>
            <a:tailEnd/>
          </a:ln>
          <a:effectLst/>
        </p:spPr>
        <p:txBody>
          <a:bodyPr vert="horz" wrap="square" lIns="90000" tIns="46800" rIns="90000" bIns="46800" numCol="1" anchor="b" anchorCtr="0" compatLnSpc="1">
            <a:prstTxWarp prst="textNoShape">
              <a:avLst/>
            </a:prstTxWarp>
          </a:bodyPr>
          <a:lstStyle>
            <a:lvl1pPr algn="ctr">
              <a:buClrTx/>
              <a:buFontTx/>
              <a:buNone/>
              <a:tabLst>
                <a:tab pos="449263" algn="l"/>
                <a:tab pos="898525" algn="l"/>
                <a:tab pos="1347788" algn="l"/>
                <a:tab pos="1797050" algn="l"/>
                <a:tab pos="2246313" algn="l"/>
                <a:tab pos="2695575" algn="l"/>
                <a:tab pos="3144838" algn="l"/>
                <a:tab pos="3594100" algn="l"/>
                <a:tab pos="4043363" algn="l"/>
                <a:tab pos="4492625" algn="l"/>
                <a:tab pos="4941888" algn="l"/>
              </a:tabLst>
              <a:defRPr sz="1400" smtClean="0">
                <a:solidFill>
                  <a:srgbClr val="00E4A8"/>
                </a:solidFill>
                <a:latin typeface="Times New Roman" pitchFamily="16" charset="0"/>
              </a:defRPr>
            </a:lvl1pPr>
          </a:lstStyle>
          <a:p>
            <a:pPr>
              <a:defRPr/>
            </a:pPr>
            <a:r>
              <a:rPr lang="en-US"/>
              <a:t>1</a:t>
            </a:r>
          </a:p>
        </p:txBody>
      </p:sp>
      <p:sp>
        <p:nvSpPr>
          <p:cNvPr id="2063" name="Rectangle 15"/>
          <p:cNvSpPr>
            <a:spLocks noGrp="1" noChangeArrowheads="1"/>
          </p:cNvSpPr>
          <p:nvPr>
            <p:ph type="sldNum"/>
          </p:nvPr>
        </p:nvSpPr>
        <p:spPr bwMode="auto">
          <a:xfrm>
            <a:off x="6858000" y="6248400"/>
            <a:ext cx="1893888" cy="446088"/>
          </a:xfrm>
          <a:prstGeom prst="rect">
            <a:avLst/>
          </a:prstGeom>
          <a:noFill/>
          <a:ln w="9525" cap="flat">
            <a:noFill/>
            <a:round/>
            <a:headEnd/>
            <a:tailEnd/>
          </a:ln>
          <a:effectLst/>
        </p:spPr>
        <p:txBody>
          <a:bodyPr vert="horz" wrap="square" lIns="90000" tIns="46800" rIns="90000" bIns="46800" numCol="1" anchor="b" anchorCtr="0" compatLnSpc="1">
            <a:prstTxWarp prst="textNoShape">
              <a:avLst/>
            </a:prstTxWarp>
          </a:bodyPr>
          <a:lstStyle>
            <a:lvl1pPr algn="r">
              <a:buClrTx/>
              <a:buFontTx/>
              <a:buNone/>
              <a:tabLst>
                <a:tab pos="449263" algn="l"/>
                <a:tab pos="898525" algn="l"/>
                <a:tab pos="1347788" algn="l"/>
                <a:tab pos="1797050" algn="l"/>
              </a:tabLst>
              <a:defRPr sz="1400" smtClean="0">
                <a:solidFill>
                  <a:srgbClr val="00E4A8"/>
                </a:solidFill>
                <a:latin typeface="Times New Roman" pitchFamily="16" charset="0"/>
              </a:defRPr>
            </a:lvl1pPr>
          </a:lstStyle>
          <a:p>
            <a:pPr>
              <a:defRPr/>
            </a:pPr>
            <a:fld id="{98208500-8925-461E-8A63-B99DF52873F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2pPr>
      <a:lvl3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3pPr>
      <a:lvl4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4pPr>
      <a:lvl5pPr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333399"/>
          </a:solidFill>
          <a:latin typeface="Tahoma" pitchFamily="32" charset="0"/>
          <a:ea typeface="標楷體" pitchFamily="65" charset="-120"/>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000000"/>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000000"/>
          </a:solidFill>
          <a:latin typeface="+mn-lt"/>
          <a:ea typeface="+mn-ea"/>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Text Box 1"/>
          <p:cNvSpPr txBox="1">
            <a:spLocks noChangeArrowheads="1"/>
          </p:cNvSpPr>
          <p:nvPr/>
        </p:nvSpPr>
        <p:spPr bwMode="auto">
          <a:xfrm>
            <a:off x="6781800" y="6324600"/>
            <a:ext cx="1905000" cy="457200"/>
          </a:xfrm>
          <a:prstGeom prst="rect">
            <a:avLst/>
          </a:prstGeom>
          <a:noFill/>
          <a:ln w="9525">
            <a:noFill/>
            <a:round/>
            <a:headEnd/>
            <a:tailEnd/>
          </a:ln>
        </p:spPr>
        <p:txBody>
          <a:bodyPr lIns="90000" tIns="46800" rIns="90000" bIns="4680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5B67A1D-D172-446D-B53B-2797078B42B0}" type="slidenum">
              <a:rPr lang="en-US" altLang="zh-TW" sz="1400">
                <a:solidFill>
                  <a:srgbClr val="00E4A8"/>
                </a:solidFill>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a:t>
            </a:fld>
            <a:endParaRPr lang="en-US" altLang="zh-TW" sz="1400">
              <a:solidFill>
                <a:srgbClr val="00E4A8"/>
              </a:solidFill>
            </a:endParaRPr>
          </a:p>
        </p:txBody>
      </p:sp>
      <p:sp>
        <p:nvSpPr>
          <p:cNvPr id="3075" name="Text Box 2"/>
          <p:cNvSpPr txBox="1">
            <a:spLocks noChangeArrowheads="1"/>
          </p:cNvSpPr>
          <p:nvPr/>
        </p:nvSpPr>
        <p:spPr bwMode="auto">
          <a:xfrm>
            <a:off x="533400" y="381000"/>
            <a:ext cx="7772400" cy="914400"/>
          </a:xfrm>
          <a:prstGeom prst="rect">
            <a:avLst/>
          </a:prstGeom>
          <a:noFill/>
          <a:ln w="9525">
            <a:noFill/>
            <a:round/>
            <a:headEnd/>
            <a:tailEnd/>
          </a:ln>
        </p:spPr>
        <p:txBody>
          <a:bodyPr anchor="b"/>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4300" b="1" dirty="0">
                <a:solidFill>
                  <a:srgbClr val="333399"/>
                </a:solidFill>
                <a:latin typeface="Times New Roman" pitchFamily="16" charset="0"/>
                <a:ea typeface="標楷體" pitchFamily="65" charset="-120"/>
              </a:rPr>
              <a:t>11730: Number Transformation</a:t>
            </a:r>
          </a:p>
        </p:txBody>
      </p:sp>
      <p:sp>
        <p:nvSpPr>
          <p:cNvPr id="3076" name="Text Box 3"/>
          <p:cNvSpPr txBox="1">
            <a:spLocks noChangeArrowheads="1"/>
          </p:cNvSpPr>
          <p:nvPr/>
        </p:nvSpPr>
        <p:spPr bwMode="auto">
          <a:xfrm>
            <a:off x="381000" y="1447800"/>
            <a:ext cx="8077200" cy="4789488"/>
          </a:xfrm>
          <a:prstGeom prst="rect">
            <a:avLst/>
          </a:prstGeom>
          <a:noFill/>
          <a:ln w="9525">
            <a:noFill/>
            <a:round/>
            <a:headEnd/>
            <a:tailEnd/>
          </a:ln>
        </p:spPr>
        <p:txBody>
          <a:bodyPr/>
          <a:lstStyle/>
          <a:p>
            <a:pPr marL="331788" indent="-331788">
              <a:spcBef>
                <a:spcPts val="600"/>
              </a:spcBef>
              <a:buClr>
                <a:srgbClr val="3333CC"/>
              </a:buClr>
              <a:buSzPct val="60000"/>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altLang="zh-TW" dirty="0">
                <a:solidFill>
                  <a:srgbClr val="FF0000"/>
                </a:solidFill>
                <a:latin typeface="Times New Roman" pitchFamily="16" charset="0"/>
                <a:ea typeface="標楷體" pitchFamily="65" charset="-120"/>
              </a:rPr>
              <a:t>★★☆☆☆</a:t>
            </a:r>
          </a:p>
          <a:p>
            <a:pPr marL="331788" indent="-331788">
              <a:spcBef>
                <a:spcPts val="600"/>
              </a:spcBef>
              <a:buClr>
                <a:srgbClr val="3333CC"/>
              </a:buClr>
              <a:buSzPct val="60000"/>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zh-TW" b="1" dirty="0">
                <a:solidFill>
                  <a:srgbClr val="3BA943"/>
                </a:solidFill>
                <a:latin typeface="Times New Roman" pitchFamily="16" charset="0"/>
                <a:ea typeface="標楷體" pitchFamily="65" charset="-120"/>
              </a:rPr>
              <a:t>題組：</a:t>
            </a:r>
            <a:r>
              <a:rPr lang="en-US" altLang="zh-TW" dirty="0">
                <a:solidFill>
                  <a:srgbClr val="000000"/>
                </a:solidFill>
                <a:latin typeface="Times New Roman" pitchFamily="16" charset="0"/>
              </a:rPr>
              <a:t>Problem Set Archive with Online Judge</a:t>
            </a:r>
          </a:p>
          <a:p>
            <a:pPr marL="331788" indent="-331788">
              <a:spcBef>
                <a:spcPts val="600"/>
              </a:spcBef>
              <a:buClr>
                <a:srgbClr val="3333CC"/>
              </a:buClr>
              <a:buSzPct val="60000"/>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zh-TW" b="1" dirty="0">
                <a:solidFill>
                  <a:srgbClr val="3BA943"/>
                </a:solidFill>
                <a:latin typeface="Times New Roman" pitchFamily="16" charset="0"/>
                <a:ea typeface="標楷體" pitchFamily="65" charset="-120"/>
              </a:rPr>
              <a:t>題號：</a:t>
            </a:r>
            <a:r>
              <a:rPr lang="en-US" altLang="zh-TW" dirty="0">
                <a:solidFill>
                  <a:srgbClr val="000000"/>
                </a:solidFill>
                <a:latin typeface="Times New Roman" pitchFamily="16" charset="0"/>
              </a:rPr>
              <a:t>11730:Number Transformation</a:t>
            </a:r>
          </a:p>
          <a:p>
            <a:pPr marL="331788" indent="-331788">
              <a:spcBef>
                <a:spcPts val="600"/>
              </a:spcBef>
              <a:buClr>
                <a:srgbClr val="3333CC"/>
              </a:buClr>
              <a:buSzPct val="60000"/>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zh-TW" b="1" dirty="0">
                <a:solidFill>
                  <a:srgbClr val="3BA943"/>
                </a:solidFill>
                <a:latin typeface="Times New Roman" pitchFamily="16" charset="0"/>
                <a:ea typeface="標楷體" pitchFamily="65" charset="-120"/>
              </a:rPr>
              <a:t>解題者：</a:t>
            </a:r>
            <a:r>
              <a:rPr lang="zh-TW" altLang="en-US" dirty="0">
                <a:solidFill>
                  <a:srgbClr val="000000"/>
                </a:solidFill>
                <a:latin typeface="標楷體" pitchFamily="65" charset="-120"/>
                <a:ea typeface="標楷體" pitchFamily="65" charset="-120"/>
              </a:rPr>
              <a:t>劉育錡</a:t>
            </a:r>
            <a:endParaRPr lang="zh-TW" dirty="0">
              <a:solidFill>
                <a:srgbClr val="000000"/>
              </a:solidFill>
              <a:latin typeface="標楷體" pitchFamily="65" charset="-120"/>
              <a:ea typeface="標楷體" pitchFamily="65" charset="-120"/>
            </a:endParaRPr>
          </a:p>
          <a:p>
            <a:pPr marL="331788" indent="-331788">
              <a:spcBef>
                <a:spcPts val="600"/>
              </a:spcBef>
              <a:buClr>
                <a:srgbClr val="3333CC"/>
              </a:buClr>
              <a:buSzPct val="60000"/>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zh-TW" b="1" dirty="0">
                <a:solidFill>
                  <a:srgbClr val="3BA943"/>
                </a:solidFill>
                <a:latin typeface="Times New Roman" pitchFamily="16" charset="0"/>
                <a:ea typeface="標楷體" pitchFamily="65" charset="-120"/>
              </a:rPr>
              <a:t>解題日期：</a:t>
            </a:r>
            <a:r>
              <a:rPr lang="en-US" altLang="zh-TW" dirty="0">
                <a:solidFill>
                  <a:srgbClr val="000000"/>
                </a:solidFill>
                <a:latin typeface="Times New Roman" pitchFamily="16" charset="0"/>
                <a:ea typeface="標楷體" pitchFamily="65" charset="-120"/>
              </a:rPr>
              <a:t>2015</a:t>
            </a:r>
            <a:r>
              <a:rPr lang="zh-TW" dirty="0">
                <a:solidFill>
                  <a:srgbClr val="000000"/>
                </a:solidFill>
                <a:latin typeface="Times New Roman" pitchFamily="16" charset="0"/>
                <a:ea typeface="標楷體" pitchFamily="65" charset="-120"/>
              </a:rPr>
              <a:t>年</a:t>
            </a:r>
            <a:r>
              <a:rPr lang="en-US" altLang="zh-TW" dirty="0">
                <a:solidFill>
                  <a:srgbClr val="000000"/>
                </a:solidFill>
                <a:latin typeface="Times New Roman" pitchFamily="16" charset="0"/>
                <a:ea typeface="標楷體" pitchFamily="65" charset="-120"/>
              </a:rPr>
              <a:t>3</a:t>
            </a:r>
            <a:r>
              <a:rPr lang="zh-TW" dirty="0">
                <a:solidFill>
                  <a:srgbClr val="000000"/>
                </a:solidFill>
                <a:latin typeface="Times New Roman" pitchFamily="16" charset="0"/>
                <a:ea typeface="標楷體" pitchFamily="65" charset="-120"/>
              </a:rPr>
              <a:t>月</a:t>
            </a:r>
            <a:r>
              <a:rPr lang="en-US" altLang="zh-TW" dirty="0" smtClean="0">
                <a:solidFill>
                  <a:srgbClr val="000000"/>
                </a:solidFill>
                <a:latin typeface="Times New Roman" pitchFamily="16" charset="0"/>
                <a:ea typeface="標楷體" pitchFamily="65" charset="-120"/>
              </a:rPr>
              <a:t>19</a:t>
            </a:r>
            <a:r>
              <a:rPr lang="zh-TW" dirty="0" smtClean="0">
                <a:solidFill>
                  <a:srgbClr val="000000"/>
                </a:solidFill>
                <a:latin typeface="Times New Roman" pitchFamily="16" charset="0"/>
                <a:ea typeface="標楷體" pitchFamily="65" charset="-120"/>
              </a:rPr>
              <a:t>日</a:t>
            </a:r>
            <a:endParaRPr lang="zh-TW" dirty="0">
              <a:solidFill>
                <a:srgbClr val="000000"/>
              </a:solidFill>
              <a:latin typeface="Times New Roman" pitchFamily="16" charset="0"/>
              <a:ea typeface="標楷體" pitchFamily="65" charset="-120"/>
            </a:endParaRPr>
          </a:p>
          <a:p>
            <a:pPr marL="331788" indent="-331788">
              <a:spcBef>
                <a:spcPts val="600"/>
              </a:spcBef>
              <a:buClr>
                <a:srgbClr val="3333CC"/>
              </a:buClr>
              <a:buSzPct val="60000"/>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zh-TW" b="1" dirty="0">
                <a:solidFill>
                  <a:srgbClr val="3BA943"/>
                </a:solidFill>
                <a:latin typeface="Times New Roman" pitchFamily="16" charset="0"/>
                <a:ea typeface="標楷體" pitchFamily="65" charset="-120"/>
              </a:rPr>
              <a:t>題意：</a:t>
            </a:r>
            <a:r>
              <a:rPr lang="zh-TW" dirty="0">
                <a:solidFill>
                  <a:srgbClr val="000000"/>
                </a:solidFill>
                <a:latin typeface="標楷體" pitchFamily="65" charset="-120"/>
                <a:ea typeface="標楷體" pitchFamily="65" charset="-120"/>
              </a:rPr>
              <a:t>給定</a:t>
            </a:r>
            <a:r>
              <a:rPr lang="zh-TW" altLang="en-US" dirty="0">
                <a:solidFill>
                  <a:srgbClr val="000000"/>
                </a:solidFill>
                <a:latin typeface="標楷體" pitchFamily="65" charset="-120"/>
                <a:ea typeface="標楷體" pitchFamily="65" charset="-120"/>
              </a:rPr>
              <a:t>兩個整數</a:t>
            </a:r>
            <a:r>
              <a:rPr lang="en-US" altLang="zh-TW" dirty="0">
                <a:solidFill>
                  <a:srgbClr val="000000"/>
                </a:solidFill>
                <a:latin typeface="Times New Roman" pitchFamily="16" charset="0"/>
              </a:rPr>
              <a:t>S(0&lt;S&lt;101)</a:t>
            </a:r>
            <a:r>
              <a:rPr lang="zh-TW" altLang="en-US" dirty="0">
                <a:solidFill>
                  <a:srgbClr val="000000"/>
                </a:solidFill>
                <a:latin typeface="標楷體" pitchFamily="65" charset="-120"/>
                <a:ea typeface="標楷體" pitchFamily="65" charset="-120"/>
              </a:rPr>
              <a:t>和</a:t>
            </a:r>
            <a:r>
              <a:rPr lang="en-US" altLang="zh-TW" dirty="0">
                <a:solidFill>
                  <a:srgbClr val="000000"/>
                </a:solidFill>
                <a:latin typeface="Times New Roman" pitchFamily="16" charset="0"/>
              </a:rPr>
              <a:t>T(0&lt;T&lt;1001)</a:t>
            </a:r>
            <a:r>
              <a:rPr lang="zh-TW" altLang="en-US" dirty="0">
                <a:solidFill>
                  <a:srgbClr val="000000"/>
                </a:solidFill>
                <a:latin typeface="+mn-ea"/>
                <a:ea typeface="+mn-ea"/>
              </a:rPr>
              <a:t>，</a:t>
            </a:r>
            <a:r>
              <a:rPr lang="zh-TW" altLang="en-US" dirty="0">
                <a:solidFill>
                  <a:srgbClr val="000000"/>
                </a:solidFill>
                <a:latin typeface="標楷體" pitchFamily="65" charset="-120"/>
                <a:ea typeface="標楷體" pitchFamily="65" charset="-120"/>
              </a:rPr>
              <a:t>且規定一個整數得藉由加質因數</a:t>
            </a:r>
            <a:r>
              <a:rPr lang="en-US" altLang="zh-TW" dirty="0">
                <a:solidFill>
                  <a:srgbClr val="000000"/>
                </a:solidFill>
                <a:latin typeface="標楷體" pitchFamily="65" charset="-120"/>
                <a:ea typeface="標楷體" pitchFamily="65" charset="-120"/>
              </a:rPr>
              <a:t>(</a:t>
            </a:r>
            <a:r>
              <a:rPr lang="zh-TW" altLang="en-US" dirty="0">
                <a:solidFill>
                  <a:srgbClr val="000000"/>
                </a:solidFill>
                <a:latin typeface="標楷體" pitchFamily="65" charset="-120"/>
                <a:ea typeface="標楷體" pitchFamily="65" charset="-120"/>
              </a:rPr>
              <a:t>不包含該整數</a:t>
            </a:r>
            <a:r>
              <a:rPr lang="en-US" altLang="zh-TW" dirty="0">
                <a:solidFill>
                  <a:srgbClr val="000000"/>
                </a:solidFill>
                <a:latin typeface="標楷體" pitchFamily="65" charset="-120"/>
                <a:ea typeface="標楷體" pitchFamily="65" charset="-120"/>
              </a:rPr>
              <a:t>)</a:t>
            </a:r>
            <a:r>
              <a:rPr lang="zh-TW" altLang="en-US" dirty="0">
                <a:solidFill>
                  <a:srgbClr val="000000"/>
                </a:solidFill>
                <a:latin typeface="標楷體" pitchFamily="65" charset="-120"/>
                <a:ea typeface="標楷體" pitchFamily="65" charset="-120"/>
              </a:rPr>
              <a:t>轉換為另一個整數，判斷</a:t>
            </a:r>
            <a:r>
              <a:rPr lang="en-US" altLang="zh-TW" dirty="0">
                <a:solidFill>
                  <a:srgbClr val="000000"/>
                </a:solidFill>
                <a:latin typeface="Times New Roman" pitchFamily="16" charset="0"/>
              </a:rPr>
              <a:t>S</a:t>
            </a:r>
            <a:r>
              <a:rPr lang="zh-TW" altLang="en-US" dirty="0">
                <a:solidFill>
                  <a:srgbClr val="000000"/>
                </a:solidFill>
                <a:latin typeface="標楷體" pitchFamily="65" charset="-120"/>
                <a:ea typeface="標楷體" pitchFamily="65" charset="-120"/>
              </a:rPr>
              <a:t>是否可以經由一再的轉換來變成</a:t>
            </a:r>
            <a:r>
              <a:rPr lang="en-US" altLang="zh-TW" dirty="0">
                <a:solidFill>
                  <a:srgbClr val="000000"/>
                </a:solidFill>
                <a:latin typeface="Times New Roman" pitchFamily="16" charset="0"/>
              </a:rPr>
              <a:t>T</a:t>
            </a:r>
            <a:r>
              <a:rPr lang="zh-TW" altLang="en-US" dirty="0">
                <a:solidFill>
                  <a:srgbClr val="000000"/>
                </a:solidFill>
                <a:latin typeface="標楷體" pitchFamily="65" charset="-120"/>
                <a:ea typeface="標楷體" pitchFamily="65" charset="-120"/>
              </a:rPr>
              <a:t>，並且在可以的情況下判斷最少須經過幾次轉換</a:t>
            </a:r>
            <a:r>
              <a:rPr lang="zh-TW" dirty="0">
                <a:solidFill>
                  <a:srgbClr val="000000"/>
                </a:solidFill>
                <a:latin typeface="標楷體" pitchFamily="65" charset="-120"/>
                <a:ea typeface="標楷體" pitchFamily="65" charset="-120"/>
              </a:rPr>
              <a: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Text Box 1"/>
          <p:cNvSpPr txBox="1">
            <a:spLocks noChangeArrowheads="1"/>
          </p:cNvSpPr>
          <p:nvPr/>
        </p:nvSpPr>
        <p:spPr bwMode="auto">
          <a:xfrm>
            <a:off x="6781800" y="6324600"/>
            <a:ext cx="1905000" cy="457200"/>
          </a:xfrm>
          <a:prstGeom prst="rect">
            <a:avLst/>
          </a:prstGeom>
          <a:noFill/>
          <a:ln w="9525">
            <a:noFill/>
            <a:round/>
            <a:headEnd/>
            <a:tailEnd/>
          </a:ln>
        </p:spPr>
        <p:txBody>
          <a:bodyPr lIns="90000" tIns="46800" rIns="90000" bIns="4680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F5AD6BE-AFB4-4C4E-B96E-9111BED0DAB6}" type="slidenum">
              <a:rPr lang="en-US" altLang="zh-TW" sz="1400">
                <a:solidFill>
                  <a:srgbClr val="00E4A8"/>
                </a:solidFill>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a:t>
            </a:fld>
            <a:endParaRPr lang="en-US" altLang="zh-TW" sz="1400">
              <a:solidFill>
                <a:srgbClr val="00E4A8"/>
              </a:solidFill>
            </a:endParaRPr>
          </a:p>
        </p:txBody>
      </p:sp>
      <p:sp>
        <p:nvSpPr>
          <p:cNvPr id="5122" name="Text Box 2"/>
          <p:cNvSpPr txBox="1">
            <a:spLocks noChangeArrowheads="1"/>
          </p:cNvSpPr>
          <p:nvPr/>
        </p:nvSpPr>
        <p:spPr bwMode="auto">
          <a:xfrm>
            <a:off x="381000" y="431800"/>
            <a:ext cx="8077200" cy="5832475"/>
          </a:xfrm>
          <a:prstGeom prst="rect">
            <a:avLst/>
          </a:prstGeom>
          <a:noFill/>
          <a:ln w="9525" cap="flat">
            <a:noFill/>
            <a:round/>
            <a:headEnd/>
            <a:tailEnd/>
          </a:ln>
          <a:effectLst/>
        </p:spPr>
        <p:txBody>
          <a:bodyPr/>
          <a:lstStyle/>
          <a:p>
            <a:pPr marL="339725" indent="-331788">
              <a:lnSpc>
                <a:spcPct val="90000"/>
              </a:lnSpc>
              <a:spcBef>
                <a:spcPts val="6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GB" b="1" dirty="0">
              <a:solidFill>
                <a:srgbClr val="3BA943"/>
              </a:solidFill>
              <a:latin typeface="Times New Roman" pitchFamily="16" charset="0"/>
              <a:ea typeface="標楷體" pitchFamily="65" charset="-120"/>
            </a:endParaRPr>
          </a:p>
          <a:p>
            <a:pPr marL="331788" indent="-323850">
              <a:lnSpc>
                <a:spcPct val="90000"/>
              </a:lnSpc>
              <a:spcBef>
                <a:spcPts val="600"/>
              </a:spcBef>
              <a:buClr>
                <a:srgbClr val="3333CC"/>
              </a:buClr>
              <a:buSzPct val="60000"/>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zh-TW" b="1" dirty="0">
                <a:solidFill>
                  <a:srgbClr val="3BA943"/>
                </a:solidFill>
                <a:latin typeface="Times New Roman" pitchFamily="16" charset="0"/>
                <a:ea typeface="標楷體" pitchFamily="65" charset="-120"/>
              </a:rPr>
              <a:t>題意範例</a:t>
            </a:r>
            <a:r>
              <a:rPr lang="en-GB" b="1" dirty="0">
                <a:solidFill>
                  <a:srgbClr val="3BA943"/>
                </a:solidFill>
                <a:latin typeface="Times New Roman" pitchFamily="16" charset="0"/>
                <a:ea typeface="標楷體" pitchFamily="65" charset="-120"/>
              </a:rPr>
              <a:t>:</a:t>
            </a:r>
          </a:p>
          <a:p>
            <a:pPr lvl="3">
              <a:lnSpc>
                <a:spcPct val="90000"/>
              </a:lnSpc>
              <a:spcBef>
                <a:spcPts val="6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GB" b="1" dirty="0">
                <a:solidFill>
                  <a:srgbClr val="3BA943"/>
                </a:solidFill>
                <a:latin typeface="Times New Roman" pitchFamily="16" charset="0"/>
                <a:ea typeface="標楷體" pitchFamily="65" charset="-120"/>
              </a:rPr>
              <a:t> </a:t>
            </a:r>
            <a:r>
              <a:rPr lang="en-US" altLang="zh-TW" dirty="0">
                <a:solidFill>
                  <a:srgbClr val="000000"/>
                </a:solidFill>
                <a:latin typeface="Times New Roman" pitchFamily="16" charset="0"/>
                <a:ea typeface="標楷體" pitchFamily="65" charset="-120"/>
              </a:rPr>
              <a:t>6</a:t>
            </a:r>
            <a:r>
              <a:rPr lang="en-GB" dirty="0">
                <a:solidFill>
                  <a:srgbClr val="000000"/>
                </a:solidFill>
                <a:latin typeface="Times New Roman" pitchFamily="16" charset="0"/>
                <a:ea typeface="標楷體" pitchFamily="65" charset="-120"/>
              </a:rPr>
              <a:t> 12 =&gt;</a:t>
            </a:r>
            <a:r>
              <a:rPr lang="en-US" altLang="zh-TW" dirty="0">
                <a:solidFill>
                  <a:srgbClr val="000000"/>
                </a:solidFill>
                <a:latin typeface="Times New Roman" pitchFamily="16" charset="0"/>
                <a:ea typeface="標楷體" pitchFamily="65" charset="-120"/>
              </a:rPr>
              <a:t>2</a:t>
            </a:r>
            <a:r>
              <a:rPr lang="zh-TW" altLang="en-US" dirty="0">
                <a:solidFill>
                  <a:srgbClr val="000000"/>
                </a:solidFill>
                <a:latin typeface="Times New Roman" pitchFamily="16" charset="0"/>
                <a:ea typeface="標楷體" pitchFamily="65" charset="-120"/>
              </a:rPr>
              <a:t>   </a:t>
            </a:r>
            <a:r>
              <a:rPr lang="en-US" altLang="zh-TW" dirty="0">
                <a:solidFill>
                  <a:srgbClr val="000000"/>
                </a:solidFill>
                <a:latin typeface="Times New Roman" pitchFamily="16" charset="0"/>
                <a:ea typeface="標楷體" pitchFamily="65" charset="-120"/>
              </a:rPr>
              <a:t>(6=&gt;9=&gt;12)</a:t>
            </a:r>
            <a:endParaRPr lang="en-GB" dirty="0">
              <a:solidFill>
                <a:srgbClr val="000000"/>
              </a:solidFill>
              <a:latin typeface="Times New Roman" pitchFamily="16" charset="0"/>
              <a:ea typeface="標楷體" pitchFamily="65" charset="-120"/>
            </a:endParaRPr>
          </a:p>
          <a:p>
            <a:pPr lvl="3">
              <a:lnSpc>
                <a:spcPct val="90000"/>
              </a:lnSpc>
              <a:spcBef>
                <a:spcPts val="600"/>
              </a:spcBef>
              <a:buFont typeface="Times New Roman" pitchFamily="16"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GB" dirty="0">
                <a:solidFill>
                  <a:srgbClr val="000000"/>
                </a:solidFill>
                <a:latin typeface="Times New Roman" pitchFamily="16" charset="0"/>
                <a:ea typeface="標楷體" pitchFamily="65" charset="-120"/>
              </a:rPr>
              <a:t> </a:t>
            </a:r>
            <a:r>
              <a:rPr lang="en-US" altLang="zh-TW" dirty="0">
                <a:solidFill>
                  <a:srgbClr val="000000"/>
                </a:solidFill>
                <a:latin typeface="Times New Roman" pitchFamily="16" charset="0"/>
                <a:ea typeface="標楷體" pitchFamily="65" charset="-120"/>
              </a:rPr>
              <a:t>6</a:t>
            </a:r>
            <a:r>
              <a:rPr lang="zh-TW" altLang="en-US" dirty="0">
                <a:solidFill>
                  <a:srgbClr val="000000"/>
                </a:solidFill>
                <a:latin typeface="Times New Roman" pitchFamily="16" charset="0"/>
                <a:ea typeface="標楷體" pitchFamily="65" charset="-120"/>
              </a:rPr>
              <a:t> </a:t>
            </a:r>
            <a:r>
              <a:rPr lang="en-US" altLang="zh-TW" dirty="0">
                <a:solidFill>
                  <a:srgbClr val="000000"/>
                </a:solidFill>
                <a:latin typeface="Times New Roman" pitchFamily="16" charset="0"/>
                <a:ea typeface="標楷體" pitchFamily="65" charset="-120"/>
              </a:rPr>
              <a:t>13</a:t>
            </a:r>
            <a:r>
              <a:rPr lang="en-GB" dirty="0">
                <a:solidFill>
                  <a:srgbClr val="000000"/>
                </a:solidFill>
                <a:latin typeface="Times New Roman" pitchFamily="16" charset="0"/>
                <a:ea typeface="標楷體" pitchFamily="65" charset="-120"/>
              </a:rPr>
              <a:t> =&gt;</a:t>
            </a:r>
            <a:r>
              <a:rPr lang="en-US" altLang="zh-TW" dirty="0">
                <a:solidFill>
                  <a:srgbClr val="000000"/>
                </a:solidFill>
                <a:latin typeface="Times New Roman" pitchFamily="16" charset="0"/>
                <a:ea typeface="標楷體" pitchFamily="65" charset="-120"/>
              </a:rPr>
              <a:t>-1</a:t>
            </a:r>
            <a:r>
              <a:rPr lang="zh-TW" altLang="en-US" dirty="0">
                <a:solidFill>
                  <a:srgbClr val="000000"/>
                </a:solidFill>
                <a:latin typeface="Times New Roman" pitchFamily="16" charset="0"/>
                <a:ea typeface="標楷體" pitchFamily="65" charset="-120"/>
              </a:rPr>
              <a:t>  </a:t>
            </a:r>
            <a:r>
              <a:rPr lang="en-US" altLang="zh-TW" dirty="0">
                <a:solidFill>
                  <a:srgbClr val="000000"/>
                </a:solidFill>
                <a:latin typeface="Times New Roman" pitchFamily="16" charset="0"/>
                <a:ea typeface="標楷體" pitchFamily="65" charset="-120"/>
              </a:rPr>
              <a:t>(</a:t>
            </a:r>
            <a:r>
              <a:rPr lang="zh-TW" altLang="en-US" dirty="0">
                <a:solidFill>
                  <a:srgbClr val="000000"/>
                </a:solidFill>
                <a:latin typeface="Times New Roman" pitchFamily="16" charset="0"/>
                <a:ea typeface="標楷體" pitchFamily="65" charset="-120"/>
              </a:rPr>
              <a:t>沒辦法</a:t>
            </a:r>
            <a:r>
              <a:rPr lang="en-US" altLang="zh-TW" dirty="0" smtClean="0">
                <a:solidFill>
                  <a:srgbClr val="000000"/>
                </a:solidFill>
                <a:latin typeface="Times New Roman" pitchFamily="16" charset="0"/>
                <a:ea typeface="標楷體" pitchFamily="65" charset="-120"/>
              </a:rPr>
              <a:t>)</a:t>
            </a:r>
            <a:endParaRPr lang="en-GB" dirty="0">
              <a:solidFill>
                <a:srgbClr val="000000"/>
              </a:solidFill>
              <a:latin typeface="Times New Roman" pitchFamily="16" charset="0"/>
              <a:ea typeface="標楷體" pitchFamily="65" charset="-120"/>
            </a:endParaRPr>
          </a:p>
          <a:p>
            <a:pPr marL="331788" indent="-323850">
              <a:lnSpc>
                <a:spcPct val="90000"/>
              </a:lnSpc>
              <a:spcBef>
                <a:spcPts val="600"/>
              </a:spcBef>
              <a:buClr>
                <a:srgbClr val="3333CC"/>
              </a:buClr>
              <a:buSzPct val="60000"/>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zh-TW" b="1" dirty="0">
                <a:solidFill>
                  <a:srgbClr val="3BA943"/>
                </a:solidFill>
                <a:latin typeface="Times New Roman" pitchFamily="16" charset="0"/>
                <a:ea typeface="標楷體" pitchFamily="65" charset="-120"/>
              </a:rPr>
              <a:t>解法</a:t>
            </a:r>
            <a:r>
              <a:rPr lang="en-GB" b="1" dirty="0" smtClean="0">
                <a:solidFill>
                  <a:srgbClr val="3BA943"/>
                </a:solidFill>
                <a:latin typeface="Times New Roman" pitchFamily="16" charset="0"/>
                <a:ea typeface="標楷體" pitchFamily="65" charset="-120"/>
              </a:rPr>
              <a:t>:</a:t>
            </a:r>
          </a:p>
          <a:p>
            <a:pPr marL="331788" indent="-323850">
              <a:lnSpc>
                <a:spcPct val="90000"/>
              </a:lnSpc>
              <a:spcBef>
                <a:spcPts val="600"/>
              </a:spcBef>
              <a:buClr>
                <a:srgbClr val="3333CC"/>
              </a:buClr>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GB" b="1" dirty="0" smtClean="0">
                <a:solidFill>
                  <a:srgbClr val="3BA943"/>
                </a:solidFill>
                <a:latin typeface="Times New Roman" pitchFamily="16" charset="0"/>
                <a:ea typeface="標楷體" pitchFamily="65" charset="-120"/>
              </a:rPr>
              <a:t>			   </a:t>
            </a:r>
            <a:r>
              <a:rPr lang="zh-TW" altLang="en-US" dirty="0" smtClean="0">
                <a:solidFill>
                  <a:srgbClr val="000000"/>
                </a:solidFill>
                <a:latin typeface="Times New Roman" pitchFamily="16" charset="0"/>
                <a:ea typeface="標楷體" pitchFamily="65" charset="-120"/>
              </a:rPr>
              <a:t>首先先藉由陣列做出一個</a:t>
            </a:r>
            <a:r>
              <a:rPr lang="en-US" altLang="zh-TW" dirty="0" smtClean="0">
                <a:solidFill>
                  <a:srgbClr val="000000"/>
                </a:solidFill>
                <a:latin typeface="Times New Roman" pitchFamily="16" charset="0"/>
                <a:ea typeface="標楷體" pitchFamily="65" charset="-120"/>
              </a:rPr>
              <a:t>2~1000</a:t>
            </a:r>
            <a:r>
              <a:rPr lang="zh-TW" altLang="en-US" dirty="0" smtClean="0">
                <a:solidFill>
                  <a:srgbClr val="000000"/>
                </a:solidFill>
                <a:latin typeface="Times New Roman" pitchFamily="16" charset="0"/>
                <a:ea typeface="標楷體" pitchFamily="65" charset="-120"/>
              </a:rPr>
              <a:t>質數表，將一個陣列初始化為同一個值，接著將</a:t>
            </a:r>
            <a:r>
              <a:rPr lang="en-US" altLang="zh-TW" dirty="0" smtClean="0">
                <a:solidFill>
                  <a:srgbClr val="000000"/>
                </a:solidFill>
                <a:latin typeface="Times New Roman" pitchFamily="16" charset="0"/>
                <a:ea typeface="標楷體" pitchFamily="65" charset="-120"/>
              </a:rPr>
              <a:t>2</a:t>
            </a:r>
            <a:r>
              <a:rPr lang="zh-TW" altLang="en-US" dirty="0" smtClean="0">
                <a:solidFill>
                  <a:srgbClr val="000000"/>
                </a:solidFill>
                <a:latin typeface="Times New Roman" pitchFamily="16" charset="0"/>
                <a:ea typeface="標楷體" pitchFamily="65" charset="-120"/>
              </a:rPr>
              <a:t>以外的</a:t>
            </a:r>
            <a:r>
              <a:rPr lang="en-US" altLang="zh-TW" dirty="0" smtClean="0">
                <a:solidFill>
                  <a:srgbClr val="000000"/>
                </a:solidFill>
                <a:latin typeface="Times New Roman" pitchFamily="16" charset="0"/>
                <a:ea typeface="標楷體" pitchFamily="65" charset="-120"/>
              </a:rPr>
              <a:t>2</a:t>
            </a:r>
            <a:r>
              <a:rPr lang="zh-TW" altLang="en-US" dirty="0" smtClean="0">
                <a:solidFill>
                  <a:srgbClr val="000000"/>
                </a:solidFill>
                <a:latin typeface="Times New Roman" pitchFamily="16" charset="0"/>
                <a:ea typeface="標楷體" pitchFamily="65" charset="-120"/>
              </a:rPr>
              <a:t>的倍數的位置改值，然後換下一個值是一開始的值的數來做，並且</a:t>
            </a:r>
            <a:r>
              <a:rPr lang="en-US" altLang="zh-TW" dirty="0" smtClean="0">
                <a:solidFill>
                  <a:srgbClr val="000000"/>
                </a:solidFill>
                <a:latin typeface="Times New Roman" pitchFamily="16" charset="0"/>
                <a:ea typeface="標楷體" pitchFamily="65" charset="-120"/>
              </a:rPr>
              <a:t>0</a:t>
            </a:r>
            <a:r>
              <a:rPr lang="zh-TW" altLang="en-US" dirty="0" smtClean="0">
                <a:solidFill>
                  <a:srgbClr val="000000"/>
                </a:solidFill>
                <a:latin typeface="Times New Roman" pitchFamily="16" charset="0"/>
                <a:ea typeface="標楷體" pitchFamily="65" charset="-120"/>
              </a:rPr>
              <a:t>和</a:t>
            </a:r>
            <a:r>
              <a:rPr lang="en-US" altLang="zh-TW" dirty="0" smtClean="0">
                <a:solidFill>
                  <a:srgbClr val="000000"/>
                </a:solidFill>
                <a:latin typeface="Times New Roman" pitchFamily="16" charset="0"/>
                <a:ea typeface="標楷體" pitchFamily="65" charset="-120"/>
              </a:rPr>
              <a:t>1</a:t>
            </a:r>
            <a:r>
              <a:rPr lang="zh-TW" altLang="en-US" dirty="0" smtClean="0">
                <a:solidFill>
                  <a:srgbClr val="000000"/>
                </a:solidFill>
                <a:latin typeface="Times New Roman" pitchFamily="16" charset="0"/>
                <a:ea typeface="標楷體" pitchFamily="65" charset="-120"/>
              </a:rPr>
              <a:t>也要改值，值沒改的位置就是質數。</a:t>
            </a:r>
            <a:endParaRPr lang="en-GB" altLang="zh-TW" b="1" dirty="0" smtClean="0">
              <a:solidFill>
                <a:srgbClr val="3BA943"/>
              </a:solidFill>
              <a:latin typeface="Times New Roman" pitchFamily="16" charset="0"/>
              <a:ea typeface="標楷體" pitchFamily="65" charset="-120"/>
            </a:endParaRPr>
          </a:p>
          <a:p>
            <a:pPr marL="331788" indent="-323850">
              <a:lnSpc>
                <a:spcPct val="90000"/>
              </a:lnSpc>
              <a:spcBef>
                <a:spcPts val="600"/>
              </a:spcBef>
              <a:buClr>
                <a:srgbClr val="3333CC"/>
              </a:buClr>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GB" altLang="zh-TW" b="1" dirty="0" smtClean="0">
                <a:solidFill>
                  <a:srgbClr val="3BA943"/>
                </a:solidFill>
                <a:latin typeface="Times New Roman" pitchFamily="16" charset="0"/>
                <a:ea typeface="標楷體" pitchFamily="65" charset="-120"/>
              </a:rPr>
              <a:t>			   </a:t>
            </a:r>
            <a:r>
              <a:rPr lang="zh-TW" altLang="en-US" dirty="0" smtClean="0">
                <a:solidFill>
                  <a:schemeClr val="tx1"/>
                </a:solidFill>
                <a:latin typeface="Times New Roman" pitchFamily="16" charset="0"/>
                <a:ea typeface="標楷體" pitchFamily="65" charset="-120"/>
              </a:rPr>
              <a:t>再來</a:t>
            </a:r>
            <a:r>
              <a:rPr lang="zh-TW" altLang="en-US" dirty="0" smtClean="0">
                <a:solidFill>
                  <a:srgbClr val="000000"/>
                </a:solidFill>
                <a:latin typeface="Times New Roman" pitchFamily="16" charset="0"/>
                <a:ea typeface="標楷體" pitchFamily="65" charset="-120"/>
              </a:rPr>
              <a:t>用一個初始化為</a:t>
            </a:r>
            <a:r>
              <a:rPr lang="en-US" altLang="zh-TW" dirty="0" smtClean="0">
                <a:solidFill>
                  <a:srgbClr val="000000"/>
                </a:solidFill>
                <a:latin typeface="Times New Roman" pitchFamily="16" charset="0"/>
                <a:ea typeface="標楷體" pitchFamily="65" charset="-120"/>
              </a:rPr>
              <a:t>-1</a:t>
            </a:r>
            <a:r>
              <a:rPr lang="zh-TW" altLang="en-US" dirty="0" smtClean="0">
                <a:solidFill>
                  <a:srgbClr val="000000"/>
                </a:solidFill>
                <a:latin typeface="Times New Roman" pitchFamily="16" charset="0"/>
                <a:ea typeface="標楷體" pitchFamily="65" charset="-120"/>
              </a:rPr>
              <a:t>的陣列，將第一個數字的位置存</a:t>
            </a:r>
            <a:r>
              <a:rPr lang="en-US" altLang="zh-TW" dirty="0" smtClean="0">
                <a:solidFill>
                  <a:srgbClr val="000000"/>
                </a:solidFill>
                <a:latin typeface="Times New Roman" pitchFamily="16" charset="0"/>
                <a:ea typeface="標楷體" pitchFamily="65" charset="-120"/>
              </a:rPr>
              <a:t>0</a:t>
            </a:r>
            <a:r>
              <a:rPr lang="zh-TW" altLang="en-US" dirty="0" smtClean="0">
                <a:solidFill>
                  <a:srgbClr val="000000"/>
                </a:solidFill>
                <a:latin typeface="Times New Roman" pitchFamily="16" charset="0"/>
                <a:ea typeface="標楷體" pitchFamily="65" charset="-120"/>
              </a:rPr>
              <a:t>，代表</a:t>
            </a:r>
            <a:r>
              <a:rPr lang="zh-TW" altLang="en-US" dirty="0">
                <a:solidFill>
                  <a:srgbClr val="000000"/>
                </a:solidFill>
                <a:latin typeface="Times New Roman" pitchFamily="16" charset="0"/>
                <a:ea typeface="標楷體" pitchFamily="65" charset="-120"/>
              </a:rPr>
              <a:t>幾</a:t>
            </a:r>
            <a:r>
              <a:rPr lang="zh-TW" altLang="en-US" dirty="0" smtClean="0">
                <a:solidFill>
                  <a:srgbClr val="000000"/>
                </a:solidFill>
                <a:latin typeface="Times New Roman" pitchFamily="16" charset="0"/>
                <a:ea typeface="標楷體" pitchFamily="65" charset="-120"/>
              </a:rPr>
              <a:t>次轉換就可以成為那數字，接著將那數字加質因數的可能的位置填上</a:t>
            </a:r>
            <a:r>
              <a:rPr lang="en-US" altLang="zh-TW" dirty="0" smtClean="0">
                <a:solidFill>
                  <a:srgbClr val="000000"/>
                </a:solidFill>
                <a:latin typeface="Times New Roman" pitchFamily="16" charset="0"/>
                <a:ea typeface="標楷體" pitchFamily="65" charset="-120"/>
              </a:rPr>
              <a:t>1</a:t>
            </a:r>
            <a:r>
              <a:rPr lang="zh-TW" altLang="en-US" dirty="0" smtClean="0">
                <a:solidFill>
                  <a:srgbClr val="000000"/>
                </a:solidFill>
                <a:latin typeface="Times New Roman" pitchFamily="16" charset="0"/>
                <a:ea typeface="標楷體" pitchFamily="65" charset="-120"/>
              </a:rPr>
              <a:t>，然後照順序繼續遇到有位置的值大於</a:t>
            </a:r>
            <a:r>
              <a:rPr lang="en-US" altLang="zh-TW" dirty="0" smtClean="0">
                <a:solidFill>
                  <a:srgbClr val="000000"/>
                </a:solidFill>
                <a:latin typeface="Times New Roman" pitchFamily="16" charset="0"/>
                <a:ea typeface="標楷體" pitchFamily="65" charset="-120"/>
              </a:rPr>
              <a:t>0</a:t>
            </a:r>
            <a:r>
              <a:rPr lang="zh-TW" altLang="en-US" dirty="0" smtClean="0">
                <a:solidFill>
                  <a:srgbClr val="000000"/>
                </a:solidFill>
                <a:latin typeface="Times New Roman" pitchFamily="16" charset="0"/>
                <a:ea typeface="標楷體" pitchFamily="65" charset="-120"/>
              </a:rPr>
              <a:t>就將加質因數的可能的位置填上原本位置的值加</a:t>
            </a:r>
            <a:r>
              <a:rPr lang="en-US" altLang="zh-TW" dirty="0" smtClean="0">
                <a:solidFill>
                  <a:srgbClr val="000000"/>
                </a:solidFill>
                <a:latin typeface="Times New Roman" pitchFamily="16" charset="0"/>
                <a:ea typeface="標楷體" pitchFamily="65" charset="-120"/>
              </a:rPr>
              <a:t>1</a:t>
            </a:r>
            <a:r>
              <a:rPr lang="zh-TW" altLang="en-US" dirty="0" smtClean="0">
                <a:solidFill>
                  <a:srgbClr val="000000"/>
                </a:solidFill>
                <a:latin typeface="Times New Roman" pitchFamily="16" charset="0"/>
                <a:ea typeface="標楷體" pitchFamily="65" charset="-120"/>
              </a:rPr>
              <a:t>，若是要填的位置有值且比要填的值小且不為</a:t>
            </a:r>
            <a:r>
              <a:rPr lang="en-US" altLang="zh-TW" dirty="0" smtClean="0">
                <a:solidFill>
                  <a:srgbClr val="000000"/>
                </a:solidFill>
                <a:latin typeface="Times New Roman" pitchFamily="16" charset="0"/>
                <a:ea typeface="標楷體" pitchFamily="65" charset="-120"/>
              </a:rPr>
              <a:t>-1</a:t>
            </a:r>
            <a:r>
              <a:rPr lang="zh-TW" altLang="en-US" smtClean="0">
                <a:solidFill>
                  <a:srgbClr val="000000"/>
                </a:solidFill>
                <a:latin typeface="Times New Roman" pitchFamily="16" charset="0"/>
                <a:ea typeface="標楷體" pitchFamily="65" charset="-120"/>
              </a:rPr>
              <a:t>則</a:t>
            </a:r>
            <a:r>
              <a:rPr lang="zh-TW" altLang="en-US" dirty="0" smtClean="0">
                <a:solidFill>
                  <a:srgbClr val="000000"/>
                </a:solidFill>
                <a:latin typeface="Times New Roman" pitchFamily="16" charset="0"/>
                <a:ea typeface="標楷體" pitchFamily="65" charset="-120"/>
              </a:rPr>
              <a:t>不</a:t>
            </a:r>
            <a:r>
              <a:rPr lang="zh-TW" altLang="en-US" smtClean="0">
                <a:solidFill>
                  <a:srgbClr val="000000"/>
                </a:solidFill>
                <a:latin typeface="Times New Roman" pitchFamily="16" charset="0"/>
                <a:ea typeface="標楷體" pitchFamily="65" charset="-120"/>
              </a:rPr>
              <a:t>改，否則就改掉</a:t>
            </a:r>
            <a:r>
              <a:rPr lang="zh-TW" altLang="en-US" dirty="0" smtClean="0">
                <a:solidFill>
                  <a:srgbClr val="000000"/>
                </a:solidFill>
                <a:latin typeface="Times New Roman" pitchFamily="16" charset="0"/>
                <a:ea typeface="標楷體" pitchFamily="65" charset="-120"/>
              </a:rPr>
              <a:t>，最後走到第二個數字的位置的值則為結果。</a:t>
            </a:r>
            <a:endParaRPr lang="en-US" dirty="0">
              <a:solidFill>
                <a:srgbClr val="000000"/>
              </a:solidFill>
              <a:latin typeface="Times New Roman" pitchFamily="16" charset="0"/>
              <a:ea typeface="標楷體" pitchFamily="65" charset="-12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Text Box 1"/>
          <p:cNvSpPr txBox="1">
            <a:spLocks noChangeArrowheads="1"/>
          </p:cNvSpPr>
          <p:nvPr/>
        </p:nvSpPr>
        <p:spPr bwMode="auto">
          <a:xfrm>
            <a:off x="381000" y="71438"/>
            <a:ext cx="8077200" cy="6191250"/>
          </a:xfrm>
          <a:prstGeom prst="rect">
            <a:avLst/>
          </a:prstGeom>
          <a:noFill/>
          <a:ln w="9525" cap="flat">
            <a:noFill/>
            <a:round/>
            <a:headEnd/>
            <a:tailEnd/>
          </a:ln>
          <a:effectLst/>
        </p:spPr>
        <p:txBody>
          <a:bodyPr/>
          <a:lstStyle/>
          <a:p>
            <a:pPr marL="331788" indent="-323850">
              <a:lnSpc>
                <a:spcPct val="90000"/>
              </a:lnSpc>
              <a:spcBef>
                <a:spcPts val="600"/>
              </a:spcBef>
              <a:buClr>
                <a:srgbClr val="3333CC"/>
              </a:buClr>
              <a:buSzPct val="60000"/>
              <a:buFont typeface="Wingdings" pitchFamily="2" charset="2"/>
              <a:buChar char="n"/>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zh-TW" b="1" dirty="0" smtClean="0">
                <a:solidFill>
                  <a:srgbClr val="3BA943"/>
                </a:solidFill>
                <a:latin typeface="Times New Roman" pitchFamily="16" charset="0"/>
                <a:ea typeface="標楷體" pitchFamily="65" charset="-120"/>
              </a:rPr>
              <a:t>解法</a:t>
            </a:r>
            <a:r>
              <a:rPr lang="zh-TW" b="1" dirty="0">
                <a:solidFill>
                  <a:srgbClr val="3BA943"/>
                </a:solidFill>
                <a:latin typeface="Times New Roman" pitchFamily="16" charset="0"/>
                <a:ea typeface="標楷體" pitchFamily="65" charset="-120"/>
              </a:rPr>
              <a:t>範例</a:t>
            </a:r>
            <a:r>
              <a:rPr lang="en-US" b="1" dirty="0">
                <a:solidFill>
                  <a:srgbClr val="3BA943"/>
                </a:solidFill>
                <a:latin typeface="Times New Roman" pitchFamily="16" charset="0"/>
                <a:ea typeface="標楷體" pitchFamily="65" charset="-120"/>
              </a:rPr>
              <a:t>:</a:t>
            </a: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GB" sz="2300" dirty="0" smtClean="0">
                <a:solidFill>
                  <a:srgbClr val="000000"/>
                </a:solidFill>
                <a:latin typeface="Times New Roman" pitchFamily="16" charset="0"/>
                <a:ea typeface="標楷體" pitchFamily="65" charset="-120"/>
              </a:rPr>
              <a:t>     Sample </a:t>
            </a:r>
            <a:r>
              <a:rPr lang="en-GB" sz="2300" dirty="0">
                <a:solidFill>
                  <a:srgbClr val="000000"/>
                </a:solidFill>
                <a:latin typeface="Times New Roman" pitchFamily="16" charset="0"/>
                <a:ea typeface="標楷體" pitchFamily="65" charset="-120"/>
              </a:rPr>
              <a:t>input :</a:t>
            </a:r>
            <a:r>
              <a:rPr lang="en-US" altLang="zh-TW" sz="2300" dirty="0">
                <a:solidFill>
                  <a:srgbClr val="000000"/>
                </a:solidFill>
                <a:latin typeface="Times New Roman" pitchFamily="16" charset="0"/>
                <a:ea typeface="標楷體" pitchFamily="65" charset="-120"/>
              </a:rPr>
              <a:t>6</a:t>
            </a:r>
            <a:r>
              <a:rPr lang="zh-TW" altLang="en-US" sz="2300" dirty="0">
                <a:solidFill>
                  <a:srgbClr val="000000"/>
                </a:solidFill>
                <a:latin typeface="Times New Roman" pitchFamily="16" charset="0"/>
                <a:ea typeface="標楷體" pitchFamily="65" charset="-120"/>
              </a:rPr>
              <a:t>   </a:t>
            </a:r>
            <a:r>
              <a:rPr lang="en-US" altLang="zh-TW" sz="2300" dirty="0" smtClean="0">
                <a:solidFill>
                  <a:srgbClr val="000000"/>
                </a:solidFill>
                <a:latin typeface="Times New Roman" pitchFamily="16" charset="0"/>
                <a:ea typeface="標楷體" pitchFamily="65" charset="-120"/>
              </a:rPr>
              <a:t>12</a:t>
            </a: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zh-TW" altLang="en-US" sz="2300" dirty="0" smtClean="0">
                <a:solidFill>
                  <a:srgbClr val="000000"/>
                </a:solidFill>
                <a:latin typeface="Times New Roman" pitchFamily="16" charset="0"/>
                <a:ea typeface="標楷體" pitchFamily="65" charset="-120"/>
              </a:rPr>
              <a:t>    第</a:t>
            </a:r>
            <a:r>
              <a:rPr lang="zh-TW" altLang="en-US" sz="2300" dirty="0">
                <a:solidFill>
                  <a:srgbClr val="000000"/>
                </a:solidFill>
                <a:latin typeface="Times New Roman" pitchFamily="16" charset="0"/>
                <a:ea typeface="標楷體" pitchFamily="65" charset="-120"/>
              </a:rPr>
              <a:t>一個數字為</a:t>
            </a:r>
            <a:r>
              <a:rPr lang="en-US" altLang="zh-TW" sz="2300" dirty="0">
                <a:solidFill>
                  <a:srgbClr val="000000"/>
                </a:solidFill>
                <a:latin typeface="Times New Roman" pitchFamily="16" charset="0"/>
                <a:ea typeface="標楷體" pitchFamily="65" charset="-120"/>
              </a:rPr>
              <a:t>6</a:t>
            </a:r>
            <a:r>
              <a:rPr lang="zh-TW" altLang="en-US" sz="2300" dirty="0">
                <a:solidFill>
                  <a:srgbClr val="000000"/>
                </a:solidFill>
                <a:latin typeface="Times New Roman" pitchFamily="16" charset="0"/>
                <a:ea typeface="標楷體" pitchFamily="65" charset="-120"/>
              </a:rPr>
              <a:t>所以將該位置填</a:t>
            </a:r>
            <a:r>
              <a:rPr lang="en-US" altLang="zh-TW" sz="2300" dirty="0">
                <a:solidFill>
                  <a:srgbClr val="000000"/>
                </a:solidFill>
                <a:latin typeface="Times New Roman" pitchFamily="16" charset="0"/>
                <a:ea typeface="標楷體" pitchFamily="65" charset="-120"/>
              </a:rPr>
              <a:t>0</a:t>
            </a:r>
            <a:r>
              <a:rPr lang="zh-TW" altLang="en-US" sz="2300" dirty="0">
                <a:solidFill>
                  <a:srgbClr val="000000"/>
                </a:solidFill>
                <a:latin typeface="Times New Roman" pitchFamily="16" charset="0"/>
                <a:ea typeface="標楷體" pitchFamily="65" charset="-120"/>
              </a:rPr>
              <a:t>，然後</a:t>
            </a:r>
            <a:r>
              <a:rPr lang="zh-TW" altLang="en-US" sz="2300" dirty="0" smtClean="0">
                <a:solidFill>
                  <a:srgbClr val="000000"/>
                </a:solidFill>
                <a:latin typeface="Times New Roman" pitchFamily="16" charset="0"/>
                <a:ea typeface="標楷體" pitchFamily="65" charset="-120"/>
              </a:rPr>
              <a:t>找出加</a:t>
            </a:r>
            <a:r>
              <a:rPr lang="zh-TW" altLang="en-US" sz="2300" dirty="0">
                <a:solidFill>
                  <a:srgbClr val="000000"/>
                </a:solidFill>
                <a:latin typeface="Times New Roman" pitchFamily="16" charset="0"/>
                <a:ea typeface="標楷體" pitchFamily="65" charset="-120"/>
              </a:rPr>
              <a:t>質因數的</a:t>
            </a:r>
            <a:r>
              <a:rPr lang="zh-TW" altLang="en-US" sz="2300" dirty="0" smtClean="0">
                <a:solidFill>
                  <a:srgbClr val="000000"/>
                </a:solidFill>
                <a:latin typeface="Times New Roman" pitchFamily="16" charset="0"/>
                <a:ea typeface="標楷體" pitchFamily="65" charset="-120"/>
              </a:rPr>
              <a:t>可能</a:t>
            </a:r>
            <a:r>
              <a:rPr lang="en-US" altLang="zh-TW" sz="2300" dirty="0">
                <a:solidFill>
                  <a:srgbClr val="000000"/>
                </a:solidFill>
                <a:latin typeface="Times New Roman" pitchFamily="16" charset="0"/>
                <a:ea typeface="標楷體" pitchFamily="65" charset="-120"/>
              </a:rPr>
              <a:t>8</a:t>
            </a:r>
            <a:r>
              <a:rPr lang="zh-TW" altLang="en-US" sz="2300" dirty="0" smtClean="0">
                <a:solidFill>
                  <a:srgbClr val="000000"/>
                </a:solidFill>
                <a:latin typeface="Times New Roman" pitchFamily="16" charset="0"/>
                <a:ea typeface="標楷體" pitchFamily="65" charset="-120"/>
              </a:rPr>
              <a:t>、</a:t>
            </a:r>
            <a:r>
              <a:rPr lang="en-US" altLang="zh-TW" sz="2300" dirty="0" smtClean="0">
                <a:solidFill>
                  <a:srgbClr val="000000"/>
                </a:solidFill>
                <a:latin typeface="Times New Roman" pitchFamily="16" charset="0"/>
                <a:ea typeface="標楷體" pitchFamily="65" charset="-120"/>
              </a:rPr>
              <a:t>9</a:t>
            </a:r>
            <a:r>
              <a:rPr lang="zh-TW" altLang="en-US" sz="2300" dirty="0" smtClean="0">
                <a:solidFill>
                  <a:srgbClr val="000000"/>
                </a:solidFill>
                <a:latin typeface="Times New Roman" pitchFamily="16" charset="0"/>
                <a:ea typeface="標楷體" pitchFamily="65" charset="-120"/>
              </a:rPr>
              <a:t>填上</a:t>
            </a:r>
            <a:r>
              <a:rPr lang="en-US" altLang="zh-TW" sz="2300" dirty="0" smtClean="0">
                <a:solidFill>
                  <a:srgbClr val="000000"/>
                </a:solidFill>
                <a:latin typeface="Times New Roman" pitchFamily="16" charset="0"/>
                <a:ea typeface="標楷體" pitchFamily="65" charset="-120"/>
              </a:rPr>
              <a:t>0+1</a:t>
            </a:r>
            <a:r>
              <a:rPr lang="zh-TW" altLang="en-US" sz="2300" dirty="0" smtClean="0">
                <a:solidFill>
                  <a:srgbClr val="000000"/>
                </a:solidFill>
                <a:latin typeface="Times New Roman" pitchFamily="16" charset="0"/>
                <a:ea typeface="標楷體" pitchFamily="65" charset="-120"/>
              </a:rPr>
              <a:t>，然後往下找大於</a:t>
            </a:r>
            <a:r>
              <a:rPr lang="en-US" altLang="zh-TW" sz="2300" dirty="0" smtClean="0">
                <a:solidFill>
                  <a:srgbClr val="000000"/>
                </a:solidFill>
                <a:latin typeface="Times New Roman" pitchFamily="16" charset="0"/>
                <a:ea typeface="標楷體" pitchFamily="65" charset="-120"/>
              </a:rPr>
              <a:t>0</a:t>
            </a:r>
            <a:r>
              <a:rPr lang="zh-TW" altLang="en-US" sz="2300" dirty="0" smtClean="0">
                <a:solidFill>
                  <a:srgbClr val="000000"/>
                </a:solidFill>
                <a:latin typeface="Times New Roman" pitchFamily="16" charset="0"/>
                <a:ea typeface="標楷體" pitchFamily="65" charset="-120"/>
              </a:rPr>
              <a:t>的。</a:t>
            </a:r>
            <a:endParaRPr lang="en-US" altLang="zh-TW" sz="2300" dirty="0" smtClean="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sz="2300" dirty="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sz="2300" dirty="0" smtClean="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zh-TW" altLang="en-US" sz="2300" dirty="0" smtClean="0">
                <a:solidFill>
                  <a:srgbClr val="000000"/>
                </a:solidFill>
                <a:latin typeface="Times New Roman" pitchFamily="16" charset="0"/>
                <a:ea typeface="標楷體" pitchFamily="65" charset="-120"/>
              </a:rPr>
              <a:t>     走到</a:t>
            </a:r>
            <a:r>
              <a:rPr lang="en-US" altLang="zh-TW" sz="2300" dirty="0" smtClean="0">
                <a:solidFill>
                  <a:srgbClr val="000000"/>
                </a:solidFill>
                <a:latin typeface="Times New Roman" pitchFamily="16" charset="0"/>
                <a:ea typeface="標楷體" pitchFamily="65" charset="-120"/>
              </a:rPr>
              <a:t>8</a:t>
            </a:r>
            <a:r>
              <a:rPr lang="zh-TW" altLang="en-US" sz="2300" dirty="0" smtClean="0">
                <a:solidFill>
                  <a:srgbClr val="000000"/>
                </a:solidFill>
                <a:latin typeface="Times New Roman" pitchFamily="16" charset="0"/>
                <a:ea typeface="標楷體" pitchFamily="65" charset="-120"/>
              </a:rPr>
              <a:t>後找出加</a:t>
            </a:r>
            <a:r>
              <a:rPr lang="zh-TW" altLang="en-US" sz="2300" dirty="0">
                <a:solidFill>
                  <a:srgbClr val="000000"/>
                </a:solidFill>
                <a:latin typeface="Times New Roman" pitchFamily="16" charset="0"/>
                <a:ea typeface="標楷體" pitchFamily="65" charset="-120"/>
              </a:rPr>
              <a:t>質因數的</a:t>
            </a:r>
            <a:r>
              <a:rPr lang="zh-TW" altLang="en-US" sz="2300" dirty="0" smtClean="0">
                <a:solidFill>
                  <a:srgbClr val="000000"/>
                </a:solidFill>
                <a:latin typeface="Times New Roman" pitchFamily="16" charset="0"/>
                <a:ea typeface="標楷體" pitchFamily="65" charset="-120"/>
              </a:rPr>
              <a:t>可能</a:t>
            </a:r>
            <a:r>
              <a:rPr lang="en-US" altLang="zh-TW" sz="2300" dirty="0" smtClean="0">
                <a:solidFill>
                  <a:srgbClr val="000000"/>
                </a:solidFill>
                <a:latin typeface="Times New Roman" pitchFamily="16" charset="0"/>
                <a:ea typeface="標楷體" pitchFamily="65" charset="-120"/>
              </a:rPr>
              <a:t>10</a:t>
            </a:r>
            <a:r>
              <a:rPr lang="zh-TW" altLang="en-US" sz="2300" dirty="0" smtClean="0">
                <a:solidFill>
                  <a:srgbClr val="000000"/>
                </a:solidFill>
                <a:latin typeface="Times New Roman" pitchFamily="16" charset="0"/>
                <a:ea typeface="標楷體" pitchFamily="65" charset="-120"/>
              </a:rPr>
              <a:t>填上</a:t>
            </a:r>
            <a:r>
              <a:rPr lang="en-US" altLang="zh-TW" sz="2300" dirty="0" smtClean="0">
                <a:solidFill>
                  <a:srgbClr val="000000"/>
                </a:solidFill>
                <a:latin typeface="Times New Roman" pitchFamily="16" charset="0"/>
                <a:ea typeface="標楷體" pitchFamily="65" charset="-120"/>
              </a:rPr>
              <a:t>1+1</a:t>
            </a:r>
            <a:r>
              <a:rPr lang="zh-TW" altLang="en-US" sz="2300" dirty="0" smtClean="0">
                <a:solidFill>
                  <a:srgbClr val="000000"/>
                </a:solidFill>
                <a:latin typeface="Times New Roman" pitchFamily="16" charset="0"/>
                <a:ea typeface="標楷體" pitchFamily="65" charset="-120"/>
              </a:rPr>
              <a:t>，然後繼續找。</a:t>
            </a:r>
            <a:endParaRPr lang="en-GB" sz="2300" dirty="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altLang="zh-TW" dirty="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GB" altLang="zh-TW" dirty="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GB" dirty="0" smtClean="0">
                <a:solidFill>
                  <a:srgbClr val="000000"/>
                </a:solidFill>
                <a:latin typeface="Times New Roman" pitchFamily="16" charset="0"/>
                <a:ea typeface="標楷體" pitchFamily="65" charset="-120"/>
              </a:rPr>
              <a:t>	</a:t>
            </a:r>
            <a:r>
              <a:rPr lang="zh-TW" altLang="en-US" dirty="0" smtClean="0">
                <a:solidFill>
                  <a:srgbClr val="000000"/>
                </a:solidFill>
                <a:latin typeface="Times New Roman" pitchFamily="16" charset="0"/>
                <a:ea typeface="標楷體" pitchFamily="65" charset="-120"/>
              </a:rPr>
              <a:t>走到</a:t>
            </a:r>
            <a:r>
              <a:rPr lang="en-US" altLang="zh-TW" dirty="0" smtClean="0">
                <a:solidFill>
                  <a:srgbClr val="000000"/>
                </a:solidFill>
                <a:latin typeface="Times New Roman" pitchFamily="16" charset="0"/>
                <a:ea typeface="標楷體" pitchFamily="65" charset="-120"/>
              </a:rPr>
              <a:t>9</a:t>
            </a:r>
            <a:r>
              <a:rPr lang="zh-TW" altLang="en-US" dirty="0" smtClean="0">
                <a:solidFill>
                  <a:srgbClr val="000000"/>
                </a:solidFill>
                <a:latin typeface="Times New Roman" pitchFamily="16" charset="0"/>
                <a:ea typeface="標楷體" pitchFamily="65" charset="-120"/>
              </a:rPr>
              <a:t>後</a:t>
            </a:r>
            <a:r>
              <a:rPr lang="zh-TW" altLang="en-US" dirty="0">
                <a:solidFill>
                  <a:srgbClr val="000000"/>
                </a:solidFill>
                <a:latin typeface="Times New Roman" pitchFamily="16" charset="0"/>
                <a:ea typeface="標楷體" pitchFamily="65" charset="-120"/>
              </a:rPr>
              <a:t>找出加質因數的可能</a:t>
            </a:r>
            <a:r>
              <a:rPr lang="en-US" altLang="zh-TW" dirty="0" smtClean="0">
                <a:solidFill>
                  <a:srgbClr val="000000"/>
                </a:solidFill>
                <a:latin typeface="Times New Roman" pitchFamily="16" charset="0"/>
                <a:ea typeface="標楷體" pitchFamily="65" charset="-120"/>
              </a:rPr>
              <a:t>12</a:t>
            </a:r>
            <a:r>
              <a:rPr lang="zh-TW" altLang="en-US" dirty="0" smtClean="0">
                <a:solidFill>
                  <a:srgbClr val="000000"/>
                </a:solidFill>
                <a:latin typeface="Times New Roman" pitchFamily="16" charset="0"/>
                <a:ea typeface="標楷體" pitchFamily="65" charset="-120"/>
              </a:rPr>
              <a:t>填</a:t>
            </a:r>
            <a:r>
              <a:rPr lang="zh-TW" altLang="en-US" dirty="0">
                <a:solidFill>
                  <a:srgbClr val="000000"/>
                </a:solidFill>
                <a:latin typeface="Times New Roman" pitchFamily="16" charset="0"/>
                <a:ea typeface="標楷體" pitchFamily="65" charset="-120"/>
              </a:rPr>
              <a:t>上</a:t>
            </a:r>
            <a:r>
              <a:rPr lang="en-US" altLang="zh-TW" dirty="0">
                <a:solidFill>
                  <a:srgbClr val="000000"/>
                </a:solidFill>
                <a:latin typeface="Times New Roman" pitchFamily="16" charset="0"/>
                <a:ea typeface="標楷體" pitchFamily="65" charset="-120"/>
              </a:rPr>
              <a:t>1+1</a:t>
            </a:r>
            <a:r>
              <a:rPr lang="zh-TW" altLang="en-US" dirty="0">
                <a:solidFill>
                  <a:srgbClr val="000000"/>
                </a:solidFill>
                <a:latin typeface="Times New Roman" pitchFamily="16" charset="0"/>
                <a:ea typeface="標楷體" pitchFamily="65" charset="-120"/>
              </a:rPr>
              <a:t>，然後繼續找</a:t>
            </a:r>
            <a:r>
              <a:rPr lang="zh-TW" altLang="en-US" dirty="0" smtClean="0">
                <a:solidFill>
                  <a:srgbClr val="000000"/>
                </a:solidFill>
                <a:latin typeface="Times New Roman" pitchFamily="16" charset="0"/>
                <a:ea typeface="標楷體" pitchFamily="65" charset="-120"/>
              </a:rPr>
              <a:t>。</a:t>
            </a:r>
            <a:endParaRPr lang="en-US" altLang="zh-TW" dirty="0" smtClean="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dirty="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dirty="0" smtClean="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latin typeface="Times New Roman" pitchFamily="16" charset="0"/>
                <a:ea typeface="標楷體" pitchFamily="65" charset="-120"/>
              </a:rPr>
              <a:t>	</a:t>
            </a:r>
            <a:r>
              <a:rPr lang="zh-TW" altLang="en-US" dirty="0" smtClean="0">
                <a:solidFill>
                  <a:srgbClr val="000000"/>
                </a:solidFill>
                <a:latin typeface="Times New Roman" pitchFamily="16" charset="0"/>
                <a:ea typeface="標楷體" pitchFamily="65" charset="-120"/>
              </a:rPr>
              <a:t>走到</a:t>
            </a:r>
            <a:r>
              <a:rPr lang="en-US" altLang="zh-TW" dirty="0" smtClean="0">
                <a:solidFill>
                  <a:srgbClr val="000000"/>
                </a:solidFill>
                <a:latin typeface="Times New Roman" pitchFamily="16" charset="0"/>
                <a:ea typeface="標楷體" pitchFamily="65" charset="-120"/>
              </a:rPr>
              <a:t>10</a:t>
            </a:r>
            <a:r>
              <a:rPr lang="zh-TW" altLang="en-US" dirty="0" smtClean="0">
                <a:solidFill>
                  <a:srgbClr val="000000"/>
                </a:solidFill>
                <a:latin typeface="Times New Roman" pitchFamily="16" charset="0"/>
                <a:ea typeface="標楷體" pitchFamily="65" charset="-120"/>
              </a:rPr>
              <a:t>後</a:t>
            </a:r>
            <a:r>
              <a:rPr lang="zh-TW" altLang="en-US" dirty="0">
                <a:solidFill>
                  <a:srgbClr val="000000"/>
                </a:solidFill>
                <a:latin typeface="Times New Roman" pitchFamily="16" charset="0"/>
                <a:ea typeface="標楷體" pitchFamily="65" charset="-120"/>
              </a:rPr>
              <a:t>找出加質因數的可能</a:t>
            </a:r>
            <a:r>
              <a:rPr lang="en-US" altLang="zh-TW" dirty="0">
                <a:solidFill>
                  <a:srgbClr val="000000"/>
                </a:solidFill>
                <a:latin typeface="Times New Roman" pitchFamily="16" charset="0"/>
                <a:ea typeface="標楷體" pitchFamily="65" charset="-120"/>
              </a:rPr>
              <a:t>12 </a:t>
            </a:r>
            <a:r>
              <a:rPr lang="zh-TW" altLang="en-US" dirty="0" smtClean="0">
                <a:solidFill>
                  <a:srgbClr val="000000"/>
                </a:solidFill>
                <a:latin typeface="Times New Roman" pitchFamily="16" charset="0"/>
                <a:ea typeface="標楷體" pitchFamily="65" charset="-120"/>
              </a:rPr>
              <a:t>、</a:t>
            </a:r>
            <a:r>
              <a:rPr lang="en-US" altLang="zh-TW" dirty="0" smtClean="0">
                <a:solidFill>
                  <a:srgbClr val="000000"/>
                </a:solidFill>
                <a:latin typeface="Times New Roman" pitchFamily="16" charset="0"/>
                <a:ea typeface="標楷體" pitchFamily="65" charset="-120"/>
              </a:rPr>
              <a:t>15</a:t>
            </a:r>
            <a:r>
              <a:rPr lang="zh-TW" altLang="en-US" dirty="0">
                <a:solidFill>
                  <a:srgbClr val="000000"/>
                </a:solidFill>
                <a:latin typeface="Times New Roman" pitchFamily="16" charset="0"/>
                <a:ea typeface="標楷體" pitchFamily="65" charset="-120"/>
              </a:rPr>
              <a:t>，但</a:t>
            </a:r>
            <a:r>
              <a:rPr lang="en-US" altLang="zh-TW" dirty="0">
                <a:solidFill>
                  <a:srgbClr val="000000"/>
                </a:solidFill>
                <a:latin typeface="Times New Roman" pitchFamily="16" charset="0"/>
                <a:ea typeface="標楷體" pitchFamily="65" charset="-120"/>
              </a:rPr>
              <a:t>12</a:t>
            </a:r>
            <a:r>
              <a:rPr lang="zh-TW" altLang="en-US" dirty="0">
                <a:solidFill>
                  <a:srgbClr val="000000"/>
                </a:solidFill>
                <a:latin typeface="Times New Roman" pitchFamily="16" charset="0"/>
                <a:ea typeface="標楷體" pitchFamily="65" charset="-120"/>
              </a:rPr>
              <a:t>的值</a:t>
            </a:r>
            <a:r>
              <a:rPr lang="en-US" altLang="zh-TW" dirty="0">
                <a:solidFill>
                  <a:srgbClr val="000000"/>
                </a:solidFill>
                <a:latin typeface="Times New Roman" pitchFamily="16" charset="0"/>
                <a:ea typeface="標楷體" pitchFamily="65" charset="-120"/>
              </a:rPr>
              <a:t>2</a:t>
            </a:r>
            <a:r>
              <a:rPr lang="zh-TW" altLang="en-US" dirty="0">
                <a:solidFill>
                  <a:srgbClr val="000000"/>
                </a:solidFill>
                <a:latin typeface="Times New Roman" pitchFamily="16" charset="0"/>
                <a:ea typeface="標楷體" pitchFamily="65" charset="-120"/>
              </a:rPr>
              <a:t>比</a:t>
            </a:r>
            <a:r>
              <a:rPr lang="en-US" altLang="zh-TW" dirty="0">
                <a:solidFill>
                  <a:srgbClr val="000000"/>
                </a:solidFill>
                <a:latin typeface="Times New Roman" pitchFamily="16" charset="0"/>
                <a:ea typeface="標楷體" pitchFamily="65" charset="-120"/>
              </a:rPr>
              <a:t>2+1</a:t>
            </a:r>
            <a:r>
              <a:rPr lang="zh-TW" altLang="en-US" dirty="0" smtClean="0">
                <a:solidFill>
                  <a:srgbClr val="000000"/>
                </a:solidFill>
                <a:latin typeface="Times New Roman" pitchFamily="16" charset="0"/>
                <a:ea typeface="標楷體" pitchFamily="65" charset="-120"/>
              </a:rPr>
              <a:t>小，而</a:t>
            </a:r>
            <a:r>
              <a:rPr lang="en-US" altLang="zh-TW" dirty="0" smtClean="0">
                <a:solidFill>
                  <a:srgbClr val="000000"/>
                </a:solidFill>
                <a:latin typeface="Times New Roman" pitchFamily="16" charset="0"/>
                <a:ea typeface="標楷體" pitchFamily="65" charset="-120"/>
              </a:rPr>
              <a:t>15</a:t>
            </a:r>
            <a:r>
              <a:rPr lang="zh-TW" altLang="en-US" dirty="0" smtClean="0">
                <a:solidFill>
                  <a:srgbClr val="000000"/>
                </a:solidFill>
                <a:latin typeface="Times New Roman" pitchFamily="16" charset="0"/>
                <a:ea typeface="標楷體" pitchFamily="65" charset="-120"/>
              </a:rPr>
              <a:t>大於第二個數，所以不用改。</a:t>
            </a:r>
            <a:endParaRPr lang="en-US" altLang="zh-TW" dirty="0" smtClean="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GB" dirty="0" smtClean="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GB" dirty="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GB" dirty="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GB" dirty="0">
              <a:solidFill>
                <a:srgbClr val="000000"/>
              </a:solidFill>
              <a:latin typeface="Times New Roman" pitchFamily="16" charset="0"/>
              <a:ea typeface="標楷體" pitchFamily="65" charset="-120"/>
            </a:endParaRPr>
          </a:p>
          <a:p>
            <a:pPr marL="339725" indent="-331788">
              <a:lnSpc>
                <a:spcPct val="90000"/>
              </a:lnSpc>
              <a:spcBef>
                <a:spcPts val="6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GB" dirty="0">
              <a:solidFill>
                <a:srgbClr val="000000"/>
              </a:solidFill>
              <a:latin typeface="Times New Roman" pitchFamily="16" charset="0"/>
              <a:ea typeface="標楷體" pitchFamily="65" charset="-120"/>
            </a:endParaRP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GB" dirty="0">
              <a:solidFill>
                <a:srgbClr val="000000"/>
              </a:solidFill>
              <a:latin typeface="Times New Roman" pitchFamily="16" charset="0"/>
              <a:ea typeface="標楷體" pitchFamily="65" charset="-120"/>
            </a:endParaRPr>
          </a:p>
        </p:txBody>
      </p:sp>
      <p:graphicFrame>
        <p:nvGraphicFramePr>
          <p:cNvPr id="3" name="表格 2"/>
          <p:cNvGraphicFramePr>
            <a:graphicFrameLocks noGrp="1"/>
          </p:cNvGraphicFramePr>
          <p:nvPr/>
        </p:nvGraphicFramePr>
        <p:xfrm>
          <a:off x="827584" y="1556792"/>
          <a:ext cx="7453893" cy="731520"/>
        </p:xfrm>
        <a:graphic>
          <a:graphicData uri="http://schemas.openxmlformats.org/drawingml/2006/table">
            <a:tbl>
              <a:tblPr firstRow="1" bandRow="1">
                <a:tableStyleId>{5C22544A-7EE6-4342-B048-85BDC9FD1C3A}</a:tableStyleId>
              </a:tblPr>
              <a:tblGrid>
                <a:gridCol w="680582"/>
                <a:gridCol w="752590"/>
                <a:gridCol w="785314"/>
                <a:gridCol w="719867"/>
                <a:gridCol w="752590"/>
                <a:gridCol w="752590"/>
                <a:gridCol w="752590"/>
                <a:gridCol w="752590"/>
                <a:gridCol w="752590"/>
                <a:gridCol w="752590"/>
              </a:tblGrid>
              <a:tr h="360040">
                <a:tc>
                  <a:txBody>
                    <a:bodyPr/>
                    <a:lstStyle/>
                    <a:p>
                      <a:pPr algn="ctr"/>
                      <a:r>
                        <a:rPr lang="en-US" altLang="zh-TW" sz="1800" kern="1200" dirty="0" smtClean="0">
                          <a:solidFill>
                            <a:srgbClr val="000000"/>
                          </a:solidFill>
                          <a:latin typeface="Times New Roman" pitchFamily="16" charset="0"/>
                          <a:ea typeface="標楷體" pitchFamily="65" charset="-120"/>
                          <a:cs typeface="+mn-cs"/>
                        </a:rPr>
                        <a:t>6</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7</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8</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9</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10</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12</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13</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14</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15</a:t>
                      </a:r>
                      <a:endParaRPr lang="zh-TW" altLang="en-US" sz="1800" kern="1200" dirty="0">
                        <a:solidFill>
                          <a:srgbClr val="000000"/>
                        </a:solidFill>
                        <a:latin typeface="Times New Roman" pitchFamily="16" charset="0"/>
                        <a:ea typeface="標楷體" pitchFamily="65" charset="-120"/>
                        <a:cs typeface="+mn-cs"/>
                      </a:endParaRPr>
                    </a:p>
                  </a:txBody>
                  <a:tcPr/>
                </a:tc>
              </a:tr>
              <a:tr h="360040">
                <a:tc>
                  <a:txBody>
                    <a:bodyPr/>
                    <a:lstStyle/>
                    <a:p>
                      <a:pPr algn="ctr"/>
                      <a:r>
                        <a:rPr lang="en-US" altLang="zh-TW" sz="1800" kern="1200" dirty="0" smtClean="0">
                          <a:solidFill>
                            <a:srgbClr val="000000"/>
                          </a:solidFill>
                          <a:latin typeface="Times New Roman" pitchFamily="16" charset="0"/>
                          <a:ea typeface="標楷體" pitchFamily="65" charset="-120"/>
                          <a:cs typeface="+mn-cs"/>
                        </a:rPr>
                        <a:t>0</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kern="1200" dirty="0" smtClean="0">
                          <a:solidFill>
                            <a:srgbClr val="000000"/>
                          </a:solidFill>
                          <a:latin typeface="Times New Roman" pitchFamily="16" charset="0"/>
                          <a:ea typeface="標楷體" pitchFamily="65" charset="-120"/>
                          <a:cs typeface="+mn-cs"/>
                        </a:rPr>
                        <a:t>-1</a:t>
                      </a:r>
                      <a:endParaRPr lang="zh-TW" altLang="en-US" sz="1800" kern="1200" dirty="0">
                        <a:solidFill>
                          <a:srgbClr val="000000"/>
                        </a:solidFill>
                        <a:latin typeface="Times New Roman" pitchFamily="16" charset="0"/>
                        <a:ea typeface="標楷體" pitchFamily="65" charset="-120"/>
                        <a:cs typeface="+mn-cs"/>
                      </a:endParaRPr>
                    </a:p>
                  </a:txBody>
                  <a:tcPr/>
                </a:tc>
              </a:tr>
            </a:tbl>
          </a:graphicData>
        </a:graphic>
      </p:graphicFrame>
      <p:graphicFrame>
        <p:nvGraphicFramePr>
          <p:cNvPr id="4" name="表格 3"/>
          <p:cNvGraphicFramePr>
            <a:graphicFrameLocks noGrp="1"/>
          </p:cNvGraphicFramePr>
          <p:nvPr/>
        </p:nvGraphicFramePr>
        <p:xfrm>
          <a:off x="827584" y="2852936"/>
          <a:ext cx="7525901" cy="731520"/>
        </p:xfrm>
        <a:graphic>
          <a:graphicData uri="http://schemas.openxmlformats.org/drawingml/2006/table">
            <a:tbl>
              <a:tblPr firstRow="1" bandRow="1">
                <a:tableStyleId>{5C22544A-7EE6-4342-B048-85BDC9FD1C3A}</a:tableStyleId>
              </a:tblPr>
              <a:tblGrid>
                <a:gridCol w="752590"/>
                <a:gridCol w="752590"/>
                <a:gridCol w="785314"/>
                <a:gridCol w="719867"/>
                <a:gridCol w="752590"/>
                <a:gridCol w="752590"/>
                <a:gridCol w="752590"/>
                <a:gridCol w="752590"/>
                <a:gridCol w="752590"/>
                <a:gridCol w="752590"/>
              </a:tblGrid>
              <a:tr h="360040">
                <a:tc>
                  <a:txBody>
                    <a:bodyPr/>
                    <a:lstStyle/>
                    <a:p>
                      <a:pPr algn="ctr"/>
                      <a:r>
                        <a:rPr lang="en-US" altLang="zh-TW" sz="1800" b="1" kern="1200" dirty="0" smtClean="0">
                          <a:solidFill>
                            <a:srgbClr val="000000"/>
                          </a:solidFill>
                          <a:latin typeface="Times New Roman" pitchFamily="16" charset="0"/>
                          <a:ea typeface="標楷體" pitchFamily="65" charset="-120"/>
                          <a:cs typeface="+mn-cs"/>
                        </a:rPr>
                        <a:t>6</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7</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8</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9</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10</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13</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14</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15</a:t>
                      </a:r>
                      <a:endParaRPr lang="zh-TW" altLang="en-US" sz="1800" b="1" kern="1200" dirty="0">
                        <a:solidFill>
                          <a:srgbClr val="000000"/>
                        </a:solidFill>
                        <a:latin typeface="Times New Roman" pitchFamily="16" charset="0"/>
                        <a:ea typeface="標楷體" pitchFamily="65" charset="-120"/>
                        <a:cs typeface="+mn-cs"/>
                      </a:endParaRPr>
                    </a:p>
                  </a:txBody>
                  <a:tcPr/>
                </a:tc>
              </a:tr>
              <a:tr h="360040">
                <a:tc>
                  <a:txBody>
                    <a:bodyPr/>
                    <a:lstStyle/>
                    <a:p>
                      <a:pPr algn="ctr"/>
                      <a:r>
                        <a:rPr lang="en-US" altLang="zh-TW" sz="1800" b="1" kern="1200" dirty="0" smtClean="0">
                          <a:solidFill>
                            <a:srgbClr val="000000"/>
                          </a:solidFill>
                          <a:latin typeface="Times New Roman" pitchFamily="16" charset="0"/>
                          <a:ea typeface="標楷體" pitchFamily="65" charset="-120"/>
                          <a:cs typeface="+mn-cs"/>
                        </a:rPr>
                        <a:t>0</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r>
            </a:tbl>
          </a:graphicData>
        </a:graphic>
      </p:graphicFrame>
      <p:graphicFrame>
        <p:nvGraphicFramePr>
          <p:cNvPr id="5" name="表格 4"/>
          <p:cNvGraphicFramePr>
            <a:graphicFrameLocks noGrp="1"/>
          </p:cNvGraphicFramePr>
          <p:nvPr/>
        </p:nvGraphicFramePr>
        <p:xfrm>
          <a:off x="827584" y="4005064"/>
          <a:ext cx="7525901" cy="731520"/>
        </p:xfrm>
        <a:graphic>
          <a:graphicData uri="http://schemas.openxmlformats.org/drawingml/2006/table">
            <a:tbl>
              <a:tblPr firstRow="1" bandRow="1">
                <a:tableStyleId>{5C22544A-7EE6-4342-B048-85BDC9FD1C3A}</a:tableStyleId>
              </a:tblPr>
              <a:tblGrid>
                <a:gridCol w="752590"/>
                <a:gridCol w="752590"/>
                <a:gridCol w="785314"/>
                <a:gridCol w="719867"/>
                <a:gridCol w="752590"/>
                <a:gridCol w="752590"/>
                <a:gridCol w="752590"/>
                <a:gridCol w="752590"/>
                <a:gridCol w="752590"/>
                <a:gridCol w="752590"/>
              </a:tblGrid>
              <a:tr h="360040">
                <a:tc>
                  <a:txBody>
                    <a:bodyPr/>
                    <a:lstStyle/>
                    <a:p>
                      <a:pPr algn="ctr"/>
                      <a:r>
                        <a:rPr lang="en-US" altLang="zh-TW" sz="1800" b="1" kern="1200" dirty="0" smtClean="0">
                          <a:solidFill>
                            <a:srgbClr val="000000"/>
                          </a:solidFill>
                          <a:latin typeface="Times New Roman" pitchFamily="16" charset="0"/>
                          <a:ea typeface="標楷體" pitchFamily="65" charset="-120"/>
                          <a:cs typeface="+mn-cs"/>
                        </a:rPr>
                        <a:t>6</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7</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8</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9</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10</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13</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14</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15</a:t>
                      </a:r>
                      <a:endParaRPr lang="zh-TW" altLang="en-US" sz="1800" b="1" kern="1200" dirty="0">
                        <a:solidFill>
                          <a:srgbClr val="000000"/>
                        </a:solidFill>
                        <a:latin typeface="Times New Roman" pitchFamily="16" charset="0"/>
                        <a:ea typeface="標楷體" pitchFamily="65" charset="-120"/>
                        <a:cs typeface="+mn-cs"/>
                      </a:endParaRPr>
                    </a:p>
                  </a:txBody>
                  <a:tcPr/>
                </a:tc>
              </a:tr>
              <a:tr h="360040">
                <a:tc>
                  <a:txBody>
                    <a:bodyPr/>
                    <a:lstStyle/>
                    <a:p>
                      <a:pPr algn="ctr"/>
                      <a:r>
                        <a:rPr lang="en-US" altLang="zh-TW" sz="1800" b="1" kern="1200" dirty="0" smtClean="0">
                          <a:solidFill>
                            <a:srgbClr val="000000"/>
                          </a:solidFill>
                          <a:latin typeface="Times New Roman" pitchFamily="16" charset="0"/>
                          <a:ea typeface="標楷體" pitchFamily="65" charset="-120"/>
                          <a:cs typeface="+mn-cs"/>
                        </a:rPr>
                        <a:t>0</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algn="ctr"/>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r>
            </a:tbl>
          </a:graphicData>
        </a:graphic>
      </p:graphicFrame>
      <p:graphicFrame>
        <p:nvGraphicFramePr>
          <p:cNvPr id="6" name="表格 5"/>
          <p:cNvGraphicFramePr>
            <a:graphicFrameLocks noGrp="1"/>
          </p:cNvGraphicFramePr>
          <p:nvPr/>
        </p:nvGraphicFramePr>
        <p:xfrm>
          <a:off x="899592" y="5517232"/>
          <a:ext cx="7525901" cy="731520"/>
        </p:xfrm>
        <a:graphic>
          <a:graphicData uri="http://schemas.openxmlformats.org/drawingml/2006/table">
            <a:tbl>
              <a:tblPr firstRow="1" bandRow="1">
                <a:tableStyleId>{5C22544A-7EE6-4342-B048-85BDC9FD1C3A}</a:tableStyleId>
              </a:tblPr>
              <a:tblGrid>
                <a:gridCol w="752590"/>
                <a:gridCol w="752590"/>
                <a:gridCol w="785314"/>
                <a:gridCol w="719867"/>
                <a:gridCol w="752590"/>
                <a:gridCol w="752590"/>
                <a:gridCol w="752590"/>
                <a:gridCol w="752590"/>
                <a:gridCol w="752590"/>
                <a:gridCol w="752590"/>
              </a:tblGrid>
              <a:tr h="360040">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6</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7</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8</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9</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10</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13</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14</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15</a:t>
                      </a:r>
                      <a:endParaRPr lang="zh-TW" altLang="en-US" sz="1800" b="1" kern="1200" dirty="0">
                        <a:solidFill>
                          <a:srgbClr val="000000"/>
                        </a:solidFill>
                        <a:latin typeface="Times New Roman" pitchFamily="16" charset="0"/>
                        <a:ea typeface="標楷體" pitchFamily="65" charset="-120"/>
                        <a:cs typeface="+mn-cs"/>
                      </a:endParaRPr>
                    </a:p>
                  </a:txBody>
                  <a:tcPr/>
                </a:tc>
              </a:tr>
              <a:tr h="360040">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0</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r>
            </a:tbl>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p:cNvSpPr txBox="1">
            <a:spLocks noChangeArrowheads="1"/>
          </p:cNvSpPr>
          <p:nvPr/>
        </p:nvSpPr>
        <p:spPr bwMode="auto">
          <a:xfrm>
            <a:off x="381000" y="71438"/>
            <a:ext cx="8077200" cy="6191250"/>
          </a:xfrm>
          <a:prstGeom prst="rect">
            <a:avLst/>
          </a:prstGeom>
          <a:noFill/>
          <a:ln w="9525" cap="flat">
            <a:noFill/>
            <a:round/>
            <a:headEnd/>
            <a:tailEnd/>
          </a:ln>
          <a:effectLst/>
        </p:spPr>
        <p:txBody>
          <a:bodyPr/>
          <a:lstStyle/>
          <a:p>
            <a:pPr marL="339725" indent="-331788">
              <a:lnSpc>
                <a:spcPct val="90000"/>
              </a:lnSpc>
              <a:spcBef>
                <a:spcPts val="6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b="1" dirty="0" smtClean="0">
                <a:solidFill>
                  <a:srgbClr val="3BA943"/>
                </a:solidFill>
                <a:latin typeface="Times New Roman" pitchFamily="16" charset="0"/>
                <a:ea typeface="標楷體" pitchFamily="65" charset="-120"/>
              </a:rPr>
              <a:t>	</a:t>
            </a:r>
            <a:r>
              <a:rPr lang="zh-TW" altLang="en-US" dirty="0" smtClean="0">
                <a:solidFill>
                  <a:schemeClr val="tx1"/>
                </a:solidFill>
                <a:latin typeface="Times New Roman" pitchFamily="16" charset="0"/>
                <a:ea typeface="標楷體" pitchFamily="65" charset="-120"/>
              </a:rPr>
              <a:t>最後走到</a:t>
            </a:r>
            <a:r>
              <a:rPr lang="en-US" altLang="zh-TW" dirty="0" smtClean="0">
                <a:solidFill>
                  <a:schemeClr val="tx1"/>
                </a:solidFill>
                <a:latin typeface="Times New Roman" pitchFamily="16" charset="0"/>
                <a:ea typeface="標楷體" pitchFamily="65" charset="-120"/>
              </a:rPr>
              <a:t>12</a:t>
            </a:r>
            <a:r>
              <a:rPr lang="zh-TW" altLang="en-US" dirty="0" smtClean="0">
                <a:solidFill>
                  <a:schemeClr val="tx1"/>
                </a:solidFill>
                <a:latin typeface="Times New Roman" pitchFamily="16" charset="0"/>
                <a:ea typeface="標楷體" pitchFamily="65" charset="-120"/>
              </a:rPr>
              <a:t>是第二個數字，裡面存</a:t>
            </a:r>
            <a:r>
              <a:rPr lang="en-US" altLang="zh-TW" dirty="0" smtClean="0">
                <a:solidFill>
                  <a:schemeClr val="tx1"/>
                </a:solidFill>
                <a:latin typeface="Times New Roman" pitchFamily="16" charset="0"/>
                <a:ea typeface="標楷體" pitchFamily="65" charset="-120"/>
              </a:rPr>
              <a:t>2</a:t>
            </a:r>
            <a:r>
              <a:rPr lang="zh-TW" altLang="en-US" dirty="0" smtClean="0">
                <a:solidFill>
                  <a:schemeClr val="tx1"/>
                </a:solidFill>
                <a:latin typeface="Times New Roman" pitchFamily="16" charset="0"/>
                <a:ea typeface="標楷體" pitchFamily="65" charset="-120"/>
              </a:rPr>
              <a:t>代表第一個數轉換兩次就可以成為第二個數了。</a:t>
            </a:r>
            <a:endParaRPr lang="en-US" dirty="0" smtClean="0">
              <a:solidFill>
                <a:schemeClr val="tx1"/>
              </a:solidFill>
              <a:latin typeface="Times New Roman" pitchFamily="16" charset="0"/>
              <a:ea typeface="標楷體" pitchFamily="65" charset="-120"/>
            </a:endParaRPr>
          </a:p>
          <a:p>
            <a:pPr marL="339725" indent="-331788">
              <a:lnSpc>
                <a:spcPct val="90000"/>
              </a:lnSpc>
              <a:spcBef>
                <a:spcPts val="6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b="1" dirty="0" smtClean="0">
              <a:solidFill>
                <a:srgbClr val="3BA943"/>
              </a:solidFill>
              <a:latin typeface="Times New Roman" pitchFamily="16" charset="0"/>
              <a:ea typeface="標楷體" pitchFamily="65" charset="-120"/>
            </a:endParaRPr>
          </a:p>
          <a:p>
            <a:pPr marL="339725" indent="-331788">
              <a:lnSpc>
                <a:spcPct val="90000"/>
              </a:lnSpc>
              <a:spcBef>
                <a:spcPts val="6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b="1" dirty="0" smtClean="0">
              <a:solidFill>
                <a:srgbClr val="3BA943"/>
              </a:solidFill>
              <a:latin typeface="Times New Roman" pitchFamily="16" charset="0"/>
              <a:ea typeface="標楷體" pitchFamily="65" charset="-120"/>
            </a:endParaRPr>
          </a:p>
          <a:p>
            <a:pPr marL="339725" indent="-331788">
              <a:lnSpc>
                <a:spcPct val="90000"/>
              </a:lnSpc>
              <a:spcBef>
                <a:spcPts val="6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b="1" dirty="0" smtClean="0">
              <a:solidFill>
                <a:srgbClr val="3BA943"/>
              </a:solidFill>
              <a:latin typeface="Times New Roman" pitchFamily="16" charset="0"/>
              <a:ea typeface="標楷體" pitchFamily="65" charset="-120"/>
            </a:endParaRPr>
          </a:p>
          <a:p>
            <a:pPr marL="339725" indent="-331788">
              <a:lnSpc>
                <a:spcPct val="90000"/>
              </a:lnSpc>
              <a:spcBef>
                <a:spcPts val="6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b="1" dirty="0">
              <a:solidFill>
                <a:srgbClr val="3BA943"/>
              </a:solidFill>
              <a:latin typeface="Times New Roman" pitchFamily="16" charset="0"/>
              <a:ea typeface="標楷體" pitchFamily="65" charset="-120"/>
            </a:endParaRPr>
          </a:p>
          <a:p>
            <a:pPr marL="331788" indent="-323850">
              <a:lnSpc>
                <a:spcPct val="90000"/>
              </a:lnSpc>
              <a:spcBef>
                <a:spcPts val="600"/>
              </a:spcBef>
              <a:buClr>
                <a:srgbClr val="3333CC"/>
              </a:buClr>
              <a:buSzPct val="60000"/>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zh-TW" b="1" dirty="0">
                <a:solidFill>
                  <a:srgbClr val="3BA943"/>
                </a:solidFill>
                <a:latin typeface="Times New Roman" pitchFamily="16" charset="0"/>
                <a:ea typeface="標楷體" pitchFamily="65" charset="-120"/>
              </a:rPr>
              <a:t>討論</a:t>
            </a:r>
            <a:r>
              <a:rPr lang="en-US" b="1" dirty="0">
                <a:solidFill>
                  <a:srgbClr val="3BA943"/>
                </a:solidFill>
                <a:latin typeface="Times New Roman" pitchFamily="16" charset="0"/>
                <a:ea typeface="標楷體" pitchFamily="65" charset="-120"/>
              </a:rPr>
              <a:t>:</a:t>
            </a:r>
          </a:p>
          <a:p>
            <a:pPr marL="339725" indent="-331788">
              <a:lnSpc>
                <a:spcPct val="90000"/>
              </a:lnSpc>
              <a:spcBef>
                <a:spcPts val="600"/>
              </a:spcBef>
              <a:buClrTx/>
              <a:buSzPct val="60000"/>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zh-TW" altLang="en-US" dirty="0">
                <a:solidFill>
                  <a:srgbClr val="000000"/>
                </a:solidFill>
                <a:latin typeface="Times New Roman" pitchFamily="16" charset="0"/>
                <a:ea typeface="標楷體" pitchFamily="65" charset="-120"/>
              </a:rPr>
              <a:t>    如何加速</a:t>
            </a:r>
            <a:r>
              <a:rPr lang="en-US" altLang="zh-TW" dirty="0">
                <a:solidFill>
                  <a:srgbClr val="000000"/>
                </a:solidFill>
                <a:latin typeface="Times New Roman" pitchFamily="16" charset="0"/>
                <a:ea typeface="標楷體" pitchFamily="65" charset="-120"/>
              </a:rPr>
              <a:t>:</a:t>
            </a:r>
            <a:r>
              <a:rPr lang="zh-TW" altLang="en-US" dirty="0">
                <a:solidFill>
                  <a:srgbClr val="000000"/>
                </a:solidFill>
                <a:latin typeface="Times New Roman" pitchFamily="16" charset="0"/>
                <a:ea typeface="標楷體" pitchFamily="65" charset="-120"/>
              </a:rPr>
              <a:t>我認為陣列的質數表還要一個一個跑會浪費一些時間，所以我就在建質數表消除倍數的同時將質數存進一個</a:t>
            </a:r>
            <a:r>
              <a:rPr lang="en-US" altLang="zh-TW" dirty="0">
                <a:solidFill>
                  <a:srgbClr val="000000"/>
                </a:solidFill>
                <a:latin typeface="Times New Roman" pitchFamily="16" charset="0"/>
                <a:ea typeface="標楷體" pitchFamily="65" charset="-120"/>
              </a:rPr>
              <a:t>vector</a:t>
            </a:r>
            <a:r>
              <a:rPr lang="zh-TW" altLang="en-US" dirty="0">
                <a:solidFill>
                  <a:srgbClr val="000000"/>
                </a:solidFill>
                <a:latin typeface="Times New Roman" pitchFamily="16" charset="0"/>
                <a:ea typeface="標楷體" pitchFamily="65" charset="-120"/>
              </a:rPr>
              <a:t>裡，這樣找質因數時跑那個</a:t>
            </a:r>
            <a:r>
              <a:rPr lang="en-US" altLang="zh-TW" dirty="0">
                <a:solidFill>
                  <a:srgbClr val="000000"/>
                </a:solidFill>
                <a:latin typeface="Times New Roman" pitchFamily="16" charset="0"/>
                <a:ea typeface="標楷體" pitchFamily="65" charset="-120"/>
              </a:rPr>
              <a:t>vector</a:t>
            </a:r>
            <a:r>
              <a:rPr lang="zh-TW" altLang="en-US" dirty="0">
                <a:solidFill>
                  <a:srgbClr val="000000"/>
                </a:solidFill>
                <a:latin typeface="Times New Roman" pitchFamily="16" charset="0"/>
                <a:ea typeface="標楷體" pitchFamily="65" charset="-120"/>
              </a:rPr>
              <a:t>就可以直接確認質數</a:t>
            </a:r>
            <a:r>
              <a:rPr lang="zh-TW" altLang="en-US" dirty="0" smtClean="0">
                <a:solidFill>
                  <a:srgbClr val="000000"/>
                </a:solidFill>
                <a:latin typeface="Times New Roman" pitchFamily="16" charset="0"/>
                <a:ea typeface="標楷體" pitchFamily="65" charset="-120"/>
              </a:rPr>
              <a:t>了，此外在確認是質因數後可以將該數除以質因數除到不能除來縮短接下來要判斷的質數範圍。</a:t>
            </a:r>
            <a:endParaRPr lang="en-GB" dirty="0">
              <a:solidFill>
                <a:srgbClr val="000000"/>
              </a:solidFill>
              <a:latin typeface="Times New Roman" pitchFamily="16" charset="0"/>
              <a:ea typeface="標楷體" pitchFamily="65" charset="-120"/>
            </a:endParaRPr>
          </a:p>
        </p:txBody>
      </p:sp>
      <p:graphicFrame>
        <p:nvGraphicFramePr>
          <p:cNvPr id="3" name="表格 2"/>
          <p:cNvGraphicFramePr>
            <a:graphicFrameLocks noGrp="1"/>
          </p:cNvGraphicFramePr>
          <p:nvPr/>
        </p:nvGraphicFramePr>
        <p:xfrm>
          <a:off x="827584" y="836712"/>
          <a:ext cx="7525901" cy="731520"/>
        </p:xfrm>
        <a:graphic>
          <a:graphicData uri="http://schemas.openxmlformats.org/drawingml/2006/table">
            <a:tbl>
              <a:tblPr firstRow="1" bandRow="1">
                <a:tableStyleId>{5C22544A-7EE6-4342-B048-85BDC9FD1C3A}</a:tableStyleId>
              </a:tblPr>
              <a:tblGrid>
                <a:gridCol w="752590"/>
                <a:gridCol w="752590"/>
                <a:gridCol w="785314"/>
                <a:gridCol w="719867"/>
                <a:gridCol w="752590"/>
                <a:gridCol w="752590"/>
                <a:gridCol w="752590"/>
                <a:gridCol w="752590"/>
                <a:gridCol w="752590"/>
                <a:gridCol w="752590"/>
              </a:tblGrid>
              <a:tr h="360040">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6</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7</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8</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9</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10</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13</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14</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15</a:t>
                      </a:r>
                      <a:endParaRPr lang="zh-TW" altLang="en-US" sz="1800" b="1" kern="1200" dirty="0">
                        <a:solidFill>
                          <a:srgbClr val="000000"/>
                        </a:solidFill>
                        <a:latin typeface="Times New Roman" pitchFamily="16" charset="0"/>
                        <a:ea typeface="標楷體" pitchFamily="65" charset="-120"/>
                        <a:cs typeface="+mn-cs"/>
                      </a:endParaRPr>
                    </a:p>
                  </a:txBody>
                  <a:tcPr/>
                </a:tc>
              </a:tr>
              <a:tr h="360040">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0</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2</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c>
                  <a:txBody>
                    <a:bodyPr/>
                    <a:lstStyle/>
                    <a:p>
                      <a:pPr marL="0" algn="ctr" defTabSz="914400" rtl="0" eaLnBrk="1" latinLnBrk="0" hangingPunct="1"/>
                      <a:r>
                        <a:rPr lang="en-US" altLang="zh-TW" sz="1800" b="1" kern="1200" dirty="0" smtClean="0">
                          <a:solidFill>
                            <a:srgbClr val="000000"/>
                          </a:solidFill>
                          <a:latin typeface="Times New Roman" pitchFamily="16" charset="0"/>
                          <a:ea typeface="標楷體" pitchFamily="65" charset="-120"/>
                          <a:cs typeface="+mn-cs"/>
                        </a:rPr>
                        <a:t>-1</a:t>
                      </a:r>
                      <a:endParaRPr lang="zh-TW" altLang="en-US" sz="1800" b="1" kern="1200" dirty="0">
                        <a:solidFill>
                          <a:srgbClr val="000000"/>
                        </a:solidFill>
                        <a:latin typeface="Times New Roman" pitchFamily="16" charset="0"/>
                        <a:ea typeface="標楷體" pitchFamily="65" charset="-120"/>
                        <a:cs typeface="+mn-cs"/>
                      </a:endParaRPr>
                    </a:p>
                  </a:txBody>
                  <a:tcPr/>
                </a:tc>
              </a:tr>
            </a:tbl>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佈景主題">
  <a:themeElements>
    <a:clrScheme name="Office 佈景主題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佈景主題">
      <a:majorFont>
        <a:latin typeface="Tahoma"/>
        <a:ea typeface="標楷體"/>
        <a:cs typeface=""/>
      </a:majorFont>
      <a:minorFont>
        <a:latin typeface="Tahoma"/>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ahoma" pitchFamily="32" charset="0"/>
            <a:ea typeface="新細明體" pitchFamily="16" charset="-12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ahoma" pitchFamily="32" charset="0"/>
            <a:ea typeface="新細明體" pitchFamily="16" charset="-120"/>
          </a:defRPr>
        </a:defPPr>
      </a:lstStyle>
    </a:lnDef>
  </a:objectDefaults>
  <a:extraClrSchemeLst>
    <a:extraClrScheme>
      <a:clrScheme name="Office 佈景主題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佈景主題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佈景主題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佈景主題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佈景主題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佈景主題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佈景主題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佈景主題">
  <a:themeElements>
    <a:clrScheme name="Office 佈景主題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佈景主題">
      <a:majorFont>
        <a:latin typeface="Tahoma"/>
        <a:ea typeface="標楷體"/>
        <a:cs typeface=""/>
      </a:majorFont>
      <a:minorFont>
        <a:latin typeface="Tahoma"/>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ahoma" pitchFamily="32" charset="0"/>
            <a:ea typeface="新細明體" pitchFamily="16" charset="-12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ahoma" pitchFamily="32" charset="0"/>
            <a:ea typeface="新細明體" pitchFamily="16" charset="-120"/>
          </a:defRPr>
        </a:defPPr>
      </a:lstStyle>
    </a:lnDef>
  </a:objectDefaults>
  <a:extraClrSchemeLst>
    <a:extraClrScheme>
      <a:clrScheme name="Office 佈景主題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佈景主題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佈景主題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佈景主題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佈景主題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佈景主題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佈景主題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2768</TotalTime>
  <Words>316</Words>
  <Application>Microsoft Office PowerPoint</Application>
  <PresentationFormat>如螢幕大小 (4:3)</PresentationFormat>
  <Paragraphs>145</Paragraphs>
  <Slides>4</Slides>
  <Notes>4</Notes>
  <HiddenSlides>0</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4</vt:i4>
      </vt:variant>
    </vt:vector>
  </HeadingPairs>
  <TitlesOfParts>
    <vt:vector size="11" baseType="lpstr">
      <vt:lpstr>新細明體</vt:lpstr>
      <vt:lpstr>標楷體</vt:lpstr>
      <vt:lpstr>Tahoma</vt:lpstr>
      <vt:lpstr>Times New Roman</vt:lpstr>
      <vt:lpstr>Wingdings</vt:lpstr>
      <vt:lpstr>Office 佈景主題</vt:lpstr>
      <vt:lpstr>1_Office 佈景主題</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 3 Greedy methods</dc:title>
  <dc:creator>cby</dc:creator>
  <cp:lastModifiedBy>Bebe</cp:lastModifiedBy>
  <cp:revision>133</cp:revision>
  <cp:lastPrinted>1601-01-01T00:00:00Z</cp:lastPrinted>
  <dcterms:created xsi:type="dcterms:W3CDTF">1601-01-01T00:00:00Z</dcterms:created>
  <dcterms:modified xsi:type="dcterms:W3CDTF">2015-03-30T08:50:52Z</dcterms:modified>
</cp:coreProperties>
</file>