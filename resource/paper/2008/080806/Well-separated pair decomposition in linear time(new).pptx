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36"/>
  </p:notesMasterIdLst>
  <p:sldIdLst>
    <p:sldId id="256" r:id="rId2"/>
    <p:sldId id="257" r:id="rId3"/>
    <p:sldId id="266" r:id="rId4"/>
    <p:sldId id="267" r:id="rId5"/>
    <p:sldId id="280" r:id="rId6"/>
    <p:sldId id="271" r:id="rId7"/>
    <p:sldId id="309" r:id="rId8"/>
    <p:sldId id="258" r:id="rId9"/>
    <p:sldId id="281" r:id="rId10"/>
    <p:sldId id="305" r:id="rId11"/>
    <p:sldId id="307" r:id="rId12"/>
    <p:sldId id="283" r:id="rId13"/>
    <p:sldId id="279" r:id="rId14"/>
    <p:sldId id="282" r:id="rId15"/>
    <p:sldId id="284" r:id="rId16"/>
    <p:sldId id="291" r:id="rId17"/>
    <p:sldId id="285" r:id="rId18"/>
    <p:sldId id="286" r:id="rId19"/>
    <p:sldId id="292" r:id="rId20"/>
    <p:sldId id="287" r:id="rId21"/>
    <p:sldId id="288" r:id="rId22"/>
    <p:sldId id="293" r:id="rId23"/>
    <p:sldId id="289" r:id="rId24"/>
    <p:sldId id="290" r:id="rId25"/>
    <p:sldId id="294" r:id="rId26"/>
    <p:sldId id="295" r:id="rId27"/>
    <p:sldId id="296" r:id="rId28"/>
    <p:sldId id="310" r:id="rId29"/>
    <p:sldId id="298" r:id="rId30"/>
    <p:sldId id="311" r:id="rId31"/>
    <p:sldId id="312" r:id="rId32"/>
    <p:sldId id="313" r:id="rId33"/>
    <p:sldId id="304" r:id="rId34"/>
    <p:sldId id="308" r:id="rId3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463" autoAdjust="0"/>
    <p:restoredTop sz="94660"/>
  </p:normalViewPr>
  <p:slideViewPr>
    <p:cSldViewPr>
      <p:cViewPr varScale="1">
        <p:scale>
          <a:sx n="72" d="100"/>
          <a:sy n="72" d="100"/>
        </p:scale>
        <p:origin x="-11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8B34A-AAE9-450B-839E-930FBDE60749}" type="datetimeFigureOut">
              <a:rPr lang="zh-TW" altLang="en-US" smtClean="0"/>
              <a:pPr/>
              <a:t>2008/8/20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B2704-573C-4662-BF0B-85218495061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BB2704-573C-4662-BF0B-852184950614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22" name="副標題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19ABD0E-3707-481F-AAB5-1881DDD5D309}" type="datetime1">
              <a:rPr lang="zh-TW" altLang="en-US" smtClean="0"/>
              <a:pPr/>
              <a:t>2008/8/20</a:t>
            </a:fld>
            <a:endParaRPr lang="zh-TW" altLang="en-US"/>
          </a:p>
        </p:txBody>
      </p:sp>
      <p:sp>
        <p:nvSpPr>
          <p:cNvPr id="20" name="頁尾版面配置區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9DCA710-F565-451C-B275-59B27B40636A}" type="datetime1">
              <a:rPr lang="zh-TW" altLang="en-US" smtClean="0"/>
              <a:pPr/>
              <a:t>2008/8/20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D69D7F-E644-4588-B7B8-0F1E60E012C7}" type="datetime1">
              <a:rPr lang="zh-TW" altLang="en-US" smtClean="0"/>
              <a:pPr/>
              <a:t>2008/8/20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E2543D-8C03-4523-95BE-03C3D33B7A59}" type="datetime1">
              <a:rPr lang="zh-TW" altLang="en-US" smtClean="0"/>
              <a:pPr/>
              <a:t>2008/8/20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39C72C-96EE-4689-99C6-4230E7D93334}" type="datetime1">
              <a:rPr lang="zh-TW" altLang="en-US" smtClean="0"/>
              <a:pPr/>
              <a:t>2008/8/20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2A283F-64F0-4BDC-92DC-965808315291}" type="datetime1">
              <a:rPr lang="zh-TW" altLang="en-US" smtClean="0"/>
              <a:pPr/>
              <a:t>2008/8/20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5364569-BBF5-48BA-97F1-4691D6A686A3}" type="datetime1">
              <a:rPr lang="zh-TW" altLang="en-US" smtClean="0"/>
              <a:pPr/>
              <a:t>2008/8/20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B3981B8-FAF5-4547-8179-F0493D3A125C}" type="datetime1">
              <a:rPr lang="zh-TW" altLang="en-US" smtClean="0"/>
              <a:pPr/>
              <a:t>2008/8/20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3D9B11F-D0A6-480A-ABAD-62EE1129C7E1}" type="datetime1">
              <a:rPr lang="zh-TW" altLang="en-US" smtClean="0"/>
              <a:pPr/>
              <a:t>2008/8/20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9" name="流程圖: 程序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流程圖: 程序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3A94FBF-531F-4FE2-AB95-C8CB3E1DE1BA}" type="datetime1">
              <a:rPr lang="zh-TW" altLang="en-US" smtClean="0"/>
              <a:pPr/>
              <a:t>2008/8/20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89DD1EE-D753-4A0D-98FD-5C84E57905EF}" type="datetime1">
              <a:rPr lang="zh-TW" altLang="en-US" smtClean="0"/>
              <a:pPr/>
              <a:t>2008/8/20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形圖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甜甜圈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文字版面配置區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24" name="日期版面配置區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38B74BDC-8BE7-460E-9142-E9C7576724E5}" type="datetime1">
              <a:rPr lang="zh-TW" altLang="en-US" smtClean="0"/>
              <a:pPr/>
              <a:t>2008/8/20</a:t>
            </a:fld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waterloo.ca/~tmcha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56890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Well-separated pair decomposition in linear time?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357422" y="5357826"/>
            <a:ext cx="6692228" cy="1428760"/>
          </a:xfrm>
        </p:spPr>
        <p:txBody>
          <a:bodyPr>
            <a:normAutofit/>
          </a:bodyPr>
          <a:lstStyle/>
          <a:p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  <a:hlinkClick r:id="rId3"/>
              </a:rPr>
              <a:t>Timothy M. Chan</a:t>
            </a:r>
            <a:endParaRPr lang="en-US" altLang="zh-TW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000" i="1" dirty="0" smtClean="0">
                <a:latin typeface="Times New Roman" pitchFamily="18" charset="0"/>
                <a:cs typeface="Times New Roman" pitchFamily="18" charset="0"/>
              </a:rPr>
              <a:t>School of Computer Science, University of Waterloo, Waterloo, Ontario N2L 3G1, Canada</a:t>
            </a:r>
          </a:p>
          <a:p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Information Processing Letters 107 (2008) 138–141</a:t>
            </a:r>
            <a:endParaRPr lang="zh-TW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zh-TW" alt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Given a point set in a fixed dimension, we note that a well-separated pair decomposition can be found in linear time if we assume that the ratio of the farthest pair distance to the closest pair distance is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polynomially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bounded. Many consequences follow; for example, we can construct spanners or solve the all-nearest-neighbors problem in linear time (under the same assumption), and we compute an approximate Euclidean minimum spanning tree in linear time (without any assumption).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Well-separated</a:t>
            </a:r>
            <a:endParaRPr lang="zh-TW" alt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A, B: Two sets of points in d dimensions.</a:t>
            </a:r>
          </a:p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s: A parameter.</a:t>
            </a:r>
          </a:p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R(A): Smallest axis parallel rectangle containing all the points of A.</a:t>
            </a:r>
          </a:p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b(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A,r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): Ball centered at the center of R(A) having radius r.</a:t>
            </a:r>
          </a:p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 and B are well-separated if there exists a r, so that:</a:t>
            </a:r>
          </a:p>
          <a:p>
            <a:pPr lvl="1"/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TW" altLang="en-US" sz="2000" dirty="0" smtClean="0">
                <a:latin typeface="Times New Roman" pitchFamily="18" charset="0"/>
                <a:cs typeface="Times New Roman" pitchFamily="18" charset="0"/>
              </a:rPr>
              <a:t>⊆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b(</a:t>
            </a:r>
            <a:r>
              <a:rPr lang="en-US" altLang="zh-TW" sz="2000" dirty="0" err="1" smtClean="0">
                <a:latin typeface="Times New Roman" pitchFamily="18" charset="0"/>
                <a:cs typeface="Times New Roman" pitchFamily="18" charset="0"/>
              </a:rPr>
              <a:t>A,r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/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TW" altLang="en-US" sz="2000" dirty="0" smtClean="0">
                <a:latin typeface="Times New Roman" pitchFamily="18" charset="0"/>
                <a:cs typeface="Times New Roman" pitchFamily="18" charset="0"/>
              </a:rPr>
              <a:t>⊆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b(</a:t>
            </a:r>
            <a:r>
              <a:rPr lang="en-US" altLang="zh-TW" sz="2000" dirty="0" err="1" smtClean="0">
                <a:latin typeface="Times New Roman" pitchFamily="18" charset="0"/>
                <a:cs typeface="Times New Roman" pitchFamily="18" charset="0"/>
              </a:rPr>
              <a:t>B,r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/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dist(b(</a:t>
            </a:r>
            <a:r>
              <a:rPr lang="en-US" altLang="zh-TW" sz="2000" dirty="0" err="1" smtClean="0">
                <a:latin typeface="Times New Roman" pitchFamily="18" charset="0"/>
                <a:cs typeface="Times New Roman" pitchFamily="18" charset="0"/>
              </a:rPr>
              <a:t>A,r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),b(</a:t>
            </a:r>
            <a:r>
              <a:rPr lang="en-US" altLang="zh-TW" sz="2000" dirty="0" err="1" smtClean="0">
                <a:latin typeface="Times New Roman" pitchFamily="18" charset="0"/>
                <a:cs typeface="Times New Roman" pitchFamily="18" charset="0"/>
              </a:rPr>
              <a:t>B,r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))≥s*r</a:t>
            </a:r>
          </a:p>
          <a:p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pic>
        <p:nvPicPr>
          <p:cNvPr id="6" name="圖片 5" descr="well-separa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4" y="4348914"/>
            <a:ext cx="3571900" cy="22947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Well-separated pair decomposition(1)</a:t>
            </a:r>
            <a:endParaRPr lang="zh-TW" alt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Example form a paper: I/O Efficient Well‐Separated Pair Decomposition and its Applications.</a:t>
            </a:r>
          </a:p>
        </p:txBody>
      </p:sp>
      <p:pic>
        <p:nvPicPr>
          <p:cNvPr id="5" name="圖片 4" descr="an example of the decomposi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28" y="2285992"/>
            <a:ext cx="7345853" cy="41433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Well-separated pair decomposition(2)</a:t>
            </a:r>
            <a:endParaRPr lang="zh-TW" alt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Idea: A set of points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. Represent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using a binary tree. A node represent a set made out of all the elements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stroed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in the leafs of the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subtree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Decompostion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: A set of pairs of nodes of the tree.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Well-separated pair decomposition(3)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Example form a paper: Well-Separated Pair Decomposition for the Unit-Disk Graph Metric and its Applications.</a:t>
            </a:r>
          </a:p>
          <a:p>
            <a:pPr>
              <a:buNone/>
            </a:pP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圖片 4" descr="an example of the decomposition tr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84" y="2643182"/>
            <a:ext cx="7715272" cy="4071966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Improvement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Define </a:t>
            </a:r>
            <a:b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spread</a:t>
            </a:r>
          </a:p>
          <a:p>
            <a:endParaRPr lang="en-US" altLang="zh-TW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techniques we use merely involve combining known algorithms with the “shuffle-and-sort” idea.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3429000" y="1714495"/>
          <a:ext cx="5286375" cy="928687"/>
        </p:xfrm>
        <a:graphic>
          <a:graphicData uri="http://schemas.openxmlformats.org/presentationml/2006/ole">
            <p:oleObj spid="_x0000_s1027" name="方程式" r:id="rId3" imgW="2260440" imgH="419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Step 0: Rounding to a grid(1)</a:t>
            </a:r>
            <a:endParaRPr lang="zh-TW" alt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the coordinates of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are all integers in the range [0, 2</a:t>
            </a:r>
            <a:r>
              <a:rPr lang="en-US" altLang="zh-TW" sz="2800" i="1" baseline="30000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) where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zh-TW" sz="28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zh-TW" altLang="en-US" sz="2800" baseline="30000" dirty="0" smtClean="0">
                <a:latin typeface="Times New Roman" pitchFamily="18" charset="0"/>
                <a:cs typeface="Times New Roman" pitchFamily="18" charset="0"/>
              </a:rPr>
              <a:t> ┌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log(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800" i="1" baseline="30000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l-GR" altLang="zh-TW" sz="2800" i="1" dirty="0" smtClean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l-GR" altLang="zh-TW" sz="28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zh-TW" altLang="en-US" sz="2800" baseline="30000" dirty="0" smtClean="0">
                <a:latin typeface="Times New Roman"/>
                <a:cs typeface="Times New Roman"/>
              </a:rPr>
              <a:t>┐</a:t>
            </a:r>
            <a:r>
              <a:rPr lang="el-GR" altLang="zh-TW" sz="2800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O(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log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1"/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altLang="zh-TW" sz="2400" dirty="0" smtClean="0"/>
              <a:t>1/</a:t>
            </a:r>
            <a:r>
              <a:rPr lang="en-US" altLang="zh-TW" sz="2400" i="1" dirty="0" smtClean="0"/>
              <a:t>n</a:t>
            </a:r>
            <a:r>
              <a:rPr lang="el-GR" altLang="zh-TW" sz="2400" i="1" baseline="30000" dirty="0" smtClean="0"/>
              <a:t>Ω</a:t>
            </a:r>
            <a:r>
              <a:rPr lang="el-GR" altLang="zh-TW" sz="2400" baseline="30000" dirty="0" smtClean="0"/>
              <a:t> </a:t>
            </a:r>
            <a:r>
              <a:rPr lang="en-US" altLang="zh-TW" sz="2400" baseline="30000" dirty="0" smtClean="0"/>
              <a:t>(1</a:t>
            </a:r>
            <a:r>
              <a:rPr lang="en-US" altLang="zh-TW" sz="2400" baseline="30000" dirty="0" smtClean="0"/>
              <a:t>)</a:t>
            </a:r>
            <a:endParaRPr lang="en-US" altLang="zh-TW" sz="2400" baseline="30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643306" y="5500702"/>
            <a:ext cx="71438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4143372" y="5500702"/>
            <a:ext cx="71438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/>
          <p:cNvSpPr/>
          <p:nvPr/>
        </p:nvSpPr>
        <p:spPr>
          <a:xfrm>
            <a:off x="3571868" y="3714752"/>
            <a:ext cx="71438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4071934" y="3311843"/>
            <a:ext cx="71438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5000628" y="4669165"/>
            <a:ext cx="71438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5000628" y="4240537"/>
            <a:ext cx="71438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3214678" y="5072074"/>
            <a:ext cx="71438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/>
          <p:cNvSpPr/>
          <p:nvPr/>
        </p:nvSpPr>
        <p:spPr>
          <a:xfrm>
            <a:off x="5500694" y="4240537"/>
            <a:ext cx="71438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2786050" y="3000372"/>
            <a:ext cx="3214710" cy="3000396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Step 0: Rounding to a grid(2)</a:t>
            </a:r>
            <a:endParaRPr lang="zh-TW" alt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The coordinates</a:t>
            </a:r>
            <a:endParaRPr lang="en-US" altLang="zh-TW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  <p:grpSp>
        <p:nvGrpSpPr>
          <p:cNvPr id="126" name="群組 125"/>
          <p:cNvGrpSpPr/>
          <p:nvPr/>
        </p:nvGrpSpPr>
        <p:grpSpPr>
          <a:xfrm>
            <a:off x="2428860" y="2559602"/>
            <a:ext cx="3929090" cy="3726918"/>
            <a:chOff x="2428860" y="2559602"/>
            <a:chExt cx="3929090" cy="3726918"/>
          </a:xfrm>
        </p:grpSpPr>
        <p:grpSp>
          <p:nvGrpSpPr>
            <p:cNvPr id="83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84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93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101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110" name="直線接點 109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" name="直線接點 110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" name="直線接點 111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3" name="直線接點 112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4" name="直線接點 113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5" name="直線接點 114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" name="直線接點 115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" name="直線接點 116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02" name="直線接點 101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直線接點 102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直線接點 103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直線接點 104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線接點 105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直線接點 107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直線接點 108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4" name="文字方塊 93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5" name="文字方塊 94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6" name="文字方塊 95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7" name="文字方塊 96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8" name="文字方塊 97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9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0" name="文字方塊 99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85" name="橢圓 84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6" name="橢圓 85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7" name="橢圓 86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8" name="橢圓 87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9" name="橢圓 88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0" name="橢圓 89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1" name="橢圓 90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2" name="橢圓 91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18" name="文字方塊 117"/>
            <p:cNvSpPr txBox="1"/>
            <p:nvPr/>
          </p:nvSpPr>
          <p:spPr>
            <a:xfrm>
              <a:off x="3944905" y="2928934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(3,6)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9" name="文字方塊 118"/>
            <p:cNvSpPr txBox="1"/>
            <p:nvPr/>
          </p:nvSpPr>
          <p:spPr>
            <a:xfrm>
              <a:off x="4786314" y="3857628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(5,4)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0" name="文字方塊 119"/>
            <p:cNvSpPr txBox="1"/>
            <p:nvPr/>
          </p:nvSpPr>
          <p:spPr>
            <a:xfrm>
              <a:off x="5357818" y="3857628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(6,4)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1" name="文字方塊 120"/>
            <p:cNvSpPr txBox="1"/>
            <p:nvPr/>
          </p:nvSpPr>
          <p:spPr>
            <a:xfrm>
              <a:off x="5016475" y="4416990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(5,3)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3428992" y="3357562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(2,5)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" name="文字方塊 122"/>
            <p:cNvSpPr txBox="1"/>
            <p:nvPr/>
          </p:nvSpPr>
          <p:spPr>
            <a:xfrm>
              <a:off x="3071802" y="4714884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(1,2)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4" name="文字方塊 123"/>
            <p:cNvSpPr txBox="1"/>
            <p:nvPr/>
          </p:nvSpPr>
          <p:spPr>
            <a:xfrm>
              <a:off x="3444839" y="5131370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(2,1)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5" name="文字方塊 124"/>
            <p:cNvSpPr txBox="1"/>
            <p:nvPr/>
          </p:nvSpPr>
          <p:spPr>
            <a:xfrm>
              <a:off x="4071934" y="5131370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(3,1)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Step 1: Sorting in shuffle order(1)</a:t>
            </a:r>
            <a:endParaRPr lang="zh-TW" alt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Let points with coordinates written in binary.</a:t>
            </a:r>
          </a:p>
          <a:p>
            <a:pPr lvl="1" algn="just"/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(1, 2)           (001, 010) ;  (5, 3)          (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1).</a:t>
            </a:r>
            <a:endParaRPr lang="en-US" altLang="zh-TW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Shuffle of (5,3) = </a:t>
            </a:r>
            <a:r>
              <a:rPr lang="en-US" altLang="zh-TW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altLang="zh-TW" sz="28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01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11.</a:t>
            </a:r>
          </a:p>
          <a:p>
            <a:pPr algn="just"/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build a table storing the shuffles for all possible d-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tuples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of (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logn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)/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-bit coordinates.</a:t>
            </a:r>
          </a:p>
          <a:p>
            <a:pPr lvl="1" algn="just"/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Ex: w = 3bit, d = 2, b &gt; d, d(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logn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)/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&lt; 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logn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, then build a table in O(n).</a:t>
            </a:r>
          </a:p>
          <a:p>
            <a:pPr lvl="2" algn="just"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If  b = 3, 3/3 = 1bit.</a:t>
            </a:r>
          </a:p>
          <a:p>
            <a:pPr lvl="2" algn="just"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1)            lookup (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 , (</a:t>
            </a:r>
            <a:r>
              <a:rPr lang="en-US" altLang="zh-TW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TW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), (1,1) and</a:t>
            </a:r>
          </a:p>
          <a:p>
            <a:pPr lvl="2" algn="just"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concatenate           100111.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5" name="向右箭號 4"/>
          <p:cNvSpPr/>
          <p:nvPr/>
        </p:nvSpPr>
        <p:spPr>
          <a:xfrm>
            <a:off x="3000364" y="2071678"/>
            <a:ext cx="500066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向右箭號 5"/>
          <p:cNvSpPr/>
          <p:nvPr/>
        </p:nvSpPr>
        <p:spPr>
          <a:xfrm>
            <a:off x="6000760" y="2071678"/>
            <a:ext cx="500066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向右箭號 6"/>
          <p:cNvSpPr/>
          <p:nvPr/>
        </p:nvSpPr>
        <p:spPr>
          <a:xfrm>
            <a:off x="3643306" y="5143512"/>
            <a:ext cx="500066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向右箭號 7"/>
          <p:cNvSpPr/>
          <p:nvPr/>
        </p:nvSpPr>
        <p:spPr>
          <a:xfrm>
            <a:off x="3795706" y="5643578"/>
            <a:ext cx="500066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Step 1: Sorting in shuffle order(2)</a:t>
            </a:r>
            <a:endParaRPr lang="zh-TW" alt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Sort the points in increasing order of the shuffle values.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This step takes O(n) time, since for a set of n O(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logn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)-bit integers, radix sort with O(1) rounds runs in linear time.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Step 1: Sorting in shuffle order(3)</a:t>
            </a:r>
            <a:endParaRPr lang="zh-TW" alt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  <p:grpSp>
        <p:nvGrpSpPr>
          <p:cNvPr id="40" name="群組 39"/>
          <p:cNvGrpSpPr/>
          <p:nvPr/>
        </p:nvGrpSpPr>
        <p:grpSpPr>
          <a:xfrm>
            <a:off x="2143108" y="2416726"/>
            <a:ext cx="3929090" cy="3726918"/>
            <a:chOff x="2428860" y="2559602"/>
            <a:chExt cx="3929090" cy="3726918"/>
          </a:xfrm>
        </p:grpSpPr>
        <p:grpSp>
          <p:nvGrpSpPr>
            <p:cNvPr id="41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50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59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67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76" name="直線接點 75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直線接點 76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直線接點 77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直線接點 78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" name="直線接點 79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" name="直線接點 80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" name="直線接點 81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" name="直線接點 82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8" name="直線接點 67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直線接點 68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線接點 69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直線接點 70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直線接點 71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直線接點 73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直線接點 74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0" name="文字方塊 59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1" name="文字方塊 60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2" name="文字方塊 61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3" name="文字方塊 62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4" name="文字方塊 63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5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6" name="文字方塊 65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51" name="橢圓 50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2" name="橢圓 51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" name="橢圓 52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4" name="橢圓 53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5" name="橢圓 54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6" name="橢圓 55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7" name="橢圓 56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8" name="橢圓 57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42" name="文字方塊 41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(1)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Node structure for a point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13</a:t>
            </a:fld>
            <a:endParaRPr lang="zh-TW" altLang="en-US"/>
          </a:p>
        </p:txBody>
      </p:sp>
      <p:grpSp>
        <p:nvGrpSpPr>
          <p:cNvPr id="278" name="群組 277"/>
          <p:cNvGrpSpPr/>
          <p:nvPr/>
        </p:nvGrpSpPr>
        <p:grpSpPr>
          <a:xfrm>
            <a:off x="1214414" y="2857496"/>
            <a:ext cx="3643338" cy="3572694"/>
            <a:chOff x="1285852" y="2642388"/>
            <a:chExt cx="3857653" cy="3715570"/>
          </a:xfrm>
        </p:grpSpPr>
        <p:sp>
          <p:nvSpPr>
            <p:cNvPr id="86" name="橢圓 85"/>
            <p:cNvSpPr/>
            <p:nvPr/>
          </p:nvSpPr>
          <p:spPr>
            <a:xfrm>
              <a:off x="2428860" y="5571346"/>
              <a:ext cx="71438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2928926" y="5571346"/>
              <a:ext cx="71438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橢圓 87"/>
            <p:cNvSpPr/>
            <p:nvPr/>
          </p:nvSpPr>
          <p:spPr>
            <a:xfrm>
              <a:off x="2357422" y="3785396"/>
              <a:ext cx="71438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/>
            <p:cNvSpPr/>
            <p:nvPr/>
          </p:nvSpPr>
          <p:spPr>
            <a:xfrm>
              <a:off x="2857488" y="3382487"/>
              <a:ext cx="71438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/>
            <p:cNvSpPr/>
            <p:nvPr/>
          </p:nvSpPr>
          <p:spPr>
            <a:xfrm>
              <a:off x="3786182" y="4739809"/>
              <a:ext cx="71438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/>
            <p:cNvSpPr/>
            <p:nvPr/>
          </p:nvSpPr>
          <p:spPr>
            <a:xfrm>
              <a:off x="3786182" y="4311181"/>
              <a:ext cx="71438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橢圓 91"/>
            <p:cNvSpPr/>
            <p:nvPr/>
          </p:nvSpPr>
          <p:spPr>
            <a:xfrm>
              <a:off x="2000232" y="5142718"/>
              <a:ext cx="71438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/>
            <p:cNvSpPr/>
            <p:nvPr/>
          </p:nvSpPr>
          <p:spPr>
            <a:xfrm>
              <a:off x="4286248" y="4311181"/>
              <a:ext cx="71438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7" name="矩形 126"/>
            <p:cNvSpPr/>
            <p:nvPr/>
          </p:nvSpPr>
          <p:spPr>
            <a:xfrm>
              <a:off x="1285852" y="2642388"/>
              <a:ext cx="3857652" cy="3714776"/>
            </a:xfrm>
            <a:prstGeom prst="rect">
              <a:avLst/>
            </a:prstGeom>
            <a:solidFill>
              <a:schemeClr val="accent6">
                <a:alpha val="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9" name="直線接點 128"/>
            <p:cNvCxnSpPr>
              <a:stCxn id="127" idx="0"/>
              <a:endCxn id="127" idx="2"/>
            </p:cNvCxnSpPr>
            <p:nvPr/>
          </p:nvCxnSpPr>
          <p:spPr>
            <a:xfrm rot="16200000" flipH="1">
              <a:off x="1357290" y="4499776"/>
              <a:ext cx="3714776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線接點 130"/>
            <p:cNvCxnSpPr>
              <a:stCxn id="127" idx="1"/>
              <a:endCxn id="127" idx="3"/>
            </p:cNvCxnSpPr>
            <p:nvPr/>
          </p:nvCxnSpPr>
          <p:spPr>
            <a:xfrm rot="10800000" flipH="1">
              <a:off x="1285852" y="4499776"/>
              <a:ext cx="3857652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接點 133"/>
            <p:cNvCxnSpPr/>
            <p:nvPr/>
          </p:nvCxnSpPr>
          <p:spPr>
            <a:xfrm>
              <a:off x="1285853" y="5428470"/>
              <a:ext cx="1913380" cy="30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接點 134"/>
            <p:cNvCxnSpPr/>
            <p:nvPr/>
          </p:nvCxnSpPr>
          <p:spPr>
            <a:xfrm rot="10800000" flipH="1">
              <a:off x="1285853" y="3571082"/>
              <a:ext cx="3857652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接點 136"/>
            <p:cNvCxnSpPr/>
            <p:nvPr/>
          </p:nvCxnSpPr>
          <p:spPr>
            <a:xfrm rot="16200000" flipH="1">
              <a:off x="346653" y="4489270"/>
              <a:ext cx="3714775" cy="210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接點 137"/>
            <p:cNvCxnSpPr/>
            <p:nvPr/>
          </p:nvCxnSpPr>
          <p:spPr>
            <a:xfrm rot="16200000" flipH="1">
              <a:off x="3213885" y="3570288"/>
              <a:ext cx="1857387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線接點 139"/>
            <p:cNvCxnSpPr/>
            <p:nvPr/>
          </p:nvCxnSpPr>
          <p:spPr>
            <a:xfrm>
              <a:off x="2214546" y="5928536"/>
              <a:ext cx="1000132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線接點 144"/>
            <p:cNvCxnSpPr/>
            <p:nvPr/>
          </p:nvCxnSpPr>
          <p:spPr>
            <a:xfrm rot="16200000" flipH="1">
              <a:off x="2251059" y="5892023"/>
              <a:ext cx="928695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群組 278"/>
          <p:cNvGrpSpPr/>
          <p:nvPr/>
        </p:nvGrpSpPr>
        <p:grpSpPr>
          <a:xfrm>
            <a:off x="5072066" y="3000372"/>
            <a:ext cx="3714776" cy="3538121"/>
            <a:chOff x="1571604" y="2428868"/>
            <a:chExt cx="5715040" cy="3538121"/>
          </a:xfrm>
        </p:grpSpPr>
        <p:grpSp>
          <p:nvGrpSpPr>
            <p:cNvPr id="280" name="群組 218"/>
            <p:cNvGrpSpPr/>
            <p:nvPr/>
          </p:nvGrpSpPr>
          <p:grpSpPr>
            <a:xfrm>
              <a:off x="1571605" y="2428868"/>
              <a:ext cx="5715046" cy="3538121"/>
              <a:chOff x="1357290" y="2000240"/>
              <a:chExt cx="5000660" cy="2983122"/>
            </a:xfrm>
          </p:grpSpPr>
          <p:sp>
            <p:nvSpPr>
              <p:cNvPr id="285" name="橢圓 284"/>
              <p:cNvSpPr/>
              <p:nvPr/>
            </p:nvSpPr>
            <p:spPr>
              <a:xfrm>
                <a:off x="4357686" y="200024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6" name="橢圓 285"/>
              <p:cNvSpPr/>
              <p:nvPr/>
            </p:nvSpPr>
            <p:spPr>
              <a:xfrm>
                <a:off x="1928794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7" name="橢圓 286"/>
              <p:cNvSpPr/>
              <p:nvPr/>
            </p:nvSpPr>
            <p:spPr>
              <a:xfrm>
                <a:off x="3571868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8" name="橢圓 287"/>
              <p:cNvSpPr/>
              <p:nvPr/>
            </p:nvSpPr>
            <p:spPr>
              <a:xfrm>
                <a:off x="5500694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89" name="直線接點 288"/>
              <p:cNvCxnSpPr>
                <a:stCxn id="286" idx="7"/>
                <a:endCxn id="285" idx="2"/>
              </p:cNvCxnSpPr>
              <p:nvPr/>
            </p:nvCxnSpPr>
            <p:spPr>
              <a:xfrm rot="5400000" flipH="1" flipV="1">
                <a:off x="2958517" y="1357299"/>
                <a:ext cx="613351" cy="21849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直線接點 289"/>
              <p:cNvCxnSpPr>
                <a:stCxn id="287" idx="0"/>
                <a:endCxn id="285" idx="3"/>
              </p:cNvCxnSpPr>
              <p:nvPr/>
            </p:nvCxnSpPr>
            <p:spPr>
              <a:xfrm rot="5400000" flipH="1" flipV="1">
                <a:off x="3821901" y="2136989"/>
                <a:ext cx="470475" cy="6847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直線接點 290"/>
              <p:cNvCxnSpPr>
                <a:stCxn id="323" idx="0"/>
                <a:endCxn id="285" idx="5"/>
              </p:cNvCxnSpPr>
              <p:nvPr/>
            </p:nvCxnSpPr>
            <p:spPr>
              <a:xfrm rot="16200000" flipV="1">
                <a:off x="4494435" y="2351302"/>
                <a:ext cx="470475" cy="2561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直線接點 291"/>
              <p:cNvCxnSpPr>
                <a:stCxn id="288" idx="1"/>
                <a:endCxn id="285" idx="6"/>
              </p:cNvCxnSpPr>
              <p:nvPr/>
            </p:nvCxnSpPr>
            <p:spPr>
              <a:xfrm rot="16200000" flipV="1">
                <a:off x="4786315" y="2000240"/>
                <a:ext cx="613351" cy="8991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3" name="橢圓 292"/>
              <p:cNvSpPr/>
              <p:nvPr/>
            </p:nvSpPr>
            <p:spPr>
              <a:xfrm>
                <a:off x="5500694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4" name="橢圓 293"/>
              <p:cNvSpPr/>
              <p:nvPr/>
            </p:nvSpPr>
            <p:spPr>
              <a:xfrm>
                <a:off x="4929190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5" name="橢圓 294"/>
              <p:cNvSpPr/>
              <p:nvPr/>
            </p:nvSpPr>
            <p:spPr>
              <a:xfrm>
                <a:off x="5715008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96" name="直線接點 295"/>
              <p:cNvCxnSpPr>
                <a:stCxn id="294" idx="0"/>
                <a:endCxn id="293" idx="2"/>
              </p:cNvCxnSpPr>
              <p:nvPr/>
            </p:nvCxnSpPr>
            <p:spPr>
              <a:xfrm rot="5400000" flipH="1" flipV="1">
                <a:off x="4893471" y="3036091"/>
                <a:ext cx="785818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直線接點 296"/>
              <p:cNvCxnSpPr>
                <a:stCxn id="300" idx="0"/>
                <a:endCxn id="293" idx="3"/>
              </p:cNvCxnSpPr>
              <p:nvPr/>
            </p:nvCxnSpPr>
            <p:spPr>
              <a:xfrm rot="5400000" flipH="1" flipV="1">
                <a:off x="5143504" y="3244278"/>
                <a:ext cx="684789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直線接點 297"/>
              <p:cNvCxnSpPr>
                <a:stCxn id="295" idx="0"/>
                <a:endCxn id="293" idx="5"/>
              </p:cNvCxnSpPr>
              <p:nvPr/>
            </p:nvCxnSpPr>
            <p:spPr>
              <a:xfrm rot="16200000" flipV="1">
                <a:off x="5458848" y="3244277"/>
                <a:ext cx="684789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直線接點 298"/>
              <p:cNvCxnSpPr>
                <a:stCxn id="301" idx="0"/>
                <a:endCxn id="293" idx="6"/>
              </p:cNvCxnSpPr>
              <p:nvPr/>
            </p:nvCxnSpPr>
            <p:spPr>
              <a:xfrm rot="16200000" flipV="1">
                <a:off x="5607851" y="3036091"/>
                <a:ext cx="785818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0" name="矩形 299"/>
              <p:cNvSpPr/>
              <p:nvPr/>
            </p:nvSpPr>
            <p:spPr>
              <a:xfrm>
                <a:off x="5286380" y="3643314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1" name="矩形 300"/>
              <p:cNvSpPr/>
              <p:nvPr/>
            </p:nvSpPr>
            <p:spPr>
              <a:xfrm>
                <a:off x="6072198" y="3643314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2" name="橢圓 301"/>
              <p:cNvSpPr/>
              <p:nvPr/>
            </p:nvSpPr>
            <p:spPr>
              <a:xfrm>
                <a:off x="3571868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3" name="橢圓 302"/>
              <p:cNvSpPr/>
              <p:nvPr/>
            </p:nvSpPr>
            <p:spPr>
              <a:xfrm>
                <a:off x="3571868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4" name="橢圓 303"/>
              <p:cNvSpPr/>
              <p:nvPr/>
            </p:nvSpPr>
            <p:spPr>
              <a:xfrm>
                <a:off x="3786182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05" name="直線接點 304"/>
              <p:cNvCxnSpPr>
                <a:stCxn id="321" idx="0"/>
                <a:endCxn id="303" idx="2"/>
              </p:cNvCxnSpPr>
              <p:nvPr/>
            </p:nvCxnSpPr>
            <p:spPr>
              <a:xfrm rot="5400000" flipH="1" flipV="1">
                <a:off x="2964645" y="3036091"/>
                <a:ext cx="785818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直線接點 305"/>
              <p:cNvCxnSpPr>
                <a:stCxn id="309" idx="0"/>
                <a:endCxn id="303" idx="3"/>
              </p:cNvCxnSpPr>
              <p:nvPr/>
            </p:nvCxnSpPr>
            <p:spPr>
              <a:xfrm rot="5400000" flipH="1" flipV="1">
                <a:off x="3214678" y="3244278"/>
                <a:ext cx="684789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直線接點 306"/>
              <p:cNvCxnSpPr>
                <a:stCxn id="304" idx="0"/>
                <a:endCxn id="303" idx="5"/>
              </p:cNvCxnSpPr>
              <p:nvPr/>
            </p:nvCxnSpPr>
            <p:spPr>
              <a:xfrm rot="16200000" flipV="1">
                <a:off x="3530022" y="3244277"/>
                <a:ext cx="684789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直線接點 307"/>
              <p:cNvCxnSpPr>
                <a:stCxn id="322" idx="0"/>
                <a:endCxn id="303" idx="6"/>
              </p:cNvCxnSpPr>
              <p:nvPr/>
            </p:nvCxnSpPr>
            <p:spPr>
              <a:xfrm rot="16200000" flipV="1">
                <a:off x="3679025" y="3036091"/>
                <a:ext cx="785818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9" name="矩形 308"/>
              <p:cNvSpPr/>
              <p:nvPr/>
            </p:nvSpPr>
            <p:spPr>
              <a:xfrm>
                <a:off x="3357554" y="3643314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0" name="橢圓 309"/>
              <p:cNvSpPr/>
              <p:nvPr/>
            </p:nvSpPr>
            <p:spPr>
              <a:xfrm>
                <a:off x="1928794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1" name="橢圓 310"/>
              <p:cNvSpPr/>
              <p:nvPr/>
            </p:nvSpPr>
            <p:spPr>
              <a:xfrm>
                <a:off x="1928794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2" name="橢圓 311"/>
              <p:cNvSpPr/>
              <p:nvPr/>
            </p:nvSpPr>
            <p:spPr>
              <a:xfrm>
                <a:off x="1928794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3" name="橢圓 312"/>
              <p:cNvSpPr/>
              <p:nvPr/>
            </p:nvSpPr>
            <p:spPr>
              <a:xfrm>
                <a:off x="2143108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14" name="直線接點 313"/>
              <p:cNvCxnSpPr>
                <a:stCxn id="320" idx="0"/>
                <a:endCxn id="312" idx="2"/>
              </p:cNvCxnSpPr>
              <p:nvPr/>
            </p:nvCxnSpPr>
            <p:spPr>
              <a:xfrm rot="5400000" flipH="1" flipV="1">
                <a:off x="1321571" y="3036091"/>
                <a:ext cx="785818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直線接點 314"/>
              <p:cNvCxnSpPr>
                <a:stCxn id="313" idx="0"/>
                <a:endCxn id="312" idx="5"/>
              </p:cNvCxnSpPr>
              <p:nvPr/>
            </p:nvCxnSpPr>
            <p:spPr>
              <a:xfrm rot="16200000" flipV="1">
                <a:off x="1886948" y="3244277"/>
                <a:ext cx="684789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直線接點 315"/>
              <p:cNvCxnSpPr>
                <a:stCxn id="317" idx="0"/>
                <a:endCxn id="312" idx="6"/>
              </p:cNvCxnSpPr>
              <p:nvPr/>
            </p:nvCxnSpPr>
            <p:spPr>
              <a:xfrm rot="16200000" flipV="1">
                <a:off x="2035951" y="3036091"/>
                <a:ext cx="785818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7" name="矩形 316"/>
              <p:cNvSpPr/>
              <p:nvPr/>
            </p:nvSpPr>
            <p:spPr>
              <a:xfrm>
                <a:off x="2500298" y="3643314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8" name="橢圓 317"/>
              <p:cNvSpPr/>
              <p:nvPr/>
            </p:nvSpPr>
            <p:spPr>
              <a:xfrm>
                <a:off x="1714480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19" name="直線接點 318"/>
              <p:cNvCxnSpPr>
                <a:stCxn id="312" idx="3"/>
                <a:endCxn id="318" idx="0"/>
              </p:cNvCxnSpPr>
              <p:nvPr/>
            </p:nvCxnSpPr>
            <p:spPr>
              <a:xfrm rot="5400000">
                <a:off x="1571605" y="3244277"/>
                <a:ext cx="684789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0" name="矩形 319"/>
              <p:cNvSpPr/>
              <p:nvPr/>
            </p:nvSpPr>
            <p:spPr>
              <a:xfrm>
                <a:off x="1357290" y="3643314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1" name="矩形 320"/>
              <p:cNvSpPr/>
              <p:nvPr/>
            </p:nvSpPr>
            <p:spPr>
              <a:xfrm>
                <a:off x="3000364" y="3643314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2" name="橢圓 321"/>
              <p:cNvSpPr/>
              <p:nvPr/>
            </p:nvSpPr>
            <p:spPr>
              <a:xfrm>
                <a:off x="4143372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3" name="橢圓 322"/>
              <p:cNvSpPr/>
              <p:nvPr/>
            </p:nvSpPr>
            <p:spPr>
              <a:xfrm>
                <a:off x="4714876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4" name="橢圓 323"/>
              <p:cNvSpPr/>
              <p:nvPr/>
            </p:nvSpPr>
            <p:spPr>
              <a:xfrm>
                <a:off x="2143108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5" name="橢圓 324"/>
              <p:cNvSpPr/>
              <p:nvPr/>
            </p:nvSpPr>
            <p:spPr>
              <a:xfrm>
                <a:off x="2143108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6" name="橢圓 325"/>
              <p:cNvSpPr/>
              <p:nvPr/>
            </p:nvSpPr>
            <p:spPr>
              <a:xfrm>
                <a:off x="2143108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27" name="直線接點 326"/>
              <p:cNvCxnSpPr>
                <a:stCxn id="331" idx="0"/>
                <a:endCxn id="326" idx="2"/>
              </p:cNvCxnSpPr>
              <p:nvPr/>
            </p:nvCxnSpPr>
            <p:spPr>
              <a:xfrm rot="5400000" flipH="1" flipV="1">
                <a:off x="1571604" y="3929066"/>
                <a:ext cx="714380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直線接點 327"/>
              <p:cNvCxnSpPr>
                <a:stCxn id="332" idx="0"/>
                <a:endCxn id="326" idx="3"/>
              </p:cNvCxnSpPr>
              <p:nvPr/>
            </p:nvCxnSpPr>
            <p:spPr>
              <a:xfrm rot="5400000" flipH="1" flipV="1">
                <a:off x="1821637" y="4137253"/>
                <a:ext cx="613351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直線接點 328"/>
              <p:cNvCxnSpPr>
                <a:stCxn id="334" idx="0"/>
                <a:endCxn id="326" idx="5"/>
              </p:cNvCxnSpPr>
              <p:nvPr/>
            </p:nvCxnSpPr>
            <p:spPr>
              <a:xfrm rot="16200000" flipV="1">
                <a:off x="2136981" y="4137252"/>
                <a:ext cx="613351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直線接點 329"/>
              <p:cNvCxnSpPr>
                <a:stCxn id="333" idx="0"/>
                <a:endCxn id="326" idx="6"/>
              </p:cNvCxnSpPr>
              <p:nvPr/>
            </p:nvCxnSpPr>
            <p:spPr>
              <a:xfrm rot="16200000" flipV="1">
                <a:off x="2285984" y="3929066"/>
                <a:ext cx="714380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1" name="矩形 330"/>
              <p:cNvSpPr/>
              <p:nvPr/>
            </p:nvSpPr>
            <p:spPr>
              <a:xfrm>
                <a:off x="1571604" y="4500570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2" name="橢圓 331"/>
              <p:cNvSpPr/>
              <p:nvPr/>
            </p:nvSpPr>
            <p:spPr>
              <a:xfrm>
                <a:off x="1928794" y="450057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3" name="橢圓 332"/>
              <p:cNvSpPr/>
              <p:nvPr/>
            </p:nvSpPr>
            <p:spPr>
              <a:xfrm>
                <a:off x="2714612" y="450057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4" name="矩形 333"/>
              <p:cNvSpPr/>
              <p:nvPr/>
            </p:nvSpPr>
            <p:spPr>
              <a:xfrm>
                <a:off x="2357422" y="4500570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5" name="文字方塊 334"/>
              <p:cNvSpPr txBox="1"/>
              <p:nvPr/>
            </p:nvSpPr>
            <p:spPr>
              <a:xfrm>
                <a:off x="4857751" y="2893483"/>
                <a:ext cx="574150" cy="311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b="1" baseline="-25000" dirty="0" smtClean="0">
                    <a:latin typeface="Times New Roman" pitchFamily="18" charset="0"/>
                    <a:cs typeface="Times New Roman" pitchFamily="18" charset="0"/>
                  </a:rPr>
                  <a:t>6</a:t>
                </a:r>
                <a:endParaRPr lang="zh-TW" altLang="en-US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6" name="文字方塊 335"/>
              <p:cNvSpPr txBox="1"/>
              <p:nvPr/>
            </p:nvSpPr>
            <p:spPr>
              <a:xfrm>
                <a:off x="4786313" y="3807201"/>
                <a:ext cx="645588" cy="311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b="1" baseline="-25000" dirty="0" smtClean="0">
                    <a:latin typeface="Times New Roman" pitchFamily="18" charset="0"/>
                    <a:cs typeface="Times New Roman" pitchFamily="18" charset="0"/>
                  </a:rPr>
                  <a:t>7</a:t>
                </a:r>
                <a:endParaRPr lang="zh-TW" altLang="en-US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7" name="文字方塊 336"/>
              <p:cNvSpPr txBox="1"/>
              <p:nvPr/>
            </p:nvSpPr>
            <p:spPr>
              <a:xfrm>
                <a:off x="5643569" y="3807201"/>
                <a:ext cx="621775" cy="337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sz="2000" b="1" baseline="-25000" dirty="0" smtClean="0">
                    <a:latin typeface="Times New Roman" pitchFamily="18" charset="0"/>
                    <a:cs typeface="Times New Roman" pitchFamily="18" charset="0"/>
                  </a:rPr>
                  <a:t>8</a:t>
                </a:r>
                <a:endParaRPr lang="zh-TW" altLang="en-US" sz="20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8" name="文字方塊 337"/>
              <p:cNvSpPr txBox="1"/>
              <p:nvPr/>
            </p:nvSpPr>
            <p:spPr>
              <a:xfrm>
                <a:off x="4143370" y="3814708"/>
                <a:ext cx="640296" cy="311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b="1" baseline="-25000" dirty="0" smtClean="0">
                    <a:latin typeface="Times New Roman" pitchFamily="18" charset="0"/>
                    <a:cs typeface="Times New Roman" pitchFamily="18" charset="0"/>
                  </a:rPr>
                  <a:t>5</a:t>
                </a:r>
                <a:endParaRPr lang="zh-TW" altLang="en-US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9" name="文字方塊 338"/>
              <p:cNvSpPr txBox="1"/>
              <p:nvPr/>
            </p:nvSpPr>
            <p:spPr>
              <a:xfrm>
                <a:off x="3643306" y="3814708"/>
                <a:ext cx="584733" cy="311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b="1" baseline="-25000" dirty="0" smtClean="0">
                    <a:latin typeface="Times New Roman" pitchFamily="18" charset="0"/>
                    <a:cs typeface="Times New Roman" pitchFamily="18" charset="0"/>
                  </a:rPr>
                  <a:t>4</a:t>
                </a:r>
                <a:endParaRPr lang="zh-TW" altLang="en-US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0" name="文字方塊 339"/>
              <p:cNvSpPr txBox="1"/>
              <p:nvPr/>
            </p:nvSpPr>
            <p:spPr>
              <a:xfrm>
                <a:off x="2714611" y="4671964"/>
                <a:ext cx="587379" cy="311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b="1" baseline="-25000" dirty="0" smtClean="0">
                    <a:latin typeface="Times New Roman" pitchFamily="18" charset="0"/>
                    <a:cs typeface="Times New Roman" pitchFamily="18" charset="0"/>
                  </a:rPr>
                  <a:t>3</a:t>
                </a:r>
                <a:endParaRPr lang="zh-TW" altLang="en-US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1" name="文字方塊 340"/>
              <p:cNvSpPr txBox="1"/>
              <p:nvPr/>
            </p:nvSpPr>
            <p:spPr>
              <a:xfrm>
                <a:off x="1928793" y="4671964"/>
                <a:ext cx="632358" cy="311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b="1" baseline="-250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zh-TW" altLang="en-US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2" name="文字方塊 341"/>
              <p:cNvSpPr txBox="1"/>
              <p:nvPr/>
            </p:nvSpPr>
            <p:spPr>
              <a:xfrm>
                <a:off x="1571604" y="3857196"/>
                <a:ext cx="619129" cy="311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b="1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zh-TW" altLang="en-US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81" name="文字方塊 280"/>
            <p:cNvSpPr txBox="1"/>
            <p:nvPr/>
          </p:nvSpPr>
          <p:spPr>
            <a:xfrm>
              <a:off x="1791413" y="3000372"/>
              <a:ext cx="9231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SW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2" name="文字方塊 281"/>
            <p:cNvSpPr txBox="1"/>
            <p:nvPr/>
          </p:nvSpPr>
          <p:spPr>
            <a:xfrm>
              <a:off x="3549887" y="3000372"/>
              <a:ext cx="9341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NW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3" name="文字方塊 282"/>
            <p:cNvSpPr txBox="1"/>
            <p:nvPr/>
          </p:nvSpPr>
          <p:spPr>
            <a:xfrm>
              <a:off x="4890724" y="3000372"/>
              <a:ext cx="857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SE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4" name="文字方塊 283"/>
            <p:cNvSpPr txBox="1"/>
            <p:nvPr/>
          </p:nvSpPr>
          <p:spPr>
            <a:xfrm>
              <a:off x="6429389" y="2988230"/>
              <a:ext cx="857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NE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49" name="群組 348"/>
          <p:cNvGrpSpPr/>
          <p:nvPr/>
        </p:nvGrpSpPr>
        <p:grpSpPr>
          <a:xfrm>
            <a:off x="4900615" y="1916660"/>
            <a:ext cx="1671649" cy="1512340"/>
            <a:chOff x="6186499" y="2773916"/>
            <a:chExt cx="1743087" cy="1595920"/>
          </a:xfrm>
        </p:grpSpPr>
        <p:grpSp>
          <p:nvGrpSpPr>
            <p:cNvPr id="350" name="群組 224"/>
            <p:cNvGrpSpPr/>
            <p:nvPr/>
          </p:nvGrpSpPr>
          <p:grpSpPr>
            <a:xfrm>
              <a:off x="6572265" y="3073229"/>
              <a:ext cx="928693" cy="998713"/>
              <a:chOff x="5691204" y="2624354"/>
              <a:chExt cx="1071571" cy="1000576"/>
            </a:xfrm>
          </p:grpSpPr>
          <p:sp>
            <p:nvSpPr>
              <p:cNvPr id="359" name="矩形 358"/>
              <p:cNvSpPr/>
              <p:nvPr/>
            </p:nvSpPr>
            <p:spPr>
              <a:xfrm>
                <a:off x="5691204" y="2624354"/>
                <a:ext cx="1071571" cy="10001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60" name="直線接點 359"/>
              <p:cNvCxnSpPr>
                <a:stCxn id="359" idx="0"/>
                <a:endCxn id="359" idx="2"/>
              </p:cNvCxnSpPr>
              <p:nvPr/>
            </p:nvCxnSpPr>
            <p:spPr>
              <a:xfrm rot="16200000" flipH="1">
                <a:off x="5726923" y="3124423"/>
                <a:ext cx="1000132" cy="88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直線接點 360"/>
              <p:cNvCxnSpPr>
                <a:stCxn id="359" idx="1"/>
                <a:endCxn id="359" idx="3"/>
              </p:cNvCxnSpPr>
              <p:nvPr/>
            </p:nvCxnSpPr>
            <p:spPr>
              <a:xfrm rot="10800000" flipH="1">
                <a:off x="5691204" y="3124419"/>
                <a:ext cx="1071571" cy="89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" name="文字方塊 350"/>
            <p:cNvSpPr txBox="1"/>
            <p:nvPr/>
          </p:nvSpPr>
          <p:spPr>
            <a:xfrm>
              <a:off x="6643702" y="3643314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2" name="文字方塊 351"/>
            <p:cNvSpPr txBox="1"/>
            <p:nvPr/>
          </p:nvSpPr>
          <p:spPr>
            <a:xfrm>
              <a:off x="6643702" y="3131106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3" name="文字方塊 352"/>
            <p:cNvSpPr txBox="1"/>
            <p:nvPr/>
          </p:nvSpPr>
          <p:spPr>
            <a:xfrm>
              <a:off x="7072330" y="3643314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4" name="文字方塊 353"/>
            <p:cNvSpPr txBox="1"/>
            <p:nvPr/>
          </p:nvSpPr>
          <p:spPr>
            <a:xfrm>
              <a:off x="7072330" y="3131106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5" name="文字方塊 354"/>
            <p:cNvSpPr txBox="1"/>
            <p:nvPr/>
          </p:nvSpPr>
          <p:spPr>
            <a:xfrm>
              <a:off x="6186499" y="4000504"/>
              <a:ext cx="6000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SW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6" name="文字方塊 355"/>
            <p:cNvSpPr txBox="1"/>
            <p:nvPr/>
          </p:nvSpPr>
          <p:spPr>
            <a:xfrm>
              <a:off x="6250793" y="2773916"/>
              <a:ext cx="607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NW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7" name="文字方塊 356"/>
            <p:cNvSpPr txBox="1"/>
            <p:nvPr/>
          </p:nvSpPr>
          <p:spPr>
            <a:xfrm>
              <a:off x="7372370" y="3988362"/>
              <a:ext cx="557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SE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8" name="文字方塊 357"/>
            <p:cNvSpPr txBox="1"/>
            <p:nvPr/>
          </p:nvSpPr>
          <p:spPr>
            <a:xfrm>
              <a:off x="7300932" y="2773916"/>
              <a:ext cx="557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NE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0" name="文字方塊 99"/>
          <p:cNvSpPr txBox="1"/>
          <p:nvPr/>
        </p:nvSpPr>
        <p:spPr>
          <a:xfrm>
            <a:off x="1643042" y="491705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aseline="-250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2071670" y="563143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aseline="-250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2571736" y="564357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aseline="-250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2194710" y="391692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aseline="-250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zh-TW" altLang="en-US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2571736" y="314324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aseline="-250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zh-TW" altLang="en-US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文字方塊 104"/>
          <p:cNvSpPr txBox="1"/>
          <p:nvPr/>
        </p:nvSpPr>
        <p:spPr>
          <a:xfrm>
            <a:off x="3214678" y="464344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aseline="-250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zh-TW" altLang="en-US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6" name="文字方塊 105"/>
          <p:cNvSpPr txBox="1"/>
          <p:nvPr/>
        </p:nvSpPr>
        <p:spPr>
          <a:xfrm>
            <a:off x="3286116" y="4059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aseline="-250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zh-TW" altLang="en-US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7" name="文字方塊 106"/>
          <p:cNvSpPr txBox="1"/>
          <p:nvPr/>
        </p:nvSpPr>
        <p:spPr>
          <a:xfrm>
            <a:off x="4052098" y="4059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aseline="-250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endParaRPr lang="zh-TW" altLang="en-US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(2)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Compressed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is change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to Cartesian tree.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Maintain the rightmost root-to-leaf path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, . . . , 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sz="2800" i="1" baseline="-25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of the tree as points are inserted in shuffle order.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(3)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.box = R</a:t>
            </a:r>
            <a:r>
              <a:rPr lang="en-US" altLang="zh-TW" sz="2800" baseline="300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15</a:t>
            </a:fld>
            <a:endParaRPr lang="zh-TW" altLang="en-US"/>
          </a:p>
        </p:txBody>
      </p:sp>
      <p:grpSp>
        <p:nvGrpSpPr>
          <p:cNvPr id="49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50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59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6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76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6" name="群組 95"/>
          <p:cNvGrpSpPr/>
          <p:nvPr/>
        </p:nvGrpSpPr>
        <p:grpSpPr>
          <a:xfrm>
            <a:off x="1500166" y="2857496"/>
            <a:ext cx="3214710" cy="3071834"/>
            <a:chOff x="5500694" y="2071678"/>
            <a:chExt cx="3214710" cy="3071834"/>
          </a:xfrm>
        </p:grpSpPr>
        <p:sp>
          <p:nvSpPr>
            <p:cNvPr id="93" name="矩形 92"/>
            <p:cNvSpPr/>
            <p:nvPr/>
          </p:nvSpPr>
          <p:spPr>
            <a:xfrm>
              <a:off x="5500694" y="2071678"/>
              <a:ext cx="3214710" cy="3071834"/>
            </a:xfrm>
            <a:prstGeom prst="rect">
              <a:avLst/>
            </a:prstGeom>
            <a:solidFill>
              <a:schemeClr val="lt1">
                <a:alpha val="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5" name="直線接點 94"/>
            <p:cNvCxnSpPr/>
            <p:nvPr/>
          </p:nvCxnSpPr>
          <p:spPr>
            <a:xfrm>
              <a:off x="5500694" y="2071678"/>
              <a:ext cx="3214710" cy="3071834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7" name="橢圓 96"/>
          <p:cNvSpPr/>
          <p:nvPr/>
        </p:nvSpPr>
        <p:spPr>
          <a:xfrm>
            <a:off x="6215074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橢圓 98"/>
          <p:cNvSpPr/>
          <p:nvPr/>
        </p:nvSpPr>
        <p:spPr>
          <a:xfrm>
            <a:off x="6929454" y="285749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01" name="直線接點 100"/>
          <p:cNvCxnSpPr>
            <a:stCxn id="97" idx="5"/>
            <a:endCxn id="99" idx="1"/>
          </p:cNvCxnSpPr>
          <p:nvPr/>
        </p:nvCxnSpPr>
        <p:spPr>
          <a:xfrm rot="16200000" flipH="1">
            <a:off x="6469440" y="2397482"/>
            <a:ext cx="419962" cy="562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字方塊 103"/>
          <p:cNvSpPr txBox="1"/>
          <p:nvPr/>
        </p:nvSpPr>
        <p:spPr>
          <a:xfrm>
            <a:off x="5857884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文字方塊 104"/>
          <p:cNvSpPr txBox="1"/>
          <p:nvPr/>
        </p:nvSpPr>
        <p:spPr>
          <a:xfrm>
            <a:off x="7143768" y="270247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0" name="群組 109"/>
          <p:cNvGrpSpPr/>
          <p:nvPr/>
        </p:nvGrpSpPr>
        <p:grpSpPr>
          <a:xfrm>
            <a:off x="2571736" y="3500438"/>
            <a:ext cx="1143008" cy="500066"/>
            <a:chOff x="5357818" y="3571876"/>
            <a:chExt cx="1143008" cy="500066"/>
          </a:xfrm>
        </p:grpSpPr>
        <p:sp>
          <p:nvSpPr>
            <p:cNvPr id="107" name="矩形圖說文字 106"/>
            <p:cNvSpPr/>
            <p:nvPr/>
          </p:nvSpPr>
          <p:spPr>
            <a:xfrm>
              <a:off x="5357818" y="3571876"/>
              <a:ext cx="1143008" cy="500066"/>
            </a:xfrm>
            <a:prstGeom prst="wedgeRectCallout">
              <a:avLst/>
            </a:prstGeom>
            <a:solidFill>
              <a:schemeClr val="accent2">
                <a:alpha val="3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9" name="文字方塊 108"/>
            <p:cNvSpPr txBox="1"/>
            <p:nvPr/>
          </p:nvSpPr>
          <p:spPr>
            <a:xfrm>
              <a:off x="5429256" y="3600394"/>
              <a:ext cx="1000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 smtClean="0">
                  <a:latin typeface="Times New Roman" pitchFamily="18" charset="0"/>
                  <a:cs typeface="Times New Roman" pitchFamily="18" charset="0"/>
                </a:rPr>
                <a:t>|</a:t>
              </a:r>
              <a:r>
                <a:rPr lang="en-US" altLang="zh-TW" sz="2000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TW" sz="2000" b="1" i="1" baseline="-25000" dirty="0" smtClean="0">
                  <a:latin typeface="Times New Roman" pitchFamily="18" charset="0"/>
                  <a:cs typeface="Times New Roman" pitchFamily="18" charset="0"/>
                </a:rPr>
                <a:t>0</a:t>
              </a:r>
              <a:r>
                <a:rPr lang="en-US" altLang="zh-TW" sz="2000" b="1" dirty="0" smtClean="0">
                  <a:latin typeface="Times New Roman" pitchFamily="18" charset="0"/>
                  <a:cs typeface="Times New Roman" pitchFamily="18" charset="0"/>
                </a:rPr>
                <a:t>.box|</a:t>
              </a:r>
              <a:endParaRPr lang="zh-TW" altLang="en-US" sz="2000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(4)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inserting p</a:t>
            </a:r>
            <a:r>
              <a:rPr lang="en-US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16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7" name="橢圓 96"/>
          <p:cNvSpPr/>
          <p:nvPr/>
        </p:nvSpPr>
        <p:spPr>
          <a:xfrm>
            <a:off x="6215074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橢圓 98"/>
          <p:cNvSpPr/>
          <p:nvPr/>
        </p:nvSpPr>
        <p:spPr>
          <a:xfrm>
            <a:off x="6929454" y="285749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01" name="直線接點 100"/>
          <p:cNvCxnSpPr>
            <a:stCxn id="97" idx="5"/>
            <a:endCxn id="99" idx="1"/>
          </p:cNvCxnSpPr>
          <p:nvPr/>
        </p:nvCxnSpPr>
        <p:spPr>
          <a:xfrm rot="16200000" flipH="1">
            <a:off x="6469440" y="2397482"/>
            <a:ext cx="419962" cy="562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字方塊 103"/>
          <p:cNvSpPr txBox="1"/>
          <p:nvPr/>
        </p:nvSpPr>
        <p:spPr>
          <a:xfrm>
            <a:off x="5857884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文字方塊 104"/>
          <p:cNvSpPr txBox="1"/>
          <p:nvPr/>
        </p:nvSpPr>
        <p:spPr>
          <a:xfrm>
            <a:off x="7143768" y="270247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向右箭號 58"/>
          <p:cNvSpPr/>
          <p:nvPr/>
        </p:nvSpPr>
        <p:spPr>
          <a:xfrm rot="8430044">
            <a:off x="6408044" y="1990707"/>
            <a:ext cx="357190" cy="285752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6" name="直線接點 95"/>
          <p:cNvCxnSpPr/>
          <p:nvPr/>
        </p:nvCxnSpPr>
        <p:spPr>
          <a:xfrm rot="16200000" flipH="1">
            <a:off x="1948537" y="5101816"/>
            <a:ext cx="435323" cy="45388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98" name="群組 95"/>
          <p:cNvGrpSpPr/>
          <p:nvPr/>
        </p:nvGrpSpPr>
        <p:grpSpPr>
          <a:xfrm>
            <a:off x="1500166" y="2857496"/>
            <a:ext cx="3214710" cy="3071834"/>
            <a:chOff x="5500694" y="2071678"/>
            <a:chExt cx="3214710" cy="3071834"/>
          </a:xfrm>
        </p:grpSpPr>
        <p:sp>
          <p:nvSpPr>
            <p:cNvPr id="100" name="矩形 99"/>
            <p:cNvSpPr/>
            <p:nvPr/>
          </p:nvSpPr>
          <p:spPr>
            <a:xfrm>
              <a:off x="5500694" y="2071678"/>
              <a:ext cx="3214710" cy="3071834"/>
            </a:xfrm>
            <a:prstGeom prst="rect">
              <a:avLst/>
            </a:prstGeom>
            <a:solidFill>
              <a:schemeClr val="lt1">
                <a:alpha val="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2" name="直線接點 101"/>
            <p:cNvCxnSpPr/>
            <p:nvPr/>
          </p:nvCxnSpPr>
          <p:spPr>
            <a:xfrm>
              <a:off x="5500694" y="2071678"/>
              <a:ext cx="3214710" cy="3071834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(5)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inserted p</a:t>
            </a:r>
            <a:r>
              <a:rPr lang="en-US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17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98" name="直線接點 97"/>
          <p:cNvCxnSpPr/>
          <p:nvPr/>
        </p:nvCxnSpPr>
        <p:spPr>
          <a:xfrm rot="16200000" flipH="1">
            <a:off x="1964513" y="5117793"/>
            <a:ext cx="428628" cy="42862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0" name="橢圓 99"/>
          <p:cNvSpPr/>
          <p:nvPr/>
        </p:nvSpPr>
        <p:spPr>
          <a:xfrm>
            <a:off x="6215074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6929454" y="285749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02" name="直線接點 101"/>
          <p:cNvCxnSpPr>
            <a:stCxn id="100" idx="5"/>
            <a:endCxn id="101" idx="1"/>
          </p:cNvCxnSpPr>
          <p:nvPr/>
        </p:nvCxnSpPr>
        <p:spPr>
          <a:xfrm rot="16200000" flipH="1">
            <a:off x="6469440" y="2397482"/>
            <a:ext cx="419962" cy="562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字方塊 102"/>
          <p:cNvSpPr txBox="1"/>
          <p:nvPr/>
        </p:nvSpPr>
        <p:spPr>
          <a:xfrm>
            <a:off x="6072198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7143768" y="270247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橢圓 104"/>
          <p:cNvSpPr/>
          <p:nvPr/>
        </p:nvSpPr>
        <p:spPr>
          <a:xfrm>
            <a:off x="7429520" y="350043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6" name="橢圓 105"/>
          <p:cNvSpPr/>
          <p:nvPr/>
        </p:nvSpPr>
        <p:spPr>
          <a:xfrm>
            <a:off x="6572264" y="350043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0" name="直線接點 109"/>
          <p:cNvCxnSpPr>
            <a:stCxn id="101" idx="5"/>
            <a:endCxn id="105" idx="1"/>
          </p:cNvCxnSpPr>
          <p:nvPr/>
        </p:nvCxnSpPr>
        <p:spPr>
          <a:xfrm rot="16200000" flipH="1">
            <a:off x="7040944" y="3111862"/>
            <a:ext cx="491400" cy="348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101" idx="3"/>
            <a:endCxn id="106" idx="0"/>
          </p:cNvCxnSpPr>
          <p:nvPr/>
        </p:nvCxnSpPr>
        <p:spPr>
          <a:xfrm rot="5400000">
            <a:off x="6590124" y="3129722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6215074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7643834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21" name="群組 95"/>
          <p:cNvGrpSpPr/>
          <p:nvPr/>
        </p:nvGrpSpPr>
        <p:grpSpPr>
          <a:xfrm>
            <a:off x="1500166" y="2857496"/>
            <a:ext cx="3214710" cy="3071834"/>
            <a:chOff x="5500694" y="2071678"/>
            <a:chExt cx="3214710" cy="3071834"/>
          </a:xfrm>
        </p:grpSpPr>
        <p:sp>
          <p:nvSpPr>
            <p:cNvPr id="122" name="矩形 121"/>
            <p:cNvSpPr/>
            <p:nvPr/>
          </p:nvSpPr>
          <p:spPr>
            <a:xfrm>
              <a:off x="5500694" y="2071678"/>
              <a:ext cx="3214710" cy="3071834"/>
            </a:xfrm>
            <a:prstGeom prst="rect">
              <a:avLst/>
            </a:prstGeom>
            <a:solidFill>
              <a:schemeClr val="lt1">
                <a:alpha val="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3" name="直線接點 122"/>
            <p:cNvCxnSpPr/>
            <p:nvPr/>
          </p:nvCxnSpPr>
          <p:spPr>
            <a:xfrm>
              <a:off x="5500694" y="2071678"/>
              <a:ext cx="3214710" cy="3071834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(6)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inserting p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18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98" name="直線接點 97"/>
          <p:cNvCxnSpPr/>
          <p:nvPr/>
        </p:nvCxnSpPr>
        <p:spPr>
          <a:xfrm rot="16200000" flipH="1">
            <a:off x="1955232" y="5127073"/>
            <a:ext cx="421933" cy="40337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 rot="5400000" flipH="1" flipV="1">
            <a:off x="2627197" y="5305669"/>
            <a:ext cx="6695" cy="47480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2" name="橢圓 121"/>
          <p:cNvSpPr/>
          <p:nvPr/>
        </p:nvSpPr>
        <p:spPr>
          <a:xfrm>
            <a:off x="6215074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3" name="橢圓 122"/>
          <p:cNvSpPr/>
          <p:nvPr/>
        </p:nvSpPr>
        <p:spPr>
          <a:xfrm>
            <a:off x="6929454" y="285749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4" name="直線接點 123"/>
          <p:cNvCxnSpPr>
            <a:stCxn id="122" idx="5"/>
            <a:endCxn id="123" idx="1"/>
          </p:cNvCxnSpPr>
          <p:nvPr/>
        </p:nvCxnSpPr>
        <p:spPr>
          <a:xfrm rot="16200000" flipH="1">
            <a:off x="6469440" y="2397482"/>
            <a:ext cx="419962" cy="562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字方塊 124"/>
          <p:cNvSpPr txBox="1"/>
          <p:nvPr/>
        </p:nvSpPr>
        <p:spPr>
          <a:xfrm>
            <a:off x="6072198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6" name="文字方塊 125"/>
          <p:cNvSpPr txBox="1"/>
          <p:nvPr/>
        </p:nvSpPr>
        <p:spPr>
          <a:xfrm>
            <a:off x="7143768" y="270247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7" name="橢圓 126"/>
          <p:cNvSpPr/>
          <p:nvPr/>
        </p:nvSpPr>
        <p:spPr>
          <a:xfrm>
            <a:off x="7429520" y="350043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8" name="橢圓 127"/>
          <p:cNvSpPr/>
          <p:nvPr/>
        </p:nvSpPr>
        <p:spPr>
          <a:xfrm>
            <a:off x="6572264" y="350043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9" name="直線接點 128"/>
          <p:cNvCxnSpPr>
            <a:stCxn id="123" idx="5"/>
            <a:endCxn id="127" idx="1"/>
          </p:cNvCxnSpPr>
          <p:nvPr/>
        </p:nvCxnSpPr>
        <p:spPr>
          <a:xfrm rot="16200000" flipH="1">
            <a:off x="7040944" y="3111862"/>
            <a:ext cx="491400" cy="348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/>
          <p:cNvCxnSpPr>
            <a:stCxn id="123" idx="3"/>
            <a:endCxn id="128" idx="0"/>
          </p:cNvCxnSpPr>
          <p:nvPr/>
        </p:nvCxnSpPr>
        <p:spPr>
          <a:xfrm rot="5400000">
            <a:off x="6590124" y="3129722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文字方塊 130"/>
          <p:cNvSpPr txBox="1"/>
          <p:nvPr/>
        </p:nvSpPr>
        <p:spPr>
          <a:xfrm>
            <a:off x="6215074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2" name="文字方塊 131"/>
          <p:cNvSpPr txBox="1"/>
          <p:nvPr/>
        </p:nvSpPr>
        <p:spPr>
          <a:xfrm>
            <a:off x="7643834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" name="向右箭號 132"/>
          <p:cNvSpPr/>
          <p:nvPr/>
        </p:nvSpPr>
        <p:spPr>
          <a:xfrm rot="8430044">
            <a:off x="7122424" y="2562211"/>
            <a:ext cx="357190" cy="285752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(7)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inserted p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19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98" name="直線接點 97"/>
          <p:cNvCxnSpPr/>
          <p:nvPr/>
        </p:nvCxnSpPr>
        <p:spPr>
          <a:xfrm rot="16200000" flipH="1">
            <a:off x="1955232" y="5127073"/>
            <a:ext cx="421933" cy="40337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0" name="橢圓 99"/>
          <p:cNvSpPr/>
          <p:nvPr/>
        </p:nvSpPr>
        <p:spPr>
          <a:xfrm>
            <a:off x="6215074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6929454" y="285749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02" name="直線接點 101"/>
          <p:cNvCxnSpPr>
            <a:stCxn id="100" idx="5"/>
            <a:endCxn id="101" idx="1"/>
          </p:cNvCxnSpPr>
          <p:nvPr/>
        </p:nvCxnSpPr>
        <p:spPr>
          <a:xfrm rot="16200000" flipH="1">
            <a:off x="6469440" y="2397482"/>
            <a:ext cx="419962" cy="562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字方塊 102"/>
          <p:cNvSpPr txBox="1"/>
          <p:nvPr/>
        </p:nvSpPr>
        <p:spPr>
          <a:xfrm>
            <a:off x="6072198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7143768" y="271462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橢圓 104"/>
          <p:cNvSpPr/>
          <p:nvPr/>
        </p:nvSpPr>
        <p:spPr>
          <a:xfrm>
            <a:off x="7429520" y="3500438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6" name="橢圓 105"/>
          <p:cNvSpPr/>
          <p:nvPr/>
        </p:nvSpPr>
        <p:spPr>
          <a:xfrm>
            <a:off x="6572264" y="350043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0" name="直線接點 109"/>
          <p:cNvCxnSpPr>
            <a:stCxn id="101" idx="5"/>
            <a:endCxn id="105" idx="1"/>
          </p:cNvCxnSpPr>
          <p:nvPr/>
        </p:nvCxnSpPr>
        <p:spPr>
          <a:xfrm rot="16200000" flipH="1">
            <a:off x="7040944" y="3111862"/>
            <a:ext cx="491400" cy="348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101" idx="3"/>
            <a:endCxn id="106" idx="0"/>
          </p:cNvCxnSpPr>
          <p:nvPr/>
        </p:nvCxnSpPr>
        <p:spPr>
          <a:xfrm rot="5400000">
            <a:off x="6590124" y="3129722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6215074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7643834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8" name="直線接點 67"/>
          <p:cNvCxnSpPr/>
          <p:nvPr/>
        </p:nvCxnSpPr>
        <p:spPr>
          <a:xfrm rot="16200000" flipH="1">
            <a:off x="2643174" y="5314950"/>
            <a:ext cx="1588" cy="44955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7" name="橢圓 106"/>
          <p:cNvSpPr/>
          <p:nvPr/>
        </p:nvSpPr>
        <p:spPr>
          <a:xfrm>
            <a:off x="7143768" y="421481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8" name="橢圓 107"/>
          <p:cNvSpPr/>
          <p:nvPr/>
        </p:nvSpPr>
        <p:spPr>
          <a:xfrm>
            <a:off x="7786710" y="421481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1" name="直線接點 110"/>
          <p:cNvCxnSpPr>
            <a:stCxn id="105" idx="3"/>
            <a:endCxn id="107" idx="0"/>
          </p:cNvCxnSpPr>
          <p:nvPr/>
        </p:nvCxnSpPr>
        <p:spPr>
          <a:xfrm rot="5400000">
            <a:off x="7090190" y="3844102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>
            <a:stCxn id="105" idx="5"/>
            <a:endCxn id="108" idx="0"/>
          </p:cNvCxnSpPr>
          <p:nvPr/>
        </p:nvCxnSpPr>
        <p:spPr>
          <a:xfrm rot="16200000" flipH="1">
            <a:off x="7487431" y="3808382"/>
            <a:ext cx="531452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6981056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7766874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(6)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inserting p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20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0" name="橢圓 99"/>
          <p:cNvSpPr/>
          <p:nvPr/>
        </p:nvSpPr>
        <p:spPr>
          <a:xfrm>
            <a:off x="6215074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6929454" y="285749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02" name="直線接點 101"/>
          <p:cNvCxnSpPr>
            <a:stCxn id="100" idx="5"/>
            <a:endCxn id="101" idx="1"/>
          </p:cNvCxnSpPr>
          <p:nvPr/>
        </p:nvCxnSpPr>
        <p:spPr>
          <a:xfrm rot="16200000" flipH="1">
            <a:off x="6469440" y="2397482"/>
            <a:ext cx="419962" cy="562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字方塊 102"/>
          <p:cNvSpPr txBox="1"/>
          <p:nvPr/>
        </p:nvSpPr>
        <p:spPr>
          <a:xfrm>
            <a:off x="6072198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7143768" y="271462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橢圓 104"/>
          <p:cNvSpPr/>
          <p:nvPr/>
        </p:nvSpPr>
        <p:spPr>
          <a:xfrm>
            <a:off x="7429520" y="3500438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6" name="橢圓 105"/>
          <p:cNvSpPr/>
          <p:nvPr/>
        </p:nvSpPr>
        <p:spPr>
          <a:xfrm>
            <a:off x="6572264" y="350043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0" name="直線接點 109"/>
          <p:cNvCxnSpPr>
            <a:stCxn id="101" idx="5"/>
            <a:endCxn id="105" idx="1"/>
          </p:cNvCxnSpPr>
          <p:nvPr/>
        </p:nvCxnSpPr>
        <p:spPr>
          <a:xfrm rot="16200000" flipH="1">
            <a:off x="7040944" y="3111862"/>
            <a:ext cx="491400" cy="348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101" idx="3"/>
            <a:endCxn id="106" idx="0"/>
          </p:cNvCxnSpPr>
          <p:nvPr/>
        </p:nvCxnSpPr>
        <p:spPr>
          <a:xfrm rot="5400000">
            <a:off x="6590124" y="3129722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6215074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7643834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8" name="直線接點 67"/>
          <p:cNvCxnSpPr/>
          <p:nvPr/>
        </p:nvCxnSpPr>
        <p:spPr>
          <a:xfrm rot="16200000" flipH="1">
            <a:off x="2643174" y="5296388"/>
            <a:ext cx="1588" cy="50006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7" name="橢圓 106"/>
          <p:cNvSpPr/>
          <p:nvPr/>
        </p:nvSpPr>
        <p:spPr>
          <a:xfrm>
            <a:off x="7143768" y="421481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8" name="橢圓 107"/>
          <p:cNvSpPr/>
          <p:nvPr/>
        </p:nvSpPr>
        <p:spPr>
          <a:xfrm>
            <a:off x="7786710" y="421481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1" name="直線接點 110"/>
          <p:cNvCxnSpPr>
            <a:stCxn id="105" idx="3"/>
            <a:endCxn id="107" idx="0"/>
          </p:cNvCxnSpPr>
          <p:nvPr/>
        </p:nvCxnSpPr>
        <p:spPr>
          <a:xfrm rot="5400000">
            <a:off x="7090190" y="3844102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>
            <a:stCxn id="105" idx="5"/>
            <a:endCxn id="108" idx="0"/>
          </p:cNvCxnSpPr>
          <p:nvPr/>
        </p:nvCxnSpPr>
        <p:spPr>
          <a:xfrm rot="16200000" flipH="1">
            <a:off x="7487431" y="3808382"/>
            <a:ext cx="531452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6981056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7766874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3" name="直線接點 92"/>
          <p:cNvCxnSpPr/>
          <p:nvPr/>
        </p:nvCxnSpPr>
        <p:spPr>
          <a:xfrm rot="16200000" flipH="1">
            <a:off x="1723761" y="4376974"/>
            <a:ext cx="1792645" cy="54624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4" name="向右箭號 93"/>
          <p:cNvSpPr/>
          <p:nvPr/>
        </p:nvSpPr>
        <p:spPr>
          <a:xfrm rot="8430044">
            <a:off x="7693928" y="3205153"/>
            <a:ext cx="357190" cy="285752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(7)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inserting p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21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0" name="橢圓 99"/>
          <p:cNvSpPr/>
          <p:nvPr/>
        </p:nvSpPr>
        <p:spPr>
          <a:xfrm>
            <a:off x="6215074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6929454" y="285749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02" name="直線接點 101"/>
          <p:cNvCxnSpPr>
            <a:stCxn id="100" idx="5"/>
            <a:endCxn id="101" idx="1"/>
          </p:cNvCxnSpPr>
          <p:nvPr/>
        </p:nvCxnSpPr>
        <p:spPr>
          <a:xfrm rot="16200000" flipH="1">
            <a:off x="6469440" y="2397482"/>
            <a:ext cx="419962" cy="562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字方塊 102"/>
          <p:cNvSpPr txBox="1"/>
          <p:nvPr/>
        </p:nvSpPr>
        <p:spPr>
          <a:xfrm>
            <a:off x="6072198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7143768" y="271462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橢圓 104"/>
          <p:cNvSpPr/>
          <p:nvPr/>
        </p:nvSpPr>
        <p:spPr>
          <a:xfrm>
            <a:off x="7429520" y="3500438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6" name="橢圓 105"/>
          <p:cNvSpPr/>
          <p:nvPr/>
        </p:nvSpPr>
        <p:spPr>
          <a:xfrm>
            <a:off x="6572264" y="350043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0" name="直線接點 109"/>
          <p:cNvCxnSpPr>
            <a:stCxn id="101" idx="5"/>
            <a:endCxn id="105" idx="1"/>
          </p:cNvCxnSpPr>
          <p:nvPr/>
        </p:nvCxnSpPr>
        <p:spPr>
          <a:xfrm rot="16200000" flipH="1">
            <a:off x="7040944" y="3111862"/>
            <a:ext cx="491400" cy="348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101" idx="3"/>
            <a:endCxn id="106" idx="0"/>
          </p:cNvCxnSpPr>
          <p:nvPr/>
        </p:nvCxnSpPr>
        <p:spPr>
          <a:xfrm rot="5400000">
            <a:off x="6590124" y="3129722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6215074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7643834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7" name="橢圓 106"/>
          <p:cNvSpPr/>
          <p:nvPr/>
        </p:nvSpPr>
        <p:spPr>
          <a:xfrm>
            <a:off x="7143768" y="421481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8" name="橢圓 107"/>
          <p:cNvSpPr/>
          <p:nvPr/>
        </p:nvSpPr>
        <p:spPr>
          <a:xfrm>
            <a:off x="7786710" y="421481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1" name="直線接點 110"/>
          <p:cNvCxnSpPr>
            <a:stCxn id="105" idx="3"/>
            <a:endCxn id="107" idx="0"/>
          </p:cNvCxnSpPr>
          <p:nvPr/>
        </p:nvCxnSpPr>
        <p:spPr>
          <a:xfrm rot="5400000">
            <a:off x="7090190" y="3844102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>
            <a:stCxn id="105" idx="5"/>
            <a:endCxn id="108" idx="0"/>
          </p:cNvCxnSpPr>
          <p:nvPr/>
        </p:nvCxnSpPr>
        <p:spPr>
          <a:xfrm rot="16200000" flipH="1">
            <a:off x="7487431" y="3808382"/>
            <a:ext cx="531452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6981056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7766874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3" name="直線接點 92"/>
          <p:cNvCxnSpPr/>
          <p:nvPr/>
        </p:nvCxnSpPr>
        <p:spPr>
          <a:xfrm rot="16200000" flipH="1">
            <a:off x="1723761" y="4376974"/>
            <a:ext cx="1792645" cy="54624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76" name="群組 95"/>
          <p:cNvGrpSpPr/>
          <p:nvPr/>
        </p:nvGrpSpPr>
        <p:grpSpPr>
          <a:xfrm>
            <a:off x="1928794" y="5072074"/>
            <a:ext cx="1000132" cy="500066"/>
            <a:chOff x="5500694" y="2071678"/>
            <a:chExt cx="3214710" cy="3071834"/>
          </a:xfrm>
        </p:grpSpPr>
        <p:sp>
          <p:nvSpPr>
            <p:cNvPr id="94" name="矩形 93"/>
            <p:cNvSpPr/>
            <p:nvPr/>
          </p:nvSpPr>
          <p:spPr>
            <a:xfrm>
              <a:off x="5500694" y="2071678"/>
              <a:ext cx="3214710" cy="3071834"/>
            </a:xfrm>
            <a:prstGeom prst="rect">
              <a:avLst/>
            </a:prstGeom>
            <a:solidFill>
              <a:schemeClr val="accent4">
                <a:alpha val="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5" name="直線接點 94"/>
            <p:cNvCxnSpPr/>
            <p:nvPr/>
          </p:nvCxnSpPr>
          <p:spPr>
            <a:xfrm>
              <a:off x="5500694" y="2071678"/>
              <a:ext cx="3214710" cy="3071834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6" name="向右箭號 95"/>
          <p:cNvSpPr/>
          <p:nvPr/>
        </p:nvSpPr>
        <p:spPr>
          <a:xfrm rot="8430044">
            <a:off x="7122424" y="2562211"/>
            <a:ext cx="357190" cy="285752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(7)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inserting p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22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0" name="橢圓 99"/>
          <p:cNvSpPr/>
          <p:nvPr/>
        </p:nvSpPr>
        <p:spPr>
          <a:xfrm>
            <a:off x="6215074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6929454" y="285749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02" name="直線接點 101"/>
          <p:cNvCxnSpPr>
            <a:stCxn id="100" idx="5"/>
            <a:endCxn id="101" idx="1"/>
          </p:cNvCxnSpPr>
          <p:nvPr/>
        </p:nvCxnSpPr>
        <p:spPr>
          <a:xfrm rot="16200000" flipH="1">
            <a:off x="6469440" y="2397482"/>
            <a:ext cx="419962" cy="562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字方塊 102"/>
          <p:cNvSpPr txBox="1"/>
          <p:nvPr/>
        </p:nvSpPr>
        <p:spPr>
          <a:xfrm>
            <a:off x="6072198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7143768" y="271462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橢圓 104"/>
          <p:cNvSpPr/>
          <p:nvPr/>
        </p:nvSpPr>
        <p:spPr>
          <a:xfrm>
            <a:off x="7429520" y="3500438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6" name="橢圓 105"/>
          <p:cNvSpPr/>
          <p:nvPr/>
        </p:nvSpPr>
        <p:spPr>
          <a:xfrm>
            <a:off x="6572264" y="350043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0" name="直線接點 109"/>
          <p:cNvCxnSpPr>
            <a:stCxn id="101" idx="5"/>
            <a:endCxn id="105" idx="1"/>
          </p:cNvCxnSpPr>
          <p:nvPr/>
        </p:nvCxnSpPr>
        <p:spPr>
          <a:xfrm rot="16200000" flipH="1">
            <a:off x="7040944" y="3111862"/>
            <a:ext cx="491400" cy="348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101" idx="3"/>
            <a:endCxn id="106" idx="0"/>
          </p:cNvCxnSpPr>
          <p:nvPr/>
        </p:nvCxnSpPr>
        <p:spPr>
          <a:xfrm rot="5400000">
            <a:off x="6590124" y="3129722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6215074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7643834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7" name="橢圓 106"/>
          <p:cNvSpPr/>
          <p:nvPr/>
        </p:nvSpPr>
        <p:spPr>
          <a:xfrm>
            <a:off x="7143768" y="421481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8" name="橢圓 107"/>
          <p:cNvSpPr/>
          <p:nvPr/>
        </p:nvSpPr>
        <p:spPr>
          <a:xfrm>
            <a:off x="7786710" y="421481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1" name="直線接點 110"/>
          <p:cNvCxnSpPr>
            <a:stCxn id="105" idx="3"/>
            <a:endCxn id="107" idx="0"/>
          </p:cNvCxnSpPr>
          <p:nvPr/>
        </p:nvCxnSpPr>
        <p:spPr>
          <a:xfrm rot="5400000">
            <a:off x="7090190" y="3844102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>
            <a:stCxn id="105" idx="5"/>
            <a:endCxn id="108" idx="0"/>
          </p:cNvCxnSpPr>
          <p:nvPr/>
        </p:nvCxnSpPr>
        <p:spPr>
          <a:xfrm rot="16200000" flipH="1">
            <a:off x="7487431" y="3808382"/>
            <a:ext cx="531452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6981056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7766874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3" name="直線接點 92"/>
          <p:cNvCxnSpPr/>
          <p:nvPr/>
        </p:nvCxnSpPr>
        <p:spPr>
          <a:xfrm rot="16200000" flipH="1">
            <a:off x="1723761" y="4376974"/>
            <a:ext cx="1792645" cy="54624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10" name="群組 95"/>
          <p:cNvGrpSpPr/>
          <p:nvPr/>
        </p:nvGrpSpPr>
        <p:grpSpPr>
          <a:xfrm>
            <a:off x="1500166" y="2857496"/>
            <a:ext cx="3214710" cy="3071834"/>
            <a:chOff x="5500694" y="2071678"/>
            <a:chExt cx="3214710" cy="3071834"/>
          </a:xfrm>
        </p:grpSpPr>
        <p:sp>
          <p:nvSpPr>
            <p:cNvPr id="94" name="矩形 93"/>
            <p:cNvSpPr/>
            <p:nvPr/>
          </p:nvSpPr>
          <p:spPr>
            <a:xfrm>
              <a:off x="5500694" y="2071678"/>
              <a:ext cx="3214710" cy="3071834"/>
            </a:xfrm>
            <a:prstGeom prst="rect">
              <a:avLst/>
            </a:prstGeom>
            <a:solidFill>
              <a:schemeClr val="accent4">
                <a:alpha val="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5" name="直線接點 94"/>
            <p:cNvCxnSpPr/>
            <p:nvPr/>
          </p:nvCxnSpPr>
          <p:spPr>
            <a:xfrm>
              <a:off x="5500694" y="2071678"/>
              <a:ext cx="3214710" cy="3071834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6" name="向右箭號 95"/>
          <p:cNvSpPr/>
          <p:nvPr/>
        </p:nvSpPr>
        <p:spPr>
          <a:xfrm rot="8430044">
            <a:off x="6408044" y="2009773"/>
            <a:ext cx="357190" cy="285752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(8)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inserted p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23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0" name="橢圓 99"/>
          <p:cNvSpPr/>
          <p:nvPr/>
        </p:nvSpPr>
        <p:spPr>
          <a:xfrm>
            <a:off x="6215074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6286512" y="3559734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3" name="文字方塊 102"/>
          <p:cNvSpPr txBox="1"/>
          <p:nvPr/>
        </p:nvSpPr>
        <p:spPr>
          <a:xfrm>
            <a:off x="6072198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7123932" y="270247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橢圓 104"/>
          <p:cNvSpPr/>
          <p:nvPr/>
        </p:nvSpPr>
        <p:spPr>
          <a:xfrm>
            <a:off x="6643702" y="42026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6" name="橢圓 105"/>
          <p:cNvSpPr/>
          <p:nvPr/>
        </p:nvSpPr>
        <p:spPr>
          <a:xfrm>
            <a:off x="5929322" y="420267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0" name="直線接點 109"/>
          <p:cNvCxnSpPr>
            <a:stCxn id="101" idx="5"/>
            <a:endCxn id="105" idx="0"/>
          </p:cNvCxnSpPr>
          <p:nvPr/>
        </p:nvCxnSpPr>
        <p:spPr>
          <a:xfrm rot="16200000" flipH="1">
            <a:off x="6380142" y="3831959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101" idx="3"/>
            <a:endCxn id="106" idx="0"/>
          </p:cNvCxnSpPr>
          <p:nvPr/>
        </p:nvCxnSpPr>
        <p:spPr>
          <a:xfrm rot="5400000">
            <a:off x="5947182" y="3831960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5572132" y="4059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6929454" y="407194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7" name="橢圓 106"/>
          <p:cNvSpPr/>
          <p:nvPr/>
        </p:nvSpPr>
        <p:spPr>
          <a:xfrm>
            <a:off x="6357950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8" name="橢圓 107"/>
          <p:cNvSpPr/>
          <p:nvPr/>
        </p:nvSpPr>
        <p:spPr>
          <a:xfrm>
            <a:off x="6929454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1" name="直線接點 110"/>
          <p:cNvCxnSpPr>
            <a:stCxn id="105" idx="3"/>
            <a:endCxn id="107" idx="0"/>
          </p:cNvCxnSpPr>
          <p:nvPr/>
        </p:nvCxnSpPr>
        <p:spPr>
          <a:xfrm rot="5400000">
            <a:off x="6304372" y="4546340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>
            <a:stCxn id="105" idx="5"/>
            <a:endCxn id="108" idx="0"/>
          </p:cNvCxnSpPr>
          <p:nvPr/>
        </p:nvCxnSpPr>
        <p:spPr>
          <a:xfrm rot="16200000" flipH="1">
            <a:off x="6665894" y="4546339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6215074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6929454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3" name="直線接點 92"/>
          <p:cNvCxnSpPr/>
          <p:nvPr/>
        </p:nvCxnSpPr>
        <p:spPr>
          <a:xfrm rot="16200000" flipH="1">
            <a:off x="1723761" y="4376974"/>
            <a:ext cx="1792645" cy="54624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10" name="群組 95"/>
          <p:cNvGrpSpPr/>
          <p:nvPr/>
        </p:nvGrpSpPr>
        <p:grpSpPr>
          <a:xfrm>
            <a:off x="1500166" y="2857496"/>
            <a:ext cx="3214710" cy="3071834"/>
            <a:chOff x="5500694" y="2071678"/>
            <a:chExt cx="3214710" cy="3071834"/>
          </a:xfrm>
        </p:grpSpPr>
        <p:sp>
          <p:nvSpPr>
            <p:cNvPr id="94" name="矩形 93"/>
            <p:cNvSpPr/>
            <p:nvPr/>
          </p:nvSpPr>
          <p:spPr>
            <a:xfrm>
              <a:off x="5500694" y="2071678"/>
              <a:ext cx="3214710" cy="3071834"/>
            </a:xfrm>
            <a:prstGeom prst="rect">
              <a:avLst/>
            </a:prstGeom>
            <a:solidFill>
              <a:schemeClr val="accent4">
                <a:alpha val="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5" name="直線接點 94"/>
            <p:cNvCxnSpPr/>
            <p:nvPr/>
          </p:nvCxnSpPr>
          <p:spPr>
            <a:xfrm>
              <a:off x="5500694" y="2071678"/>
              <a:ext cx="3214710" cy="3071834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76" name="橢圓 75"/>
          <p:cNvSpPr/>
          <p:nvPr/>
        </p:nvSpPr>
        <p:spPr>
          <a:xfrm>
            <a:off x="6858016" y="285749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7" name="直線接點 96"/>
          <p:cNvCxnSpPr>
            <a:stCxn id="100" idx="5"/>
            <a:endCxn id="76" idx="1"/>
          </p:cNvCxnSpPr>
          <p:nvPr/>
        </p:nvCxnSpPr>
        <p:spPr>
          <a:xfrm rot="16200000" flipH="1">
            <a:off x="6433721" y="2433201"/>
            <a:ext cx="419962" cy="491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>
            <a:stCxn id="76" idx="3"/>
            <a:endCxn id="101" idx="7"/>
          </p:cNvCxnSpPr>
          <p:nvPr/>
        </p:nvCxnSpPr>
        <p:spPr>
          <a:xfrm rot="5400000">
            <a:off x="6404073" y="3105791"/>
            <a:ext cx="550696" cy="419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橢圓 112"/>
          <p:cNvSpPr/>
          <p:nvPr/>
        </p:nvSpPr>
        <p:spPr>
          <a:xfrm>
            <a:off x="7429520" y="357187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8" name="直線接點 117"/>
          <p:cNvCxnSpPr>
            <a:stCxn id="76" idx="5"/>
            <a:endCxn id="113" idx="1"/>
          </p:cNvCxnSpPr>
          <p:nvPr/>
        </p:nvCxnSpPr>
        <p:spPr>
          <a:xfrm rot="16200000" flipH="1">
            <a:off x="6969506" y="3111862"/>
            <a:ext cx="562838" cy="419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字方塊 120"/>
          <p:cNvSpPr txBox="1"/>
          <p:nvPr/>
        </p:nvSpPr>
        <p:spPr>
          <a:xfrm>
            <a:off x="7623998" y="364331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(9)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inserting p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24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93" name="直線接點 92"/>
          <p:cNvCxnSpPr/>
          <p:nvPr/>
        </p:nvCxnSpPr>
        <p:spPr>
          <a:xfrm rot="5400000" flipH="1" flipV="1">
            <a:off x="2370281" y="3327546"/>
            <a:ext cx="402909" cy="44955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98" name="群組 95"/>
          <p:cNvGrpSpPr/>
          <p:nvPr/>
        </p:nvGrpSpPr>
        <p:grpSpPr>
          <a:xfrm>
            <a:off x="1928794" y="3714752"/>
            <a:ext cx="928694" cy="1857388"/>
            <a:chOff x="5500694" y="2071678"/>
            <a:chExt cx="3214710" cy="3071834"/>
          </a:xfrm>
        </p:grpSpPr>
        <p:sp>
          <p:nvSpPr>
            <p:cNvPr id="102" name="矩形 101"/>
            <p:cNvSpPr/>
            <p:nvPr/>
          </p:nvSpPr>
          <p:spPr>
            <a:xfrm>
              <a:off x="5500694" y="2071678"/>
              <a:ext cx="3214710" cy="3071834"/>
            </a:xfrm>
            <a:prstGeom prst="rect">
              <a:avLst/>
            </a:prstGeom>
            <a:solidFill>
              <a:schemeClr val="accent4">
                <a:alpha val="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9" name="直線接點 108"/>
            <p:cNvCxnSpPr/>
            <p:nvPr/>
          </p:nvCxnSpPr>
          <p:spPr>
            <a:xfrm>
              <a:off x="5500694" y="2071678"/>
              <a:ext cx="3214710" cy="3071834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34" name="橢圓 133"/>
          <p:cNvSpPr/>
          <p:nvPr/>
        </p:nvSpPr>
        <p:spPr>
          <a:xfrm>
            <a:off x="6215074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橢圓 134"/>
          <p:cNvSpPr/>
          <p:nvPr/>
        </p:nvSpPr>
        <p:spPr>
          <a:xfrm>
            <a:off x="6286512" y="3559734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6" name="文字方塊 135"/>
          <p:cNvSpPr txBox="1"/>
          <p:nvPr/>
        </p:nvSpPr>
        <p:spPr>
          <a:xfrm>
            <a:off x="6072198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7123932" y="270247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8" name="橢圓 137"/>
          <p:cNvSpPr/>
          <p:nvPr/>
        </p:nvSpPr>
        <p:spPr>
          <a:xfrm>
            <a:off x="6643702" y="42026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9" name="橢圓 138"/>
          <p:cNvSpPr/>
          <p:nvPr/>
        </p:nvSpPr>
        <p:spPr>
          <a:xfrm>
            <a:off x="5929322" y="420267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40" name="直線接點 139"/>
          <p:cNvCxnSpPr>
            <a:stCxn id="135" idx="5"/>
            <a:endCxn id="138" idx="0"/>
          </p:cNvCxnSpPr>
          <p:nvPr/>
        </p:nvCxnSpPr>
        <p:spPr>
          <a:xfrm rot="16200000" flipH="1">
            <a:off x="6380142" y="3831959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接點 140"/>
          <p:cNvCxnSpPr>
            <a:stCxn id="135" idx="3"/>
            <a:endCxn id="139" idx="0"/>
          </p:cNvCxnSpPr>
          <p:nvPr/>
        </p:nvCxnSpPr>
        <p:spPr>
          <a:xfrm rot="5400000">
            <a:off x="5947182" y="3831960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文字方塊 141"/>
          <p:cNvSpPr txBox="1"/>
          <p:nvPr/>
        </p:nvSpPr>
        <p:spPr>
          <a:xfrm>
            <a:off x="5572132" y="4059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6929454" y="407194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4" name="橢圓 143"/>
          <p:cNvSpPr/>
          <p:nvPr/>
        </p:nvSpPr>
        <p:spPr>
          <a:xfrm>
            <a:off x="6357950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5" name="橢圓 144"/>
          <p:cNvSpPr/>
          <p:nvPr/>
        </p:nvSpPr>
        <p:spPr>
          <a:xfrm>
            <a:off x="6929454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46" name="直線接點 145"/>
          <p:cNvCxnSpPr>
            <a:stCxn id="138" idx="3"/>
            <a:endCxn id="144" idx="0"/>
          </p:cNvCxnSpPr>
          <p:nvPr/>
        </p:nvCxnSpPr>
        <p:spPr>
          <a:xfrm rot="5400000">
            <a:off x="6304372" y="4546340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/>
          <p:cNvCxnSpPr>
            <a:stCxn id="138" idx="5"/>
            <a:endCxn id="145" idx="0"/>
          </p:cNvCxnSpPr>
          <p:nvPr/>
        </p:nvCxnSpPr>
        <p:spPr>
          <a:xfrm rot="16200000" flipH="1">
            <a:off x="6665894" y="4546339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字方塊 147"/>
          <p:cNvSpPr txBox="1"/>
          <p:nvPr/>
        </p:nvSpPr>
        <p:spPr>
          <a:xfrm>
            <a:off x="6215074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9" name="文字方塊 148"/>
          <p:cNvSpPr txBox="1"/>
          <p:nvPr/>
        </p:nvSpPr>
        <p:spPr>
          <a:xfrm>
            <a:off x="6929454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0" name="橢圓 149"/>
          <p:cNvSpPr/>
          <p:nvPr/>
        </p:nvSpPr>
        <p:spPr>
          <a:xfrm>
            <a:off x="6858016" y="285749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1" name="直線接點 150"/>
          <p:cNvCxnSpPr>
            <a:stCxn id="134" idx="5"/>
            <a:endCxn id="150" idx="1"/>
          </p:cNvCxnSpPr>
          <p:nvPr/>
        </p:nvCxnSpPr>
        <p:spPr>
          <a:xfrm rot="16200000" flipH="1">
            <a:off x="6433721" y="2433201"/>
            <a:ext cx="419962" cy="491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接點 151"/>
          <p:cNvCxnSpPr>
            <a:stCxn id="150" idx="3"/>
            <a:endCxn id="135" idx="7"/>
          </p:cNvCxnSpPr>
          <p:nvPr/>
        </p:nvCxnSpPr>
        <p:spPr>
          <a:xfrm rot="5400000">
            <a:off x="6404073" y="3105791"/>
            <a:ext cx="550696" cy="419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橢圓 152"/>
          <p:cNvSpPr/>
          <p:nvPr/>
        </p:nvSpPr>
        <p:spPr>
          <a:xfrm>
            <a:off x="7429520" y="357187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54" name="直線接點 153"/>
          <p:cNvCxnSpPr>
            <a:stCxn id="150" idx="5"/>
            <a:endCxn id="153" idx="1"/>
          </p:cNvCxnSpPr>
          <p:nvPr/>
        </p:nvCxnSpPr>
        <p:spPr>
          <a:xfrm rot="16200000" flipH="1">
            <a:off x="6969506" y="3111862"/>
            <a:ext cx="562838" cy="419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字方塊 154"/>
          <p:cNvSpPr txBox="1"/>
          <p:nvPr/>
        </p:nvSpPr>
        <p:spPr>
          <a:xfrm>
            <a:off x="7623998" y="364331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6" name="向右箭號 155"/>
          <p:cNvSpPr/>
          <p:nvPr/>
        </p:nvSpPr>
        <p:spPr>
          <a:xfrm rot="8430044">
            <a:off x="7022236" y="2562211"/>
            <a:ext cx="357190" cy="285752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(10)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inserted p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25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0" name="橢圓 99"/>
          <p:cNvSpPr/>
          <p:nvPr/>
        </p:nvSpPr>
        <p:spPr>
          <a:xfrm>
            <a:off x="6215074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6286512" y="3559734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3" name="文字方塊 102"/>
          <p:cNvSpPr txBox="1"/>
          <p:nvPr/>
        </p:nvSpPr>
        <p:spPr>
          <a:xfrm>
            <a:off x="6072198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7123932" y="271462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橢圓 104"/>
          <p:cNvSpPr/>
          <p:nvPr/>
        </p:nvSpPr>
        <p:spPr>
          <a:xfrm>
            <a:off x="6643702" y="42026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6" name="橢圓 105"/>
          <p:cNvSpPr/>
          <p:nvPr/>
        </p:nvSpPr>
        <p:spPr>
          <a:xfrm>
            <a:off x="5929322" y="420267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0" name="直線接點 109"/>
          <p:cNvCxnSpPr>
            <a:stCxn id="101" idx="5"/>
            <a:endCxn id="105" idx="0"/>
          </p:cNvCxnSpPr>
          <p:nvPr/>
        </p:nvCxnSpPr>
        <p:spPr>
          <a:xfrm rot="16200000" flipH="1">
            <a:off x="6380142" y="3831959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101" idx="3"/>
            <a:endCxn id="106" idx="0"/>
          </p:cNvCxnSpPr>
          <p:nvPr/>
        </p:nvCxnSpPr>
        <p:spPr>
          <a:xfrm rot="5400000">
            <a:off x="5947182" y="3831960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5572132" y="4059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7838312" y="34290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7" name="橢圓 106"/>
          <p:cNvSpPr/>
          <p:nvPr/>
        </p:nvSpPr>
        <p:spPr>
          <a:xfrm>
            <a:off x="6357950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8" name="橢圓 107"/>
          <p:cNvSpPr/>
          <p:nvPr/>
        </p:nvSpPr>
        <p:spPr>
          <a:xfrm>
            <a:off x="6929454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1" name="直線接點 110"/>
          <p:cNvCxnSpPr>
            <a:stCxn id="105" idx="3"/>
            <a:endCxn id="107" idx="0"/>
          </p:cNvCxnSpPr>
          <p:nvPr/>
        </p:nvCxnSpPr>
        <p:spPr>
          <a:xfrm rot="5400000">
            <a:off x="6304372" y="4546340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>
            <a:stCxn id="105" idx="5"/>
            <a:endCxn id="108" idx="0"/>
          </p:cNvCxnSpPr>
          <p:nvPr/>
        </p:nvCxnSpPr>
        <p:spPr>
          <a:xfrm rot="16200000" flipH="1">
            <a:off x="6665894" y="4546339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6215074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6929454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3" name="直線接點 92"/>
          <p:cNvCxnSpPr/>
          <p:nvPr/>
        </p:nvCxnSpPr>
        <p:spPr>
          <a:xfrm rot="5400000" flipH="1" flipV="1">
            <a:off x="2370281" y="3327546"/>
            <a:ext cx="402909" cy="44955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6" name="橢圓 75"/>
          <p:cNvSpPr/>
          <p:nvPr/>
        </p:nvSpPr>
        <p:spPr>
          <a:xfrm>
            <a:off x="6858016" y="285749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7" name="直線接點 96"/>
          <p:cNvCxnSpPr>
            <a:stCxn id="100" idx="5"/>
            <a:endCxn id="76" idx="1"/>
          </p:cNvCxnSpPr>
          <p:nvPr/>
        </p:nvCxnSpPr>
        <p:spPr>
          <a:xfrm rot="16200000" flipH="1">
            <a:off x="6433721" y="2433201"/>
            <a:ext cx="419962" cy="491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>
            <a:stCxn id="76" idx="3"/>
            <a:endCxn id="101" idx="7"/>
          </p:cNvCxnSpPr>
          <p:nvPr/>
        </p:nvCxnSpPr>
        <p:spPr>
          <a:xfrm rot="5400000">
            <a:off x="6404073" y="3105791"/>
            <a:ext cx="550696" cy="419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橢圓 112"/>
          <p:cNvSpPr/>
          <p:nvPr/>
        </p:nvSpPr>
        <p:spPr>
          <a:xfrm>
            <a:off x="7500958" y="35718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8" name="直線接點 117"/>
          <p:cNvCxnSpPr>
            <a:stCxn id="76" idx="5"/>
            <a:endCxn id="113" idx="1"/>
          </p:cNvCxnSpPr>
          <p:nvPr/>
        </p:nvCxnSpPr>
        <p:spPr>
          <a:xfrm rot="16200000" flipH="1">
            <a:off x="7005225" y="3076143"/>
            <a:ext cx="562838" cy="491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字方塊 120"/>
          <p:cNvSpPr txBox="1"/>
          <p:nvPr/>
        </p:nvSpPr>
        <p:spPr>
          <a:xfrm>
            <a:off x="7195370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群組 95"/>
          <p:cNvGrpSpPr/>
          <p:nvPr/>
        </p:nvGrpSpPr>
        <p:grpSpPr>
          <a:xfrm>
            <a:off x="1928794" y="3714752"/>
            <a:ext cx="928694" cy="1857388"/>
            <a:chOff x="5500694" y="2071678"/>
            <a:chExt cx="3214710" cy="3071834"/>
          </a:xfrm>
        </p:grpSpPr>
        <p:sp>
          <p:nvSpPr>
            <p:cNvPr id="102" name="矩形 101"/>
            <p:cNvSpPr/>
            <p:nvPr/>
          </p:nvSpPr>
          <p:spPr>
            <a:xfrm>
              <a:off x="5500694" y="2071678"/>
              <a:ext cx="3214710" cy="3071834"/>
            </a:xfrm>
            <a:prstGeom prst="rect">
              <a:avLst/>
            </a:prstGeom>
            <a:solidFill>
              <a:schemeClr val="accent4">
                <a:alpha val="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9" name="直線接點 108"/>
            <p:cNvCxnSpPr/>
            <p:nvPr/>
          </p:nvCxnSpPr>
          <p:spPr>
            <a:xfrm>
              <a:off x="5500694" y="2071678"/>
              <a:ext cx="3214710" cy="3071834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4" name="橢圓 113"/>
          <p:cNvSpPr/>
          <p:nvPr/>
        </p:nvSpPr>
        <p:spPr>
          <a:xfrm>
            <a:off x="7215206" y="421481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7" name="直線接點 126"/>
          <p:cNvCxnSpPr>
            <a:stCxn id="113" idx="3"/>
            <a:endCxn id="114" idx="0"/>
          </p:cNvCxnSpPr>
          <p:nvPr/>
        </p:nvCxnSpPr>
        <p:spPr>
          <a:xfrm rot="5400000">
            <a:off x="7197347" y="3879821"/>
            <a:ext cx="460014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橢圓 127"/>
          <p:cNvSpPr/>
          <p:nvPr/>
        </p:nvSpPr>
        <p:spPr>
          <a:xfrm>
            <a:off x="7858148" y="421481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30" name="直線接點 129"/>
          <p:cNvCxnSpPr>
            <a:stCxn id="113" idx="5"/>
            <a:endCxn id="128" idx="0"/>
          </p:cNvCxnSpPr>
          <p:nvPr/>
        </p:nvCxnSpPr>
        <p:spPr>
          <a:xfrm rot="16200000" flipH="1">
            <a:off x="7594588" y="3844101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字方塊 131"/>
          <p:cNvSpPr txBox="1"/>
          <p:nvPr/>
        </p:nvSpPr>
        <p:spPr>
          <a:xfrm>
            <a:off x="7858148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(11)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inserting p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26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0" name="橢圓 99"/>
          <p:cNvSpPr/>
          <p:nvPr/>
        </p:nvSpPr>
        <p:spPr>
          <a:xfrm>
            <a:off x="6215074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6286512" y="3559734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3" name="文字方塊 102"/>
          <p:cNvSpPr txBox="1"/>
          <p:nvPr/>
        </p:nvSpPr>
        <p:spPr>
          <a:xfrm>
            <a:off x="6072198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7123932" y="271462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橢圓 104"/>
          <p:cNvSpPr/>
          <p:nvPr/>
        </p:nvSpPr>
        <p:spPr>
          <a:xfrm>
            <a:off x="6643702" y="42026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6" name="橢圓 105"/>
          <p:cNvSpPr/>
          <p:nvPr/>
        </p:nvSpPr>
        <p:spPr>
          <a:xfrm>
            <a:off x="5929322" y="420267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0" name="直線接點 109"/>
          <p:cNvCxnSpPr>
            <a:stCxn id="101" idx="5"/>
            <a:endCxn id="105" idx="0"/>
          </p:cNvCxnSpPr>
          <p:nvPr/>
        </p:nvCxnSpPr>
        <p:spPr>
          <a:xfrm rot="16200000" flipH="1">
            <a:off x="6380142" y="3831959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101" idx="3"/>
            <a:endCxn id="106" idx="0"/>
          </p:cNvCxnSpPr>
          <p:nvPr/>
        </p:nvCxnSpPr>
        <p:spPr>
          <a:xfrm rot="5400000">
            <a:off x="5947182" y="3831960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5572132" y="4059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7838312" y="34290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7" name="橢圓 106"/>
          <p:cNvSpPr/>
          <p:nvPr/>
        </p:nvSpPr>
        <p:spPr>
          <a:xfrm>
            <a:off x="6357950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8" name="橢圓 107"/>
          <p:cNvSpPr/>
          <p:nvPr/>
        </p:nvSpPr>
        <p:spPr>
          <a:xfrm>
            <a:off x="6929454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1" name="直線接點 110"/>
          <p:cNvCxnSpPr>
            <a:stCxn id="105" idx="3"/>
            <a:endCxn id="107" idx="0"/>
          </p:cNvCxnSpPr>
          <p:nvPr/>
        </p:nvCxnSpPr>
        <p:spPr>
          <a:xfrm rot="5400000">
            <a:off x="6304372" y="4546340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>
            <a:stCxn id="105" idx="5"/>
            <a:endCxn id="108" idx="0"/>
          </p:cNvCxnSpPr>
          <p:nvPr/>
        </p:nvCxnSpPr>
        <p:spPr>
          <a:xfrm rot="16200000" flipH="1">
            <a:off x="6665894" y="4546339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6215074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6929454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3" name="直線接點 92"/>
          <p:cNvCxnSpPr/>
          <p:nvPr/>
        </p:nvCxnSpPr>
        <p:spPr>
          <a:xfrm rot="16200000" flipV="1">
            <a:off x="2614339" y="3564992"/>
            <a:ext cx="1318298" cy="90343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6" name="橢圓 75"/>
          <p:cNvSpPr/>
          <p:nvPr/>
        </p:nvSpPr>
        <p:spPr>
          <a:xfrm>
            <a:off x="6858016" y="285749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7" name="直線接點 96"/>
          <p:cNvCxnSpPr>
            <a:stCxn id="100" idx="5"/>
            <a:endCxn id="76" idx="1"/>
          </p:cNvCxnSpPr>
          <p:nvPr/>
        </p:nvCxnSpPr>
        <p:spPr>
          <a:xfrm rot="16200000" flipH="1">
            <a:off x="6433721" y="2433201"/>
            <a:ext cx="419962" cy="491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>
            <a:stCxn id="76" idx="3"/>
            <a:endCxn id="101" idx="0"/>
          </p:cNvCxnSpPr>
          <p:nvPr/>
        </p:nvCxnSpPr>
        <p:spPr>
          <a:xfrm rot="5400000">
            <a:off x="6381881" y="3052213"/>
            <a:ext cx="519310" cy="495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橢圓 112"/>
          <p:cNvSpPr/>
          <p:nvPr/>
        </p:nvSpPr>
        <p:spPr>
          <a:xfrm>
            <a:off x="7500958" y="35718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8" name="直線接點 117"/>
          <p:cNvCxnSpPr>
            <a:stCxn id="76" idx="5"/>
            <a:endCxn id="113" idx="0"/>
          </p:cNvCxnSpPr>
          <p:nvPr/>
        </p:nvCxnSpPr>
        <p:spPr>
          <a:xfrm rot="16200000" flipH="1">
            <a:off x="7058803" y="3022564"/>
            <a:ext cx="531452" cy="567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字方塊 120"/>
          <p:cNvSpPr txBox="1"/>
          <p:nvPr/>
        </p:nvSpPr>
        <p:spPr>
          <a:xfrm>
            <a:off x="7195370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橢圓 113"/>
          <p:cNvSpPr/>
          <p:nvPr/>
        </p:nvSpPr>
        <p:spPr>
          <a:xfrm>
            <a:off x="7215206" y="421481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7" name="直線接點 126"/>
          <p:cNvCxnSpPr>
            <a:stCxn id="113" idx="3"/>
            <a:endCxn id="114" idx="0"/>
          </p:cNvCxnSpPr>
          <p:nvPr/>
        </p:nvCxnSpPr>
        <p:spPr>
          <a:xfrm rot="5400000">
            <a:off x="7197347" y="3879821"/>
            <a:ext cx="460014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橢圓 127"/>
          <p:cNvSpPr/>
          <p:nvPr/>
        </p:nvSpPr>
        <p:spPr>
          <a:xfrm>
            <a:off x="7858148" y="421481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30" name="直線接點 129"/>
          <p:cNvCxnSpPr>
            <a:stCxn id="113" idx="5"/>
            <a:endCxn id="128" idx="0"/>
          </p:cNvCxnSpPr>
          <p:nvPr/>
        </p:nvCxnSpPr>
        <p:spPr>
          <a:xfrm rot="16200000" flipH="1">
            <a:off x="7594588" y="3844101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字方塊 131"/>
          <p:cNvSpPr txBox="1"/>
          <p:nvPr/>
        </p:nvSpPr>
        <p:spPr>
          <a:xfrm>
            <a:off x="7858148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8" name="直線接點 97"/>
          <p:cNvCxnSpPr/>
          <p:nvPr/>
        </p:nvCxnSpPr>
        <p:spPr>
          <a:xfrm rot="10800000" flipV="1">
            <a:off x="2321704" y="3334703"/>
            <a:ext cx="464347" cy="42576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6" name="向右箭號 125"/>
          <p:cNvSpPr/>
          <p:nvPr/>
        </p:nvSpPr>
        <p:spPr>
          <a:xfrm rot="8430044">
            <a:off x="7693928" y="3224219"/>
            <a:ext cx="357190" cy="285752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(12)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inserting p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27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0" name="橢圓 99"/>
          <p:cNvSpPr/>
          <p:nvPr/>
        </p:nvSpPr>
        <p:spPr>
          <a:xfrm>
            <a:off x="6215074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6286512" y="3559734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3" name="文字方塊 102"/>
          <p:cNvSpPr txBox="1"/>
          <p:nvPr/>
        </p:nvSpPr>
        <p:spPr>
          <a:xfrm>
            <a:off x="6072198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7123932" y="271462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橢圓 104"/>
          <p:cNvSpPr/>
          <p:nvPr/>
        </p:nvSpPr>
        <p:spPr>
          <a:xfrm>
            <a:off x="6643702" y="42026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6" name="橢圓 105"/>
          <p:cNvSpPr/>
          <p:nvPr/>
        </p:nvSpPr>
        <p:spPr>
          <a:xfrm>
            <a:off x="5929322" y="420267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0" name="直線接點 109"/>
          <p:cNvCxnSpPr>
            <a:stCxn id="101" idx="5"/>
            <a:endCxn id="105" idx="0"/>
          </p:cNvCxnSpPr>
          <p:nvPr/>
        </p:nvCxnSpPr>
        <p:spPr>
          <a:xfrm rot="16200000" flipH="1">
            <a:off x="6380142" y="3831959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101" idx="3"/>
            <a:endCxn id="106" idx="0"/>
          </p:cNvCxnSpPr>
          <p:nvPr/>
        </p:nvCxnSpPr>
        <p:spPr>
          <a:xfrm rot="5400000">
            <a:off x="5947182" y="3831960"/>
            <a:ext cx="460014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5572132" y="4059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7838312" y="34290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7" name="橢圓 106"/>
          <p:cNvSpPr/>
          <p:nvPr/>
        </p:nvSpPr>
        <p:spPr>
          <a:xfrm>
            <a:off x="6357950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8" name="橢圓 107"/>
          <p:cNvSpPr/>
          <p:nvPr/>
        </p:nvSpPr>
        <p:spPr>
          <a:xfrm>
            <a:off x="6929454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1" name="直線接點 110"/>
          <p:cNvCxnSpPr>
            <a:stCxn id="105" idx="3"/>
            <a:endCxn id="107" idx="0"/>
          </p:cNvCxnSpPr>
          <p:nvPr/>
        </p:nvCxnSpPr>
        <p:spPr>
          <a:xfrm rot="5400000">
            <a:off x="6304372" y="4546340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>
            <a:stCxn id="105" idx="5"/>
            <a:endCxn id="108" idx="0"/>
          </p:cNvCxnSpPr>
          <p:nvPr/>
        </p:nvCxnSpPr>
        <p:spPr>
          <a:xfrm rot="16200000" flipH="1">
            <a:off x="6665894" y="4546339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6215074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6929454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3" name="直線接點 92"/>
          <p:cNvCxnSpPr/>
          <p:nvPr/>
        </p:nvCxnSpPr>
        <p:spPr>
          <a:xfrm rot="16200000" flipV="1">
            <a:off x="2614339" y="3564992"/>
            <a:ext cx="1318298" cy="90343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6" name="橢圓 75"/>
          <p:cNvSpPr/>
          <p:nvPr/>
        </p:nvSpPr>
        <p:spPr>
          <a:xfrm>
            <a:off x="6858016" y="285749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7" name="直線接點 96"/>
          <p:cNvCxnSpPr>
            <a:stCxn id="100" idx="5"/>
            <a:endCxn id="76" idx="1"/>
          </p:cNvCxnSpPr>
          <p:nvPr/>
        </p:nvCxnSpPr>
        <p:spPr>
          <a:xfrm rot="16200000" flipH="1">
            <a:off x="6433721" y="2433201"/>
            <a:ext cx="419962" cy="491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>
            <a:stCxn id="76" idx="3"/>
            <a:endCxn id="101" idx="0"/>
          </p:cNvCxnSpPr>
          <p:nvPr/>
        </p:nvCxnSpPr>
        <p:spPr>
          <a:xfrm rot="5400000">
            <a:off x="6381881" y="3052213"/>
            <a:ext cx="519310" cy="495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橢圓 112"/>
          <p:cNvSpPr/>
          <p:nvPr/>
        </p:nvSpPr>
        <p:spPr>
          <a:xfrm>
            <a:off x="7500958" y="35718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8" name="直線接點 117"/>
          <p:cNvCxnSpPr>
            <a:stCxn id="76" idx="5"/>
            <a:endCxn id="113" idx="0"/>
          </p:cNvCxnSpPr>
          <p:nvPr/>
        </p:nvCxnSpPr>
        <p:spPr>
          <a:xfrm rot="16200000" flipH="1">
            <a:off x="7058803" y="3022564"/>
            <a:ext cx="531452" cy="567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字方塊 120"/>
          <p:cNvSpPr txBox="1"/>
          <p:nvPr/>
        </p:nvSpPr>
        <p:spPr>
          <a:xfrm>
            <a:off x="7195370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橢圓 113"/>
          <p:cNvSpPr/>
          <p:nvPr/>
        </p:nvSpPr>
        <p:spPr>
          <a:xfrm>
            <a:off x="7215206" y="421481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7" name="直線接點 126"/>
          <p:cNvCxnSpPr>
            <a:stCxn id="113" idx="3"/>
            <a:endCxn id="114" idx="0"/>
          </p:cNvCxnSpPr>
          <p:nvPr/>
        </p:nvCxnSpPr>
        <p:spPr>
          <a:xfrm rot="5400000">
            <a:off x="7197347" y="3879821"/>
            <a:ext cx="460014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橢圓 127"/>
          <p:cNvSpPr/>
          <p:nvPr/>
        </p:nvSpPr>
        <p:spPr>
          <a:xfrm>
            <a:off x="7786710" y="421481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30" name="直線接點 129"/>
          <p:cNvCxnSpPr>
            <a:stCxn id="113" idx="5"/>
            <a:endCxn id="128" idx="0"/>
          </p:cNvCxnSpPr>
          <p:nvPr/>
        </p:nvCxnSpPr>
        <p:spPr>
          <a:xfrm rot="16200000" flipH="1">
            <a:off x="7558869" y="3879820"/>
            <a:ext cx="460014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字方塊 131"/>
          <p:cNvSpPr txBox="1"/>
          <p:nvPr/>
        </p:nvSpPr>
        <p:spPr>
          <a:xfrm>
            <a:off x="7858148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6" name="向右箭號 125"/>
          <p:cNvSpPr/>
          <p:nvPr/>
        </p:nvSpPr>
        <p:spPr>
          <a:xfrm rot="8430044">
            <a:off x="7022236" y="2562211"/>
            <a:ext cx="357190" cy="285752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4" name="群組 95"/>
          <p:cNvGrpSpPr/>
          <p:nvPr/>
        </p:nvGrpSpPr>
        <p:grpSpPr>
          <a:xfrm>
            <a:off x="1928794" y="3357562"/>
            <a:ext cx="928694" cy="2214578"/>
            <a:chOff x="5500694" y="2071678"/>
            <a:chExt cx="3214710" cy="3071834"/>
          </a:xfrm>
        </p:grpSpPr>
        <p:sp>
          <p:nvSpPr>
            <p:cNvPr id="95" name="矩形 94"/>
            <p:cNvSpPr/>
            <p:nvPr/>
          </p:nvSpPr>
          <p:spPr>
            <a:xfrm>
              <a:off x="5500694" y="2071678"/>
              <a:ext cx="3214710" cy="3071834"/>
            </a:xfrm>
            <a:prstGeom prst="rect">
              <a:avLst/>
            </a:prstGeom>
            <a:solidFill>
              <a:schemeClr val="accent4">
                <a:alpha val="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6" name="直線接點 95"/>
            <p:cNvCxnSpPr/>
            <p:nvPr/>
          </p:nvCxnSpPr>
          <p:spPr>
            <a:xfrm>
              <a:off x="5500694" y="2071678"/>
              <a:ext cx="3214710" cy="3071834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(14)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inserted p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28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0" name="橢圓 99"/>
          <p:cNvSpPr/>
          <p:nvPr/>
        </p:nvSpPr>
        <p:spPr>
          <a:xfrm>
            <a:off x="5929322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5734844" y="3559734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3" name="文字方塊 102"/>
          <p:cNvSpPr txBox="1"/>
          <p:nvPr/>
        </p:nvSpPr>
        <p:spPr>
          <a:xfrm>
            <a:off x="5786446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6786578" y="264318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橢圓 104"/>
          <p:cNvSpPr/>
          <p:nvPr/>
        </p:nvSpPr>
        <p:spPr>
          <a:xfrm>
            <a:off x="6072198" y="42026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6" name="橢圓 105"/>
          <p:cNvSpPr/>
          <p:nvPr/>
        </p:nvSpPr>
        <p:spPr>
          <a:xfrm>
            <a:off x="5357818" y="420267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0" name="直線接點 109"/>
          <p:cNvCxnSpPr>
            <a:stCxn id="101" idx="5"/>
            <a:endCxn id="105" idx="0"/>
          </p:cNvCxnSpPr>
          <p:nvPr/>
        </p:nvCxnSpPr>
        <p:spPr>
          <a:xfrm rot="16200000" flipH="1">
            <a:off x="5818556" y="3841877"/>
            <a:ext cx="460014" cy="261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101" idx="3"/>
            <a:endCxn id="106" idx="0"/>
          </p:cNvCxnSpPr>
          <p:nvPr/>
        </p:nvCxnSpPr>
        <p:spPr>
          <a:xfrm rot="5400000">
            <a:off x="5385596" y="3822042"/>
            <a:ext cx="460014" cy="301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5000628" y="4059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7643834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7" name="橢圓 106"/>
          <p:cNvSpPr/>
          <p:nvPr/>
        </p:nvSpPr>
        <p:spPr>
          <a:xfrm>
            <a:off x="5786446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8" name="橢圓 107"/>
          <p:cNvSpPr/>
          <p:nvPr/>
        </p:nvSpPr>
        <p:spPr>
          <a:xfrm>
            <a:off x="6357950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1" name="直線接點 110"/>
          <p:cNvCxnSpPr>
            <a:stCxn id="105" idx="3"/>
            <a:endCxn id="107" idx="0"/>
          </p:cNvCxnSpPr>
          <p:nvPr/>
        </p:nvCxnSpPr>
        <p:spPr>
          <a:xfrm rot="5400000">
            <a:off x="5732868" y="4546340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>
            <a:stCxn id="105" idx="5"/>
            <a:endCxn id="108" idx="0"/>
          </p:cNvCxnSpPr>
          <p:nvPr/>
        </p:nvCxnSpPr>
        <p:spPr>
          <a:xfrm rot="16200000" flipH="1">
            <a:off x="6094390" y="4546339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5643570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6286512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3" name="直線接點 92"/>
          <p:cNvCxnSpPr/>
          <p:nvPr/>
        </p:nvCxnSpPr>
        <p:spPr>
          <a:xfrm rot="16200000" flipV="1">
            <a:off x="2614339" y="3564992"/>
            <a:ext cx="1318298" cy="90343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13" name="橢圓 112"/>
          <p:cNvSpPr/>
          <p:nvPr/>
        </p:nvSpPr>
        <p:spPr>
          <a:xfrm>
            <a:off x="7072330" y="4274114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1" name="文字方塊 120"/>
          <p:cNvSpPr txBox="1"/>
          <p:nvPr/>
        </p:nvSpPr>
        <p:spPr>
          <a:xfrm>
            <a:off x="6746906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橢圓 113"/>
          <p:cNvSpPr/>
          <p:nvPr/>
        </p:nvSpPr>
        <p:spPr>
          <a:xfrm>
            <a:off x="6786578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7" name="直線接點 126"/>
          <p:cNvCxnSpPr>
            <a:stCxn id="113" idx="3"/>
            <a:endCxn id="114" idx="0"/>
          </p:cNvCxnSpPr>
          <p:nvPr/>
        </p:nvCxnSpPr>
        <p:spPr>
          <a:xfrm rot="5400000">
            <a:off x="6768719" y="4582059"/>
            <a:ext cx="460014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橢圓 127"/>
          <p:cNvSpPr/>
          <p:nvPr/>
        </p:nvSpPr>
        <p:spPr>
          <a:xfrm>
            <a:off x="7358082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30" name="直線接點 129"/>
          <p:cNvCxnSpPr>
            <a:stCxn id="113" idx="5"/>
            <a:endCxn id="128" idx="0"/>
          </p:cNvCxnSpPr>
          <p:nvPr/>
        </p:nvCxnSpPr>
        <p:spPr>
          <a:xfrm rot="16200000" flipH="1">
            <a:off x="7130241" y="4582058"/>
            <a:ext cx="460014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字方塊 131"/>
          <p:cNvSpPr txBox="1"/>
          <p:nvPr/>
        </p:nvSpPr>
        <p:spPr>
          <a:xfrm>
            <a:off x="7338246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群組 95"/>
          <p:cNvGrpSpPr/>
          <p:nvPr/>
        </p:nvGrpSpPr>
        <p:grpSpPr>
          <a:xfrm>
            <a:off x="1928794" y="3357562"/>
            <a:ext cx="928694" cy="2214578"/>
            <a:chOff x="5500694" y="2071678"/>
            <a:chExt cx="3214710" cy="3071834"/>
          </a:xfrm>
        </p:grpSpPr>
        <p:sp>
          <p:nvSpPr>
            <p:cNvPr id="95" name="矩形 94"/>
            <p:cNvSpPr/>
            <p:nvPr/>
          </p:nvSpPr>
          <p:spPr>
            <a:xfrm>
              <a:off x="5500694" y="2071678"/>
              <a:ext cx="3214710" cy="3071834"/>
            </a:xfrm>
            <a:prstGeom prst="rect">
              <a:avLst/>
            </a:prstGeom>
            <a:solidFill>
              <a:schemeClr val="accent4">
                <a:alpha val="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6" name="直線接點 95"/>
            <p:cNvCxnSpPr/>
            <p:nvPr/>
          </p:nvCxnSpPr>
          <p:spPr>
            <a:xfrm>
              <a:off x="5500694" y="2071678"/>
              <a:ext cx="3214710" cy="3071834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4" name="橢圓 93"/>
          <p:cNvSpPr/>
          <p:nvPr/>
        </p:nvSpPr>
        <p:spPr>
          <a:xfrm>
            <a:off x="6572264" y="285749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2" name="直線接點 101"/>
          <p:cNvCxnSpPr>
            <a:stCxn id="100" idx="5"/>
            <a:endCxn id="94" idx="1"/>
          </p:cNvCxnSpPr>
          <p:nvPr/>
        </p:nvCxnSpPr>
        <p:spPr>
          <a:xfrm rot="16200000" flipH="1">
            <a:off x="6147969" y="2433201"/>
            <a:ext cx="419962" cy="491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橢圓 130"/>
          <p:cNvSpPr/>
          <p:nvPr/>
        </p:nvSpPr>
        <p:spPr>
          <a:xfrm>
            <a:off x="7909750" y="42862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4" name="文字方塊 133"/>
          <p:cNvSpPr txBox="1"/>
          <p:nvPr/>
        </p:nvSpPr>
        <p:spPr>
          <a:xfrm>
            <a:off x="8052626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8" name="直線接點 97"/>
          <p:cNvCxnSpPr>
            <a:stCxn id="94" idx="3"/>
            <a:endCxn id="101" idx="0"/>
          </p:cNvCxnSpPr>
          <p:nvPr/>
        </p:nvCxnSpPr>
        <p:spPr>
          <a:xfrm rot="5400000">
            <a:off x="5963171" y="2919255"/>
            <a:ext cx="519310" cy="761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橢圓 108"/>
          <p:cNvSpPr/>
          <p:nvPr/>
        </p:nvSpPr>
        <p:spPr>
          <a:xfrm>
            <a:off x="7429520" y="35718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5" name="直線接點 124"/>
          <p:cNvCxnSpPr>
            <a:stCxn id="109" idx="3"/>
            <a:endCxn id="113" idx="0"/>
          </p:cNvCxnSpPr>
          <p:nvPr/>
        </p:nvCxnSpPr>
        <p:spPr>
          <a:xfrm rot="5400000">
            <a:off x="7060542" y="3873750"/>
            <a:ext cx="519310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/>
          <p:cNvCxnSpPr>
            <a:stCxn id="94" idx="6"/>
            <a:endCxn id="109" idx="1"/>
          </p:cNvCxnSpPr>
          <p:nvPr/>
        </p:nvCxnSpPr>
        <p:spPr>
          <a:xfrm>
            <a:off x="6786578" y="2964653"/>
            <a:ext cx="674328" cy="638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接點 136"/>
          <p:cNvCxnSpPr>
            <a:stCxn id="109" idx="5"/>
            <a:endCxn id="131" idx="1"/>
          </p:cNvCxnSpPr>
          <p:nvPr/>
        </p:nvCxnSpPr>
        <p:spPr>
          <a:xfrm rot="16200000" flipH="1">
            <a:off x="7495373" y="3871879"/>
            <a:ext cx="562838" cy="328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(15)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Inserti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ng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p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29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0" name="橢圓 99"/>
          <p:cNvSpPr/>
          <p:nvPr/>
        </p:nvSpPr>
        <p:spPr>
          <a:xfrm>
            <a:off x="5929322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5734844" y="3559734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3" name="文字方塊 102"/>
          <p:cNvSpPr txBox="1"/>
          <p:nvPr/>
        </p:nvSpPr>
        <p:spPr>
          <a:xfrm>
            <a:off x="5786446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6786578" y="264318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橢圓 104"/>
          <p:cNvSpPr/>
          <p:nvPr/>
        </p:nvSpPr>
        <p:spPr>
          <a:xfrm>
            <a:off x="6072198" y="42026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6" name="橢圓 105"/>
          <p:cNvSpPr/>
          <p:nvPr/>
        </p:nvSpPr>
        <p:spPr>
          <a:xfrm>
            <a:off x="5357818" y="420267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0" name="直線接點 109"/>
          <p:cNvCxnSpPr>
            <a:stCxn id="101" idx="5"/>
            <a:endCxn id="105" idx="0"/>
          </p:cNvCxnSpPr>
          <p:nvPr/>
        </p:nvCxnSpPr>
        <p:spPr>
          <a:xfrm rot="16200000" flipH="1">
            <a:off x="5818556" y="3841877"/>
            <a:ext cx="460014" cy="261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101" idx="3"/>
            <a:endCxn id="106" idx="0"/>
          </p:cNvCxnSpPr>
          <p:nvPr/>
        </p:nvCxnSpPr>
        <p:spPr>
          <a:xfrm rot="5400000">
            <a:off x="5385596" y="3822042"/>
            <a:ext cx="460014" cy="301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5000628" y="4059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7643834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7" name="橢圓 106"/>
          <p:cNvSpPr/>
          <p:nvPr/>
        </p:nvSpPr>
        <p:spPr>
          <a:xfrm>
            <a:off x="5786446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8" name="橢圓 107"/>
          <p:cNvSpPr/>
          <p:nvPr/>
        </p:nvSpPr>
        <p:spPr>
          <a:xfrm>
            <a:off x="6357950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1" name="直線接點 110"/>
          <p:cNvCxnSpPr>
            <a:stCxn id="105" idx="3"/>
            <a:endCxn id="107" idx="0"/>
          </p:cNvCxnSpPr>
          <p:nvPr/>
        </p:nvCxnSpPr>
        <p:spPr>
          <a:xfrm rot="5400000">
            <a:off x="5732868" y="4546340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>
            <a:stCxn id="105" idx="5"/>
            <a:endCxn id="108" idx="0"/>
          </p:cNvCxnSpPr>
          <p:nvPr/>
        </p:nvCxnSpPr>
        <p:spPr>
          <a:xfrm rot="16200000" flipH="1">
            <a:off x="6094390" y="4546339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5643570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6286512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3" name="橢圓 112"/>
          <p:cNvSpPr/>
          <p:nvPr/>
        </p:nvSpPr>
        <p:spPr>
          <a:xfrm>
            <a:off x="7072330" y="428625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1" name="文字方塊 120"/>
          <p:cNvSpPr txBox="1"/>
          <p:nvPr/>
        </p:nvSpPr>
        <p:spPr>
          <a:xfrm>
            <a:off x="6715140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橢圓 113"/>
          <p:cNvSpPr/>
          <p:nvPr/>
        </p:nvSpPr>
        <p:spPr>
          <a:xfrm>
            <a:off x="6786578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7" name="直線接點 126"/>
          <p:cNvCxnSpPr>
            <a:stCxn id="113" idx="3"/>
            <a:endCxn id="114" idx="0"/>
          </p:cNvCxnSpPr>
          <p:nvPr/>
        </p:nvCxnSpPr>
        <p:spPr>
          <a:xfrm rot="5400000">
            <a:off x="6774790" y="4588130"/>
            <a:ext cx="44787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橢圓 127"/>
          <p:cNvSpPr/>
          <p:nvPr/>
        </p:nvSpPr>
        <p:spPr>
          <a:xfrm>
            <a:off x="7358082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30" name="直線接點 129"/>
          <p:cNvCxnSpPr>
            <a:stCxn id="113" idx="5"/>
            <a:endCxn id="128" idx="0"/>
          </p:cNvCxnSpPr>
          <p:nvPr/>
        </p:nvCxnSpPr>
        <p:spPr>
          <a:xfrm rot="16200000" flipH="1">
            <a:off x="7136312" y="4588129"/>
            <a:ext cx="44787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字方塊 131"/>
          <p:cNvSpPr txBox="1"/>
          <p:nvPr/>
        </p:nvSpPr>
        <p:spPr>
          <a:xfrm>
            <a:off x="7215206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群組 95"/>
          <p:cNvGrpSpPr/>
          <p:nvPr/>
        </p:nvGrpSpPr>
        <p:grpSpPr>
          <a:xfrm>
            <a:off x="2285984" y="3357562"/>
            <a:ext cx="1428760" cy="1357322"/>
            <a:chOff x="5500694" y="2071678"/>
            <a:chExt cx="3214710" cy="3071834"/>
          </a:xfrm>
        </p:grpSpPr>
        <p:sp>
          <p:nvSpPr>
            <p:cNvPr id="95" name="矩形 94"/>
            <p:cNvSpPr/>
            <p:nvPr/>
          </p:nvSpPr>
          <p:spPr>
            <a:xfrm>
              <a:off x="5500694" y="2071678"/>
              <a:ext cx="3214710" cy="3071834"/>
            </a:xfrm>
            <a:prstGeom prst="rect">
              <a:avLst/>
            </a:prstGeom>
            <a:solidFill>
              <a:schemeClr val="accent4">
                <a:alpha val="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6" name="直線接點 95"/>
            <p:cNvCxnSpPr/>
            <p:nvPr/>
          </p:nvCxnSpPr>
          <p:spPr>
            <a:xfrm>
              <a:off x="5500694" y="2071678"/>
              <a:ext cx="3214710" cy="3071834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4" name="橢圓 93"/>
          <p:cNvSpPr/>
          <p:nvPr/>
        </p:nvSpPr>
        <p:spPr>
          <a:xfrm>
            <a:off x="6572264" y="285749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2" name="直線接點 101"/>
          <p:cNvCxnSpPr>
            <a:stCxn id="100" idx="5"/>
            <a:endCxn id="94" idx="1"/>
          </p:cNvCxnSpPr>
          <p:nvPr/>
        </p:nvCxnSpPr>
        <p:spPr>
          <a:xfrm rot="16200000" flipH="1">
            <a:off x="6147969" y="2433201"/>
            <a:ext cx="419962" cy="491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橢圓 130"/>
          <p:cNvSpPr/>
          <p:nvPr/>
        </p:nvSpPr>
        <p:spPr>
          <a:xfrm>
            <a:off x="7858148" y="42862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4" name="文字方塊 133"/>
          <p:cNvSpPr txBox="1"/>
          <p:nvPr/>
        </p:nvSpPr>
        <p:spPr>
          <a:xfrm>
            <a:off x="8072462" y="43576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8" name="直線接點 97"/>
          <p:cNvCxnSpPr>
            <a:stCxn id="94" idx="3"/>
            <a:endCxn id="101" idx="0"/>
          </p:cNvCxnSpPr>
          <p:nvPr/>
        </p:nvCxnSpPr>
        <p:spPr>
          <a:xfrm rot="5400000">
            <a:off x="5963171" y="2919255"/>
            <a:ext cx="519310" cy="761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橢圓 108"/>
          <p:cNvSpPr/>
          <p:nvPr/>
        </p:nvSpPr>
        <p:spPr>
          <a:xfrm>
            <a:off x="7429520" y="35718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5" name="直線接點 124"/>
          <p:cNvCxnSpPr>
            <a:stCxn id="109" idx="3"/>
            <a:endCxn id="113" idx="0"/>
          </p:cNvCxnSpPr>
          <p:nvPr/>
        </p:nvCxnSpPr>
        <p:spPr>
          <a:xfrm rot="5400000">
            <a:off x="7054471" y="3879821"/>
            <a:ext cx="531452" cy="281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/>
          <p:cNvCxnSpPr>
            <a:stCxn id="94" idx="6"/>
            <a:endCxn id="109" idx="1"/>
          </p:cNvCxnSpPr>
          <p:nvPr/>
        </p:nvCxnSpPr>
        <p:spPr>
          <a:xfrm>
            <a:off x="6786578" y="2964653"/>
            <a:ext cx="674328" cy="638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接點 136"/>
          <p:cNvCxnSpPr>
            <a:stCxn id="109" idx="5"/>
            <a:endCxn id="131" idx="0"/>
          </p:cNvCxnSpPr>
          <p:nvPr/>
        </p:nvCxnSpPr>
        <p:spPr>
          <a:xfrm rot="16200000" flipH="1">
            <a:off x="7523150" y="3844101"/>
            <a:ext cx="531452" cy="3528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接點 139"/>
          <p:cNvCxnSpPr>
            <a:stCxn id="65" idx="5"/>
            <a:endCxn id="64" idx="6"/>
          </p:cNvCxnSpPr>
          <p:nvPr/>
        </p:nvCxnSpPr>
        <p:spPr>
          <a:xfrm rot="16200000" flipH="1">
            <a:off x="3574719" y="4480562"/>
            <a:ext cx="412464" cy="1046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8" name="向右箭號 147"/>
          <p:cNvSpPr/>
          <p:nvPr/>
        </p:nvSpPr>
        <p:spPr>
          <a:xfrm rot="8430044">
            <a:off x="7836804" y="3152781"/>
            <a:ext cx="357190" cy="285752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(16)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Inserted p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30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0" name="橢圓 99"/>
          <p:cNvSpPr/>
          <p:nvPr/>
        </p:nvSpPr>
        <p:spPr>
          <a:xfrm>
            <a:off x="6215074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6020596" y="3559734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3" name="文字方塊 102"/>
          <p:cNvSpPr txBox="1"/>
          <p:nvPr/>
        </p:nvSpPr>
        <p:spPr>
          <a:xfrm>
            <a:off x="6072198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7072330" y="264318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橢圓 104"/>
          <p:cNvSpPr/>
          <p:nvPr/>
        </p:nvSpPr>
        <p:spPr>
          <a:xfrm>
            <a:off x="6357950" y="42026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6" name="橢圓 105"/>
          <p:cNvSpPr/>
          <p:nvPr/>
        </p:nvSpPr>
        <p:spPr>
          <a:xfrm>
            <a:off x="5643570" y="420267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0" name="直線接點 109"/>
          <p:cNvCxnSpPr>
            <a:stCxn id="101" idx="5"/>
            <a:endCxn id="105" idx="0"/>
          </p:cNvCxnSpPr>
          <p:nvPr/>
        </p:nvCxnSpPr>
        <p:spPr>
          <a:xfrm rot="16200000" flipH="1">
            <a:off x="6104308" y="3841877"/>
            <a:ext cx="460014" cy="261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101" idx="3"/>
            <a:endCxn id="106" idx="0"/>
          </p:cNvCxnSpPr>
          <p:nvPr/>
        </p:nvCxnSpPr>
        <p:spPr>
          <a:xfrm rot="5400000">
            <a:off x="5671348" y="3822042"/>
            <a:ext cx="460014" cy="301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5286380" y="4059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7929586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7" name="橢圓 106"/>
          <p:cNvSpPr/>
          <p:nvPr/>
        </p:nvSpPr>
        <p:spPr>
          <a:xfrm>
            <a:off x="6072198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8" name="橢圓 107"/>
          <p:cNvSpPr/>
          <p:nvPr/>
        </p:nvSpPr>
        <p:spPr>
          <a:xfrm>
            <a:off x="6643702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1" name="直線接點 110"/>
          <p:cNvCxnSpPr>
            <a:stCxn id="105" idx="3"/>
            <a:endCxn id="107" idx="0"/>
          </p:cNvCxnSpPr>
          <p:nvPr/>
        </p:nvCxnSpPr>
        <p:spPr>
          <a:xfrm rot="5400000">
            <a:off x="6018620" y="4546340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>
            <a:stCxn id="105" idx="5"/>
            <a:endCxn id="108" idx="0"/>
          </p:cNvCxnSpPr>
          <p:nvPr/>
        </p:nvCxnSpPr>
        <p:spPr>
          <a:xfrm rot="16200000" flipH="1">
            <a:off x="6380142" y="4546339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5929322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6572264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3" name="橢圓 112"/>
          <p:cNvSpPr/>
          <p:nvPr/>
        </p:nvSpPr>
        <p:spPr>
          <a:xfrm>
            <a:off x="7286644" y="4274114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1" name="文字方塊 120"/>
          <p:cNvSpPr txBox="1"/>
          <p:nvPr/>
        </p:nvSpPr>
        <p:spPr>
          <a:xfrm>
            <a:off x="7000892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橢圓 113"/>
          <p:cNvSpPr/>
          <p:nvPr/>
        </p:nvSpPr>
        <p:spPr>
          <a:xfrm>
            <a:off x="7000892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7" name="直線接點 126"/>
          <p:cNvCxnSpPr>
            <a:stCxn id="113" idx="3"/>
            <a:endCxn id="114" idx="0"/>
          </p:cNvCxnSpPr>
          <p:nvPr/>
        </p:nvCxnSpPr>
        <p:spPr>
          <a:xfrm rot="5400000">
            <a:off x="6983033" y="4582059"/>
            <a:ext cx="460014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橢圓 127"/>
          <p:cNvSpPr/>
          <p:nvPr/>
        </p:nvSpPr>
        <p:spPr>
          <a:xfrm>
            <a:off x="7572396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30" name="直線接點 129"/>
          <p:cNvCxnSpPr>
            <a:stCxn id="113" idx="5"/>
            <a:endCxn id="128" idx="0"/>
          </p:cNvCxnSpPr>
          <p:nvPr/>
        </p:nvCxnSpPr>
        <p:spPr>
          <a:xfrm rot="16200000" flipH="1">
            <a:off x="7344555" y="4582058"/>
            <a:ext cx="460014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字方塊 131"/>
          <p:cNvSpPr txBox="1"/>
          <p:nvPr/>
        </p:nvSpPr>
        <p:spPr>
          <a:xfrm>
            <a:off x="7500958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群組 95"/>
          <p:cNvGrpSpPr/>
          <p:nvPr/>
        </p:nvGrpSpPr>
        <p:grpSpPr>
          <a:xfrm>
            <a:off x="2285984" y="3357562"/>
            <a:ext cx="1428760" cy="1357322"/>
            <a:chOff x="5500694" y="2071678"/>
            <a:chExt cx="3214710" cy="3071834"/>
          </a:xfrm>
        </p:grpSpPr>
        <p:sp>
          <p:nvSpPr>
            <p:cNvPr id="95" name="矩形 94"/>
            <p:cNvSpPr/>
            <p:nvPr/>
          </p:nvSpPr>
          <p:spPr>
            <a:xfrm>
              <a:off x="5500694" y="2071678"/>
              <a:ext cx="3214710" cy="3071834"/>
            </a:xfrm>
            <a:prstGeom prst="rect">
              <a:avLst/>
            </a:prstGeom>
            <a:solidFill>
              <a:schemeClr val="accent4">
                <a:alpha val="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6" name="直線接點 95"/>
            <p:cNvCxnSpPr/>
            <p:nvPr/>
          </p:nvCxnSpPr>
          <p:spPr>
            <a:xfrm>
              <a:off x="5500694" y="2071678"/>
              <a:ext cx="3214710" cy="3071834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4" name="橢圓 93"/>
          <p:cNvSpPr/>
          <p:nvPr/>
        </p:nvSpPr>
        <p:spPr>
          <a:xfrm>
            <a:off x="6858016" y="285749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2" name="直線接點 101"/>
          <p:cNvCxnSpPr>
            <a:stCxn id="100" idx="5"/>
            <a:endCxn id="94" idx="1"/>
          </p:cNvCxnSpPr>
          <p:nvPr/>
        </p:nvCxnSpPr>
        <p:spPr>
          <a:xfrm rot="16200000" flipH="1">
            <a:off x="6433721" y="2433201"/>
            <a:ext cx="419962" cy="491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橢圓 130"/>
          <p:cNvSpPr/>
          <p:nvPr/>
        </p:nvSpPr>
        <p:spPr>
          <a:xfrm>
            <a:off x="7929586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4" name="文字方塊 133"/>
          <p:cNvSpPr txBox="1"/>
          <p:nvPr/>
        </p:nvSpPr>
        <p:spPr>
          <a:xfrm>
            <a:off x="7909750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8" name="直線接點 97"/>
          <p:cNvCxnSpPr>
            <a:stCxn id="94" idx="3"/>
            <a:endCxn id="101" idx="0"/>
          </p:cNvCxnSpPr>
          <p:nvPr/>
        </p:nvCxnSpPr>
        <p:spPr>
          <a:xfrm rot="5400000">
            <a:off x="6248923" y="2919255"/>
            <a:ext cx="519310" cy="761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橢圓 108"/>
          <p:cNvSpPr/>
          <p:nvPr/>
        </p:nvSpPr>
        <p:spPr>
          <a:xfrm>
            <a:off x="7715272" y="35718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5" name="直線接點 124"/>
          <p:cNvCxnSpPr>
            <a:stCxn id="109" idx="3"/>
            <a:endCxn id="113" idx="0"/>
          </p:cNvCxnSpPr>
          <p:nvPr/>
        </p:nvCxnSpPr>
        <p:spPr>
          <a:xfrm rot="5400000">
            <a:off x="7310575" y="3838031"/>
            <a:ext cx="519310" cy="3528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/>
          <p:cNvCxnSpPr>
            <a:stCxn id="94" idx="6"/>
            <a:endCxn id="109" idx="1"/>
          </p:cNvCxnSpPr>
          <p:nvPr/>
        </p:nvCxnSpPr>
        <p:spPr>
          <a:xfrm>
            <a:off x="7072330" y="2964653"/>
            <a:ext cx="674328" cy="638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接點 139"/>
          <p:cNvCxnSpPr>
            <a:stCxn id="65" idx="5"/>
            <a:endCxn id="64" idx="6"/>
          </p:cNvCxnSpPr>
          <p:nvPr/>
        </p:nvCxnSpPr>
        <p:spPr>
          <a:xfrm rot="16200000" flipH="1">
            <a:off x="3574719" y="4480562"/>
            <a:ext cx="412464" cy="1046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3" name="橢圓 92"/>
          <p:cNvSpPr/>
          <p:nvPr/>
        </p:nvSpPr>
        <p:spPr>
          <a:xfrm>
            <a:off x="8215338" y="428625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2" name="直線接點 121"/>
          <p:cNvCxnSpPr>
            <a:stCxn id="109" idx="5"/>
            <a:endCxn id="93" idx="0"/>
          </p:cNvCxnSpPr>
          <p:nvPr/>
        </p:nvCxnSpPr>
        <p:spPr>
          <a:xfrm rot="16200000" flipH="1">
            <a:off x="7844621" y="3808382"/>
            <a:ext cx="531452" cy="424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接點 125"/>
          <p:cNvCxnSpPr>
            <a:stCxn id="93" idx="3"/>
            <a:endCxn id="131" idx="0"/>
          </p:cNvCxnSpPr>
          <p:nvPr/>
        </p:nvCxnSpPr>
        <p:spPr>
          <a:xfrm rot="5400000">
            <a:off x="7917798" y="4588130"/>
            <a:ext cx="44787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橢圓 128"/>
          <p:cNvSpPr/>
          <p:nvPr/>
        </p:nvSpPr>
        <p:spPr>
          <a:xfrm>
            <a:off x="8501090" y="492919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36" name="直線接點 135"/>
          <p:cNvCxnSpPr>
            <a:stCxn id="93" idx="5"/>
            <a:endCxn id="129" idx="0"/>
          </p:cNvCxnSpPr>
          <p:nvPr/>
        </p:nvCxnSpPr>
        <p:spPr>
          <a:xfrm rot="16200000" flipH="1">
            <a:off x="8273249" y="4594200"/>
            <a:ext cx="460014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字方塊 138"/>
          <p:cNvSpPr txBox="1"/>
          <p:nvPr/>
        </p:nvSpPr>
        <p:spPr>
          <a:xfrm>
            <a:off x="8501090" y="507207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8501090" y="413123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(17)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Inserting p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31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0" name="橢圓 99"/>
          <p:cNvSpPr/>
          <p:nvPr/>
        </p:nvSpPr>
        <p:spPr>
          <a:xfrm>
            <a:off x="6215074" y="228599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6020596" y="3559734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3" name="文字方塊 102"/>
          <p:cNvSpPr txBox="1"/>
          <p:nvPr/>
        </p:nvSpPr>
        <p:spPr>
          <a:xfrm>
            <a:off x="6072198" y="19288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7072330" y="264318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橢圓 104"/>
          <p:cNvSpPr/>
          <p:nvPr/>
        </p:nvSpPr>
        <p:spPr>
          <a:xfrm>
            <a:off x="6357950" y="42026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6" name="橢圓 105"/>
          <p:cNvSpPr/>
          <p:nvPr/>
        </p:nvSpPr>
        <p:spPr>
          <a:xfrm>
            <a:off x="5643570" y="420267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0" name="直線接點 109"/>
          <p:cNvCxnSpPr>
            <a:stCxn id="101" idx="5"/>
            <a:endCxn id="105" idx="0"/>
          </p:cNvCxnSpPr>
          <p:nvPr/>
        </p:nvCxnSpPr>
        <p:spPr>
          <a:xfrm rot="16200000" flipH="1">
            <a:off x="6104308" y="3841877"/>
            <a:ext cx="460014" cy="261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>
            <a:stCxn id="101" idx="3"/>
            <a:endCxn id="106" idx="0"/>
          </p:cNvCxnSpPr>
          <p:nvPr/>
        </p:nvCxnSpPr>
        <p:spPr>
          <a:xfrm rot="5400000">
            <a:off x="5671348" y="3822042"/>
            <a:ext cx="460014" cy="301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5286380" y="4059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7929586" y="335756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7" name="橢圓 106"/>
          <p:cNvSpPr/>
          <p:nvPr/>
        </p:nvSpPr>
        <p:spPr>
          <a:xfrm>
            <a:off x="6072198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8" name="橢圓 107"/>
          <p:cNvSpPr/>
          <p:nvPr/>
        </p:nvSpPr>
        <p:spPr>
          <a:xfrm>
            <a:off x="6643702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1" name="直線接點 110"/>
          <p:cNvCxnSpPr>
            <a:stCxn id="105" idx="3"/>
            <a:endCxn id="107" idx="0"/>
          </p:cNvCxnSpPr>
          <p:nvPr/>
        </p:nvCxnSpPr>
        <p:spPr>
          <a:xfrm rot="5400000">
            <a:off x="6018620" y="4546340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>
            <a:stCxn id="105" idx="5"/>
            <a:endCxn id="108" idx="0"/>
          </p:cNvCxnSpPr>
          <p:nvPr/>
        </p:nvCxnSpPr>
        <p:spPr>
          <a:xfrm rot="16200000" flipH="1">
            <a:off x="6380142" y="4546339"/>
            <a:ext cx="53145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5929322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6572264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3" name="橢圓 112"/>
          <p:cNvSpPr/>
          <p:nvPr/>
        </p:nvSpPr>
        <p:spPr>
          <a:xfrm>
            <a:off x="7286644" y="4274114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1" name="文字方塊 120"/>
          <p:cNvSpPr txBox="1"/>
          <p:nvPr/>
        </p:nvSpPr>
        <p:spPr>
          <a:xfrm>
            <a:off x="7000892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橢圓 113"/>
          <p:cNvSpPr/>
          <p:nvPr/>
        </p:nvSpPr>
        <p:spPr>
          <a:xfrm>
            <a:off x="7000892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7" name="直線接點 126"/>
          <p:cNvCxnSpPr>
            <a:stCxn id="113" idx="3"/>
            <a:endCxn id="114" idx="0"/>
          </p:cNvCxnSpPr>
          <p:nvPr/>
        </p:nvCxnSpPr>
        <p:spPr>
          <a:xfrm rot="5400000">
            <a:off x="6983033" y="4582059"/>
            <a:ext cx="460014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橢圓 127"/>
          <p:cNvSpPr/>
          <p:nvPr/>
        </p:nvSpPr>
        <p:spPr>
          <a:xfrm>
            <a:off x="7572396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30" name="直線接點 129"/>
          <p:cNvCxnSpPr>
            <a:stCxn id="113" idx="5"/>
            <a:endCxn id="128" idx="0"/>
          </p:cNvCxnSpPr>
          <p:nvPr/>
        </p:nvCxnSpPr>
        <p:spPr>
          <a:xfrm rot="16200000" flipH="1">
            <a:off x="7344555" y="4582058"/>
            <a:ext cx="460014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字方塊 131"/>
          <p:cNvSpPr txBox="1"/>
          <p:nvPr/>
        </p:nvSpPr>
        <p:spPr>
          <a:xfrm>
            <a:off x="7500958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橢圓 93"/>
          <p:cNvSpPr/>
          <p:nvPr/>
        </p:nvSpPr>
        <p:spPr>
          <a:xfrm>
            <a:off x="6858016" y="285749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2" name="直線接點 101"/>
          <p:cNvCxnSpPr>
            <a:stCxn id="100" idx="5"/>
            <a:endCxn id="94" idx="1"/>
          </p:cNvCxnSpPr>
          <p:nvPr/>
        </p:nvCxnSpPr>
        <p:spPr>
          <a:xfrm rot="16200000" flipH="1">
            <a:off x="6433721" y="2433201"/>
            <a:ext cx="419962" cy="491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橢圓 130"/>
          <p:cNvSpPr/>
          <p:nvPr/>
        </p:nvSpPr>
        <p:spPr>
          <a:xfrm>
            <a:off x="7929586" y="4917056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4" name="文字方塊 133"/>
          <p:cNvSpPr txBox="1"/>
          <p:nvPr/>
        </p:nvSpPr>
        <p:spPr>
          <a:xfrm>
            <a:off x="7909750" y="505993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8" name="直線接點 97"/>
          <p:cNvCxnSpPr>
            <a:stCxn id="94" idx="3"/>
            <a:endCxn id="101" idx="0"/>
          </p:cNvCxnSpPr>
          <p:nvPr/>
        </p:nvCxnSpPr>
        <p:spPr>
          <a:xfrm rot="5400000">
            <a:off x="6248923" y="2919255"/>
            <a:ext cx="519310" cy="761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橢圓 108"/>
          <p:cNvSpPr/>
          <p:nvPr/>
        </p:nvSpPr>
        <p:spPr>
          <a:xfrm>
            <a:off x="7715272" y="357187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5" name="直線接點 124"/>
          <p:cNvCxnSpPr>
            <a:stCxn id="109" idx="3"/>
            <a:endCxn id="113" idx="0"/>
          </p:cNvCxnSpPr>
          <p:nvPr/>
        </p:nvCxnSpPr>
        <p:spPr>
          <a:xfrm rot="5400000">
            <a:off x="7310575" y="3838031"/>
            <a:ext cx="519310" cy="3528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/>
          <p:cNvCxnSpPr>
            <a:stCxn id="94" idx="6"/>
            <a:endCxn id="109" idx="1"/>
          </p:cNvCxnSpPr>
          <p:nvPr/>
        </p:nvCxnSpPr>
        <p:spPr>
          <a:xfrm>
            <a:off x="7072330" y="2964653"/>
            <a:ext cx="674328" cy="638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接點 139"/>
          <p:cNvCxnSpPr>
            <a:stCxn id="65" idx="5"/>
            <a:endCxn id="64" idx="6"/>
          </p:cNvCxnSpPr>
          <p:nvPr/>
        </p:nvCxnSpPr>
        <p:spPr>
          <a:xfrm rot="16200000" flipH="1">
            <a:off x="3574719" y="4480562"/>
            <a:ext cx="412464" cy="1046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8" name="向右箭號 147"/>
          <p:cNvSpPr/>
          <p:nvPr/>
        </p:nvSpPr>
        <p:spPr>
          <a:xfrm rot="8430044">
            <a:off x="8522434" y="3919533"/>
            <a:ext cx="357190" cy="285752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橢圓 92"/>
          <p:cNvSpPr/>
          <p:nvPr/>
        </p:nvSpPr>
        <p:spPr>
          <a:xfrm>
            <a:off x="8215338" y="4286256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2" name="直線接點 121"/>
          <p:cNvCxnSpPr>
            <a:stCxn id="109" idx="5"/>
            <a:endCxn id="93" idx="0"/>
          </p:cNvCxnSpPr>
          <p:nvPr/>
        </p:nvCxnSpPr>
        <p:spPr>
          <a:xfrm rot="16200000" flipH="1">
            <a:off x="7844621" y="3808382"/>
            <a:ext cx="531452" cy="424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接點 125"/>
          <p:cNvCxnSpPr>
            <a:stCxn id="93" idx="3"/>
            <a:endCxn id="131" idx="0"/>
          </p:cNvCxnSpPr>
          <p:nvPr/>
        </p:nvCxnSpPr>
        <p:spPr>
          <a:xfrm rot="5400000">
            <a:off x="7917798" y="4588130"/>
            <a:ext cx="447872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橢圓 128"/>
          <p:cNvSpPr/>
          <p:nvPr/>
        </p:nvSpPr>
        <p:spPr>
          <a:xfrm>
            <a:off x="8501090" y="4929198"/>
            <a:ext cx="214314" cy="21431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36" name="直線接點 135"/>
          <p:cNvCxnSpPr>
            <a:stCxn id="93" idx="5"/>
            <a:endCxn id="129" idx="0"/>
          </p:cNvCxnSpPr>
          <p:nvPr/>
        </p:nvCxnSpPr>
        <p:spPr>
          <a:xfrm rot="16200000" flipH="1">
            <a:off x="8273249" y="4594200"/>
            <a:ext cx="460014" cy="20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字方塊 138"/>
          <p:cNvSpPr txBox="1"/>
          <p:nvPr/>
        </p:nvSpPr>
        <p:spPr>
          <a:xfrm>
            <a:off x="8501090" y="507207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9" name="直線接點 98"/>
          <p:cNvCxnSpPr>
            <a:stCxn id="65" idx="5"/>
            <a:endCxn id="67" idx="5"/>
          </p:cNvCxnSpPr>
          <p:nvPr/>
        </p:nvCxnSpPr>
        <p:spPr>
          <a:xfrm rot="16200000" flipH="1">
            <a:off x="4025753" y="4029528"/>
            <a:ext cx="1588" cy="50006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18" name="文字方塊 117"/>
          <p:cNvSpPr txBox="1"/>
          <p:nvPr/>
        </p:nvSpPr>
        <p:spPr>
          <a:xfrm>
            <a:off x="8501090" y="413123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zh-TW" alt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(18)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Inserted p</a:t>
            </a:r>
            <a:r>
              <a:rPr lang="en-US" sz="2800" i="1" baseline="-25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32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7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8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9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85" name="直線接點 84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線接點 85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接點 86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線接點 87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線接點 88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線接點 89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線接點 90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線接點 91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線接點 76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線接點 77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接點 80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接點 82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線接點 83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文字方塊 68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0" name="文字方塊 69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1" name="文字方塊 70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2" name="文字方塊 71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3" name="文字方塊 72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4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5" name="文字方塊 74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0" name="橢圓 59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橢圓 60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橢圓 63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橢圓 64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1" name="文字方塊 50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140" name="直線接點 139"/>
          <p:cNvCxnSpPr>
            <a:stCxn id="65" idx="5"/>
            <a:endCxn id="64" idx="6"/>
          </p:cNvCxnSpPr>
          <p:nvPr/>
        </p:nvCxnSpPr>
        <p:spPr>
          <a:xfrm rot="16200000" flipH="1">
            <a:off x="3574719" y="4480562"/>
            <a:ext cx="412464" cy="1046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9" name="直線接點 98"/>
          <p:cNvCxnSpPr>
            <a:stCxn id="65" idx="5"/>
            <a:endCxn id="67" idx="5"/>
          </p:cNvCxnSpPr>
          <p:nvPr/>
        </p:nvCxnSpPr>
        <p:spPr>
          <a:xfrm rot="16200000" flipH="1">
            <a:off x="4025753" y="4029528"/>
            <a:ext cx="1588" cy="50006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144" name="群組 143"/>
          <p:cNvGrpSpPr/>
          <p:nvPr/>
        </p:nvGrpSpPr>
        <p:grpSpPr>
          <a:xfrm>
            <a:off x="4695040" y="1928802"/>
            <a:ext cx="3877488" cy="4226984"/>
            <a:chOff x="4695040" y="1928802"/>
            <a:chExt cx="3877488" cy="4226984"/>
          </a:xfrm>
        </p:grpSpPr>
        <p:sp>
          <p:nvSpPr>
            <p:cNvPr id="100" name="橢圓 99"/>
            <p:cNvSpPr/>
            <p:nvPr/>
          </p:nvSpPr>
          <p:spPr>
            <a:xfrm>
              <a:off x="5623734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1" name="橢圓 100"/>
            <p:cNvSpPr/>
            <p:nvPr/>
          </p:nvSpPr>
          <p:spPr>
            <a:xfrm>
              <a:off x="5429256" y="3559734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03" name="文字方塊 102"/>
            <p:cNvSpPr txBox="1"/>
            <p:nvPr/>
          </p:nvSpPr>
          <p:spPr>
            <a:xfrm>
              <a:off x="5480858" y="192880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0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" name="文字方塊 103"/>
            <p:cNvSpPr txBox="1"/>
            <p:nvPr/>
          </p:nvSpPr>
          <p:spPr>
            <a:xfrm>
              <a:off x="6480990" y="264318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橢圓 104"/>
            <p:cNvSpPr/>
            <p:nvPr/>
          </p:nvSpPr>
          <p:spPr>
            <a:xfrm>
              <a:off x="5766610" y="4202676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06" name="橢圓 105"/>
            <p:cNvSpPr/>
            <p:nvPr/>
          </p:nvSpPr>
          <p:spPr>
            <a:xfrm>
              <a:off x="5052230" y="420267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10" name="直線接點 109"/>
            <p:cNvCxnSpPr>
              <a:stCxn id="101" idx="5"/>
              <a:endCxn id="105" idx="0"/>
            </p:cNvCxnSpPr>
            <p:nvPr/>
          </p:nvCxnSpPr>
          <p:spPr>
            <a:xfrm rot="16200000" flipH="1">
              <a:off x="5512968" y="3841877"/>
              <a:ext cx="460014" cy="2615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線接點 111"/>
            <p:cNvCxnSpPr>
              <a:stCxn id="101" idx="3"/>
              <a:endCxn id="106" idx="0"/>
            </p:cNvCxnSpPr>
            <p:nvPr/>
          </p:nvCxnSpPr>
          <p:spPr>
            <a:xfrm rot="5400000">
              <a:off x="5080008" y="3822042"/>
              <a:ext cx="460014" cy="3012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文字方塊 114"/>
            <p:cNvSpPr txBox="1"/>
            <p:nvPr/>
          </p:nvSpPr>
          <p:spPr>
            <a:xfrm>
              <a:off x="4695040" y="405980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7338246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橢圓 106"/>
            <p:cNvSpPr/>
            <p:nvPr/>
          </p:nvSpPr>
          <p:spPr>
            <a:xfrm>
              <a:off x="5480858" y="491705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08" name="橢圓 107"/>
            <p:cNvSpPr/>
            <p:nvPr/>
          </p:nvSpPr>
          <p:spPr>
            <a:xfrm>
              <a:off x="6052362" y="491705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11" name="直線接點 110"/>
            <p:cNvCxnSpPr>
              <a:stCxn id="105" idx="3"/>
              <a:endCxn id="107" idx="0"/>
            </p:cNvCxnSpPr>
            <p:nvPr/>
          </p:nvCxnSpPr>
          <p:spPr>
            <a:xfrm rot="5400000">
              <a:off x="5427280" y="4546340"/>
              <a:ext cx="531452" cy="2099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接點 116"/>
            <p:cNvCxnSpPr>
              <a:stCxn id="105" idx="5"/>
              <a:endCxn id="108" idx="0"/>
            </p:cNvCxnSpPr>
            <p:nvPr/>
          </p:nvCxnSpPr>
          <p:spPr>
            <a:xfrm rot="16200000" flipH="1">
              <a:off x="5788802" y="4546339"/>
              <a:ext cx="531452" cy="2099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文字方塊 118"/>
            <p:cNvSpPr txBox="1"/>
            <p:nvPr/>
          </p:nvSpPr>
          <p:spPr>
            <a:xfrm>
              <a:off x="5337982" y="505993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0" name="文字方塊 119"/>
            <p:cNvSpPr txBox="1"/>
            <p:nvPr/>
          </p:nvSpPr>
          <p:spPr>
            <a:xfrm>
              <a:off x="5980924" y="505993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" name="橢圓 112"/>
            <p:cNvSpPr/>
            <p:nvPr/>
          </p:nvSpPr>
          <p:spPr>
            <a:xfrm>
              <a:off x="6695304" y="4274114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1" name="文字方塊 120"/>
            <p:cNvSpPr txBox="1"/>
            <p:nvPr/>
          </p:nvSpPr>
          <p:spPr>
            <a:xfrm>
              <a:off x="6409552" y="505993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4" name="橢圓 113"/>
            <p:cNvSpPr/>
            <p:nvPr/>
          </p:nvSpPr>
          <p:spPr>
            <a:xfrm>
              <a:off x="6409552" y="491705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27" name="直線接點 126"/>
            <p:cNvCxnSpPr>
              <a:stCxn id="113" idx="3"/>
              <a:endCxn id="114" idx="0"/>
            </p:cNvCxnSpPr>
            <p:nvPr/>
          </p:nvCxnSpPr>
          <p:spPr>
            <a:xfrm rot="5400000">
              <a:off x="6391693" y="4582059"/>
              <a:ext cx="460014" cy="2099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橢圓 127"/>
            <p:cNvSpPr/>
            <p:nvPr/>
          </p:nvSpPr>
          <p:spPr>
            <a:xfrm>
              <a:off x="6981056" y="491705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30" name="直線接點 129"/>
            <p:cNvCxnSpPr>
              <a:stCxn id="113" idx="5"/>
              <a:endCxn id="128" idx="0"/>
            </p:cNvCxnSpPr>
            <p:nvPr/>
          </p:nvCxnSpPr>
          <p:spPr>
            <a:xfrm rot="16200000" flipH="1">
              <a:off x="6753215" y="4582058"/>
              <a:ext cx="460014" cy="2099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文字方塊 131"/>
            <p:cNvSpPr txBox="1"/>
            <p:nvPr/>
          </p:nvSpPr>
          <p:spPr>
            <a:xfrm>
              <a:off x="6909618" y="505993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橢圓 93"/>
            <p:cNvSpPr/>
            <p:nvPr/>
          </p:nvSpPr>
          <p:spPr>
            <a:xfrm>
              <a:off x="6266676" y="2857496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2" name="直線接點 101"/>
            <p:cNvCxnSpPr>
              <a:stCxn id="100" idx="5"/>
              <a:endCxn id="94" idx="1"/>
            </p:cNvCxnSpPr>
            <p:nvPr/>
          </p:nvCxnSpPr>
          <p:spPr>
            <a:xfrm rot="16200000" flipH="1">
              <a:off x="5842381" y="2433201"/>
              <a:ext cx="419962" cy="491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橢圓 130"/>
            <p:cNvSpPr/>
            <p:nvPr/>
          </p:nvSpPr>
          <p:spPr>
            <a:xfrm>
              <a:off x="7338246" y="491705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4" name="文字方塊 133"/>
            <p:cNvSpPr txBox="1"/>
            <p:nvPr/>
          </p:nvSpPr>
          <p:spPr>
            <a:xfrm>
              <a:off x="7318410" y="505993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98" name="直線接點 97"/>
            <p:cNvCxnSpPr>
              <a:stCxn id="94" idx="3"/>
              <a:endCxn id="101" idx="0"/>
            </p:cNvCxnSpPr>
            <p:nvPr/>
          </p:nvCxnSpPr>
          <p:spPr>
            <a:xfrm rot="5400000">
              <a:off x="5657583" y="2919255"/>
              <a:ext cx="519310" cy="7616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橢圓 108"/>
            <p:cNvSpPr/>
            <p:nvPr/>
          </p:nvSpPr>
          <p:spPr>
            <a:xfrm>
              <a:off x="7123932" y="3571876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25" name="直線接點 124"/>
            <p:cNvCxnSpPr>
              <a:stCxn id="109" idx="3"/>
              <a:endCxn id="113" idx="0"/>
            </p:cNvCxnSpPr>
            <p:nvPr/>
          </p:nvCxnSpPr>
          <p:spPr>
            <a:xfrm rot="5400000">
              <a:off x="6719235" y="3838031"/>
              <a:ext cx="519310" cy="3528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線接點 132"/>
            <p:cNvCxnSpPr>
              <a:stCxn id="94" idx="6"/>
              <a:endCxn id="109" idx="1"/>
            </p:cNvCxnSpPr>
            <p:nvPr/>
          </p:nvCxnSpPr>
          <p:spPr>
            <a:xfrm>
              <a:off x="6480990" y="2964653"/>
              <a:ext cx="674328" cy="6386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橢圓 92"/>
            <p:cNvSpPr/>
            <p:nvPr/>
          </p:nvSpPr>
          <p:spPr>
            <a:xfrm>
              <a:off x="7623998" y="4286256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22" name="直線接點 121"/>
            <p:cNvCxnSpPr>
              <a:stCxn id="109" idx="5"/>
              <a:endCxn id="93" idx="0"/>
            </p:cNvCxnSpPr>
            <p:nvPr/>
          </p:nvCxnSpPr>
          <p:spPr>
            <a:xfrm rot="16200000" flipH="1">
              <a:off x="7253281" y="3808382"/>
              <a:ext cx="531452" cy="424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接點 125"/>
            <p:cNvCxnSpPr>
              <a:stCxn id="93" idx="3"/>
              <a:endCxn id="131" idx="0"/>
            </p:cNvCxnSpPr>
            <p:nvPr/>
          </p:nvCxnSpPr>
          <p:spPr>
            <a:xfrm rot="5400000">
              <a:off x="7326458" y="4588130"/>
              <a:ext cx="447872" cy="2099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橢圓 128"/>
            <p:cNvSpPr/>
            <p:nvPr/>
          </p:nvSpPr>
          <p:spPr>
            <a:xfrm>
              <a:off x="7715272" y="5643578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9" name="文字方塊 138"/>
            <p:cNvSpPr txBox="1"/>
            <p:nvPr/>
          </p:nvSpPr>
          <p:spPr>
            <a:xfrm>
              <a:off x="7715272" y="578645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8" name="文字方塊 117"/>
            <p:cNvSpPr txBox="1"/>
            <p:nvPr/>
          </p:nvSpPr>
          <p:spPr>
            <a:xfrm>
              <a:off x="7909750" y="413123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橢圓 94"/>
            <p:cNvSpPr/>
            <p:nvPr/>
          </p:nvSpPr>
          <p:spPr>
            <a:xfrm>
              <a:off x="7929586" y="4929198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97" name="直線接點 96"/>
            <p:cNvCxnSpPr>
              <a:stCxn id="93" idx="5"/>
              <a:endCxn id="95" idx="0"/>
            </p:cNvCxnSpPr>
            <p:nvPr/>
          </p:nvCxnSpPr>
          <p:spPr>
            <a:xfrm rot="16200000" flipH="1">
              <a:off x="7691827" y="4584282"/>
              <a:ext cx="460014" cy="2298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橢圓 122"/>
            <p:cNvSpPr/>
            <p:nvPr/>
          </p:nvSpPr>
          <p:spPr>
            <a:xfrm>
              <a:off x="8195502" y="5643578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4" name="文字方塊 123"/>
            <p:cNvSpPr txBox="1"/>
            <p:nvPr/>
          </p:nvSpPr>
          <p:spPr>
            <a:xfrm>
              <a:off x="8195502" y="578645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41" name="直線接點 140"/>
            <p:cNvCxnSpPr>
              <a:stCxn id="95" idx="3"/>
              <a:endCxn id="129" idx="0"/>
            </p:cNvCxnSpPr>
            <p:nvPr/>
          </p:nvCxnSpPr>
          <p:spPr>
            <a:xfrm rot="5400000">
              <a:off x="7625975" y="5308581"/>
              <a:ext cx="531452" cy="1385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接點 142"/>
            <p:cNvCxnSpPr>
              <a:stCxn id="95" idx="5"/>
              <a:endCxn id="123" idx="0"/>
            </p:cNvCxnSpPr>
            <p:nvPr/>
          </p:nvCxnSpPr>
          <p:spPr>
            <a:xfrm rot="16200000" flipH="1">
              <a:off x="7941860" y="5282779"/>
              <a:ext cx="531452" cy="1901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Step 2: Computing a compressed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(19)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The running time to compute the compressed 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quadtree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is O(n) by a simple amortization argument.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33</a:t>
            </a:fld>
            <a:endParaRPr lang="zh-TW" altLang="en-US"/>
          </a:p>
        </p:txBody>
      </p:sp>
      <p:grpSp>
        <p:nvGrpSpPr>
          <p:cNvPr id="125" name="群組 124"/>
          <p:cNvGrpSpPr/>
          <p:nvPr/>
        </p:nvGrpSpPr>
        <p:grpSpPr>
          <a:xfrm>
            <a:off x="5072066" y="3357562"/>
            <a:ext cx="3714776" cy="2928958"/>
            <a:chOff x="1571604" y="2428868"/>
            <a:chExt cx="5715040" cy="3538121"/>
          </a:xfrm>
        </p:grpSpPr>
        <p:grpSp>
          <p:nvGrpSpPr>
            <p:cNvPr id="126" name="群組 218"/>
            <p:cNvGrpSpPr/>
            <p:nvPr/>
          </p:nvGrpSpPr>
          <p:grpSpPr>
            <a:xfrm>
              <a:off x="1571605" y="2428868"/>
              <a:ext cx="5715046" cy="3538121"/>
              <a:chOff x="1357290" y="2000240"/>
              <a:chExt cx="5000660" cy="2983122"/>
            </a:xfrm>
          </p:grpSpPr>
          <p:sp>
            <p:nvSpPr>
              <p:cNvPr id="143" name="橢圓 142"/>
              <p:cNvSpPr/>
              <p:nvPr/>
            </p:nvSpPr>
            <p:spPr>
              <a:xfrm>
                <a:off x="4357686" y="200024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5" name="橢圓 144"/>
              <p:cNvSpPr/>
              <p:nvPr/>
            </p:nvSpPr>
            <p:spPr>
              <a:xfrm>
                <a:off x="1928794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6" name="橢圓 145"/>
              <p:cNvSpPr/>
              <p:nvPr/>
            </p:nvSpPr>
            <p:spPr>
              <a:xfrm>
                <a:off x="3571868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7" name="橢圓 146"/>
              <p:cNvSpPr/>
              <p:nvPr/>
            </p:nvSpPr>
            <p:spPr>
              <a:xfrm>
                <a:off x="5500694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48" name="直線接點 147"/>
              <p:cNvCxnSpPr>
                <a:stCxn id="145" idx="7"/>
                <a:endCxn id="143" idx="2"/>
              </p:cNvCxnSpPr>
              <p:nvPr/>
            </p:nvCxnSpPr>
            <p:spPr>
              <a:xfrm rot="5400000" flipH="1" flipV="1">
                <a:off x="2958517" y="1357299"/>
                <a:ext cx="613351" cy="21849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線接點 148"/>
              <p:cNvCxnSpPr>
                <a:stCxn id="146" idx="0"/>
                <a:endCxn id="143" idx="3"/>
              </p:cNvCxnSpPr>
              <p:nvPr/>
            </p:nvCxnSpPr>
            <p:spPr>
              <a:xfrm rot="5400000" flipH="1" flipV="1">
                <a:off x="3821901" y="2136989"/>
                <a:ext cx="470475" cy="6847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線接點 149"/>
              <p:cNvCxnSpPr>
                <a:stCxn id="182" idx="0"/>
                <a:endCxn id="143" idx="5"/>
              </p:cNvCxnSpPr>
              <p:nvPr/>
            </p:nvCxnSpPr>
            <p:spPr>
              <a:xfrm rot="16200000" flipV="1">
                <a:off x="4494435" y="2351302"/>
                <a:ext cx="470475" cy="2561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線接點 150"/>
              <p:cNvCxnSpPr>
                <a:stCxn id="147" idx="1"/>
                <a:endCxn id="143" idx="6"/>
              </p:cNvCxnSpPr>
              <p:nvPr/>
            </p:nvCxnSpPr>
            <p:spPr>
              <a:xfrm rot="16200000" flipV="1">
                <a:off x="4786315" y="2000240"/>
                <a:ext cx="613351" cy="8991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橢圓 151"/>
              <p:cNvSpPr/>
              <p:nvPr/>
            </p:nvSpPr>
            <p:spPr>
              <a:xfrm>
                <a:off x="5500694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3" name="橢圓 152"/>
              <p:cNvSpPr/>
              <p:nvPr/>
            </p:nvSpPr>
            <p:spPr>
              <a:xfrm>
                <a:off x="4929190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4" name="橢圓 153"/>
              <p:cNvSpPr/>
              <p:nvPr/>
            </p:nvSpPr>
            <p:spPr>
              <a:xfrm>
                <a:off x="5715008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55" name="直線接點 154"/>
              <p:cNvCxnSpPr>
                <a:stCxn id="153" idx="0"/>
                <a:endCxn id="152" idx="2"/>
              </p:cNvCxnSpPr>
              <p:nvPr/>
            </p:nvCxnSpPr>
            <p:spPr>
              <a:xfrm rot="5400000" flipH="1" flipV="1">
                <a:off x="4893471" y="3036091"/>
                <a:ext cx="785818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線接點 155"/>
              <p:cNvCxnSpPr>
                <a:stCxn id="159" idx="0"/>
                <a:endCxn id="152" idx="3"/>
              </p:cNvCxnSpPr>
              <p:nvPr/>
            </p:nvCxnSpPr>
            <p:spPr>
              <a:xfrm rot="5400000" flipH="1" flipV="1">
                <a:off x="5143504" y="3244278"/>
                <a:ext cx="684789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線接點 156"/>
              <p:cNvCxnSpPr>
                <a:stCxn id="154" idx="0"/>
                <a:endCxn id="152" idx="5"/>
              </p:cNvCxnSpPr>
              <p:nvPr/>
            </p:nvCxnSpPr>
            <p:spPr>
              <a:xfrm rot="16200000" flipV="1">
                <a:off x="5458848" y="3244277"/>
                <a:ext cx="684789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線接點 157"/>
              <p:cNvCxnSpPr>
                <a:stCxn id="160" idx="0"/>
                <a:endCxn id="152" idx="6"/>
              </p:cNvCxnSpPr>
              <p:nvPr/>
            </p:nvCxnSpPr>
            <p:spPr>
              <a:xfrm rot="16200000" flipV="1">
                <a:off x="5607851" y="3036091"/>
                <a:ext cx="785818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矩形 158"/>
              <p:cNvSpPr/>
              <p:nvPr/>
            </p:nvSpPr>
            <p:spPr>
              <a:xfrm>
                <a:off x="5286380" y="3643314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0" name="矩形 159"/>
              <p:cNvSpPr/>
              <p:nvPr/>
            </p:nvSpPr>
            <p:spPr>
              <a:xfrm>
                <a:off x="6072198" y="3643314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1" name="橢圓 160"/>
              <p:cNvSpPr/>
              <p:nvPr/>
            </p:nvSpPr>
            <p:spPr>
              <a:xfrm>
                <a:off x="3571868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2" name="橢圓 161"/>
              <p:cNvSpPr/>
              <p:nvPr/>
            </p:nvSpPr>
            <p:spPr>
              <a:xfrm>
                <a:off x="3571868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3" name="橢圓 162"/>
              <p:cNvSpPr/>
              <p:nvPr/>
            </p:nvSpPr>
            <p:spPr>
              <a:xfrm>
                <a:off x="3786182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64" name="直線接點 163"/>
              <p:cNvCxnSpPr>
                <a:stCxn id="180" idx="0"/>
                <a:endCxn id="162" idx="2"/>
              </p:cNvCxnSpPr>
              <p:nvPr/>
            </p:nvCxnSpPr>
            <p:spPr>
              <a:xfrm rot="5400000" flipH="1" flipV="1">
                <a:off x="2964645" y="3036091"/>
                <a:ext cx="785818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線接點 164"/>
              <p:cNvCxnSpPr>
                <a:stCxn id="168" idx="0"/>
                <a:endCxn id="162" idx="3"/>
              </p:cNvCxnSpPr>
              <p:nvPr/>
            </p:nvCxnSpPr>
            <p:spPr>
              <a:xfrm rot="5400000" flipH="1" flipV="1">
                <a:off x="3214678" y="3244278"/>
                <a:ext cx="684789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線接點 165"/>
              <p:cNvCxnSpPr>
                <a:stCxn id="163" idx="0"/>
                <a:endCxn id="162" idx="5"/>
              </p:cNvCxnSpPr>
              <p:nvPr/>
            </p:nvCxnSpPr>
            <p:spPr>
              <a:xfrm rot="16200000" flipV="1">
                <a:off x="3530022" y="3244277"/>
                <a:ext cx="684789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線接點 166"/>
              <p:cNvCxnSpPr>
                <a:stCxn id="181" idx="0"/>
                <a:endCxn id="162" idx="6"/>
              </p:cNvCxnSpPr>
              <p:nvPr/>
            </p:nvCxnSpPr>
            <p:spPr>
              <a:xfrm rot="16200000" flipV="1">
                <a:off x="3679025" y="3036091"/>
                <a:ext cx="785818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8" name="矩形 167"/>
              <p:cNvSpPr/>
              <p:nvPr/>
            </p:nvSpPr>
            <p:spPr>
              <a:xfrm>
                <a:off x="3357554" y="3643314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9" name="橢圓 168"/>
              <p:cNvSpPr/>
              <p:nvPr/>
            </p:nvSpPr>
            <p:spPr>
              <a:xfrm>
                <a:off x="1928794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0" name="橢圓 169"/>
              <p:cNvSpPr/>
              <p:nvPr/>
            </p:nvSpPr>
            <p:spPr>
              <a:xfrm>
                <a:off x="1928794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1" name="橢圓 170"/>
              <p:cNvSpPr/>
              <p:nvPr/>
            </p:nvSpPr>
            <p:spPr>
              <a:xfrm>
                <a:off x="1928794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2" name="橢圓 171"/>
              <p:cNvSpPr/>
              <p:nvPr/>
            </p:nvSpPr>
            <p:spPr>
              <a:xfrm>
                <a:off x="2143108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73" name="直線接點 172"/>
              <p:cNvCxnSpPr>
                <a:stCxn id="179" idx="0"/>
                <a:endCxn id="171" idx="2"/>
              </p:cNvCxnSpPr>
              <p:nvPr/>
            </p:nvCxnSpPr>
            <p:spPr>
              <a:xfrm rot="5400000" flipH="1" flipV="1">
                <a:off x="1321571" y="3036091"/>
                <a:ext cx="785818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線接點 173"/>
              <p:cNvCxnSpPr>
                <a:stCxn id="172" idx="0"/>
                <a:endCxn id="171" idx="5"/>
              </p:cNvCxnSpPr>
              <p:nvPr/>
            </p:nvCxnSpPr>
            <p:spPr>
              <a:xfrm rot="16200000" flipV="1">
                <a:off x="1886948" y="3244277"/>
                <a:ext cx="684789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線接點 174"/>
              <p:cNvCxnSpPr>
                <a:stCxn id="176" idx="0"/>
                <a:endCxn id="171" idx="6"/>
              </p:cNvCxnSpPr>
              <p:nvPr/>
            </p:nvCxnSpPr>
            <p:spPr>
              <a:xfrm rot="16200000" flipV="1">
                <a:off x="2035951" y="3036091"/>
                <a:ext cx="785818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矩形 175"/>
              <p:cNvSpPr/>
              <p:nvPr/>
            </p:nvSpPr>
            <p:spPr>
              <a:xfrm>
                <a:off x="2500298" y="3643314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7" name="橢圓 176"/>
              <p:cNvSpPr/>
              <p:nvPr/>
            </p:nvSpPr>
            <p:spPr>
              <a:xfrm>
                <a:off x="1714480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78" name="直線接點 177"/>
              <p:cNvCxnSpPr>
                <a:stCxn id="171" idx="3"/>
                <a:endCxn id="177" idx="0"/>
              </p:cNvCxnSpPr>
              <p:nvPr/>
            </p:nvCxnSpPr>
            <p:spPr>
              <a:xfrm rot="5400000">
                <a:off x="1571605" y="3244277"/>
                <a:ext cx="684789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" name="矩形 178"/>
              <p:cNvSpPr/>
              <p:nvPr/>
            </p:nvSpPr>
            <p:spPr>
              <a:xfrm>
                <a:off x="1357290" y="3643314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3000364" y="3643314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1" name="橢圓 180"/>
              <p:cNvSpPr/>
              <p:nvPr/>
            </p:nvSpPr>
            <p:spPr>
              <a:xfrm>
                <a:off x="4143372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2" name="橢圓 181"/>
              <p:cNvSpPr/>
              <p:nvPr/>
            </p:nvSpPr>
            <p:spPr>
              <a:xfrm>
                <a:off x="4714876" y="271462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3" name="橢圓 182"/>
              <p:cNvSpPr/>
              <p:nvPr/>
            </p:nvSpPr>
            <p:spPr>
              <a:xfrm>
                <a:off x="2143108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4" name="橢圓 183"/>
              <p:cNvSpPr/>
              <p:nvPr/>
            </p:nvSpPr>
            <p:spPr>
              <a:xfrm>
                <a:off x="2143108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5" name="橢圓 184"/>
              <p:cNvSpPr/>
              <p:nvPr/>
            </p:nvSpPr>
            <p:spPr>
              <a:xfrm>
                <a:off x="2143108" y="3643314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86" name="直線接點 185"/>
              <p:cNvCxnSpPr>
                <a:stCxn id="190" idx="0"/>
                <a:endCxn id="185" idx="2"/>
              </p:cNvCxnSpPr>
              <p:nvPr/>
            </p:nvCxnSpPr>
            <p:spPr>
              <a:xfrm rot="5400000" flipH="1" flipV="1">
                <a:off x="1571604" y="3929066"/>
                <a:ext cx="714380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線接點 186"/>
              <p:cNvCxnSpPr>
                <a:stCxn id="191" idx="0"/>
                <a:endCxn id="185" idx="3"/>
              </p:cNvCxnSpPr>
              <p:nvPr/>
            </p:nvCxnSpPr>
            <p:spPr>
              <a:xfrm rot="5400000" flipH="1" flipV="1">
                <a:off x="1821637" y="4137253"/>
                <a:ext cx="613351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線接點 187"/>
              <p:cNvCxnSpPr>
                <a:stCxn id="193" idx="0"/>
                <a:endCxn id="185" idx="5"/>
              </p:cNvCxnSpPr>
              <p:nvPr/>
            </p:nvCxnSpPr>
            <p:spPr>
              <a:xfrm rot="16200000" flipV="1">
                <a:off x="2136981" y="4137252"/>
                <a:ext cx="613351" cy="1132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線接點 188"/>
              <p:cNvCxnSpPr>
                <a:stCxn id="192" idx="0"/>
                <a:endCxn id="185" idx="6"/>
              </p:cNvCxnSpPr>
              <p:nvPr/>
            </p:nvCxnSpPr>
            <p:spPr>
              <a:xfrm rot="16200000" flipV="1">
                <a:off x="2285984" y="3929066"/>
                <a:ext cx="714380" cy="428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0" name="矩形 189"/>
              <p:cNvSpPr/>
              <p:nvPr/>
            </p:nvSpPr>
            <p:spPr>
              <a:xfrm>
                <a:off x="1571604" y="4500570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1" name="橢圓 190"/>
              <p:cNvSpPr/>
              <p:nvPr/>
            </p:nvSpPr>
            <p:spPr>
              <a:xfrm>
                <a:off x="1928794" y="450057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2" name="橢圓 191"/>
              <p:cNvSpPr/>
              <p:nvPr/>
            </p:nvSpPr>
            <p:spPr>
              <a:xfrm>
                <a:off x="2714612" y="4500570"/>
                <a:ext cx="285752" cy="28575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3" name="矩形 192"/>
              <p:cNvSpPr/>
              <p:nvPr/>
            </p:nvSpPr>
            <p:spPr>
              <a:xfrm>
                <a:off x="2357422" y="4500570"/>
                <a:ext cx="285752" cy="28575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4" name="文字方塊 193"/>
              <p:cNvSpPr txBox="1"/>
              <p:nvPr/>
            </p:nvSpPr>
            <p:spPr>
              <a:xfrm>
                <a:off x="4857751" y="2893483"/>
                <a:ext cx="574150" cy="311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b="1" baseline="-25000" dirty="0" smtClean="0">
                    <a:latin typeface="Times New Roman" pitchFamily="18" charset="0"/>
                    <a:cs typeface="Times New Roman" pitchFamily="18" charset="0"/>
                  </a:rPr>
                  <a:t>6</a:t>
                </a:r>
                <a:endParaRPr lang="zh-TW" altLang="en-US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5" name="文字方塊 194"/>
              <p:cNvSpPr txBox="1"/>
              <p:nvPr/>
            </p:nvSpPr>
            <p:spPr>
              <a:xfrm>
                <a:off x="4786313" y="3807201"/>
                <a:ext cx="645588" cy="311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b="1" baseline="-25000" dirty="0" smtClean="0">
                    <a:latin typeface="Times New Roman" pitchFamily="18" charset="0"/>
                    <a:cs typeface="Times New Roman" pitchFamily="18" charset="0"/>
                  </a:rPr>
                  <a:t>7</a:t>
                </a:r>
                <a:endParaRPr lang="zh-TW" altLang="en-US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6" name="文字方塊 195"/>
              <p:cNvSpPr txBox="1"/>
              <p:nvPr/>
            </p:nvSpPr>
            <p:spPr>
              <a:xfrm>
                <a:off x="5643569" y="3807201"/>
                <a:ext cx="621775" cy="337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sz="2000" b="1" baseline="-25000" dirty="0" smtClean="0">
                    <a:latin typeface="Times New Roman" pitchFamily="18" charset="0"/>
                    <a:cs typeface="Times New Roman" pitchFamily="18" charset="0"/>
                  </a:rPr>
                  <a:t>8</a:t>
                </a:r>
                <a:endParaRPr lang="zh-TW" altLang="en-US" sz="20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7" name="文字方塊 196"/>
              <p:cNvSpPr txBox="1"/>
              <p:nvPr/>
            </p:nvSpPr>
            <p:spPr>
              <a:xfrm>
                <a:off x="4143370" y="3814708"/>
                <a:ext cx="640296" cy="311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b="1" baseline="-25000" dirty="0" smtClean="0">
                    <a:latin typeface="Times New Roman" pitchFamily="18" charset="0"/>
                    <a:cs typeface="Times New Roman" pitchFamily="18" charset="0"/>
                  </a:rPr>
                  <a:t>5</a:t>
                </a:r>
                <a:endParaRPr lang="zh-TW" altLang="en-US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8" name="文字方塊 197"/>
              <p:cNvSpPr txBox="1"/>
              <p:nvPr/>
            </p:nvSpPr>
            <p:spPr>
              <a:xfrm>
                <a:off x="3643306" y="3814708"/>
                <a:ext cx="584733" cy="311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b="1" baseline="-25000" dirty="0" smtClean="0">
                    <a:latin typeface="Times New Roman" pitchFamily="18" charset="0"/>
                    <a:cs typeface="Times New Roman" pitchFamily="18" charset="0"/>
                  </a:rPr>
                  <a:t>4</a:t>
                </a:r>
                <a:endParaRPr lang="zh-TW" altLang="en-US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9" name="文字方塊 198"/>
              <p:cNvSpPr txBox="1"/>
              <p:nvPr/>
            </p:nvSpPr>
            <p:spPr>
              <a:xfrm>
                <a:off x="2714611" y="4671964"/>
                <a:ext cx="587379" cy="311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b="1" baseline="-25000" dirty="0" smtClean="0">
                    <a:latin typeface="Times New Roman" pitchFamily="18" charset="0"/>
                    <a:cs typeface="Times New Roman" pitchFamily="18" charset="0"/>
                  </a:rPr>
                  <a:t>3</a:t>
                </a:r>
                <a:endParaRPr lang="zh-TW" altLang="en-US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0" name="文字方塊 199"/>
              <p:cNvSpPr txBox="1"/>
              <p:nvPr/>
            </p:nvSpPr>
            <p:spPr>
              <a:xfrm>
                <a:off x="1928793" y="4671964"/>
                <a:ext cx="632358" cy="311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b="1" baseline="-250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zh-TW" altLang="en-US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1" name="文字方塊 200"/>
              <p:cNvSpPr txBox="1"/>
              <p:nvPr/>
            </p:nvSpPr>
            <p:spPr>
              <a:xfrm>
                <a:off x="1571604" y="3857196"/>
                <a:ext cx="619129" cy="311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b="1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zh-TW" altLang="en-US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35" name="文字方塊 134"/>
            <p:cNvSpPr txBox="1"/>
            <p:nvPr/>
          </p:nvSpPr>
          <p:spPr>
            <a:xfrm>
              <a:off x="1791413" y="3000372"/>
              <a:ext cx="9231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SW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文字方塊 136"/>
            <p:cNvSpPr txBox="1"/>
            <p:nvPr/>
          </p:nvSpPr>
          <p:spPr>
            <a:xfrm>
              <a:off x="3549887" y="3000372"/>
              <a:ext cx="9341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NW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文字方塊 137"/>
            <p:cNvSpPr txBox="1"/>
            <p:nvPr/>
          </p:nvSpPr>
          <p:spPr>
            <a:xfrm>
              <a:off x="4890724" y="3000372"/>
              <a:ext cx="857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SE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文字方塊 140"/>
            <p:cNvSpPr txBox="1"/>
            <p:nvPr/>
          </p:nvSpPr>
          <p:spPr>
            <a:xfrm>
              <a:off x="6429389" y="2988230"/>
              <a:ext cx="857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latin typeface="Times New Roman" pitchFamily="18" charset="0"/>
                  <a:cs typeface="Times New Roman" pitchFamily="18" charset="0"/>
                </a:rPr>
                <a:t>NE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02" name="群組 201"/>
          <p:cNvGrpSpPr/>
          <p:nvPr/>
        </p:nvGrpSpPr>
        <p:grpSpPr>
          <a:xfrm>
            <a:off x="908826" y="2571744"/>
            <a:ext cx="3877488" cy="4226984"/>
            <a:chOff x="4695040" y="1928802"/>
            <a:chExt cx="3877488" cy="4226984"/>
          </a:xfrm>
        </p:grpSpPr>
        <p:sp>
          <p:nvSpPr>
            <p:cNvPr id="203" name="橢圓 202"/>
            <p:cNvSpPr/>
            <p:nvPr/>
          </p:nvSpPr>
          <p:spPr>
            <a:xfrm>
              <a:off x="5623734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4" name="橢圓 203"/>
            <p:cNvSpPr/>
            <p:nvPr/>
          </p:nvSpPr>
          <p:spPr>
            <a:xfrm>
              <a:off x="5429256" y="3559734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05" name="文字方塊 204"/>
            <p:cNvSpPr txBox="1"/>
            <p:nvPr/>
          </p:nvSpPr>
          <p:spPr>
            <a:xfrm>
              <a:off x="5480858" y="192880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0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6" name="文字方塊 205"/>
            <p:cNvSpPr txBox="1"/>
            <p:nvPr/>
          </p:nvSpPr>
          <p:spPr>
            <a:xfrm>
              <a:off x="6480990" y="264318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7" name="橢圓 206"/>
            <p:cNvSpPr/>
            <p:nvPr/>
          </p:nvSpPr>
          <p:spPr>
            <a:xfrm>
              <a:off x="5766610" y="4286256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08" name="橢圓 207"/>
            <p:cNvSpPr/>
            <p:nvPr/>
          </p:nvSpPr>
          <p:spPr>
            <a:xfrm>
              <a:off x="5052230" y="420267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209" name="直線接點 208"/>
            <p:cNvCxnSpPr>
              <a:stCxn id="204" idx="5"/>
              <a:endCxn id="207" idx="0"/>
            </p:cNvCxnSpPr>
            <p:nvPr/>
          </p:nvCxnSpPr>
          <p:spPr>
            <a:xfrm rot="16200000" flipH="1">
              <a:off x="5471178" y="3883667"/>
              <a:ext cx="543594" cy="2615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線接點 209"/>
            <p:cNvCxnSpPr>
              <a:stCxn id="204" idx="3"/>
              <a:endCxn id="208" idx="0"/>
            </p:cNvCxnSpPr>
            <p:nvPr/>
          </p:nvCxnSpPr>
          <p:spPr>
            <a:xfrm rot="5400000">
              <a:off x="5080008" y="3822042"/>
              <a:ext cx="460014" cy="3012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文字方塊 210"/>
            <p:cNvSpPr txBox="1"/>
            <p:nvPr/>
          </p:nvSpPr>
          <p:spPr>
            <a:xfrm>
              <a:off x="4695040" y="405980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2" name="文字方塊 211"/>
            <p:cNvSpPr txBox="1"/>
            <p:nvPr/>
          </p:nvSpPr>
          <p:spPr>
            <a:xfrm>
              <a:off x="7338246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3" name="橢圓 212"/>
            <p:cNvSpPr/>
            <p:nvPr/>
          </p:nvSpPr>
          <p:spPr>
            <a:xfrm>
              <a:off x="5500694" y="491705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14" name="橢圓 213"/>
            <p:cNvSpPr/>
            <p:nvPr/>
          </p:nvSpPr>
          <p:spPr>
            <a:xfrm>
              <a:off x="6000760" y="491705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215" name="直線接點 214"/>
            <p:cNvCxnSpPr>
              <a:stCxn id="207" idx="3"/>
              <a:endCxn id="213" idx="0"/>
            </p:cNvCxnSpPr>
            <p:nvPr/>
          </p:nvCxnSpPr>
          <p:spPr>
            <a:xfrm rot="5400000">
              <a:off x="5478988" y="4598048"/>
              <a:ext cx="447872" cy="1901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線接點 215"/>
            <p:cNvCxnSpPr>
              <a:stCxn id="207" idx="5"/>
              <a:endCxn id="214" idx="0"/>
            </p:cNvCxnSpPr>
            <p:nvPr/>
          </p:nvCxnSpPr>
          <p:spPr>
            <a:xfrm rot="16200000" flipH="1">
              <a:off x="5804791" y="4613930"/>
              <a:ext cx="447872" cy="1583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文字方塊 216"/>
            <p:cNvSpPr txBox="1"/>
            <p:nvPr/>
          </p:nvSpPr>
          <p:spPr>
            <a:xfrm>
              <a:off x="5337982" y="505993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8" name="文字方塊 217"/>
            <p:cNvSpPr txBox="1"/>
            <p:nvPr/>
          </p:nvSpPr>
          <p:spPr>
            <a:xfrm>
              <a:off x="5980924" y="505993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9" name="橢圓 218"/>
            <p:cNvSpPr/>
            <p:nvPr/>
          </p:nvSpPr>
          <p:spPr>
            <a:xfrm>
              <a:off x="6695304" y="4274114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20" name="文字方塊 219"/>
            <p:cNvSpPr txBox="1"/>
            <p:nvPr/>
          </p:nvSpPr>
          <p:spPr>
            <a:xfrm>
              <a:off x="6409552" y="505993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1" name="橢圓 220"/>
            <p:cNvSpPr/>
            <p:nvPr/>
          </p:nvSpPr>
          <p:spPr>
            <a:xfrm>
              <a:off x="6409552" y="491705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222" name="直線接點 221"/>
            <p:cNvCxnSpPr>
              <a:stCxn id="219" idx="3"/>
              <a:endCxn id="221" idx="0"/>
            </p:cNvCxnSpPr>
            <p:nvPr/>
          </p:nvCxnSpPr>
          <p:spPr>
            <a:xfrm rot="5400000">
              <a:off x="6391693" y="4582059"/>
              <a:ext cx="460014" cy="2099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橢圓 222"/>
            <p:cNvSpPr/>
            <p:nvPr/>
          </p:nvSpPr>
          <p:spPr>
            <a:xfrm>
              <a:off x="6981056" y="491705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224" name="直線接點 223"/>
            <p:cNvCxnSpPr>
              <a:stCxn id="219" idx="5"/>
              <a:endCxn id="223" idx="0"/>
            </p:cNvCxnSpPr>
            <p:nvPr/>
          </p:nvCxnSpPr>
          <p:spPr>
            <a:xfrm rot="16200000" flipH="1">
              <a:off x="6753215" y="4582058"/>
              <a:ext cx="460014" cy="2099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文字方塊 224"/>
            <p:cNvSpPr txBox="1"/>
            <p:nvPr/>
          </p:nvSpPr>
          <p:spPr>
            <a:xfrm>
              <a:off x="6909618" y="505993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6" name="橢圓 225"/>
            <p:cNvSpPr/>
            <p:nvPr/>
          </p:nvSpPr>
          <p:spPr>
            <a:xfrm>
              <a:off x="6266676" y="2857496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27" name="直線接點 226"/>
            <p:cNvCxnSpPr>
              <a:stCxn id="203" idx="5"/>
              <a:endCxn id="226" idx="1"/>
            </p:cNvCxnSpPr>
            <p:nvPr/>
          </p:nvCxnSpPr>
          <p:spPr>
            <a:xfrm rot="16200000" flipH="1">
              <a:off x="5842381" y="2433201"/>
              <a:ext cx="419962" cy="491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橢圓 227"/>
            <p:cNvSpPr/>
            <p:nvPr/>
          </p:nvSpPr>
          <p:spPr>
            <a:xfrm>
              <a:off x="7338246" y="491705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29" name="文字方塊 228"/>
            <p:cNvSpPr txBox="1"/>
            <p:nvPr/>
          </p:nvSpPr>
          <p:spPr>
            <a:xfrm>
              <a:off x="7318410" y="505993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30" name="直線接點 229"/>
            <p:cNvCxnSpPr>
              <a:stCxn id="226" idx="3"/>
              <a:endCxn id="204" idx="0"/>
            </p:cNvCxnSpPr>
            <p:nvPr/>
          </p:nvCxnSpPr>
          <p:spPr>
            <a:xfrm rot="5400000">
              <a:off x="5657583" y="2919255"/>
              <a:ext cx="519310" cy="7616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橢圓 230"/>
            <p:cNvSpPr/>
            <p:nvPr/>
          </p:nvSpPr>
          <p:spPr>
            <a:xfrm>
              <a:off x="7123932" y="3571876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232" name="直線接點 231"/>
            <p:cNvCxnSpPr>
              <a:stCxn id="231" idx="3"/>
              <a:endCxn id="219" idx="0"/>
            </p:cNvCxnSpPr>
            <p:nvPr/>
          </p:nvCxnSpPr>
          <p:spPr>
            <a:xfrm rot="5400000">
              <a:off x="6719235" y="3838031"/>
              <a:ext cx="519310" cy="3528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線接點 232"/>
            <p:cNvCxnSpPr>
              <a:stCxn id="226" idx="6"/>
              <a:endCxn id="231" idx="1"/>
            </p:cNvCxnSpPr>
            <p:nvPr/>
          </p:nvCxnSpPr>
          <p:spPr>
            <a:xfrm>
              <a:off x="6480990" y="2964653"/>
              <a:ext cx="674328" cy="6386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橢圓 233"/>
            <p:cNvSpPr/>
            <p:nvPr/>
          </p:nvSpPr>
          <p:spPr>
            <a:xfrm>
              <a:off x="7623998" y="4286256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235" name="直線接點 234"/>
            <p:cNvCxnSpPr>
              <a:stCxn id="231" idx="5"/>
              <a:endCxn id="234" idx="0"/>
            </p:cNvCxnSpPr>
            <p:nvPr/>
          </p:nvCxnSpPr>
          <p:spPr>
            <a:xfrm rot="16200000" flipH="1">
              <a:off x="7253281" y="3808382"/>
              <a:ext cx="531452" cy="424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線接點 235"/>
            <p:cNvCxnSpPr>
              <a:stCxn id="234" idx="3"/>
              <a:endCxn id="228" idx="0"/>
            </p:cNvCxnSpPr>
            <p:nvPr/>
          </p:nvCxnSpPr>
          <p:spPr>
            <a:xfrm rot="5400000">
              <a:off x="7326458" y="4588130"/>
              <a:ext cx="447872" cy="2099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橢圓 236"/>
            <p:cNvSpPr/>
            <p:nvPr/>
          </p:nvSpPr>
          <p:spPr>
            <a:xfrm>
              <a:off x="7715272" y="5643578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38" name="文字方塊 237"/>
            <p:cNvSpPr txBox="1"/>
            <p:nvPr/>
          </p:nvSpPr>
          <p:spPr>
            <a:xfrm>
              <a:off x="7715272" y="578645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9" name="文字方塊 238"/>
            <p:cNvSpPr txBox="1"/>
            <p:nvPr/>
          </p:nvSpPr>
          <p:spPr>
            <a:xfrm>
              <a:off x="7909750" y="413123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0" name="橢圓 239"/>
            <p:cNvSpPr/>
            <p:nvPr/>
          </p:nvSpPr>
          <p:spPr>
            <a:xfrm>
              <a:off x="7929586" y="4929198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241" name="直線接點 240"/>
            <p:cNvCxnSpPr>
              <a:stCxn id="234" idx="5"/>
              <a:endCxn id="240" idx="0"/>
            </p:cNvCxnSpPr>
            <p:nvPr/>
          </p:nvCxnSpPr>
          <p:spPr>
            <a:xfrm rot="16200000" flipH="1">
              <a:off x="7691827" y="4584282"/>
              <a:ext cx="460014" cy="2298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橢圓 241"/>
            <p:cNvSpPr/>
            <p:nvPr/>
          </p:nvSpPr>
          <p:spPr>
            <a:xfrm>
              <a:off x="8195502" y="5643578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43" name="文字方塊 242"/>
            <p:cNvSpPr txBox="1"/>
            <p:nvPr/>
          </p:nvSpPr>
          <p:spPr>
            <a:xfrm>
              <a:off x="8195502" y="578645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44" name="直線接點 243"/>
            <p:cNvCxnSpPr>
              <a:stCxn id="240" idx="3"/>
              <a:endCxn id="237" idx="0"/>
            </p:cNvCxnSpPr>
            <p:nvPr/>
          </p:nvCxnSpPr>
          <p:spPr>
            <a:xfrm rot="5400000">
              <a:off x="7625975" y="5308581"/>
              <a:ext cx="531452" cy="1385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線接點 244"/>
            <p:cNvCxnSpPr>
              <a:stCxn id="240" idx="5"/>
              <a:endCxn id="242" idx="0"/>
            </p:cNvCxnSpPr>
            <p:nvPr/>
          </p:nvCxnSpPr>
          <p:spPr>
            <a:xfrm rot="16200000" flipH="1">
              <a:off x="7941860" y="5282779"/>
              <a:ext cx="531452" cy="1901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Step 3: Computing a WSPD(1)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Output: {([p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], [p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]), ([p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], [p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, 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]), ([p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], [p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]),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([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], [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, 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]),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([p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], [p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]), ([p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, 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], [p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, 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, p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])}.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34</a:t>
            </a:fld>
            <a:endParaRPr lang="zh-TW" altLang="en-US"/>
          </a:p>
        </p:txBody>
      </p:sp>
      <p:grpSp>
        <p:nvGrpSpPr>
          <p:cNvPr id="5" name="群組 48"/>
          <p:cNvGrpSpPr/>
          <p:nvPr/>
        </p:nvGrpSpPr>
        <p:grpSpPr>
          <a:xfrm>
            <a:off x="1142976" y="2559602"/>
            <a:ext cx="3929090" cy="3726918"/>
            <a:chOff x="2428860" y="2559602"/>
            <a:chExt cx="3929090" cy="3726918"/>
          </a:xfrm>
        </p:grpSpPr>
        <p:grpSp>
          <p:nvGrpSpPr>
            <p:cNvPr id="6" name="群組 82"/>
            <p:cNvGrpSpPr/>
            <p:nvPr/>
          </p:nvGrpSpPr>
          <p:grpSpPr>
            <a:xfrm>
              <a:off x="2428860" y="2559602"/>
              <a:ext cx="3929090" cy="3726918"/>
              <a:chOff x="2428860" y="2559602"/>
              <a:chExt cx="3929090" cy="3726918"/>
            </a:xfrm>
          </p:grpSpPr>
          <p:grpSp>
            <p:nvGrpSpPr>
              <p:cNvPr id="15" name="群組 4"/>
              <p:cNvGrpSpPr/>
              <p:nvPr/>
            </p:nvGrpSpPr>
            <p:grpSpPr>
              <a:xfrm>
                <a:off x="2428860" y="2559602"/>
                <a:ext cx="3929090" cy="3726918"/>
                <a:chOff x="2428860" y="2000240"/>
                <a:chExt cx="4429156" cy="4298422"/>
              </a:xfrm>
            </p:grpSpPr>
            <p:grpSp>
              <p:nvGrpSpPr>
                <p:cNvPr id="24" name="群組 74"/>
                <p:cNvGrpSpPr/>
                <p:nvPr/>
              </p:nvGrpSpPr>
              <p:grpSpPr>
                <a:xfrm>
                  <a:off x="2786051" y="2000240"/>
                  <a:ext cx="4071965" cy="3929090"/>
                  <a:chOff x="3856825" y="1214424"/>
                  <a:chExt cx="4429949" cy="4358510"/>
                </a:xfrm>
              </p:grpSpPr>
              <p:grpSp>
                <p:nvGrpSpPr>
                  <p:cNvPr id="32" name="群組 46"/>
                  <p:cNvGrpSpPr/>
                  <p:nvPr/>
                </p:nvGrpSpPr>
                <p:grpSpPr>
                  <a:xfrm>
                    <a:off x="3857620" y="5429264"/>
                    <a:ext cx="4429154" cy="143670"/>
                    <a:chOff x="3000366" y="5715016"/>
                    <a:chExt cx="4429154" cy="143670"/>
                  </a:xfrm>
                </p:grpSpPr>
                <p:cxnSp>
                  <p:nvCxnSpPr>
                    <p:cNvPr id="41" name="直線接點 40"/>
                    <p:cNvCxnSpPr/>
                    <p:nvPr/>
                  </p:nvCxnSpPr>
                  <p:spPr>
                    <a:xfrm rot="10800000">
                      <a:off x="3000366" y="5857892"/>
                      <a:ext cx="4429154" cy="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直線接點 41"/>
                    <p:cNvCxnSpPr/>
                    <p:nvPr/>
                  </p:nvCxnSpPr>
                  <p:spPr>
                    <a:xfrm rot="5400000">
                      <a:off x="349963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直線接點 42"/>
                    <p:cNvCxnSpPr/>
                    <p:nvPr/>
                  </p:nvCxnSpPr>
                  <p:spPr>
                    <a:xfrm rot="5400000">
                      <a:off x="407193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" name="直線接點 43"/>
                    <p:cNvCxnSpPr/>
                    <p:nvPr/>
                  </p:nvCxnSpPr>
                  <p:spPr>
                    <a:xfrm rot="5400000">
                      <a:off x="4642644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" name="直線接點 44"/>
                    <p:cNvCxnSpPr/>
                    <p:nvPr/>
                  </p:nvCxnSpPr>
                  <p:spPr>
                    <a:xfrm rot="5400000">
                      <a:off x="5214148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" name="直線接點 45"/>
                    <p:cNvCxnSpPr/>
                    <p:nvPr/>
                  </p:nvCxnSpPr>
                  <p:spPr>
                    <a:xfrm rot="5400000">
                      <a:off x="5785652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線接點 46"/>
                    <p:cNvCxnSpPr/>
                    <p:nvPr/>
                  </p:nvCxnSpPr>
                  <p:spPr>
                    <a:xfrm rot="5400000">
                      <a:off x="6357156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線接點 47"/>
                    <p:cNvCxnSpPr/>
                    <p:nvPr/>
                  </p:nvCxnSpPr>
                  <p:spPr>
                    <a:xfrm rot="5400000">
                      <a:off x="6928660" y="5786454"/>
                      <a:ext cx="143670" cy="79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3" name="直線接點 32"/>
                  <p:cNvCxnSpPr/>
                  <p:nvPr/>
                </p:nvCxnSpPr>
                <p:spPr>
                  <a:xfrm rot="5400000" flipH="1" flipV="1">
                    <a:off x="1678762" y="3393282"/>
                    <a:ext cx="4357717" cy="1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線接點 33"/>
                  <p:cNvCxnSpPr/>
                  <p:nvPr/>
                </p:nvCxnSpPr>
                <p:spPr>
                  <a:xfrm rot="10800000">
                    <a:off x="3856825" y="157081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線接點 34"/>
                  <p:cNvCxnSpPr/>
                  <p:nvPr/>
                </p:nvCxnSpPr>
                <p:spPr>
                  <a:xfrm rot="10800000">
                    <a:off x="3856825" y="214311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線接點 35"/>
                  <p:cNvCxnSpPr/>
                  <p:nvPr/>
                </p:nvCxnSpPr>
                <p:spPr>
                  <a:xfrm rot="10800000">
                    <a:off x="3856825" y="2713824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線接點 36"/>
                  <p:cNvCxnSpPr/>
                  <p:nvPr/>
                </p:nvCxnSpPr>
                <p:spPr>
                  <a:xfrm rot="10800000">
                    <a:off x="3856825" y="3285328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線接點 19"/>
                  <p:cNvCxnSpPr/>
                  <p:nvPr/>
                </p:nvCxnSpPr>
                <p:spPr>
                  <a:xfrm rot="10800000">
                    <a:off x="3856825" y="3856832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線接點 38"/>
                  <p:cNvCxnSpPr/>
                  <p:nvPr/>
                </p:nvCxnSpPr>
                <p:spPr>
                  <a:xfrm rot="10800000">
                    <a:off x="3856825" y="4428336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線接點 39"/>
                  <p:cNvCxnSpPr/>
                  <p:nvPr/>
                </p:nvCxnSpPr>
                <p:spPr>
                  <a:xfrm rot="10800000">
                    <a:off x="3856825" y="4999840"/>
                    <a:ext cx="143670" cy="79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" name="文字方塊 24"/>
                <p:cNvSpPr txBox="1"/>
                <p:nvPr/>
              </p:nvSpPr>
              <p:spPr>
                <a:xfrm>
                  <a:off x="2428860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文字方塊 25"/>
                <p:cNvSpPr txBox="1"/>
                <p:nvPr/>
              </p:nvSpPr>
              <p:spPr>
                <a:xfrm>
                  <a:off x="3714744" y="592933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文字方塊 26"/>
                <p:cNvSpPr txBox="1"/>
                <p:nvPr/>
              </p:nvSpPr>
              <p:spPr>
                <a:xfrm>
                  <a:off x="2428860" y="4702742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文字方塊 27"/>
                <p:cNvSpPr txBox="1"/>
                <p:nvPr/>
              </p:nvSpPr>
              <p:spPr>
                <a:xfrm>
                  <a:off x="471487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文字方塊 28"/>
                <p:cNvSpPr txBox="1"/>
                <p:nvPr/>
              </p:nvSpPr>
              <p:spPr>
                <a:xfrm>
                  <a:off x="2428860" y="370261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文字方塊 11"/>
                <p:cNvSpPr txBox="1"/>
                <p:nvPr/>
              </p:nvSpPr>
              <p:spPr>
                <a:xfrm>
                  <a:off x="5786446" y="5917188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文字方塊 30"/>
                <p:cNvSpPr txBox="1"/>
                <p:nvPr/>
              </p:nvSpPr>
              <p:spPr>
                <a:xfrm>
                  <a:off x="2428860" y="2631040"/>
                  <a:ext cx="2857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endParaRPr lang="zh-TW" altLang="en-US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6" name="橢圓 15"/>
              <p:cNvSpPr/>
              <p:nvPr/>
            </p:nvSpPr>
            <p:spPr>
              <a:xfrm>
                <a:off x="3643306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橢圓 16"/>
              <p:cNvSpPr/>
              <p:nvPr/>
            </p:nvSpPr>
            <p:spPr>
              <a:xfrm>
                <a:off x="4143372" y="550070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橢圓 17"/>
              <p:cNvSpPr/>
              <p:nvPr/>
            </p:nvSpPr>
            <p:spPr>
              <a:xfrm>
                <a:off x="3571868" y="3714752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橢圓 18"/>
              <p:cNvSpPr/>
              <p:nvPr/>
            </p:nvSpPr>
            <p:spPr>
              <a:xfrm>
                <a:off x="4071934" y="3311843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橢圓 19"/>
              <p:cNvSpPr/>
              <p:nvPr/>
            </p:nvSpPr>
            <p:spPr>
              <a:xfrm>
                <a:off x="5000628" y="4669165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橢圓 20"/>
              <p:cNvSpPr/>
              <p:nvPr/>
            </p:nvSpPr>
            <p:spPr>
              <a:xfrm>
                <a:off x="5000628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橢圓 21"/>
              <p:cNvSpPr/>
              <p:nvPr/>
            </p:nvSpPr>
            <p:spPr>
              <a:xfrm>
                <a:off x="3214678" y="5072074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橢圓 22"/>
              <p:cNvSpPr/>
              <p:nvPr/>
            </p:nvSpPr>
            <p:spPr>
              <a:xfrm>
                <a:off x="5500694" y="4240537"/>
                <a:ext cx="71438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7" name="文字方塊 6"/>
            <p:cNvSpPr txBox="1"/>
            <p:nvPr/>
          </p:nvSpPr>
          <p:spPr>
            <a:xfrm>
              <a:off x="3944905" y="292893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4786314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5357818" y="385762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5016475" y="441699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3428992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3071802" y="471488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3444839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4071934" y="513137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aseline="-25000" dirty="0" smtClean="0">
                  <a:solidFill>
                    <a:schemeClr val="accent1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3" name="群組 92"/>
          <p:cNvGrpSpPr/>
          <p:nvPr/>
        </p:nvGrpSpPr>
        <p:grpSpPr>
          <a:xfrm>
            <a:off x="4766478" y="2357430"/>
            <a:ext cx="3877488" cy="4226984"/>
            <a:chOff x="4695040" y="1928802"/>
            <a:chExt cx="3877488" cy="4226984"/>
          </a:xfrm>
        </p:grpSpPr>
        <p:sp>
          <p:nvSpPr>
            <p:cNvPr id="94" name="橢圓 93"/>
            <p:cNvSpPr/>
            <p:nvPr/>
          </p:nvSpPr>
          <p:spPr>
            <a:xfrm>
              <a:off x="5623734" y="2285992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橢圓 94"/>
            <p:cNvSpPr/>
            <p:nvPr/>
          </p:nvSpPr>
          <p:spPr>
            <a:xfrm>
              <a:off x="5429256" y="3559734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6" name="文字方塊 95"/>
            <p:cNvSpPr txBox="1"/>
            <p:nvPr/>
          </p:nvSpPr>
          <p:spPr>
            <a:xfrm>
              <a:off x="5480858" y="192880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0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文字方塊 96"/>
            <p:cNvSpPr txBox="1"/>
            <p:nvPr/>
          </p:nvSpPr>
          <p:spPr>
            <a:xfrm>
              <a:off x="6480990" y="264318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" name="橢圓 97"/>
            <p:cNvSpPr/>
            <p:nvPr/>
          </p:nvSpPr>
          <p:spPr>
            <a:xfrm>
              <a:off x="5766610" y="4286256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9" name="橢圓 98"/>
            <p:cNvSpPr/>
            <p:nvPr/>
          </p:nvSpPr>
          <p:spPr>
            <a:xfrm>
              <a:off x="5052230" y="420267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00" name="直線接點 99"/>
            <p:cNvCxnSpPr>
              <a:stCxn id="95" idx="5"/>
              <a:endCxn id="98" idx="0"/>
            </p:cNvCxnSpPr>
            <p:nvPr/>
          </p:nvCxnSpPr>
          <p:spPr>
            <a:xfrm rot="16200000" flipH="1">
              <a:off x="5471178" y="3883667"/>
              <a:ext cx="543594" cy="2615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接點 100"/>
            <p:cNvCxnSpPr>
              <a:stCxn id="95" idx="3"/>
              <a:endCxn id="99" idx="0"/>
            </p:cNvCxnSpPr>
            <p:nvPr/>
          </p:nvCxnSpPr>
          <p:spPr>
            <a:xfrm rot="5400000">
              <a:off x="5080008" y="3822042"/>
              <a:ext cx="460014" cy="3012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字方塊 101"/>
            <p:cNvSpPr txBox="1"/>
            <p:nvPr/>
          </p:nvSpPr>
          <p:spPr>
            <a:xfrm>
              <a:off x="4695040" y="405980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文字方塊 102"/>
            <p:cNvSpPr txBox="1"/>
            <p:nvPr/>
          </p:nvSpPr>
          <p:spPr>
            <a:xfrm>
              <a:off x="7338246" y="335756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" name="橢圓 103"/>
            <p:cNvSpPr/>
            <p:nvPr/>
          </p:nvSpPr>
          <p:spPr>
            <a:xfrm>
              <a:off x="5500694" y="491705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05" name="橢圓 104"/>
            <p:cNvSpPr/>
            <p:nvPr/>
          </p:nvSpPr>
          <p:spPr>
            <a:xfrm>
              <a:off x="6000760" y="491705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06" name="直線接點 105"/>
            <p:cNvCxnSpPr>
              <a:stCxn id="98" idx="3"/>
              <a:endCxn id="104" idx="0"/>
            </p:cNvCxnSpPr>
            <p:nvPr/>
          </p:nvCxnSpPr>
          <p:spPr>
            <a:xfrm rot="5400000">
              <a:off x="5478988" y="4598048"/>
              <a:ext cx="447872" cy="1901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接點 106"/>
            <p:cNvCxnSpPr>
              <a:stCxn id="98" idx="5"/>
              <a:endCxn id="105" idx="0"/>
            </p:cNvCxnSpPr>
            <p:nvPr/>
          </p:nvCxnSpPr>
          <p:spPr>
            <a:xfrm rot="16200000" flipH="1">
              <a:off x="5804791" y="4613930"/>
              <a:ext cx="447872" cy="1583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文字方塊 107"/>
            <p:cNvSpPr txBox="1"/>
            <p:nvPr/>
          </p:nvSpPr>
          <p:spPr>
            <a:xfrm>
              <a:off x="5337982" y="505993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文字方塊 108"/>
            <p:cNvSpPr txBox="1"/>
            <p:nvPr/>
          </p:nvSpPr>
          <p:spPr>
            <a:xfrm>
              <a:off x="5980924" y="505993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0" name="橢圓 109"/>
            <p:cNvSpPr/>
            <p:nvPr/>
          </p:nvSpPr>
          <p:spPr>
            <a:xfrm>
              <a:off x="6695304" y="4274114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1" name="文字方塊 110"/>
            <p:cNvSpPr txBox="1"/>
            <p:nvPr/>
          </p:nvSpPr>
          <p:spPr>
            <a:xfrm>
              <a:off x="6409552" y="505993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" name="橢圓 111"/>
            <p:cNvSpPr/>
            <p:nvPr/>
          </p:nvSpPr>
          <p:spPr>
            <a:xfrm>
              <a:off x="6409552" y="491705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13" name="直線接點 112"/>
            <p:cNvCxnSpPr>
              <a:stCxn id="110" idx="3"/>
              <a:endCxn id="112" idx="0"/>
            </p:cNvCxnSpPr>
            <p:nvPr/>
          </p:nvCxnSpPr>
          <p:spPr>
            <a:xfrm rot="5400000">
              <a:off x="6391693" y="4582059"/>
              <a:ext cx="460014" cy="2099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橢圓 113"/>
            <p:cNvSpPr/>
            <p:nvPr/>
          </p:nvSpPr>
          <p:spPr>
            <a:xfrm>
              <a:off x="6981056" y="491705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15" name="直線接點 114"/>
            <p:cNvCxnSpPr>
              <a:stCxn id="110" idx="5"/>
              <a:endCxn id="114" idx="0"/>
            </p:cNvCxnSpPr>
            <p:nvPr/>
          </p:nvCxnSpPr>
          <p:spPr>
            <a:xfrm rot="16200000" flipH="1">
              <a:off x="6753215" y="4582058"/>
              <a:ext cx="460014" cy="2099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文字方塊 115"/>
            <p:cNvSpPr txBox="1"/>
            <p:nvPr/>
          </p:nvSpPr>
          <p:spPr>
            <a:xfrm>
              <a:off x="6909618" y="505993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7" name="橢圓 116"/>
            <p:cNvSpPr/>
            <p:nvPr/>
          </p:nvSpPr>
          <p:spPr>
            <a:xfrm>
              <a:off x="6266676" y="2857496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8" name="直線接點 117"/>
            <p:cNvCxnSpPr>
              <a:stCxn id="94" idx="5"/>
              <a:endCxn id="117" idx="1"/>
            </p:cNvCxnSpPr>
            <p:nvPr/>
          </p:nvCxnSpPr>
          <p:spPr>
            <a:xfrm rot="16200000" flipH="1">
              <a:off x="5842381" y="2433201"/>
              <a:ext cx="419962" cy="491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橢圓 118"/>
            <p:cNvSpPr/>
            <p:nvPr/>
          </p:nvSpPr>
          <p:spPr>
            <a:xfrm>
              <a:off x="7338246" y="4917056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0" name="文字方塊 119"/>
            <p:cNvSpPr txBox="1"/>
            <p:nvPr/>
          </p:nvSpPr>
          <p:spPr>
            <a:xfrm>
              <a:off x="7318410" y="5059932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21" name="直線接點 120"/>
            <p:cNvCxnSpPr>
              <a:stCxn id="117" idx="3"/>
              <a:endCxn id="95" idx="0"/>
            </p:cNvCxnSpPr>
            <p:nvPr/>
          </p:nvCxnSpPr>
          <p:spPr>
            <a:xfrm rot="5400000">
              <a:off x="5657583" y="2919255"/>
              <a:ext cx="519310" cy="7616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橢圓 121"/>
            <p:cNvSpPr/>
            <p:nvPr/>
          </p:nvSpPr>
          <p:spPr>
            <a:xfrm>
              <a:off x="7123932" y="3571876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23" name="直線接點 122"/>
            <p:cNvCxnSpPr>
              <a:stCxn id="122" idx="3"/>
              <a:endCxn id="110" idx="0"/>
            </p:cNvCxnSpPr>
            <p:nvPr/>
          </p:nvCxnSpPr>
          <p:spPr>
            <a:xfrm rot="5400000">
              <a:off x="6719235" y="3838031"/>
              <a:ext cx="519310" cy="3528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接點 123"/>
            <p:cNvCxnSpPr>
              <a:stCxn id="117" idx="6"/>
              <a:endCxn id="122" idx="1"/>
            </p:cNvCxnSpPr>
            <p:nvPr/>
          </p:nvCxnSpPr>
          <p:spPr>
            <a:xfrm>
              <a:off x="6480990" y="2964653"/>
              <a:ext cx="674328" cy="6386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橢圓 124"/>
            <p:cNvSpPr/>
            <p:nvPr/>
          </p:nvSpPr>
          <p:spPr>
            <a:xfrm>
              <a:off x="7623998" y="4286256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26" name="直線接點 125"/>
            <p:cNvCxnSpPr>
              <a:stCxn id="122" idx="5"/>
              <a:endCxn id="125" idx="0"/>
            </p:cNvCxnSpPr>
            <p:nvPr/>
          </p:nvCxnSpPr>
          <p:spPr>
            <a:xfrm rot="16200000" flipH="1">
              <a:off x="7253281" y="3808382"/>
              <a:ext cx="531452" cy="424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線接點 126"/>
            <p:cNvCxnSpPr>
              <a:stCxn id="125" idx="3"/>
              <a:endCxn id="119" idx="0"/>
            </p:cNvCxnSpPr>
            <p:nvPr/>
          </p:nvCxnSpPr>
          <p:spPr>
            <a:xfrm rot="5400000">
              <a:off x="7326458" y="4588130"/>
              <a:ext cx="447872" cy="2099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橢圓 127"/>
            <p:cNvSpPr/>
            <p:nvPr/>
          </p:nvSpPr>
          <p:spPr>
            <a:xfrm>
              <a:off x="7715272" y="5643578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9" name="文字方塊 128"/>
            <p:cNvSpPr txBox="1"/>
            <p:nvPr/>
          </p:nvSpPr>
          <p:spPr>
            <a:xfrm>
              <a:off x="7715272" y="578645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文字方塊 129"/>
            <p:cNvSpPr txBox="1"/>
            <p:nvPr/>
          </p:nvSpPr>
          <p:spPr>
            <a:xfrm>
              <a:off x="7909750" y="4131238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橢圓 130"/>
            <p:cNvSpPr/>
            <p:nvPr/>
          </p:nvSpPr>
          <p:spPr>
            <a:xfrm>
              <a:off x="7929586" y="4929198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32" name="直線接點 131"/>
            <p:cNvCxnSpPr>
              <a:stCxn id="125" idx="5"/>
              <a:endCxn id="131" idx="0"/>
            </p:cNvCxnSpPr>
            <p:nvPr/>
          </p:nvCxnSpPr>
          <p:spPr>
            <a:xfrm rot="16200000" flipH="1">
              <a:off x="7691827" y="4584282"/>
              <a:ext cx="460014" cy="2298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橢圓 132"/>
            <p:cNvSpPr/>
            <p:nvPr/>
          </p:nvSpPr>
          <p:spPr>
            <a:xfrm>
              <a:off x="8195502" y="5643578"/>
              <a:ext cx="214314" cy="21431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4" name="文字方塊 133"/>
            <p:cNvSpPr txBox="1"/>
            <p:nvPr/>
          </p:nvSpPr>
          <p:spPr>
            <a:xfrm>
              <a:off x="8195502" y="578645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TW" b="1" i="1" baseline="-25000" dirty="0" smtClean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TW" altLang="en-US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35" name="直線接點 134"/>
            <p:cNvCxnSpPr>
              <a:stCxn id="131" idx="3"/>
              <a:endCxn id="128" idx="0"/>
            </p:cNvCxnSpPr>
            <p:nvPr/>
          </p:nvCxnSpPr>
          <p:spPr>
            <a:xfrm rot="5400000">
              <a:off x="7625975" y="5308581"/>
              <a:ext cx="531452" cy="1385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接點 135"/>
            <p:cNvCxnSpPr>
              <a:stCxn id="131" idx="5"/>
              <a:endCxn id="133" idx="0"/>
            </p:cNvCxnSpPr>
            <p:nvPr/>
          </p:nvCxnSpPr>
          <p:spPr>
            <a:xfrm rot="16200000" flipH="1">
              <a:off x="7941860" y="5282779"/>
              <a:ext cx="531452" cy="1901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1417</TotalTime>
  <Words>1374</Words>
  <PresentationFormat>如螢幕大小 (4:3)</PresentationFormat>
  <Paragraphs>629</Paragraphs>
  <Slides>34</Slides>
  <Notes>1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36" baseType="lpstr">
      <vt:lpstr>夏至</vt:lpstr>
      <vt:lpstr>方程式</vt:lpstr>
      <vt:lpstr>Well-separated pair decomposition in linear time?</vt:lpstr>
      <vt:lpstr>Abstract</vt:lpstr>
      <vt:lpstr>Well-separated</vt:lpstr>
      <vt:lpstr>Well-separated pair decomposition(1)</vt:lpstr>
      <vt:lpstr>Well-separated pair decomposition(2)</vt:lpstr>
      <vt:lpstr>Well-separated pair decomposition(3)</vt:lpstr>
      <vt:lpstr>Improvement</vt:lpstr>
      <vt:lpstr>Step 0: Rounding to a grid(1)</vt:lpstr>
      <vt:lpstr>Step 0: Rounding to a grid(2)</vt:lpstr>
      <vt:lpstr>Step 1: Sorting in shuffle order(1)</vt:lpstr>
      <vt:lpstr>Step 1: Sorting in shuffle order(2)</vt:lpstr>
      <vt:lpstr>Step 1: Sorting in shuffle order(3)</vt:lpstr>
      <vt:lpstr>Step 2: Computing a compressed quadtree(1)</vt:lpstr>
      <vt:lpstr>Step 2: Computing a compressed quadtree(2)</vt:lpstr>
      <vt:lpstr>Step 2: Computing a compressed quadtree(3)</vt:lpstr>
      <vt:lpstr>Step 2: Computing a compressed quadtree(4)</vt:lpstr>
      <vt:lpstr>Step 2: Computing a compressed quadtree(5)</vt:lpstr>
      <vt:lpstr>Step 2: Computing a compressed quadtree(6)</vt:lpstr>
      <vt:lpstr>Step 2: Computing a compressed quadtree(7)</vt:lpstr>
      <vt:lpstr>Step 2: Computing a compressed quadtree(6)</vt:lpstr>
      <vt:lpstr>Step 2: Computing a compressed quadtree(7)</vt:lpstr>
      <vt:lpstr>Step 2: Computing a compressed quadtree(7)</vt:lpstr>
      <vt:lpstr>Step 2: Computing a compressed quadtree(8)</vt:lpstr>
      <vt:lpstr>Step 2: Computing a compressed quadtree(9)</vt:lpstr>
      <vt:lpstr>Step 2: Computing a compressed quadtree(10)</vt:lpstr>
      <vt:lpstr>Step 2: Computing a compressed quadtree(11)</vt:lpstr>
      <vt:lpstr>Step 2: Computing a compressed quadtree(12)</vt:lpstr>
      <vt:lpstr>Step 2: Computing a compressed quadtree(14)</vt:lpstr>
      <vt:lpstr>Step 2: Computing a compressed quadtree(15)</vt:lpstr>
      <vt:lpstr>Step 2: Computing a compressed quadtree(16)</vt:lpstr>
      <vt:lpstr>Step 2: Computing a compressed quadtree(17)</vt:lpstr>
      <vt:lpstr>Step 2: Computing a compressed quadtree(18)</vt:lpstr>
      <vt:lpstr>Step 2: Computing a compressed quadtree(19)</vt:lpstr>
      <vt:lpstr>Step 3: Computing a WSPD(1)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Well-separated pair decomposition in linear time?</dc:title>
  <cp:lastModifiedBy>kiseki</cp:lastModifiedBy>
  <cp:revision>250</cp:revision>
  <dcterms:modified xsi:type="dcterms:W3CDTF">2008-08-20T09:24:59Z</dcterms:modified>
</cp:coreProperties>
</file>