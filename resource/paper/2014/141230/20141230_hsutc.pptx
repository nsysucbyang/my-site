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3"/>
    <p:sldId id="263" r:id="rId4"/>
    <p:sldId id="265" r:id="rId5"/>
    <p:sldId id="264" r:id="rId6"/>
    <p:sldId id="258" r:id="rId7"/>
    <p:sldId id="275" r:id="rId8"/>
    <p:sldId id="288" r:id="rId9"/>
    <p:sldId id="276" r:id="rId10"/>
    <p:sldId id="277" r:id="rId11"/>
    <p:sldId id="278" r:id="rId12"/>
    <p:sldId id="279" r:id="rId13"/>
    <p:sldId id="281" r:id="rId14"/>
    <p:sldId id="282" r:id="rId15"/>
    <p:sldId id="283" r:id="rId16"/>
    <p:sldId id="284" r:id="rId17"/>
    <p:sldId id="285" r:id="rId18"/>
    <p:sldId id="286" r:id="rId19"/>
    <p:sldId id="287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20016" autoAdjust="0"/>
    <p:restoredTop sz="94660"/>
  </p:normalViewPr>
  <p:slideViewPr>
    <p:cSldViewPr snapToGrid="0">
      <p:cViewPr varScale="1">
        <p:scale>
          <a:sx n="73" d="100"/>
          <a:sy n="73" d="100"/>
        </p:scale>
        <p:origin x="-29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1E59-D69E-494B-8AA4-94C1DFC19D77}" type="datetimeFigureOut">
              <a:rPr lang="zh-TW" altLang="en-US" smtClean="0"/>
              <a:pPr/>
              <a:t>2015/1/22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F40F4-F1FB-453D-BD6F-C34A3BDF44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68788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1E59-D69E-494B-8AA4-94C1DFC19D77}" type="datetimeFigureOut">
              <a:rPr lang="zh-TW" altLang="en-US" smtClean="0"/>
              <a:pPr/>
              <a:t>2015/1/22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F40F4-F1FB-453D-BD6F-C34A3BDF44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96480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1E59-D69E-494B-8AA4-94C1DFC19D77}" type="datetimeFigureOut">
              <a:rPr lang="zh-TW" altLang="en-US" smtClean="0"/>
              <a:pPr/>
              <a:t>2015/1/22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F40F4-F1FB-453D-BD6F-C34A3BDF44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58168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1E59-D69E-494B-8AA4-94C1DFC19D77}" type="datetimeFigureOut">
              <a:rPr lang="zh-TW" altLang="en-US" smtClean="0"/>
              <a:pPr/>
              <a:t>2015/1/22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F40F4-F1FB-453D-BD6F-C34A3BDF44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01883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1E59-D69E-494B-8AA4-94C1DFC19D77}" type="datetimeFigureOut">
              <a:rPr lang="zh-TW" altLang="en-US" smtClean="0"/>
              <a:pPr/>
              <a:t>2015/1/22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F40F4-F1FB-453D-BD6F-C34A3BDF44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0188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1E59-D69E-494B-8AA4-94C1DFC19D77}" type="datetimeFigureOut">
              <a:rPr lang="zh-TW" altLang="en-US" smtClean="0"/>
              <a:pPr/>
              <a:t>2015/1/22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F40F4-F1FB-453D-BD6F-C34A3BDF44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21830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1E59-D69E-494B-8AA4-94C1DFC19D77}" type="datetimeFigureOut">
              <a:rPr lang="zh-TW" altLang="en-US" smtClean="0"/>
              <a:pPr/>
              <a:t>2015/1/22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F40F4-F1FB-453D-BD6F-C34A3BDF44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36323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1E59-D69E-494B-8AA4-94C1DFC19D77}" type="datetimeFigureOut">
              <a:rPr lang="zh-TW" altLang="en-US" smtClean="0"/>
              <a:pPr/>
              <a:t>2015/1/22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F40F4-F1FB-453D-BD6F-C34A3BDF44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50809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1E59-D69E-494B-8AA4-94C1DFC19D77}" type="datetimeFigureOut">
              <a:rPr lang="zh-TW" altLang="en-US" smtClean="0"/>
              <a:pPr/>
              <a:t>2015/1/22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F40F4-F1FB-453D-BD6F-C34A3BDF44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9403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1E59-D69E-494B-8AA4-94C1DFC19D77}" type="datetimeFigureOut">
              <a:rPr lang="zh-TW" altLang="en-US" smtClean="0"/>
              <a:pPr/>
              <a:t>2015/1/22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F40F4-F1FB-453D-BD6F-C34A3BDF44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68762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1E59-D69E-494B-8AA4-94C1DFC19D77}" type="datetimeFigureOut">
              <a:rPr lang="zh-TW" altLang="en-US" smtClean="0"/>
              <a:pPr/>
              <a:t>2015/1/22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F40F4-F1FB-453D-BD6F-C34A3BDF44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29588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1F06-37F9-4241-8ACF-3469ACE37BD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2015/1/22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3506-1CB5-4D06-8029-7AC6856AF03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067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1F06-37F9-4241-8ACF-3469ACE37BD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2015/1/22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3506-1CB5-4D06-8029-7AC6856AF03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15683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1F06-37F9-4241-8ACF-3469ACE37BD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2015/1/22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3506-1CB5-4D06-8029-7AC6856AF03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60461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1F06-37F9-4241-8ACF-3469ACE37BD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2015/1/22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3506-1CB5-4D06-8029-7AC6856AF03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18475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1F06-37F9-4241-8ACF-3469ACE37BD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2015/1/22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3506-1CB5-4D06-8029-7AC6856AF03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31389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1F06-37F9-4241-8ACF-3469ACE37BD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2015/1/22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3506-1CB5-4D06-8029-7AC6856AF03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752196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1F06-37F9-4241-8ACF-3469ACE37BD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2015/1/22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3506-1CB5-4D06-8029-7AC6856AF03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13831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1F06-37F9-4241-8ACF-3469ACE37BD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2015/1/22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3506-1CB5-4D06-8029-7AC6856AF03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786873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1F06-37F9-4241-8ACF-3469ACE37BD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2015/1/22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3506-1CB5-4D06-8029-7AC6856AF03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042854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1F06-37F9-4241-8ACF-3469ACE37BD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2015/1/22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3506-1CB5-4D06-8029-7AC6856AF03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262925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1F06-37F9-4241-8ACF-3469ACE37BD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2015/1/22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43506-1CB5-4D06-8029-7AC6856AF03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13652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21E59-D69E-494B-8AA4-94C1DFC19D77}" type="datetimeFigureOut">
              <a:rPr lang="zh-TW" altLang="en-US" smtClean="0"/>
              <a:pPr/>
              <a:t>2015/1/22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F40F4-F1FB-453D-BD6F-C34A3BDF44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17641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F31F06-37F9-4241-8ACF-3469ACE37BD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2015/1/22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43506-1CB5-4D06-8029-7AC6856AF03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86777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標題 2"/>
          <p:cNvSpPr>
            <a:spLocks noGrp="1"/>
          </p:cNvSpPr>
          <p:nvPr>
            <p:ph type="subTitle" idx="1"/>
          </p:nvPr>
        </p:nvSpPr>
        <p:spPr>
          <a:xfrm>
            <a:off x="0" y="2373160"/>
            <a:ext cx="9144000" cy="1655762"/>
          </a:xfrm>
        </p:spPr>
        <p:txBody>
          <a:bodyPr>
            <a:noAutofit/>
          </a:bodyPr>
          <a:lstStyle/>
          <a:p>
            <a:endParaRPr lang="en-US" altLang="zh-TW" sz="3200" dirty="0" smtClean="0"/>
          </a:p>
          <a:p>
            <a:pPr fontAlgn="base"/>
            <a:r>
              <a:rPr lang="en-US" altLang="zh-TW" sz="3200" dirty="0"/>
              <a:t>Gad M. </a:t>
            </a:r>
            <a:r>
              <a:rPr lang="en-US" altLang="zh-TW" sz="3200" dirty="0" smtClean="0"/>
              <a:t>Landau, </a:t>
            </a:r>
            <a:r>
              <a:rPr lang="en-US" altLang="zh-TW" sz="3200" dirty="0"/>
              <a:t>Eugene </a:t>
            </a:r>
            <a:r>
              <a:rPr lang="en-US" altLang="zh-TW" sz="3200" dirty="0" smtClean="0"/>
              <a:t>Myers, </a:t>
            </a:r>
            <a:r>
              <a:rPr lang="en-US" altLang="zh-TW" sz="3200" dirty="0"/>
              <a:t>Michal </a:t>
            </a:r>
            <a:r>
              <a:rPr lang="en-US" altLang="zh-TW" sz="3200" dirty="0" err="1" smtClean="0"/>
              <a:t>Ziv-Ukelson</a:t>
            </a:r>
            <a:endParaRPr lang="en-US" altLang="zh-TW" sz="3200" dirty="0" smtClean="0"/>
          </a:p>
          <a:p>
            <a:pPr fontAlgn="base"/>
            <a:endParaRPr lang="en-US" altLang="zh-TW" sz="1100" dirty="0"/>
          </a:p>
          <a:p>
            <a:pPr fontAlgn="base"/>
            <a:r>
              <a:rPr lang="en-US" altLang="zh-TW" sz="3200" dirty="0" smtClean="0"/>
              <a:t>Journal </a:t>
            </a:r>
            <a:r>
              <a:rPr lang="en-US" altLang="zh-TW" sz="3200" dirty="0"/>
              <a:t>of Computer and System Sciences</a:t>
            </a:r>
          </a:p>
          <a:p>
            <a:pPr fontAlgn="base"/>
            <a:r>
              <a:rPr lang="en-US" altLang="zh-TW" sz="3200" dirty="0"/>
              <a:t>Volume 73, Issue </a:t>
            </a:r>
            <a:r>
              <a:rPr lang="en-US" altLang="zh-TW" sz="3200" dirty="0" smtClean="0"/>
              <a:t>7, pp. 1095–1117 (2007)</a:t>
            </a:r>
            <a:endParaRPr lang="zh-TW" altLang="en-US" sz="3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666749" y="5029200"/>
            <a:ext cx="650818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Presenter: Tzu-Chiang Hsu 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(</a:t>
            </a:r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徐子強</a:t>
            </a:r>
            <a:r>
              <a:rPr lang="en-US" altLang="zh-TW" sz="3200" dirty="0" smtClean="0"/>
              <a:t>)</a:t>
            </a:r>
          </a:p>
          <a:p>
            <a:r>
              <a:rPr lang="en-US" altLang="zh-TW" sz="2500" dirty="0" smtClean="0"/>
              <a:t>2014/12/30</a:t>
            </a:r>
            <a:endParaRPr lang="zh-TW" altLang="en-US" sz="2500" dirty="0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542925" y="0"/>
            <a:ext cx="7772400" cy="2387600"/>
          </a:xfrm>
        </p:spPr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algorithms for LCS Consecutive Suffix Alignment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2515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(1/3)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of aligning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sequences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TW" sz="3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altLang="zh-TW" sz="3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determine their similarity is one of the fundamental problems in pattern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matching.</a:t>
            </a:r>
          </a:p>
          <a:p>
            <a:pPr marL="0" indent="0" fontAlgn="base">
              <a:buNone/>
            </a:pP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challenging, basic variation of the sequence similarity problem is the incremental string comparison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problem, denoted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TW" sz="3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Consecutive Suffix Alignment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is, given two strings </a:t>
            </a:r>
            <a:r>
              <a:rPr lang="en-US" altLang="zh-TW" sz="33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TW" sz="3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compute the alignment solution of each suffix of </a:t>
            </a:r>
            <a:r>
              <a:rPr lang="en-US" altLang="zh-TW" sz="3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versus </a:t>
            </a:r>
            <a:r>
              <a:rPr lang="en-US" altLang="zh-TW" sz="3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5025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(2/3)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we present two solutions to the Consecutive Suffix Alignment Problem under the LCS (Longest Common Subsequence) metric, where the LCS metric measures the subsequence of maximal length common to </a:t>
            </a:r>
            <a:r>
              <a:rPr lang="en-US" altLang="zh-TW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 </a:t>
            </a:r>
            <a:r>
              <a:rPr lang="en-US" altLang="zh-TW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691633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</a:t>
            </a:r>
            <a:r>
              <a:rPr lang="en-US" altLang="zh-TW" dirty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3</a:t>
            </a:r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/3)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solution is an O(</a:t>
            </a:r>
            <a:r>
              <a:rPr lang="en-US" altLang="zh-TW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time and space algorithm for constant alphabets, where the size of the compared strings is O(n) and 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TW" altLang="en-US" sz="3200" smtClean="0"/>
              <a:t>≤</a:t>
            </a:r>
            <a:r>
              <a:rPr lang="en-US" altLang="zh-TW" sz="3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denotes the size of the LCS of </a:t>
            </a:r>
            <a:r>
              <a:rPr lang="en-US" altLang="zh-TW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altLang="zh-TW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fontAlgn="base">
              <a:buNone/>
            </a:pP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solution is an O(</a:t>
            </a:r>
            <a:r>
              <a:rPr lang="en-US" altLang="zh-TW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nL+nlog|Σ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|) time and O(n) space algorithm for general alphabets, where Σ</a:t>
            </a:r>
            <a:r>
              <a:rPr lang="el-GR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denotes the alphabet of the compared strings.</a:t>
            </a:r>
          </a:p>
        </p:txBody>
      </p:sp>
    </p:spTree>
    <p:extLst>
      <p:ext uri="{BB962C8B-B14F-4D97-AF65-F5344CB8AC3E}">
        <p14:creationId xmlns:p14="http://schemas.microsoft.com/office/powerpoint/2010/main" xmlns="" val="339356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76199" y="503737"/>
            <a:ext cx="8180779" cy="589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02040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8073456"/>
              </p:ext>
            </p:extLst>
          </p:nvPr>
        </p:nvGraphicFramePr>
        <p:xfrm>
          <a:off x="650451" y="433639"/>
          <a:ext cx="7277490" cy="54581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</a:tblGrid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3-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43" name="群組 42"/>
          <p:cNvGrpSpPr/>
          <p:nvPr/>
        </p:nvGrpSpPr>
        <p:grpSpPr>
          <a:xfrm>
            <a:off x="4772321" y="3789575"/>
            <a:ext cx="661447" cy="829559"/>
            <a:chOff x="3451781" y="4100660"/>
            <a:chExt cx="661447" cy="829559"/>
          </a:xfrm>
        </p:grpSpPr>
        <p:sp>
          <p:nvSpPr>
            <p:cNvPr id="64" name="橢圓 63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5" name="直線單箭頭接點 64"/>
            <p:cNvCxnSpPr>
              <a:stCxn id="64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/>
            <p:cNvCxnSpPr>
              <a:stCxn id="64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/>
          <p:cNvGrpSpPr/>
          <p:nvPr/>
        </p:nvGrpSpPr>
        <p:grpSpPr>
          <a:xfrm>
            <a:off x="5433768" y="3789575"/>
            <a:ext cx="661447" cy="829559"/>
            <a:chOff x="3451781" y="4100660"/>
            <a:chExt cx="661447" cy="829559"/>
          </a:xfrm>
        </p:grpSpPr>
        <p:sp>
          <p:nvSpPr>
            <p:cNvPr id="61" name="橢圓 60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單箭頭接點 61"/>
            <p:cNvCxnSpPr>
              <a:stCxn id="61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61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群組 67"/>
          <p:cNvGrpSpPr/>
          <p:nvPr/>
        </p:nvGrpSpPr>
        <p:grpSpPr>
          <a:xfrm>
            <a:off x="6094432" y="3789575"/>
            <a:ext cx="661447" cy="829559"/>
            <a:chOff x="3451781" y="4100660"/>
            <a:chExt cx="661447" cy="829559"/>
          </a:xfrm>
        </p:grpSpPr>
        <p:sp>
          <p:nvSpPr>
            <p:cNvPr id="89" name="橢圓 8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0" name="直線單箭頭接點 89"/>
            <p:cNvCxnSpPr>
              <a:stCxn id="8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>
              <a:stCxn id="8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9"/>
          <p:cNvGrpSpPr/>
          <p:nvPr/>
        </p:nvGrpSpPr>
        <p:grpSpPr>
          <a:xfrm>
            <a:off x="6095217" y="4619134"/>
            <a:ext cx="661447" cy="829559"/>
            <a:chOff x="3451781" y="4100660"/>
            <a:chExt cx="661447" cy="829559"/>
          </a:xfrm>
        </p:grpSpPr>
        <p:sp>
          <p:nvSpPr>
            <p:cNvPr id="83" name="橢圓 82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4" name="直線單箭頭接點 83"/>
            <p:cNvCxnSpPr>
              <a:stCxn id="83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>
              <a:stCxn id="83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群組 68"/>
          <p:cNvGrpSpPr/>
          <p:nvPr/>
        </p:nvGrpSpPr>
        <p:grpSpPr>
          <a:xfrm>
            <a:off x="6755879" y="3789575"/>
            <a:ext cx="661447" cy="829559"/>
            <a:chOff x="3451781" y="4100660"/>
            <a:chExt cx="661447" cy="829559"/>
          </a:xfrm>
        </p:grpSpPr>
        <p:sp>
          <p:nvSpPr>
            <p:cNvPr id="86" name="橢圓 85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7" name="直線單箭頭接點 86"/>
            <p:cNvCxnSpPr>
              <a:stCxn id="86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>
              <a:stCxn id="86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6757449" y="4619132"/>
            <a:ext cx="661447" cy="829559"/>
            <a:chOff x="3451781" y="4100660"/>
            <a:chExt cx="661447" cy="829559"/>
          </a:xfrm>
        </p:grpSpPr>
        <p:sp>
          <p:nvSpPr>
            <p:cNvPr id="77" name="橢圓 76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" name="直線單箭頭接點 77"/>
            <p:cNvCxnSpPr>
              <a:stCxn id="77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>
              <a:stCxn id="77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92"/>
          <p:cNvGrpSpPr/>
          <p:nvPr/>
        </p:nvGrpSpPr>
        <p:grpSpPr>
          <a:xfrm>
            <a:off x="7416543" y="3789575"/>
            <a:ext cx="663017" cy="2488676"/>
            <a:chOff x="6906707" y="4100660"/>
            <a:chExt cx="663017" cy="2488676"/>
          </a:xfrm>
        </p:grpSpPr>
        <p:grpSp>
          <p:nvGrpSpPr>
            <p:cNvPr id="94" name="群組 93"/>
            <p:cNvGrpSpPr/>
            <p:nvPr/>
          </p:nvGrpSpPr>
          <p:grpSpPr>
            <a:xfrm>
              <a:off x="6906707" y="4100660"/>
              <a:ext cx="661447" cy="829559"/>
              <a:chOff x="3451781" y="4100660"/>
              <a:chExt cx="661447" cy="829559"/>
            </a:xfrm>
          </p:grpSpPr>
          <p:sp>
            <p:nvSpPr>
              <p:cNvPr id="103" name="橢圓 102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4" name="直線單箭頭接點 103"/>
              <p:cNvCxnSpPr>
                <a:stCxn id="103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單箭頭接點 104"/>
              <p:cNvCxnSpPr>
                <a:stCxn id="103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群組 94"/>
            <p:cNvGrpSpPr/>
            <p:nvPr/>
          </p:nvGrpSpPr>
          <p:grpSpPr>
            <a:xfrm>
              <a:off x="6908277" y="4930217"/>
              <a:ext cx="661447" cy="829559"/>
              <a:chOff x="3451781" y="4100660"/>
              <a:chExt cx="661447" cy="829559"/>
            </a:xfrm>
          </p:grpSpPr>
          <p:sp>
            <p:nvSpPr>
              <p:cNvPr id="100" name="橢圓 99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1" name="直線單箭頭接點 100"/>
              <p:cNvCxnSpPr>
                <a:stCxn id="100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單箭頭接點 101"/>
              <p:cNvCxnSpPr>
                <a:stCxn id="100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群組 95"/>
            <p:cNvGrpSpPr/>
            <p:nvPr/>
          </p:nvGrpSpPr>
          <p:grpSpPr>
            <a:xfrm>
              <a:off x="6906707" y="5759777"/>
              <a:ext cx="661447" cy="829559"/>
              <a:chOff x="3451781" y="4100660"/>
              <a:chExt cx="661447" cy="829559"/>
            </a:xfrm>
          </p:grpSpPr>
          <p:sp>
            <p:nvSpPr>
              <p:cNvPr id="97" name="橢圓 96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8" name="直線單箭頭接點 97"/>
              <p:cNvCxnSpPr>
                <a:stCxn id="97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單箭頭接點 98"/>
              <p:cNvCxnSpPr>
                <a:stCxn id="97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xmlns="" val="334759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60633177"/>
              </p:ext>
            </p:extLst>
          </p:nvPr>
        </p:nvGraphicFramePr>
        <p:xfrm>
          <a:off x="650451" y="433639"/>
          <a:ext cx="7277490" cy="54581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</a:tblGrid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0" name="群組 19"/>
          <p:cNvGrpSpPr/>
          <p:nvPr/>
        </p:nvGrpSpPr>
        <p:grpSpPr>
          <a:xfrm>
            <a:off x="3450210" y="3789575"/>
            <a:ext cx="661447" cy="829559"/>
            <a:chOff x="3451781" y="4100660"/>
            <a:chExt cx="661447" cy="829559"/>
          </a:xfrm>
        </p:grpSpPr>
        <p:sp>
          <p:nvSpPr>
            <p:cNvPr id="9" name="橢圓 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>
              <a:stCxn id="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20"/>
          <p:cNvGrpSpPr/>
          <p:nvPr/>
        </p:nvGrpSpPr>
        <p:grpSpPr>
          <a:xfrm>
            <a:off x="4111657" y="3789575"/>
            <a:ext cx="661447" cy="829559"/>
            <a:chOff x="3451781" y="4100660"/>
            <a:chExt cx="661447" cy="829559"/>
          </a:xfrm>
        </p:grpSpPr>
        <p:sp>
          <p:nvSpPr>
            <p:cNvPr id="22" name="橢圓 21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3" name="直線單箭頭接點 22"/>
            <p:cNvCxnSpPr>
              <a:stCxn id="22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22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4772321" y="3789575"/>
            <a:ext cx="661447" cy="829559"/>
            <a:chOff x="3451781" y="4100660"/>
            <a:chExt cx="661447" cy="829559"/>
          </a:xfrm>
        </p:grpSpPr>
        <p:sp>
          <p:nvSpPr>
            <p:cNvPr id="64" name="橢圓 63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5" name="直線單箭頭接點 64"/>
            <p:cNvCxnSpPr>
              <a:stCxn id="64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/>
            <p:cNvCxnSpPr>
              <a:stCxn id="64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/>
          <p:cNvGrpSpPr/>
          <p:nvPr/>
        </p:nvGrpSpPr>
        <p:grpSpPr>
          <a:xfrm>
            <a:off x="5433768" y="3789575"/>
            <a:ext cx="661447" cy="829559"/>
            <a:chOff x="3451781" y="4100660"/>
            <a:chExt cx="661447" cy="829559"/>
          </a:xfrm>
        </p:grpSpPr>
        <p:sp>
          <p:nvSpPr>
            <p:cNvPr id="61" name="橢圓 60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單箭頭接點 61"/>
            <p:cNvCxnSpPr>
              <a:stCxn id="61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61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橢圓 57"/>
          <p:cNvSpPr/>
          <p:nvPr/>
        </p:nvSpPr>
        <p:spPr>
          <a:xfrm>
            <a:off x="4773106" y="4619134"/>
            <a:ext cx="367645" cy="4430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9" name="直線單箭頭接點 58"/>
          <p:cNvCxnSpPr>
            <a:stCxn id="58" idx="6"/>
            <a:endCxn id="52" idx="2"/>
          </p:cNvCxnSpPr>
          <p:nvPr/>
        </p:nvCxnSpPr>
        <p:spPr>
          <a:xfrm flipV="1">
            <a:off x="5140751" y="4840662"/>
            <a:ext cx="294587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58" idx="4"/>
          </p:cNvCxnSpPr>
          <p:nvPr/>
        </p:nvCxnSpPr>
        <p:spPr>
          <a:xfrm>
            <a:off x="4956929" y="5062194"/>
            <a:ext cx="0" cy="386499"/>
          </a:xfrm>
          <a:prstGeom prst="straightConnector1">
            <a:avLst/>
          </a:prstGeom>
          <a:ln w="38100">
            <a:solidFill>
              <a:schemeClr val="tx1"/>
            </a:solidFill>
            <a:headEnd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群組 46"/>
          <p:cNvGrpSpPr/>
          <p:nvPr/>
        </p:nvGrpSpPr>
        <p:grpSpPr>
          <a:xfrm>
            <a:off x="5435338" y="4619132"/>
            <a:ext cx="661447" cy="829559"/>
            <a:chOff x="3451781" y="4100660"/>
            <a:chExt cx="661447" cy="829559"/>
          </a:xfrm>
        </p:grpSpPr>
        <p:sp>
          <p:nvSpPr>
            <p:cNvPr id="52" name="橢圓 51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3" name="直線單箭頭接點 52"/>
            <p:cNvCxnSpPr>
              <a:stCxn id="52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>
              <a:stCxn id="52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群組 67"/>
          <p:cNvGrpSpPr/>
          <p:nvPr/>
        </p:nvGrpSpPr>
        <p:grpSpPr>
          <a:xfrm>
            <a:off x="6094432" y="3789575"/>
            <a:ext cx="661447" cy="829559"/>
            <a:chOff x="3451781" y="4100660"/>
            <a:chExt cx="661447" cy="829559"/>
          </a:xfrm>
        </p:grpSpPr>
        <p:sp>
          <p:nvSpPr>
            <p:cNvPr id="89" name="橢圓 8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0" name="直線單箭頭接點 89"/>
            <p:cNvCxnSpPr>
              <a:stCxn id="8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>
              <a:stCxn id="8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9"/>
          <p:cNvGrpSpPr/>
          <p:nvPr/>
        </p:nvGrpSpPr>
        <p:grpSpPr>
          <a:xfrm>
            <a:off x="6095217" y="4619134"/>
            <a:ext cx="661447" cy="829559"/>
            <a:chOff x="3451781" y="4100660"/>
            <a:chExt cx="661447" cy="829559"/>
          </a:xfrm>
        </p:grpSpPr>
        <p:sp>
          <p:nvSpPr>
            <p:cNvPr id="83" name="橢圓 82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4" name="直線單箭頭接點 83"/>
            <p:cNvCxnSpPr>
              <a:stCxn id="83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>
              <a:stCxn id="83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橢圓 79"/>
          <p:cNvSpPr/>
          <p:nvPr/>
        </p:nvSpPr>
        <p:spPr>
          <a:xfrm>
            <a:off x="6094432" y="5448692"/>
            <a:ext cx="367645" cy="4430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1" name="直線單箭頭接點 80"/>
          <p:cNvCxnSpPr>
            <a:stCxn id="80" idx="6"/>
            <a:endCxn id="74" idx="2"/>
          </p:cNvCxnSpPr>
          <p:nvPr/>
        </p:nvCxnSpPr>
        <p:spPr>
          <a:xfrm>
            <a:off x="6462077" y="5670222"/>
            <a:ext cx="29380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80" idx="4"/>
          </p:cNvCxnSpPr>
          <p:nvPr/>
        </p:nvCxnSpPr>
        <p:spPr>
          <a:xfrm>
            <a:off x="6278255" y="5891752"/>
            <a:ext cx="0" cy="386499"/>
          </a:xfrm>
          <a:prstGeom prst="straightConnector1">
            <a:avLst/>
          </a:prstGeom>
          <a:ln w="38100">
            <a:solidFill>
              <a:schemeClr val="tx1"/>
            </a:solidFill>
            <a:headEnd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群組 68"/>
          <p:cNvGrpSpPr/>
          <p:nvPr/>
        </p:nvGrpSpPr>
        <p:grpSpPr>
          <a:xfrm>
            <a:off x="6755879" y="3789575"/>
            <a:ext cx="661447" cy="829559"/>
            <a:chOff x="3451781" y="4100660"/>
            <a:chExt cx="661447" cy="829559"/>
          </a:xfrm>
        </p:grpSpPr>
        <p:sp>
          <p:nvSpPr>
            <p:cNvPr id="86" name="橢圓 85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7" name="直線單箭頭接點 86"/>
            <p:cNvCxnSpPr>
              <a:stCxn id="86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>
              <a:stCxn id="86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6757449" y="4619132"/>
            <a:ext cx="661447" cy="829559"/>
            <a:chOff x="3451781" y="4100660"/>
            <a:chExt cx="661447" cy="829559"/>
          </a:xfrm>
        </p:grpSpPr>
        <p:sp>
          <p:nvSpPr>
            <p:cNvPr id="77" name="橢圓 76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" name="直線單箭頭接點 77"/>
            <p:cNvCxnSpPr>
              <a:stCxn id="77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>
              <a:stCxn id="77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群組 72"/>
          <p:cNvGrpSpPr/>
          <p:nvPr/>
        </p:nvGrpSpPr>
        <p:grpSpPr>
          <a:xfrm>
            <a:off x="6755879" y="5448692"/>
            <a:ext cx="661447" cy="829559"/>
            <a:chOff x="3451781" y="4100660"/>
            <a:chExt cx="661447" cy="829559"/>
          </a:xfrm>
        </p:grpSpPr>
        <p:sp>
          <p:nvSpPr>
            <p:cNvPr id="74" name="橢圓 73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5" name="直線單箭頭接點 74"/>
            <p:cNvCxnSpPr>
              <a:stCxn id="74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>
              <a:stCxn id="74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92"/>
          <p:cNvGrpSpPr/>
          <p:nvPr/>
        </p:nvGrpSpPr>
        <p:grpSpPr>
          <a:xfrm>
            <a:off x="7416543" y="3789575"/>
            <a:ext cx="663017" cy="2488676"/>
            <a:chOff x="6906707" y="4100660"/>
            <a:chExt cx="663017" cy="2488676"/>
          </a:xfrm>
        </p:grpSpPr>
        <p:grpSp>
          <p:nvGrpSpPr>
            <p:cNvPr id="94" name="群組 93"/>
            <p:cNvGrpSpPr/>
            <p:nvPr/>
          </p:nvGrpSpPr>
          <p:grpSpPr>
            <a:xfrm>
              <a:off x="6906707" y="4100660"/>
              <a:ext cx="661447" cy="829559"/>
              <a:chOff x="3451781" y="4100660"/>
              <a:chExt cx="661447" cy="829559"/>
            </a:xfrm>
          </p:grpSpPr>
          <p:sp>
            <p:nvSpPr>
              <p:cNvPr id="103" name="橢圓 102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4" name="直線單箭頭接點 103"/>
              <p:cNvCxnSpPr>
                <a:stCxn id="103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單箭頭接點 104"/>
              <p:cNvCxnSpPr>
                <a:stCxn id="103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群組 94"/>
            <p:cNvGrpSpPr/>
            <p:nvPr/>
          </p:nvGrpSpPr>
          <p:grpSpPr>
            <a:xfrm>
              <a:off x="6908277" y="4930217"/>
              <a:ext cx="661447" cy="829559"/>
              <a:chOff x="3451781" y="4100660"/>
              <a:chExt cx="661447" cy="829559"/>
            </a:xfrm>
          </p:grpSpPr>
          <p:sp>
            <p:nvSpPr>
              <p:cNvPr id="100" name="橢圓 99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1" name="直線單箭頭接點 100"/>
              <p:cNvCxnSpPr>
                <a:stCxn id="100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單箭頭接點 101"/>
              <p:cNvCxnSpPr>
                <a:stCxn id="100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群組 95"/>
            <p:cNvGrpSpPr/>
            <p:nvPr/>
          </p:nvGrpSpPr>
          <p:grpSpPr>
            <a:xfrm>
              <a:off x="6906707" y="5759777"/>
              <a:ext cx="661447" cy="829559"/>
              <a:chOff x="3451781" y="4100660"/>
              <a:chExt cx="661447" cy="829559"/>
            </a:xfrm>
          </p:grpSpPr>
          <p:sp>
            <p:nvSpPr>
              <p:cNvPr id="97" name="橢圓 96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8" name="直線單箭頭接點 97"/>
              <p:cNvCxnSpPr>
                <a:stCxn id="97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單箭頭接點 98"/>
              <p:cNvCxnSpPr>
                <a:stCxn id="97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xmlns="" val="3787621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74324861"/>
              </p:ext>
            </p:extLst>
          </p:nvPr>
        </p:nvGraphicFramePr>
        <p:xfrm>
          <a:off x="650451" y="433639"/>
          <a:ext cx="7277490" cy="54581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</a:tblGrid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3-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43" name="群組 42"/>
          <p:cNvGrpSpPr/>
          <p:nvPr/>
        </p:nvGrpSpPr>
        <p:grpSpPr>
          <a:xfrm>
            <a:off x="4772321" y="3789575"/>
            <a:ext cx="661447" cy="829559"/>
            <a:chOff x="3451781" y="4100660"/>
            <a:chExt cx="661447" cy="829559"/>
          </a:xfrm>
        </p:grpSpPr>
        <p:sp>
          <p:nvSpPr>
            <p:cNvPr id="64" name="橢圓 63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5" name="直線單箭頭接點 64"/>
            <p:cNvCxnSpPr>
              <a:stCxn id="64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/>
            <p:cNvCxnSpPr>
              <a:stCxn id="64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/>
          <p:cNvGrpSpPr/>
          <p:nvPr/>
        </p:nvGrpSpPr>
        <p:grpSpPr>
          <a:xfrm>
            <a:off x="5433768" y="3789575"/>
            <a:ext cx="661447" cy="829559"/>
            <a:chOff x="3451781" y="4100660"/>
            <a:chExt cx="661447" cy="829559"/>
          </a:xfrm>
        </p:grpSpPr>
        <p:sp>
          <p:nvSpPr>
            <p:cNvPr id="61" name="橢圓 60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單箭頭接點 61"/>
            <p:cNvCxnSpPr>
              <a:stCxn id="61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61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群組 67"/>
          <p:cNvGrpSpPr/>
          <p:nvPr/>
        </p:nvGrpSpPr>
        <p:grpSpPr>
          <a:xfrm>
            <a:off x="6094432" y="3789575"/>
            <a:ext cx="661447" cy="829559"/>
            <a:chOff x="3451781" y="4100660"/>
            <a:chExt cx="661447" cy="829559"/>
          </a:xfrm>
        </p:grpSpPr>
        <p:sp>
          <p:nvSpPr>
            <p:cNvPr id="89" name="橢圓 8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0" name="直線單箭頭接點 89"/>
            <p:cNvCxnSpPr>
              <a:stCxn id="8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>
              <a:stCxn id="8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9"/>
          <p:cNvGrpSpPr/>
          <p:nvPr/>
        </p:nvGrpSpPr>
        <p:grpSpPr>
          <a:xfrm>
            <a:off x="6095217" y="4619134"/>
            <a:ext cx="661447" cy="829559"/>
            <a:chOff x="3451781" y="4100660"/>
            <a:chExt cx="661447" cy="829559"/>
          </a:xfrm>
        </p:grpSpPr>
        <p:sp>
          <p:nvSpPr>
            <p:cNvPr id="83" name="橢圓 82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4" name="直線單箭頭接點 83"/>
            <p:cNvCxnSpPr>
              <a:stCxn id="83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>
              <a:stCxn id="83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群組 68"/>
          <p:cNvGrpSpPr/>
          <p:nvPr/>
        </p:nvGrpSpPr>
        <p:grpSpPr>
          <a:xfrm>
            <a:off x="6755879" y="3789575"/>
            <a:ext cx="661447" cy="829559"/>
            <a:chOff x="3451781" y="4100660"/>
            <a:chExt cx="661447" cy="829559"/>
          </a:xfrm>
        </p:grpSpPr>
        <p:sp>
          <p:nvSpPr>
            <p:cNvPr id="86" name="橢圓 85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7" name="直線單箭頭接點 86"/>
            <p:cNvCxnSpPr>
              <a:stCxn id="86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>
              <a:stCxn id="86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6757449" y="4619132"/>
            <a:ext cx="661447" cy="829559"/>
            <a:chOff x="3451781" y="4100660"/>
            <a:chExt cx="661447" cy="829559"/>
          </a:xfrm>
        </p:grpSpPr>
        <p:sp>
          <p:nvSpPr>
            <p:cNvPr id="77" name="橢圓 76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" name="直線單箭頭接點 77"/>
            <p:cNvCxnSpPr>
              <a:stCxn id="77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>
              <a:stCxn id="77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92"/>
          <p:cNvGrpSpPr/>
          <p:nvPr/>
        </p:nvGrpSpPr>
        <p:grpSpPr>
          <a:xfrm>
            <a:off x="7416543" y="3789575"/>
            <a:ext cx="663017" cy="2488676"/>
            <a:chOff x="6906707" y="4100660"/>
            <a:chExt cx="663017" cy="2488676"/>
          </a:xfrm>
        </p:grpSpPr>
        <p:grpSp>
          <p:nvGrpSpPr>
            <p:cNvPr id="94" name="群組 93"/>
            <p:cNvGrpSpPr/>
            <p:nvPr/>
          </p:nvGrpSpPr>
          <p:grpSpPr>
            <a:xfrm>
              <a:off x="6906707" y="4100660"/>
              <a:ext cx="661447" cy="829559"/>
              <a:chOff x="3451781" y="4100660"/>
              <a:chExt cx="661447" cy="829559"/>
            </a:xfrm>
          </p:grpSpPr>
          <p:sp>
            <p:nvSpPr>
              <p:cNvPr id="103" name="橢圓 102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4" name="直線單箭頭接點 103"/>
              <p:cNvCxnSpPr>
                <a:stCxn id="103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單箭頭接點 104"/>
              <p:cNvCxnSpPr>
                <a:stCxn id="103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群組 94"/>
            <p:cNvGrpSpPr/>
            <p:nvPr/>
          </p:nvGrpSpPr>
          <p:grpSpPr>
            <a:xfrm>
              <a:off x="6908277" y="4930217"/>
              <a:ext cx="661447" cy="829559"/>
              <a:chOff x="3451781" y="4100660"/>
              <a:chExt cx="661447" cy="829559"/>
            </a:xfrm>
          </p:grpSpPr>
          <p:sp>
            <p:nvSpPr>
              <p:cNvPr id="100" name="橢圓 99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1" name="直線單箭頭接點 100"/>
              <p:cNvCxnSpPr>
                <a:stCxn id="100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單箭頭接點 101"/>
              <p:cNvCxnSpPr>
                <a:stCxn id="100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群組 95"/>
            <p:cNvGrpSpPr/>
            <p:nvPr/>
          </p:nvGrpSpPr>
          <p:grpSpPr>
            <a:xfrm>
              <a:off x="6906707" y="5759777"/>
              <a:ext cx="661447" cy="829559"/>
              <a:chOff x="3451781" y="4100660"/>
              <a:chExt cx="661447" cy="829559"/>
            </a:xfrm>
          </p:grpSpPr>
          <p:sp>
            <p:nvSpPr>
              <p:cNvPr id="97" name="橢圓 96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8" name="直線單箭頭接點 97"/>
              <p:cNvCxnSpPr>
                <a:stCxn id="97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單箭頭接點 98"/>
              <p:cNvCxnSpPr>
                <a:stCxn id="97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xmlns="" val="122129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36621258"/>
              </p:ext>
            </p:extLst>
          </p:nvPr>
        </p:nvGraphicFramePr>
        <p:xfrm>
          <a:off x="650451" y="433639"/>
          <a:ext cx="7277490" cy="54581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</a:tblGrid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3-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0" name="群組 19"/>
          <p:cNvGrpSpPr/>
          <p:nvPr/>
        </p:nvGrpSpPr>
        <p:grpSpPr>
          <a:xfrm>
            <a:off x="3450210" y="3789575"/>
            <a:ext cx="661447" cy="829559"/>
            <a:chOff x="3451781" y="4100660"/>
            <a:chExt cx="661447" cy="829559"/>
          </a:xfrm>
        </p:grpSpPr>
        <p:sp>
          <p:nvSpPr>
            <p:cNvPr id="9" name="橢圓 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>
              <a:stCxn id="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4772321" y="3789575"/>
            <a:ext cx="661447" cy="829559"/>
            <a:chOff x="3451781" y="4100660"/>
            <a:chExt cx="661447" cy="829559"/>
          </a:xfrm>
        </p:grpSpPr>
        <p:sp>
          <p:nvSpPr>
            <p:cNvPr id="64" name="橢圓 63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5" name="直線單箭頭接點 64"/>
            <p:cNvCxnSpPr>
              <a:stCxn id="64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/>
            <p:cNvCxnSpPr>
              <a:stCxn id="64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/>
          <p:cNvGrpSpPr/>
          <p:nvPr/>
        </p:nvGrpSpPr>
        <p:grpSpPr>
          <a:xfrm>
            <a:off x="5433768" y="3789575"/>
            <a:ext cx="661447" cy="829559"/>
            <a:chOff x="3451781" y="4100660"/>
            <a:chExt cx="661447" cy="829559"/>
          </a:xfrm>
        </p:grpSpPr>
        <p:sp>
          <p:nvSpPr>
            <p:cNvPr id="61" name="橢圓 60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單箭頭接點 61"/>
            <p:cNvCxnSpPr>
              <a:stCxn id="61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61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群組 67"/>
          <p:cNvGrpSpPr/>
          <p:nvPr/>
        </p:nvGrpSpPr>
        <p:grpSpPr>
          <a:xfrm>
            <a:off x="6094432" y="3789575"/>
            <a:ext cx="661447" cy="829559"/>
            <a:chOff x="3451781" y="4100660"/>
            <a:chExt cx="661447" cy="829559"/>
          </a:xfrm>
        </p:grpSpPr>
        <p:sp>
          <p:nvSpPr>
            <p:cNvPr id="89" name="橢圓 8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0" name="直線單箭頭接點 89"/>
            <p:cNvCxnSpPr>
              <a:stCxn id="8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>
              <a:stCxn id="8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9"/>
          <p:cNvGrpSpPr/>
          <p:nvPr/>
        </p:nvGrpSpPr>
        <p:grpSpPr>
          <a:xfrm>
            <a:off x="6095217" y="4619134"/>
            <a:ext cx="661447" cy="829559"/>
            <a:chOff x="3451781" y="4100660"/>
            <a:chExt cx="661447" cy="829559"/>
          </a:xfrm>
        </p:grpSpPr>
        <p:sp>
          <p:nvSpPr>
            <p:cNvPr id="83" name="橢圓 82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4" name="直線單箭頭接點 83"/>
            <p:cNvCxnSpPr>
              <a:stCxn id="83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>
              <a:stCxn id="83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群組 68"/>
          <p:cNvGrpSpPr/>
          <p:nvPr/>
        </p:nvGrpSpPr>
        <p:grpSpPr>
          <a:xfrm>
            <a:off x="6755879" y="3789575"/>
            <a:ext cx="661447" cy="829559"/>
            <a:chOff x="3451781" y="4100660"/>
            <a:chExt cx="661447" cy="829559"/>
          </a:xfrm>
        </p:grpSpPr>
        <p:sp>
          <p:nvSpPr>
            <p:cNvPr id="86" name="橢圓 85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7" name="直線單箭頭接點 86"/>
            <p:cNvCxnSpPr>
              <a:stCxn id="86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>
              <a:stCxn id="86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6757449" y="4619132"/>
            <a:ext cx="661447" cy="829559"/>
            <a:chOff x="3451781" y="4100660"/>
            <a:chExt cx="661447" cy="829559"/>
          </a:xfrm>
        </p:grpSpPr>
        <p:sp>
          <p:nvSpPr>
            <p:cNvPr id="77" name="橢圓 76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" name="直線單箭頭接點 77"/>
            <p:cNvCxnSpPr>
              <a:stCxn id="77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>
              <a:stCxn id="77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92"/>
          <p:cNvGrpSpPr/>
          <p:nvPr/>
        </p:nvGrpSpPr>
        <p:grpSpPr>
          <a:xfrm>
            <a:off x="7416543" y="3789575"/>
            <a:ext cx="663017" cy="2488676"/>
            <a:chOff x="6906707" y="4100660"/>
            <a:chExt cx="663017" cy="2488676"/>
          </a:xfrm>
        </p:grpSpPr>
        <p:grpSp>
          <p:nvGrpSpPr>
            <p:cNvPr id="94" name="群組 93"/>
            <p:cNvGrpSpPr/>
            <p:nvPr/>
          </p:nvGrpSpPr>
          <p:grpSpPr>
            <a:xfrm>
              <a:off x="6906707" y="4100660"/>
              <a:ext cx="661447" cy="829559"/>
              <a:chOff x="3451781" y="4100660"/>
              <a:chExt cx="661447" cy="829559"/>
            </a:xfrm>
          </p:grpSpPr>
          <p:sp>
            <p:nvSpPr>
              <p:cNvPr id="103" name="橢圓 102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4" name="直線單箭頭接點 103"/>
              <p:cNvCxnSpPr>
                <a:stCxn id="103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單箭頭接點 104"/>
              <p:cNvCxnSpPr>
                <a:stCxn id="103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群組 94"/>
            <p:cNvGrpSpPr/>
            <p:nvPr/>
          </p:nvGrpSpPr>
          <p:grpSpPr>
            <a:xfrm>
              <a:off x="6908277" y="4930217"/>
              <a:ext cx="661447" cy="829559"/>
              <a:chOff x="3451781" y="4100660"/>
              <a:chExt cx="661447" cy="829559"/>
            </a:xfrm>
          </p:grpSpPr>
          <p:sp>
            <p:nvSpPr>
              <p:cNvPr id="100" name="橢圓 99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1" name="直線單箭頭接點 100"/>
              <p:cNvCxnSpPr>
                <a:stCxn id="100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單箭頭接點 101"/>
              <p:cNvCxnSpPr>
                <a:stCxn id="100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群組 95"/>
            <p:cNvGrpSpPr/>
            <p:nvPr/>
          </p:nvGrpSpPr>
          <p:grpSpPr>
            <a:xfrm>
              <a:off x="6906707" y="5759777"/>
              <a:ext cx="661447" cy="829559"/>
              <a:chOff x="3451781" y="4100660"/>
              <a:chExt cx="661447" cy="829559"/>
            </a:xfrm>
          </p:grpSpPr>
          <p:sp>
            <p:nvSpPr>
              <p:cNvPr id="97" name="橢圓 96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8" name="直線單箭頭接點 97"/>
              <p:cNvCxnSpPr>
                <a:stCxn id="97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單箭頭接點 98"/>
              <p:cNvCxnSpPr>
                <a:stCxn id="97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6" name="群組 105"/>
          <p:cNvGrpSpPr/>
          <p:nvPr/>
        </p:nvGrpSpPr>
        <p:grpSpPr>
          <a:xfrm>
            <a:off x="4110874" y="2960016"/>
            <a:ext cx="661447" cy="829559"/>
            <a:chOff x="3451781" y="4100660"/>
            <a:chExt cx="661447" cy="829559"/>
          </a:xfrm>
        </p:grpSpPr>
        <p:sp>
          <p:nvSpPr>
            <p:cNvPr id="107" name="橢圓 106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8" name="直線單箭頭接點 107"/>
            <p:cNvCxnSpPr>
              <a:stCxn id="107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線單箭頭接點 108"/>
            <p:cNvCxnSpPr>
              <a:stCxn id="107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sysDot"/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群組 109"/>
          <p:cNvGrpSpPr/>
          <p:nvPr/>
        </p:nvGrpSpPr>
        <p:grpSpPr>
          <a:xfrm>
            <a:off x="3450210" y="2960014"/>
            <a:ext cx="661447" cy="829559"/>
            <a:chOff x="3451781" y="4100660"/>
            <a:chExt cx="661447" cy="829559"/>
          </a:xfrm>
        </p:grpSpPr>
        <p:sp>
          <p:nvSpPr>
            <p:cNvPr id="111" name="橢圓 110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2" name="直線單箭頭接點 111"/>
            <p:cNvCxnSpPr>
              <a:stCxn id="111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線單箭頭接點 112"/>
            <p:cNvCxnSpPr>
              <a:stCxn id="111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sysDot"/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群組 113"/>
          <p:cNvGrpSpPr/>
          <p:nvPr/>
        </p:nvGrpSpPr>
        <p:grpSpPr>
          <a:xfrm>
            <a:off x="4771538" y="2948229"/>
            <a:ext cx="661447" cy="829559"/>
            <a:chOff x="3451781" y="4100660"/>
            <a:chExt cx="661447" cy="829559"/>
          </a:xfrm>
        </p:grpSpPr>
        <p:sp>
          <p:nvSpPr>
            <p:cNvPr id="115" name="橢圓 114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6" name="直線單箭頭接點 115"/>
            <p:cNvCxnSpPr>
              <a:stCxn id="115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>
              <a:stCxn id="115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sysDot"/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50521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21661126"/>
              </p:ext>
            </p:extLst>
          </p:nvPr>
        </p:nvGraphicFramePr>
        <p:xfrm>
          <a:off x="650451" y="433639"/>
          <a:ext cx="7277490" cy="54581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</a:tblGrid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3-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0" name="群組 19"/>
          <p:cNvGrpSpPr/>
          <p:nvPr/>
        </p:nvGrpSpPr>
        <p:grpSpPr>
          <a:xfrm>
            <a:off x="3450210" y="3789575"/>
            <a:ext cx="661447" cy="829559"/>
            <a:chOff x="3451781" y="4100660"/>
            <a:chExt cx="661447" cy="829559"/>
          </a:xfrm>
        </p:grpSpPr>
        <p:sp>
          <p:nvSpPr>
            <p:cNvPr id="9" name="橢圓 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>
              <a:stCxn id="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20"/>
          <p:cNvGrpSpPr/>
          <p:nvPr/>
        </p:nvGrpSpPr>
        <p:grpSpPr>
          <a:xfrm>
            <a:off x="4111657" y="3789575"/>
            <a:ext cx="661447" cy="829559"/>
            <a:chOff x="3451781" y="4100660"/>
            <a:chExt cx="661447" cy="829559"/>
          </a:xfrm>
        </p:grpSpPr>
        <p:sp>
          <p:nvSpPr>
            <p:cNvPr id="22" name="橢圓 21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3" name="直線單箭頭接點 22"/>
            <p:cNvCxnSpPr>
              <a:stCxn id="22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22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4772321" y="3789575"/>
            <a:ext cx="661447" cy="829559"/>
            <a:chOff x="3451781" y="4100660"/>
            <a:chExt cx="661447" cy="829559"/>
          </a:xfrm>
        </p:grpSpPr>
        <p:sp>
          <p:nvSpPr>
            <p:cNvPr id="64" name="橢圓 63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5" name="直線單箭頭接點 64"/>
            <p:cNvCxnSpPr>
              <a:stCxn id="64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/>
            <p:cNvCxnSpPr>
              <a:stCxn id="64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/>
          <p:cNvGrpSpPr/>
          <p:nvPr/>
        </p:nvGrpSpPr>
        <p:grpSpPr>
          <a:xfrm>
            <a:off x="5433768" y="3789575"/>
            <a:ext cx="661447" cy="829559"/>
            <a:chOff x="3451781" y="4100660"/>
            <a:chExt cx="661447" cy="829559"/>
          </a:xfrm>
        </p:grpSpPr>
        <p:sp>
          <p:nvSpPr>
            <p:cNvPr id="61" name="橢圓 60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單箭頭接點 61"/>
            <p:cNvCxnSpPr>
              <a:stCxn id="61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61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群組 67"/>
          <p:cNvGrpSpPr/>
          <p:nvPr/>
        </p:nvGrpSpPr>
        <p:grpSpPr>
          <a:xfrm>
            <a:off x="6094432" y="3789575"/>
            <a:ext cx="661447" cy="829559"/>
            <a:chOff x="3451781" y="4100660"/>
            <a:chExt cx="661447" cy="829559"/>
          </a:xfrm>
        </p:grpSpPr>
        <p:sp>
          <p:nvSpPr>
            <p:cNvPr id="89" name="橢圓 8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0" name="直線單箭頭接點 89"/>
            <p:cNvCxnSpPr>
              <a:stCxn id="8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>
              <a:stCxn id="8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9"/>
          <p:cNvGrpSpPr/>
          <p:nvPr/>
        </p:nvGrpSpPr>
        <p:grpSpPr>
          <a:xfrm>
            <a:off x="6095217" y="4619134"/>
            <a:ext cx="661447" cy="829559"/>
            <a:chOff x="3451781" y="4100660"/>
            <a:chExt cx="661447" cy="829559"/>
          </a:xfrm>
        </p:grpSpPr>
        <p:sp>
          <p:nvSpPr>
            <p:cNvPr id="83" name="橢圓 82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4" name="直線單箭頭接點 83"/>
            <p:cNvCxnSpPr>
              <a:stCxn id="83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>
              <a:stCxn id="83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群組 68"/>
          <p:cNvGrpSpPr/>
          <p:nvPr/>
        </p:nvGrpSpPr>
        <p:grpSpPr>
          <a:xfrm>
            <a:off x="6755879" y="3789575"/>
            <a:ext cx="661447" cy="829559"/>
            <a:chOff x="3451781" y="4100660"/>
            <a:chExt cx="661447" cy="829559"/>
          </a:xfrm>
        </p:grpSpPr>
        <p:sp>
          <p:nvSpPr>
            <p:cNvPr id="86" name="橢圓 85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7" name="直線單箭頭接點 86"/>
            <p:cNvCxnSpPr>
              <a:stCxn id="86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>
              <a:stCxn id="86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6757449" y="4619132"/>
            <a:ext cx="661447" cy="829559"/>
            <a:chOff x="3451781" y="4100660"/>
            <a:chExt cx="661447" cy="829559"/>
          </a:xfrm>
        </p:grpSpPr>
        <p:sp>
          <p:nvSpPr>
            <p:cNvPr id="77" name="橢圓 76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" name="直線單箭頭接點 77"/>
            <p:cNvCxnSpPr>
              <a:stCxn id="77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>
              <a:stCxn id="77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92"/>
          <p:cNvGrpSpPr/>
          <p:nvPr/>
        </p:nvGrpSpPr>
        <p:grpSpPr>
          <a:xfrm>
            <a:off x="7416543" y="3789575"/>
            <a:ext cx="663017" cy="2488676"/>
            <a:chOff x="6906707" y="4100660"/>
            <a:chExt cx="663017" cy="2488676"/>
          </a:xfrm>
        </p:grpSpPr>
        <p:grpSp>
          <p:nvGrpSpPr>
            <p:cNvPr id="94" name="群組 93"/>
            <p:cNvGrpSpPr/>
            <p:nvPr/>
          </p:nvGrpSpPr>
          <p:grpSpPr>
            <a:xfrm>
              <a:off x="6906707" y="4100660"/>
              <a:ext cx="661447" cy="829559"/>
              <a:chOff x="3451781" y="4100660"/>
              <a:chExt cx="661447" cy="829559"/>
            </a:xfrm>
          </p:grpSpPr>
          <p:sp>
            <p:nvSpPr>
              <p:cNvPr id="103" name="橢圓 102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4" name="直線單箭頭接點 103"/>
              <p:cNvCxnSpPr>
                <a:stCxn id="103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單箭頭接點 104"/>
              <p:cNvCxnSpPr>
                <a:stCxn id="103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群組 94"/>
            <p:cNvGrpSpPr/>
            <p:nvPr/>
          </p:nvGrpSpPr>
          <p:grpSpPr>
            <a:xfrm>
              <a:off x="6908277" y="4930217"/>
              <a:ext cx="661447" cy="829559"/>
              <a:chOff x="3451781" y="4100660"/>
              <a:chExt cx="661447" cy="829559"/>
            </a:xfrm>
          </p:grpSpPr>
          <p:sp>
            <p:nvSpPr>
              <p:cNvPr id="100" name="橢圓 99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1" name="直線單箭頭接點 100"/>
              <p:cNvCxnSpPr>
                <a:stCxn id="100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單箭頭接點 101"/>
              <p:cNvCxnSpPr>
                <a:stCxn id="100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群組 95"/>
            <p:cNvGrpSpPr/>
            <p:nvPr/>
          </p:nvGrpSpPr>
          <p:grpSpPr>
            <a:xfrm>
              <a:off x="6906707" y="5759777"/>
              <a:ext cx="661447" cy="829559"/>
              <a:chOff x="3451781" y="4100660"/>
              <a:chExt cx="661447" cy="829559"/>
            </a:xfrm>
          </p:grpSpPr>
          <p:sp>
            <p:nvSpPr>
              <p:cNvPr id="97" name="橢圓 96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8" name="直線單箭頭接點 97"/>
              <p:cNvCxnSpPr>
                <a:stCxn id="97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單箭頭接點 98"/>
              <p:cNvCxnSpPr>
                <a:stCxn id="97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6" name="群組 105"/>
          <p:cNvGrpSpPr/>
          <p:nvPr/>
        </p:nvGrpSpPr>
        <p:grpSpPr>
          <a:xfrm>
            <a:off x="4110874" y="2960016"/>
            <a:ext cx="661447" cy="829559"/>
            <a:chOff x="3451781" y="4100660"/>
            <a:chExt cx="661447" cy="829559"/>
          </a:xfrm>
        </p:grpSpPr>
        <p:sp>
          <p:nvSpPr>
            <p:cNvPr id="107" name="橢圓 106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8" name="直線單箭頭接點 107"/>
            <p:cNvCxnSpPr>
              <a:stCxn id="107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線單箭頭接點 108"/>
            <p:cNvCxnSpPr>
              <a:stCxn id="107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sysDot"/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群組 109"/>
          <p:cNvGrpSpPr/>
          <p:nvPr/>
        </p:nvGrpSpPr>
        <p:grpSpPr>
          <a:xfrm>
            <a:off x="3450210" y="2960014"/>
            <a:ext cx="661447" cy="829559"/>
            <a:chOff x="3451781" y="4100660"/>
            <a:chExt cx="661447" cy="829559"/>
          </a:xfrm>
        </p:grpSpPr>
        <p:sp>
          <p:nvSpPr>
            <p:cNvPr id="111" name="橢圓 110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2" name="直線單箭頭接點 111"/>
            <p:cNvCxnSpPr>
              <a:stCxn id="111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線單箭頭接點 112"/>
            <p:cNvCxnSpPr>
              <a:stCxn id="111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sysDot"/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群組 113"/>
          <p:cNvGrpSpPr/>
          <p:nvPr/>
        </p:nvGrpSpPr>
        <p:grpSpPr>
          <a:xfrm>
            <a:off x="4771538" y="2948229"/>
            <a:ext cx="661447" cy="829559"/>
            <a:chOff x="3451781" y="4100660"/>
            <a:chExt cx="661447" cy="829559"/>
          </a:xfrm>
        </p:grpSpPr>
        <p:sp>
          <p:nvSpPr>
            <p:cNvPr id="115" name="橢圓 114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6" name="直線單箭頭接點 115"/>
            <p:cNvCxnSpPr>
              <a:stCxn id="115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單箭頭接點 116"/>
            <p:cNvCxnSpPr>
              <a:stCxn id="115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sysDot"/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93306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8636025"/>
              </p:ext>
            </p:extLst>
          </p:nvPr>
        </p:nvGraphicFramePr>
        <p:xfrm>
          <a:off x="650451" y="433639"/>
          <a:ext cx="7277490" cy="54581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</a:tblGrid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0-&gt;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0-&gt;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0-&gt;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1-&gt;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3-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0" name="群組 19"/>
          <p:cNvGrpSpPr/>
          <p:nvPr/>
        </p:nvGrpSpPr>
        <p:grpSpPr>
          <a:xfrm>
            <a:off x="3450210" y="3789575"/>
            <a:ext cx="661447" cy="829559"/>
            <a:chOff x="3451781" y="4100660"/>
            <a:chExt cx="661447" cy="829559"/>
          </a:xfrm>
        </p:grpSpPr>
        <p:sp>
          <p:nvSpPr>
            <p:cNvPr id="9" name="橢圓 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>
              <a:stCxn id="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20"/>
          <p:cNvGrpSpPr/>
          <p:nvPr/>
        </p:nvGrpSpPr>
        <p:grpSpPr>
          <a:xfrm>
            <a:off x="4111657" y="3789575"/>
            <a:ext cx="661447" cy="829559"/>
            <a:chOff x="3451781" y="4100660"/>
            <a:chExt cx="661447" cy="829559"/>
          </a:xfrm>
        </p:grpSpPr>
        <p:sp>
          <p:nvSpPr>
            <p:cNvPr id="22" name="橢圓 21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3" name="直線單箭頭接點 22"/>
            <p:cNvCxnSpPr>
              <a:stCxn id="22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22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4772321" y="3789575"/>
            <a:ext cx="661447" cy="829559"/>
            <a:chOff x="3451781" y="4100660"/>
            <a:chExt cx="661447" cy="829559"/>
          </a:xfrm>
        </p:grpSpPr>
        <p:sp>
          <p:nvSpPr>
            <p:cNvPr id="64" name="橢圓 63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5" name="直線單箭頭接點 64"/>
            <p:cNvCxnSpPr>
              <a:stCxn id="64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/>
            <p:cNvCxnSpPr>
              <a:stCxn id="64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/>
          <p:cNvGrpSpPr/>
          <p:nvPr/>
        </p:nvGrpSpPr>
        <p:grpSpPr>
          <a:xfrm>
            <a:off x="5433768" y="3789575"/>
            <a:ext cx="661447" cy="829559"/>
            <a:chOff x="3451781" y="4100660"/>
            <a:chExt cx="661447" cy="829559"/>
          </a:xfrm>
        </p:grpSpPr>
        <p:sp>
          <p:nvSpPr>
            <p:cNvPr id="61" name="橢圓 60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單箭頭接點 61"/>
            <p:cNvCxnSpPr>
              <a:stCxn id="61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61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群組 67"/>
          <p:cNvGrpSpPr/>
          <p:nvPr/>
        </p:nvGrpSpPr>
        <p:grpSpPr>
          <a:xfrm>
            <a:off x="6094432" y="3789575"/>
            <a:ext cx="661447" cy="829559"/>
            <a:chOff x="3451781" y="4100660"/>
            <a:chExt cx="661447" cy="829559"/>
          </a:xfrm>
        </p:grpSpPr>
        <p:sp>
          <p:nvSpPr>
            <p:cNvPr id="89" name="橢圓 8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0" name="直線單箭頭接點 89"/>
            <p:cNvCxnSpPr>
              <a:stCxn id="8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>
              <a:stCxn id="8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9"/>
          <p:cNvGrpSpPr/>
          <p:nvPr/>
        </p:nvGrpSpPr>
        <p:grpSpPr>
          <a:xfrm>
            <a:off x="6095217" y="4619134"/>
            <a:ext cx="661447" cy="829559"/>
            <a:chOff x="3451781" y="4100660"/>
            <a:chExt cx="661447" cy="829559"/>
          </a:xfrm>
        </p:grpSpPr>
        <p:sp>
          <p:nvSpPr>
            <p:cNvPr id="83" name="橢圓 82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4" name="直線單箭頭接點 83"/>
            <p:cNvCxnSpPr>
              <a:stCxn id="83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>
              <a:stCxn id="83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群組 68"/>
          <p:cNvGrpSpPr/>
          <p:nvPr/>
        </p:nvGrpSpPr>
        <p:grpSpPr>
          <a:xfrm>
            <a:off x="6755879" y="3789575"/>
            <a:ext cx="661447" cy="829559"/>
            <a:chOff x="3451781" y="4100660"/>
            <a:chExt cx="661447" cy="829559"/>
          </a:xfrm>
        </p:grpSpPr>
        <p:sp>
          <p:nvSpPr>
            <p:cNvPr id="86" name="橢圓 85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7" name="直線單箭頭接點 86"/>
            <p:cNvCxnSpPr>
              <a:stCxn id="86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>
              <a:stCxn id="86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6757449" y="4619132"/>
            <a:ext cx="661447" cy="829559"/>
            <a:chOff x="3451781" y="4100660"/>
            <a:chExt cx="661447" cy="829559"/>
          </a:xfrm>
        </p:grpSpPr>
        <p:sp>
          <p:nvSpPr>
            <p:cNvPr id="77" name="橢圓 76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" name="直線單箭頭接點 77"/>
            <p:cNvCxnSpPr>
              <a:stCxn id="77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>
              <a:stCxn id="77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92"/>
          <p:cNvGrpSpPr/>
          <p:nvPr/>
        </p:nvGrpSpPr>
        <p:grpSpPr>
          <a:xfrm>
            <a:off x="7416543" y="3789575"/>
            <a:ext cx="663017" cy="2488676"/>
            <a:chOff x="6906707" y="4100660"/>
            <a:chExt cx="663017" cy="2488676"/>
          </a:xfrm>
        </p:grpSpPr>
        <p:grpSp>
          <p:nvGrpSpPr>
            <p:cNvPr id="94" name="群組 93"/>
            <p:cNvGrpSpPr/>
            <p:nvPr/>
          </p:nvGrpSpPr>
          <p:grpSpPr>
            <a:xfrm>
              <a:off x="6906707" y="4100660"/>
              <a:ext cx="661447" cy="829559"/>
              <a:chOff x="3451781" y="4100660"/>
              <a:chExt cx="661447" cy="829559"/>
            </a:xfrm>
          </p:grpSpPr>
          <p:sp>
            <p:nvSpPr>
              <p:cNvPr id="103" name="橢圓 102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4" name="直線單箭頭接點 103"/>
              <p:cNvCxnSpPr>
                <a:stCxn id="103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單箭頭接點 104"/>
              <p:cNvCxnSpPr>
                <a:stCxn id="103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群組 94"/>
            <p:cNvGrpSpPr/>
            <p:nvPr/>
          </p:nvGrpSpPr>
          <p:grpSpPr>
            <a:xfrm>
              <a:off x="6908277" y="4930217"/>
              <a:ext cx="661447" cy="829559"/>
              <a:chOff x="3451781" y="4100660"/>
              <a:chExt cx="661447" cy="829559"/>
            </a:xfrm>
          </p:grpSpPr>
          <p:sp>
            <p:nvSpPr>
              <p:cNvPr id="100" name="橢圓 99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1" name="直線單箭頭接點 100"/>
              <p:cNvCxnSpPr>
                <a:stCxn id="100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單箭頭接點 101"/>
              <p:cNvCxnSpPr>
                <a:stCxn id="100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群組 95"/>
            <p:cNvGrpSpPr/>
            <p:nvPr/>
          </p:nvGrpSpPr>
          <p:grpSpPr>
            <a:xfrm>
              <a:off x="6906707" y="5759777"/>
              <a:ext cx="661447" cy="829559"/>
              <a:chOff x="3451781" y="4100660"/>
              <a:chExt cx="661447" cy="829559"/>
            </a:xfrm>
          </p:grpSpPr>
          <p:sp>
            <p:nvSpPr>
              <p:cNvPr id="97" name="橢圓 96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8" name="直線單箭頭接點 97"/>
              <p:cNvCxnSpPr>
                <a:stCxn id="97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單箭頭接點 98"/>
              <p:cNvCxnSpPr>
                <a:stCxn id="97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xmlns="" val="515865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60830443"/>
              </p:ext>
            </p:extLst>
          </p:nvPr>
        </p:nvGraphicFramePr>
        <p:xfrm>
          <a:off x="650451" y="433639"/>
          <a:ext cx="7277490" cy="54581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</a:tblGrid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3-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0" name="群組 19"/>
          <p:cNvGrpSpPr/>
          <p:nvPr/>
        </p:nvGrpSpPr>
        <p:grpSpPr>
          <a:xfrm>
            <a:off x="3450210" y="3789575"/>
            <a:ext cx="661447" cy="829559"/>
            <a:chOff x="3451781" y="4100660"/>
            <a:chExt cx="661447" cy="829559"/>
          </a:xfrm>
        </p:grpSpPr>
        <p:sp>
          <p:nvSpPr>
            <p:cNvPr id="9" name="橢圓 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>
              <a:stCxn id="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20"/>
          <p:cNvGrpSpPr/>
          <p:nvPr/>
        </p:nvGrpSpPr>
        <p:grpSpPr>
          <a:xfrm>
            <a:off x="4111657" y="3789575"/>
            <a:ext cx="661447" cy="829559"/>
            <a:chOff x="3451781" y="4100660"/>
            <a:chExt cx="661447" cy="829559"/>
          </a:xfrm>
        </p:grpSpPr>
        <p:sp>
          <p:nvSpPr>
            <p:cNvPr id="22" name="橢圓 21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3" name="直線單箭頭接點 22"/>
            <p:cNvCxnSpPr>
              <a:stCxn id="22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22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4772321" y="3789575"/>
            <a:ext cx="661447" cy="829559"/>
            <a:chOff x="3451781" y="4100660"/>
            <a:chExt cx="661447" cy="829559"/>
          </a:xfrm>
        </p:grpSpPr>
        <p:sp>
          <p:nvSpPr>
            <p:cNvPr id="64" name="橢圓 63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5" name="直線單箭頭接點 64"/>
            <p:cNvCxnSpPr>
              <a:stCxn id="64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/>
            <p:cNvCxnSpPr>
              <a:stCxn id="64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/>
          <p:cNvGrpSpPr/>
          <p:nvPr/>
        </p:nvGrpSpPr>
        <p:grpSpPr>
          <a:xfrm>
            <a:off x="5433768" y="3789575"/>
            <a:ext cx="661447" cy="829559"/>
            <a:chOff x="3451781" y="4100660"/>
            <a:chExt cx="661447" cy="829559"/>
          </a:xfrm>
        </p:grpSpPr>
        <p:sp>
          <p:nvSpPr>
            <p:cNvPr id="61" name="橢圓 60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單箭頭接點 61"/>
            <p:cNvCxnSpPr>
              <a:stCxn id="61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61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橢圓 57"/>
          <p:cNvSpPr/>
          <p:nvPr/>
        </p:nvSpPr>
        <p:spPr>
          <a:xfrm>
            <a:off x="4773106" y="4619134"/>
            <a:ext cx="367645" cy="4430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9" name="直線單箭頭接點 58"/>
          <p:cNvCxnSpPr>
            <a:stCxn id="58" idx="6"/>
          </p:cNvCxnSpPr>
          <p:nvPr/>
        </p:nvCxnSpPr>
        <p:spPr>
          <a:xfrm flipV="1">
            <a:off x="5140751" y="4011106"/>
            <a:ext cx="293017" cy="8295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58" idx="4"/>
          </p:cNvCxnSpPr>
          <p:nvPr/>
        </p:nvCxnSpPr>
        <p:spPr>
          <a:xfrm>
            <a:off x="4956929" y="5062194"/>
            <a:ext cx="0" cy="386499"/>
          </a:xfrm>
          <a:prstGeom prst="straightConnector1">
            <a:avLst/>
          </a:prstGeom>
          <a:ln w="38100">
            <a:solidFill>
              <a:schemeClr val="tx1"/>
            </a:solidFill>
            <a:headEnd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群組 67"/>
          <p:cNvGrpSpPr/>
          <p:nvPr/>
        </p:nvGrpSpPr>
        <p:grpSpPr>
          <a:xfrm>
            <a:off x="6094432" y="3789575"/>
            <a:ext cx="661447" cy="829559"/>
            <a:chOff x="3451781" y="4100660"/>
            <a:chExt cx="661447" cy="829559"/>
          </a:xfrm>
        </p:grpSpPr>
        <p:sp>
          <p:nvSpPr>
            <p:cNvPr id="89" name="橢圓 8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0" name="直線單箭頭接點 89"/>
            <p:cNvCxnSpPr>
              <a:stCxn id="8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>
              <a:stCxn id="8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9"/>
          <p:cNvGrpSpPr/>
          <p:nvPr/>
        </p:nvGrpSpPr>
        <p:grpSpPr>
          <a:xfrm>
            <a:off x="6095217" y="4619134"/>
            <a:ext cx="661447" cy="829559"/>
            <a:chOff x="3451781" y="4100660"/>
            <a:chExt cx="661447" cy="829559"/>
          </a:xfrm>
        </p:grpSpPr>
        <p:sp>
          <p:nvSpPr>
            <p:cNvPr id="83" name="橢圓 82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4" name="直線單箭頭接點 83"/>
            <p:cNvCxnSpPr>
              <a:stCxn id="83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>
              <a:stCxn id="83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群組 68"/>
          <p:cNvGrpSpPr/>
          <p:nvPr/>
        </p:nvGrpSpPr>
        <p:grpSpPr>
          <a:xfrm>
            <a:off x="6755879" y="3789575"/>
            <a:ext cx="661447" cy="829559"/>
            <a:chOff x="3451781" y="4100660"/>
            <a:chExt cx="661447" cy="829559"/>
          </a:xfrm>
        </p:grpSpPr>
        <p:sp>
          <p:nvSpPr>
            <p:cNvPr id="86" name="橢圓 85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7" name="直線單箭頭接點 86"/>
            <p:cNvCxnSpPr>
              <a:stCxn id="86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>
              <a:stCxn id="86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6757449" y="4619132"/>
            <a:ext cx="661447" cy="829559"/>
            <a:chOff x="3451781" y="4100660"/>
            <a:chExt cx="661447" cy="829559"/>
          </a:xfrm>
        </p:grpSpPr>
        <p:sp>
          <p:nvSpPr>
            <p:cNvPr id="77" name="橢圓 76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" name="直線單箭頭接點 77"/>
            <p:cNvCxnSpPr>
              <a:stCxn id="77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>
              <a:stCxn id="77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92"/>
          <p:cNvGrpSpPr/>
          <p:nvPr/>
        </p:nvGrpSpPr>
        <p:grpSpPr>
          <a:xfrm>
            <a:off x="7416543" y="3789575"/>
            <a:ext cx="663017" cy="2488676"/>
            <a:chOff x="6906707" y="4100660"/>
            <a:chExt cx="663017" cy="2488676"/>
          </a:xfrm>
        </p:grpSpPr>
        <p:grpSp>
          <p:nvGrpSpPr>
            <p:cNvPr id="94" name="群組 93"/>
            <p:cNvGrpSpPr/>
            <p:nvPr/>
          </p:nvGrpSpPr>
          <p:grpSpPr>
            <a:xfrm>
              <a:off x="6906707" y="4100660"/>
              <a:ext cx="661447" cy="829559"/>
              <a:chOff x="3451781" y="4100660"/>
              <a:chExt cx="661447" cy="829559"/>
            </a:xfrm>
          </p:grpSpPr>
          <p:sp>
            <p:nvSpPr>
              <p:cNvPr id="103" name="橢圓 102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4" name="直線單箭頭接點 103"/>
              <p:cNvCxnSpPr>
                <a:stCxn id="103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單箭頭接點 104"/>
              <p:cNvCxnSpPr>
                <a:stCxn id="103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群組 94"/>
            <p:cNvGrpSpPr/>
            <p:nvPr/>
          </p:nvGrpSpPr>
          <p:grpSpPr>
            <a:xfrm>
              <a:off x="6908277" y="4930217"/>
              <a:ext cx="661447" cy="829559"/>
              <a:chOff x="3451781" y="4100660"/>
              <a:chExt cx="661447" cy="829559"/>
            </a:xfrm>
          </p:grpSpPr>
          <p:sp>
            <p:nvSpPr>
              <p:cNvPr id="100" name="橢圓 99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1" name="直線單箭頭接點 100"/>
              <p:cNvCxnSpPr>
                <a:stCxn id="100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單箭頭接點 101"/>
              <p:cNvCxnSpPr>
                <a:stCxn id="100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群組 95"/>
            <p:cNvGrpSpPr/>
            <p:nvPr/>
          </p:nvGrpSpPr>
          <p:grpSpPr>
            <a:xfrm>
              <a:off x="6906707" y="5759777"/>
              <a:ext cx="661447" cy="829559"/>
              <a:chOff x="3451781" y="4100660"/>
              <a:chExt cx="661447" cy="829559"/>
            </a:xfrm>
          </p:grpSpPr>
          <p:sp>
            <p:nvSpPr>
              <p:cNvPr id="97" name="橢圓 96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8" name="直線單箭頭接點 97"/>
              <p:cNvCxnSpPr>
                <a:stCxn id="97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單箭頭接點 98"/>
              <p:cNvCxnSpPr>
                <a:stCxn id="97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xmlns="" val="555585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90596646"/>
              </p:ext>
            </p:extLst>
          </p:nvPr>
        </p:nvGraphicFramePr>
        <p:xfrm>
          <a:off x="650451" y="433639"/>
          <a:ext cx="7277490" cy="54581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</a:tblGrid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1-&gt;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1-&gt;2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3-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0" name="群組 19"/>
          <p:cNvGrpSpPr/>
          <p:nvPr/>
        </p:nvGrpSpPr>
        <p:grpSpPr>
          <a:xfrm>
            <a:off x="3450210" y="3789575"/>
            <a:ext cx="661447" cy="829559"/>
            <a:chOff x="3451781" y="4100660"/>
            <a:chExt cx="661447" cy="829559"/>
          </a:xfrm>
        </p:grpSpPr>
        <p:sp>
          <p:nvSpPr>
            <p:cNvPr id="9" name="橢圓 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>
              <a:stCxn id="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20"/>
          <p:cNvGrpSpPr/>
          <p:nvPr/>
        </p:nvGrpSpPr>
        <p:grpSpPr>
          <a:xfrm>
            <a:off x="4111657" y="3789575"/>
            <a:ext cx="661447" cy="829559"/>
            <a:chOff x="3451781" y="4100660"/>
            <a:chExt cx="661447" cy="829559"/>
          </a:xfrm>
        </p:grpSpPr>
        <p:sp>
          <p:nvSpPr>
            <p:cNvPr id="22" name="橢圓 21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3" name="直線單箭頭接點 22"/>
            <p:cNvCxnSpPr>
              <a:stCxn id="22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22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4772321" y="3789575"/>
            <a:ext cx="661447" cy="829559"/>
            <a:chOff x="3451781" y="4100660"/>
            <a:chExt cx="661447" cy="829559"/>
          </a:xfrm>
        </p:grpSpPr>
        <p:sp>
          <p:nvSpPr>
            <p:cNvPr id="64" name="橢圓 63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5" name="直線單箭頭接點 64"/>
            <p:cNvCxnSpPr>
              <a:stCxn id="64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/>
            <p:cNvCxnSpPr>
              <a:stCxn id="64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/>
          <p:cNvGrpSpPr/>
          <p:nvPr/>
        </p:nvGrpSpPr>
        <p:grpSpPr>
          <a:xfrm>
            <a:off x="5433768" y="3789575"/>
            <a:ext cx="661447" cy="829559"/>
            <a:chOff x="3451781" y="4100660"/>
            <a:chExt cx="661447" cy="829559"/>
          </a:xfrm>
        </p:grpSpPr>
        <p:sp>
          <p:nvSpPr>
            <p:cNvPr id="61" name="橢圓 60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單箭頭接點 61"/>
            <p:cNvCxnSpPr>
              <a:stCxn id="61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61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rgbClr val="00B0F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橢圓 57"/>
          <p:cNvSpPr/>
          <p:nvPr/>
        </p:nvSpPr>
        <p:spPr>
          <a:xfrm>
            <a:off x="4773106" y="4619134"/>
            <a:ext cx="367645" cy="4430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9" name="直線單箭頭接點 58"/>
          <p:cNvCxnSpPr>
            <a:stCxn id="58" idx="6"/>
          </p:cNvCxnSpPr>
          <p:nvPr/>
        </p:nvCxnSpPr>
        <p:spPr>
          <a:xfrm flipV="1">
            <a:off x="5140751" y="4011106"/>
            <a:ext cx="293017" cy="8295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58" idx="4"/>
          </p:cNvCxnSpPr>
          <p:nvPr/>
        </p:nvCxnSpPr>
        <p:spPr>
          <a:xfrm>
            <a:off x="4956929" y="5062194"/>
            <a:ext cx="0" cy="386499"/>
          </a:xfrm>
          <a:prstGeom prst="straightConnector1">
            <a:avLst/>
          </a:prstGeom>
          <a:ln w="38100">
            <a:solidFill>
              <a:schemeClr val="tx1"/>
            </a:solidFill>
            <a:headEnd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群組 46"/>
          <p:cNvGrpSpPr/>
          <p:nvPr/>
        </p:nvGrpSpPr>
        <p:grpSpPr>
          <a:xfrm>
            <a:off x="5435338" y="4619132"/>
            <a:ext cx="661447" cy="829559"/>
            <a:chOff x="3451781" y="4100660"/>
            <a:chExt cx="661447" cy="829559"/>
          </a:xfrm>
        </p:grpSpPr>
        <p:sp>
          <p:nvSpPr>
            <p:cNvPr id="52" name="橢圓 51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3" name="直線單箭頭接點 52"/>
            <p:cNvCxnSpPr>
              <a:stCxn id="52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>
              <a:stCxn id="52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群組 67"/>
          <p:cNvGrpSpPr/>
          <p:nvPr/>
        </p:nvGrpSpPr>
        <p:grpSpPr>
          <a:xfrm>
            <a:off x="6094432" y="3789575"/>
            <a:ext cx="661447" cy="829559"/>
            <a:chOff x="3451781" y="4100660"/>
            <a:chExt cx="661447" cy="829559"/>
          </a:xfrm>
        </p:grpSpPr>
        <p:sp>
          <p:nvSpPr>
            <p:cNvPr id="89" name="橢圓 8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0" name="直線單箭頭接點 89"/>
            <p:cNvCxnSpPr>
              <a:stCxn id="8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>
              <a:stCxn id="8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rgbClr val="7030A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9"/>
          <p:cNvGrpSpPr/>
          <p:nvPr/>
        </p:nvGrpSpPr>
        <p:grpSpPr>
          <a:xfrm>
            <a:off x="6095217" y="4619134"/>
            <a:ext cx="661447" cy="829559"/>
            <a:chOff x="3451781" y="4100660"/>
            <a:chExt cx="661447" cy="829559"/>
          </a:xfrm>
        </p:grpSpPr>
        <p:sp>
          <p:nvSpPr>
            <p:cNvPr id="83" name="橢圓 82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4" name="直線單箭頭接點 83"/>
            <p:cNvCxnSpPr>
              <a:stCxn id="83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>
              <a:stCxn id="83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群組 68"/>
          <p:cNvGrpSpPr/>
          <p:nvPr/>
        </p:nvGrpSpPr>
        <p:grpSpPr>
          <a:xfrm>
            <a:off x="6755879" y="3789575"/>
            <a:ext cx="661447" cy="829559"/>
            <a:chOff x="3451781" y="4100660"/>
            <a:chExt cx="661447" cy="829559"/>
          </a:xfrm>
        </p:grpSpPr>
        <p:sp>
          <p:nvSpPr>
            <p:cNvPr id="86" name="橢圓 85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7" name="直線單箭頭接點 86"/>
            <p:cNvCxnSpPr>
              <a:stCxn id="86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>
              <a:stCxn id="86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6757449" y="4619132"/>
            <a:ext cx="661447" cy="829559"/>
            <a:chOff x="3451781" y="4100660"/>
            <a:chExt cx="661447" cy="829559"/>
          </a:xfrm>
        </p:grpSpPr>
        <p:sp>
          <p:nvSpPr>
            <p:cNvPr id="77" name="橢圓 76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" name="直線單箭頭接點 77"/>
            <p:cNvCxnSpPr>
              <a:stCxn id="77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>
              <a:stCxn id="77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92"/>
          <p:cNvGrpSpPr/>
          <p:nvPr/>
        </p:nvGrpSpPr>
        <p:grpSpPr>
          <a:xfrm>
            <a:off x="7416543" y="3789575"/>
            <a:ext cx="663017" cy="2488676"/>
            <a:chOff x="6906707" y="4100660"/>
            <a:chExt cx="663017" cy="2488676"/>
          </a:xfrm>
        </p:grpSpPr>
        <p:grpSp>
          <p:nvGrpSpPr>
            <p:cNvPr id="94" name="群組 93"/>
            <p:cNvGrpSpPr/>
            <p:nvPr/>
          </p:nvGrpSpPr>
          <p:grpSpPr>
            <a:xfrm>
              <a:off x="6906707" y="4100660"/>
              <a:ext cx="661447" cy="829559"/>
              <a:chOff x="3451781" y="4100660"/>
              <a:chExt cx="661447" cy="829559"/>
            </a:xfrm>
          </p:grpSpPr>
          <p:sp>
            <p:nvSpPr>
              <p:cNvPr id="103" name="橢圓 102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4" name="直線單箭頭接點 103"/>
              <p:cNvCxnSpPr>
                <a:stCxn id="103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單箭頭接點 104"/>
              <p:cNvCxnSpPr>
                <a:stCxn id="103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群組 94"/>
            <p:cNvGrpSpPr/>
            <p:nvPr/>
          </p:nvGrpSpPr>
          <p:grpSpPr>
            <a:xfrm>
              <a:off x="6908277" y="4930217"/>
              <a:ext cx="661447" cy="829559"/>
              <a:chOff x="3451781" y="4100660"/>
              <a:chExt cx="661447" cy="829559"/>
            </a:xfrm>
          </p:grpSpPr>
          <p:sp>
            <p:nvSpPr>
              <p:cNvPr id="100" name="橢圓 99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1" name="直線單箭頭接點 100"/>
              <p:cNvCxnSpPr>
                <a:stCxn id="100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單箭頭接點 101"/>
              <p:cNvCxnSpPr>
                <a:stCxn id="100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群組 95"/>
            <p:cNvGrpSpPr/>
            <p:nvPr/>
          </p:nvGrpSpPr>
          <p:grpSpPr>
            <a:xfrm>
              <a:off x="6906707" y="5759777"/>
              <a:ext cx="661447" cy="829559"/>
              <a:chOff x="3451781" y="4100660"/>
              <a:chExt cx="661447" cy="829559"/>
            </a:xfrm>
          </p:grpSpPr>
          <p:sp>
            <p:nvSpPr>
              <p:cNvPr id="97" name="橢圓 96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8" name="直線單箭頭接點 97"/>
              <p:cNvCxnSpPr>
                <a:stCxn id="97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單箭頭接點 98"/>
              <p:cNvCxnSpPr>
                <a:stCxn id="97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xmlns="" val="326412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86305439"/>
              </p:ext>
            </p:extLst>
          </p:nvPr>
        </p:nvGraphicFramePr>
        <p:xfrm>
          <a:off x="650451" y="433639"/>
          <a:ext cx="7277490" cy="54581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</a:tblGrid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3-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0" name="群組 19"/>
          <p:cNvGrpSpPr/>
          <p:nvPr/>
        </p:nvGrpSpPr>
        <p:grpSpPr>
          <a:xfrm>
            <a:off x="3450210" y="3789575"/>
            <a:ext cx="661447" cy="829559"/>
            <a:chOff x="3451781" y="4100660"/>
            <a:chExt cx="661447" cy="829559"/>
          </a:xfrm>
        </p:grpSpPr>
        <p:sp>
          <p:nvSpPr>
            <p:cNvPr id="9" name="橢圓 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>
              <a:stCxn id="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20"/>
          <p:cNvGrpSpPr/>
          <p:nvPr/>
        </p:nvGrpSpPr>
        <p:grpSpPr>
          <a:xfrm>
            <a:off x="4111657" y="3789575"/>
            <a:ext cx="661447" cy="829559"/>
            <a:chOff x="3451781" y="4100660"/>
            <a:chExt cx="661447" cy="829559"/>
          </a:xfrm>
        </p:grpSpPr>
        <p:sp>
          <p:nvSpPr>
            <p:cNvPr id="22" name="橢圓 21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3" name="直線單箭頭接點 22"/>
            <p:cNvCxnSpPr>
              <a:stCxn id="22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22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4772321" y="3789575"/>
            <a:ext cx="661447" cy="829559"/>
            <a:chOff x="3451781" y="4100660"/>
            <a:chExt cx="661447" cy="829559"/>
          </a:xfrm>
        </p:grpSpPr>
        <p:sp>
          <p:nvSpPr>
            <p:cNvPr id="64" name="橢圓 63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5" name="直線單箭頭接點 64"/>
            <p:cNvCxnSpPr>
              <a:stCxn id="64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/>
            <p:cNvCxnSpPr>
              <a:stCxn id="64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/>
          <p:cNvGrpSpPr/>
          <p:nvPr/>
        </p:nvGrpSpPr>
        <p:grpSpPr>
          <a:xfrm>
            <a:off x="5433768" y="3789575"/>
            <a:ext cx="661447" cy="829559"/>
            <a:chOff x="3451781" y="4100660"/>
            <a:chExt cx="661447" cy="829559"/>
          </a:xfrm>
        </p:grpSpPr>
        <p:sp>
          <p:nvSpPr>
            <p:cNvPr id="61" name="橢圓 60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單箭頭接點 61"/>
            <p:cNvCxnSpPr>
              <a:stCxn id="61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61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橢圓 57"/>
          <p:cNvSpPr/>
          <p:nvPr/>
        </p:nvSpPr>
        <p:spPr>
          <a:xfrm>
            <a:off x="4773106" y="4619134"/>
            <a:ext cx="367645" cy="4430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9" name="直線單箭頭接點 58"/>
          <p:cNvCxnSpPr>
            <a:stCxn id="58" idx="6"/>
            <a:endCxn id="52" idx="2"/>
          </p:cNvCxnSpPr>
          <p:nvPr/>
        </p:nvCxnSpPr>
        <p:spPr>
          <a:xfrm flipV="1">
            <a:off x="5140751" y="4840662"/>
            <a:ext cx="294587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58" idx="4"/>
          </p:cNvCxnSpPr>
          <p:nvPr/>
        </p:nvCxnSpPr>
        <p:spPr>
          <a:xfrm>
            <a:off x="4956929" y="5062194"/>
            <a:ext cx="0" cy="386499"/>
          </a:xfrm>
          <a:prstGeom prst="straightConnector1">
            <a:avLst/>
          </a:prstGeom>
          <a:ln w="38100">
            <a:solidFill>
              <a:schemeClr val="tx1"/>
            </a:solidFill>
            <a:headEnd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群組 46"/>
          <p:cNvGrpSpPr/>
          <p:nvPr/>
        </p:nvGrpSpPr>
        <p:grpSpPr>
          <a:xfrm>
            <a:off x="5435338" y="4619132"/>
            <a:ext cx="661447" cy="829559"/>
            <a:chOff x="3451781" y="4100660"/>
            <a:chExt cx="661447" cy="829559"/>
          </a:xfrm>
        </p:grpSpPr>
        <p:sp>
          <p:nvSpPr>
            <p:cNvPr id="52" name="橢圓 51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3" name="直線單箭頭接點 52"/>
            <p:cNvCxnSpPr>
              <a:stCxn id="52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>
              <a:stCxn id="52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群組 67"/>
          <p:cNvGrpSpPr/>
          <p:nvPr/>
        </p:nvGrpSpPr>
        <p:grpSpPr>
          <a:xfrm>
            <a:off x="6094432" y="3789575"/>
            <a:ext cx="661447" cy="829559"/>
            <a:chOff x="3451781" y="4100660"/>
            <a:chExt cx="661447" cy="829559"/>
          </a:xfrm>
        </p:grpSpPr>
        <p:sp>
          <p:nvSpPr>
            <p:cNvPr id="89" name="橢圓 8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0" name="直線單箭頭接點 89"/>
            <p:cNvCxnSpPr>
              <a:stCxn id="8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>
              <a:stCxn id="8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9"/>
          <p:cNvGrpSpPr/>
          <p:nvPr/>
        </p:nvGrpSpPr>
        <p:grpSpPr>
          <a:xfrm>
            <a:off x="6095217" y="4619134"/>
            <a:ext cx="661447" cy="829559"/>
            <a:chOff x="3451781" y="4100660"/>
            <a:chExt cx="661447" cy="829559"/>
          </a:xfrm>
        </p:grpSpPr>
        <p:sp>
          <p:nvSpPr>
            <p:cNvPr id="83" name="橢圓 82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4" name="直線單箭頭接點 83"/>
            <p:cNvCxnSpPr>
              <a:stCxn id="83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>
              <a:stCxn id="83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群組 68"/>
          <p:cNvGrpSpPr/>
          <p:nvPr/>
        </p:nvGrpSpPr>
        <p:grpSpPr>
          <a:xfrm>
            <a:off x="6755879" y="3789575"/>
            <a:ext cx="661447" cy="829559"/>
            <a:chOff x="3451781" y="4100660"/>
            <a:chExt cx="661447" cy="829559"/>
          </a:xfrm>
        </p:grpSpPr>
        <p:sp>
          <p:nvSpPr>
            <p:cNvPr id="86" name="橢圓 85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7" name="直線單箭頭接點 86"/>
            <p:cNvCxnSpPr>
              <a:stCxn id="86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>
              <a:stCxn id="86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6757449" y="4619132"/>
            <a:ext cx="661447" cy="829559"/>
            <a:chOff x="3451781" y="4100660"/>
            <a:chExt cx="661447" cy="829559"/>
          </a:xfrm>
        </p:grpSpPr>
        <p:sp>
          <p:nvSpPr>
            <p:cNvPr id="77" name="橢圓 76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" name="直線單箭頭接點 77"/>
            <p:cNvCxnSpPr>
              <a:stCxn id="77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>
              <a:stCxn id="77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92"/>
          <p:cNvGrpSpPr/>
          <p:nvPr/>
        </p:nvGrpSpPr>
        <p:grpSpPr>
          <a:xfrm>
            <a:off x="7416543" y="3789575"/>
            <a:ext cx="663017" cy="2488676"/>
            <a:chOff x="6906707" y="4100660"/>
            <a:chExt cx="663017" cy="2488676"/>
          </a:xfrm>
        </p:grpSpPr>
        <p:grpSp>
          <p:nvGrpSpPr>
            <p:cNvPr id="94" name="群組 93"/>
            <p:cNvGrpSpPr/>
            <p:nvPr/>
          </p:nvGrpSpPr>
          <p:grpSpPr>
            <a:xfrm>
              <a:off x="6906707" y="4100660"/>
              <a:ext cx="661447" cy="829559"/>
              <a:chOff x="3451781" y="4100660"/>
              <a:chExt cx="661447" cy="829559"/>
            </a:xfrm>
          </p:grpSpPr>
          <p:sp>
            <p:nvSpPr>
              <p:cNvPr id="103" name="橢圓 102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4" name="直線單箭頭接點 103"/>
              <p:cNvCxnSpPr>
                <a:stCxn id="103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單箭頭接點 104"/>
              <p:cNvCxnSpPr>
                <a:stCxn id="103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群組 94"/>
            <p:cNvGrpSpPr/>
            <p:nvPr/>
          </p:nvGrpSpPr>
          <p:grpSpPr>
            <a:xfrm>
              <a:off x="6908277" y="4930217"/>
              <a:ext cx="661447" cy="829559"/>
              <a:chOff x="3451781" y="4100660"/>
              <a:chExt cx="661447" cy="829559"/>
            </a:xfrm>
          </p:grpSpPr>
          <p:sp>
            <p:nvSpPr>
              <p:cNvPr id="100" name="橢圓 99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1" name="直線單箭頭接點 100"/>
              <p:cNvCxnSpPr>
                <a:stCxn id="100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單箭頭接點 101"/>
              <p:cNvCxnSpPr>
                <a:stCxn id="100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群組 95"/>
            <p:cNvGrpSpPr/>
            <p:nvPr/>
          </p:nvGrpSpPr>
          <p:grpSpPr>
            <a:xfrm>
              <a:off x="6906707" y="5759777"/>
              <a:ext cx="661447" cy="829559"/>
              <a:chOff x="3451781" y="4100660"/>
              <a:chExt cx="661447" cy="829559"/>
            </a:xfrm>
          </p:grpSpPr>
          <p:sp>
            <p:nvSpPr>
              <p:cNvPr id="97" name="橢圓 96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8" name="直線單箭頭接點 97"/>
              <p:cNvCxnSpPr>
                <a:stCxn id="97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單箭頭接點 98"/>
              <p:cNvCxnSpPr>
                <a:stCxn id="97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xmlns="" val="237179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28815729"/>
              </p:ext>
            </p:extLst>
          </p:nvPr>
        </p:nvGraphicFramePr>
        <p:xfrm>
          <a:off x="650451" y="433639"/>
          <a:ext cx="7277490" cy="54581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</a:tblGrid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3-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0" name="群組 19"/>
          <p:cNvGrpSpPr/>
          <p:nvPr/>
        </p:nvGrpSpPr>
        <p:grpSpPr>
          <a:xfrm>
            <a:off x="3450210" y="3789575"/>
            <a:ext cx="661447" cy="829559"/>
            <a:chOff x="3451781" y="4100660"/>
            <a:chExt cx="661447" cy="829559"/>
          </a:xfrm>
        </p:grpSpPr>
        <p:sp>
          <p:nvSpPr>
            <p:cNvPr id="9" name="橢圓 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>
              <a:stCxn id="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20"/>
          <p:cNvGrpSpPr/>
          <p:nvPr/>
        </p:nvGrpSpPr>
        <p:grpSpPr>
          <a:xfrm>
            <a:off x="4111657" y="3789575"/>
            <a:ext cx="661447" cy="829559"/>
            <a:chOff x="3451781" y="4100660"/>
            <a:chExt cx="661447" cy="829559"/>
          </a:xfrm>
        </p:grpSpPr>
        <p:sp>
          <p:nvSpPr>
            <p:cNvPr id="22" name="橢圓 21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3" name="直線單箭頭接點 22"/>
            <p:cNvCxnSpPr>
              <a:stCxn id="22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22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4772321" y="3789575"/>
            <a:ext cx="661447" cy="829559"/>
            <a:chOff x="3451781" y="4100660"/>
            <a:chExt cx="661447" cy="829559"/>
          </a:xfrm>
        </p:grpSpPr>
        <p:sp>
          <p:nvSpPr>
            <p:cNvPr id="64" name="橢圓 63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5" name="直線單箭頭接點 64"/>
            <p:cNvCxnSpPr>
              <a:stCxn id="64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/>
            <p:cNvCxnSpPr>
              <a:stCxn id="64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/>
          <p:cNvGrpSpPr/>
          <p:nvPr/>
        </p:nvGrpSpPr>
        <p:grpSpPr>
          <a:xfrm>
            <a:off x="5433768" y="3789575"/>
            <a:ext cx="661447" cy="829559"/>
            <a:chOff x="3451781" y="4100660"/>
            <a:chExt cx="661447" cy="829559"/>
          </a:xfrm>
        </p:grpSpPr>
        <p:sp>
          <p:nvSpPr>
            <p:cNvPr id="61" name="橢圓 60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單箭頭接點 61"/>
            <p:cNvCxnSpPr>
              <a:stCxn id="61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61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橢圓 57"/>
          <p:cNvSpPr/>
          <p:nvPr/>
        </p:nvSpPr>
        <p:spPr>
          <a:xfrm>
            <a:off x="4773106" y="4619134"/>
            <a:ext cx="367645" cy="4430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9" name="直線單箭頭接點 58"/>
          <p:cNvCxnSpPr>
            <a:stCxn id="58" idx="6"/>
            <a:endCxn id="52" idx="2"/>
          </p:cNvCxnSpPr>
          <p:nvPr/>
        </p:nvCxnSpPr>
        <p:spPr>
          <a:xfrm flipV="1">
            <a:off x="5140751" y="4840662"/>
            <a:ext cx="294587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58" idx="4"/>
          </p:cNvCxnSpPr>
          <p:nvPr/>
        </p:nvCxnSpPr>
        <p:spPr>
          <a:xfrm>
            <a:off x="4956929" y="5062194"/>
            <a:ext cx="0" cy="386499"/>
          </a:xfrm>
          <a:prstGeom prst="straightConnector1">
            <a:avLst/>
          </a:prstGeom>
          <a:ln w="38100">
            <a:solidFill>
              <a:schemeClr val="tx1"/>
            </a:solidFill>
            <a:headEnd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群組 46"/>
          <p:cNvGrpSpPr/>
          <p:nvPr/>
        </p:nvGrpSpPr>
        <p:grpSpPr>
          <a:xfrm>
            <a:off x="5435338" y="4619132"/>
            <a:ext cx="661447" cy="829559"/>
            <a:chOff x="3451781" y="4100660"/>
            <a:chExt cx="661447" cy="829559"/>
          </a:xfrm>
        </p:grpSpPr>
        <p:sp>
          <p:nvSpPr>
            <p:cNvPr id="52" name="橢圓 51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3" name="直線單箭頭接點 52"/>
            <p:cNvCxnSpPr>
              <a:stCxn id="52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>
              <a:stCxn id="52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群組 67"/>
          <p:cNvGrpSpPr/>
          <p:nvPr/>
        </p:nvGrpSpPr>
        <p:grpSpPr>
          <a:xfrm>
            <a:off x="6094432" y="3789575"/>
            <a:ext cx="661447" cy="829559"/>
            <a:chOff x="3451781" y="4100660"/>
            <a:chExt cx="661447" cy="829559"/>
          </a:xfrm>
        </p:grpSpPr>
        <p:sp>
          <p:nvSpPr>
            <p:cNvPr id="89" name="橢圓 8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0" name="直線單箭頭接點 89"/>
            <p:cNvCxnSpPr>
              <a:stCxn id="8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>
              <a:stCxn id="8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9"/>
          <p:cNvGrpSpPr/>
          <p:nvPr/>
        </p:nvGrpSpPr>
        <p:grpSpPr>
          <a:xfrm>
            <a:off x="6095217" y="4619134"/>
            <a:ext cx="661447" cy="829559"/>
            <a:chOff x="3451781" y="4100660"/>
            <a:chExt cx="661447" cy="829559"/>
          </a:xfrm>
        </p:grpSpPr>
        <p:sp>
          <p:nvSpPr>
            <p:cNvPr id="83" name="橢圓 82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4" name="直線單箭頭接點 83"/>
            <p:cNvCxnSpPr>
              <a:stCxn id="83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>
              <a:stCxn id="83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橢圓 79"/>
          <p:cNvSpPr/>
          <p:nvPr/>
        </p:nvSpPr>
        <p:spPr>
          <a:xfrm>
            <a:off x="6094432" y="5448692"/>
            <a:ext cx="367645" cy="4430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1" name="直線單箭頭接點 80"/>
          <p:cNvCxnSpPr>
            <a:stCxn id="80" idx="6"/>
            <a:endCxn id="77" idx="2"/>
          </p:cNvCxnSpPr>
          <p:nvPr/>
        </p:nvCxnSpPr>
        <p:spPr>
          <a:xfrm flipV="1">
            <a:off x="6462077" y="4840662"/>
            <a:ext cx="295372" cy="8295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80" idx="4"/>
          </p:cNvCxnSpPr>
          <p:nvPr/>
        </p:nvCxnSpPr>
        <p:spPr>
          <a:xfrm>
            <a:off x="6278255" y="5891752"/>
            <a:ext cx="0" cy="386499"/>
          </a:xfrm>
          <a:prstGeom prst="straightConnector1">
            <a:avLst/>
          </a:prstGeom>
          <a:ln w="38100">
            <a:solidFill>
              <a:schemeClr val="tx1"/>
            </a:solidFill>
            <a:headEnd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群組 68"/>
          <p:cNvGrpSpPr/>
          <p:nvPr/>
        </p:nvGrpSpPr>
        <p:grpSpPr>
          <a:xfrm>
            <a:off x="6755879" y="3789575"/>
            <a:ext cx="661447" cy="829559"/>
            <a:chOff x="3451781" y="4100660"/>
            <a:chExt cx="661447" cy="829559"/>
          </a:xfrm>
        </p:grpSpPr>
        <p:sp>
          <p:nvSpPr>
            <p:cNvPr id="86" name="橢圓 85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7" name="直線單箭頭接點 86"/>
            <p:cNvCxnSpPr>
              <a:stCxn id="86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>
              <a:stCxn id="86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6757449" y="4619132"/>
            <a:ext cx="661447" cy="829559"/>
            <a:chOff x="3451781" y="4100660"/>
            <a:chExt cx="661447" cy="829559"/>
          </a:xfrm>
        </p:grpSpPr>
        <p:sp>
          <p:nvSpPr>
            <p:cNvPr id="77" name="橢圓 76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" name="直線單箭頭接點 77"/>
            <p:cNvCxnSpPr>
              <a:stCxn id="77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>
              <a:stCxn id="77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92"/>
          <p:cNvGrpSpPr/>
          <p:nvPr/>
        </p:nvGrpSpPr>
        <p:grpSpPr>
          <a:xfrm>
            <a:off x="7416543" y="3789575"/>
            <a:ext cx="663017" cy="2488676"/>
            <a:chOff x="6906707" y="4100660"/>
            <a:chExt cx="663017" cy="2488676"/>
          </a:xfrm>
        </p:grpSpPr>
        <p:grpSp>
          <p:nvGrpSpPr>
            <p:cNvPr id="94" name="群組 93"/>
            <p:cNvGrpSpPr/>
            <p:nvPr/>
          </p:nvGrpSpPr>
          <p:grpSpPr>
            <a:xfrm>
              <a:off x="6906707" y="4100660"/>
              <a:ext cx="661447" cy="829559"/>
              <a:chOff x="3451781" y="4100660"/>
              <a:chExt cx="661447" cy="829559"/>
            </a:xfrm>
          </p:grpSpPr>
          <p:sp>
            <p:nvSpPr>
              <p:cNvPr id="103" name="橢圓 102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4" name="直線單箭頭接點 103"/>
              <p:cNvCxnSpPr>
                <a:stCxn id="103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單箭頭接點 104"/>
              <p:cNvCxnSpPr>
                <a:stCxn id="103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群組 94"/>
            <p:cNvGrpSpPr/>
            <p:nvPr/>
          </p:nvGrpSpPr>
          <p:grpSpPr>
            <a:xfrm>
              <a:off x="6908277" y="4930217"/>
              <a:ext cx="661447" cy="829559"/>
              <a:chOff x="3451781" y="4100660"/>
              <a:chExt cx="661447" cy="829559"/>
            </a:xfrm>
          </p:grpSpPr>
          <p:sp>
            <p:nvSpPr>
              <p:cNvPr id="100" name="橢圓 99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1" name="直線單箭頭接點 100"/>
              <p:cNvCxnSpPr>
                <a:stCxn id="100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單箭頭接點 101"/>
              <p:cNvCxnSpPr>
                <a:stCxn id="100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群組 95"/>
            <p:cNvGrpSpPr/>
            <p:nvPr/>
          </p:nvGrpSpPr>
          <p:grpSpPr>
            <a:xfrm>
              <a:off x="6906707" y="5759777"/>
              <a:ext cx="661447" cy="829559"/>
              <a:chOff x="3451781" y="4100660"/>
              <a:chExt cx="661447" cy="829559"/>
            </a:xfrm>
          </p:grpSpPr>
          <p:sp>
            <p:nvSpPr>
              <p:cNvPr id="97" name="橢圓 96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8" name="直線單箭頭接點 97"/>
              <p:cNvCxnSpPr>
                <a:stCxn id="97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單箭頭接點 98"/>
              <p:cNvCxnSpPr>
                <a:stCxn id="97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xmlns="" val="2315538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94628604"/>
              </p:ext>
            </p:extLst>
          </p:nvPr>
        </p:nvGraphicFramePr>
        <p:xfrm>
          <a:off x="650451" y="433639"/>
          <a:ext cx="7277490" cy="54581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</a:tblGrid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3-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0" name="群組 19"/>
          <p:cNvGrpSpPr/>
          <p:nvPr/>
        </p:nvGrpSpPr>
        <p:grpSpPr>
          <a:xfrm>
            <a:off x="3450210" y="3789575"/>
            <a:ext cx="661447" cy="829559"/>
            <a:chOff x="3451781" y="4100660"/>
            <a:chExt cx="661447" cy="829559"/>
          </a:xfrm>
        </p:grpSpPr>
        <p:sp>
          <p:nvSpPr>
            <p:cNvPr id="9" name="橢圓 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>
              <a:stCxn id="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20"/>
          <p:cNvGrpSpPr/>
          <p:nvPr/>
        </p:nvGrpSpPr>
        <p:grpSpPr>
          <a:xfrm>
            <a:off x="4111657" y="3789575"/>
            <a:ext cx="661447" cy="829559"/>
            <a:chOff x="3451781" y="4100660"/>
            <a:chExt cx="661447" cy="829559"/>
          </a:xfrm>
        </p:grpSpPr>
        <p:sp>
          <p:nvSpPr>
            <p:cNvPr id="22" name="橢圓 21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3" name="直線單箭頭接點 22"/>
            <p:cNvCxnSpPr>
              <a:stCxn id="22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22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4772321" y="3789575"/>
            <a:ext cx="661447" cy="829559"/>
            <a:chOff x="3451781" y="4100660"/>
            <a:chExt cx="661447" cy="829559"/>
          </a:xfrm>
        </p:grpSpPr>
        <p:sp>
          <p:nvSpPr>
            <p:cNvPr id="64" name="橢圓 63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5" name="直線單箭頭接點 64"/>
            <p:cNvCxnSpPr>
              <a:stCxn id="64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/>
            <p:cNvCxnSpPr>
              <a:stCxn id="64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/>
          <p:cNvGrpSpPr/>
          <p:nvPr/>
        </p:nvGrpSpPr>
        <p:grpSpPr>
          <a:xfrm>
            <a:off x="5433768" y="3789575"/>
            <a:ext cx="661447" cy="829559"/>
            <a:chOff x="3451781" y="4100660"/>
            <a:chExt cx="661447" cy="829559"/>
          </a:xfrm>
        </p:grpSpPr>
        <p:sp>
          <p:nvSpPr>
            <p:cNvPr id="61" name="橢圓 60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單箭頭接點 61"/>
            <p:cNvCxnSpPr>
              <a:stCxn id="61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61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橢圓 57"/>
          <p:cNvSpPr/>
          <p:nvPr/>
        </p:nvSpPr>
        <p:spPr>
          <a:xfrm>
            <a:off x="4773106" y="4619134"/>
            <a:ext cx="367645" cy="4430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9" name="直線單箭頭接點 58"/>
          <p:cNvCxnSpPr>
            <a:stCxn id="58" idx="6"/>
            <a:endCxn id="52" idx="2"/>
          </p:cNvCxnSpPr>
          <p:nvPr/>
        </p:nvCxnSpPr>
        <p:spPr>
          <a:xfrm flipV="1">
            <a:off x="5140751" y="4840662"/>
            <a:ext cx="294587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58" idx="4"/>
          </p:cNvCxnSpPr>
          <p:nvPr/>
        </p:nvCxnSpPr>
        <p:spPr>
          <a:xfrm>
            <a:off x="4956929" y="5062194"/>
            <a:ext cx="0" cy="386499"/>
          </a:xfrm>
          <a:prstGeom prst="straightConnector1">
            <a:avLst/>
          </a:prstGeom>
          <a:ln w="38100">
            <a:solidFill>
              <a:schemeClr val="tx1"/>
            </a:solidFill>
            <a:headEnd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群組 46"/>
          <p:cNvGrpSpPr/>
          <p:nvPr/>
        </p:nvGrpSpPr>
        <p:grpSpPr>
          <a:xfrm>
            <a:off x="5435338" y="4619132"/>
            <a:ext cx="661447" cy="829559"/>
            <a:chOff x="3451781" y="4100660"/>
            <a:chExt cx="661447" cy="829559"/>
          </a:xfrm>
        </p:grpSpPr>
        <p:sp>
          <p:nvSpPr>
            <p:cNvPr id="52" name="橢圓 51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3" name="直線單箭頭接點 52"/>
            <p:cNvCxnSpPr>
              <a:stCxn id="52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>
              <a:stCxn id="52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群組 67"/>
          <p:cNvGrpSpPr/>
          <p:nvPr/>
        </p:nvGrpSpPr>
        <p:grpSpPr>
          <a:xfrm>
            <a:off x="6094432" y="3789575"/>
            <a:ext cx="661447" cy="829559"/>
            <a:chOff x="3451781" y="4100660"/>
            <a:chExt cx="661447" cy="829559"/>
          </a:xfrm>
        </p:grpSpPr>
        <p:sp>
          <p:nvSpPr>
            <p:cNvPr id="89" name="橢圓 8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0" name="直線單箭頭接點 89"/>
            <p:cNvCxnSpPr>
              <a:stCxn id="8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>
              <a:stCxn id="8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9"/>
          <p:cNvGrpSpPr/>
          <p:nvPr/>
        </p:nvGrpSpPr>
        <p:grpSpPr>
          <a:xfrm>
            <a:off x="6095217" y="4619134"/>
            <a:ext cx="661447" cy="829559"/>
            <a:chOff x="3451781" y="4100660"/>
            <a:chExt cx="661447" cy="829559"/>
          </a:xfrm>
        </p:grpSpPr>
        <p:sp>
          <p:nvSpPr>
            <p:cNvPr id="83" name="橢圓 82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4" name="直線單箭頭接點 83"/>
            <p:cNvCxnSpPr>
              <a:stCxn id="83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>
              <a:stCxn id="83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橢圓 79"/>
          <p:cNvSpPr/>
          <p:nvPr/>
        </p:nvSpPr>
        <p:spPr>
          <a:xfrm>
            <a:off x="6094432" y="5448692"/>
            <a:ext cx="367645" cy="4430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1" name="直線單箭頭接點 80"/>
          <p:cNvCxnSpPr>
            <a:stCxn id="80" idx="6"/>
            <a:endCxn id="77" idx="2"/>
          </p:cNvCxnSpPr>
          <p:nvPr/>
        </p:nvCxnSpPr>
        <p:spPr>
          <a:xfrm flipV="1">
            <a:off x="6462077" y="4840662"/>
            <a:ext cx="295372" cy="8295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80" idx="4"/>
          </p:cNvCxnSpPr>
          <p:nvPr/>
        </p:nvCxnSpPr>
        <p:spPr>
          <a:xfrm>
            <a:off x="6278255" y="5891752"/>
            <a:ext cx="0" cy="386499"/>
          </a:xfrm>
          <a:prstGeom prst="straightConnector1">
            <a:avLst/>
          </a:prstGeom>
          <a:ln w="38100">
            <a:solidFill>
              <a:schemeClr val="tx1"/>
            </a:solidFill>
            <a:headEnd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群組 68"/>
          <p:cNvGrpSpPr/>
          <p:nvPr/>
        </p:nvGrpSpPr>
        <p:grpSpPr>
          <a:xfrm>
            <a:off x="6755879" y="3789575"/>
            <a:ext cx="661447" cy="829559"/>
            <a:chOff x="3451781" y="4100660"/>
            <a:chExt cx="661447" cy="829559"/>
          </a:xfrm>
        </p:grpSpPr>
        <p:sp>
          <p:nvSpPr>
            <p:cNvPr id="86" name="橢圓 85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7" name="直線單箭頭接點 86"/>
            <p:cNvCxnSpPr>
              <a:stCxn id="86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>
              <a:stCxn id="86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6757449" y="4619132"/>
            <a:ext cx="661447" cy="829559"/>
            <a:chOff x="3451781" y="4100660"/>
            <a:chExt cx="661447" cy="829559"/>
          </a:xfrm>
        </p:grpSpPr>
        <p:sp>
          <p:nvSpPr>
            <p:cNvPr id="77" name="橢圓 76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" name="直線單箭頭接點 77"/>
            <p:cNvCxnSpPr>
              <a:stCxn id="77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>
              <a:stCxn id="77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rgbClr val="00B0F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群組 72"/>
          <p:cNvGrpSpPr/>
          <p:nvPr/>
        </p:nvGrpSpPr>
        <p:grpSpPr>
          <a:xfrm>
            <a:off x="6755879" y="5448692"/>
            <a:ext cx="661447" cy="829559"/>
            <a:chOff x="3451781" y="4100660"/>
            <a:chExt cx="661447" cy="829559"/>
          </a:xfrm>
        </p:grpSpPr>
        <p:sp>
          <p:nvSpPr>
            <p:cNvPr id="74" name="橢圓 73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5" name="直線單箭頭接點 74"/>
            <p:cNvCxnSpPr>
              <a:stCxn id="74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>
              <a:stCxn id="74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92"/>
          <p:cNvGrpSpPr/>
          <p:nvPr/>
        </p:nvGrpSpPr>
        <p:grpSpPr>
          <a:xfrm>
            <a:off x="7416543" y="3789575"/>
            <a:ext cx="663017" cy="2488676"/>
            <a:chOff x="6906707" y="4100660"/>
            <a:chExt cx="663017" cy="2488676"/>
          </a:xfrm>
        </p:grpSpPr>
        <p:grpSp>
          <p:nvGrpSpPr>
            <p:cNvPr id="94" name="群組 93"/>
            <p:cNvGrpSpPr/>
            <p:nvPr/>
          </p:nvGrpSpPr>
          <p:grpSpPr>
            <a:xfrm>
              <a:off x="6906707" y="4100660"/>
              <a:ext cx="661447" cy="829559"/>
              <a:chOff x="3451781" y="4100660"/>
              <a:chExt cx="661447" cy="829559"/>
            </a:xfrm>
          </p:grpSpPr>
          <p:sp>
            <p:nvSpPr>
              <p:cNvPr id="103" name="橢圓 102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4" name="直線單箭頭接點 103"/>
              <p:cNvCxnSpPr>
                <a:stCxn id="103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單箭頭接點 104"/>
              <p:cNvCxnSpPr>
                <a:stCxn id="103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群組 94"/>
            <p:cNvGrpSpPr/>
            <p:nvPr/>
          </p:nvGrpSpPr>
          <p:grpSpPr>
            <a:xfrm>
              <a:off x="6908277" y="4930217"/>
              <a:ext cx="661447" cy="829559"/>
              <a:chOff x="3451781" y="4100660"/>
              <a:chExt cx="661447" cy="829559"/>
            </a:xfrm>
          </p:grpSpPr>
          <p:sp>
            <p:nvSpPr>
              <p:cNvPr id="100" name="橢圓 99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1" name="直線單箭頭接點 100"/>
              <p:cNvCxnSpPr>
                <a:stCxn id="100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單箭頭接點 101"/>
              <p:cNvCxnSpPr>
                <a:stCxn id="100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群組 95"/>
            <p:cNvGrpSpPr/>
            <p:nvPr/>
          </p:nvGrpSpPr>
          <p:grpSpPr>
            <a:xfrm>
              <a:off x="6906707" y="5759777"/>
              <a:ext cx="661447" cy="829559"/>
              <a:chOff x="3451781" y="4100660"/>
              <a:chExt cx="661447" cy="829559"/>
            </a:xfrm>
          </p:grpSpPr>
          <p:sp>
            <p:nvSpPr>
              <p:cNvPr id="97" name="橢圓 96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8" name="直線單箭頭接點 97"/>
              <p:cNvCxnSpPr>
                <a:stCxn id="97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單箭頭接點 98"/>
              <p:cNvCxnSpPr>
                <a:stCxn id="97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xmlns="" val="674610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00276195"/>
              </p:ext>
            </p:extLst>
          </p:nvPr>
        </p:nvGraphicFramePr>
        <p:xfrm>
          <a:off x="650451" y="433639"/>
          <a:ext cx="7277490" cy="54581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</a:tblGrid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1-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2-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3-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3-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0" name="群組 19"/>
          <p:cNvGrpSpPr/>
          <p:nvPr/>
        </p:nvGrpSpPr>
        <p:grpSpPr>
          <a:xfrm>
            <a:off x="3450210" y="3789575"/>
            <a:ext cx="661447" cy="829559"/>
            <a:chOff x="3451781" y="4100660"/>
            <a:chExt cx="661447" cy="829559"/>
          </a:xfrm>
        </p:grpSpPr>
        <p:sp>
          <p:nvSpPr>
            <p:cNvPr id="9" name="橢圓 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>
              <a:stCxn id="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20"/>
          <p:cNvGrpSpPr/>
          <p:nvPr/>
        </p:nvGrpSpPr>
        <p:grpSpPr>
          <a:xfrm>
            <a:off x="4111657" y="3789575"/>
            <a:ext cx="661447" cy="829559"/>
            <a:chOff x="3451781" y="4100660"/>
            <a:chExt cx="661447" cy="829559"/>
          </a:xfrm>
        </p:grpSpPr>
        <p:sp>
          <p:nvSpPr>
            <p:cNvPr id="22" name="橢圓 21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3" name="直線單箭頭接點 22"/>
            <p:cNvCxnSpPr>
              <a:stCxn id="22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22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4772321" y="3789575"/>
            <a:ext cx="661447" cy="829559"/>
            <a:chOff x="3451781" y="4100660"/>
            <a:chExt cx="661447" cy="829559"/>
          </a:xfrm>
        </p:grpSpPr>
        <p:sp>
          <p:nvSpPr>
            <p:cNvPr id="64" name="橢圓 63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5" name="直線單箭頭接點 64"/>
            <p:cNvCxnSpPr>
              <a:stCxn id="64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/>
            <p:cNvCxnSpPr>
              <a:stCxn id="64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/>
          <p:cNvGrpSpPr/>
          <p:nvPr/>
        </p:nvGrpSpPr>
        <p:grpSpPr>
          <a:xfrm>
            <a:off x="5433768" y="3789575"/>
            <a:ext cx="661447" cy="829559"/>
            <a:chOff x="3451781" y="4100660"/>
            <a:chExt cx="661447" cy="829559"/>
          </a:xfrm>
        </p:grpSpPr>
        <p:sp>
          <p:nvSpPr>
            <p:cNvPr id="61" name="橢圓 60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單箭頭接點 61"/>
            <p:cNvCxnSpPr>
              <a:stCxn id="61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61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橢圓 57"/>
          <p:cNvSpPr/>
          <p:nvPr/>
        </p:nvSpPr>
        <p:spPr>
          <a:xfrm>
            <a:off x="4773106" y="4619134"/>
            <a:ext cx="367645" cy="4430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9" name="直線單箭頭接點 58"/>
          <p:cNvCxnSpPr>
            <a:stCxn id="58" idx="6"/>
            <a:endCxn id="52" idx="2"/>
          </p:cNvCxnSpPr>
          <p:nvPr/>
        </p:nvCxnSpPr>
        <p:spPr>
          <a:xfrm flipV="1">
            <a:off x="5140751" y="4840662"/>
            <a:ext cx="294587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58" idx="4"/>
          </p:cNvCxnSpPr>
          <p:nvPr/>
        </p:nvCxnSpPr>
        <p:spPr>
          <a:xfrm>
            <a:off x="4956929" y="5062194"/>
            <a:ext cx="0" cy="386499"/>
          </a:xfrm>
          <a:prstGeom prst="straightConnector1">
            <a:avLst/>
          </a:prstGeom>
          <a:ln w="38100">
            <a:solidFill>
              <a:schemeClr val="tx1"/>
            </a:solidFill>
            <a:headEnd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群組 46"/>
          <p:cNvGrpSpPr/>
          <p:nvPr/>
        </p:nvGrpSpPr>
        <p:grpSpPr>
          <a:xfrm>
            <a:off x="5435338" y="4619132"/>
            <a:ext cx="661447" cy="829559"/>
            <a:chOff x="3451781" y="4100660"/>
            <a:chExt cx="661447" cy="829559"/>
          </a:xfrm>
        </p:grpSpPr>
        <p:sp>
          <p:nvSpPr>
            <p:cNvPr id="52" name="橢圓 51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3" name="直線單箭頭接點 52"/>
            <p:cNvCxnSpPr>
              <a:stCxn id="52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>
              <a:stCxn id="52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群組 67"/>
          <p:cNvGrpSpPr/>
          <p:nvPr/>
        </p:nvGrpSpPr>
        <p:grpSpPr>
          <a:xfrm>
            <a:off x="6094432" y="3789575"/>
            <a:ext cx="661447" cy="829559"/>
            <a:chOff x="3451781" y="4100660"/>
            <a:chExt cx="661447" cy="829559"/>
          </a:xfrm>
        </p:grpSpPr>
        <p:sp>
          <p:nvSpPr>
            <p:cNvPr id="89" name="橢圓 8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0" name="直線單箭頭接點 89"/>
            <p:cNvCxnSpPr>
              <a:stCxn id="8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>
              <a:stCxn id="8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9"/>
          <p:cNvGrpSpPr/>
          <p:nvPr/>
        </p:nvGrpSpPr>
        <p:grpSpPr>
          <a:xfrm>
            <a:off x="6095217" y="4619134"/>
            <a:ext cx="661447" cy="829559"/>
            <a:chOff x="3451781" y="4100660"/>
            <a:chExt cx="661447" cy="829559"/>
          </a:xfrm>
        </p:grpSpPr>
        <p:sp>
          <p:nvSpPr>
            <p:cNvPr id="83" name="橢圓 82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4" name="直線單箭頭接點 83"/>
            <p:cNvCxnSpPr>
              <a:stCxn id="83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>
              <a:stCxn id="83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橢圓 79"/>
          <p:cNvSpPr/>
          <p:nvPr/>
        </p:nvSpPr>
        <p:spPr>
          <a:xfrm>
            <a:off x="6094432" y="5448692"/>
            <a:ext cx="367645" cy="4430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1" name="直線單箭頭接點 80"/>
          <p:cNvCxnSpPr>
            <a:stCxn id="80" idx="6"/>
            <a:endCxn id="74" idx="2"/>
          </p:cNvCxnSpPr>
          <p:nvPr/>
        </p:nvCxnSpPr>
        <p:spPr>
          <a:xfrm>
            <a:off x="6462077" y="5670222"/>
            <a:ext cx="29380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80" idx="4"/>
          </p:cNvCxnSpPr>
          <p:nvPr/>
        </p:nvCxnSpPr>
        <p:spPr>
          <a:xfrm>
            <a:off x="6278255" y="5891752"/>
            <a:ext cx="0" cy="386499"/>
          </a:xfrm>
          <a:prstGeom prst="straightConnector1">
            <a:avLst/>
          </a:prstGeom>
          <a:ln w="38100">
            <a:solidFill>
              <a:schemeClr val="tx1"/>
            </a:solidFill>
            <a:headEnd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群組 68"/>
          <p:cNvGrpSpPr/>
          <p:nvPr/>
        </p:nvGrpSpPr>
        <p:grpSpPr>
          <a:xfrm>
            <a:off x="6755879" y="3789575"/>
            <a:ext cx="661447" cy="829559"/>
            <a:chOff x="3451781" y="4100660"/>
            <a:chExt cx="661447" cy="829559"/>
          </a:xfrm>
        </p:grpSpPr>
        <p:sp>
          <p:nvSpPr>
            <p:cNvPr id="86" name="橢圓 85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7" name="直線單箭頭接點 86"/>
            <p:cNvCxnSpPr>
              <a:stCxn id="86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>
              <a:stCxn id="86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6757449" y="4619132"/>
            <a:ext cx="661447" cy="829559"/>
            <a:chOff x="3451781" y="4100660"/>
            <a:chExt cx="661447" cy="829559"/>
          </a:xfrm>
        </p:grpSpPr>
        <p:sp>
          <p:nvSpPr>
            <p:cNvPr id="77" name="橢圓 76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" name="直線單箭頭接點 77"/>
            <p:cNvCxnSpPr>
              <a:stCxn id="77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>
              <a:stCxn id="77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群組 72"/>
          <p:cNvGrpSpPr/>
          <p:nvPr/>
        </p:nvGrpSpPr>
        <p:grpSpPr>
          <a:xfrm>
            <a:off x="6755879" y="5448692"/>
            <a:ext cx="661447" cy="829559"/>
            <a:chOff x="3451781" y="4100660"/>
            <a:chExt cx="661447" cy="829559"/>
          </a:xfrm>
        </p:grpSpPr>
        <p:sp>
          <p:nvSpPr>
            <p:cNvPr id="74" name="橢圓 73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5" name="直線單箭頭接點 74"/>
            <p:cNvCxnSpPr>
              <a:stCxn id="74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>
              <a:stCxn id="74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92"/>
          <p:cNvGrpSpPr/>
          <p:nvPr/>
        </p:nvGrpSpPr>
        <p:grpSpPr>
          <a:xfrm>
            <a:off x="7416543" y="3789575"/>
            <a:ext cx="663017" cy="2488676"/>
            <a:chOff x="6906707" y="4100660"/>
            <a:chExt cx="663017" cy="2488676"/>
          </a:xfrm>
        </p:grpSpPr>
        <p:grpSp>
          <p:nvGrpSpPr>
            <p:cNvPr id="94" name="群組 93"/>
            <p:cNvGrpSpPr/>
            <p:nvPr/>
          </p:nvGrpSpPr>
          <p:grpSpPr>
            <a:xfrm>
              <a:off x="6906707" y="4100660"/>
              <a:ext cx="661447" cy="829559"/>
              <a:chOff x="3451781" y="4100660"/>
              <a:chExt cx="661447" cy="829559"/>
            </a:xfrm>
          </p:grpSpPr>
          <p:sp>
            <p:nvSpPr>
              <p:cNvPr id="103" name="橢圓 102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4" name="直線單箭頭接點 103"/>
              <p:cNvCxnSpPr>
                <a:stCxn id="103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單箭頭接點 104"/>
              <p:cNvCxnSpPr>
                <a:stCxn id="103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群組 94"/>
            <p:cNvGrpSpPr/>
            <p:nvPr/>
          </p:nvGrpSpPr>
          <p:grpSpPr>
            <a:xfrm>
              <a:off x="6908277" y="4930217"/>
              <a:ext cx="661447" cy="829559"/>
              <a:chOff x="3451781" y="4100660"/>
              <a:chExt cx="661447" cy="829559"/>
            </a:xfrm>
          </p:grpSpPr>
          <p:sp>
            <p:nvSpPr>
              <p:cNvPr id="100" name="橢圓 99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1" name="直線單箭頭接點 100"/>
              <p:cNvCxnSpPr>
                <a:stCxn id="100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單箭頭接點 101"/>
              <p:cNvCxnSpPr>
                <a:stCxn id="100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群組 95"/>
            <p:cNvGrpSpPr/>
            <p:nvPr/>
          </p:nvGrpSpPr>
          <p:grpSpPr>
            <a:xfrm>
              <a:off x="6906707" y="5759777"/>
              <a:ext cx="661447" cy="829559"/>
              <a:chOff x="3451781" y="4100660"/>
              <a:chExt cx="661447" cy="829559"/>
            </a:xfrm>
          </p:grpSpPr>
          <p:sp>
            <p:nvSpPr>
              <p:cNvPr id="97" name="橢圓 96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8" name="直線單箭頭接點 97"/>
              <p:cNvCxnSpPr>
                <a:stCxn id="97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單箭頭接點 98"/>
              <p:cNvCxnSpPr>
                <a:stCxn id="97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xmlns="" val="70199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28665307"/>
              </p:ext>
            </p:extLst>
          </p:nvPr>
        </p:nvGraphicFramePr>
        <p:xfrm>
          <a:off x="650451" y="433639"/>
          <a:ext cx="7277490" cy="54581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  <a:gridCol w="661590"/>
              </a:tblGrid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2-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1-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2-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3-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3-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98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0" name="群組 19"/>
          <p:cNvGrpSpPr/>
          <p:nvPr/>
        </p:nvGrpSpPr>
        <p:grpSpPr>
          <a:xfrm>
            <a:off x="3450210" y="3789575"/>
            <a:ext cx="661447" cy="829559"/>
            <a:chOff x="3451781" y="4100660"/>
            <a:chExt cx="661447" cy="829559"/>
          </a:xfrm>
        </p:grpSpPr>
        <p:sp>
          <p:nvSpPr>
            <p:cNvPr id="9" name="橢圓 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>
              <a:stCxn id="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20"/>
          <p:cNvGrpSpPr/>
          <p:nvPr/>
        </p:nvGrpSpPr>
        <p:grpSpPr>
          <a:xfrm>
            <a:off x="4111657" y="3789575"/>
            <a:ext cx="661447" cy="829559"/>
            <a:chOff x="3451781" y="4100660"/>
            <a:chExt cx="661447" cy="829559"/>
          </a:xfrm>
        </p:grpSpPr>
        <p:sp>
          <p:nvSpPr>
            <p:cNvPr id="22" name="橢圓 21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3" name="直線單箭頭接點 22"/>
            <p:cNvCxnSpPr>
              <a:stCxn id="22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22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/>
          <p:cNvGrpSpPr/>
          <p:nvPr/>
        </p:nvGrpSpPr>
        <p:grpSpPr>
          <a:xfrm>
            <a:off x="4772321" y="3789575"/>
            <a:ext cx="661447" cy="829559"/>
            <a:chOff x="3451781" y="4100660"/>
            <a:chExt cx="661447" cy="829559"/>
          </a:xfrm>
        </p:grpSpPr>
        <p:sp>
          <p:nvSpPr>
            <p:cNvPr id="64" name="橢圓 63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5" name="直線單箭頭接點 64"/>
            <p:cNvCxnSpPr>
              <a:stCxn id="64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/>
            <p:cNvCxnSpPr>
              <a:stCxn id="64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/>
          <p:cNvGrpSpPr/>
          <p:nvPr/>
        </p:nvGrpSpPr>
        <p:grpSpPr>
          <a:xfrm>
            <a:off x="5433768" y="3789575"/>
            <a:ext cx="661447" cy="829559"/>
            <a:chOff x="3451781" y="4100660"/>
            <a:chExt cx="661447" cy="829559"/>
          </a:xfrm>
        </p:grpSpPr>
        <p:sp>
          <p:nvSpPr>
            <p:cNvPr id="61" name="橢圓 60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單箭頭接點 61"/>
            <p:cNvCxnSpPr>
              <a:stCxn id="61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61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橢圓 57"/>
          <p:cNvSpPr/>
          <p:nvPr/>
        </p:nvSpPr>
        <p:spPr>
          <a:xfrm>
            <a:off x="4773106" y="4619134"/>
            <a:ext cx="367645" cy="4430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9" name="直線單箭頭接點 58"/>
          <p:cNvCxnSpPr>
            <a:stCxn id="58" idx="6"/>
            <a:endCxn id="52" idx="2"/>
          </p:cNvCxnSpPr>
          <p:nvPr/>
        </p:nvCxnSpPr>
        <p:spPr>
          <a:xfrm flipV="1">
            <a:off x="5140751" y="4840662"/>
            <a:ext cx="294587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58" idx="4"/>
          </p:cNvCxnSpPr>
          <p:nvPr/>
        </p:nvCxnSpPr>
        <p:spPr>
          <a:xfrm>
            <a:off x="4956929" y="5062194"/>
            <a:ext cx="0" cy="386499"/>
          </a:xfrm>
          <a:prstGeom prst="straightConnector1">
            <a:avLst/>
          </a:prstGeom>
          <a:ln w="38100">
            <a:solidFill>
              <a:schemeClr val="tx1"/>
            </a:solidFill>
            <a:headEnd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群組 46"/>
          <p:cNvGrpSpPr/>
          <p:nvPr/>
        </p:nvGrpSpPr>
        <p:grpSpPr>
          <a:xfrm>
            <a:off x="5435338" y="4619132"/>
            <a:ext cx="661447" cy="829559"/>
            <a:chOff x="3451781" y="4100660"/>
            <a:chExt cx="661447" cy="829559"/>
          </a:xfrm>
        </p:grpSpPr>
        <p:sp>
          <p:nvSpPr>
            <p:cNvPr id="52" name="橢圓 51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3" name="直線單箭頭接點 52"/>
            <p:cNvCxnSpPr>
              <a:stCxn id="52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>
              <a:stCxn id="52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群組 67"/>
          <p:cNvGrpSpPr/>
          <p:nvPr/>
        </p:nvGrpSpPr>
        <p:grpSpPr>
          <a:xfrm>
            <a:off x="6094432" y="3789575"/>
            <a:ext cx="661447" cy="829559"/>
            <a:chOff x="3451781" y="4100660"/>
            <a:chExt cx="661447" cy="829559"/>
          </a:xfrm>
        </p:grpSpPr>
        <p:sp>
          <p:nvSpPr>
            <p:cNvPr id="89" name="橢圓 88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0" name="直線單箭頭接點 89"/>
            <p:cNvCxnSpPr>
              <a:stCxn id="89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單箭頭接點 90"/>
            <p:cNvCxnSpPr>
              <a:stCxn id="89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9"/>
          <p:cNvGrpSpPr/>
          <p:nvPr/>
        </p:nvGrpSpPr>
        <p:grpSpPr>
          <a:xfrm>
            <a:off x="6095217" y="4619134"/>
            <a:ext cx="661447" cy="829559"/>
            <a:chOff x="3451781" y="4100660"/>
            <a:chExt cx="661447" cy="829559"/>
          </a:xfrm>
        </p:grpSpPr>
        <p:sp>
          <p:nvSpPr>
            <p:cNvPr id="83" name="橢圓 82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4" name="直線單箭頭接點 83"/>
            <p:cNvCxnSpPr>
              <a:stCxn id="83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>
              <a:stCxn id="83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橢圓 79"/>
          <p:cNvSpPr/>
          <p:nvPr/>
        </p:nvSpPr>
        <p:spPr>
          <a:xfrm>
            <a:off x="6094432" y="5448692"/>
            <a:ext cx="367645" cy="4430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1" name="直線單箭頭接點 80"/>
          <p:cNvCxnSpPr>
            <a:stCxn id="80" idx="6"/>
            <a:endCxn id="74" idx="2"/>
          </p:cNvCxnSpPr>
          <p:nvPr/>
        </p:nvCxnSpPr>
        <p:spPr>
          <a:xfrm>
            <a:off x="6462077" y="5670222"/>
            <a:ext cx="29380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80" idx="4"/>
          </p:cNvCxnSpPr>
          <p:nvPr/>
        </p:nvCxnSpPr>
        <p:spPr>
          <a:xfrm>
            <a:off x="6278255" y="5891752"/>
            <a:ext cx="0" cy="386499"/>
          </a:xfrm>
          <a:prstGeom prst="straightConnector1">
            <a:avLst/>
          </a:prstGeom>
          <a:ln w="38100">
            <a:solidFill>
              <a:schemeClr val="tx1"/>
            </a:solidFill>
            <a:headEnd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群組 68"/>
          <p:cNvGrpSpPr/>
          <p:nvPr/>
        </p:nvGrpSpPr>
        <p:grpSpPr>
          <a:xfrm>
            <a:off x="6755879" y="3789575"/>
            <a:ext cx="661447" cy="829559"/>
            <a:chOff x="3451781" y="4100660"/>
            <a:chExt cx="661447" cy="829559"/>
          </a:xfrm>
        </p:grpSpPr>
        <p:sp>
          <p:nvSpPr>
            <p:cNvPr id="86" name="橢圓 85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7" name="直線單箭頭接點 86"/>
            <p:cNvCxnSpPr>
              <a:stCxn id="86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>
              <a:stCxn id="86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6757449" y="4619132"/>
            <a:ext cx="661447" cy="829559"/>
            <a:chOff x="3451781" y="4100660"/>
            <a:chExt cx="661447" cy="829559"/>
          </a:xfrm>
        </p:grpSpPr>
        <p:sp>
          <p:nvSpPr>
            <p:cNvPr id="77" name="橢圓 76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" name="直線單箭頭接點 77"/>
            <p:cNvCxnSpPr>
              <a:stCxn id="77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>
              <a:stCxn id="77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群組 72"/>
          <p:cNvGrpSpPr/>
          <p:nvPr/>
        </p:nvGrpSpPr>
        <p:grpSpPr>
          <a:xfrm>
            <a:off x="6755879" y="5448692"/>
            <a:ext cx="661447" cy="829559"/>
            <a:chOff x="3451781" y="4100660"/>
            <a:chExt cx="661447" cy="829559"/>
          </a:xfrm>
        </p:grpSpPr>
        <p:sp>
          <p:nvSpPr>
            <p:cNvPr id="74" name="橢圓 73"/>
            <p:cNvSpPr/>
            <p:nvPr/>
          </p:nvSpPr>
          <p:spPr>
            <a:xfrm>
              <a:off x="3451781" y="4100660"/>
              <a:ext cx="367645" cy="4430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5" name="直線單箭頭接點 74"/>
            <p:cNvCxnSpPr>
              <a:stCxn id="74" idx="6"/>
            </p:cNvCxnSpPr>
            <p:nvPr/>
          </p:nvCxnSpPr>
          <p:spPr>
            <a:xfrm>
              <a:off x="3819426" y="4322190"/>
              <a:ext cx="2938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>
              <a:stCxn id="74" idx="4"/>
            </p:cNvCxnSpPr>
            <p:nvPr/>
          </p:nvCxnSpPr>
          <p:spPr>
            <a:xfrm>
              <a:off x="3635604" y="4543720"/>
              <a:ext cx="0" cy="38649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sm" len="sm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92"/>
          <p:cNvGrpSpPr/>
          <p:nvPr/>
        </p:nvGrpSpPr>
        <p:grpSpPr>
          <a:xfrm>
            <a:off x="7416543" y="3789575"/>
            <a:ext cx="663017" cy="2488676"/>
            <a:chOff x="6906707" y="4100660"/>
            <a:chExt cx="663017" cy="2488676"/>
          </a:xfrm>
        </p:grpSpPr>
        <p:grpSp>
          <p:nvGrpSpPr>
            <p:cNvPr id="94" name="群組 93"/>
            <p:cNvGrpSpPr/>
            <p:nvPr/>
          </p:nvGrpSpPr>
          <p:grpSpPr>
            <a:xfrm>
              <a:off x="6906707" y="4100660"/>
              <a:ext cx="661447" cy="829559"/>
              <a:chOff x="3451781" y="4100660"/>
              <a:chExt cx="661447" cy="829559"/>
            </a:xfrm>
          </p:grpSpPr>
          <p:sp>
            <p:nvSpPr>
              <p:cNvPr id="103" name="橢圓 102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4" name="直線單箭頭接點 103"/>
              <p:cNvCxnSpPr>
                <a:stCxn id="103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單箭頭接點 104"/>
              <p:cNvCxnSpPr>
                <a:stCxn id="103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群組 94"/>
            <p:cNvGrpSpPr/>
            <p:nvPr/>
          </p:nvGrpSpPr>
          <p:grpSpPr>
            <a:xfrm>
              <a:off x="6908277" y="4930217"/>
              <a:ext cx="661447" cy="829559"/>
              <a:chOff x="3451781" y="4100660"/>
              <a:chExt cx="661447" cy="829559"/>
            </a:xfrm>
          </p:grpSpPr>
          <p:sp>
            <p:nvSpPr>
              <p:cNvPr id="100" name="橢圓 99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1" name="直線單箭頭接點 100"/>
              <p:cNvCxnSpPr>
                <a:stCxn id="100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單箭頭接點 101"/>
              <p:cNvCxnSpPr>
                <a:stCxn id="100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群組 95"/>
            <p:cNvGrpSpPr/>
            <p:nvPr/>
          </p:nvGrpSpPr>
          <p:grpSpPr>
            <a:xfrm>
              <a:off x="6906707" y="5759777"/>
              <a:ext cx="661447" cy="829559"/>
              <a:chOff x="3451781" y="4100660"/>
              <a:chExt cx="661447" cy="829559"/>
            </a:xfrm>
          </p:grpSpPr>
          <p:sp>
            <p:nvSpPr>
              <p:cNvPr id="97" name="橢圓 96"/>
              <p:cNvSpPr/>
              <p:nvPr/>
            </p:nvSpPr>
            <p:spPr>
              <a:xfrm>
                <a:off x="3451781" y="4100660"/>
                <a:ext cx="367645" cy="4430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8" name="直線單箭頭接點 97"/>
              <p:cNvCxnSpPr>
                <a:stCxn id="97" idx="6"/>
              </p:cNvCxnSpPr>
              <p:nvPr/>
            </p:nvCxnSpPr>
            <p:spPr>
              <a:xfrm>
                <a:off x="3819426" y="4322190"/>
                <a:ext cx="29380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單箭頭接點 98"/>
              <p:cNvCxnSpPr>
                <a:stCxn id="97" idx="4"/>
              </p:cNvCxnSpPr>
              <p:nvPr/>
            </p:nvCxnSpPr>
            <p:spPr>
              <a:xfrm>
                <a:off x="3635604" y="4543720"/>
                <a:ext cx="0" cy="386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w="sm" len="sm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矩形 1"/>
          <p:cNvSpPr/>
          <p:nvPr/>
        </p:nvSpPr>
        <p:spPr>
          <a:xfrm>
            <a:off x="1192710" y="1496753"/>
            <a:ext cx="62055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5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nL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time and space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436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</TotalTime>
  <Words>1136</Words>
  <Application>Microsoft Office PowerPoint</Application>
  <PresentationFormat>如螢幕大小 (4:3)</PresentationFormat>
  <Paragraphs>1036</Paragraphs>
  <Slides>18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18</vt:i4>
      </vt:variant>
    </vt:vector>
  </HeadingPairs>
  <TitlesOfParts>
    <vt:vector size="20" baseType="lpstr">
      <vt:lpstr>Office 佈景主題</vt:lpstr>
      <vt:lpstr>1_Office 佈景主題</vt:lpstr>
      <vt:lpstr>Two algorithms for LCS Consecutive Suffix Alignment</vt:lpstr>
      <vt:lpstr>Abstract (1/3)</vt:lpstr>
      <vt:lpstr>Abstract (2/3)</vt:lpstr>
      <vt:lpstr>Abstract (3/3)</vt:lpstr>
      <vt:lpstr>投影片 5</vt:lpstr>
      <vt:lpstr>投影片 6</vt:lpstr>
      <vt:lpstr>投影片 7</vt:lpstr>
      <vt:lpstr>投影片 8</vt:lpstr>
      <vt:lpstr>投影片 9</vt:lpstr>
      <vt:lpstr>投影片 10</vt:lpstr>
      <vt:lpstr>投影片 11</vt:lpstr>
      <vt:lpstr>投影片 12</vt:lpstr>
      <vt:lpstr>投影片 13</vt:lpstr>
      <vt:lpstr>投影片 14</vt:lpstr>
      <vt:lpstr>投影片 15</vt:lpstr>
      <vt:lpstr>投影片 16</vt:lpstr>
      <vt:lpstr>投影片 17</vt:lpstr>
      <vt:lpstr>投影片 18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</dc:title>
  <dc:creator>qiang zi</dc:creator>
  <cp:lastModifiedBy>admin</cp:lastModifiedBy>
  <cp:revision>39</cp:revision>
  <dcterms:created xsi:type="dcterms:W3CDTF">2014-12-29T17:34:35Z</dcterms:created>
  <dcterms:modified xsi:type="dcterms:W3CDTF">2015-01-22T11:25:29Z</dcterms:modified>
</cp:coreProperties>
</file>