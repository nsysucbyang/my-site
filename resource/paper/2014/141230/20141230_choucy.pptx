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7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2014/12/30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/>
              <a:t>A Fast and Simple Algorithm for Computing the Longest Common Subsequence of Run-length Encoded Strings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err="1"/>
              <a:t>Hsing</a:t>
            </a:r>
            <a:r>
              <a:rPr lang="en-US" altLang="zh-TW" dirty="0"/>
              <a:t>-Yen Ann, Chang-</a:t>
            </a:r>
            <a:r>
              <a:rPr lang="en-US" altLang="zh-TW" dirty="0" err="1"/>
              <a:t>Biau</a:t>
            </a:r>
            <a:r>
              <a:rPr lang="en-US" altLang="zh-TW" dirty="0"/>
              <a:t> </a:t>
            </a:r>
            <a:r>
              <a:rPr lang="en-US" altLang="zh-TW" dirty="0" smtClean="0"/>
              <a:t>Yang, </a:t>
            </a:r>
            <a:r>
              <a:rPr lang="en-US" altLang="zh-TW" dirty="0" err="1"/>
              <a:t>Chiou</a:t>
            </a:r>
            <a:r>
              <a:rPr lang="en-US" altLang="zh-TW" dirty="0"/>
              <a:t>-Ting Tseng, </a:t>
            </a:r>
            <a:r>
              <a:rPr lang="en-US" altLang="zh-TW" dirty="0" err="1"/>
              <a:t>Chiou</a:t>
            </a:r>
            <a:r>
              <a:rPr lang="en-US" altLang="zh-TW" dirty="0"/>
              <a:t>-Yi </a:t>
            </a:r>
            <a:r>
              <a:rPr lang="en-US" altLang="zh-TW" dirty="0" err="1" smtClean="0"/>
              <a:t>Hor</a:t>
            </a:r>
            <a:endParaRPr lang="en-US" altLang="zh-TW" dirty="0" smtClean="0"/>
          </a:p>
          <a:p>
            <a:r>
              <a:rPr lang="en-US" altLang="zh-TW" dirty="0"/>
              <a:t>Information Processing Letters 108 (2008) 360–364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36096" y="5805264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Chang-Yi Chou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2014/12/30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321037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552" y="1305342"/>
            <a:ext cx="79928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Let X and Y be two strings of lengths n and m, respectively, and k and l, </a:t>
            </a:r>
            <a:r>
              <a:rPr lang="en-US" altLang="zh-TW" sz="2400" dirty="0" smtClean="0"/>
              <a:t>respectively, be </a:t>
            </a:r>
            <a:r>
              <a:rPr lang="en-US" altLang="zh-TW" sz="2400" dirty="0"/>
              <a:t>the numbers of runs </a:t>
            </a:r>
            <a:r>
              <a:rPr lang="en-US" altLang="zh-TW" sz="2400" dirty="0" smtClean="0"/>
              <a:t>in their corresponding </a:t>
            </a:r>
            <a:r>
              <a:rPr lang="en-US" altLang="zh-TW" sz="2400" dirty="0"/>
              <a:t>run-length encoded forms. We propose </a:t>
            </a:r>
            <a:r>
              <a:rPr lang="en-US" altLang="zh-TW" sz="2400" dirty="0" smtClean="0"/>
              <a:t>a simple algorithm </a:t>
            </a:r>
            <a:r>
              <a:rPr lang="en-US" altLang="zh-TW" sz="2400" dirty="0"/>
              <a:t>for computing the longest common subsequence </a:t>
            </a:r>
            <a:r>
              <a:rPr lang="en-US" altLang="zh-TW" sz="2400" dirty="0" smtClean="0"/>
              <a:t>of two </a:t>
            </a:r>
            <a:r>
              <a:rPr lang="en-US" altLang="zh-TW" sz="2400" dirty="0"/>
              <a:t>given strings </a:t>
            </a:r>
            <a:r>
              <a:rPr lang="en-US" altLang="zh-TW" sz="2400" dirty="0" smtClean="0"/>
              <a:t>X and </a:t>
            </a:r>
            <a:r>
              <a:rPr lang="en-US" altLang="zh-TW" sz="2400" dirty="0"/>
              <a:t>Y in O(kl + min{p1, p2}) time, </a:t>
            </a:r>
            <a:r>
              <a:rPr lang="en-US" altLang="zh-TW" sz="2400" dirty="0" smtClean="0"/>
              <a:t>where p1 </a:t>
            </a:r>
            <a:r>
              <a:rPr lang="en-US" altLang="zh-TW" sz="2400" dirty="0"/>
              <a:t>and p2 denote the numbers of </a:t>
            </a:r>
            <a:r>
              <a:rPr lang="en-US" altLang="zh-TW" sz="2400" dirty="0" smtClean="0"/>
              <a:t>elements in </a:t>
            </a:r>
            <a:r>
              <a:rPr lang="en-US" altLang="zh-TW" sz="2400" dirty="0"/>
              <a:t>the bottom </a:t>
            </a:r>
            <a:r>
              <a:rPr lang="en-US" altLang="zh-TW" sz="2400" dirty="0" smtClean="0"/>
              <a:t>and right </a:t>
            </a:r>
            <a:r>
              <a:rPr lang="en-US" altLang="zh-TW" sz="2400" dirty="0"/>
              <a:t>boundaries of the matched blocks, respectively. </a:t>
            </a:r>
            <a:r>
              <a:rPr lang="en-US" altLang="zh-TW" sz="2400" dirty="0" smtClean="0"/>
              <a:t>It improves the previously </a:t>
            </a:r>
            <a:r>
              <a:rPr lang="en-US" altLang="zh-TW" sz="2400" dirty="0"/>
              <a:t>known time bound O(min{</a:t>
            </a:r>
            <a:r>
              <a:rPr lang="en-US" altLang="zh-TW" sz="2400" dirty="0" err="1"/>
              <a:t>nl,km</a:t>
            </a:r>
            <a:r>
              <a:rPr lang="en-US" altLang="zh-TW" sz="2400" dirty="0"/>
              <a:t>}) and outperforms the time bounds O(kl log </a:t>
            </a:r>
            <a:r>
              <a:rPr lang="en-US" altLang="zh-TW" sz="2400" dirty="0" smtClean="0"/>
              <a:t>kl) or </a:t>
            </a:r>
            <a:r>
              <a:rPr lang="en-US" altLang="zh-TW" sz="2400" dirty="0"/>
              <a:t>O((k + l + q) </a:t>
            </a:r>
            <a:r>
              <a:rPr lang="en-US" altLang="zh-TW" sz="2400" dirty="0" smtClean="0"/>
              <a:t>log(k + </a:t>
            </a:r>
            <a:r>
              <a:rPr lang="en-US" altLang="zh-TW" sz="2400" dirty="0"/>
              <a:t>l + q)) for some cases, where q denotes the number </a:t>
            </a:r>
            <a:r>
              <a:rPr lang="en-US" altLang="zh-TW" sz="2400" dirty="0" smtClean="0"/>
              <a:t>of matched blocks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02021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Run-length Encoded Strings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 = </a:t>
            </a:r>
            <a:r>
              <a:rPr lang="en-US" altLang="zh-TW" dirty="0" err="1" smtClean="0"/>
              <a:t>aaabbbbbbccccaaaaaaaaaaaa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	  </a:t>
            </a:r>
            <a:r>
              <a:rPr lang="zh-TW" altLang="en-US" dirty="0" smtClean="0"/>
              <a:t>→ 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6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12</a:t>
            </a:r>
          </a:p>
          <a:p>
            <a:r>
              <a:rPr lang="en-US" altLang="zh-TW" dirty="0" smtClean="0"/>
              <a:t>Y = </a:t>
            </a:r>
            <a:r>
              <a:rPr lang="en-US" altLang="zh-TW" dirty="0" err="1" smtClean="0"/>
              <a:t>bbbaaaaaaaaccccbbbbbbbbaaaaaccccaaaa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	  </a:t>
            </a:r>
            <a:r>
              <a:rPr lang="zh-TW" altLang="en-US" dirty="0" smtClean="0"/>
              <a:t>→ 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8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8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5</a:t>
            </a:r>
            <a:r>
              <a:rPr lang="en-US" altLang="zh-TW" dirty="0" smtClean="0"/>
              <a:t>c</a:t>
            </a:r>
            <a:r>
              <a:rPr lang="en-US" altLang="zh-TW" baseline="30000" dirty="0" smtClean="0"/>
              <a:t>4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4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6716162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Idea</a:t>
            </a:r>
            <a:endParaRPr lang="zh-TW" alt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276872"/>
            <a:ext cx="4752528" cy="3744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42218"/>
              </p:ext>
            </p:extLst>
          </p:nvPr>
        </p:nvGraphicFramePr>
        <p:xfrm>
          <a:off x="619064" y="2564904"/>
          <a:ext cx="3232856" cy="279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方程式" r:id="rId4" imgW="2209800" imgH="1905000" progId="Equation.3">
                  <p:embed/>
                </p:oleObj>
              </mc:Choice>
              <mc:Fallback>
                <p:oleObj name="方程式" r:id="rId4" imgW="2209800" imgH="19050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64" y="2564904"/>
                        <a:ext cx="3232856" cy="27941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575556" y="1357833"/>
            <a:ext cx="7992888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10000"/>
              </a:spcBef>
              <a:spcAft>
                <a:spcPct val="20000"/>
              </a:spcAft>
              <a:buClr>
                <a:srgbClr val="CC9900"/>
              </a:buClr>
            </a:pPr>
            <a:r>
              <a:rPr lang="en-US" altLang="zh-TW" i="1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C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(</a:t>
            </a:r>
            <a:r>
              <a:rPr lang="en-US" altLang="zh-TW" i="1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) </a:t>
            </a:r>
            <a:r>
              <a:rPr lang="zh-TW" altLang="en-US" dirty="0" smtClean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代表</a:t>
            </a:r>
            <a:r>
              <a:rPr lang="en-US" altLang="zh-TW" dirty="0" smtClean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v</a:t>
            </a:r>
            <a:r>
              <a:rPr lang="zh-TW" altLang="en-US" dirty="0" smtClean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的右方</a:t>
            </a:r>
            <a:r>
              <a:rPr lang="en-US" altLang="zh-TW" dirty="0" smtClean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match</a:t>
            </a:r>
            <a:r>
              <a:rPr lang="zh-TW" altLang="en-US" dirty="0" smtClean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的符號的出現次數</a:t>
            </a:r>
            <a:endParaRPr lang="en-US" altLang="zh-TW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20000"/>
              </a:spcAft>
              <a:buClr>
                <a:srgbClr val="CC9900"/>
              </a:buClr>
            </a:pPr>
            <a:r>
              <a:rPr lang="en-US" altLang="zh-TW" i="1" dirty="0" err="1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n</a:t>
            </a:r>
            <a:r>
              <a:rPr lang="en-US" altLang="zh-TW" i="1" baseline="-25000" dirty="0" err="1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 denotes the length of current run of </a:t>
            </a:r>
            <a:r>
              <a:rPr lang="en-US" altLang="zh-TW" i="1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</a:rPr>
              <a:t>.</a:t>
            </a:r>
            <a:endParaRPr lang="en-US" altLang="zh-TW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75556" y="6116639"/>
            <a:ext cx="6083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使用</a:t>
            </a:r>
            <a:r>
              <a:rPr lang="en-US" altLang="zh-TW" dirty="0" smtClean="0"/>
              <a:t>RMQ(Range Maximum Query)</a:t>
            </a:r>
            <a:r>
              <a:rPr lang="zh-TW" altLang="en-US" dirty="0" smtClean="0"/>
              <a:t>，經過</a:t>
            </a:r>
            <a:r>
              <a:rPr lang="en-US" altLang="zh-TW" dirty="0" smtClean="0"/>
              <a:t>O(n)</a:t>
            </a:r>
            <a:r>
              <a:rPr lang="zh-TW" altLang="en-US" dirty="0" smtClean="0"/>
              <a:t>的前處理後，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可在</a:t>
            </a:r>
            <a:r>
              <a:rPr lang="en-US" altLang="zh-TW" dirty="0" smtClean="0"/>
              <a:t>O(1)</a:t>
            </a:r>
            <a:r>
              <a:rPr lang="zh-TW" altLang="en-US" dirty="0" smtClean="0"/>
              <a:t>的時間回答範圍內最大的值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85180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32992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08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98126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43608" y="2456624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4139952" y="3025893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59063" y="3025892"/>
            <a:ext cx="2480889" cy="0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139952" y="2420888"/>
            <a:ext cx="1224136" cy="11742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4427984" y="310209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43342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5547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43608" y="2456624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59063" y="3595162"/>
            <a:ext cx="1688801" cy="22146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139952" y="2420888"/>
            <a:ext cx="1224136" cy="11742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659063" y="3025893"/>
            <a:ext cx="0" cy="591416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332664" y="3595162"/>
            <a:ext cx="807288" cy="76994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2267744" y="2420888"/>
            <a:ext cx="1872208" cy="6795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5364088" y="3617308"/>
            <a:ext cx="1476164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840252" y="3617309"/>
            <a:ext cx="882098" cy="81980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>
            <a:off x="2267744" y="2456624"/>
            <a:ext cx="0" cy="1138538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3373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858276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43608" y="2456624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59063" y="3595162"/>
            <a:ext cx="1688801" cy="22146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139952" y="2420888"/>
            <a:ext cx="1224136" cy="11742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659063" y="3025893"/>
            <a:ext cx="0" cy="1411219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332664" y="3595162"/>
            <a:ext cx="807288" cy="76994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2267744" y="2420888"/>
            <a:ext cx="1872208" cy="6795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5364088" y="3617308"/>
            <a:ext cx="1476164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267744" y="2456624"/>
            <a:ext cx="0" cy="1980488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691680" y="4437112"/>
            <a:ext cx="1640984" cy="158417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H="1">
            <a:off x="5841247" y="3617309"/>
            <a:ext cx="1" cy="76994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2903337" y="485986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8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324696" y="5358193"/>
            <a:ext cx="35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11</a:t>
            </a:r>
            <a:endParaRPr lang="zh-TW" altLang="en-US" sz="1400" dirty="0"/>
          </a:p>
        </p:txBody>
      </p:sp>
      <p:sp>
        <p:nvSpPr>
          <p:cNvPr id="39" name="等腰三角形 38"/>
          <p:cNvSpPr/>
          <p:nvPr/>
        </p:nvSpPr>
        <p:spPr>
          <a:xfrm>
            <a:off x="2159732" y="4441561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/>
          <p:nvPr/>
        </p:nvCxnSpPr>
        <p:spPr>
          <a:xfrm>
            <a:off x="2267744" y="4437112"/>
            <a:ext cx="1064920" cy="1008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>
            <a:off x="6840252" y="3617309"/>
            <a:ext cx="882098" cy="81980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734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597371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43608" y="2456624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59063" y="3595162"/>
            <a:ext cx="1688801" cy="22146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139952" y="2420888"/>
            <a:ext cx="1224136" cy="11742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659063" y="3025893"/>
            <a:ext cx="0" cy="1411219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332664" y="3595162"/>
            <a:ext cx="807288" cy="76994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2267744" y="2420888"/>
            <a:ext cx="1872208" cy="6795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5364088" y="3617308"/>
            <a:ext cx="1476164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840252" y="3617309"/>
            <a:ext cx="846094" cy="76994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267744" y="2456624"/>
            <a:ext cx="0" cy="1980488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691680" y="4437112"/>
            <a:ext cx="1640984" cy="158417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3347864" y="5449673"/>
            <a:ext cx="2460425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5808289" y="5435463"/>
            <a:ext cx="1064920" cy="1008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3347864" y="6021288"/>
            <a:ext cx="2460425" cy="1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5789905" y="6021288"/>
            <a:ext cx="870327" cy="79208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H="1">
            <a:off x="5841247" y="3617309"/>
            <a:ext cx="1" cy="76994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836202" y="4437112"/>
            <a:ext cx="1037007" cy="93610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2903337" y="48598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13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2324696" y="5358193"/>
            <a:ext cx="35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11</a:t>
            </a:r>
            <a:endParaRPr lang="zh-TW" altLang="en-US" sz="14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6519325" y="487900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sz="14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6264500" y="56081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5747275" y="624722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sz="1400" dirty="0"/>
          </a:p>
        </p:txBody>
      </p:sp>
      <p:sp>
        <p:nvSpPr>
          <p:cNvPr id="39" name="等腰三角形 38"/>
          <p:cNvSpPr/>
          <p:nvPr/>
        </p:nvSpPr>
        <p:spPr>
          <a:xfrm>
            <a:off x="2159732" y="4441561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/>
          <p:nvPr/>
        </p:nvCxnSpPr>
        <p:spPr>
          <a:xfrm>
            <a:off x="2267744" y="4437112"/>
            <a:ext cx="1064920" cy="1008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5836204" y="4434947"/>
            <a:ext cx="5044" cy="101472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等腰三角形 36"/>
          <p:cNvSpPr/>
          <p:nvPr/>
        </p:nvSpPr>
        <p:spPr>
          <a:xfrm>
            <a:off x="5733235" y="4437112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/>
          <p:nvPr/>
        </p:nvCxnSpPr>
        <p:spPr>
          <a:xfrm>
            <a:off x="4155550" y="4441561"/>
            <a:ext cx="5044" cy="101472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等腰三角形 3"/>
          <p:cNvSpPr/>
          <p:nvPr/>
        </p:nvSpPr>
        <p:spPr>
          <a:xfrm>
            <a:off x="4047538" y="4437112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164624" y="486504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12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5832452" y="486504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14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1056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71235"/>
              </p:ext>
            </p:extLst>
          </p:nvPr>
        </p:nvGraphicFramePr>
        <p:xfrm>
          <a:off x="565932" y="1266016"/>
          <a:ext cx="7966508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428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8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5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800" dirty="0"/>
                    </a:p>
                  </a:txBody>
                  <a:tcPr/>
                </a:tc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3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rowSpan="6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b</a:t>
                      </a:r>
                      <a:r>
                        <a:rPr lang="en-US" altLang="zh-TW" sz="1800" baseline="30000" dirty="0" smtClean="0"/>
                        <a:t>6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5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5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c</a:t>
                      </a:r>
                      <a:r>
                        <a:rPr lang="en-US" altLang="zh-TW" sz="1800" baseline="30000" dirty="0" smtClean="0"/>
                        <a:t>4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 gridSpan="3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7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9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rowSpan="12"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r>
                        <a:rPr lang="en-US" altLang="zh-TW" sz="1800" baseline="30000" dirty="0" smtClean="0"/>
                        <a:t>12</a:t>
                      </a:r>
                      <a:endParaRPr lang="zh-TW" altLang="en-US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3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8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11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5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14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11" gridSpan="4"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18</a:t>
                      </a:r>
                      <a:endParaRPr lang="zh-TW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rowSpan="11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5" name="直線接點 4"/>
          <p:cNvCxnSpPr/>
          <p:nvPr/>
        </p:nvCxnSpPr>
        <p:spPr>
          <a:xfrm>
            <a:off x="1691680" y="1628800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5868144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740352" y="1635595"/>
            <a:ext cx="576064" cy="7920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043608" y="2456624"/>
            <a:ext cx="576064" cy="569269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659063" y="3595162"/>
            <a:ext cx="1688801" cy="22146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4139952" y="2420888"/>
            <a:ext cx="1224136" cy="117427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659063" y="3025893"/>
            <a:ext cx="0" cy="1411219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3332664" y="3595162"/>
            <a:ext cx="807288" cy="76994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 flipV="1">
            <a:off x="2267744" y="2420888"/>
            <a:ext cx="1872208" cy="6795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5364088" y="3617308"/>
            <a:ext cx="1476164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6840252" y="3617309"/>
            <a:ext cx="1692188" cy="153988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2267744" y="2456624"/>
            <a:ext cx="0" cy="1980488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1691680" y="4437112"/>
            <a:ext cx="1640984" cy="158417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3347864" y="5449673"/>
            <a:ext cx="2460425" cy="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5808289" y="5435463"/>
            <a:ext cx="1064920" cy="1008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/>
          <p:nvPr/>
        </p:nvCxnSpPr>
        <p:spPr>
          <a:xfrm>
            <a:off x="3347864" y="6021288"/>
            <a:ext cx="2460425" cy="1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/>
          <p:nvPr/>
        </p:nvCxnSpPr>
        <p:spPr>
          <a:xfrm>
            <a:off x="5789905" y="6021288"/>
            <a:ext cx="870327" cy="792088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 flipV="1">
            <a:off x="6846878" y="6441875"/>
            <a:ext cx="839468" cy="340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7712081" y="6417332"/>
            <a:ext cx="380060" cy="3516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H="1">
            <a:off x="5841247" y="3617309"/>
            <a:ext cx="1" cy="76994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>
            <a:off x="5836202" y="4437112"/>
            <a:ext cx="1037007" cy="93610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/>
          <p:nvPr/>
        </p:nvCxnSpPr>
        <p:spPr>
          <a:xfrm flipV="1">
            <a:off x="6876256" y="5373216"/>
            <a:ext cx="839468" cy="3400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/>
          <p:nvPr/>
        </p:nvCxnSpPr>
        <p:spPr>
          <a:xfrm>
            <a:off x="7684521" y="5368565"/>
            <a:ext cx="847919" cy="79673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2324696" y="5358193"/>
            <a:ext cx="35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11</a:t>
            </a:r>
            <a:endParaRPr lang="zh-TW" altLang="en-US" sz="14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6519325" y="487900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sz="1400" dirty="0"/>
          </a:p>
        </p:txBody>
      </p:sp>
      <p:sp>
        <p:nvSpPr>
          <p:cNvPr id="74" name="文字方塊 73"/>
          <p:cNvSpPr txBox="1"/>
          <p:nvPr/>
        </p:nvSpPr>
        <p:spPr>
          <a:xfrm>
            <a:off x="6264500" y="560814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5747275" y="624722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 smtClean="0"/>
              <a:t>14</a:t>
            </a:r>
            <a:endParaRPr lang="zh-TW" altLang="en-US" sz="14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8064667" y="507531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17</a:t>
            </a:r>
            <a:endParaRPr lang="zh-TW" altLang="en-US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8064667" y="59394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18</a:t>
            </a:r>
            <a:endParaRPr lang="zh-TW" altLang="en-US" sz="14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7846283" y="630732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/>
              <a:t>16</a:t>
            </a:r>
            <a:endParaRPr lang="zh-TW" altLang="en-US" sz="1400" dirty="0"/>
          </a:p>
        </p:txBody>
      </p:sp>
      <p:sp>
        <p:nvSpPr>
          <p:cNvPr id="39" name="等腰三角形 38"/>
          <p:cNvSpPr/>
          <p:nvPr/>
        </p:nvSpPr>
        <p:spPr>
          <a:xfrm>
            <a:off x="2159732" y="4441561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/>
          <p:nvPr/>
        </p:nvCxnSpPr>
        <p:spPr>
          <a:xfrm>
            <a:off x="2267744" y="4437112"/>
            <a:ext cx="1064920" cy="100811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2903337" y="485986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15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41" name="直線接點 40"/>
          <p:cNvCxnSpPr/>
          <p:nvPr/>
        </p:nvCxnSpPr>
        <p:spPr>
          <a:xfrm>
            <a:off x="5836204" y="4434947"/>
            <a:ext cx="5044" cy="101472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>
            <a:off x="4155550" y="4441561"/>
            <a:ext cx="5044" cy="1014727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4164624" y="486504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14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832452" y="486504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16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cxnSp>
        <p:nvCxnSpPr>
          <p:cNvPr id="46" name="直線接點 45"/>
          <p:cNvCxnSpPr/>
          <p:nvPr/>
        </p:nvCxnSpPr>
        <p:spPr>
          <a:xfrm>
            <a:off x="7704348" y="4430524"/>
            <a:ext cx="2522" cy="2014751"/>
          </a:xfrm>
          <a:prstGeom prst="line">
            <a:avLst/>
          </a:prstGeom>
          <a:ln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等腰三角形 37"/>
          <p:cNvSpPr/>
          <p:nvPr/>
        </p:nvSpPr>
        <p:spPr>
          <a:xfrm>
            <a:off x="7596336" y="4437112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等腰三角形 36"/>
          <p:cNvSpPr/>
          <p:nvPr/>
        </p:nvSpPr>
        <p:spPr>
          <a:xfrm>
            <a:off x="5733235" y="4437112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等腰三角形 3"/>
          <p:cNvSpPr/>
          <p:nvPr/>
        </p:nvSpPr>
        <p:spPr>
          <a:xfrm>
            <a:off x="4047538" y="4437112"/>
            <a:ext cx="216024" cy="216024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7686071" y="486504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15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23606" y="725327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LCS:</a:t>
            </a:r>
            <a:r>
              <a:rPr lang="zh-TW" altLang="en-US" dirty="0" smtClean="0"/>
              <a:t> 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b</a:t>
            </a:r>
            <a:r>
              <a:rPr lang="en-US" altLang="zh-TW" baseline="30000" dirty="0" smtClean="0"/>
              <a:t>6</a:t>
            </a:r>
            <a:r>
              <a:rPr lang="en-US" altLang="zh-TW" dirty="0" smtClean="0"/>
              <a:t>a</a:t>
            </a:r>
            <a:r>
              <a:rPr lang="en-US" altLang="zh-TW" baseline="30000" dirty="0"/>
              <a:t>9</a:t>
            </a:r>
            <a:endParaRPr lang="zh-TW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9836749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O(kl log kl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O((k + l + q) log(k + l + q</a:t>
            </a:r>
            <a:r>
              <a:rPr lang="en-US" altLang="zh-TW" dirty="0" smtClean="0"/>
              <a:t>)) if many small dark blocks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30419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451</Words>
  <Application>Microsoft Office PowerPoint</Application>
  <PresentationFormat>如螢幕大小 (4:3)</PresentationFormat>
  <Paragraphs>229</Paragraphs>
  <Slides>11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標楷體</vt:lpstr>
      <vt:lpstr>Arial</vt:lpstr>
      <vt:lpstr>Times New Roman</vt:lpstr>
      <vt:lpstr>Office 佈景主題</vt:lpstr>
      <vt:lpstr>方程式</vt:lpstr>
      <vt:lpstr>A Fast and Simple Algorithm for Computing the Longest Common Subsequence of Run-length Encoded Strings</vt:lpstr>
      <vt:lpstr>Abstract</vt:lpstr>
      <vt:lpstr>Run-length Encoded Strings</vt:lpstr>
      <vt:lpstr>Basic Idea</vt:lpstr>
      <vt:lpstr>Example</vt:lpstr>
      <vt:lpstr>Example</vt:lpstr>
      <vt:lpstr>Example</vt:lpstr>
      <vt:lpstr>Example</vt:lpstr>
      <vt:lpstr>Example</vt:lpstr>
      <vt:lpstr>Example</vt:lpstr>
      <vt:lpstr>Time Complexity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and Simple Algorithm for Computing the Longest Common Subsequence of Run-length Encoded Strings</dc:title>
  <dc:creator>Sena</dc:creator>
  <cp:lastModifiedBy>guo</cp:lastModifiedBy>
  <cp:revision>30</cp:revision>
  <dcterms:created xsi:type="dcterms:W3CDTF">2014-12-29T16:33:20Z</dcterms:created>
  <dcterms:modified xsi:type="dcterms:W3CDTF">2014-12-30T14:03:52Z</dcterms:modified>
</cp:coreProperties>
</file>