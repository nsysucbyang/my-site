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6" r:id="rId2"/>
    <p:sldId id="307" r:id="rId3"/>
    <p:sldId id="311" r:id="rId4"/>
    <p:sldId id="312" r:id="rId5"/>
    <p:sldId id="313" r:id="rId6"/>
    <p:sldId id="265" r:id="rId7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FFFFFF"/>
    <a:srgbClr val="0000FF"/>
    <a:srgbClr val="7B93DF"/>
    <a:srgbClr val="6F84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8FB837D-C827-4EFA-A057-4D05807E0F7C}" styleName="佈景主題樣式 1 - 輔色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9012ECD-51FC-41F1-AA8D-1B2483CD663E}" styleName="淺色樣式 2 - 輔色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中等深淺樣式 1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42" autoAdjust="0"/>
    <p:restoredTop sz="96793" autoAdjust="0"/>
  </p:normalViewPr>
  <p:slideViewPr>
    <p:cSldViewPr>
      <p:cViewPr varScale="1">
        <p:scale>
          <a:sx n="112" d="100"/>
          <a:sy n="112" d="100"/>
        </p:scale>
        <p:origin x="1794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966"/>
    </p:cViewPr>
    <p:sldLst>
      <p:sld r:id="rId1" collapse="1"/>
      <p:sld r:id="rId2" collapse="1"/>
      <p:sld r:id="rId3" collapse="1"/>
    </p:sldLst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8" d="100"/>
          <a:sy n="88" d="100"/>
        </p:scale>
        <p:origin x="382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5.xml"/><Relationship Id="rId2" Type="http://schemas.openxmlformats.org/officeDocument/2006/relationships/slide" Target="slides/slide4.xml"/><Relationship Id="rId1" Type="http://schemas.openxmlformats.org/officeDocument/2006/relationships/slide" Target="slides/slide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350852F-0AB0-4D12-8D70-7183E93D86A9}" type="doc">
      <dgm:prSet loTypeId="urn:microsoft.com/office/officeart/2005/8/layout/hierarchy6" loCatId="hierarchy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zh-TW" altLang="en-US"/>
        </a:p>
      </dgm:t>
    </dgm:pt>
    <dgm:pt modelId="{043E8703-277F-4FF1-93B6-3700267B1147}">
      <dgm:prSet phldrT="[文字]"/>
      <dgm:spPr/>
      <dgm:t>
        <a:bodyPr/>
        <a:lstStyle/>
        <a:p>
          <a:r>
            <a:rPr lang="en-US" altLang="zh-TW" dirty="0" smtClean="0"/>
            <a:t>root</a:t>
          </a:r>
          <a:endParaRPr lang="zh-TW" altLang="en-US" dirty="0"/>
        </a:p>
      </dgm:t>
    </dgm:pt>
    <dgm:pt modelId="{19D2ADDD-7D25-4BB2-96DB-7FD97420CEBB}" type="parTrans" cxnId="{FC3B9228-CD37-4755-BA5E-B2A4BE8BB004}">
      <dgm:prSet/>
      <dgm:spPr/>
      <dgm:t>
        <a:bodyPr/>
        <a:lstStyle/>
        <a:p>
          <a:endParaRPr lang="zh-TW" altLang="en-US"/>
        </a:p>
      </dgm:t>
    </dgm:pt>
    <dgm:pt modelId="{7ABE93A2-63F9-4329-9984-724DCFB0F11D}" type="sibTrans" cxnId="{FC3B9228-CD37-4755-BA5E-B2A4BE8BB004}">
      <dgm:prSet/>
      <dgm:spPr/>
      <dgm:t>
        <a:bodyPr/>
        <a:lstStyle/>
        <a:p>
          <a:endParaRPr lang="zh-TW" altLang="en-US"/>
        </a:p>
      </dgm:t>
    </dgm:pt>
    <dgm:pt modelId="{62E8CF0F-86A8-4D43-BFF5-51C8D083C35A}">
      <dgm:prSet phldrT="[文字]"/>
      <dgm:spPr/>
      <dgm:t>
        <a:bodyPr/>
        <a:lstStyle/>
        <a:p>
          <a:r>
            <a:rPr lang="en-US" altLang="zh-TW" dirty="0" smtClean="0"/>
            <a:t> </a:t>
          </a:r>
          <a:endParaRPr lang="zh-TW" altLang="en-US" dirty="0"/>
        </a:p>
      </dgm:t>
    </dgm:pt>
    <dgm:pt modelId="{4FF4DC51-1138-407B-8C2D-D49F8D75A4B0}" type="parTrans" cxnId="{ED368F30-F427-431A-BDE0-225CC206895F}">
      <dgm:prSet/>
      <dgm:spPr/>
      <dgm:t>
        <a:bodyPr/>
        <a:lstStyle/>
        <a:p>
          <a:endParaRPr lang="zh-TW" altLang="en-US"/>
        </a:p>
      </dgm:t>
    </dgm:pt>
    <dgm:pt modelId="{BB8823A1-220F-4B17-9E89-039D5396D346}" type="sibTrans" cxnId="{ED368F30-F427-431A-BDE0-225CC206895F}">
      <dgm:prSet/>
      <dgm:spPr/>
      <dgm:t>
        <a:bodyPr/>
        <a:lstStyle/>
        <a:p>
          <a:endParaRPr lang="zh-TW" altLang="en-US"/>
        </a:p>
      </dgm:t>
    </dgm:pt>
    <dgm:pt modelId="{708A1422-D930-4147-B476-BCB3E9E0D9A2}">
      <dgm:prSet phldrT="[文字]"/>
      <dgm:spPr/>
      <dgm:t>
        <a:bodyPr/>
        <a:lstStyle/>
        <a:p>
          <a:r>
            <a:rPr lang="en-US" altLang="zh-TW" dirty="0" smtClean="0"/>
            <a:t>p1:p2</a:t>
          </a:r>
          <a:endParaRPr lang="zh-TW" altLang="en-US" dirty="0"/>
        </a:p>
      </dgm:t>
    </dgm:pt>
    <dgm:pt modelId="{4989CDCA-60B9-4B18-8FB7-DE0D35F02787}" type="parTrans" cxnId="{980A9E68-6DC2-4C27-85ED-42D53DBDA964}">
      <dgm:prSet/>
      <dgm:spPr/>
      <dgm:t>
        <a:bodyPr/>
        <a:lstStyle/>
        <a:p>
          <a:endParaRPr lang="zh-TW" altLang="en-US"/>
        </a:p>
      </dgm:t>
    </dgm:pt>
    <dgm:pt modelId="{75E01BAE-4474-47CE-BDF3-51019BBE71C6}" type="sibTrans" cxnId="{980A9E68-6DC2-4C27-85ED-42D53DBDA964}">
      <dgm:prSet/>
      <dgm:spPr/>
      <dgm:t>
        <a:bodyPr/>
        <a:lstStyle/>
        <a:p>
          <a:endParaRPr lang="zh-TW" altLang="en-US"/>
        </a:p>
      </dgm:t>
    </dgm:pt>
    <dgm:pt modelId="{46ED4861-87E2-42C9-A1B5-E1AE1DA91799}">
      <dgm:prSet phldrT="[文字]"/>
      <dgm:spPr/>
      <dgm:t>
        <a:bodyPr/>
        <a:lstStyle/>
        <a:p>
          <a:r>
            <a:rPr lang="en-US" altLang="zh-TW" dirty="0" smtClean="0"/>
            <a:t> </a:t>
          </a:r>
          <a:endParaRPr lang="zh-TW" altLang="en-US" dirty="0"/>
        </a:p>
      </dgm:t>
    </dgm:pt>
    <dgm:pt modelId="{7BC0E15E-414D-4BF5-AC0C-648883EFB2DE}" type="parTrans" cxnId="{BBBDB950-4557-4EDD-B340-29A0B7B2EAAF}">
      <dgm:prSet/>
      <dgm:spPr/>
      <dgm:t>
        <a:bodyPr/>
        <a:lstStyle/>
        <a:p>
          <a:endParaRPr lang="zh-TW" altLang="en-US"/>
        </a:p>
      </dgm:t>
    </dgm:pt>
    <dgm:pt modelId="{17C5AAF9-1F29-429A-B72A-8E5237998CB2}" type="sibTrans" cxnId="{BBBDB950-4557-4EDD-B340-29A0B7B2EAAF}">
      <dgm:prSet/>
      <dgm:spPr/>
      <dgm:t>
        <a:bodyPr/>
        <a:lstStyle/>
        <a:p>
          <a:endParaRPr lang="zh-TW" altLang="en-US"/>
        </a:p>
      </dgm:t>
    </dgm:pt>
    <dgm:pt modelId="{3063A23C-AE42-422E-B50A-5769457CADF2}">
      <dgm:prSet phldrT="[文字]"/>
      <dgm:spPr/>
      <dgm:t>
        <a:bodyPr/>
        <a:lstStyle/>
        <a:p>
          <a:r>
            <a:rPr lang="en-US" altLang="zh-TW" dirty="0" smtClean="0"/>
            <a:t> </a:t>
          </a:r>
          <a:endParaRPr lang="zh-TW" altLang="en-US" dirty="0"/>
        </a:p>
      </dgm:t>
    </dgm:pt>
    <dgm:pt modelId="{7C41C85F-EAAF-4555-891A-4C07F3E18495}" type="parTrans" cxnId="{A71DE249-0644-4386-8FB2-0AFEB1FBF790}">
      <dgm:prSet/>
      <dgm:spPr/>
      <dgm:t>
        <a:bodyPr/>
        <a:lstStyle/>
        <a:p>
          <a:endParaRPr lang="zh-TW" altLang="en-US"/>
        </a:p>
      </dgm:t>
    </dgm:pt>
    <dgm:pt modelId="{061E4610-8BF1-4F74-92ED-78C60B5183C2}" type="sibTrans" cxnId="{A71DE249-0644-4386-8FB2-0AFEB1FBF790}">
      <dgm:prSet/>
      <dgm:spPr/>
      <dgm:t>
        <a:bodyPr/>
        <a:lstStyle/>
        <a:p>
          <a:endParaRPr lang="zh-TW" altLang="en-US"/>
        </a:p>
      </dgm:t>
    </dgm:pt>
    <dgm:pt modelId="{CB62B04A-5B0A-415E-A25D-C4E09416125F}">
      <dgm:prSet phldrT="[文字]"/>
      <dgm:spPr/>
      <dgm:t>
        <a:bodyPr/>
        <a:lstStyle/>
        <a:p>
          <a:r>
            <a:rPr lang="en-US" altLang="zh-TW" dirty="0" smtClean="0"/>
            <a:t> </a:t>
          </a:r>
          <a:endParaRPr lang="zh-TW" altLang="en-US" dirty="0"/>
        </a:p>
      </dgm:t>
    </dgm:pt>
    <dgm:pt modelId="{08B5AA64-3CA2-4C13-AEC7-558CF829E9F4}" type="parTrans" cxnId="{819D4563-76C3-450C-9ABF-C0E4FF86A7AF}">
      <dgm:prSet/>
      <dgm:spPr/>
      <dgm:t>
        <a:bodyPr/>
        <a:lstStyle/>
        <a:p>
          <a:endParaRPr lang="zh-TW" altLang="en-US"/>
        </a:p>
      </dgm:t>
    </dgm:pt>
    <dgm:pt modelId="{4E45E1A4-5610-44EE-A784-4C6028807BF2}" type="sibTrans" cxnId="{819D4563-76C3-450C-9ABF-C0E4FF86A7AF}">
      <dgm:prSet/>
      <dgm:spPr/>
      <dgm:t>
        <a:bodyPr/>
        <a:lstStyle/>
        <a:p>
          <a:endParaRPr lang="zh-TW" altLang="en-US"/>
        </a:p>
      </dgm:t>
    </dgm:pt>
    <dgm:pt modelId="{1065EC71-36B9-4D86-8523-5B257A74A209}">
      <dgm:prSet phldrT="[文字]"/>
      <dgm:spPr/>
      <dgm:t>
        <a:bodyPr/>
        <a:lstStyle/>
        <a:p>
          <a:r>
            <a:rPr lang="en-US" altLang="zh-TW" dirty="0" smtClean="0"/>
            <a:t> </a:t>
          </a:r>
          <a:endParaRPr lang="zh-TW" altLang="en-US" dirty="0"/>
        </a:p>
      </dgm:t>
    </dgm:pt>
    <dgm:pt modelId="{4E7A5C75-412E-49DB-97A3-C0C585A72669}" type="parTrans" cxnId="{33063EFD-6749-4AF1-90E0-D417401B6A0A}">
      <dgm:prSet/>
      <dgm:spPr/>
      <dgm:t>
        <a:bodyPr/>
        <a:lstStyle/>
        <a:p>
          <a:endParaRPr lang="zh-TW" altLang="en-US"/>
        </a:p>
      </dgm:t>
    </dgm:pt>
    <dgm:pt modelId="{E7527ED4-C784-4B5A-82FF-F6DE491E3ADE}" type="sibTrans" cxnId="{33063EFD-6749-4AF1-90E0-D417401B6A0A}">
      <dgm:prSet/>
      <dgm:spPr/>
      <dgm:t>
        <a:bodyPr/>
        <a:lstStyle/>
        <a:p>
          <a:endParaRPr lang="zh-TW" altLang="en-US"/>
        </a:p>
      </dgm:t>
    </dgm:pt>
    <dgm:pt modelId="{B867A3FE-9331-42ED-AE48-1906C7D17E63}" type="pres">
      <dgm:prSet presAssocID="{4350852F-0AB0-4D12-8D70-7183E93D86A9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6D79F9BC-B567-442C-9743-5FE5927896C2}" type="pres">
      <dgm:prSet presAssocID="{4350852F-0AB0-4D12-8D70-7183E93D86A9}" presName="hierFlow" presStyleCnt="0"/>
      <dgm:spPr/>
    </dgm:pt>
    <dgm:pt modelId="{EC2CA60D-5B70-4C93-89C8-1AD6CE6C4046}" type="pres">
      <dgm:prSet presAssocID="{4350852F-0AB0-4D12-8D70-7183E93D86A9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8D57BCB5-A4E4-45B6-9293-1A231814C671}" type="pres">
      <dgm:prSet presAssocID="{043E8703-277F-4FF1-93B6-3700267B1147}" presName="Name14" presStyleCnt="0"/>
      <dgm:spPr/>
    </dgm:pt>
    <dgm:pt modelId="{D842F440-EFBF-41F3-9F04-BDE330BD96EF}" type="pres">
      <dgm:prSet presAssocID="{043E8703-277F-4FF1-93B6-3700267B1147}" presName="level1Shape" presStyleLbl="node0" presStyleIdx="0" presStyleCnt="1">
        <dgm:presLayoutVars>
          <dgm:chPref val="3"/>
        </dgm:presLayoutVars>
      </dgm:prSet>
      <dgm:spPr/>
    </dgm:pt>
    <dgm:pt modelId="{2812EE6F-2F20-40C7-87E8-88FEAFC6AD26}" type="pres">
      <dgm:prSet presAssocID="{043E8703-277F-4FF1-93B6-3700267B1147}" presName="hierChild2" presStyleCnt="0"/>
      <dgm:spPr/>
    </dgm:pt>
    <dgm:pt modelId="{0D33DFE2-6D3F-46AD-836E-593DAC617E49}" type="pres">
      <dgm:prSet presAssocID="{4FF4DC51-1138-407B-8C2D-D49F8D75A4B0}" presName="Name19" presStyleLbl="parChTrans1D2" presStyleIdx="0" presStyleCnt="2"/>
      <dgm:spPr/>
    </dgm:pt>
    <dgm:pt modelId="{26218B55-9BA5-45A3-9176-8B0C94BCA57F}" type="pres">
      <dgm:prSet presAssocID="{62E8CF0F-86A8-4D43-BFF5-51C8D083C35A}" presName="Name21" presStyleCnt="0"/>
      <dgm:spPr/>
    </dgm:pt>
    <dgm:pt modelId="{8742353F-CD11-4A29-A863-2A2A5835D029}" type="pres">
      <dgm:prSet presAssocID="{62E8CF0F-86A8-4D43-BFF5-51C8D083C35A}" presName="level2Shape" presStyleLbl="node2" presStyleIdx="0" presStyleCnt="2"/>
      <dgm:spPr/>
    </dgm:pt>
    <dgm:pt modelId="{566863D0-2EA5-4446-9F26-E36839615B74}" type="pres">
      <dgm:prSet presAssocID="{62E8CF0F-86A8-4D43-BFF5-51C8D083C35A}" presName="hierChild3" presStyleCnt="0"/>
      <dgm:spPr/>
    </dgm:pt>
    <dgm:pt modelId="{934D3288-5DBF-46A1-B2D4-D38E2F501AAE}" type="pres">
      <dgm:prSet presAssocID="{4989CDCA-60B9-4B18-8FB7-DE0D35F02787}" presName="Name19" presStyleLbl="parChTrans1D3" presStyleIdx="0" presStyleCnt="4"/>
      <dgm:spPr/>
    </dgm:pt>
    <dgm:pt modelId="{352047F0-4B92-4EB5-91D7-63EC2B2B950C}" type="pres">
      <dgm:prSet presAssocID="{708A1422-D930-4147-B476-BCB3E9E0D9A2}" presName="Name21" presStyleCnt="0"/>
      <dgm:spPr/>
    </dgm:pt>
    <dgm:pt modelId="{23EFA40C-C936-4327-A0AE-A5B4181E688B}" type="pres">
      <dgm:prSet presAssocID="{708A1422-D930-4147-B476-BCB3E9E0D9A2}" presName="level2Shape" presStyleLbl="node3" presStyleIdx="0" presStyleCnt="4"/>
      <dgm:spPr/>
      <dgm:t>
        <a:bodyPr/>
        <a:lstStyle/>
        <a:p>
          <a:endParaRPr lang="zh-TW" altLang="en-US"/>
        </a:p>
      </dgm:t>
    </dgm:pt>
    <dgm:pt modelId="{7C1B1B2B-A697-4573-BE0B-A4021E016651}" type="pres">
      <dgm:prSet presAssocID="{708A1422-D930-4147-B476-BCB3E9E0D9A2}" presName="hierChild3" presStyleCnt="0"/>
      <dgm:spPr/>
    </dgm:pt>
    <dgm:pt modelId="{1B151E0B-DB12-41C0-B79F-BF8CC8831F4B}" type="pres">
      <dgm:prSet presAssocID="{7BC0E15E-414D-4BF5-AC0C-648883EFB2DE}" presName="Name19" presStyleLbl="parChTrans1D3" presStyleIdx="1" presStyleCnt="4"/>
      <dgm:spPr/>
    </dgm:pt>
    <dgm:pt modelId="{83B73B94-713A-4855-8318-481F0BE77D6E}" type="pres">
      <dgm:prSet presAssocID="{46ED4861-87E2-42C9-A1B5-E1AE1DA91799}" presName="Name21" presStyleCnt="0"/>
      <dgm:spPr/>
    </dgm:pt>
    <dgm:pt modelId="{CAF53D41-7A71-4625-855E-3DE3C4811308}" type="pres">
      <dgm:prSet presAssocID="{46ED4861-87E2-42C9-A1B5-E1AE1DA91799}" presName="level2Shape" presStyleLbl="node3" presStyleIdx="1" presStyleCnt="4"/>
      <dgm:spPr/>
    </dgm:pt>
    <dgm:pt modelId="{467F33D8-8DD3-4FC0-A8B3-D219E0E04E98}" type="pres">
      <dgm:prSet presAssocID="{46ED4861-87E2-42C9-A1B5-E1AE1DA91799}" presName="hierChild3" presStyleCnt="0"/>
      <dgm:spPr/>
    </dgm:pt>
    <dgm:pt modelId="{A4FB908B-4DDF-44D3-A96A-AD268DE9711B}" type="pres">
      <dgm:prSet presAssocID="{7C41C85F-EAAF-4555-891A-4C07F3E18495}" presName="Name19" presStyleLbl="parChTrans1D2" presStyleIdx="1" presStyleCnt="2"/>
      <dgm:spPr/>
    </dgm:pt>
    <dgm:pt modelId="{662418E3-F6D8-49D1-8827-FD3DD1391B37}" type="pres">
      <dgm:prSet presAssocID="{3063A23C-AE42-422E-B50A-5769457CADF2}" presName="Name21" presStyleCnt="0"/>
      <dgm:spPr/>
    </dgm:pt>
    <dgm:pt modelId="{D5974E23-BA0E-4671-8283-5784A3096C5E}" type="pres">
      <dgm:prSet presAssocID="{3063A23C-AE42-422E-B50A-5769457CADF2}" presName="level2Shape" presStyleLbl="node2" presStyleIdx="1" presStyleCnt="2"/>
      <dgm:spPr/>
    </dgm:pt>
    <dgm:pt modelId="{E2BBDF07-74CE-4DEA-B167-347A4E1B4A56}" type="pres">
      <dgm:prSet presAssocID="{3063A23C-AE42-422E-B50A-5769457CADF2}" presName="hierChild3" presStyleCnt="0"/>
      <dgm:spPr/>
    </dgm:pt>
    <dgm:pt modelId="{5533A7F6-01A9-4B4C-81A7-423B8AA11B00}" type="pres">
      <dgm:prSet presAssocID="{08B5AA64-3CA2-4C13-AEC7-558CF829E9F4}" presName="Name19" presStyleLbl="parChTrans1D3" presStyleIdx="2" presStyleCnt="4"/>
      <dgm:spPr/>
    </dgm:pt>
    <dgm:pt modelId="{F0C0112A-27C4-4383-BF6E-2D0454276A48}" type="pres">
      <dgm:prSet presAssocID="{CB62B04A-5B0A-415E-A25D-C4E09416125F}" presName="Name21" presStyleCnt="0"/>
      <dgm:spPr/>
    </dgm:pt>
    <dgm:pt modelId="{92C6B577-2908-4166-A3B7-7DEA3D8C947E}" type="pres">
      <dgm:prSet presAssocID="{CB62B04A-5B0A-415E-A25D-C4E09416125F}" presName="level2Shape" presStyleLbl="node3" presStyleIdx="2" presStyleCnt="4"/>
      <dgm:spPr/>
    </dgm:pt>
    <dgm:pt modelId="{F3F24257-DCFA-473B-9E19-095D12B733A4}" type="pres">
      <dgm:prSet presAssocID="{CB62B04A-5B0A-415E-A25D-C4E09416125F}" presName="hierChild3" presStyleCnt="0"/>
      <dgm:spPr/>
    </dgm:pt>
    <dgm:pt modelId="{3982FC36-63E6-41AC-844C-1274761CC1FD}" type="pres">
      <dgm:prSet presAssocID="{4E7A5C75-412E-49DB-97A3-C0C585A72669}" presName="Name19" presStyleLbl="parChTrans1D3" presStyleIdx="3" presStyleCnt="4"/>
      <dgm:spPr/>
    </dgm:pt>
    <dgm:pt modelId="{6771D4A2-033B-41C4-BBE2-212704F16B4B}" type="pres">
      <dgm:prSet presAssocID="{1065EC71-36B9-4D86-8523-5B257A74A209}" presName="Name21" presStyleCnt="0"/>
      <dgm:spPr/>
    </dgm:pt>
    <dgm:pt modelId="{F8C285B1-30E7-42EA-993B-6ACA6660AE88}" type="pres">
      <dgm:prSet presAssocID="{1065EC71-36B9-4D86-8523-5B257A74A209}" presName="level2Shape" presStyleLbl="node3" presStyleIdx="3" presStyleCnt="4"/>
      <dgm:spPr/>
    </dgm:pt>
    <dgm:pt modelId="{CC3C98FF-5F17-46CB-AAA5-F84CD85C0FA7}" type="pres">
      <dgm:prSet presAssocID="{1065EC71-36B9-4D86-8523-5B257A74A209}" presName="hierChild3" presStyleCnt="0"/>
      <dgm:spPr/>
    </dgm:pt>
    <dgm:pt modelId="{E2EF3294-D835-4C1B-A6D8-DDDB066DF4A2}" type="pres">
      <dgm:prSet presAssocID="{4350852F-0AB0-4D12-8D70-7183E93D86A9}" presName="bgShapesFlow" presStyleCnt="0"/>
      <dgm:spPr/>
    </dgm:pt>
  </dgm:ptLst>
  <dgm:cxnLst>
    <dgm:cxn modelId="{A78AB875-B8AF-4813-901C-6AC089A65343}" type="presOf" srcId="{08B5AA64-3CA2-4C13-AEC7-558CF829E9F4}" destId="{5533A7F6-01A9-4B4C-81A7-423B8AA11B00}" srcOrd="0" destOrd="0" presId="urn:microsoft.com/office/officeart/2005/8/layout/hierarchy6"/>
    <dgm:cxn modelId="{BBBDB950-4557-4EDD-B340-29A0B7B2EAAF}" srcId="{62E8CF0F-86A8-4D43-BFF5-51C8D083C35A}" destId="{46ED4861-87E2-42C9-A1B5-E1AE1DA91799}" srcOrd="1" destOrd="0" parTransId="{7BC0E15E-414D-4BF5-AC0C-648883EFB2DE}" sibTransId="{17C5AAF9-1F29-429A-B72A-8E5237998CB2}"/>
    <dgm:cxn modelId="{A71DE249-0644-4386-8FB2-0AFEB1FBF790}" srcId="{043E8703-277F-4FF1-93B6-3700267B1147}" destId="{3063A23C-AE42-422E-B50A-5769457CADF2}" srcOrd="1" destOrd="0" parTransId="{7C41C85F-EAAF-4555-891A-4C07F3E18495}" sibTransId="{061E4610-8BF1-4F74-92ED-78C60B5183C2}"/>
    <dgm:cxn modelId="{E307361B-03B6-4ABD-842D-A65BA845D0C9}" type="presOf" srcId="{4FF4DC51-1138-407B-8C2D-D49F8D75A4B0}" destId="{0D33DFE2-6D3F-46AD-836E-593DAC617E49}" srcOrd="0" destOrd="0" presId="urn:microsoft.com/office/officeart/2005/8/layout/hierarchy6"/>
    <dgm:cxn modelId="{C13E08A8-67BB-4DEC-9F09-AF0998F4720A}" type="presOf" srcId="{708A1422-D930-4147-B476-BCB3E9E0D9A2}" destId="{23EFA40C-C936-4327-A0AE-A5B4181E688B}" srcOrd="0" destOrd="0" presId="urn:microsoft.com/office/officeart/2005/8/layout/hierarchy6"/>
    <dgm:cxn modelId="{2F232451-CACB-483E-9087-0747B45DD5DE}" type="presOf" srcId="{043E8703-277F-4FF1-93B6-3700267B1147}" destId="{D842F440-EFBF-41F3-9F04-BDE330BD96EF}" srcOrd="0" destOrd="0" presId="urn:microsoft.com/office/officeart/2005/8/layout/hierarchy6"/>
    <dgm:cxn modelId="{ED368F30-F427-431A-BDE0-225CC206895F}" srcId="{043E8703-277F-4FF1-93B6-3700267B1147}" destId="{62E8CF0F-86A8-4D43-BFF5-51C8D083C35A}" srcOrd="0" destOrd="0" parTransId="{4FF4DC51-1138-407B-8C2D-D49F8D75A4B0}" sibTransId="{BB8823A1-220F-4B17-9E89-039D5396D346}"/>
    <dgm:cxn modelId="{819D4563-76C3-450C-9ABF-C0E4FF86A7AF}" srcId="{3063A23C-AE42-422E-B50A-5769457CADF2}" destId="{CB62B04A-5B0A-415E-A25D-C4E09416125F}" srcOrd="0" destOrd="0" parTransId="{08B5AA64-3CA2-4C13-AEC7-558CF829E9F4}" sibTransId="{4E45E1A4-5610-44EE-A784-4C6028807BF2}"/>
    <dgm:cxn modelId="{980A9E68-6DC2-4C27-85ED-42D53DBDA964}" srcId="{62E8CF0F-86A8-4D43-BFF5-51C8D083C35A}" destId="{708A1422-D930-4147-B476-BCB3E9E0D9A2}" srcOrd="0" destOrd="0" parTransId="{4989CDCA-60B9-4B18-8FB7-DE0D35F02787}" sibTransId="{75E01BAE-4474-47CE-BDF3-51019BBE71C6}"/>
    <dgm:cxn modelId="{28080CA0-A093-4ECE-8876-63AB0055156C}" type="presOf" srcId="{46ED4861-87E2-42C9-A1B5-E1AE1DA91799}" destId="{CAF53D41-7A71-4625-855E-3DE3C4811308}" srcOrd="0" destOrd="0" presId="urn:microsoft.com/office/officeart/2005/8/layout/hierarchy6"/>
    <dgm:cxn modelId="{33063EFD-6749-4AF1-90E0-D417401B6A0A}" srcId="{3063A23C-AE42-422E-B50A-5769457CADF2}" destId="{1065EC71-36B9-4D86-8523-5B257A74A209}" srcOrd="1" destOrd="0" parTransId="{4E7A5C75-412E-49DB-97A3-C0C585A72669}" sibTransId="{E7527ED4-C784-4B5A-82FF-F6DE491E3ADE}"/>
    <dgm:cxn modelId="{DD944E7F-1FEE-4CAF-A80D-972680524C5E}" type="presOf" srcId="{4350852F-0AB0-4D12-8D70-7183E93D86A9}" destId="{B867A3FE-9331-42ED-AE48-1906C7D17E63}" srcOrd="0" destOrd="0" presId="urn:microsoft.com/office/officeart/2005/8/layout/hierarchy6"/>
    <dgm:cxn modelId="{1AC12E79-6F94-4544-9EF4-18DC8D797D57}" type="presOf" srcId="{1065EC71-36B9-4D86-8523-5B257A74A209}" destId="{F8C285B1-30E7-42EA-993B-6ACA6660AE88}" srcOrd="0" destOrd="0" presId="urn:microsoft.com/office/officeart/2005/8/layout/hierarchy6"/>
    <dgm:cxn modelId="{69D21946-2D5A-4364-B952-57E9235F8263}" type="presOf" srcId="{7C41C85F-EAAF-4555-891A-4C07F3E18495}" destId="{A4FB908B-4DDF-44D3-A96A-AD268DE9711B}" srcOrd="0" destOrd="0" presId="urn:microsoft.com/office/officeart/2005/8/layout/hierarchy6"/>
    <dgm:cxn modelId="{4F1AE334-0FFF-4DFB-A5B6-5A65CDC1D976}" type="presOf" srcId="{CB62B04A-5B0A-415E-A25D-C4E09416125F}" destId="{92C6B577-2908-4166-A3B7-7DEA3D8C947E}" srcOrd="0" destOrd="0" presId="urn:microsoft.com/office/officeart/2005/8/layout/hierarchy6"/>
    <dgm:cxn modelId="{45641969-773D-4A55-80E9-1CD8FE3E79F3}" type="presOf" srcId="{7BC0E15E-414D-4BF5-AC0C-648883EFB2DE}" destId="{1B151E0B-DB12-41C0-B79F-BF8CC8831F4B}" srcOrd="0" destOrd="0" presId="urn:microsoft.com/office/officeart/2005/8/layout/hierarchy6"/>
    <dgm:cxn modelId="{AF06A727-2EBD-4B46-A979-12422B3158EF}" type="presOf" srcId="{62E8CF0F-86A8-4D43-BFF5-51C8D083C35A}" destId="{8742353F-CD11-4A29-A863-2A2A5835D029}" srcOrd="0" destOrd="0" presId="urn:microsoft.com/office/officeart/2005/8/layout/hierarchy6"/>
    <dgm:cxn modelId="{200D4DE9-071A-47FF-B585-964CBAFF0F75}" type="presOf" srcId="{4E7A5C75-412E-49DB-97A3-C0C585A72669}" destId="{3982FC36-63E6-41AC-844C-1274761CC1FD}" srcOrd="0" destOrd="0" presId="urn:microsoft.com/office/officeart/2005/8/layout/hierarchy6"/>
    <dgm:cxn modelId="{D79E5BD3-E1D9-4508-93F9-C091D748F88A}" type="presOf" srcId="{3063A23C-AE42-422E-B50A-5769457CADF2}" destId="{D5974E23-BA0E-4671-8283-5784A3096C5E}" srcOrd="0" destOrd="0" presId="urn:microsoft.com/office/officeart/2005/8/layout/hierarchy6"/>
    <dgm:cxn modelId="{7515BA44-49E1-4676-8F28-6603ADE7AC3C}" type="presOf" srcId="{4989CDCA-60B9-4B18-8FB7-DE0D35F02787}" destId="{934D3288-5DBF-46A1-B2D4-D38E2F501AAE}" srcOrd="0" destOrd="0" presId="urn:microsoft.com/office/officeart/2005/8/layout/hierarchy6"/>
    <dgm:cxn modelId="{FC3B9228-CD37-4755-BA5E-B2A4BE8BB004}" srcId="{4350852F-0AB0-4D12-8D70-7183E93D86A9}" destId="{043E8703-277F-4FF1-93B6-3700267B1147}" srcOrd="0" destOrd="0" parTransId="{19D2ADDD-7D25-4BB2-96DB-7FD97420CEBB}" sibTransId="{7ABE93A2-63F9-4329-9984-724DCFB0F11D}"/>
    <dgm:cxn modelId="{C4ACBAFE-BD0A-417F-974C-EF2A0AB7F4F9}" type="presParOf" srcId="{B867A3FE-9331-42ED-AE48-1906C7D17E63}" destId="{6D79F9BC-B567-442C-9743-5FE5927896C2}" srcOrd="0" destOrd="0" presId="urn:microsoft.com/office/officeart/2005/8/layout/hierarchy6"/>
    <dgm:cxn modelId="{45D89F7C-4051-4EB1-9EFB-CFAACAFC105A}" type="presParOf" srcId="{6D79F9BC-B567-442C-9743-5FE5927896C2}" destId="{EC2CA60D-5B70-4C93-89C8-1AD6CE6C4046}" srcOrd="0" destOrd="0" presId="urn:microsoft.com/office/officeart/2005/8/layout/hierarchy6"/>
    <dgm:cxn modelId="{80FB9BF3-6BDE-4A2B-B64F-2FEBF39A206F}" type="presParOf" srcId="{EC2CA60D-5B70-4C93-89C8-1AD6CE6C4046}" destId="{8D57BCB5-A4E4-45B6-9293-1A231814C671}" srcOrd="0" destOrd="0" presId="urn:microsoft.com/office/officeart/2005/8/layout/hierarchy6"/>
    <dgm:cxn modelId="{472CE349-F0F5-41BB-B269-B440CB7690E5}" type="presParOf" srcId="{8D57BCB5-A4E4-45B6-9293-1A231814C671}" destId="{D842F440-EFBF-41F3-9F04-BDE330BD96EF}" srcOrd="0" destOrd="0" presId="urn:microsoft.com/office/officeart/2005/8/layout/hierarchy6"/>
    <dgm:cxn modelId="{264B1BD8-747C-4F55-AB78-C7DDC6C5D4C1}" type="presParOf" srcId="{8D57BCB5-A4E4-45B6-9293-1A231814C671}" destId="{2812EE6F-2F20-40C7-87E8-88FEAFC6AD26}" srcOrd="1" destOrd="0" presId="urn:microsoft.com/office/officeart/2005/8/layout/hierarchy6"/>
    <dgm:cxn modelId="{481BA3BD-FFD0-40DB-A43A-CAB8291E0B5D}" type="presParOf" srcId="{2812EE6F-2F20-40C7-87E8-88FEAFC6AD26}" destId="{0D33DFE2-6D3F-46AD-836E-593DAC617E49}" srcOrd="0" destOrd="0" presId="urn:microsoft.com/office/officeart/2005/8/layout/hierarchy6"/>
    <dgm:cxn modelId="{16FF0509-7246-434C-A7B3-3958E2A95E95}" type="presParOf" srcId="{2812EE6F-2F20-40C7-87E8-88FEAFC6AD26}" destId="{26218B55-9BA5-45A3-9176-8B0C94BCA57F}" srcOrd="1" destOrd="0" presId="urn:microsoft.com/office/officeart/2005/8/layout/hierarchy6"/>
    <dgm:cxn modelId="{14B5E1A7-9654-41DF-81CF-0A116C800CC6}" type="presParOf" srcId="{26218B55-9BA5-45A3-9176-8B0C94BCA57F}" destId="{8742353F-CD11-4A29-A863-2A2A5835D029}" srcOrd="0" destOrd="0" presId="urn:microsoft.com/office/officeart/2005/8/layout/hierarchy6"/>
    <dgm:cxn modelId="{4768A157-19D2-4068-9495-A2DB99E2621E}" type="presParOf" srcId="{26218B55-9BA5-45A3-9176-8B0C94BCA57F}" destId="{566863D0-2EA5-4446-9F26-E36839615B74}" srcOrd="1" destOrd="0" presId="urn:microsoft.com/office/officeart/2005/8/layout/hierarchy6"/>
    <dgm:cxn modelId="{692020BF-1AD5-4C4E-BDC2-18CE562437D7}" type="presParOf" srcId="{566863D0-2EA5-4446-9F26-E36839615B74}" destId="{934D3288-5DBF-46A1-B2D4-D38E2F501AAE}" srcOrd="0" destOrd="0" presId="urn:microsoft.com/office/officeart/2005/8/layout/hierarchy6"/>
    <dgm:cxn modelId="{6FB51673-BEF6-4667-BEF2-4C80224BB65E}" type="presParOf" srcId="{566863D0-2EA5-4446-9F26-E36839615B74}" destId="{352047F0-4B92-4EB5-91D7-63EC2B2B950C}" srcOrd="1" destOrd="0" presId="urn:microsoft.com/office/officeart/2005/8/layout/hierarchy6"/>
    <dgm:cxn modelId="{5AA43FEB-77DB-4732-8CBA-9E338218A7F0}" type="presParOf" srcId="{352047F0-4B92-4EB5-91D7-63EC2B2B950C}" destId="{23EFA40C-C936-4327-A0AE-A5B4181E688B}" srcOrd="0" destOrd="0" presId="urn:microsoft.com/office/officeart/2005/8/layout/hierarchy6"/>
    <dgm:cxn modelId="{6338E192-B8A2-4210-BA3A-749C4400662E}" type="presParOf" srcId="{352047F0-4B92-4EB5-91D7-63EC2B2B950C}" destId="{7C1B1B2B-A697-4573-BE0B-A4021E016651}" srcOrd="1" destOrd="0" presId="urn:microsoft.com/office/officeart/2005/8/layout/hierarchy6"/>
    <dgm:cxn modelId="{571FCB88-B65F-4795-9467-263A48CF2073}" type="presParOf" srcId="{566863D0-2EA5-4446-9F26-E36839615B74}" destId="{1B151E0B-DB12-41C0-B79F-BF8CC8831F4B}" srcOrd="2" destOrd="0" presId="urn:microsoft.com/office/officeart/2005/8/layout/hierarchy6"/>
    <dgm:cxn modelId="{62EA9506-5C1C-45C6-B4C0-4DB040744B9B}" type="presParOf" srcId="{566863D0-2EA5-4446-9F26-E36839615B74}" destId="{83B73B94-713A-4855-8318-481F0BE77D6E}" srcOrd="3" destOrd="0" presId="urn:microsoft.com/office/officeart/2005/8/layout/hierarchy6"/>
    <dgm:cxn modelId="{6C9768A4-6A22-4E6D-B33A-77267A8E8063}" type="presParOf" srcId="{83B73B94-713A-4855-8318-481F0BE77D6E}" destId="{CAF53D41-7A71-4625-855E-3DE3C4811308}" srcOrd="0" destOrd="0" presId="urn:microsoft.com/office/officeart/2005/8/layout/hierarchy6"/>
    <dgm:cxn modelId="{4D156252-10C7-4D1C-8E89-C51E49E2CBFC}" type="presParOf" srcId="{83B73B94-713A-4855-8318-481F0BE77D6E}" destId="{467F33D8-8DD3-4FC0-A8B3-D219E0E04E98}" srcOrd="1" destOrd="0" presId="urn:microsoft.com/office/officeart/2005/8/layout/hierarchy6"/>
    <dgm:cxn modelId="{74756C7C-6EE6-41EE-8DA0-69EE2882447C}" type="presParOf" srcId="{2812EE6F-2F20-40C7-87E8-88FEAFC6AD26}" destId="{A4FB908B-4DDF-44D3-A96A-AD268DE9711B}" srcOrd="2" destOrd="0" presId="urn:microsoft.com/office/officeart/2005/8/layout/hierarchy6"/>
    <dgm:cxn modelId="{D99A98EA-3017-4D83-BAFA-6F9D806F2381}" type="presParOf" srcId="{2812EE6F-2F20-40C7-87E8-88FEAFC6AD26}" destId="{662418E3-F6D8-49D1-8827-FD3DD1391B37}" srcOrd="3" destOrd="0" presId="urn:microsoft.com/office/officeart/2005/8/layout/hierarchy6"/>
    <dgm:cxn modelId="{13C2158B-9398-42AF-BE5A-C97573DC7405}" type="presParOf" srcId="{662418E3-F6D8-49D1-8827-FD3DD1391B37}" destId="{D5974E23-BA0E-4671-8283-5784A3096C5E}" srcOrd="0" destOrd="0" presId="urn:microsoft.com/office/officeart/2005/8/layout/hierarchy6"/>
    <dgm:cxn modelId="{329F9070-B321-46DB-9AA6-7F9C1482517C}" type="presParOf" srcId="{662418E3-F6D8-49D1-8827-FD3DD1391B37}" destId="{E2BBDF07-74CE-4DEA-B167-347A4E1B4A56}" srcOrd="1" destOrd="0" presId="urn:microsoft.com/office/officeart/2005/8/layout/hierarchy6"/>
    <dgm:cxn modelId="{1A9EA3FA-915D-46D8-A21F-4E36295E6B9C}" type="presParOf" srcId="{E2BBDF07-74CE-4DEA-B167-347A4E1B4A56}" destId="{5533A7F6-01A9-4B4C-81A7-423B8AA11B00}" srcOrd="0" destOrd="0" presId="urn:microsoft.com/office/officeart/2005/8/layout/hierarchy6"/>
    <dgm:cxn modelId="{23E0A2DC-212C-4F55-8826-AAD7306CA837}" type="presParOf" srcId="{E2BBDF07-74CE-4DEA-B167-347A4E1B4A56}" destId="{F0C0112A-27C4-4383-BF6E-2D0454276A48}" srcOrd="1" destOrd="0" presId="urn:microsoft.com/office/officeart/2005/8/layout/hierarchy6"/>
    <dgm:cxn modelId="{FADDD11E-2460-4EF2-93BE-D08566B00851}" type="presParOf" srcId="{F0C0112A-27C4-4383-BF6E-2D0454276A48}" destId="{92C6B577-2908-4166-A3B7-7DEA3D8C947E}" srcOrd="0" destOrd="0" presId="urn:microsoft.com/office/officeart/2005/8/layout/hierarchy6"/>
    <dgm:cxn modelId="{D36FECFD-C965-4956-8936-6CAF85C5AF81}" type="presParOf" srcId="{F0C0112A-27C4-4383-BF6E-2D0454276A48}" destId="{F3F24257-DCFA-473B-9E19-095D12B733A4}" srcOrd="1" destOrd="0" presId="urn:microsoft.com/office/officeart/2005/8/layout/hierarchy6"/>
    <dgm:cxn modelId="{F7BCA960-DEB4-4402-8E5C-31A57851F2A9}" type="presParOf" srcId="{E2BBDF07-74CE-4DEA-B167-347A4E1B4A56}" destId="{3982FC36-63E6-41AC-844C-1274761CC1FD}" srcOrd="2" destOrd="0" presId="urn:microsoft.com/office/officeart/2005/8/layout/hierarchy6"/>
    <dgm:cxn modelId="{B4080B35-1196-46F4-A3D5-47834B1AF1F3}" type="presParOf" srcId="{E2BBDF07-74CE-4DEA-B167-347A4E1B4A56}" destId="{6771D4A2-033B-41C4-BBE2-212704F16B4B}" srcOrd="3" destOrd="0" presId="urn:microsoft.com/office/officeart/2005/8/layout/hierarchy6"/>
    <dgm:cxn modelId="{FC528E78-6E59-4B6F-99BF-6E1A17DFCB85}" type="presParOf" srcId="{6771D4A2-033B-41C4-BBE2-212704F16B4B}" destId="{F8C285B1-30E7-42EA-993B-6ACA6660AE88}" srcOrd="0" destOrd="0" presId="urn:microsoft.com/office/officeart/2005/8/layout/hierarchy6"/>
    <dgm:cxn modelId="{812BA92A-150D-4850-BF79-8E29E30E194D}" type="presParOf" srcId="{6771D4A2-033B-41C4-BBE2-212704F16B4B}" destId="{CC3C98FF-5F17-46CB-AAA5-F84CD85C0FA7}" srcOrd="1" destOrd="0" presId="urn:microsoft.com/office/officeart/2005/8/layout/hierarchy6"/>
    <dgm:cxn modelId="{9F4563B2-D535-4AEE-8EB0-8BDBDC2ADF51}" type="presParOf" srcId="{B867A3FE-9331-42ED-AE48-1906C7D17E63}" destId="{E2EF3294-D835-4C1B-A6D8-DDDB066DF4A2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42F440-EFBF-41F3-9F04-BDE330BD96EF}">
      <dsp:nvSpPr>
        <dsp:cNvPr id="0" name=""/>
        <dsp:cNvSpPr/>
      </dsp:nvSpPr>
      <dsp:spPr>
        <a:xfrm>
          <a:off x="2418985" y="372"/>
          <a:ext cx="814148" cy="54276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2100" kern="1200" dirty="0" smtClean="0"/>
            <a:t>root</a:t>
          </a:r>
          <a:endParaRPr lang="zh-TW" altLang="en-US" sz="2100" kern="1200" dirty="0"/>
        </a:p>
      </dsp:txBody>
      <dsp:txXfrm>
        <a:off x="2434882" y="16269"/>
        <a:ext cx="782354" cy="510971"/>
      </dsp:txXfrm>
    </dsp:sp>
    <dsp:sp modelId="{0D33DFE2-6D3F-46AD-836E-593DAC617E49}">
      <dsp:nvSpPr>
        <dsp:cNvPr id="0" name=""/>
        <dsp:cNvSpPr/>
      </dsp:nvSpPr>
      <dsp:spPr>
        <a:xfrm>
          <a:off x="1767667" y="543138"/>
          <a:ext cx="1058392" cy="217106"/>
        </a:xfrm>
        <a:custGeom>
          <a:avLst/>
          <a:gdLst/>
          <a:ahLst/>
          <a:cxnLst/>
          <a:rect l="0" t="0" r="0" b="0"/>
          <a:pathLst>
            <a:path>
              <a:moveTo>
                <a:pt x="1058392" y="0"/>
              </a:moveTo>
              <a:lnTo>
                <a:pt x="1058392" y="108553"/>
              </a:lnTo>
              <a:lnTo>
                <a:pt x="0" y="108553"/>
              </a:lnTo>
              <a:lnTo>
                <a:pt x="0" y="21710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742353F-CD11-4A29-A863-2A2A5835D029}">
      <dsp:nvSpPr>
        <dsp:cNvPr id="0" name=""/>
        <dsp:cNvSpPr/>
      </dsp:nvSpPr>
      <dsp:spPr>
        <a:xfrm>
          <a:off x="1360593" y="760244"/>
          <a:ext cx="814148" cy="54276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2100" kern="1200" dirty="0" smtClean="0"/>
            <a:t> </a:t>
          </a:r>
          <a:endParaRPr lang="zh-TW" altLang="en-US" sz="2100" kern="1200" dirty="0"/>
        </a:p>
      </dsp:txBody>
      <dsp:txXfrm>
        <a:off x="1376490" y="776141"/>
        <a:ext cx="782354" cy="510971"/>
      </dsp:txXfrm>
    </dsp:sp>
    <dsp:sp modelId="{934D3288-5DBF-46A1-B2D4-D38E2F501AAE}">
      <dsp:nvSpPr>
        <dsp:cNvPr id="0" name=""/>
        <dsp:cNvSpPr/>
      </dsp:nvSpPr>
      <dsp:spPr>
        <a:xfrm>
          <a:off x="1238471" y="1303009"/>
          <a:ext cx="529196" cy="217106"/>
        </a:xfrm>
        <a:custGeom>
          <a:avLst/>
          <a:gdLst/>
          <a:ahLst/>
          <a:cxnLst/>
          <a:rect l="0" t="0" r="0" b="0"/>
          <a:pathLst>
            <a:path>
              <a:moveTo>
                <a:pt x="529196" y="0"/>
              </a:moveTo>
              <a:lnTo>
                <a:pt x="529196" y="108553"/>
              </a:lnTo>
              <a:lnTo>
                <a:pt x="0" y="108553"/>
              </a:lnTo>
              <a:lnTo>
                <a:pt x="0" y="217106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3EFA40C-C936-4327-A0AE-A5B4181E688B}">
      <dsp:nvSpPr>
        <dsp:cNvPr id="0" name=""/>
        <dsp:cNvSpPr/>
      </dsp:nvSpPr>
      <dsp:spPr>
        <a:xfrm>
          <a:off x="831397" y="1520115"/>
          <a:ext cx="814148" cy="54276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2100" kern="1200" dirty="0" smtClean="0"/>
            <a:t>p1:p2</a:t>
          </a:r>
          <a:endParaRPr lang="zh-TW" altLang="en-US" sz="2100" kern="1200" dirty="0"/>
        </a:p>
      </dsp:txBody>
      <dsp:txXfrm>
        <a:off x="847294" y="1536012"/>
        <a:ext cx="782354" cy="510971"/>
      </dsp:txXfrm>
    </dsp:sp>
    <dsp:sp modelId="{1B151E0B-DB12-41C0-B79F-BF8CC8831F4B}">
      <dsp:nvSpPr>
        <dsp:cNvPr id="0" name=""/>
        <dsp:cNvSpPr/>
      </dsp:nvSpPr>
      <dsp:spPr>
        <a:xfrm>
          <a:off x="1767667" y="1303009"/>
          <a:ext cx="529196" cy="21710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8553"/>
              </a:lnTo>
              <a:lnTo>
                <a:pt x="529196" y="108553"/>
              </a:lnTo>
              <a:lnTo>
                <a:pt x="529196" y="217106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AF53D41-7A71-4625-855E-3DE3C4811308}">
      <dsp:nvSpPr>
        <dsp:cNvPr id="0" name=""/>
        <dsp:cNvSpPr/>
      </dsp:nvSpPr>
      <dsp:spPr>
        <a:xfrm>
          <a:off x="1889789" y="1520115"/>
          <a:ext cx="814148" cy="54276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2100" kern="1200" dirty="0" smtClean="0"/>
            <a:t> </a:t>
          </a:r>
          <a:endParaRPr lang="zh-TW" altLang="en-US" sz="2100" kern="1200" dirty="0"/>
        </a:p>
      </dsp:txBody>
      <dsp:txXfrm>
        <a:off x="1905686" y="1536012"/>
        <a:ext cx="782354" cy="510971"/>
      </dsp:txXfrm>
    </dsp:sp>
    <dsp:sp modelId="{A4FB908B-4DDF-44D3-A96A-AD268DE9711B}">
      <dsp:nvSpPr>
        <dsp:cNvPr id="0" name=""/>
        <dsp:cNvSpPr/>
      </dsp:nvSpPr>
      <dsp:spPr>
        <a:xfrm>
          <a:off x="2826060" y="543138"/>
          <a:ext cx="1058392" cy="21710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8553"/>
              </a:lnTo>
              <a:lnTo>
                <a:pt x="1058392" y="108553"/>
              </a:lnTo>
              <a:lnTo>
                <a:pt x="1058392" y="21710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5974E23-BA0E-4671-8283-5784A3096C5E}">
      <dsp:nvSpPr>
        <dsp:cNvPr id="0" name=""/>
        <dsp:cNvSpPr/>
      </dsp:nvSpPr>
      <dsp:spPr>
        <a:xfrm>
          <a:off x="3477378" y="760244"/>
          <a:ext cx="814148" cy="54276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2100" kern="1200" dirty="0" smtClean="0"/>
            <a:t> </a:t>
          </a:r>
          <a:endParaRPr lang="zh-TW" altLang="en-US" sz="2100" kern="1200" dirty="0"/>
        </a:p>
      </dsp:txBody>
      <dsp:txXfrm>
        <a:off x="3493275" y="776141"/>
        <a:ext cx="782354" cy="510971"/>
      </dsp:txXfrm>
    </dsp:sp>
    <dsp:sp modelId="{5533A7F6-01A9-4B4C-81A7-423B8AA11B00}">
      <dsp:nvSpPr>
        <dsp:cNvPr id="0" name=""/>
        <dsp:cNvSpPr/>
      </dsp:nvSpPr>
      <dsp:spPr>
        <a:xfrm>
          <a:off x="3355256" y="1303009"/>
          <a:ext cx="529196" cy="217106"/>
        </a:xfrm>
        <a:custGeom>
          <a:avLst/>
          <a:gdLst/>
          <a:ahLst/>
          <a:cxnLst/>
          <a:rect l="0" t="0" r="0" b="0"/>
          <a:pathLst>
            <a:path>
              <a:moveTo>
                <a:pt x="529196" y="0"/>
              </a:moveTo>
              <a:lnTo>
                <a:pt x="529196" y="108553"/>
              </a:lnTo>
              <a:lnTo>
                <a:pt x="0" y="108553"/>
              </a:lnTo>
              <a:lnTo>
                <a:pt x="0" y="217106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2C6B577-2908-4166-A3B7-7DEA3D8C947E}">
      <dsp:nvSpPr>
        <dsp:cNvPr id="0" name=""/>
        <dsp:cNvSpPr/>
      </dsp:nvSpPr>
      <dsp:spPr>
        <a:xfrm>
          <a:off x="2948182" y="1520115"/>
          <a:ext cx="814148" cy="54276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2100" kern="1200" dirty="0" smtClean="0"/>
            <a:t> </a:t>
          </a:r>
          <a:endParaRPr lang="zh-TW" altLang="en-US" sz="2100" kern="1200" dirty="0"/>
        </a:p>
      </dsp:txBody>
      <dsp:txXfrm>
        <a:off x="2964079" y="1536012"/>
        <a:ext cx="782354" cy="510971"/>
      </dsp:txXfrm>
    </dsp:sp>
    <dsp:sp modelId="{3982FC36-63E6-41AC-844C-1274761CC1FD}">
      <dsp:nvSpPr>
        <dsp:cNvPr id="0" name=""/>
        <dsp:cNvSpPr/>
      </dsp:nvSpPr>
      <dsp:spPr>
        <a:xfrm>
          <a:off x="3884452" y="1303009"/>
          <a:ext cx="529196" cy="21710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8553"/>
              </a:lnTo>
              <a:lnTo>
                <a:pt x="529196" y="108553"/>
              </a:lnTo>
              <a:lnTo>
                <a:pt x="529196" y="217106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8C285B1-30E7-42EA-993B-6ACA6660AE88}">
      <dsp:nvSpPr>
        <dsp:cNvPr id="0" name=""/>
        <dsp:cNvSpPr/>
      </dsp:nvSpPr>
      <dsp:spPr>
        <a:xfrm>
          <a:off x="4006574" y="1520115"/>
          <a:ext cx="814148" cy="54276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2100" kern="1200" dirty="0" smtClean="0"/>
            <a:t> </a:t>
          </a:r>
          <a:endParaRPr lang="zh-TW" altLang="en-US" sz="2100" kern="1200" dirty="0"/>
        </a:p>
      </dsp:txBody>
      <dsp:txXfrm>
        <a:off x="4022471" y="1536012"/>
        <a:ext cx="782354" cy="5109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A1E9FC-490C-4865-A082-2CA8BB7D5A91}" type="datetimeFigureOut">
              <a:rPr lang="zh-TW" altLang="en-US" smtClean="0"/>
              <a:t>2014/2/25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BA81C7-1ECC-4CF7-ABF1-426C762021B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10503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2458AF-C11A-4B8D-B5DF-F124E30CB17B}" type="datetimeFigureOut">
              <a:rPr lang="zh-TW" altLang="en-US" smtClean="0"/>
              <a:t>2014/2/25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879042-3193-49F2-8086-409E581C9D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3517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879042-3193-49F2-8086-409E581C9D3A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79989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879042-3193-49F2-8086-409E581C9D3A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050032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CD66B7D-5F5A-44C5-9E0E-13AE8EE426AB}" type="slidenum">
              <a:rPr lang="en-US" altLang="zh-TW"/>
              <a:pPr/>
              <a:t>3</a:t>
            </a:fld>
            <a:endParaRPr lang="en-US" altLang="zh-TW"/>
          </a:p>
        </p:txBody>
      </p:sp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39371867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CD66B7D-5F5A-44C5-9E0E-13AE8EE426AB}" type="slidenum">
              <a:rPr lang="en-US" altLang="zh-TW"/>
              <a:pPr/>
              <a:t>4</a:t>
            </a:fld>
            <a:endParaRPr lang="en-US" altLang="zh-TW"/>
          </a:p>
        </p:txBody>
      </p:sp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34204029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CD66B7D-5F5A-44C5-9E0E-13AE8EE426AB}" type="slidenum">
              <a:rPr lang="en-US" altLang="zh-TW"/>
              <a:pPr/>
              <a:t>5</a:t>
            </a:fld>
            <a:endParaRPr lang="en-US" altLang="zh-TW"/>
          </a:p>
        </p:txBody>
      </p:sp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16825856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1242392" y="1556792"/>
            <a:ext cx="6858000" cy="1440160"/>
          </a:xfrm>
        </p:spPr>
        <p:txBody>
          <a:bodyPr anchor="t" anchorCtr="0"/>
          <a:lstStyle>
            <a:lvl1pPr algn="r">
              <a:defRPr sz="3200" b="1">
                <a:solidFill>
                  <a:schemeClr val="tx1"/>
                </a:solidFill>
              </a:defRPr>
            </a:lvl1pPr>
          </a:lstStyle>
          <a:p>
            <a:r>
              <a:rPr kumimoji="0" lang="zh-TW" altLang="en-US" dirty="0" smtClean="0"/>
              <a:t>按一下以編輯母片標題樣式</a:t>
            </a:r>
            <a:endParaRPr kumimoji="0" lang="en-US" dirty="0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1219200" y="3228979"/>
            <a:ext cx="6858000" cy="2200243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 smtClean="0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r>
              <a:rPr lang="en-US" altLang="zh-TW" smtClean="0"/>
              <a:t>2014/2/25</a:t>
            </a:r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61A04B93-F247-42E5-95CE-B8478AD23DB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1" name="矩形 20"/>
          <p:cNvSpPr/>
          <p:nvPr/>
        </p:nvSpPr>
        <p:spPr>
          <a:xfrm>
            <a:off x="904875" y="980728"/>
            <a:ext cx="7315200" cy="2088232"/>
          </a:xfrm>
          <a:prstGeom prst="rect">
            <a:avLst/>
          </a:prstGeom>
          <a:noFill/>
          <a:ln w="6350" cap="rnd" cmpd="sng" algn="ctr">
            <a:solidFill>
              <a:schemeClr val="accent1">
                <a:lumMod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矩形 32"/>
          <p:cNvSpPr/>
          <p:nvPr/>
        </p:nvSpPr>
        <p:spPr>
          <a:xfrm>
            <a:off x="914400" y="3140968"/>
            <a:ext cx="7305675" cy="2376264"/>
          </a:xfrm>
          <a:prstGeom prst="rect">
            <a:avLst/>
          </a:prstGeom>
          <a:noFill/>
          <a:ln w="6350" cap="rnd" cmpd="sng" algn="ctr">
            <a:solidFill>
              <a:schemeClr val="accent3">
                <a:lumMod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矩形 21"/>
          <p:cNvSpPr/>
          <p:nvPr/>
        </p:nvSpPr>
        <p:spPr>
          <a:xfrm>
            <a:off x="904875" y="980728"/>
            <a:ext cx="228600" cy="208823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>
            <a:off x="904875" y="3140968"/>
            <a:ext cx="238125" cy="2376264"/>
          </a:xfrm>
          <a:prstGeom prst="rect">
            <a:avLst/>
          </a:prstGeom>
          <a:solidFill>
            <a:schemeClr val="accent3">
              <a:lumMod val="75000"/>
            </a:schemeClr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kumimoji="0" lang="zh-TW" altLang="en-US" dirty="0" smtClean="0"/>
              <a:t>按一下以編輯母片標題樣式</a:t>
            </a:r>
            <a:endParaRPr kumimoji="0"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TW" smtClean="0"/>
              <a:t>2014/2/25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61A04B93-F247-42E5-95CE-B8478AD23DB7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內容版面配置區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 eaLnBrk="1" latinLnBrk="0" hangingPunct="1"/>
            <a:r>
              <a:rPr lang="zh-TW" altLang="en-US" dirty="0" smtClean="0"/>
              <a:t>按一下以編輯母片文字樣式</a:t>
            </a:r>
          </a:p>
          <a:p>
            <a:pPr lvl="1" eaLnBrk="1" latinLnBrk="0" hangingPunct="1"/>
            <a:r>
              <a:rPr lang="zh-TW" altLang="en-US" dirty="0" smtClean="0"/>
              <a:t>第二層</a:t>
            </a:r>
          </a:p>
          <a:p>
            <a:pPr lvl="2" eaLnBrk="1" latinLnBrk="0" hangingPunct="1"/>
            <a:r>
              <a:rPr lang="zh-TW" altLang="en-US" dirty="0" smtClean="0"/>
              <a:t>第三層</a:t>
            </a:r>
          </a:p>
          <a:p>
            <a:pPr lvl="3" eaLnBrk="1" latinLnBrk="0" hangingPunct="1"/>
            <a:r>
              <a:rPr lang="zh-TW" altLang="en-US" dirty="0" smtClean="0"/>
              <a:t>第四層</a:t>
            </a:r>
          </a:p>
          <a:p>
            <a:pPr lvl="4" eaLnBrk="1" latinLnBrk="0" hangingPunct="1"/>
            <a:r>
              <a:rPr lang="zh-TW" altLang="en-US" dirty="0" smtClean="0"/>
              <a:t>第五層</a:t>
            </a:r>
            <a:endParaRPr kumimoji="0"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r>
              <a:rPr lang="en-US" altLang="zh-TW" smtClean="0"/>
              <a:t>2014/2/25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61A04B93-F247-42E5-95CE-B8478AD23DB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2014/2/25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9" name="內容版面配置區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11" name="內容版面配置區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2014/2/25</a:t>
            </a:r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1" name="內容版面配置區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13" name="內容版面配置區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2014/2/25</a:t>
            </a:r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6" name="等腰三角形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2014/2/25</a:t>
            </a:r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5" name="直線接點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等腰三角形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2014/2/25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直線接點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直線接點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等腰三角形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內容版面配置區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zh-TW" altLang="en-US" smtClean="0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2014/2/25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直線接點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等腰三角形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2014/2/25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2014/2/25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直線接點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等腰三角形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直線接點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2000" y="533400"/>
            <a:ext cx="7620000" cy="769938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762000" y="1524000"/>
            <a:ext cx="7772400" cy="41148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9144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2014/2/25</a:t>
            </a: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2362200" y="6324600"/>
            <a:ext cx="4876800" cy="457200"/>
          </a:xfrm>
        </p:spPr>
        <p:txBody>
          <a:bodyPr/>
          <a:lstStyle>
            <a:lvl1pPr>
              <a:defRPr/>
            </a:lvl1pPr>
          </a:lstStyle>
          <a:p>
            <a:endParaRPr lang="zh-TW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TW"/>
              <a:t>4 -</a:t>
            </a:r>
            <a:fld id="{D006B8F7-737D-4A54-86E7-4A80C1E61F93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17361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zh-TW" altLang="en-US" dirty="0" smtClean="0"/>
              <a:t>按一下以編輯母片標題樣式</a:t>
            </a:r>
            <a:endParaRPr kumimoji="0" lang="en-US" dirty="0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 dirty="0" smtClean="0"/>
              <a:t>按一下以編輯母片文字樣式</a:t>
            </a:r>
          </a:p>
          <a:p>
            <a:pPr lvl="1" eaLnBrk="1" latinLnBrk="0" hangingPunct="1"/>
            <a:r>
              <a:rPr kumimoji="0" lang="zh-TW" altLang="en-US" dirty="0" smtClean="0"/>
              <a:t>第二層</a:t>
            </a:r>
          </a:p>
          <a:p>
            <a:pPr lvl="2" eaLnBrk="1" latinLnBrk="0" hangingPunct="1"/>
            <a:r>
              <a:rPr kumimoji="0" lang="zh-TW" altLang="en-US" dirty="0" smtClean="0"/>
              <a:t>第三層</a:t>
            </a:r>
          </a:p>
          <a:p>
            <a:pPr lvl="3" eaLnBrk="1" latinLnBrk="0" hangingPunct="1"/>
            <a:r>
              <a:rPr kumimoji="0" lang="zh-TW" altLang="en-US" dirty="0" smtClean="0"/>
              <a:t>第四層</a:t>
            </a:r>
          </a:p>
          <a:p>
            <a:pPr lvl="4" eaLnBrk="1" latinLnBrk="0" hangingPunct="1"/>
            <a:r>
              <a:rPr kumimoji="0" lang="zh-TW" altLang="en-US" dirty="0" smtClean="0"/>
              <a:t>第五層</a:t>
            </a:r>
            <a:endParaRPr kumimoji="0" lang="en-US" dirty="0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US" altLang="zh-TW" smtClean="0"/>
              <a:t>2014/2/25</a:t>
            </a:r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61A04B93-F247-42E5-95CE-B8478AD23DB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8" name="直線接點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直線接點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等腰三角形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iming>
    <p:tnLst>
      <p:par>
        <p:cTn id="1" dur="indefinite" restart="never" nodeType="tmRoot"/>
      </p:par>
    </p:tnLst>
  </p:timing>
  <p:hf hdr="0" ftr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242392" y="1052736"/>
            <a:ext cx="6858000" cy="1944216"/>
          </a:xfrm>
        </p:spPr>
        <p:txBody>
          <a:bodyPr>
            <a:noAutofit/>
          </a:bodyPr>
          <a:lstStyle/>
          <a:p>
            <a:pPr algn="l"/>
            <a:r>
              <a:rPr lang="en-US" altLang="zh-TW" dirty="0"/>
              <a:t>An information theoretic lower bound for the longest common subsequence </a:t>
            </a:r>
            <a:r>
              <a:rPr lang="en-US" altLang="zh-TW" dirty="0" smtClean="0"/>
              <a:t>problem</a:t>
            </a:r>
            <a:r>
              <a:rPr lang="en-US" altLang="zh-TW" dirty="0"/>
              <a:t/>
            </a:r>
            <a:br>
              <a:rPr lang="en-US" altLang="zh-TW" dirty="0"/>
            </a:br>
            <a:r>
              <a:rPr lang="en-US" altLang="zh-TW" sz="2400" b="0" dirty="0" smtClean="0"/>
              <a:t>Information </a:t>
            </a:r>
            <a:r>
              <a:rPr lang="en-US" altLang="zh-TW" sz="2400" b="0" dirty="0"/>
              <a:t>Processing </a:t>
            </a:r>
            <a:r>
              <a:rPr lang="en-US" altLang="zh-TW" sz="2400" b="0" dirty="0" smtClean="0"/>
              <a:t>Letters; </a:t>
            </a:r>
            <a:r>
              <a:rPr lang="en-US" altLang="zh-TW" sz="2400" b="0" dirty="0" smtClean="0">
                <a:ea typeface="微軟正黑體" pitchFamily="34" charset="-120"/>
              </a:rPr>
              <a:t>vol.</a:t>
            </a:r>
            <a:r>
              <a:rPr lang="zh-TW" altLang="en-US" sz="2400" b="0" dirty="0" smtClean="0">
                <a:ea typeface="微軟正黑體" pitchFamily="34" charset="-120"/>
              </a:rPr>
              <a:t> </a:t>
            </a:r>
            <a:r>
              <a:rPr lang="en-US" altLang="zh-TW" sz="2400" b="0" dirty="0"/>
              <a:t>7</a:t>
            </a:r>
            <a:r>
              <a:rPr lang="zh-TW" altLang="en-US" sz="2400" b="0" dirty="0" smtClean="0">
                <a:ea typeface="微軟正黑體" pitchFamily="34" charset="-120"/>
              </a:rPr>
              <a:t> </a:t>
            </a:r>
            <a:r>
              <a:rPr lang="en-US" altLang="zh-TW" sz="2400" b="0" dirty="0" smtClean="0">
                <a:ea typeface="微軟正黑體" pitchFamily="34" charset="-120"/>
              </a:rPr>
              <a:t>pp.</a:t>
            </a:r>
            <a:r>
              <a:rPr lang="zh-TW" altLang="en-US" sz="2400" b="0" dirty="0"/>
              <a:t> </a:t>
            </a:r>
            <a:r>
              <a:rPr lang="en-US" altLang="zh-TW" sz="2400" b="0" dirty="0" smtClean="0"/>
              <a:t>40</a:t>
            </a:r>
            <a:r>
              <a:rPr lang="en-US" altLang="zh-TW" sz="2400" b="0" dirty="0" smtClean="0">
                <a:ea typeface="微軟正黑體" pitchFamily="34" charset="-120"/>
              </a:rPr>
              <a:t>–41</a:t>
            </a:r>
            <a:r>
              <a:rPr lang="zh-TW" altLang="en-US" sz="2400" b="0" dirty="0" smtClean="0">
                <a:ea typeface="微軟正黑體" pitchFamily="34" charset="-120"/>
              </a:rPr>
              <a:t> </a:t>
            </a:r>
            <a:r>
              <a:rPr lang="en-US" altLang="zh-TW" sz="2400" b="0" dirty="0" smtClean="0">
                <a:ea typeface="微軟正黑體" pitchFamily="34" charset="-120"/>
              </a:rPr>
              <a:t>(</a:t>
            </a:r>
            <a:r>
              <a:rPr lang="en-US" altLang="zh-TW" sz="2400" b="0" dirty="0" smtClean="0"/>
              <a:t>1978</a:t>
            </a:r>
            <a:r>
              <a:rPr lang="en-US" altLang="zh-TW" sz="2400" b="0" dirty="0" smtClean="0">
                <a:ea typeface="微軟正黑體" pitchFamily="34" charset="-120"/>
              </a:rPr>
              <a:t>) </a:t>
            </a:r>
            <a:endParaRPr lang="zh-TW" altLang="en-US" sz="2000" dirty="0">
              <a:ea typeface="微軟正黑體" pitchFamily="34" charset="-12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219200" y="3228979"/>
            <a:ext cx="6858000" cy="2144237"/>
          </a:xfrm>
        </p:spPr>
        <p:txBody>
          <a:bodyPr>
            <a:noAutofit/>
          </a:bodyPr>
          <a:lstStyle/>
          <a:p>
            <a:pPr algn="l" fontAlgn="base"/>
            <a:r>
              <a:rPr lang="en-US" altLang="zh-TW" sz="2400" dirty="0"/>
              <a:t>Daniel S. </a:t>
            </a:r>
            <a:r>
              <a:rPr lang="en-US" altLang="zh-TW" sz="2400" dirty="0" smtClean="0"/>
              <a:t>Hirschberg</a:t>
            </a:r>
          </a:p>
          <a:p>
            <a:pPr algn="l" fontAlgn="base"/>
            <a:r>
              <a:rPr lang="en-US" altLang="zh-TW" sz="1800" i="1" dirty="0" smtClean="0"/>
              <a:t>Rice University</a:t>
            </a:r>
            <a:endParaRPr lang="en-US" altLang="zh-TW" sz="18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>
                <a:latin typeface="+mj-ea"/>
                <a:ea typeface="+mj-ea"/>
              </a:rPr>
              <a:t>2014/2/25</a:t>
            </a:r>
            <a:endParaRPr lang="zh-TW" altLang="en-US" dirty="0">
              <a:latin typeface="+mj-ea"/>
              <a:ea typeface="+mj-ea"/>
            </a:endParaRPr>
          </a:p>
        </p:txBody>
      </p:sp>
      <p:sp>
        <p:nvSpPr>
          <p:cNvPr id="6" name="副標題 2"/>
          <p:cNvSpPr txBox="1">
            <a:spLocks/>
          </p:cNvSpPr>
          <p:nvPr/>
        </p:nvSpPr>
        <p:spPr>
          <a:xfrm>
            <a:off x="1259632" y="5649613"/>
            <a:ext cx="6817568" cy="413196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 algn="r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None/>
              <a:defRPr kumimoji="0" sz="2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None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None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None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None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None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None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TW" sz="2400" dirty="0" smtClean="0">
                <a:solidFill>
                  <a:schemeClr val="tx1"/>
                </a:solidFill>
              </a:rPr>
              <a:t>Presentor</a:t>
            </a:r>
            <a:r>
              <a:rPr lang="zh-TW" altLang="en-US" sz="2400" dirty="0" smtClean="0">
                <a:solidFill>
                  <a:schemeClr val="tx1"/>
                </a:solidFill>
              </a:rPr>
              <a:t>：</a:t>
            </a:r>
            <a:r>
              <a:rPr lang="en-US" altLang="zh-TW" sz="2400" dirty="0" smtClean="0">
                <a:solidFill>
                  <a:schemeClr val="tx1"/>
                </a:solidFill>
              </a:rPr>
              <a:t>Hsin-Chuan Yuan</a:t>
            </a:r>
            <a:endParaRPr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63136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+mj-lt"/>
                <a:ea typeface="微軟正黑體" pitchFamily="34" charset="-120"/>
              </a:rPr>
              <a:t>Abstract</a:t>
            </a:r>
            <a:endParaRPr lang="zh-TW" altLang="en-US" dirty="0">
              <a:latin typeface="+mj-lt"/>
              <a:ea typeface="微軟正黑體" pitchFamily="34" charset="-120"/>
            </a:endParaRP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2014/2/25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en-US" altLang="zh-TW" sz="2500" dirty="0">
                <a:latin typeface="+mj-lt"/>
              </a:rPr>
              <a:t>We shall prove that </a:t>
            </a:r>
            <a:r>
              <a:rPr lang="en-US" altLang="zh-TW" sz="2500" dirty="0" err="1" smtClean="0">
                <a:latin typeface="+mj-lt"/>
              </a:rPr>
              <a:t>nlogn</a:t>
            </a:r>
            <a:r>
              <a:rPr lang="en-US" altLang="zh-TW" sz="2500" dirty="0" smtClean="0">
                <a:latin typeface="+mj-lt"/>
              </a:rPr>
              <a:t> </a:t>
            </a:r>
            <a:r>
              <a:rPr lang="en-US" altLang="zh-TW" sz="2500" dirty="0">
                <a:latin typeface="+mj-lt"/>
              </a:rPr>
              <a:t>is a lower bound on </a:t>
            </a:r>
            <a:r>
              <a:rPr lang="en-US" altLang="zh-TW" sz="2500" dirty="0" smtClean="0">
                <a:latin typeface="+mj-lt"/>
              </a:rPr>
              <a:t>the number </a:t>
            </a:r>
            <a:r>
              <a:rPr lang="en-US" altLang="zh-TW" sz="2500" dirty="0">
                <a:latin typeface="+mj-lt"/>
              </a:rPr>
              <a:t>of “less </a:t>
            </a:r>
            <a:r>
              <a:rPr lang="en-US" altLang="zh-TW" sz="2500" dirty="0" smtClean="0">
                <a:latin typeface="+mj-lt"/>
              </a:rPr>
              <a:t>than-equal-greater </a:t>
            </a:r>
            <a:r>
              <a:rPr lang="en-US" altLang="zh-TW" sz="2500" dirty="0">
                <a:latin typeface="+mj-lt"/>
              </a:rPr>
              <a:t>than” </a:t>
            </a:r>
            <a:r>
              <a:rPr lang="en-US" altLang="zh-TW" sz="2500" dirty="0" smtClean="0">
                <a:latin typeface="+mj-lt"/>
              </a:rPr>
              <a:t>comparisons required </a:t>
            </a:r>
            <a:r>
              <a:rPr lang="en-US" altLang="zh-TW" sz="2500" dirty="0">
                <a:latin typeface="+mj-lt"/>
              </a:rPr>
              <a:t>to solve the LCS problem, assuming </a:t>
            </a:r>
            <a:r>
              <a:rPr lang="en-US" altLang="zh-TW" sz="2500" dirty="0" smtClean="0">
                <a:latin typeface="+mj-lt"/>
              </a:rPr>
              <a:t>unrestricted </a:t>
            </a:r>
            <a:r>
              <a:rPr lang="en-US" altLang="zh-TW" sz="2500" dirty="0">
                <a:latin typeface="+mj-lt"/>
              </a:rPr>
              <a:t>alphabet size</a:t>
            </a:r>
            <a:r>
              <a:rPr lang="en-US" altLang="zh-TW" sz="2500" dirty="0" smtClean="0">
                <a:latin typeface="+mj-lt"/>
              </a:rPr>
              <a:t>.</a:t>
            </a:r>
            <a:endParaRPr lang="en-US" altLang="zh-TW" sz="2500" dirty="0">
              <a:latin typeface="+mj-lt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pPr/>
              <a:t>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20821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dirty="0" smtClean="0">
                <a:latin typeface="+mn-lt"/>
              </a:rPr>
              <a:t>The Longest Increasing Subsequence (LIS) Problem</a:t>
            </a:r>
            <a:endParaRPr lang="en-US" altLang="zh-TW" dirty="0">
              <a:latin typeface="+mn-lt"/>
            </a:endParaRPr>
          </a:p>
        </p:txBody>
      </p:sp>
      <p:sp>
        <p:nvSpPr>
          <p:cNvPr id="8397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zh-TW" sz="2800" dirty="0" smtClean="0">
                <a:latin typeface="+mn-lt"/>
              </a:rPr>
              <a:t>Robinson-</a:t>
            </a:r>
            <a:r>
              <a:rPr lang="en-US" altLang="zh-TW" sz="2800" dirty="0" err="1" smtClean="0">
                <a:latin typeface="+mn-lt"/>
              </a:rPr>
              <a:t>Schensted</a:t>
            </a:r>
            <a:r>
              <a:rPr lang="en-US" altLang="zh-TW" sz="2800" dirty="0" smtClean="0">
                <a:latin typeface="+mn-lt"/>
              </a:rPr>
              <a:t>-Knuth Algorithm can solve the LIS problem in </a:t>
            </a:r>
            <a:r>
              <a:rPr lang="en-US" altLang="zh-TW" sz="2800" u="sng" dirty="0" smtClean="0">
                <a:solidFill>
                  <a:schemeClr val="hlink"/>
                </a:solidFill>
                <a:latin typeface="+mn-lt"/>
              </a:rPr>
              <a:t>O(</a:t>
            </a:r>
            <a:r>
              <a:rPr lang="en-US" altLang="zh-TW" sz="2800" i="1" u="sng" dirty="0" err="1" smtClean="0">
                <a:solidFill>
                  <a:schemeClr val="hlink"/>
                </a:solidFill>
                <a:latin typeface="+mn-lt"/>
              </a:rPr>
              <a:t>nlogn</a:t>
            </a:r>
            <a:r>
              <a:rPr lang="en-US" altLang="zh-TW" sz="2800" u="sng" dirty="0" smtClean="0">
                <a:solidFill>
                  <a:schemeClr val="hlink"/>
                </a:solidFill>
                <a:latin typeface="+mn-lt"/>
              </a:rPr>
              <a:t>)</a:t>
            </a:r>
            <a:r>
              <a:rPr lang="en-US" altLang="zh-TW" sz="2800" dirty="0" smtClean="0">
                <a:latin typeface="+mn-lt"/>
              </a:rPr>
              <a:t> time.</a:t>
            </a:r>
          </a:p>
          <a:p>
            <a:pPr>
              <a:lnSpc>
                <a:spcPct val="80000"/>
              </a:lnSpc>
            </a:pPr>
            <a:r>
              <a:rPr lang="en-US" altLang="zh-TW" sz="2800" dirty="0" smtClean="0">
                <a:latin typeface="+mn-lt"/>
              </a:rPr>
              <a:t>Number of comparison:</a:t>
            </a:r>
            <a:br>
              <a:rPr lang="en-US" altLang="zh-TW" sz="2800" dirty="0" smtClean="0">
                <a:latin typeface="+mn-lt"/>
              </a:rPr>
            </a:br>
            <a:r>
              <a:rPr lang="en-US" altLang="zh-TW" sz="2800" i="1" dirty="0" smtClean="0">
                <a:solidFill>
                  <a:srgbClr val="FF0000"/>
                </a:solidFill>
                <a:latin typeface="+mn-lt"/>
              </a:rPr>
              <a:t>(n-L)log L </a:t>
            </a:r>
            <a:r>
              <a:rPr lang="en-US" altLang="zh-TW" sz="2800" dirty="0" smtClean="0">
                <a:solidFill>
                  <a:srgbClr val="FF0000"/>
                </a:solidFill>
                <a:latin typeface="+mn-lt"/>
              </a:rPr>
              <a:t>+ O(</a:t>
            </a:r>
            <a:r>
              <a:rPr lang="en-US" altLang="zh-TW" sz="2800" i="1" dirty="0" smtClean="0">
                <a:solidFill>
                  <a:srgbClr val="FF0000"/>
                </a:solidFill>
                <a:latin typeface="+mn-lt"/>
              </a:rPr>
              <a:t>n</a:t>
            </a:r>
            <a:r>
              <a:rPr lang="en-US" altLang="zh-TW" sz="2800" dirty="0" smtClean="0">
                <a:solidFill>
                  <a:srgbClr val="FF0000"/>
                </a:solidFill>
                <a:latin typeface="+mn-lt"/>
              </a:rPr>
              <a:t>)</a:t>
            </a:r>
          </a:p>
          <a:p>
            <a:pPr>
              <a:lnSpc>
                <a:spcPct val="80000"/>
              </a:lnSpc>
            </a:pPr>
            <a:r>
              <a:rPr lang="en-US" altLang="zh-TW" sz="2800" dirty="0" smtClean="0">
                <a:latin typeface="+mn-lt"/>
              </a:rPr>
              <a:t>The worst value for L is roughly n / log n</a:t>
            </a:r>
          </a:p>
          <a:p>
            <a:pPr>
              <a:lnSpc>
                <a:spcPct val="80000"/>
              </a:lnSpc>
            </a:pPr>
            <a:r>
              <a:rPr lang="en-US" altLang="zh-TW" sz="2800" dirty="0" smtClean="0">
                <a:latin typeface="+mn-lt"/>
              </a:rPr>
              <a:t>Upper bound: </a:t>
            </a:r>
            <a:r>
              <a:rPr lang="en-US" altLang="zh-TW" sz="2800" i="1" dirty="0" err="1" smtClean="0">
                <a:solidFill>
                  <a:srgbClr val="FF0000"/>
                </a:solidFill>
                <a:latin typeface="+mn-lt"/>
              </a:rPr>
              <a:t>nlogn</a:t>
            </a:r>
            <a:r>
              <a:rPr lang="en-US" altLang="zh-TW" sz="2800" i="1" dirty="0" smtClean="0">
                <a:solidFill>
                  <a:srgbClr val="FF0000"/>
                </a:solidFill>
                <a:latin typeface="+mn-lt"/>
              </a:rPr>
              <a:t> – </a:t>
            </a:r>
            <a:r>
              <a:rPr lang="en-US" altLang="zh-TW" sz="2800" i="1" dirty="0" err="1" smtClean="0">
                <a:solidFill>
                  <a:srgbClr val="FF0000"/>
                </a:solidFill>
                <a:latin typeface="+mn-lt"/>
              </a:rPr>
              <a:t>nloglogn</a:t>
            </a:r>
            <a:r>
              <a:rPr lang="en-US" altLang="zh-TW" sz="2800" dirty="0" smtClean="0">
                <a:solidFill>
                  <a:srgbClr val="FF0000"/>
                </a:solidFill>
                <a:latin typeface="+mn-lt"/>
              </a:rPr>
              <a:t> + O(</a:t>
            </a:r>
            <a:r>
              <a:rPr lang="en-US" altLang="zh-TW" sz="2800" i="1" dirty="0" smtClean="0">
                <a:solidFill>
                  <a:srgbClr val="FF0000"/>
                </a:solidFill>
                <a:latin typeface="+mn-lt"/>
              </a:rPr>
              <a:t>n</a:t>
            </a:r>
            <a:r>
              <a:rPr lang="en-US" altLang="zh-TW" sz="2800" dirty="0" smtClean="0">
                <a:solidFill>
                  <a:srgbClr val="FF0000"/>
                </a:solidFill>
                <a:latin typeface="+mn-lt"/>
              </a:rPr>
              <a:t>)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TW" sz="2800" dirty="0" smtClean="0">
              <a:latin typeface="+mn-lt"/>
            </a:endParaRPr>
          </a:p>
          <a:p>
            <a:pPr lvl="1">
              <a:lnSpc>
                <a:spcPct val="80000"/>
              </a:lnSpc>
            </a:pPr>
            <a:endParaRPr lang="en-US" altLang="zh-TW" sz="2400" dirty="0">
              <a:latin typeface="+mn-lt"/>
            </a:endParaRPr>
          </a:p>
        </p:txBody>
      </p:sp>
      <p:sp>
        <p:nvSpPr>
          <p:cNvPr id="9" name="日期版面配置區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2014/2/25</a:t>
            </a:r>
            <a:endParaRPr lang="zh-TW" altLang="en-US"/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pPr/>
              <a:t>3</a:t>
            </a:fld>
            <a:endParaRPr lang="zh-TW" altLang="en-US"/>
          </a:p>
        </p:txBody>
      </p:sp>
      <p:grpSp>
        <p:nvGrpSpPr>
          <p:cNvPr id="6" name="Group 139"/>
          <p:cNvGrpSpPr>
            <a:grpSpLocks/>
          </p:cNvGrpSpPr>
          <p:nvPr/>
        </p:nvGrpSpPr>
        <p:grpSpPr bwMode="auto">
          <a:xfrm>
            <a:off x="2483768" y="3866505"/>
            <a:ext cx="6322990" cy="2390150"/>
            <a:chOff x="192" y="960"/>
            <a:chExt cx="5275" cy="1994"/>
          </a:xfrm>
        </p:grpSpPr>
        <p:sp>
          <p:nvSpPr>
            <p:cNvPr id="7" name="Line 135"/>
            <p:cNvSpPr>
              <a:spLocks noChangeShapeType="1"/>
            </p:cNvSpPr>
            <p:nvPr/>
          </p:nvSpPr>
          <p:spPr bwMode="auto">
            <a:xfrm>
              <a:off x="336" y="1163"/>
              <a:ext cx="0" cy="16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8" name="Rectangle 58"/>
            <p:cNvSpPr>
              <a:spLocks noChangeArrowheads="1"/>
            </p:cNvSpPr>
            <p:nvPr/>
          </p:nvSpPr>
          <p:spPr bwMode="auto">
            <a:xfrm>
              <a:off x="4921" y="2667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endParaRPr lang="zh-TW" altLang="zh-TW" sz="1800"/>
            </a:p>
          </p:txBody>
        </p:sp>
        <p:sp>
          <p:nvSpPr>
            <p:cNvPr id="11" name="Rectangle 57"/>
            <p:cNvSpPr>
              <a:spLocks noChangeArrowheads="1"/>
            </p:cNvSpPr>
            <p:nvPr/>
          </p:nvSpPr>
          <p:spPr bwMode="auto">
            <a:xfrm>
              <a:off x="4377" y="2667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endParaRPr lang="zh-TW" altLang="zh-TW" sz="1800"/>
            </a:p>
          </p:txBody>
        </p:sp>
        <p:sp>
          <p:nvSpPr>
            <p:cNvPr id="12" name="Rectangle 56"/>
            <p:cNvSpPr>
              <a:spLocks noChangeArrowheads="1"/>
            </p:cNvSpPr>
            <p:nvPr/>
          </p:nvSpPr>
          <p:spPr bwMode="auto">
            <a:xfrm>
              <a:off x="3833" y="2667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endParaRPr lang="zh-TW" altLang="zh-TW" sz="1800"/>
            </a:p>
          </p:txBody>
        </p:sp>
        <p:sp>
          <p:nvSpPr>
            <p:cNvPr id="13" name="Rectangle 55"/>
            <p:cNvSpPr>
              <a:spLocks noChangeArrowheads="1"/>
            </p:cNvSpPr>
            <p:nvPr/>
          </p:nvSpPr>
          <p:spPr bwMode="auto">
            <a:xfrm>
              <a:off x="3289" y="2667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endParaRPr lang="zh-TW" altLang="zh-TW" sz="1800"/>
            </a:p>
          </p:txBody>
        </p:sp>
        <p:sp>
          <p:nvSpPr>
            <p:cNvPr id="14" name="Rectangle 54"/>
            <p:cNvSpPr>
              <a:spLocks noChangeArrowheads="1"/>
            </p:cNvSpPr>
            <p:nvPr/>
          </p:nvSpPr>
          <p:spPr bwMode="auto">
            <a:xfrm>
              <a:off x="2745" y="2667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endParaRPr lang="zh-TW" altLang="zh-TW" sz="1800"/>
            </a:p>
          </p:txBody>
        </p:sp>
        <p:sp>
          <p:nvSpPr>
            <p:cNvPr id="15" name="Rectangle 53"/>
            <p:cNvSpPr>
              <a:spLocks noChangeArrowheads="1"/>
            </p:cNvSpPr>
            <p:nvPr/>
          </p:nvSpPr>
          <p:spPr bwMode="auto">
            <a:xfrm>
              <a:off x="2201" y="2667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endParaRPr lang="zh-TW" altLang="zh-TW" sz="1800"/>
            </a:p>
          </p:txBody>
        </p:sp>
        <p:sp>
          <p:nvSpPr>
            <p:cNvPr id="16" name="Rectangle 52"/>
            <p:cNvSpPr>
              <a:spLocks noChangeArrowheads="1"/>
            </p:cNvSpPr>
            <p:nvPr/>
          </p:nvSpPr>
          <p:spPr bwMode="auto">
            <a:xfrm>
              <a:off x="1657" y="2667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endParaRPr lang="zh-TW" altLang="zh-TW" sz="1800"/>
            </a:p>
          </p:txBody>
        </p:sp>
        <p:sp>
          <p:nvSpPr>
            <p:cNvPr id="17" name="Rectangle 51"/>
            <p:cNvSpPr>
              <a:spLocks noChangeArrowheads="1"/>
            </p:cNvSpPr>
            <p:nvPr/>
          </p:nvSpPr>
          <p:spPr bwMode="auto">
            <a:xfrm>
              <a:off x="1113" y="2667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endParaRPr lang="zh-TW" altLang="zh-TW" sz="1800"/>
            </a:p>
          </p:txBody>
        </p:sp>
        <p:sp>
          <p:nvSpPr>
            <p:cNvPr id="18" name="Rectangle 50"/>
            <p:cNvSpPr>
              <a:spLocks noChangeArrowheads="1"/>
            </p:cNvSpPr>
            <p:nvPr/>
          </p:nvSpPr>
          <p:spPr bwMode="auto">
            <a:xfrm>
              <a:off x="569" y="2667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endParaRPr lang="zh-TW" altLang="zh-TW" sz="1800"/>
            </a:p>
          </p:txBody>
        </p:sp>
        <p:sp>
          <p:nvSpPr>
            <p:cNvPr id="19" name="Rectangle 49"/>
            <p:cNvSpPr>
              <a:spLocks noChangeArrowheads="1"/>
            </p:cNvSpPr>
            <p:nvPr/>
          </p:nvSpPr>
          <p:spPr bwMode="auto">
            <a:xfrm>
              <a:off x="4921" y="2380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r>
                <a:rPr lang="en-US" altLang="zh-TW" sz="1800">
                  <a:solidFill>
                    <a:schemeClr val="hlink"/>
                  </a:solidFill>
                </a:rPr>
                <a:t>8</a:t>
              </a:r>
            </a:p>
          </p:txBody>
        </p:sp>
        <p:sp>
          <p:nvSpPr>
            <p:cNvPr id="20" name="Rectangle 48"/>
            <p:cNvSpPr>
              <a:spLocks noChangeArrowheads="1"/>
            </p:cNvSpPr>
            <p:nvPr/>
          </p:nvSpPr>
          <p:spPr bwMode="auto">
            <a:xfrm>
              <a:off x="4377" y="2380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r>
                <a:rPr lang="en-US" altLang="zh-TW" sz="1800"/>
                <a:t>8</a:t>
              </a:r>
            </a:p>
          </p:txBody>
        </p:sp>
        <p:sp>
          <p:nvSpPr>
            <p:cNvPr id="21" name="Rectangle 47"/>
            <p:cNvSpPr>
              <a:spLocks noChangeArrowheads="1"/>
            </p:cNvSpPr>
            <p:nvPr/>
          </p:nvSpPr>
          <p:spPr bwMode="auto">
            <a:xfrm>
              <a:off x="3833" y="2380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r>
                <a:rPr lang="en-US" altLang="zh-TW" sz="1800" b="1" u="sng">
                  <a:solidFill>
                    <a:schemeClr val="folHlink"/>
                  </a:solidFill>
                </a:rPr>
                <a:t>8</a:t>
              </a:r>
            </a:p>
          </p:txBody>
        </p:sp>
        <p:sp>
          <p:nvSpPr>
            <p:cNvPr id="22" name="Rectangle 46"/>
            <p:cNvSpPr>
              <a:spLocks noChangeArrowheads="1"/>
            </p:cNvSpPr>
            <p:nvPr/>
          </p:nvSpPr>
          <p:spPr bwMode="auto">
            <a:xfrm>
              <a:off x="3289" y="2380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endParaRPr lang="zh-TW" altLang="zh-TW" sz="1800"/>
            </a:p>
          </p:txBody>
        </p:sp>
        <p:sp>
          <p:nvSpPr>
            <p:cNvPr id="23" name="Rectangle 45"/>
            <p:cNvSpPr>
              <a:spLocks noChangeArrowheads="1"/>
            </p:cNvSpPr>
            <p:nvPr/>
          </p:nvSpPr>
          <p:spPr bwMode="auto">
            <a:xfrm>
              <a:off x="2745" y="2380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endParaRPr lang="zh-TW" altLang="zh-TW" sz="1800"/>
            </a:p>
          </p:txBody>
        </p:sp>
        <p:sp>
          <p:nvSpPr>
            <p:cNvPr id="24" name="Rectangle 44"/>
            <p:cNvSpPr>
              <a:spLocks noChangeArrowheads="1"/>
            </p:cNvSpPr>
            <p:nvPr/>
          </p:nvSpPr>
          <p:spPr bwMode="auto">
            <a:xfrm>
              <a:off x="2201" y="2380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endParaRPr lang="zh-TW" altLang="zh-TW" sz="1800"/>
            </a:p>
          </p:txBody>
        </p:sp>
        <p:sp>
          <p:nvSpPr>
            <p:cNvPr id="25" name="Rectangle 43"/>
            <p:cNvSpPr>
              <a:spLocks noChangeArrowheads="1"/>
            </p:cNvSpPr>
            <p:nvPr/>
          </p:nvSpPr>
          <p:spPr bwMode="auto">
            <a:xfrm>
              <a:off x="1657" y="2380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endParaRPr lang="zh-TW" altLang="zh-TW" sz="1800"/>
            </a:p>
          </p:txBody>
        </p:sp>
        <p:sp>
          <p:nvSpPr>
            <p:cNvPr id="26" name="Rectangle 42"/>
            <p:cNvSpPr>
              <a:spLocks noChangeArrowheads="1"/>
            </p:cNvSpPr>
            <p:nvPr/>
          </p:nvSpPr>
          <p:spPr bwMode="auto">
            <a:xfrm>
              <a:off x="1113" y="2380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endParaRPr lang="zh-TW" altLang="zh-TW" sz="1800"/>
            </a:p>
          </p:txBody>
        </p:sp>
        <p:sp>
          <p:nvSpPr>
            <p:cNvPr id="27" name="Rectangle 41"/>
            <p:cNvSpPr>
              <a:spLocks noChangeArrowheads="1"/>
            </p:cNvSpPr>
            <p:nvPr/>
          </p:nvSpPr>
          <p:spPr bwMode="auto">
            <a:xfrm>
              <a:off x="569" y="2380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r>
                <a:rPr lang="en-US" altLang="zh-TW" sz="1800"/>
                <a:t>4</a:t>
              </a:r>
            </a:p>
          </p:txBody>
        </p:sp>
        <p:sp>
          <p:nvSpPr>
            <p:cNvPr id="28" name="Rectangle 40"/>
            <p:cNvSpPr>
              <a:spLocks noChangeArrowheads="1"/>
            </p:cNvSpPr>
            <p:nvPr/>
          </p:nvSpPr>
          <p:spPr bwMode="auto">
            <a:xfrm>
              <a:off x="4921" y="2093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r>
                <a:rPr lang="en-US" altLang="zh-TW" sz="1800" b="1" u="sng">
                  <a:solidFill>
                    <a:schemeClr val="folHlink"/>
                  </a:solidFill>
                </a:rPr>
                <a:t>6</a:t>
              </a:r>
            </a:p>
          </p:txBody>
        </p:sp>
        <p:sp>
          <p:nvSpPr>
            <p:cNvPr id="29" name="Rectangle 39"/>
            <p:cNvSpPr>
              <a:spLocks noChangeArrowheads="1"/>
            </p:cNvSpPr>
            <p:nvPr/>
          </p:nvSpPr>
          <p:spPr bwMode="auto">
            <a:xfrm>
              <a:off x="4377" y="2093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r>
                <a:rPr lang="en-US" altLang="zh-TW" sz="1800"/>
                <a:t>7</a:t>
              </a:r>
            </a:p>
          </p:txBody>
        </p:sp>
        <p:sp>
          <p:nvSpPr>
            <p:cNvPr id="30" name="Rectangle 38"/>
            <p:cNvSpPr>
              <a:spLocks noChangeArrowheads="1"/>
            </p:cNvSpPr>
            <p:nvPr/>
          </p:nvSpPr>
          <p:spPr bwMode="auto">
            <a:xfrm>
              <a:off x="3833" y="2093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r>
                <a:rPr lang="en-US" altLang="zh-TW" sz="1800"/>
                <a:t>7</a:t>
              </a:r>
            </a:p>
          </p:txBody>
        </p:sp>
        <p:sp>
          <p:nvSpPr>
            <p:cNvPr id="31" name="Rectangle 37"/>
            <p:cNvSpPr>
              <a:spLocks noChangeArrowheads="1"/>
            </p:cNvSpPr>
            <p:nvPr/>
          </p:nvSpPr>
          <p:spPr bwMode="auto">
            <a:xfrm>
              <a:off x="3289" y="2093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r>
                <a:rPr lang="en-US" altLang="zh-TW" sz="1800"/>
                <a:t>7</a:t>
              </a:r>
            </a:p>
          </p:txBody>
        </p:sp>
        <p:sp>
          <p:nvSpPr>
            <p:cNvPr id="32" name="Rectangle 36"/>
            <p:cNvSpPr>
              <a:spLocks noChangeArrowheads="1"/>
            </p:cNvSpPr>
            <p:nvPr/>
          </p:nvSpPr>
          <p:spPr bwMode="auto">
            <a:xfrm>
              <a:off x="2745" y="2093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r>
                <a:rPr lang="en-US" altLang="zh-TW" sz="1800" b="1" u="sng">
                  <a:solidFill>
                    <a:schemeClr val="folHlink"/>
                  </a:solidFill>
                </a:rPr>
                <a:t>7</a:t>
              </a:r>
            </a:p>
          </p:txBody>
        </p:sp>
        <p:sp>
          <p:nvSpPr>
            <p:cNvPr id="33" name="Rectangle 35"/>
            <p:cNvSpPr>
              <a:spLocks noChangeArrowheads="1"/>
            </p:cNvSpPr>
            <p:nvPr/>
          </p:nvSpPr>
          <p:spPr bwMode="auto">
            <a:xfrm>
              <a:off x="2201" y="2093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endParaRPr lang="zh-TW" altLang="zh-TW" sz="1800"/>
            </a:p>
          </p:txBody>
        </p:sp>
        <p:sp>
          <p:nvSpPr>
            <p:cNvPr id="34" name="Rectangle 34"/>
            <p:cNvSpPr>
              <a:spLocks noChangeArrowheads="1"/>
            </p:cNvSpPr>
            <p:nvPr/>
          </p:nvSpPr>
          <p:spPr bwMode="auto">
            <a:xfrm>
              <a:off x="1657" y="2093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endParaRPr lang="zh-TW" altLang="zh-TW" sz="1800"/>
            </a:p>
          </p:txBody>
        </p:sp>
        <p:sp>
          <p:nvSpPr>
            <p:cNvPr id="35" name="Rectangle 33"/>
            <p:cNvSpPr>
              <a:spLocks noChangeArrowheads="1"/>
            </p:cNvSpPr>
            <p:nvPr/>
          </p:nvSpPr>
          <p:spPr bwMode="auto">
            <a:xfrm>
              <a:off x="1113" y="2093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endParaRPr lang="zh-TW" altLang="zh-TW" sz="1800"/>
            </a:p>
          </p:txBody>
        </p:sp>
        <p:sp>
          <p:nvSpPr>
            <p:cNvPr id="36" name="Rectangle 32"/>
            <p:cNvSpPr>
              <a:spLocks noChangeArrowheads="1"/>
            </p:cNvSpPr>
            <p:nvPr/>
          </p:nvSpPr>
          <p:spPr bwMode="auto">
            <a:xfrm>
              <a:off x="569" y="2093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r>
                <a:rPr lang="en-US" altLang="zh-TW" sz="1800"/>
                <a:t>3</a:t>
              </a:r>
            </a:p>
          </p:txBody>
        </p:sp>
        <p:sp>
          <p:nvSpPr>
            <p:cNvPr id="37" name="Rectangle 31"/>
            <p:cNvSpPr>
              <a:spLocks noChangeArrowheads="1"/>
            </p:cNvSpPr>
            <p:nvPr/>
          </p:nvSpPr>
          <p:spPr bwMode="auto">
            <a:xfrm>
              <a:off x="4921" y="1806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r>
                <a:rPr lang="en-US" altLang="zh-TW" sz="1800"/>
                <a:t>4</a:t>
              </a:r>
            </a:p>
          </p:txBody>
        </p:sp>
        <p:sp>
          <p:nvSpPr>
            <p:cNvPr id="38" name="Rectangle 30"/>
            <p:cNvSpPr>
              <a:spLocks noChangeArrowheads="1"/>
            </p:cNvSpPr>
            <p:nvPr/>
          </p:nvSpPr>
          <p:spPr bwMode="auto">
            <a:xfrm>
              <a:off x="4377" y="1806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r>
                <a:rPr lang="en-US" altLang="zh-TW" sz="1800"/>
                <a:t>4</a:t>
              </a:r>
            </a:p>
          </p:txBody>
        </p:sp>
        <p:sp>
          <p:nvSpPr>
            <p:cNvPr id="39" name="Rectangle 29"/>
            <p:cNvSpPr>
              <a:spLocks noChangeArrowheads="1"/>
            </p:cNvSpPr>
            <p:nvPr/>
          </p:nvSpPr>
          <p:spPr bwMode="auto">
            <a:xfrm>
              <a:off x="3833" y="1806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r>
                <a:rPr lang="en-US" altLang="zh-TW" sz="1800"/>
                <a:t>4</a:t>
              </a:r>
            </a:p>
          </p:txBody>
        </p:sp>
        <p:sp>
          <p:nvSpPr>
            <p:cNvPr id="40" name="Rectangle 28"/>
            <p:cNvSpPr>
              <a:spLocks noChangeArrowheads="1"/>
            </p:cNvSpPr>
            <p:nvPr/>
          </p:nvSpPr>
          <p:spPr bwMode="auto">
            <a:xfrm>
              <a:off x="3289" y="1806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r>
                <a:rPr lang="en-US" altLang="zh-TW" sz="1800" b="1" u="sng">
                  <a:solidFill>
                    <a:schemeClr val="folHlink"/>
                  </a:solidFill>
                </a:rPr>
                <a:t>4</a:t>
              </a:r>
            </a:p>
          </p:txBody>
        </p:sp>
        <p:sp>
          <p:nvSpPr>
            <p:cNvPr id="41" name="Rectangle 27"/>
            <p:cNvSpPr>
              <a:spLocks noChangeArrowheads="1"/>
            </p:cNvSpPr>
            <p:nvPr/>
          </p:nvSpPr>
          <p:spPr bwMode="auto">
            <a:xfrm>
              <a:off x="2745" y="1806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r>
                <a:rPr lang="en-US" altLang="zh-TW" sz="1800"/>
                <a:t>5</a:t>
              </a:r>
            </a:p>
          </p:txBody>
        </p:sp>
        <p:sp>
          <p:nvSpPr>
            <p:cNvPr id="42" name="Rectangle 26"/>
            <p:cNvSpPr>
              <a:spLocks noChangeArrowheads="1"/>
            </p:cNvSpPr>
            <p:nvPr/>
          </p:nvSpPr>
          <p:spPr bwMode="auto">
            <a:xfrm>
              <a:off x="2201" y="1806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r>
                <a:rPr lang="en-US" altLang="zh-TW" sz="1800"/>
                <a:t>5</a:t>
              </a:r>
            </a:p>
          </p:txBody>
        </p:sp>
        <p:sp>
          <p:nvSpPr>
            <p:cNvPr id="43" name="Rectangle 25"/>
            <p:cNvSpPr>
              <a:spLocks noChangeArrowheads="1"/>
            </p:cNvSpPr>
            <p:nvPr/>
          </p:nvSpPr>
          <p:spPr bwMode="auto">
            <a:xfrm>
              <a:off x="1657" y="1806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r>
                <a:rPr lang="en-US" altLang="zh-TW" sz="1800" b="1" u="sng">
                  <a:solidFill>
                    <a:schemeClr val="folHlink"/>
                  </a:solidFill>
                </a:rPr>
                <a:t>5</a:t>
              </a:r>
            </a:p>
          </p:txBody>
        </p:sp>
        <p:sp>
          <p:nvSpPr>
            <p:cNvPr id="44" name="Rectangle 24"/>
            <p:cNvSpPr>
              <a:spLocks noChangeArrowheads="1"/>
            </p:cNvSpPr>
            <p:nvPr/>
          </p:nvSpPr>
          <p:spPr bwMode="auto">
            <a:xfrm>
              <a:off x="1113" y="1806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endParaRPr lang="zh-TW" altLang="zh-TW" sz="1800"/>
            </a:p>
          </p:txBody>
        </p:sp>
        <p:sp>
          <p:nvSpPr>
            <p:cNvPr id="45" name="Rectangle 23"/>
            <p:cNvSpPr>
              <a:spLocks noChangeArrowheads="1"/>
            </p:cNvSpPr>
            <p:nvPr/>
          </p:nvSpPr>
          <p:spPr bwMode="auto">
            <a:xfrm>
              <a:off x="569" y="1806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r>
                <a:rPr lang="en-US" altLang="zh-TW" sz="1800"/>
                <a:t>2</a:t>
              </a:r>
            </a:p>
          </p:txBody>
        </p:sp>
        <p:sp>
          <p:nvSpPr>
            <p:cNvPr id="46" name="Rectangle 22"/>
            <p:cNvSpPr>
              <a:spLocks noChangeArrowheads="1"/>
            </p:cNvSpPr>
            <p:nvPr/>
          </p:nvSpPr>
          <p:spPr bwMode="auto">
            <a:xfrm>
              <a:off x="4921" y="1519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r>
                <a:rPr lang="en-US" altLang="zh-TW" sz="1800"/>
                <a:t>1</a:t>
              </a:r>
            </a:p>
          </p:txBody>
        </p:sp>
        <p:sp>
          <p:nvSpPr>
            <p:cNvPr id="47" name="Rectangle 21"/>
            <p:cNvSpPr>
              <a:spLocks noChangeArrowheads="1"/>
            </p:cNvSpPr>
            <p:nvPr/>
          </p:nvSpPr>
          <p:spPr bwMode="auto">
            <a:xfrm>
              <a:off x="4377" y="1519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r>
                <a:rPr lang="en-US" altLang="zh-TW" sz="1800" b="1" u="sng">
                  <a:solidFill>
                    <a:schemeClr val="folHlink"/>
                  </a:solidFill>
                </a:rPr>
                <a:t>1</a:t>
              </a:r>
            </a:p>
          </p:txBody>
        </p:sp>
        <p:sp>
          <p:nvSpPr>
            <p:cNvPr id="48" name="Rectangle 20"/>
            <p:cNvSpPr>
              <a:spLocks noChangeArrowheads="1"/>
            </p:cNvSpPr>
            <p:nvPr/>
          </p:nvSpPr>
          <p:spPr bwMode="auto">
            <a:xfrm>
              <a:off x="3833" y="1519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r>
                <a:rPr lang="en-US" altLang="zh-TW" sz="1800"/>
                <a:t>2</a:t>
              </a:r>
            </a:p>
          </p:txBody>
        </p:sp>
        <p:sp>
          <p:nvSpPr>
            <p:cNvPr id="49" name="Rectangle 19"/>
            <p:cNvSpPr>
              <a:spLocks noChangeArrowheads="1"/>
            </p:cNvSpPr>
            <p:nvPr/>
          </p:nvSpPr>
          <p:spPr bwMode="auto">
            <a:xfrm>
              <a:off x="3289" y="1519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r>
                <a:rPr lang="en-US" altLang="zh-TW" sz="1800"/>
                <a:t>2</a:t>
              </a:r>
            </a:p>
          </p:txBody>
        </p:sp>
        <p:sp>
          <p:nvSpPr>
            <p:cNvPr id="50" name="Rectangle 18"/>
            <p:cNvSpPr>
              <a:spLocks noChangeArrowheads="1"/>
            </p:cNvSpPr>
            <p:nvPr/>
          </p:nvSpPr>
          <p:spPr bwMode="auto">
            <a:xfrm>
              <a:off x="2745" y="1519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r>
                <a:rPr lang="en-US" altLang="zh-TW" sz="1800"/>
                <a:t>2</a:t>
              </a:r>
            </a:p>
          </p:txBody>
        </p:sp>
        <p:sp>
          <p:nvSpPr>
            <p:cNvPr id="51" name="Rectangle 17"/>
            <p:cNvSpPr>
              <a:spLocks noChangeArrowheads="1"/>
            </p:cNvSpPr>
            <p:nvPr/>
          </p:nvSpPr>
          <p:spPr bwMode="auto">
            <a:xfrm>
              <a:off x="2201" y="1519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r>
                <a:rPr lang="en-US" altLang="zh-TW" sz="1800" b="1" u="sng">
                  <a:solidFill>
                    <a:schemeClr val="folHlink"/>
                  </a:solidFill>
                </a:rPr>
                <a:t>2</a:t>
              </a:r>
            </a:p>
          </p:txBody>
        </p:sp>
        <p:sp>
          <p:nvSpPr>
            <p:cNvPr id="52" name="Rectangle 16"/>
            <p:cNvSpPr>
              <a:spLocks noChangeArrowheads="1"/>
            </p:cNvSpPr>
            <p:nvPr/>
          </p:nvSpPr>
          <p:spPr bwMode="auto">
            <a:xfrm>
              <a:off x="1657" y="1519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r>
                <a:rPr lang="en-US" altLang="zh-TW" sz="1800"/>
                <a:t>3</a:t>
              </a:r>
            </a:p>
          </p:txBody>
        </p:sp>
        <p:sp>
          <p:nvSpPr>
            <p:cNvPr id="53" name="Rectangle 15"/>
            <p:cNvSpPr>
              <a:spLocks noChangeArrowheads="1"/>
            </p:cNvSpPr>
            <p:nvPr/>
          </p:nvSpPr>
          <p:spPr bwMode="auto">
            <a:xfrm>
              <a:off x="1113" y="1519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r>
                <a:rPr lang="en-US" altLang="zh-TW" sz="1800" b="1" u="sng">
                  <a:solidFill>
                    <a:schemeClr val="folHlink"/>
                  </a:solidFill>
                </a:rPr>
                <a:t>3</a:t>
              </a:r>
            </a:p>
          </p:txBody>
        </p:sp>
        <p:sp>
          <p:nvSpPr>
            <p:cNvPr id="54" name="Rectangle 14"/>
            <p:cNvSpPr>
              <a:spLocks noChangeArrowheads="1"/>
            </p:cNvSpPr>
            <p:nvPr/>
          </p:nvSpPr>
          <p:spPr bwMode="auto">
            <a:xfrm>
              <a:off x="569" y="1519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r>
                <a:rPr lang="en-US" altLang="zh-TW" sz="1800"/>
                <a:t>1</a:t>
              </a:r>
            </a:p>
          </p:txBody>
        </p:sp>
        <p:sp>
          <p:nvSpPr>
            <p:cNvPr id="55" name="Rectangle 13"/>
            <p:cNvSpPr>
              <a:spLocks noChangeArrowheads="1"/>
            </p:cNvSpPr>
            <p:nvPr/>
          </p:nvSpPr>
          <p:spPr bwMode="auto">
            <a:xfrm>
              <a:off x="4921" y="1232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r>
                <a:rPr lang="en-US" altLang="zh-TW" sz="1800"/>
                <a:t>6</a:t>
              </a:r>
            </a:p>
          </p:txBody>
        </p:sp>
        <p:sp>
          <p:nvSpPr>
            <p:cNvPr id="56" name="Rectangle 12"/>
            <p:cNvSpPr>
              <a:spLocks noChangeArrowheads="1"/>
            </p:cNvSpPr>
            <p:nvPr/>
          </p:nvSpPr>
          <p:spPr bwMode="auto">
            <a:xfrm>
              <a:off x="4377" y="1232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r>
                <a:rPr lang="en-US" altLang="zh-TW" sz="1800"/>
                <a:t>1</a:t>
              </a:r>
            </a:p>
          </p:txBody>
        </p:sp>
        <p:sp>
          <p:nvSpPr>
            <p:cNvPr id="57" name="Rectangle 11"/>
            <p:cNvSpPr>
              <a:spLocks noChangeArrowheads="1"/>
            </p:cNvSpPr>
            <p:nvPr/>
          </p:nvSpPr>
          <p:spPr bwMode="auto">
            <a:xfrm>
              <a:off x="3833" y="1232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r>
                <a:rPr lang="en-US" altLang="zh-TW" sz="1800"/>
                <a:t>8</a:t>
              </a:r>
            </a:p>
          </p:txBody>
        </p:sp>
        <p:sp>
          <p:nvSpPr>
            <p:cNvPr id="58" name="Rectangle 10"/>
            <p:cNvSpPr>
              <a:spLocks noChangeArrowheads="1"/>
            </p:cNvSpPr>
            <p:nvPr/>
          </p:nvSpPr>
          <p:spPr bwMode="auto">
            <a:xfrm>
              <a:off x="3289" y="1232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r>
                <a:rPr lang="en-US" altLang="zh-TW" sz="1800"/>
                <a:t>4</a:t>
              </a:r>
            </a:p>
          </p:txBody>
        </p:sp>
        <p:sp>
          <p:nvSpPr>
            <p:cNvPr id="59" name="Rectangle 9"/>
            <p:cNvSpPr>
              <a:spLocks noChangeArrowheads="1"/>
            </p:cNvSpPr>
            <p:nvPr/>
          </p:nvSpPr>
          <p:spPr bwMode="auto">
            <a:xfrm>
              <a:off x="2745" y="1232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r>
                <a:rPr lang="en-US" altLang="zh-TW" sz="1800"/>
                <a:t>7</a:t>
              </a:r>
            </a:p>
          </p:txBody>
        </p:sp>
        <p:sp>
          <p:nvSpPr>
            <p:cNvPr id="60" name="Rectangle 8"/>
            <p:cNvSpPr>
              <a:spLocks noChangeArrowheads="1"/>
            </p:cNvSpPr>
            <p:nvPr/>
          </p:nvSpPr>
          <p:spPr bwMode="auto">
            <a:xfrm>
              <a:off x="2201" y="1232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r>
                <a:rPr lang="en-US" altLang="zh-TW" sz="1800"/>
                <a:t>2</a:t>
              </a:r>
            </a:p>
          </p:txBody>
        </p:sp>
        <p:sp>
          <p:nvSpPr>
            <p:cNvPr id="61" name="Rectangle 7"/>
            <p:cNvSpPr>
              <a:spLocks noChangeArrowheads="1"/>
            </p:cNvSpPr>
            <p:nvPr/>
          </p:nvSpPr>
          <p:spPr bwMode="auto">
            <a:xfrm>
              <a:off x="1657" y="1232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r>
                <a:rPr lang="en-US" altLang="zh-TW" sz="1800"/>
                <a:t>5</a:t>
              </a:r>
            </a:p>
          </p:txBody>
        </p:sp>
        <p:sp>
          <p:nvSpPr>
            <p:cNvPr id="62" name="Rectangle 6"/>
            <p:cNvSpPr>
              <a:spLocks noChangeArrowheads="1"/>
            </p:cNvSpPr>
            <p:nvPr/>
          </p:nvSpPr>
          <p:spPr bwMode="auto">
            <a:xfrm>
              <a:off x="1113" y="1232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r>
                <a:rPr lang="en-US" altLang="zh-TW" sz="1800"/>
                <a:t>3</a:t>
              </a:r>
            </a:p>
          </p:txBody>
        </p:sp>
        <p:sp>
          <p:nvSpPr>
            <p:cNvPr id="63" name="Rectangle 5"/>
            <p:cNvSpPr>
              <a:spLocks noChangeArrowheads="1"/>
            </p:cNvSpPr>
            <p:nvPr/>
          </p:nvSpPr>
          <p:spPr bwMode="auto">
            <a:xfrm>
              <a:off x="569" y="1232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endParaRPr lang="zh-TW" altLang="zh-TW" sz="1800"/>
            </a:p>
          </p:txBody>
        </p:sp>
        <p:sp>
          <p:nvSpPr>
            <p:cNvPr id="64" name="Line 86"/>
            <p:cNvSpPr>
              <a:spLocks noChangeShapeType="1"/>
            </p:cNvSpPr>
            <p:nvPr/>
          </p:nvSpPr>
          <p:spPr bwMode="auto">
            <a:xfrm>
              <a:off x="569" y="1232"/>
              <a:ext cx="489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65" name="Line 87"/>
            <p:cNvSpPr>
              <a:spLocks noChangeShapeType="1"/>
            </p:cNvSpPr>
            <p:nvPr/>
          </p:nvSpPr>
          <p:spPr bwMode="auto">
            <a:xfrm>
              <a:off x="569" y="1519"/>
              <a:ext cx="48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66" name="Line 88"/>
            <p:cNvSpPr>
              <a:spLocks noChangeShapeType="1"/>
            </p:cNvSpPr>
            <p:nvPr/>
          </p:nvSpPr>
          <p:spPr bwMode="auto">
            <a:xfrm>
              <a:off x="569" y="1806"/>
              <a:ext cx="48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67" name="Line 89"/>
            <p:cNvSpPr>
              <a:spLocks noChangeShapeType="1"/>
            </p:cNvSpPr>
            <p:nvPr/>
          </p:nvSpPr>
          <p:spPr bwMode="auto">
            <a:xfrm>
              <a:off x="569" y="2093"/>
              <a:ext cx="48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68" name="Line 90"/>
            <p:cNvSpPr>
              <a:spLocks noChangeShapeType="1"/>
            </p:cNvSpPr>
            <p:nvPr/>
          </p:nvSpPr>
          <p:spPr bwMode="auto">
            <a:xfrm>
              <a:off x="569" y="2380"/>
              <a:ext cx="48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69" name="Line 91"/>
            <p:cNvSpPr>
              <a:spLocks noChangeShapeType="1"/>
            </p:cNvSpPr>
            <p:nvPr/>
          </p:nvSpPr>
          <p:spPr bwMode="auto">
            <a:xfrm>
              <a:off x="569" y="2667"/>
              <a:ext cx="48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70" name="Line 95"/>
            <p:cNvSpPr>
              <a:spLocks noChangeShapeType="1"/>
            </p:cNvSpPr>
            <p:nvPr/>
          </p:nvSpPr>
          <p:spPr bwMode="auto">
            <a:xfrm>
              <a:off x="569" y="2954"/>
              <a:ext cx="489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71" name="Line 96"/>
            <p:cNvSpPr>
              <a:spLocks noChangeShapeType="1"/>
            </p:cNvSpPr>
            <p:nvPr/>
          </p:nvSpPr>
          <p:spPr bwMode="auto">
            <a:xfrm>
              <a:off x="569" y="1232"/>
              <a:ext cx="0" cy="172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72" name="Line 97"/>
            <p:cNvSpPr>
              <a:spLocks noChangeShapeType="1"/>
            </p:cNvSpPr>
            <p:nvPr/>
          </p:nvSpPr>
          <p:spPr bwMode="auto">
            <a:xfrm>
              <a:off x="1113" y="1232"/>
              <a:ext cx="0" cy="172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73" name="Line 98"/>
            <p:cNvSpPr>
              <a:spLocks noChangeShapeType="1"/>
            </p:cNvSpPr>
            <p:nvPr/>
          </p:nvSpPr>
          <p:spPr bwMode="auto">
            <a:xfrm>
              <a:off x="1657" y="1232"/>
              <a:ext cx="0" cy="172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74" name="Line 99"/>
            <p:cNvSpPr>
              <a:spLocks noChangeShapeType="1"/>
            </p:cNvSpPr>
            <p:nvPr/>
          </p:nvSpPr>
          <p:spPr bwMode="auto">
            <a:xfrm>
              <a:off x="2201" y="1232"/>
              <a:ext cx="0" cy="172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75" name="Line 100"/>
            <p:cNvSpPr>
              <a:spLocks noChangeShapeType="1"/>
            </p:cNvSpPr>
            <p:nvPr/>
          </p:nvSpPr>
          <p:spPr bwMode="auto">
            <a:xfrm>
              <a:off x="2745" y="1232"/>
              <a:ext cx="0" cy="172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76" name="Line 101"/>
            <p:cNvSpPr>
              <a:spLocks noChangeShapeType="1"/>
            </p:cNvSpPr>
            <p:nvPr/>
          </p:nvSpPr>
          <p:spPr bwMode="auto">
            <a:xfrm>
              <a:off x="3289" y="1232"/>
              <a:ext cx="0" cy="172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77" name="Line 102"/>
            <p:cNvSpPr>
              <a:spLocks noChangeShapeType="1"/>
            </p:cNvSpPr>
            <p:nvPr/>
          </p:nvSpPr>
          <p:spPr bwMode="auto">
            <a:xfrm>
              <a:off x="3833" y="1232"/>
              <a:ext cx="0" cy="172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78" name="Line 103"/>
            <p:cNvSpPr>
              <a:spLocks noChangeShapeType="1"/>
            </p:cNvSpPr>
            <p:nvPr/>
          </p:nvSpPr>
          <p:spPr bwMode="auto">
            <a:xfrm>
              <a:off x="4377" y="1232"/>
              <a:ext cx="0" cy="172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79" name="Line 104"/>
            <p:cNvSpPr>
              <a:spLocks noChangeShapeType="1"/>
            </p:cNvSpPr>
            <p:nvPr/>
          </p:nvSpPr>
          <p:spPr bwMode="auto">
            <a:xfrm>
              <a:off x="4921" y="1232"/>
              <a:ext cx="0" cy="172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80" name="Line 105"/>
            <p:cNvSpPr>
              <a:spLocks noChangeShapeType="1"/>
            </p:cNvSpPr>
            <p:nvPr/>
          </p:nvSpPr>
          <p:spPr bwMode="auto">
            <a:xfrm>
              <a:off x="5465" y="1232"/>
              <a:ext cx="0" cy="172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81" name="Rectangle 116"/>
            <p:cNvSpPr>
              <a:spLocks noChangeArrowheads="1"/>
            </p:cNvSpPr>
            <p:nvPr/>
          </p:nvSpPr>
          <p:spPr bwMode="auto">
            <a:xfrm>
              <a:off x="192" y="1883"/>
              <a:ext cx="259" cy="3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TW">
                  <a:latin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82" name="Line 118"/>
            <p:cNvSpPr>
              <a:spLocks noChangeShapeType="1"/>
            </p:cNvSpPr>
            <p:nvPr/>
          </p:nvSpPr>
          <p:spPr bwMode="auto">
            <a:xfrm>
              <a:off x="614" y="1096"/>
              <a:ext cx="485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83" name="Rectangle 124"/>
            <p:cNvSpPr>
              <a:spLocks noChangeArrowheads="1"/>
            </p:cNvSpPr>
            <p:nvPr/>
          </p:nvSpPr>
          <p:spPr bwMode="auto">
            <a:xfrm>
              <a:off x="2474" y="960"/>
              <a:ext cx="726" cy="2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TW">
                  <a:latin typeface="Times New Roman" panose="02020603050405020304" pitchFamily="18" charset="0"/>
                </a:rPr>
                <a:t>Input</a:t>
              </a:r>
            </a:p>
          </p:txBody>
        </p:sp>
        <p:sp>
          <p:nvSpPr>
            <p:cNvPr id="84" name="Oval 125"/>
            <p:cNvSpPr>
              <a:spLocks noChangeArrowheads="1"/>
            </p:cNvSpPr>
            <p:nvPr/>
          </p:nvSpPr>
          <p:spPr bwMode="auto">
            <a:xfrm>
              <a:off x="1204" y="1549"/>
              <a:ext cx="363" cy="272"/>
            </a:xfrm>
            <a:prstGeom prst="ellipse">
              <a:avLst/>
            </a:prstGeom>
            <a:noFill/>
            <a:ln w="28575">
              <a:solidFill>
                <a:schemeClr val="hlink"/>
              </a:solidFill>
              <a:prstDash val="sys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85" name="Oval 126"/>
            <p:cNvSpPr>
              <a:spLocks noChangeArrowheads="1"/>
            </p:cNvSpPr>
            <p:nvPr/>
          </p:nvSpPr>
          <p:spPr bwMode="auto">
            <a:xfrm>
              <a:off x="1749" y="1595"/>
              <a:ext cx="363" cy="499"/>
            </a:xfrm>
            <a:prstGeom prst="ellipse">
              <a:avLst/>
            </a:prstGeom>
            <a:noFill/>
            <a:ln w="28575">
              <a:solidFill>
                <a:schemeClr val="hlink"/>
              </a:solidFill>
              <a:prstDash val="sys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86" name="Oval 127"/>
            <p:cNvSpPr>
              <a:spLocks noChangeArrowheads="1"/>
            </p:cNvSpPr>
            <p:nvPr/>
          </p:nvSpPr>
          <p:spPr bwMode="auto">
            <a:xfrm>
              <a:off x="2837" y="1821"/>
              <a:ext cx="363" cy="500"/>
            </a:xfrm>
            <a:prstGeom prst="ellipse">
              <a:avLst/>
            </a:prstGeom>
            <a:noFill/>
            <a:ln w="28575">
              <a:solidFill>
                <a:schemeClr val="hlink"/>
              </a:solidFill>
              <a:prstDash val="sys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87" name="Oval 128"/>
            <p:cNvSpPr>
              <a:spLocks noChangeArrowheads="1"/>
            </p:cNvSpPr>
            <p:nvPr/>
          </p:nvSpPr>
          <p:spPr bwMode="auto">
            <a:xfrm>
              <a:off x="3926" y="2048"/>
              <a:ext cx="363" cy="545"/>
            </a:xfrm>
            <a:prstGeom prst="ellipse">
              <a:avLst/>
            </a:prstGeom>
            <a:noFill/>
            <a:ln w="28575">
              <a:solidFill>
                <a:schemeClr val="hlink"/>
              </a:solidFill>
              <a:prstDash val="sys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88" name="Oval 129"/>
            <p:cNvSpPr>
              <a:spLocks noChangeArrowheads="1"/>
            </p:cNvSpPr>
            <p:nvPr/>
          </p:nvSpPr>
          <p:spPr bwMode="auto">
            <a:xfrm>
              <a:off x="5015" y="2275"/>
              <a:ext cx="363" cy="318"/>
            </a:xfrm>
            <a:prstGeom prst="ellipse">
              <a:avLst/>
            </a:prstGeom>
            <a:noFill/>
            <a:ln w="28575">
              <a:solidFill>
                <a:schemeClr val="hlink"/>
              </a:solidFill>
              <a:prstDash val="sys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89" name="Line 130"/>
            <p:cNvSpPr>
              <a:spLocks noChangeShapeType="1"/>
            </p:cNvSpPr>
            <p:nvPr/>
          </p:nvSpPr>
          <p:spPr bwMode="auto">
            <a:xfrm flipH="1" flipV="1">
              <a:off x="4198" y="2592"/>
              <a:ext cx="862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prstDash val="sysDot"/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90" name="Line 131"/>
            <p:cNvSpPr>
              <a:spLocks noChangeShapeType="1"/>
            </p:cNvSpPr>
            <p:nvPr/>
          </p:nvSpPr>
          <p:spPr bwMode="auto">
            <a:xfrm flipH="1">
              <a:off x="3246" y="2093"/>
              <a:ext cx="770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prstDash val="sysDot"/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91" name="Line 132"/>
            <p:cNvSpPr>
              <a:spLocks noChangeShapeType="1"/>
            </p:cNvSpPr>
            <p:nvPr/>
          </p:nvSpPr>
          <p:spPr bwMode="auto">
            <a:xfrm flipH="1">
              <a:off x="2105" y="1836"/>
              <a:ext cx="771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prstDash val="sysDot"/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92" name="Line 133"/>
            <p:cNvSpPr>
              <a:spLocks noChangeShapeType="1"/>
            </p:cNvSpPr>
            <p:nvPr/>
          </p:nvSpPr>
          <p:spPr bwMode="auto">
            <a:xfrm flipH="1" flipV="1">
              <a:off x="1567" y="1640"/>
              <a:ext cx="227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prstDash val="sysDot"/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6848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dirty="0" smtClean="0">
                <a:latin typeface="+mn-lt"/>
              </a:rPr>
              <a:t>Decision rule</a:t>
            </a:r>
            <a:endParaRPr lang="en-US" altLang="zh-TW" dirty="0">
              <a:latin typeface="+mn-lt"/>
            </a:endParaRPr>
          </a:p>
        </p:txBody>
      </p:sp>
      <p:sp>
        <p:nvSpPr>
          <p:cNvPr id="8397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altLang="zh-TW" sz="2400" dirty="0">
                <a:latin typeface="+mn-lt"/>
              </a:rPr>
              <a:t>Let the comparison </a:t>
            </a:r>
            <a:r>
              <a:rPr lang="en-US" altLang="zh-TW" sz="2400" dirty="0" smtClean="0">
                <a:latin typeface="+mn-lt"/>
              </a:rPr>
              <a:t>p1 </a:t>
            </a:r>
            <a:r>
              <a:rPr lang="en-US" altLang="zh-TW" sz="2400" dirty="0">
                <a:latin typeface="+mn-lt"/>
              </a:rPr>
              <a:t>: p2 be the </a:t>
            </a:r>
            <a:r>
              <a:rPr lang="en-US" altLang="zh-TW" sz="2400" dirty="0" err="1">
                <a:latin typeface="+mn-lt"/>
              </a:rPr>
              <a:t>ith</a:t>
            </a:r>
            <a:r>
              <a:rPr lang="en-US" altLang="zh-TW" sz="2400" dirty="0">
                <a:latin typeface="+mn-lt"/>
              </a:rPr>
              <a:t> </a:t>
            </a:r>
            <a:r>
              <a:rPr lang="en-US" altLang="zh-TW" sz="2400" dirty="0" smtClean="0">
                <a:latin typeface="+mn-lt"/>
              </a:rPr>
              <a:t>on P*. </a:t>
            </a:r>
            <a:r>
              <a:rPr lang="en-US" altLang="zh-TW" sz="2400" dirty="0">
                <a:latin typeface="+mn-lt"/>
              </a:rPr>
              <a:t>If p1 and p2 are both positions in A (say, </a:t>
            </a:r>
            <a:r>
              <a:rPr lang="en-US" altLang="zh-TW" sz="2400" dirty="0" smtClean="0">
                <a:latin typeface="+mn-lt"/>
              </a:rPr>
              <a:t>au, and </a:t>
            </a:r>
            <a:r>
              <a:rPr lang="en-US" altLang="zh-TW" sz="2400" dirty="0" err="1" smtClean="0">
                <a:latin typeface="+mn-lt"/>
              </a:rPr>
              <a:t>av</a:t>
            </a:r>
            <a:r>
              <a:rPr lang="en-US" altLang="zh-TW" sz="2400" dirty="0" smtClean="0">
                <a:latin typeface="+mn-lt"/>
              </a:rPr>
              <a:t>) </a:t>
            </a:r>
            <a:r>
              <a:rPr lang="en-US" altLang="zh-TW" sz="2400" dirty="0">
                <a:latin typeface="+mn-lt"/>
              </a:rPr>
              <a:t>then if u &lt; </a:t>
            </a:r>
            <a:r>
              <a:rPr lang="en-US" altLang="zh-TW" sz="2400" dirty="0" smtClean="0">
                <a:latin typeface="+mn-lt"/>
              </a:rPr>
              <a:t>v </a:t>
            </a:r>
            <a:r>
              <a:rPr lang="en-US" altLang="zh-TW" sz="2400" dirty="0">
                <a:latin typeface="+mn-lt"/>
              </a:rPr>
              <a:t>then return “less than”; </a:t>
            </a:r>
            <a:r>
              <a:rPr lang="en-US" altLang="zh-TW" sz="2400" dirty="0" smtClean="0">
                <a:latin typeface="+mn-lt"/>
              </a:rPr>
              <a:t>otherwise</a:t>
            </a:r>
            <a:r>
              <a:rPr lang="en-US" altLang="zh-TW" sz="2400" dirty="0">
                <a:latin typeface="+mn-lt"/>
              </a:rPr>
              <a:t>, return “greater than</a:t>
            </a:r>
            <a:r>
              <a:rPr lang="en-US" altLang="zh-TW" sz="2400" dirty="0" smtClean="0">
                <a:latin typeface="+mn-lt"/>
              </a:rPr>
              <a:t>”.</a:t>
            </a:r>
          </a:p>
          <a:p>
            <a:pPr>
              <a:lnSpc>
                <a:spcPct val="80000"/>
              </a:lnSpc>
            </a:pPr>
            <a:r>
              <a:rPr lang="en-US" altLang="zh-TW" sz="2400" dirty="0" smtClean="0">
                <a:latin typeface="+mn-lt"/>
              </a:rPr>
              <a:t>If </a:t>
            </a:r>
            <a:r>
              <a:rPr lang="en-US" altLang="zh-TW" sz="2400" dirty="0">
                <a:latin typeface="+mn-lt"/>
              </a:rPr>
              <a:t>p1 and p2 are not both positions in A then do </a:t>
            </a:r>
            <a:r>
              <a:rPr lang="en-US" altLang="zh-TW" sz="2400" dirty="0" smtClean="0">
                <a:latin typeface="+mn-lt"/>
              </a:rPr>
              <a:t>the </a:t>
            </a:r>
            <a:r>
              <a:rPr lang="en-US" altLang="zh-TW" sz="2400" dirty="0">
                <a:latin typeface="+mn-lt"/>
              </a:rPr>
              <a:t>following. Let R be the set of relative orderings </a:t>
            </a:r>
            <a:r>
              <a:rPr lang="en-US" altLang="zh-TW" sz="2400" dirty="0" smtClean="0">
                <a:latin typeface="+mn-lt"/>
              </a:rPr>
              <a:t>of </a:t>
            </a:r>
            <a:r>
              <a:rPr lang="en-US" altLang="zh-TW" sz="2400" dirty="0">
                <a:latin typeface="+mn-lt"/>
              </a:rPr>
              <a:t>the positions of strings A and B that are consistent </a:t>
            </a:r>
            <a:r>
              <a:rPr lang="en-US" altLang="zh-TW" sz="2400" dirty="0" smtClean="0">
                <a:latin typeface="+mn-lt"/>
              </a:rPr>
              <a:t>with </a:t>
            </a:r>
            <a:r>
              <a:rPr lang="en-US" altLang="zh-TW" sz="2400" dirty="0">
                <a:latin typeface="+mn-lt"/>
              </a:rPr>
              <a:t>the results of all comparisons made </a:t>
            </a:r>
            <a:r>
              <a:rPr lang="en-US" altLang="zh-TW" sz="2400" dirty="0" smtClean="0">
                <a:latin typeface="+mn-lt"/>
              </a:rPr>
              <a:t>along P(1) to P(i-1) that </a:t>
            </a:r>
            <a:r>
              <a:rPr lang="en-US" altLang="zh-TW" sz="2400" dirty="0">
                <a:latin typeface="+mn-lt"/>
              </a:rPr>
              <a:t>also have </a:t>
            </a:r>
            <a:r>
              <a:rPr lang="en-US" altLang="zh-TW" sz="2400" dirty="0" smtClean="0">
                <a:latin typeface="+mn-lt"/>
              </a:rPr>
              <a:t>a1 </a:t>
            </a:r>
            <a:r>
              <a:rPr lang="en-US" altLang="zh-TW" sz="2400" dirty="0">
                <a:latin typeface="+mn-lt"/>
              </a:rPr>
              <a:t>&lt; a2 &lt; </a:t>
            </a:r>
            <a:r>
              <a:rPr lang="en-US" altLang="zh-TW" sz="2400" dirty="0" smtClean="0">
                <a:latin typeface="+mn-lt"/>
              </a:rPr>
              <a:t>… </a:t>
            </a:r>
            <a:r>
              <a:rPr lang="en-US" altLang="zh-TW" sz="2400" dirty="0">
                <a:latin typeface="+mn-lt"/>
              </a:rPr>
              <a:t>&lt;</a:t>
            </a:r>
            <a:r>
              <a:rPr lang="en-US" altLang="zh-TW" sz="2400" dirty="0" smtClean="0">
                <a:latin typeface="+mn-lt"/>
              </a:rPr>
              <a:t>an, </a:t>
            </a:r>
            <a:r>
              <a:rPr lang="en-US" altLang="zh-TW" sz="2400" dirty="0">
                <a:latin typeface="+mn-lt"/>
              </a:rPr>
              <a:t>Let </a:t>
            </a:r>
            <a:r>
              <a:rPr lang="en-US" altLang="zh-TW" sz="2400" dirty="0" smtClean="0">
                <a:latin typeface="+mn-lt"/>
              </a:rPr>
              <a:t>R1 </a:t>
            </a:r>
            <a:r>
              <a:rPr lang="en-US" altLang="zh-TW" sz="2400" dirty="0">
                <a:latin typeface="+mn-lt"/>
              </a:rPr>
              <a:t>be the subset </a:t>
            </a:r>
            <a:r>
              <a:rPr lang="en-US" altLang="zh-TW" sz="2400" dirty="0" smtClean="0">
                <a:latin typeface="+mn-lt"/>
              </a:rPr>
              <a:t>of </a:t>
            </a:r>
            <a:r>
              <a:rPr lang="en-US" altLang="zh-TW" sz="2400" dirty="0">
                <a:latin typeface="+mn-lt"/>
              </a:rPr>
              <a:t>R that is consistent with p1 &lt; p2 and let R2 be the </a:t>
            </a:r>
            <a:r>
              <a:rPr lang="en-US" altLang="zh-TW" sz="2400" dirty="0" smtClean="0">
                <a:latin typeface="+mn-lt"/>
              </a:rPr>
              <a:t>subset </a:t>
            </a:r>
            <a:r>
              <a:rPr lang="en-US" altLang="zh-TW" sz="2400" dirty="0">
                <a:latin typeface="+mn-lt"/>
              </a:rPr>
              <a:t>of R consistent with p1 &gt;</a:t>
            </a:r>
            <a:r>
              <a:rPr lang="en-US" altLang="zh-TW" sz="2400" dirty="0" smtClean="0">
                <a:latin typeface="+mn-lt"/>
              </a:rPr>
              <a:t>p2. If I R1 I &gt; </a:t>
            </a:r>
            <a:r>
              <a:rPr lang="en-US" altLang="zh-TW" sz="2400" dirty="0">
                <a:latin typeface="+mn-lt"/>
              </a:rPr>
              <a:t>I </a:t>
            </a:r>
            <a:r>
              <a:rPr lang="en-US" altLang="zh-TW" sz="2400" dirty="0" smtClean="0">
                <a:latin typeface="+mn-lt"/>
              </a:rPr>
              <a:t>R2 I then </a:t>
            </a:r>
            <a:r>
              <a:rPr lang="en-US" altLang="zh-TW" sz="2400" dirty="0">
                <a:latin typeface="+mn-lt"/>
              </a:rPr>
              <a:t>return “less than”; otherwise return “greater </a:t>
            </a:r>
            <a:r>
              <a:rPr lang="en-US" altLang="zh-TW" sz="2400" dirty="0" smtClean="0">
                <a:latin typeface="+mn-lt"/>
              </a:rPr>
              <a:t>than</a:t>
            </a:r>
            <a:r>
              <a:rPr lang="en-US" altLang="zh-TW" sz="2400" dirty="0">
                <a:latin typeface="+mn-lt"/>
              </a:rPr>
              <a:t>”. </a:t>
            </a:r>
          </a:p>
        </p:txBody>
      </p:sp>
      <p:sp>
        <p:nvSpPr>
          <p:cNvPr id="9" name="日期版面配置區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2014/2/25</a:t>
            </a:r>
            <a:endParaRPr lang="zh-TW" altLang="en-US"/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pPr/>
              <a:t>4</a:t>
            </a:fld>
            <a:endParaRPr lang="zh-TW" altLang="en-US"/>
          </a:p>
        </p:txBody>
      </p:sp>
      <p:graphicFrame>
        <p:nvGraphicFramePr>
          <p:cNvPr id="22" name="資料庫圖表 21"/>
          <p:cNvGraphicFramePr/>
          <p:nvPr>
            <p:extLst>
              <p:ext uri="{D42A27DB-BD31-4B8C-83A1-F6EECF244321}">
                <p14:modId xmlns:p14="http://schemas.microsoft.com/office/powerpoint/2010/main" val="943572240"/>
              </p:ext>
            </p:extLst>
          </p:nvPr>
        </p:nvGraphicFramePr>
        <p:xfrm>
          <a:off x="3491880" y="4293096"/>
          <a:ext cx="5652120" cy="20632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36197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dirty="0" smtClean="0">
                <a:latin typeface="+mn-lt"/>
              </a:rPr>
              <a:t>Decision rule</a:t>
            </a:r>
            <a:endParaRPr lang="en-US" altLang="zh-TW" dirty="0">
              <a:latin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3971" name="Rectangle 3"/>
              <p:cNvSpPr>
                <a:spLocks noGrp="1" noChangeArrowheads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80000"/>
                  </a:lnSpc>
                </a:pPr>
                <a:r>
                  <a:rPr lang="en-US" altLang="zh-TW" sz="2400" dirty="0" smtClean="0">
                    <a:latin typeface="+mn-lt"/>
                  </a:rPr>
                  <a:t>Each element,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TW" sz="2400" dirty="0" smtClean="0">
                    <a:latin typeface="+mn-lt"/>
                  </a:rPr>
                  <a:t> of B, can be in any one of n+1 distinct states:</a:t>
                </a:r>
              </a:p>
              <a:p>
                <a:pPr lvl="1">
                  <a:lnSpc>
                    <a:spcPct val="8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TW" sz="2400" dirty="0" smtClean="0">
                  <a:latin typeface="+mn-lt"/>
                </a:endParaRPr>
              </a:p>
              <a:p>
                <a:pPr lvl="1">
                  <a:lnSpc>
                    <a:spcPct val="8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altLang="zh-TW" sz="2400" dirty="0" smtClean="0">
                    <a:latin typeface="+mn-lt"/>
                  </a:rPr>
                  <a:t>    [</a:t>
                </a:r>
                <a:r>
                  <a:rPr lang="en-US" altLang="zh-TW" sz="2400" dirty="0" err="1" smtClean="0">
                    <a:latin typeface="+mn-lt"/>
                  </a:rPr>
                  <a:t>i</a:t>
                </a:r>
                <a:r>
                  <a:rPr lang="en-US" altLang="zh-TW" sz="2400" dirty="0" smtClean="0">
                    <a:latin typeface="+mn-lt"/>
                  </a:rPr>
                  <a:t> = 1,…,n-1]</a:t>
                </a:r>
              </a:p>
              <a:p>
                <a:pPr lvl="1">
                  <a:lnSpc>
                    <a:spcPct val="8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altLang="zh-TW" sz="2100" dirty="0" smtClean="0">
                  <a:latin typeface="+mn-lt"/>
                </a:endParaRPr>
              </a:p>
              <a:p>
                <a:pPr>
                  <a:lnSpc>
                    <a:spcPct val="80000"/>
                  </a:lnSpc>
                </a:pPr>
                <a:endParaRPr lang="en-US" altLang="zh-TW" sz="2400" dirty="0" smtClean="0">
                  <a:latin typeface="+mn-lt"/>
                </a:endParaRPr>
              </a:p>
              <a:p>
                <a:pPr>
                  <a:lnSpc>
                    <a:spcPct val="80000"/>
                  </a:lnSpc>
                </a:pPr>
                <a:r>
                  <a:rPr lang="en-US" altLang="zh-TW" sz="2400" dirty="0">
                    <a:latin typeface="+mn-lt"/>
                  </a:rPr>
                  <a:t>Thus, there are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+1)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zh-TW" sz="2400" dirty="0" smtClean="0">
                    <a:latin typeface="+mn-lt"/>
                  </a:rPr>
                  <a:t> </a:t>
                </a:r>
                <a:r>
                  <a:rPr lang="en-US" altLang="zh-TW" sz="2400" dirty="0">
                    <a:latin typeface="+mn-lt"/>
                  </a:rPr>
                  <a:t>possible relative orderings </a:t>
                </a:r>
                <a:r>
                  <a:rPr lang="en-US" altLang="zh-TW" sz="2400" dirty="0" smtClean="0">
                    <a:latin typeface="+mn-lt"/>
                  </a:rPr>
                  <a:t>of </a:t>
                </a:r>
                <a:r>
                  <a:rPr lang="en-US" altLang="zh-TW" sz="2400" dirty="0">
                    <a:latin typeface="+mn-lt"/>
                  </a:rPr>
                  <a:t>the elements of B with respect to the elements of </a:t>
                </a:r>
                <a:r>
                  <a:rPr lang="en-US" altLang="zh-TW" sz="2400" dirty="0" smtClean="0">
                    <a:latin typeface="+mn-lt"/>
                  </a:rPr>
                  <a:t>A</a:t>
                </a:r>
                <a:r>
                  <a:rPr lang="en-US" altLang="zh-TW" sz="2400" dirty="0">
                    <a:latin typeface="+mn-lt"/>
                  </a:rPr>
                  <a:t>. It will require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func>
                          <m:funcPr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sz="240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+1)</m:t>
                            </m:r>
                          </m:e>
                        </m:func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zh-TW" sz="2400" dirty="0" smtClean="0">
                    <a:latin typeface="+mn-lt"/>
                  </a:rPr>
                  <a:t> comparisons to </a:t>
                </a:r>
                <a:r>
                  <a:rPr lang="en-US" altLang="zh-TW" sz="2400" dirty="0">
                    <a:latin typeface="+mn-lt"/>
                  </a:rPr>
                  <a:t>distinguish which states the elements of B are in. </a:t>
                </a:r>
              </a:p>
              <a:p>
                <a:pPr>
                  <a:lnSpc>
                    <a:spcPct val="80000"/>
                  </a:lnSpc>
                </a:pPr>
                <a:endParaRPr lang="en-US" altLang="zh-TW" sz="2400" dirty="0">
                  <a:latin typeface="+mn-lt"/>
                </a:endParaRPr>
              </a:p>
            </p:txBody>
          </p:sp>
        </mc:Choice>
        <mc:Fallback>
          <p:sp>
            <p:nvSpPr>
              <p:cNvPr id="8397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3"/>
                <a:stretch>
                  <a:fillRect l="-519" t="-2099" r="-8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日期版面配置區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2014/2/25</a:t>
            </a:r>
            <a:endParaRPr lang="zh-TW" altLang="en-US"/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01968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Conclusions</a:t>
            </a:r>
            <a:endParaRPr lang="zh-TW" altLang="en-US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2014/2/25</a:t>
            </a:r>
            <a:endParaRPr lang="zh-TW" altLang="en-US"/>
          </a:p>
        </p:txBody>
      </p:sp>
      <p:sp>
        <p:nvSpPr>
          <p:cNvPr id="7" name="內容版面配置區 6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altLang="zh-TW" sz="2400" dirty="0" err="1" smtClean="0"/>
              <a:t>nlogn</a:t>
            </a:r>
            <a:r>
              <a:rPr lang="en-US" altLang="zh-TW" sz="2400" dirty="0" smtClean="0"/>
              <a:t> </a:t>
            </a:r>
            <a:r>
              <a:rPr lang="en-US" altLang="zh-TW" sz="2400" dirty="0"/>
              <a:t>comparisons are required to </a:t>
            </a:r>
            <a:r>
              <a:rPr lang="en-US" altLang="zh-TW" sz="2400" dirty="0" smtClean="0"/>
              <a:t>make every </a:t>
            </a:r>
            <a:r>
              <a:rPr lang="en-US" altLang="zh-TW" sz="2400" dirty="0"/>
              <a:t>element of B comparable to every element </a:t>
            </a:r>
            <a:r>
              <a:rPr lang="en-US" altLang="zh-TW" sz="2400" dirty="0" smtClean="0"/>
              <a:t>of A</a:t>
            </a:r>
            <a:r>
              <a:rPr lang="en-US" altLang="zh-TW" sz="2400" dirty="0"/>
              <a:t>. </a:t>
            </a:r>
            <a:endParaRPr lang="zh-TW" altLang="en-US" sz="24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6314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theme/theme1.xml><?xml version="1.0" encoding="utf-8"?>
<a:theme xmlns:a="http://schemas.openxmlformats.org/drawingml/2006/main" name="原創">
  <a:themeElements>
    <a:clrScheme name="自訂 3">
      <a:dk1>
        <a:sysClr val="windowText" lastClr="000000"/>
      </a:dk1>
      <a:lt1>
        <a:sysClr val="window" lastClr="FFFFFF"/>
      </a:lt1>
      <a:dk2>
        <a:srgbClr val="000000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0000"/>
      </a:hlink>
      <a:folHlink>
        <a:srgbClr val="0000FF"/>
      </a:folHlink>
    </a:clrScheme>
    <a:fontScheme name="自訂 1">
      <a:majorFont>
        <a:latin typeface="Calibri"/>
        <a:ea typeface="微軟正黑體"/>
        <a:cs typeface=""/>
      </a:majorFont>
      <a:minorFont>
        <a:latin typeface="Calibri"/>
        <a:ea typeface="微軟正黑體"/>
        <a:cs typeface=""/>
      </a:minorFont>
    </a:fontScheme>
    <a:fmtScheme name="原創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9765</TotalTime>
  <Words>316</Words>
  <Application>Microsoft Office PowerPoint</Application>
  <PresentationFormat>如螢幕大小 (4:3)</PresentationFormat>
  <Paragraphs>84</Paragraphs>
  <Slides>6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5" baseType="lpstr">
      <vt:lpstr>微軟正黑體</vt:lpstr>
      <vt:lpstr>新細明體</vt:lpstr>
      <vt:lpstr>Calibri</vt:lpstr>
      <vt:lpstr>Cambria Math</vt:lpstr>
      <vt:lpstr>Tahoma</vt:lpstr>
      <vt:lpstr>Times New Roman</vt:lpstr>
      <vt:lpstr>Wingdings</vt:lpstr>
      <vt:lpstr>Wingdings 3</vt:lpstr>
      <vt:lpstr>原創</vt:lpstr>
      <vt:lpstr>An information theoretic lower bound for the longest common subsequence problem Information Processing Letters; vol. 7 pp. 40–41 (1978) </vt:lpstr>
      <vt:lpstr>Abstract</vt:lpstr>
      <vt:lpstr>The Longest Increasing Subsequence (LIS) Problem</vt:lpstr>
      <vt:lpstr>Decision rule</vt:lpstr>
      <vt:lpstr>Decision rule</vt:lpstr>
      <vt:lpstr>Conclusions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Quadratic-time algorithm for a string constrained LCS problem</dc:title>
  <dc:creator>Robert</dc:creator>
  <cp:lastModifiedBy>Chuan Yuan</cp:lastModifiedBy>
  <cp:revision>460</cp:revision>
  <cp:lastPrinted>2012-09-10T21:31:19Z</cp:lastPrinted>
  <dcterms:created xsi:type="dcterms:W3CDTF">2012-09-10T08:29:10Z</dcterms:created>
  <dcterms:modified xsi:type="dcterms:W3CDTF">2014-02-25T10:29:23Z</dcterms:modified>
</cp:coreProperties>
</file>