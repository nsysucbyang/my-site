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0" r:id="rId6"/>
    <p:sldId id="263" r:id="rId7"/>
    <p:sldId id="261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6936B-85BA-4A6F-B662-46E06410724F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6B80B-398F-4A30-86D5-F6FC573077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8279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5DD9-E673-4482-8079-D32CA643556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38308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6B80B-398F-4A30-86D5-F6FC573077D3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7468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3050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5540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5677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8911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5791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6857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87431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4926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9191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964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9826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D0222-3C98-4E21-BB4F-CF95E566A2B5}" type="datetimeFigureOut">
              <a:rPr lang="zh-TW" altLang="en-US" smtClean="0"/>
              <a:pPr/>
              <a:t>2014/4/22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35D37-C9CD-4C43-8BBC-FCBCC9F4BC5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015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232610" y="561475"/>
            <a:ext cx="9673389" cy="1190349"/>
          </a:xfrm>
        </p:spPr>
        <p:txBody>
          <a:bodyPr>
            <a:norm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Alignment </a:t>
            </a:r>
            <a:r>
              <a:rPr lang="en-US" altLang="zh-TW" sz="2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of the </a:t>
            </a:r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Amino Acid Sequences </a:t>
            </a:r>
            <a:r>
              <a:rPr lang="en-US" altLang="zh-TW" sz="2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of </a:t>
            </a:r>
            <a:r>
              <a:rPr lang="en-US" altLang="zh-TW" sz="2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Distantly</a:t>
            </a:r>
            <a:br>
              <a:rPr lang="en-US" altLang="zh-TW" sz="2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28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Related Proteins Using Variable Gap Penalties</a:t>
            </a:r>
            <a:endParaRPr lang="zh-TW" altLang="en-US" sz="28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05853" y="2342147"/>
            <a:ext cx="7796462" cy="3657600"/>
          </a:xfrm>
        </p:spPr>
        <p:txBody>
          <a:bodyPr>
            <a:noAutofit/>
          </a:bodyPr>
          <a:lstStyle/>
          <a:p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Arthur M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Lesk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, Michael Levitt and Cyrus 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Chothia</a:t>
            </a:r>
            <a:endParaRPr lang="en-US" altLang="zh-TW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Protein Engineering, 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Vol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. 1 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No.1 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pp.77-78, 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1986</a:t>
            </a:r>
          </a:p>
          <a:p>
            <a:endParaRPr lang="en-US" altLang="zh-TW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Presenter: Chong-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Xuan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Lo</a:t>
            </a:r>
          </a:p>
          <a:p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Date:2014/4/22</a:t>
            </a:r>
            <a:endParaRPr lang="zh-TW" alt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09360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/>
            </a:r>
            <a:br>
              <a:rPr lang="en-US" altLang="zh-TW" b="1" dirty="0" smtClean="0"/>
            </a:b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027907"/>
            <a:ext cx="8219136" cy="500513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essential step in assessing and analysing the relationship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two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more proteins is the establishment of 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amino acid sequences. The prediction of 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 protein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by model building from the known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homologue also requires the correct correspondence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residues.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Using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information alone, the optimal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procedure of Needleman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Wunsch (1970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equivalent modifications, with scoring parameters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mutation data matrix MD (Orcutt et al., 1984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correct results for closely related sequences. </a:t>
            </a:r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628650" y="230775"/>
            <a:ext cx="7886700" cy="63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Abstract</a:t>
            </a:r>
            <a:r>
              <a:rPr lang="en-US" altLang="zh-TW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02413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038103"/>
            <a:ext cx="8257773" cy="4486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distantly related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proteins, however, this procedure gives results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with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alignments derived from superpositions of the 3-D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structures; this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observed in the globins (Lesk and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Chothia,1980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cytochromes c (Dickerson, 1980), the serine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proteases (Delbaere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1979; Greer, 1981; Read et al., 1984)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plastocyanin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azurin (Chothia and Lesk, 1982).</a:t>
            </a:r>
            <a:endParaRPr lang="zh-TW" altLang="en-US" sz="2600" dirty="0"/>
          </a:p>
          <a:p>
            <a:pPr marL="0" indent="0">
              <a:buNone/>
            </a:pPr>
            <a:endParaRPr lang="zh-TW" altLang="en-US" sz="2600" dirty="0"/>
          </a:p>
          <a:p>
            <a:pPr marL="0" indent="0">
              <a:buNone/>
            </a:pPr>
            <a:endParaRPr lang="zh-TW" altLang="en-US" sz="2600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628650" y="347731"/>
            <a:ext cx="7886700" cy="574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Abstract </a:t>
            </a:r>
            <a:endParaRPr lang="zh-TW" altLang="en-US" sz="2600" dirty="0">
              <a:latin typeface="Times New Roman" panose="02020603050405020304" pitchFamily="18" charset="0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51025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30666" y="257176"/>
            <a:ext cx="2439426" cy="590854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GAP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Needleman -Wunsch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Sellars algorithm in the PIR program ALIGN,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bias of 2,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Figure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also indicates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helices in the a-strand of human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haemoglobin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clear that the algorithm has not hesitated to put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insertions within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helical regions.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74" y="257176"/>
            <a:ext cx="6415692" cy="5267861"/>
          </a:xfrm>
          <a:prstGeom prst="rect">
            <a:avLst/>
          </a:prstGeom>
        </p:spPr>
      </p:pic>
      <p:cxnSp>
        <p:nvCxnSpPr>
          <p:cNvPr id="14" name="直線接點 13"/>
          <p:cNvCxnSpPr/>
          <p:nvPr/>
        </p:nvCxnSpPr>
        <p:spPr>
          <a:xfrm flipH="1">
            <a:off x="6351373" y="572746"/>
            <a:ext cx="25450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485257" y="572746"/>
            <a:ext cx="8783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605484" y="572746"/>
            <a:ext cx="8812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937398" y="572746"/>
            <a:ext cx="36558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4811338" y="577642"/>
            <a:ext cx="8783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5354805" y="572746"/>
            <a:ext cx="8783" cy="2318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3522820" y="3106271"/>
            <a:ext cx="10505" cy="23290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4098802" y="3106271"/>
            <a:ext cx="10505" cy="23290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5141951" y="3106271"/>
            <a:ext cx="10505" cy="23290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5363588" y="3106271"/>
            <a:ext cx="20615" cy="23290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5162054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" y="344488"/>
            <a:ext cx="4693989" cy="2324571"/>
          </a:xfrm>
          <a:prstGeom prst="rect">
            <a:avLst/>
          </a:prstGeom>
        </p:spPr>
      </p:pic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700337" y="344487"/>
            <a:ext cx="4443663" cy="613045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GAP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Because of the importance of the stability of the structures of the packing of helix - helix interfaces, insertions and deletions are not observed to occur in the interiors of helical regions of proteins. They would entirely change the pattern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residue, and destroy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complementarity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occluding surfaces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Insertions and deletions can occur at the ends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helical regions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接點 3"/>
          <p:cNvCxnSpPr/>
          <p:nvPr/>
        </p:nvCxnSpPr>
        <p:spPr>
          <a:xfrm>
            <a:off x="2035336" y="492768"/>
            <a:ext cx="40599" cy="23245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365291" y="492768"/>
            <a:ext cx="40599" cy="23245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781758" y="492768"/>
            <a:ext cx="24123" cy="23245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375729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" y="461831"/>
            <a:ext cx="4276327" cy="530877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GAP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It is possible to apply this insight into the mechanism of protein evolution to the alignment of distantly related sequences by a modification of the Needleman - Wunsch procedure.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Instead of applying a gap penalty uniform throughout the sequence, we increase the gap penalty within helical regions.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-1201439" y="2983832"/>
            <a:ext cx="6703881" cy="3424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276329" y="3523836"/>
            <a:ext cx="486767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uses variable gap penalties . The number of errors, relative to the alignment based on the 3-D structure, is reduced from 78 to 10.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29" y="1407803"/>
            <a:ext cx="4867672" cy="15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060162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relationships among distantly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proteins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structural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variable gap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weights can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useful way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bring structural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to bear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problem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alignment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distantly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sequences.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8240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1509</TotalTime>
  <Words>254</Words>
  <Application>Microsoft Office PowerPoint</Application>
  <PresentationFormat>如螢幕大小 (4:3)</PresentationFormat>
  <Paragraphs>28</Paragraphs>
  <Slides>7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Alignment of the Amino Acid Sequences of Distantly  Related Proteins Using Variable Gap Penalties</vt:lpstr>
      <vt:lpstr> </vt:lpstr>
      <vt:lpstr>投影片 3</vt:lpstr>
      <vt:lpstr>投影片 4</vt:lpstr>
      <vt:lpstr>投影片 5</vt:lpstr>
      <vt:lpstr>投影片 6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alignments in the neighborhood of the optimum with general application to dynamic programming</dc:title>
  <dc:creator>muchmuch</dc:creator>
  <cp:lastModifiedBy>admin</cp:lastModifiedBy>
  <cp:revision>61</cp:revision>
  <dcterms:created xsi:type="dcterms:W3CDTF">2014-03-15T05:07:12Z</dcterms:created>
  <dcterms:modified xsi:type="dcterms:W3CDTF">2014-04-22T11:34:54Z</dcterms:modified>
</cp:coreProperties>
</file>