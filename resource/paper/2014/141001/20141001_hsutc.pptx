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90" r:id="rId3"/>
    <p:sldMasterId id="2147483705" r:id="rId4"/>
  </p:sldMasterIdLst>
  <p:notesMasterIdLst>
    <p:notesMasterId r:id="rId200"/>
  </p:notesMasterIdLst>
  <p:sldIdLst>
    <p:sldId id="256" r:id="rId5"/>
    <p:sldId id="257" r:id="rId6"/>
    <p:sldId id="258" r:id="rId7"/>
    <p:sldId id="259" r:id="rId8"/>
    <p:sldId id="260" r:id="rId9"/>
    <p:sldId id="262" r:id="rId10"/>
    <p:sldId id="513" r:id="rId11"/>
    <p:sldId id="264" r:id="rId12"/>
    <p:sldId id="267" r:id="rId13"/>
    <p:sldId id="266" r:id="rId14"/>
    <p:sldId id="268" r:id="rId15"/>
    <p:sldId id="269" r:id="rId16"/>
    <p:sldId id="270" r:id="rId17"/>
    <p:sldId id="271" r:id="rId18"/>
    <p:sldId id="272" r:id="rId19"/>
    <p:sldId id="278" r:id="rId20"/>
    <p:sldId id="274" r:id="rId21"/>
    <p:sldId id="276" r:id="rId22"/>
    <p:sldId id="277" r:id="rId23"/>
    <p:sldId id="279" r:id="rId24"/>
    <p:sldId id="280" r:id="rId25"/>
    <p:sldId id="281" r:id="rId26"/>
    <p:sldId id="282" r:id="rId27"/>
    <p:sldId id="283" r:id="rId28"/>
    <p:sldId id="286" r:id="rId29"/>
    <p:sldId id="515" r:id="rId30"/>
    <p:sldId id="287" r:id="rId31"/>
    <p:sldId id="288" r:id="rId32"/>
    <p:sldId id="290" r:id="rId33"/>
    <p:sldId id="291" r:id="rId34"/>
    <p:sldId id="293" r:id="rId35"/>
    <p:sldId id="294" r:id="rId36"/>
    <p:sldId id="295" r:id="rId37"/>
    <p:sldId id="296" r:id="rId38"/>
    <p:sldId id="314" r:id="rId39"/>
    <p:sldId id="297" r:id="rId40"/>
    <p:sldId id="369" r:id="rId41"/>
    <p:sldId id="298" r:id="rId42"/>
    <p:sldId id="306" r:id="rId43"/>
    <p:sldId id="300" r:id="rId44"/>
    <p:sldId id="307" r:id="rId45"/>
    <p:sldId id="301" r:id="rId46"/>
    <p:sldId id="302" r:id="rId47"/>
    <p:sldId id="308" r:id="rId48"/>
    <p:sldId id="309" r:id="rId49"/>
    <p:sldId id="310" r:id="rId50"/>
    <p:sldId id="311" r:id="rId51"/>
    <p:sldId id="312" r:id="rId52"/>
    <p:sldId id="304" r:id="rId53"/>
    <p:sldId id="313" r:id="rId54"/>
    <p:sldId id="315" r:id="rId55"/>
    <p:sldId id="305" r:id="rId56"/>
    <p:sldId id="525" r:id="rId57"/>
    <p:sldId id="316" r:id="rId58"/>
    <p:sldId id="526" r:id="rId59"/>
    <p:sldId id="366" r:id="rId60"/>
    <p:sldId id="364" r:id="rId61"/>
    <p:sldId id="363" r:id="rId62"/>
    <p:sldId id="407" r:id="rId63"/>
    <p:sldId id="457" r:id="rId64"/>
    <p:sldId id="458" r:id="rId65"/>
    <p:sldId id="459" r:id="rId66"/>
    <p:sldId id="477" r:id="rId67"/>
    <p:sldId id="460" r:id="rId68"/>
    <p:sldId id="461" r:id="rId69"/>
    <p:sldId id="462" r:id="rId70"/>
    <p:sldId id="463" r:id="rId71"/>
    <p:sldId id="464" r:id="rId72"/>
    <p:sldId id="465" r:id="rId73"/>
    <p:sldId id="466" r:id="rId74"/>
    <p:sldId id="467" r:id="rId75"/>
    <p:sldId id="468" r:id="rId76"/>
    <p:sldId id="469" r:id="rId77"/>
    <p:sldId id="470" r:id="rId78"/>
    <p:sldId id="471" r:id="rId79"/>
    <p:sldId id="472" r:id="rId80"/>
    <p:sldId id="473" r:id="rId81"/>
    <p:sldId id="474" r:id="rId82"/>
    <p:sldId id="475" r:id="rId83"/>
    <p:sldId id="476" r:id="rId84"/>
    <p:sldId id="399" r:id="rId85"/>
    <p:sldId id="400" r:id="rId86"/>
    <p:sldId id="401" r:id="rId87"/>
    <p:sldId id="402" r:id="rId88"/>
    <p:sldId id="403" r:id="rId89"/>
    <p:sldId id="404" r:id="rId90"/>
    <p:sldId id="405" r:id="rId91"/>
    <p:sldId id="406" r:id="rId92"/>
    <p:sldId id="414" r:id="rId93"/>
    <p:sldId id="408" r:id="rId94"/>
    <p:sldId id="410" r:id="rId95"/>
    <p:sldId id="411" r:id="rId96"/>
    <p:sldId id="412" r:id="rId97"/>
    <p:sldId id="415" r:id="rId98"/>
    <p:sldId id="416" r:id="rId99"/>
    <p:sldId id="418" r:id="rId100"/>
    <p:sldId id="417" r:id="rId101"/>
    <p:sldId id="419" r:id="rId102"/>
    <p:sldId id="516" r:id="rId103"/>
    <p:sldId id="317" r:id="rId104"/>
    <p:sldId id="318" r:id="rId105"/>
    <p:sldId id="319" r:id="rId106"/>
    <p:sldId id="320" r:id="rId107"/>
    <p:sldId id="321" r:id="rId108"/>
    <p:sldId id="322" r:id="rId109"/>
    <p:sldId id="323" r:id="rId110"/>
    <p:sldId id="324" r:id="rId111"/>
    <p:sldId id="325" r:id="rId112"/>
    <p:sldId id="326" r:id="rId113"/>
    <p:sldId id="327" r:id="rId114"/>
    <p:sldId id="328" r:id="rId115"/>
    <p:sldId id="329" r:id="rId116"/>
    <p:sldId id="330" r:id="rId117"/>
    <p:sldId id="331" r:id="rId118"/>
    <p:sldId id="332" r:id="rId119"/>
    <p:sldId id="333" r:id="rId120"/>
    <p:sldId id="351" r:id="rId121"/>
    <p:sldId id="350" r:id="rId122"/>
    <p:sldId id="353" r:id="rId123"/>
    <p:sldId id="356" r:id="rId124"/>
    <p:sldId id="512" r:id="rId125"/>
    <p:sldId id="334" r:id="rId126"/>
    <p:sldId id="359" r:id="rId127"/>
    <p:sldId id="335" r:id="rId128"/>
    <p:sldId id="336" r:id="rId129"/>
    <p:sldId id="337" r:id="rId130"/>
    <p:sldId id="338" r:id="rId131"/>
    <p:sldId id="339" r:id="rId132"/>
    <p:sldId id="340" r:id="rId133"/>
    <p:sldId id="341" r:id="rId134"/>
    <p:sldId id="342" r:id="rId135"/>
    <p:sldId id="343" r:id="rId136"/>
    <p:sldId id="344" r:id="rId137"/>
    <p:sldId id="345" r:id="rId138"/>
    <p:sldId id="346" r:id="rId139"/>
    <p:sldId id="347" r:id="rId140"/>
    <p:sldId id="348" r:id="rId141"/>
    <p:sldId id="358" r:id="rId142"/>
    <p:sldId id="517" r:id="rId143"/>
    <p:sldId id="368" r:id="rId144"/>
    <p:sldId id="371" r:id="rId145"/>
    <p:sldId id="505" r:id="rId146"/>
    <p:sldId id="510" r:id="rId147"/>
    <p:sldId id="511" r:id="rId148"/>
    <p:sldId id="518" r:id="rId149"/>
    <p:sldId id="519" r:id="rId150"/>
    <p:sldId id="421" r:id="rId151"/>
    <p:sldId id="422" r:id="rId152"/>
    <p:sldId id="423" r:id="rId153"/>
    <p:sldId id="424" r:id="rId154"/>
    <p:sldId id="433" r:id="rId155"/>
    <p:sldId id="434" r:id="rId156"/>
    <p:sldId id="449" r:id="rId157"/>
    <p:sldId id="440" r:id="rId158"/>
    <p:sldId id="436" r:id="rId159"/>
    <p:sldId id="441" r:id="rId160"/>
    <p:sldId id="437" r:id="rId161"/>
    <p:sldId id="442" r:id="rId162"/>
    <p:sldId id="438" r:id="rId163"/>
    <p:sldId id="443" r:id="rId164"/>
    <p:sldId id="444" r:id="rId165"/>
    <p:sldId id="445" r:id="rId166"/>
    <p:sldId id="447" r:id="rId167"/>
    <p:sldId id="446" r:id="rId168"/>
    <p:sldId id="448" r:id="rId169"/>
    <p:sldId id="450" r:id="rId170"/>
    <p:sldId id="451" r:id="rId171"/>
    <p:sldId id="430" r:id="rId172"/>
    <p:sldId id="453" r:id="rId173"/>
    <p:sldId id="455" r:id="rId174"/>
    <p:sldId id="456" r:id="rId175"/>
    <p:sldId id="372" r:id="rId176"/>
    <p:sldId id="479" r:id="rId177"/>
    <p:sldId id="480" r:id="rId178"/>
    <p:sldId id="483" r:id="rId179"/>
    <p:sldId id="487" r:id="rId180"/>
    <p:sldId id="488" r:id="rId181"/>
    <p:sldId id="489" r:id="rId182"/>
    <p:sldId id="490" r:id="rId183"/>
    <p:sldId id="491" r:id="rId184"/>
    <p:sldId id="493" r:id="rId185"/>
    <p:sldId id="492" r:id="rId186"/>
    <p:sldId id="494" r:id="rId187"/>
    <p:sldId id="495" r:id="rId188"/>
    <p:sldId id="497" r:id="rId189"/>
    <p:sldId id="496" r:id="rId190"/>
    <p:sldId id="498" r:id="rId191"/>
    <p:sldId id="520" r:id="rId192"/>
    <p:sldId id="522" r:id="rId193"/>
    <p:sldId id="521" r:id="rId194"/>
    <p:sldId id="523" r:id="rId195"/>
    <p:sldId id="502" r:id="rId196"/>
    <p:sldId id="503" r:id="rId197"/>
    <p:sldId id="524" r:id="rId198"/>
    <p:sldId id="504" r:id="rId199"/>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egin" id="{33A355A3-ACA1-4EFF-885B-BCC18DB0D278}">
          <p14:sldIdLst>
            <p14:sldId id="256"/>
            <p14:sldId id="257"/>
            <p14:sldId id="258"/>
            <p14:sldId id="259"/>
            <p14:sldId id="260"/>
          </p14:sldIdLst>
        </p14:section>
        <p14:section name="Introduction" id="{A7ACA390-504D-492C-BB07-20323F810BF3}">
          <p14:sldIdLst>
            <p14:sldId id="262"/>
            <p14:sldId id="513"/>
            <p14:sldId id="264"/>
            <p14:sldId id="267"/>
            <p14:sldId id="266"/>
            <p14:sldId id="268"/>
            <p14:sldId id="269"/>
            <p14:sldId id="270"/>
            <p14:sldId id="271"/>
            <p14:sldId id="272"/>
            <p14:sldId id="278"/>
            <p14:sldId id="274"/>
            <p14:sldId id="276"/>
            <p14:sldId id="277"/>
            <p14:sldId id="279"/>
          </p14:sldIdLst>
        </p14:section>
        <p14:section name="Preprocessing" id="{304C6C4C-8DE9-4C36-90C9-7C399D65330A}">
          <p14:sldIdLst>
            <p14:sldId id="280"/>
            <p14:sldId id="281"/>
            <p14:sldId id="282"/>
            <p14:sldId id="283"/>
            <p14:sldId id="286"/>
            <p14:sldId id="515"/>
          </p14:sldIdLst>
        </p14:section>
        <p14:section name="Hirschberg" id="{BC789365-AA53-43BF-AF7D-709A613DDF88}">
          <p14:sldIdLst>
            <p14:sldId id="287"/>
            <p14:sldId id="288"/>
            <p14:sldId id="290"/>
            <p14:sldId id="291"/>
            <p14:sldId id="293"/>
            <p14:sldId id="294"/>
            <p14:sldId id="295"/>
            <p14:sldId id="296"/>
            <p14:sldId id="314"/>
            <p14:sldId id="297"/>
            <p14:sldId id="369"/>
            <p14:sldId id="298"/>
            <p14:sldId id="306"/>
            <p14:sldId id="300"/>
            <p14:sldId id="307"/>
            <p14:sldId id="301"/>
            <p14:sldId id="302"/>
            <p14:sldId id="308"/>
            <p14:sldId id="309"/>
            <p14:sldId id="310"/>
            <p14:sldId id="311"/>
            <p14:sldId id="312"/>
            <p14:sldId id="304"/>
            <p14:sldId id="313"/>
            <p14:sldId id="315"/>
            <p14:sldId id="305"/>
            <p14:sldId id="525"/>
          </p14:sldIdLst>
        </p14:section>
        <p14:section name="H1" id="{21C32C1F-7D52-4E21-9576-0E83AD7617E9}">
          <p14:sldIdLst>
            <p14:sldId id="316"/>
            <p14:sldId id="526"/>
            <p14:sldId id="366"/>
            <p14:sldId id="364"/>
            <p14:sldId id="363"/>
            <p14:sldId id="407"/>
            <p14:sldId id="457"/>
            <p14:sldId id="458"/>
            <p14:sldId id="459"/>
            <p14:sldId id="477"/>
            <p14:sldId id="460"/>
            <p14:sldId id="461"/>
            <p14:sldId id="462"/>
            <p14:sldId id="463"/>
            <p14:sldId id="464"/>
            <p14:sldId id="465"/>
            <p14:sldId id="466"/>
            <p14:sldId id="467"/>
            <p14:sldId id="468"/>
            <p14:sldId id="469"/>
            <p14:sldId id="470"/>
            <p14:sldId id="471"/>
            <p14:sldId id="472"/>
            <p14:sldId id="473"/>
            <p14:sldId id="474"/>
            <p14:sldId id="475"/>
          </p14:sldIdLst>
        </p14:section>
        <p14:section name="CLOSEST" id="{9C34C2A7-4AAD-42C4-9099-89A4F2A49844}">
          <p14:sldIdLst>
            <p14:sldId id="476"/>
            <p14:sldId id="399"/>
            <p14:sldId id="400"/>
            <p14:sldId id="401"/>
            <p14:sldId id="402"/>
            <p14:sldId id="403"/>
            <p14:sldId id="404"/>
            <p14:sldId id="405"/>
            <p14:sldId id="406"/>
            <p14:sldId id="414"/>
            <p14:sldId id="408"/>
            <p14:sldId id="410"/>
            <p14:sldId id="411"/>
            <p14:sldId id="412"/>
            <p14:sldId id="415"/>
            <p14:sldId id="416"/>
            <p14:sldId id="418"/>
            <p14:sldId id="417"/>
            <p14:sldId id="419"/>
            <p14:sldId id="516"/>
          </p14:sldIdLst>
        </p14:section>
        <p14:section name="Hunt-Szymainski" id="{EDABCB52-E5DE-4527-A211-3A856E5C4EF4}">
          <p14:sldIdLst>
            <p14:sldId id="317"/>
            <p14:sldId id="318"/>
            <p14:sldId id="319"/>
            <p14:sldId id="320"/>
            <p14:sldId id="321"/>
            <p14:sldId id="322"/>
            <p14:sldId id="323"/>
            <p14:sldId id="324"/>
            <p14:sldId id="325"/>
            <p14:sldId id="326"/>
            <p14:sldId id="327"/>
            <p14:sldId id="328"/>
            <p14:sldId id="329"/>
            <p14:sldId id="330"/>
            <p14:sldId id="331"/>
            <p14:sldId id="332"/>
            <p14:sldId id="333"/>
            <p14:sldId id="351"/>
            <p14:sldId id="350"/>
            <p14:sldId id="353"/>
            <p14:sldId id="356"/>
            <p14:sldId id="512"/>
            <p14:sldId id="334"/>
            <p14:sldId id="359"/>
            <p14:sldId id="335"/>
            <p14:sldId id="336"/>
            <p14:sldId id="337"/>
            <p14:sldId id="338"/>
            <p14:sldId id="339"/>
            <p14:sldId id="340"/>
            <p14:sldId id="341"/>
            <p14:sldId id="342"/>
            <p14:sldId id="343"/>
            <p14:sldId id="344"/>
            <p14:sldId id="345"/>
            <p14:sldId id="346"/>
            <p14:sldId id="347"/>
            <p14:sldId id="348"/>
            <p14:sldId id="358"/>
            <p14:sldId id="517"/>
          </p14:sldIdLst>
        </p14:section>
        <p14:section name="HS1" id="{CA98DFAF-A360-4933-B0FE-BE896CACE94A}">
          <p14:sldIdLst>
            <p14:sldId id="368"/>
            <p14:sldId id="371"/>
            <p14:sldId id="505"/>
            <p14:sldId id="510"/>
            <p14:sldId id="511"/>
            <p14:sldId id="518"/>
            <p14:sldId id="519"/>
            <p14:sldId id="421"/>
            <p14:sldId id="422"/>
            <p14:sldId id="423"/>
            <p14:sldId id="424"/>
            <p14:sldId id="433"/>
            <p14:sldId id="434"/>
            <p14:sldId id="449"/>
            <p14:sldId id="440"/>
            <p14:sldId id="436"/>
            <p14:sldId id="441"/>
            <p14:sldId id="437"/>
            <p14:sldId id="442"/>
            <p14:sldId id="438"/>
            <p14:sldId id="443"/>
            <p14:sldId id="444"/>
            <p14:sldId id="445"/>
            <p14:sldId id="447"/>
            <p14:sldId id="446"/>
            <p14:sldId id="448"/>
            <p14:sldId id="450"/>
            <p14:sldId id="451"/>
            <p14:sldId id="430"/>
            <p14:sldId id="453"/>
            <p14:sldId id="455"/>
            <p14:sldId id="456"/>
          </p14:sldIdLst>
        </p14:section>
        <p14:section name="Characteristic Tree" id="{C070B264-3208-4E37-9391-3C26E898CF78}">
          <p14:sldIdLst>
            <p14:sldId id="372"/>
            <p14:sldId id="479"/>
            <p14:sldId id="480"/>
            <p14:sldId id="483"/>
            <p14:sldId id="487"/>
            <p14:sldId id="488"/>
            <p14:sldId id="489"/>
            <p14:sldId id="490"/>
            <p14:sldId id="491"/>
            <p14:sldId id="493"/>
            <p14:sldId id="492"/>
            <p14:sldId id="494"/>
            <p14:sldId id="495"/>
            <p14:sldId id="497"/>
            <p14:sldId id="496"/>
            <p14:sldId id="498"/>
            <p14:sldId id="520"/>
            <p14:sldId id="522"/>
            <p14:sldId id="521"/>
            <p14:sldId id="523"/>
            <p14:sldId id="502"/>
            <p14:sldId id="503"/>
            <p14:sldId id="524"/>
            <p14:sldId id="504"/>
          </p14:sldIdLst>
        </p14:section>
        <p14:section name="END" id="{96E350C3-A217-46AC-B08A-A14E8DCB0F4D}">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66"/>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淺色樣式 2 - 輔色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EB344D84-9AFB-497E-A393-DC336BA19D2E}" styleName="中等深淺樣式 3 - 輔色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7E9639D4-E3E2-4D34-9284-5A2195B3D0D7}" styleName="淺色樣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C7853C-536D-4A76-A0AE-DD22124D55A5}" styleName="佈景主題樣式 1 - 輔色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37" autoAdjust="0"/>
    <p:restoredTop sz="94660"/>
  </p:normalViewPr>
  <p:slideViewPr>
    <p:cSldViewPr snapToGrid="0">
      <p:cViewPr varScale="1">
        <p:scale>
          <a:sx n="61" d="100"/>
          <a:sy n="61" d="100"/>
        </p:scale>
        <p:origin x="62" y="787"/>
      </p:cViewPr>
      <p:guideLst>
        <p:guide orient="horz" pos="2160"/>
        <p:guide pos="3840"/>
      </p:guideLst>
    </p:cSldViewPr>
  </p:slideViewPr>
  <p:notesTextViewPr>
    <p:cViewPr>
      <p:scale>
        <a:sx n="1" d="1"/>
        <a:sy n="1" d="1"/>
      </p:scale>
      <p:origin x="0" y="0"/>
    </p:cViewPr>
  </p:notesTextViewPr>
  <p:sorterViewPr>
    <p:cViewPr>
      <p:scale>
        <a:sx n="100" d="100"/>
        <a:sy n="100" d="100"/>
      </p:scale>
      <p:origin x="0" y="-132058"/>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59" Type="http://schemas.openxmlformats.org/officeDocument/2006/relationships/slide" Target="slides/slide155.xml"/><Relationship Id="rId170" Type="http://schemas.openxmlformats.org/officeDocument/2006/relationships/slide" Target="slides/slide166.xml"/><Relationship Id="rId191" Type="http://schemas.openxmlformats.org/officeDocument/2006/relationships/slide" Target="slides/slide187.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slide" Target="slides/slide145.xml"/><Relationship Id="rId5" Type="http://schemas.openxmlformats.org/officeDocument/2006/relationships/slide" Target="slides/slide1.xml"/><Relationship Id="rId95" Type="http://schemas.openxmlformats.org/officeDocument/2006/relationships/slide" Target="slides/slide91.xml"/><Relationship Id="rId160" Type="http://schemas.openxmlformats.org/officeDocument/2006/relationships/slide" Target="slides/slide156.xml"/><Relationship Id="rId181" Type="http://schemas.openxmlformats.org/officeDocument/2006/relationships/slide" Target="slides/slide177.xml"/><Relationship Id="rId22" Type="http://schemas.openxmlformats.org/officeDocument/2006/relationships/slide" Target="slides/slide18.xml"/><Relationship Id="rId43" Type="http://schemas.openxmlformats.org/officeDocument/2006/relationships/slide" Target="slides/slide39.xml"/><Relationship Id="rId64" Type="http://schemas.openxmlformats.org/officeDocument/2006/relationships/slide" Target="slides/slide60.xml"/><Relationship Id="rId118" Type="http://schemas.openxmlformats.org/officeDocument/2006/relationships/slide" Target="slides/slide114.xml"/><Relationship Id="rId139" Type="http://schemas.openxmlformats.org/officeDocument/2006/relationships/slide" Target="slides/slide135.xml"/><Relationship Id="rId85" Type="http://schemas.openxmlformats.org/officeDocument/2006/relationships/slide" Target="slides/slide81.xml"/><Relationship Id="rId150" Type="http://schemas.openxmlformats.org/officeDocument/2006/relationships/slide" Target="slides/slide146.xml"/><Relationship Id="rId171" Type="http://schemas.openxmlformats.org/officeDocument/2006/relationships/slide" Target="slides/slide167.xml"/><Relationship Id="rId192" Type="http://schemas.openxmlformats.org/officeDocument/2006/relationships/slide" Target="slides/slide188.xml"/><Relationship Id="rId12" Type="http://schemas.openxmlformats.org/officeDocument/2006/relationships/slide" Target="slides/slide8.xml"/><Relationship Id="rId33" Type="http://schemas.openxmlformats.org/officeDocument/2006/relationships/slide" Target="slides/slide29.xml"/><Relationship Id="rId108" Type="http://schemas.openxmlformats.org/officeDocument/2006/relationships/slide" Target="slides/slide104.xml"/><Relationship Id="rId129" Type="http://schemas.openxmlformats.org/officeDocument/2006/relationships/slide" Target="slides/slide125.xml"/><Relationship Id="rId54" Type="http://schemas.openxmlformats.org/officeDocument/2006/relationships/slide" Target="slides/slide50.xml"/><Relationship Id="rId75" Type="http://schemas.openxmlformats.org/officeDocument/2006/relationships/slide" Target="slides/slide71.xml"/><Relationship Id="rId96" Type="http://schemas.openxmlformats.org/officeDocument/2006/relationships/slide" Target="slides/slide92.xml"/><Relationship Id="rId140" Type="http://schemas.openxmlformats.org/officeDocument/2006/relationships/slide" Target="slides/slide136.xml"/><Relationship Id="rId161" Type="http://schemas.openxmlformats.org/officeDocument/2006/relationships/slide" Target="slides/slide157.xml"/><Relationship Id="rId182" Type="http://schemas.openxmlformats.org/officeDocument/2006/relationships/slide" Target="slides/slide178.xml"/><Relationship Id="rId6" Type="http://schemas.openxmlformats.org/officeDocument/2006/relationships/slide" Target="slides/slide2.xml"/><Relationship Id="rId23" Type="http://schemas.openxmlformats.org/officeDocument/2006/relationships/slide" Target="slides/slide19.xml"/><Relationship Id="rId119" Type="http://schemas.openxmlformats.org/officeDocument/2006/relationships/slide" Target="slides/slide115.xml"/><Relationship Id="rId44" Type="http://schemas.openxmlformats.org/officeDocument/2006/relationships/slide" Target="slides/slide40.xml"/><Relationship Id="rId65" Type="http://schemas.openxmlformats.org/officeDocument/2006/relationships/slide" Target="slides/slide61.xml"/><Relationship Id="rId86" Type="http://schemas.openxmlformats.org/officeDocument/2006/relationships/slide" Target="slides/slide82.xml"/><Relationship Id="rId130" Type="http://schemas.openxmlformats.org/officeDocument/2006/relationships/slide" Target="slides/slide126.xml"/><Relationship Id="rId151" Type="http://schemas.openxmlformats.org/officeDocument/2006/relationships/slide" Target="slides/slide147.xml"/><Relationship Id="rId172" Type="http://schemas.openxmlformats.org/officeDocument/2006/relationships/slide" Target="slides/slide168.xml"/><Relationship Id="rId193" Type="http://schemas.openxmlformats.org/officeDocument/2006/relationships/slide" Target="slides/slide189.xml"/><Relationship Id="rId13" Type="http://schemas.openxmlformats.org/officeDocument/2006/relationships/slide" Target="slides/slide9.xml"/><Relationship Id="rId109" Type="http://schemas.openxmlformats.org/officeDocument/2006/relationships/slide" Target="slides/slide105.xml"/><Relationship Id="rId34" Type="http://schemas.openxmlformats.org/officeDocument/2006/relationships/slide" Target="slides/slide30.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20" Type="http://schemas.openxmlformats.org/officeDocument/2006/relationships/slide" Target="slides/slide116.xml"/><Relationship Id="rId141" Type="http://schemas.openxmlformats.org/officeDocument/2006/relationships/slide" Target="slides/slide137.xml"/><Relationship Id="rId7" Type="http://schemas.openxmlformats.org/officeDocument/2006/relationships/slide" Target="slides/slide3.xml"/><Relationship Id="rId162" Type="http://schemas.openxmlformats.org/officeDocument/2006/relationships/slide" Target="slides/slide158.xml"/><Relationship Id="rId183" Type="http://schemas.openxmlformats.org/officeDocument/2006/relationships/slide" Target="slides/slide179.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157" Type="http://schemas.openxmlformats.org/officeDocument/2006/relationships/slide" Target="slides/slide153.xml"/><Relationship Id="rId178" Type="http://schemas.openxmlformats.org/officeDocument/2006/relationships/slide" Target="slides/slide174.xml"/><Relationship Id="rId61" Type="http://schemas.openxmlformats.org/officeDocument/2006/relationships/slide" Target="slides/slide57.xml"/><Relationship Id="rId82" Type="http://schemas.openxmlformats.org/officeDocument/2006/relationships/slide" Target="slides/slide78.xml"/><Relationship Id="rId152" Type="http://schemas.openxmlformats.org/officeDocument/2006/relationships/slide" Target="slides/slide148.xml"/><Relationship Id="rId173" Type="http://schemas.openxmlformats.org/officeDocument/2006/relationships/slide" Target="slides/slide169.xml"/><Relationship Id="rId194" Type="http://schemas.openxmlformats.org/officeDocument/2006/relationships/slide" Target="slides/slide190.xml"/><Relationship Id="rId199" Type="http://schemas.openxmlformats.org/officeDocument/2006/relationships/slide" Target="slides/slide195.xml"/><Relationship Id="rId203"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slide" Target="slides/slide164.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184" Type="http://schemas.openxmlformats.org/officeDocument/2006/relationships/slide" Target="slides/slide180.xml"/><Relationship Id="rId189" Type="http://schemas.openxmlformats.org/officeDocument/2006/relationships/slide" Target="slides/slide185.xml"/><Relationship Id="rId3" Type="http://schemas.openxmlformats.org/officeDocument/2006/relationships/slideMaster" Target="slideMasters/slideMaster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74" Type="http://schemas.openxmlformats.org/officeDocument/2006/relationships/slide" Target="slides/slide170.xml"/><Relationship Id="rId179" Type="http://schemas.openxmlformats.org/officeDocument/2006/relationships/slide" Target="slides/slide175.xml"/><Relationship Id="rId195" Type="http://schemas.openxmlformats.org/officeDocument/2006/relationships/slide" Target="slides/slide191.xml"/><Relationship Id="rId190" Type="http://schemas.openxmlformats.org/officeDocument/2006/relationships/slide" Target="slides/slide186.xml"/><Relationship Id="rId204" Type="http://schemas.openxmlformats.org/officeDocument/2006/relationships/tableStyles" Target="tableStyles.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slide" Target="slides/slide144.xml"/><Relationship Id="rId164" Type="http://schemas.openxmlformats.org/officeDocument/2006/relationships/slide" Target="slides/slide160.xml"/><Relationship Id="rId169" Type="http://schemas.openxmlformats.org/officeDocument/2006/relationships/slide" Target="slides/slide165.xml"/><Relationship Id="rId185" Type="http://schemas.openxmlformats.org/officeDocument/2006/relationships/slide" Target="slides/slide181.xml"/><Relationship Id="rId4" Type="http://schemas.openxmlformats.org/officeDocument/2006/relationships/slideMaster" Target="slideMasters/slideMaster4.xml"/><Relationship Id="rId9" Type="http://schemas.openxmlformats.org/officeDocument/2006/relationships/slide" Target="slides/slide5.xml"/><Relationship Id="rId180" Type="http://schemas.openxmlformats.org/officeDocument/2006/relationships/slide" Target="slides/slide176.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75" Type="http://schemas.openxmlformats.org/officeDocument/2006/relationships/slide" Target="slides/slide171.xml"/><Relationship Id="rId196" Type="http://schemas.openxmlformats.org/officeDocument/2006/relationships/slide" Target="slides/slide192.xml"/><Relationship Id="rId200" Type="http://schemas.openxmlformats.org/officeDocument/2006/relationships/notesMaster" Target="notesMasters/notesMaster1.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slide" Target="slides/slide161.xml"/><Relationship Id="rId186" Type="http://schemas.openxmlformats.org/officeDocument/2006/relationships/slide" Target="slides/slide182.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 Id="rId176" Type="http://schemas.openxmlformats.org/officeDocument/2006/relationships/slide" Target="slides/slide172.xml"/><Relationship Id="rId197" Type="http://schemas.openxmlformats.org/officeDocument/2006/relationships/slide" Target="slides/slide193.xml"/><Relationship Id="rId201" Type="http://schemas.openxmlformats.org/officeDocument/2006/relationships/presProps" Target="presProps.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 Id="rId70" Type="http://schemas.openxmlformats.org/officeDocument/2006/relationships/slide" Target="slides/slide66.xml"/><Relationship Id="rId91" Type="http://schemas.openxmlformats.org/officeDocument/2006/relationships/slide" Target="slides/slide87.xml"/><Relationship Id="rId145" Type="http://schemas.openxmlformats.org/officeDocument/2006/relationships/slide" Target="slides/slide141.xml"/><Relationship Id="rId166" Type="http://schemas.openxmlformats.org/officeDocument/2006/relationships/slide" Target="slides/slide162.xml"/><Relationship Id="rId187" Type="http://schemas.openxmlformats.org/officeDocument/2006/relationships/slide" Target="slides/slide183.xml"/><Relationship Id="rId1" Type="http://schemas.openxmlformats.org/officeDocument/2006/relationships/slideMaster" Target="slideMasters/slideMaster1.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60" Type="http://schemas.openxmlformats.org/officeDocument/2006/relationships/slide" Target="slides/slide56.xml"/><Relationship Id="rId81" Type="http://schemas.openxmlformats.org/officeDocument/2006/relationships/slide" Target="slides/slide77.xml"/><Relationship Id="rId135" Type="http://schemas.openxmlformats.org/officeDocument/2006/relationships/slide" Target="slides/slide131.xml"/><Relationship Id="rId156" Type="http://schemas.openxmlformats.org/officeDocument/2006/relationships/slide" Target="slides/slide152.xml"/><Relationship Id="rId177" Type="http://schemas.openxmlformats.org/officeDocument/2006/relationships/slide" Target="slides/slide173.xml"/><Relationship Id="rId198" Type="http://schemas.openxmlformats.org/officeDocument/2006/relationships/slide" Target="slides/slide194.xml"/><Relationship Id="rId202" Type="http://schemas.openxmlformats.org/officeDocument/2006/relationships/viewProps" Target="viewProps.xml"/><Relationship Id="rId18" Type="http://schemas.openxmlformats.org/officeDocument/2006/relationships/slide" Target="slides/slide14.xml"/><Relationship Id="rId39" Type="http://schemas.openxmlformats.org/officeDocument/2006/relationships/slide" Target="slides/slide35.xml"/><Relationship Id="rId50" Type="http://schemas.openxmlformats.org/officeDocument/2006/relationships/slide" Target="slides/slide46.xml"/><Relationship Id="rId104" Type="http://schemas.openxmlformats.org/officeDocument/2006/relationships/slide" Target="slides/slide100.xml"/><Relationship Id="rId125" Type="http://schemas.openxmlformats.org/officeDocument/2006/relationships/slide" Target="slides/slide121.xml"/><Relationship Id="rId146" Type="http://schemas.openxmlformats.org/officeDocument/2006/relationships/slide" Target="slides/slide142.xml"/><Relationship Id="rId167" Type="http://schemas.openxmlformats.org/officeDocument/2006/relationships/slide" Target="slides/slide163.xml"/><Relationship Id="rId188" Type="http://schemas.openxmlformats.org/officeDocument/2006/relationships/slide" Target="slides/slide184.xml"/><Relationship Id="rId71" Type="http://schemas.openxmlformats.org/officeDocument/2006/relationships/slide" Target="slides/slide67.xml"/><Relationship Id="rId92" Type="http://schemas.openxmlformats.org/officeDocument/2006/relationships/slide" Target="slides/slide8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3E5D82-08EE-4BE4-B487-ABCD42E8F24F}" type="datetimeFigureOut">
              <a:rPr lang="zh-TW" altLang="en-US" smtClean="0"/>
              <a:t>2014/10/1</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1C9835-476F-4651-BE16-778B163CA414}" type="slidenum">
              <a:rPr lang="zh-TW" altLang="en-US" smtClean="0"/>
              <a:t>‹#›</a:t>
            </a:fld>
            <a:endParaRPr lang="zh-TW" altLang="en-US"/>
          </a:p>
        </p:txBody>
      </p:sp>
    </p:spTree>
    <p:extLst>
      <p:ext uri="{BB962C8B-B14F-4D97-AF65-F5344CB8AC3E}">
        <p14:creationId xmlns:p14="http://schemas.microsoft.com/office/powerpoint/2010/main" val="2820448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84B326C-70A3-4EEA-8BD2-8299BC58351D}" type="slidenum">
              <a:rPr lang="en-US" altLang="zh-TW">
                <a:solidFill>
                  <a:srgbClr val="000000"/>
                </a:solidFill>
              </a:rPr>
              <a:pPr/>
              <a:t>8</a:t>
            </a:fld>
            <a:endParaRPr lang="en-US" altLang="zh-TW">
              <a:solidFill>
                <a:srgbClr val="000000"/>
              </a:solidFill>
            </a:endParaRPr>
          </a:p>
        </p:txBody>
      </p:sp>
      <p:sp>
        <p:nvSpPr>
          <p:cNvPr id="107522" name="Rectangle 2"/>
          <p:cNvSpPr>
            <a:spLocks noGrp="1" noRot="1" noChangeAspect="1" noChangeArrowheads="1" noTextEdit="1"/>
          </p:cNvSpPr>
          <p:nvPr>
            <p:ph type="sldImg"/>
          </p:nvPr>
        </p:nvSpPr>
        <p:spPr>
          <a:ln/>
        </p:spPr>
      </p:sp>
      <p:sp>
        <p:nvSpPr>
          <p:cNvPr id="107523" name="Rectangle 3"/>
          <p:cNvSpPr>
            <a:spLocks noGrp="1" noChangeArrowheads="1"/>
          </p:cNvSpPr>
          <p:nvPr>
            <p:ph type="body" idx="1"/>
          </p:nvPr>
        </p:nvSpPr>
        <p:spPr/>
        <p:txBody>
          <a:bodyPr/>
          <a:lstStyle/>
          <a:p>
            <a:endParaRPr lang="zh-TW" altLang="zh-TW"/>
          </a:p>
        </p:txBody>
      </p:sp>
    </p:spTree>
    <p:extLst>
      <p:ext uri="{BB962C8B-B14F-4D97-AF65-F5344CB8AC3E}">
        <p14:creationId xmlns:p14="http://schemas.microsoft.com/office/powerpoint/2010/main" val="42272732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98A4C04-3D4E-4B4C-87EF-4C3ACCAEF4FB}" type="slidenum">
              <a:rPr lang="en-US" altLang="zh-TW">
                <a:solidFill>
                  <a:srgbClr val="000000"/>
                </a:solidFill>
              </a:rPr>
              <a:pPr/>
              <a:t>9</a:t>
            </a:fld>
            <a:endParaRPr lang="en-US" altLang="zh-TW">
              <a:solidFill>
                <a:srgbClr val="000000"/>
              </a:solidFill>
            </a:endParaRPr>
          </a:p>
        </p:txBody>
      </p:sp>
      <p:sp>
        <p:nvSpPr>
          <p:cNvPr id="108546" name="Rectangle 2"/>
          <p:cNvSpPr>
            <a:spLocks noGrp="1" noRot="1" noChangeAspect="1" noChangeArrowheads="1" noTextEdit="1"/>
          </p:cNvSpPr>
          <p:nvPr>
            <p:ph type="sldImg"/>
          </p:nvPr>
        </p:nvSpPr>
        <p:spPr>
          <a:ln/>
        </p:spPr>
      </p:sp>
      <p:sp>
        <p:nvSpPr>
          <p:cNvPr id="108547" name="Rectangle 3"/>
          <p:cNvSpPr>
            <a:spLocks noGrp="1" noChangeArrowheads="1"/>
          </p:cNvSpPr>
          <p:nvPr>
            <p:ph type="body" idx="1"/>
          </p:nvPr>
        </p:nvSpPr>
        <p:spPr/>
        <p:txBody>
          <a:bodyPr/>
          <a:lstStyle/>
          <a:p>
            <a:endParaRPr lang="zh-TW" altLang="zh-TW"/>
          </a:p>
        </p:txBody>
      </p:sp>
    </p:spTree>
    <p:extLst>
      <p:ext uri="{BB962C8B-B14F-4D97-AF65-F5344CB8AC3E}">
        <p14:creationId xmlns:p14="http://schemas.microsoft.com/office/powerpoint/2010/main" val="37142668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A6F3D32-E076-4C05-9D10-EAC514C61CA5}" type="slidenum">
              <a:rPr lang="en-US" altLang="zh-TW">
                <a:solidFill>
                  <a:srgbClr val="000000"/>
                </a:solidFill>
              </a:rPr>
              <a:pPr/>
              <a:t>10</a:t>
            </a:fld>
            <a:endParaRPr lang="en-US" altLang="zh-TW">
              <a:solidFill>
                <a:srgbClr val="000000"/>
              </a:solidFill>
            </a:endParaRPr>
          </a:p>
        </p:txBody>
      </p:sp>
      <p:sp>
        <p:nvSpPr>
          <p:cNvPr id="109570" name="Rectangle 2"/>
          <p:cNvSpPr>
            <a:spLocks noGrp="1" noRot="1" noChangeAspect="1" noChangeArrowheads="1" noTextEdit="1"/>
          </p:cNvSpPr>
          <p:nvPr>
            <p:ph type="sldImg"/>
          </p:nvPr>
        </p:nvSpPr>
        <p:spPr>
          <a:ln/>
        </p:spPr>
      </p:sp>
      <p:sp>
        <p:nvSpPr>
          <p:cNvPr id="109571" name="Rectangle 3"/>
          <p:cNvSpPr>
            <a:spLocks noGrp="1" noChangeArrowheads="1"/>
          </p:cNvSpPr>
          <p:nvPr>
            <p:ph type="body" idx="1"/>
          </p:nvPr>
        </p:nvSpPr>
        <p:spPr/>
        <p:txBody>
          <a:bodyPr/>
          <a:lstStyle/>
          <a:p>
            <a:endParaRPr lang="zh-TW" altLang="zh-TW"/>
          </a:p>
        </p:txBody>
      </p:sp>
    </p:spTree>
    <p:extLst>
      <p:ext uri="{BB962C8B-B14F-4D97-AF65-F5344CB8AC3E}">
        <p14:creationId xmlns:p14="http://schemas.microsoft.com/office/powerpoint/2010/main" val="40183940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37F31F06-37F9-4241-8ACF-3469ACE37BDD}" type="datetimeFigureOut">
              <a:rPr lang="zh-TW" altLang="en-US" smtClean="0"/>
              <a:t>2014/10/1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CF43506-1CB5-4D06-8029-7AC6856AF03F}" type="slidenum">
              <a:rPr lang="zh-TW" altLang="en-US" smtClean="0"/>
              <a:t>‹#›</a:t>
            </a:fld>
            <a:endParaRPr lang="zh-TW" altLang="en-US"/>
          </a:p>
        </p:txBody>
      </p:sp>
    </p:spTree>
    <p:extLst>
      <p:ext uri="{BB962C8B-B14F-4D97-AF65-F5344CB8AC3E}">
        <p14:creationId xmlns:p14="http://schemas.microsoft.com/office/powerpoint/2010/main" val="918951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37F31F06-37F9-4241-8ACF-3469ACE37BDD}" type="datetimeFigureOut">
              <a:rPr lang="zh-TW" altLang="en-US" smtClean="0"/>
              <a:t>2014/10/1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CF43506-1CB5-4D06-8029-7AC6856AF03F}" type="slidenum">
              <a:rPr lang="zh-TW" altLang="en-US" smtClean="0"/>
              <a:t>‹#›</a:t>
            </a:fld>
            <a:endParaRPr lang="zh-TW" altLang="en-US"/>
          </a:p>
        </p:txBody>
      </p:sp>
    </p:spTree>
    <p:extLst>
      <p:ext uri="{BB962C8B-B14F-4D97-AF65-F5344CB8AC3E}">
        <p14:creationId xmlns:p14="http://schemas.microsoft.com/office/powerpoint/2010/main" val="2499403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37F31F06-37F9-4241-8ACF-3469ACE37BDD}" type="datetimeFigureOut">
              <a:rPr lang="zh-TW" altLang="en-US" smtClean="0"/>
              <a:t>2014/10/1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CF43506-1CB5-4D06-8029-7AC6856AF03F}" type="slidenum">
              <a:rPr lang="zh-TW" altLang="en-US" smtClean="0"/>
              <a:t>‹#›</a:t>
            </a:fld>
            <a:endParaRPr lang="zh-TW" altLang="en-US"/>
          </a:p>
        </p:txBody>
      </p:sp>
    </p:spTree>
    <p:extLst>
      <p:ext uri="{BB962C8B-B14F-4D97-AF65-F5344CB8AC3E}">
        <p14:creationId xmlns:p14="http://schemas.microsoft.com/office/powerpoint/2010/main" val="4072392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838200" y="1825625"/>
            <a:ext cx="51816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6172200" y="1825625"/>
            <a:ext cx="51816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37F31F06-37F9-4241-8ACF-3469ACE37BDD}" type="datetimeFigureOut">
              <a:rPr lang="zh-TW" altLang="en-US" smtClean="0"/>
              <a:t>2014/10/1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CF43506-1CB5-4D06-8029-7AC6856AF03F}" type="slidenum">
              <a:rPr lang="zh-TW" altLang="en-US" smtClean="0"/>
              <a:t>‹#›</a:t>
            </a:fld>
            <a:endParaRPr lang="zh-TW" altLang="en-US"/>
          </a:p>
        </p:txBody>
      </p:sp>
    </p:spTree>
    <p:extLst>
      <p:ext uri="{BB962C8B-B14F-4D97-AF65-F5344CB8AC3E}">
        <p14:creationId xmlns:p14="http://schemas.microsoft.com/office/powerpoint/2010/main" val="1088657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37F31F06-37F9-4241-8ACF-3469ACE37BDD}" type="datetimeFigureOut">
              <a:rPr lang="zh-TW" altLang="en-US" smtClean="0"/>
              <a:t>2014/10/1</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ACF43506-1CB5-4D06-8029-7AC6856AF03F}" type="slidenum">
              <a:rPr lang="zh-TW" altLang="en-US" smtClean="0"/>
              <a:t>‹#›</a:t>
            </a:fld>
            <a:endParaRPr lang="zh-TW" altLang="en-US"/>
          </a:p>
        </p:txBody>
      </p:sp>
    </p:spTree>
    <p:extLst>
      <p:ext uri="{BB962C8B-B14F-4D97-AF65-F5344CB8AC3E}">
        <p14:creationId xmlns:p14="http://schemas.microsoft.com/office/powerpoint/2010/main" val="11581276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37F31F06-37F9-4241-8ACF-3469ACE37BDD}" type="datetimeFigureOut">
              <a:rPr lang="zh-TW" altLang="en-US" smtClean="0"/>
              <a:t>2014/10/1</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ACF43506-1CB5-4D06-8029-7AC6856AF03F}" type="slidenum">
              <a:rPr lang="zh-TW" altLang="en-US" smtClean="0"/>
              <a:t>‹#›</a:t>
            </a:fld>
            <a:endParaRPr lang="zh-TW" altLang="en-US"/>
          </a:p>
        </p:txBody>
      </p:sp>
    </p:spTree>
    <p:extLst>
      <p:ext uri="{BB962C8B-B14F-4D97-AF65-F5344CB8AC3E}">
        <p14:creationId xmlns:p14="http://schemas.microsoft.com/office/powerpoint/2010/main" val="21708965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37F31F06-37F9-4241-8ACF-3469ACE37BDD}" type="datetimeFigureOut">
              <a:rPr lang="zh-TW" altLang="en-US" smtClean="0"/>
              <a:t>2014/10/1</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ACF43506-1CB5-4D06-8029-7AC6856AF03F}" type="slidenum">
              <a:rPr lang="zh-TW" altLang="en-US" smtClean="0"/>
              <a:t>‹#›</a:t>
            </a:fld>
            <a:endParaRPr lang="zh-TW" altLang="en-US"/>
          </a:p>
        </p:txBody>
      </p:sp>
    </p:spTree>
    <p:extLst>
      <p:ext uri="{BB962C8B-B14F-4D97-AF65-F5344CB8AC3E}">
        <p14:creationId xmlns:p14="http://schemas.microsoft.com/office/powerpoint/2010/main" val="2077939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37F31F06-37F9-4241-8ACF-3469ACE37BDD}" type="datetimeFigureOut">
              <a:rPr lang="zh-TW" altLang="en-US" smtClean="0"/>
              <a:t>2014/10/1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CF43506-1CB5-4D06-8029-7AC6856AF03F}" type="slidenum">
              <a:rPr lang="zh-TW" altLang="en-US" smtClean="0"/>
              <a:t>‹#›</a:t>
            </a:fld>
            <a:endParaRPr lang="zh-TW" altLang="en-US"/>
          </a:p>
        </p:txBody>
      </p:sp>
    </p:spTree>
    <p:extLst>
      <p:ext uri="{BB962C8B-B14F-4D97-AF65-F5344CB8AC3E}">
        <p14:creationId xmlns:p14="http://schemas.microsoft.com/office/powerpoint/2010/main" val="546579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37F31F06-37F9-4241-8ACF-3469ACE37BDD}" type="datetimeFigureOut">
              <a:rPr lang="zh-TW" altLang="en-US" smtClean="0"/>
              <a:t>2014/10/1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ACF43506-1CB5-4D06-8029-7AC6856AF03F}" type="slidenum">
              <a:rPr lang="zh-TW" altLang="en-US" smtClean="0"/>
              <a:t>‹#›</a:t>
            </a:fld>
            <a:endParaRPr lang="zh-TW" altLang="en-US"/>
          </a:p>
        </p:txBody>
      </p:sp>
    </p:spTree>
    <p:extLst>
      <p:ext uri="{BB962C8B-B14F-4D97-AF65-F5344CB8AC3E}">
        <p14:creationId xmlns:p14="http://schemas.microsoft.com/office/powerpoint/2010/main" val="18786453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37F31F06-37F9-4241-8ACF-3469ACE37BDD}" type="datetimeFigureOut">
              <a:rPr lang="zh-TW" altLang="en-US" smtClean="0"/>
              <a:t>2014/10/1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CF43506-1CB5-4D06-8029-7AC6856AF03F}" type="slidenum">
              <a:rPr lang="zh-TW" altLang="en-US" smtClean="0"/>
              <a:t>‹#›</a:t>
            </a:fld>
            <a:endParaRPr lang="zh-TW" altLang="en-US"/>
          </a:p>
        </p:txBody>
      </p:sp>
    </p:spTree>
    <p:extLst>
      <p:ext uri="{BB962C8B-B14F-4D97-AF65-F5344CB8AC3E}">
        <p14:creationId xmlns:p14="http://schemas.microsoft.com/office/powerpoint/2010/main" val="1502150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37F31F06-37F9-4241-8ACF-3469ACE37BDD}" type="datetimeFigureOut">
              <a:rPr lang="zh-TW" altLang="en-US" smtClean="0"/>
              <a:t>2014/10/1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ACF43506-1CB5-4D06-8029-7AC6856AF03F}" type="slidenum">
              <a:rPr lang="zh-TW" altLang="en-US" smtClean="0"/>
              <a:t>‹#›</a:t>
            </a:fld>
            <a:endParaRPr lang="zh-TW" altLang="en-US"/>
          </a:p>
        </p:txBody>
      </p:sp>
    </p:spTree>
    <p:extLst>
      <p:ext uri="{BB962C8B-B14F-4D97-AF65-F5344CB8AC3E}">
        <p14:creationId xmlns:p14="http://schemas.microsoft.com/office/powerpoint/2010/main" val="17051877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grpSp>
        <p:nvGrpSpPr>
          <p:cNvPr id="44034" name="Group 2"/>
          <p:cNvGrpSpPr>
            <a:grpSpLocks/>
          </p:cNvGrpSpPr>
          <p:nvPr/>
        </p:nvGrpSpPr>
        <p:grpSpPr bwMode="auto">
          <a:xfrm>
            <a:off x="1" y="2438401"/>
            <a:ext cx="12012084" cy="1052513"/>
            <a:chOff x="0" y="1536"/>
            <a:chExt cx="5675" cy="663"/>
          </a:xfrm>
        </p:grpSpPr>
        <p:grpSp>
          <p:nvGrpSpPr>
            <p:cNvPr id="44035" name="Group 3"/>
            <p:cNvGrpSpPr>
              <a:grpSpLocks/>
            </p:cNvGrpSpPr>
            <p:nvPr/>
          </p:nvGrpSpPr>
          <p:grpSpPr bwMode="auto">
            <a:xfrm>
              <a:off x="183" y="1604"/>
              <a:ext cx="448" cy="299"/>
              <a:chOff x="720" y="336"/>
              <a:chExt cx="624" cy="432"/>
            </a:xfrm>
          </p:grpSpPr>
          <p:sp>
            <p:nvSpPr>
              <p:cNvPr id="44036" name="Rectangle 4"/>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TW" altLang="en-US" sz="2400">
                  <a:solidFill>
                    <a:srgbClr val="000000"/>
                  </a:solidFill>
                </a:endParaRPr>
              </a:p>
            </p:txBody>
          </p:sp>
          <p:sp>
            <p:nvSpPr>
              <p:cNvPr id="44037"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TW" altLang="en-US" sz="2400">
                  <a:solidFill>
                    <a:srgbClr val="000000"/>
                  </a:solidFill>
                </a:endParaRPr>
              </a:p>
            </p:txBody>
          </p:sp>
        </p:grpSp>
        <p:grpSp>
          <p:nvGrpSpPr>
            <p:cNvPr id="44038" name="Group 6"/>
            <p:cNvGrpSpPr>
              <a:grpSpLocks/>
            </p:cNvGrpSpPr>
            <p:nvPr/>
          </p:nvGrpSpPr>
          <p:grpSpPr bwMode="auto">
            <a:xfrm>
              <a:off x="261" y="1870"/>
              <a:ext cx="465" cy="299"/>
              <a:chOff x="912" y="2640"/>
              <a:chExt cx="672" cy="432"/>
            </a:xfrm>
          </p:grpSpPr>
          <p:sp>
            <p:nvSpPr>
              <p:cNvPr id="44039" name="Rectangle 7"/>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TW" altLang="en-US" sz="2400">
                  <a:solidFill>
                    <a:srgbClr val="000000"/>
                  </a:solidFill>
                </a:endParaRPr>
              </a:p>
            </p:txBody>
          </p:sp>
          <p:sp>
            <p:nvSpPr>
              <p:cNvPr id="44040"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TW" altLang="en-US" sz="2400">
                  <a:solidFill>
                    <a:srgbClr val="000000"/>
                  </a:solidFill>
                </a:endParaRPr>
              </a:p>
            </p:txBody>
          </p:sp>
        </p:grpSp>
        <p:sp>
          <p:nvSpPr>
            <p:cNvPr id="44041"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TW" altLang="en-US" sz="2400">
                <a:solidFill>
                  <a:srgbClr val="000000"/>
                </a:solidFill>
              </a:endParaRPr>
            </a:p>
          </p:txBody>
        </p:sp>
        <p:sp>
          <p:nvSpPr>
            <p:cNvPr id="44042" name="Rectangle 10"/>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TW" altLang="en-US" sz="2400">
                <a:solidFill>
                  <a:srgbClr val="000000"/>
                </a:solidFill>
              </a:endParaRPr>
            </a:p>
          </p:txBody>
        </p:sp>
        <p:sp>
          <p:nvSpPr>
            <p:cNvPr id="44043"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TW" altLang="en-US" sz="2400">
                <a:solidFill>
                  <a:srgbClr val="000000"/>
                </a:solidFill>
              </a:endParaRPr>
            </a:p>
          </p:txBody>
        </p:sp>
      </p:grpSp>
      <p:sp>
        <p:nvSpPr>
          <p:cNvPr id="44044" name="Rectangle 12"/>
          <p:cNvSpPr>
            <a:spLocks noGrp="1" noChangeArrowheads="1"/>
          </p:cNvSpPr>
          <p:nvPr>
            <p:ph type="ctrTitle"/>
          </p:nvPr>
        </p:nvSpPr>
        <p:spPr>
          <a:xfrm>
            <a:off x="1320800" y="1828800"/>
            <a:ext cx="10363200" cy="1143000"/>
          </a:xfrm>
        </p:spPr>
        <p:txBody>
          <a:bodyPr/>
          <a:lstStyle>
            <a:lvl1pPr>
              <a:defRPr/>
            </a:lvl1pPr>
          </a:lstStyle>
          <a:p>
            <a:pPr lvl="0"/>
            <a:r>
              <a:rPr lang="zh-TW" altLang="en-US" noProof="0" smtClean="0"/>
              <a:t>按一下以編輯母片標題樣式</a:t>
            </a:r>
          </a:p>
        </p:txBody>
      </p:sp>
      <p:sp>
        <p:nvSpPr>
          <p:cNvPr id="44045" name="Rectangle 13"/>
          <p:cNvSpPr>
            <a:spLocks noGrp="1" noChangeArrowheads="1"/>
          </p:cNvSpPr>
          <p:nvPr>
            <p:ph type="subTitle" idx="1"/>
          </p:nvPr>
        </p:nvSpPr>
        <p:spPr>
          <a:xfrm>
            <a:off x="1828800" y="3886200"/>
            <a:ext cx="8534400" cy="1752600"/>
          </a:xfrm>
        </p:spPr>
        <p:txBody>
          <a:bodyPr/>
          <a:lstStyle>
            <a:lvl1pPr marL="0" indent="0" algn="ctr">
              <a:buFont typeface="Wingdings" panose="05000000000000000000" pitchFamily="2" charset="2"/>
              <a:buNone/>
              <a:defRPr/>
            </a:lvl1pPr>
          </a:lstStyle>
          <a:p>
            <a:pPr lvl="0"/>
            <a:r>
              <a:rPr lang="zh-TW" altLang="en-US" noProof="0" smtClean="0"/>
              <a:t>按一下以編輯母片副標題樣式</a:t>
            </a:r>
          </a:p>
        </p:txBody>
      </p:sp>
      <p:sp>
        <p:nvSpPr>
          <p:cNvPr id="44046" name="Rectangle 14"/>
          <p:cNvSpPr>
            <a:spLocks noGrp="1" noChangeArrowheads="1"/>
          </p:cNvSpPr>
          <p:nvPr>
            <p:ph type="dt" sz="half" idx="2"/>
          </p:nvPr>
        </p:nvSpPr>
        <p:spPr>
          <a:xfrm>
            <a:off x="1320800" y="6248400"/>
            <a:ext cx="2540000" cy="457200"/>
          </a:xfrm>
        </p:spPr>
        <p:txBody>
          <a:bodyPr/>
          <a:lstStyle>
            <a:lvl1pPr>
              <a:defRPr/>
            </a:lvl1pPr>
          </a:lstStyle>
          <a:p>
            <a:endParaRPr lang="en-US" altLang="zh-TW" dirty="0">
              <a:solidFill>
                <a:srgbClr val="00E4A8"/>
              </a:solidFill>
            </a:endParaRPr>
          </a:p>
        </p:txBody>
      </p:sp>
      <p:sp>
        <p:nvSpPr>
          <p:cNvPr id="44047" name="Rectangle 15"/>
          <p:cNvSpPr>
            <a:spLocks noGrp="1" noChangeArrowheads="1"/>
          </p:cNvSpPr>
          <p:nvPr>
            <p:ph type="ftr" sz="quarter" idx="3"/>
          </p:nvPr>
        </p:nvSpPr>
        <p:spPr>
          <a:xfrm>
            <a:off x="3149600" y="6248400"/>
            <a:ext cx="6705600" cy="457200"/>
          </a:xfrm>
        </p:spPr>
        <p:txBody>
          <a:bodyPr/>
          <a:lstStyle>
            <a:lvl1pPr>
              <a:defRPr/>
            </a:lvl1pPr>
          </a:lstStyle>
          <a:p>
            <a:r>
              <a:rPr lang="en-US" altLang="zh-TW" dirty="0">
                <a:solidFill>
                  <a:srgbClr val="00E4A8"/>
                </a:solidFill>
              </a:rPr>
              <a:t>4</a:t>
            </a:r>
          </a:p>
        </p:txBody>
      </p:sp>
      <p:sp>
        <p:nvSpPr>
          <p:cNvPr id="44048" name="Rectangle 16"/>
          <p:cNvSpPr>
            <a:spLocks noGrp="1" noChangeArrowheads="1"/>
          </p:cNvSpPr>
          <p:nvPr>
            <p:ph type="sldNum" sz="quarter" idx="4"/>
          </p:nvPr>
        </p:nvSpPr>
        <p:spPr>
          <a:xfrm>
            <a:off x="9144000" y="6248400"/>
            <a:ext cx="2540000" cy="457200"/>
          </a:xfrm>
        </p:spPr>
        <p:txBody>
          <a:bodyPr/>
          <a:lstStyle>
            <a:lvl1pPr>
              <a:defRPr/>
            </a:lvl1pPr>
          </a:lstStyle>
          <a:p>
            <a:fld id="{AF9FDF4B-0E5A-4A45-8994-45BA85582C87}" type="slidenum">
              <a:rPr lang="en-US" altLang="zh-TW">
                <a:solidFill>
                  <a:srgbClr val="00E4A8"/>
                </a:solidFill>
              </a:rPr>
              <a:pPr/>
              <a:t>‹#›</a:t>
            </a:fld>
            <a:endParaRPr lang="en-US" altLang="zh-TW" dirty="0">
              <a:solidFill>
                <a:srgbClr val="00E4A8"/>
              </a:solidFill>
            </a:endParaRPr>
          </a:p>
        </p:txBody>
      </p:sp>
    </p:spTree>
    <p:extLst>
      <p:ext uri="{BB962C8B-B14F-4D97-AF65-F5344CB8AC3E}">
        <p14:creationId xmlns:p14="http://schemas.microsoft.com/office/powerpoint/2010/main" val="31994279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a:lvl1pPr>
          </a:lstStyle>
          <a:p>
            <a:endParaRPr lang="en-US" altLang="zh-TW" dirty="0">
              <a:solidFill>
                <a:srgbClr val="00E4A8"/>
              </a:solidFill>
            </a:endParaRPr>
          </a:p>
        </p:txBody>
      </p:sp>
      <p:sp>
        <p:nvSpPr>
          <p:cNvPr id="5" name="頁尾版面配置區 4"/>
          <p:cNvSpPr>
            <a:spLocks noGrp="1"/>
          </p:cNvSpPr>
          <p:nvPr>
            <p:ph type="ftr" sz="quarter" idx="11"/>
          </p:nvPr>
        </p:nvSpPr>
        <p:spPr/>
        <p:txBody>
          <a:bodyPr/>
          <a:lstStyle>
            <a:lvl1pPr>
              <a:defRPr/>
            </a:lvl1pPr>
          </a:lstStyle>
          <a:p>
            <a:endParaRPr lang="zh-TW" altLang="zh-TW">
              <a:solidFill>
                <a:srgbClr val="00E4A8"/>
              </a:solidFill>
            </a:endParaRPr>
          </a:p>
        </p:txBody>
      </p:sp>
      <p:sp>
        <p:nvSpPr>
          <p:cNvPr id="6" name="投影片編號版面配置區 5"/>
          <p:cNvSpPr>
            <a:spLocks noGrp="1"/>
          </p:cNvSpPr>
          <p:nvPr>
            <p:ph type="sldNum" sz="quarter" idx="12"/>
          </p:nvPr>
        </p:nvSpPr>
        <p:spPr/>
        <p:txBody>
          <a:bodyPr/>
          <a:lstStyle>
            <a:lvl1pPr>
              <a:defRPr/>
            </a:lvl1pPr>
          </a:lstStyle>
          <a:p>
            <a:r>
              <a:rPr lang="en-US" altLang="zh-TW" dirty="0">
                <a:solidFill>
                  <a:srgbClr val="00E4A8"/>
                </a:solidFill>
              </a:rPr>
              <a:t>4 -</a:t>
            </a:r>
            <a:fld id="{8AD3E9AC-D704-4DCF-BB28-8D1387088844}" type="slidenum">
              <a:rPr lang="en-US" altLang="zh-TW">
                <a:solidFill>
                  <a:srgbClr val="00E4A8"/>
                </a:solidFill>
              </a:rPr>
              <a:pPr/>
              <a:t>‹#›</a:t>
            </a:fld>
            <a:endParaRPr lang="en-US" altLang="zh-TW" dirty="0">
              <a:solidFill>
                <a:srgbClr val="00E4A8"/>
              </a:solidFill>
            </a:endParaRPr>
          </a:p>
        </p:txBody>
      </p:sp>
    </p:spTree>
    <p:extLst>
      <p:ext uri="{BB962C8B-B14F-4D97-AF65-F5344CB8AC3E}">
        <p14:creationId xmlns:p14="http://schemas.microsoft.com/office/powerpoint/2010/main" val="25345998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1" y="1709739"/>
            <a:ext cx="10515600" cy="2852737"/>
          </a:xfrm>
        </p:spPr>
        <p:txBody>
          <a:bodyPr/>
          <a:lstStyle>
            <a:lvl1pPr>
              <a:defRPr sz="6000"/>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lvl1pPr>
              <a:defRPr/>
            </a:lvl1pPr>
          </a:lstStyle>
          <a:p>
            <a:endParaRPr lang="en-US" altLang="zh-TW" dirty="0">
              <a:solidFill>
                <a:srgbClr val="00E4A8"/>
              </a:solidFill>
            </a:endParaRPr>
          </a:p>
        </p:txBody>
      </p:sp>
      <p:sp>
        <p:nvSpPr>
          <p:cNvPr id="5" name="頁尾版面配置區 4"/>
          <p:cNvSpPr>
            <a:spLocks noGrp="1"/>
          </p:cNvSpPr>
          <p:nvPr>
            <p:ph type="ftr" sz="quarter" idx="11"/>
          </p:nvPr>
        </p:nvSpPr>
        <p:spPr/>
        <p:txBody>
          <a:bodyPr/>
          <a:lstStyle>
            <a:lvl1pPr>
              <a:defRPr/>
            </a:lvl1pPr>
          </a:lstStyle>
          <a:p>
            <a:endParaRPr lang="zh-TW" altLang="zh-TW">
              <a:solidFill>
                <a:srgbClr val="00E4A8"/>
              </a:solidFill>
            </a:endParaRPr>
          </a:p>
        </p:txBody>
      </p:sp>
      <p:sp>
        <p:nvSpPr>
          <p:cNvPr id="6" name="投影片編號版面配置區 5"/>
          <p:cNvSpPr>
            <a:spLocks noGrp="1"/>
          </p:cNvSpPr>
          <p:nvPr>
            <p:ph type="sldNum" sz="quarter" idx="12"/>
          </p:nvPr>
        </p:nvSpPr>
        <p:spPr/>
        <p:txBody>
          <a:bodyPr/>
          <a:lstStyle>
            <a:lvl1pPr>
              <a:defRPr/>
            </a:lvl1pPr>
          </a:lstStyle>
          <a:p>
            <a:r>
              <a:rPr lang="en-US" altLang="zh-TW" dirty="0">
                <a:solidFill>
                  <a:srgbClr val="00E4A8"/>
                </a:solidFill>
              </a:rPr>
              <a:t>4 -</a:t>
            </a:r>
            <a:fld id="{9207DB2A-9EC2-403C-8217-2371EEF46932}" type="slidenum">
              <a:rPr lang="en-US" altLang="zh-TW">
                <a:solidFill>
                  <a:srgbClr val="00E4A8"/>
                </a:solidFill>
              </a:rPr>
              <a:pPr/>
              <a:t>‹#›</a:t>
            </a:fld>
            <a:endParaRPr lang="en-US" altLang="zh-TW" dirty="0">
              <a:solidFill>
                <a:srgbClr val="00E4A8"/>
              </a:solidFill>
            </a:endParaRPr>
          </a:p>
        </p:txBody>
      </p:sp>
    </p:spTree>
    <p:extLst>
      <p:ext uri="{BB962C8B-B14F-4D97-AF65-F5344CB8AC3E}">
        <p14:creationId xmlns:p14="http://schemas.microsoft.com/office/powerpoint/2010/main" val="3821657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1016000" y="1524000"/>
            <a:ext cx="5080000" cy="411480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6299200" y="1524000"/>
            <a:ext cx="5080000" cy="411480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lvl1pPr>
              <a:defRPr/>
            </a:lvl1pPr>
          </a:lstStyle>
          <a:p>
            <a:endParaRPr lang="en-US" altLang="zh-TW" dirty="0">
              <a:solidFill>
                <a:srgbClr val="00E4A8"/>
              </a:solidFill>
            </a:endParaRPr>
          </a:p>
        </p:txBody>
      </p:sp>
      <p:sp>
        <p:nvSpPr>
          <p:cNvPr id="6" name="頁尾版面配置區 5"/>
          <p:cNvSpPr>
            <a:spLocks noGrp="1"/>
          </p:cNvSpPr>
          <p:nvPr>
            <p:ph type="ftr" sz="quarter" idx="11"/>
          </p:nvPr>
        </p:nvSpPr>
        <p:spPr/>
        <p:txBody>
          <a:bodyPr/>
          <a:lstStyle>
            <a:lvl1pPr>
              <a:defRPr/>
            </a:lvl1pPr>
          </a:lstStyle>
          <a:p>
            <a:endParaRPr lang="zh-TW" altLang="zh-TW">
              <a:solidFill>
                <a:srgbClr val="00E4A8"/>
              </a:solidFill>
            </a:endParaRPr>
          </a:p>
        </p:txBody>
      </p:sp>
      <p:sp>
        <p:nvSpPr>
          <p:cNvPr id="7" name="投影片編號版面配置區 6"/>
          <p:cNvSpPr>
            <a:spLocks noGrp="1"/>
          </p:cNvSpPr>
          <p:nvPr>
            <p:ph type="sldNum" sz="quarter" idx="12"/>
          </p:nvPr>
        </p:nvSpPr>
        <p:spPr/>
        <p:txBody>
          <a:bodyPr/>
          <a:lstStyle>
            <a:lvl1pPr>
              <a:defRPr/>
            </a:lvl1pPr>
          </a:lstStyle>
          <a:p>
            <a:r>
              <a:rPr lang="en-US" altLang="zh-TW" dirty="0">
                <a:solidFill>
                  <a:srgbClr val="00E4A8"/>
                </a:solidFill>
              </a:rPr>
              <a:t>4 -</a:t>
            </a:r>
            <a:fld id="{00BF4221-C878-41C5-9110-C050CEA1F628}" type="slidenum">
              <a:rPr lang="en-US" altLang="zh-TW">
                <a:solidFill>
                  <a:srgbClr val="00E4A8"/>
                </a:solidFill>
              </a:rPr>
              <a:pPr/>
              <a:t>‹#›</a:t>
            </a:fld>
            <a:endParaRPr lang="en-US" altLang="zh-TW" dirty="0">
              <a:solidFill>
                <a:srgbClr val="00E4A8"/>
              </a:solidFill>
            </a:endParaRPr>
          </a:p>
        </p:txBody>
      </p:sp>
    </p:spTree>
    <p:extLst>
      <p:ext uri="{BB962C8B-B14F-4D97-AF65-F5344CB8AC3E}">
        <p14:creationId xmlns:p14="http://schemas.microsoft.com/office/powerpoint/2010/main" val="16391353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40317" y="365126"/>
            <a:ext cx="10515600" cy="1325563"/>
          </a:xfrm>
        </p:spPr>
        <p:txBody>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840318" y="2505075"/>
            <a:ext cx="5158316"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6172200" y="2505075"/>
            <a:ext cx="5183717"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lvl1pPr>
              <a:defRPr/>
            </a:lvl1pPr>
          </a:lstStyle>
          <a:p>
            <a:endParaRPr lang="en-US" altLang="zh-TW" dirty="0">
              <a:solidFill>
                <a:srgbClr val="00E4A8"/>
              </a:solidFill>
            </a:endParaRPr>
          </a:p>
        </p:txBody>
      </p:sp>
      <p:sp>
        <p:nvSpPr>
          <p:cNvPr id="8" name="頁尾版面配置區 7"/>
          <p:cNvSpPr>
            <a:spLocks noGrp="1"/>
          </p:cNvSpPr>
          <p:nvPr>
            <p:ph type="ftr" sz="quarter" idx="11"/>
          </p:nvPr>
        </p:nvSpPr>
        <p:spPr/>
        <p:txBody>
          <a:bodyPr/>
          <a:lstStyle>
            <a:lvl1pPr>
              <a:defRPr/>
            </a:lvl1pPr>
          </a:lstStyle>
          <a:p>
            <a:endParaRPr lang="zh-TW" altLang="zh-TW">
              <a:solidFill>
                <a:srgbClr val="00E4A8"/>
              </a:solidFill>
            </a:endParaRPr>
          </a:p>
        </p:txBody>
      </p:sp>
      <p:sp>
        <p:nvSpPr>
          <p:cNvPr id="9" name="投影片編號版面配置區 8"/>
          <p:cNvSpPr>
            <a:spLocks noGrp="1"/>
          </p:cNvSpPr>
          <p:nvPr>
            <p:ph type="sldNum" sz="quarter" idx="12"/>
          </p:nvPr>
        </p:nvSpPr>
        <p:spPr/>
        <p:txBody>
          <a:bodyPr/>
          <a:lstStyle>
            <a:lvl1pPr>
              <a:defRPr/>
            </a:lvl1pPr>
          </a:lstStyle>
          <a:p>
            <a:r>
              <a:rPr lang="en-US" altLang="zh-TW" dirty="0">
                <a:solidFill>
                  <a:srgbClr val="00E4A8"/>
                </a:solidFill>
              </a:rPr>
              <a:t>4 -</a:t>
            </a:r>
            <a:fld id="{A106D2AF-BCF8-49F5-A666-87298A76A87B}" type="slidenum">
              <a:rPr lang="en-US" altLang="zh-TW">
                <a:solidFill>
                  <a:srgbClr val="00E4A8"/>
                </a:solidFill>
              </a:rPr>
              <a:pPr/>
              <a:t>‹#›</a:t>
            </a:fld>
            <a:endParaRPr lang="en-US" altLang="zh-TW" dirty="0">
              <a:solidFill>
                <a:srgbClr val="00E4A8"/>
              </a:solidFill>
            </a:endParaRPr>
          </a:p>
        </p:txBody>
      </p:sp>
    </p:spTree>
    <p:extLst>
      <p:ext uri="{BB962C8B-B14F-4D97-AF65-F5344CB8AC3E}">
        <p14:creationId xmlns:p14="http://schemas.microsoft.com/office/powerpoint/2010/main" val="12235427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lvl1pPr>
              <a:defRPr/>
            </a:lvl1pPr>
          </a:lstStyle>
          <a:p>
            <a:endParaRPr lang="en-US" altLang="zh-TW" dirty="0">
              <a:solidFill>
                <a:srgbClr val="00E4A8"/>
              </a:solidFill>
            </a:endParaRPr>
          </a:p>
        </p:txBody>
      </p:sp>
      <p:sp>
        <p:nvSpPr>
          <p:cNvPr id="4" name="頁尾版面配置區 3"/>
          <p:cNvSpPr>
            <a:spLocks noGrp="1"/>
          </p:cNvSpPr>
          <p:nvPr>
            <p:ph type="ftr" sz="quarter" idx="11"/>
          </p:nvPr>
        </p:nvSpPr>
        <p:spPr/>
        <p:txBody>
          <a:bodyPr/>
          <a:lstStyle>
            <a:lvl1pPr>
              <a:defRPr/>
            </a:lvl1pPr>
          </a:lstStyle>
          <a:p>
            <a:endParaRPr lang="zh-TW" altLang="zh-TW">
              <a:solidFill>
                <a:srgbClr val="00E4A8"/>
              </a:solidFill>
            </a:endParaRPr>
          </a:p>
        </p:txBody>
      </p:sp>
      <p:sp>
        <p:nvSpPr>
          <p:cNvPr id="5" name="投影片編號版面配置區 4"/>
          <p:cNvSpPr>
            <a:spLocks noGrp="1"/>
          </p:cNvSpPr>
          <p:nvPr>
            <p:ph type="sldNum" sz="quarter" idx="12"/>
          </p:nvPr>
        </p:nvSpPr>
        <p:spPr/>
        <p:txBody>
          <a:bodyPr/>
          <a:lstStyle>
            <a:lvl1pPr>
              <a:defRPr/>
            </a:lvl1pPr>
          </a:lstStyle>
          <a:p>
            <a:r>
              <a:rPr lang="en-US" altLang="zh-TW" dirty="0">
                <a:solidFill>
                  <a:srgbClr val="00E4A8"/>
                </a:solidFill>
              </a:rPr>
              <a:t>4 -</a:t>
            </a:r>
            <a:fld id="{934A4E7C-0CC9-48DA-965C-F02A25845288}" type="slidenum">
              <a:rPr lang="en-US" altLang="zh-TW">
                <a:solidFill>
                  <a:srgbClr val="00E4A8"/>
                </a:solidFill>
              </a:rPr>
              <a:pPr/>
              <a:t>‹#›</a:t>
            </a:fld>
            <a:endParaRPr lang="en-US" altLang="zh-TW" dirty="0">
              <a:solidFill>
                <a:srgbClr val="00E4A8"/>
              </a:solidFill>
            </a:endParaRPr>
          </a:p>
        </p:txBody>
      </p:sp>
    </p:spTree>
    <p:extLst>
      <p:ext uri="{BB962C8B-B14F-4D97-AF65-F5344CB8AC3E}">
        <p14:creationId xmlns:p14="http://schemas.microsoft.com/office/powerpoint/2010/main" val="10694427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lvl1pPr>
              <a:defRPr/>
            </a:lvl1pPr>
          </a:lstStyle>
          <a:p>
            <a:endParaRPr lang="en-US" altLang="zh-TW" dirty="0">
              <a:solidFill>
                <a:srgbClr val="00E4A8"/>
              </a:solidFill>
            </a:endParaRPr>
          </a:p>
        </p:txBody>
      </p:sp>
      <p:sp>
        <p:nvSpPr>
          <p:cNvPr id="3" name="頁尾版面配置區 2"/>
          <p:cNvSpPr>
            <a:spLocks noGrp="1"/>
          </p:cNvSpPr>
          <p:nvPr>
            <p:ph type="ftr" sz="quarter" idx="11"/>
          </p:nvPr>
        </p:nvSpPr>
        <p:spPr/>
        <p:txBody>
          <a:bodyPr/>
          <a:lstStyle>
            <a:lvl1pPr>
              <a:defRPr/>
            </a:lvl1pPr>
          </a:lstStyle>
          <a:p>
            <a:endParaRPr lang="zh-TW" altLang="zh-TW">
              <a:solidFill>
                <a:srgbClr val="00E4A8"/>
              </a:solidFill>
            </a:endParaRPr>
          </a:p>
        </p:txBody>
      </p:sp>
      <p:sp>
        <p:nvSpPr>
          <p:cNvPr id="4" name="投影片編號版面配置區 3"/>
          <p:cNvSpPr>
            <a:spLocks noGrp="1"/>
          </p:cNvSpPr>
          <p:nvPr>
            <p:ph type="sldNum" sz="quarter" idx="12"/>
          </p:nvPr>
        </p:nvSpPr>
        <p:spPr/>
        <p:txBody>
          <a:bodyPr/>
          <a:lstStyle>
            <a:lvl1pPr>
              <a:defRPr/>
            </a:lvl1pPr>
          </a:lstStyle>
          <a:p>
            <a:r>
              <a:rPr lang="en-US" altLang="zh-TW" dirty="0">
                <a:solidFill>
                  <a:srgbClr val="00E4A8"/>
                </a:solidFill>
              </a:rPr>
              <a:t>4 -</a:t>
            </a:r>
            <a:fld id="{A8D372C8-73D5-41AF-8B40-219AB5C6A04E}" type="slidenum">
              <a:rPr lang="en-US" altLang="zh-TW">
                <a:solidFill>
                  <a:srgbClr val="00E4A8"/>
                </a:solidFill>
              </a:rPr>
              <a:pPr/>
              <a:t>‹#›</a:t>
            </a:fld>
            <a:endParaRPr lang="en-US" altLang="zh-TW" dirty="0">
              <a:solidFill>
                <a:srgbClr val="00E4A8"/>
              </a:solidFill>
            </a:endParaRPr>
          </a:p>
        </p:txBody>
      </p:sp>
    </p:spTree>
    <p:extLst>
      <p:ext uri="{BB962C8B-B14F-4D97-AF65-F5344CB8AC3E}">
        <p14:creationId xmlns:p14="http://schemas.microsoft.com/office/powerpoint/2010/main" val="18097927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40318" y="457200"/>
            <a:ext cx="3932767" cy="1600200"/>
          </a:xfrm>
        </p:spPr>
        <p:txBody>
          <a:bodyPr/>
          <a:lstStyle>
            <a:lvl1pPr>
              <a:defRPr sz="3200"/>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lvl1pPr>
              <a:defRPr/>
            </a:lvl1pPr>
          </a:lstStyle>
          <a:p>
            <a:endParaRPr lang="en-US" altLang="zh-TW" dirty="0">
              <a:solidFill>
                <a:srgbClr val="00E4A8"/>
              </a:solidFill>
            </a:endParaRPr>
          </a:p>
        </p:txBody>
      </p:sp>
      <p:sp>
        <p:nvSpPr>
          <p:cNvPr id="6" name="頁尾版面配置區 5"/>
          <p:cNvSpPr>
            <a:spLocks noGrp="1"/>
          </p:cNvSpPr>
          <p:nvPr>
            <p:ph type="ftr" sz="quarter" idx="11"/>
          </p:nvPr>
        </p:nvSpPr>
        <p:spPr/>
        <p:txBody>
          <a:bodyPr/>
          <a:lstStyle>
            <a:lvl1pPr>
              <a:defRPr/>
            </a:lvl1pPr>
          </a:lstStyle>
          <a:p>
            <a:endParaRPr lang="zh-TW" altLang="zh-TW">
              <a:solidFill>
                <a:srgbClr val="00E4A8"/>
              </a:solidFill>
            </a:endParaRPr>
          </a:p>
        </p:txBody>
      </p:sp>
      <p:sp>
        <p:nvSpPr>
          <p:cNvPr id="7" name="投影片編號版面配置區 6"/>
          <p:cNvSpPr>
            <a:spLocks noGrp="1"/>
          </p:cNvSpPr>
          <p:nvPr>
            <p:ph type="sldNum" sz="quarter" idx="12"/>
          </p:nvPr>
        </p:nvSpPr>
        <p:spPr/>
        <p:txBody>
          <a:bodyPr/>
          <a:lstStyle>
            <a:lvl1pPr>
              <a:defRPr/>
            </a:lvl1pPr>
          </a:lstStyle>
          <a:p>
            <a:r>
              <a:rPr lang="en-US" altLang="zh-TW" dirty="0">
                <a:solidFill>
                  <a:srgbClr val="00E4A8"/>
                </a:solidFill>
              </a:rPr>
              <a:t>4 -</a:t>
            </a:r>
            <a:fld id="{B4AD47CD-3335-4B64-8756-ED5BBEDCF9B0}" type="slidenum">
              <a:rPr lang="en-US" altLang="zh-TW">
                <a:solidFill>
                  <a:srgbClr val="00E4A8"/>
                </a:solidFill>
              </a:rPr>
              <a:pPr/>
              <a:t>‹#›</a:t>
            </a:fld>
            <a:endParaRPr lang="en-US" altLang="zh-TW" dirty="0">
              <a:solidFill>
                <a:srgbClr val="00E4A8"/>
              </a:solidFill>
            </a:endParaRPr>
          </a:p>
        </p:txBody>
      </p:sp>
    </p:spTree>
    <p:extLst>
      <p:ext uri="{BB962C8B-B14F-4D97-AF65-F5344CB8AC3E}">
        <p14:creationId xmlns:p14="http://schemas.microsoft.com/office/powerpoint/2010/main" val="35498567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40318" y="457200"/>
            <a:ext cx="3932767" cy="1600200"/>
          </a:xfrm>
        </p:spPr>
        <p:txBody>
          <a:bodyPr/>
          <a:lstStyle>
            <a:lvl1pPr>
              <a:defRPr sz="3200"/>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lvl1pPr>
              <a:defRPr/>
            </a:lvl1pPr>
          </a:lstStyle>
          <a:p>
            <a:endParaRPr lang="en-US" altLang="zh-TW" dirty="0">
              <a:solidFill>
                <a:srgbClr val="00E4A8"/>
              </a:solidFill>
            </a:endParaRPr>
          </a:p>
        </p:txBody>
      </p:sp>
      <p:sp>
        <p:nvSpPr>
          <p:cNvPr id="6" name="頁尾版面配置區 5"/>
          <p:cNvSpPr>
            <a:spLocks noGrp="1"/>
          </p:cNvSpPr>
          <p:nvPr>
            <p:ph type="ftr" sz="quarter" idx="11"/>
          </p:nvPr>
        </p:nvSpPr>
        <p:spPr/>
        <p:txBody>
          <a:bodyPr/>
          <a:lstStyle>
            <a:lvl1pPr>
              <a:defRPr/>
            </a:lvl1pPr>
          </a:lstStyle>
          <a:p>
            <a:endParaRPr lang="zh-TW" altLang="zh-TW">
              <a:solidFill>
                <a:srgbClr val="00E4A8"/>
              </a:solidFill>
            </a:endParaRPr>
          </a:p>
        </p:txBody>
      </p:sp>
      <p:sp>
        <p:nvSpPr>
          <p:cNvPr id="7" name="投影片編號版面配置區 6"/>
          <p:cNvSpPr>
            <a:spLocks noGrp="1"/>
          </p:cNvSpPr>
          <p:nvPr>
            <p:ph type="sldNum" sz="quarter" idx="12"/>
          </p:nvPr>
        </p:nvSpPr>
        <p:spPr/>
        <p:txBody>
          <a:bodyPr/>
          <a:lstStyle>
            <a:lvl1pPr>
              <a:defRPr/>
            </a:lvl1pPr>
          </a:lstStyle>
          <a:p>
            <a:r>
              <a:rPr lang="en-US" altLang="zh-TW" dirty="0">
                <a:solidFill>
                  <a:srgbClr val="00E4A8"/>
                </a:solidFill>
              </a:rPr>
              <a:t>4 -</a:t>
            </a:r>
            <a:fld id="{3E74D466-0AEB-4123-AA5C-7405DE9F8181}" type="slidenum">
              <a:rPr lang="en-US" altLang="zh-TW">
                <a:solidFill>
                  <a:srgbClr val="00E4A8"/>
                </a:solidFill>
              </a:rPr>
              <a:pPr/>
              <a:t>‹#›</a:t>
            </a:fld>
            <a:endParaRPr lang="en-US" altLang="zh-TW" dirty="0">
              <a:solidFill>
                <a:srgbClr val="00E4A8"/>
              </a:solidFill>
            </a:endParaRPr>
          </a:p>
        </p:txBody>
      </p:sp>
    </p:spTree>
    <p:extLst>
      <p:ext uri="{BB962C8B-B14F-4D97-AF65-F5344CB8AC3E}">
        <p14:creationId xmlns:p14="http://schemas.microsoft.com/office/powerpoint/2010/main" val="8939030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a:lvl1pPr>
          </a:lstStyle>
          <a:p>
            <a:endParaRPr lang="en-US" altLang="zh-TW" dirty="0">
              <a:solidFill>
                <a:srgbClr val="00E4A8"/>
              </a:solidFill>
            </a:endParaRPr>
          </a:p>
        </p:txBody>
      </p:sp>
      <p:sp>
        <p:nvSpPr>
          <p:cNvPr id="5" name="頁尾版面配置區 4"/>
          <p:cNvSpPr>
            <a:spLocks noGrp="1"/>
          </p:cNvSpPr>
          <p:nvPr>
            <p:ph type="ftr" sz="quarter" idx="11"/>
          </p:nvPr>
        </p:nvSpPr>
        <p:spPr/>
        <p:txBody>
          <a:bodyPr/>
          <a:lstStyle>
            <a:lvl1pPr>
              <a:defRPr/>
            </a:lvl1pPr>
          </a:lstStyle>
          <a:p>
            <a:endParaRPr lang="zh-TW" altLang="zh-TW">
              <a:solidFill>
                <a:srgbClr val="00E4A8"/>
              </a:solidFill>
            </a:endParaRPr>
          </a:p>
        </p:txBody>
      </p:sp>
      <p:sp>
        <p:nvSpPr>
          <p:cNvPr id="6" name="投影片編號版面配置區 5"/>
          <p:cNvSpPr>
            <a:spLocks noGrp="1"/>
          </p:cNvSpPr>
          <p:nvPr>
            <p:ph type="sldNum" sz="quarter" idx="12"/>
          </p:nvPr>
        </p:nvSpPr>
        <p:spPr/>
        <p:txBody>
          <a:bodyPr/>
          <a:lstStyle>
            <a:lvl1pPr>
              <a:defRPr/>
            </a:lvl1pPr>
          </a:lstStyle>
          <a:p>
            <a:r>
              <a:rPr lang="en-US" altLang="zh-TW" dirty="0">
                <a:solidFill>
                  <a:srgbClr val="00E4A8"/>
                </a:solidFill>
              </a:rPr>
              <a:t>4 -</a:t>
            </a:r>
            <a:fld id="{DAD457DC-B075-43AB-A5E9-DC24C6E38FC8}" type="slidenum">
              <a:rPr lang="en-US" altLang="zh-TW">
                <a:solidFill>
                  <a:srgbClr val="00E4A8"/>
                </a:solidFill>
              </a:rPr>
              <a:pPr/>
              <a:t>‹#›</a:t>
            </a:fld>
            <a:endParaRPr lang="en-US" altLang="zh-TW" dirty="0">
              <a:solidFill>
                <a:srgbClr val="00E4A8"/>
              </a:solidFill>
            </a:endParaRPr>
          </a:p>
        </p:txBody>
      </p:sp>
    </p:spTree>
    <p:extLst>
      <p:ext uri="{BB962C8B-B14F-4D97-AF65-F5344CB8AC3E}">
        <p14:creationId xmlns:p14="http://schemas.microsoft.com/office/powerpoint/2010/main" val="6003472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88400" y="533400"/>
            <a:ext cx="2590800" cy="5105400"/>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1016000" y="533400"/>
            <a:ext cx="7569200" cy="5105400"/>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a:lvl1pPr>
          </a:lstStyle>
          <a:p>
            <a:endParaRPr lang="en-US" altLang="zh-TW" dirty="0">
              <a:solidFill>
                <a:srgbClr val="00E4A8"/>
              </a:solidFill>
            </a:endParaRPr>
          </a:p>
        </p:txBody>
      </p:sp>
      <p:sp>
        <p:nvSpPr>
          <p:cNvPr id="5" name="頁尾版面配置區 4"/>
          <p:cNvSpPr>
            <a:spLocks noGrp="1"/>
          </p:cNvSpPr>
          <p:nvPr>
            <p:ph type="ftr" sz="quarter" idx="11"/>
          </p:nvPr>
        </p:nvSpPr>
        <p:spPr/>
        <p:txBody>
          <a:bodyPr/>
          <a:lstStyle>
            <a:lvl1pPr>
              <a:defRPr/>
            </a:lvl1pPr>
          </a:lstStyle>
          <a:p>
            <a:endParaRPr lang="zh-TW" altLang="zh-TW">
              <a:solidFill>
                <a:srgbClr val="00E4A8"/>
              </a:solidFill>
            </a:endParaRPr>
          </a:p>
        </p:txBody>
      </p:sp>
      <p:sp>
        <p:nvSpPr>
          <p:cNvPr id="6" name="投影片編號版面配置區 5"/>
          <p:cNvSpPr>
            <a:spLocks noGrp="1"/>
          </p:cNvSpPr>
          <p:nvPr>
            <p:ph type="sldNum" sz="quarter" idx="12"/>
          </p:nvPr>
        </p:nvSpPr>
        <p:spPr/>
        <p:txBody>
          <a:bodyPr/>
          <a:lstStyle>
            <a:lvl1pPr>
              <a:defRPr/>
            </a:lvl1pPr>
          </a:lstStyle>
          <a:p>
            <a:r>
              <a:rPr lang="en-US" altLang="zh-TW" dirty="0">
                <a:solidFill>
                  <a:srgbClr val="00E4A8"/>
                </a:solidFill>
              </a:rPr>
              <a:t>4 -</a:t>
            </a:r>
            <a:fld id="{3A205C04-5350-4B93-8A23-074557BEFF7A}" type="slidenum">
              <a:rPr lang="en-US" altLang="zh-TW">
                <a:solidFill>
                  <a:srgbClr val="00E4A8"/>
                </a:solidFill>
              </a:rPr>
              <a:pPr/>
              <a:t>‹#›</a:t>
            </a:fld>
            <a:endParaRPr lang="en-US" altLang="zh-TW" dirty="0">
              <a:solidFill>
                <a:srgbClr val="00E4A8"/>
              </a:solidFill>
            </a:endParaRPr>
          </a:p>
        </p:txBody>
      </p:sp>
    </p:spTree>
    <p:extLst>
      <p:ext uri="{BB962C8B-B14F-4D97-AF65-F5344CB8AC3E}">
        <p14:creationId xmlns:p14="http://schemas.microsoft.com/office/powerpoint/2010/main" val="40104428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reserve="1">
  <p:cSld name="標題，文字及物件">
    <p:spTree>
      <p:nvGrpSpPr>
        <p:cNvPr id="1" name=""/>
        <p:cNvGrpSpPr/>
        <p:nvPr/>
      </p:nvGrpSpPr>
      <p:grpSpPr>
        <a:xfrm>
          <a:off x="0" y="0"/>
          <a:ext cx="0" cy="0"/>
          <a:chOff x="0" y="0"/>
          <a:chExt cx="0" cy="0"/>
        </a:xfrm>
      </p:grpSpPr>
      <p:sp>
        <p:nvSpPr>
          <p:cNvPr id="2" name="標題 1"/>
          <p:cNvSpPr>
            <a:spLocks noGrp="1"/>
          </p:cNvSpPr>
          <p:nvPr>
            <p:ph type="title"/>
          </p:nvPr>
        </p:nvSpPr>
        <p:spPr>
          <a:xfrm>
            <a:off x="1016000" y="533400"/>
            <a:ext cx="10160000" cy="769938"/>
          </a:xfrm>
        </p:spPr>
        <p:txBody>
          <a:bodyPr/>
          <a:lstStyle/>
          <a:p>
            <a:r>
              <a:rPr lang="zh-TW" altLang="en-US" smtClean="0"/>
              <a:t>按一下以編輯母片標題樣式</a:t>
            </a:r>
            <a:endParaRPr lang="zh-TW" altLang="en-US"/>
          </a:p>
        </p:txBody>
      </p:sp>
      <p:sp>
        <p:nvSpPr>
          <p:cNvPr id="3" name="文字版面配置區 2"/>
          <p:cNvSpPr>
            <a:spLocks noGrp="1"/>
          </p:cNvSpPr>
          <p:nvPr>
            <p:ph type="body" sz="half" idx="1"/>
          </p:nvPr>
        </p:nvSpPr>
        <p:spPr>
          <a:xfrm>
            <a:off x="1016000" y="1524000"/>
            <a:ext cx="5080000" cy="411480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6299200" y="1524000"/>
            <a:ext cx="5080000" cy="411480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a:xfrm>
            <a:off x="1219200" y="6324600"/>
            <a:ext cx="2540000" cy="457200"/>
          </a:xfrm>
        </p:spPr>
        <p:txBody>
          <a:bodyPr/>
          <a:lstStyle>
            <a:lvl1pPr>
              <a:defRPr/>
            </a:lvl1pPr>
          </a:lstStyle>
          <a:p>
            <a:endParaRPr lang="en-US" altLang="zh-TW" dirty="0">
              <a:solidFill>
                <a:srgbClr val="00E4A8"/>
              </a:solidFill>
            </a:endParaRPr>
          </a:p>
        </p:txBody>
      </p:sp>
      <p:sp>
        <p:nvSpPr>
          <p:cNvPr id="6" name="頁尾版面配置區 5"/>
          <p:cNvSpPr>
            <a:spLocks noGrp="1"/>
          </p:cNvSpPr>
          <p:nvPr>
            <p:ph type="ftr" sz="quarter" idx="11"/>
          </p:nvPr>
        </p:nvSpPr>
        <p:spPr>
          <a:xfrm>
            <a:off x="3149600" y="6324600"/>
            <a:ext cx="6502400" cy="457200"/>
          </a:xfrm>
        </p:spPr>
        <p:txBody>
          <a:bodyPr/>
          <a:lstStyle>
            <a:lvl1pPr>
              <a:defRPr/>
            </a:lvl1pPr>
          </a:lstStyle>
          <a:p>
            <a:endParaRPr lang="zh-TW" altLang="zh-TW">
              <a:solidFill>
                <a:srgbClr val="00E4A8"/>
              </a:solidFill>
            </a:endParaRPr>
          </a:p>
        </p:txBody>
      </p:sp>
      <p:sp>
        <p:nvSpPr>
          <p:cNvPr id="7" name="投影片編號版面配置區 6"/>
          <p:cNvSpPr>
            <a:spLocks noGrp="1"/>
          </p:cNvSpPr>
          <p:nvPr>
            <p:ph type="sldNum" sz="quarter" idx="12"/>
          </p:nvPr>
        </p:nvSpPr>
        <p:spPr>
          <a:xfrm>
            <a:off x="9042400" y="6324600"/>
            <a:ext cx="2540000" cy="457200"/>
          </a:xfrm>
        </p:spPr>
        <p:txBody>
          <a:bodyPr/>
          <a:lstStyle>
            <a:lvl1pPr>
              <a:defRPr/>
            </a:lvl1pPr>
          </a:lstStyle>
          <a:p>
            <a:r>
              <a:rPr lang="en-US" altLang="zh-TW" dirty="0">
                <a:solidFill>
                  <a:srgbClr val="00E4A8"/>
                </a:solidFill>
              </a:rPr>
              <a:t>4 -</a:t>
            </a:r>
            <a:fld id="{C0E4A5A3-D07F-457E-88DE-ADCF4D1F998D}" type="slidenum">
              <a:rPr lang="en-US" altLang="zh-TW">
                <a:solidFill>
                  <a:srgbClr val="00E4A8"/>
                </a:solidFill>
              </a:rPr>
              <a:pPr/>
              <a:t>‹#›</a:t>
            </a:fld>
            <a:endParaRPr lang="en-US" altLang="zh-TW" dirty="0">
              <a:solidFill>
                <a:srgbClr val="00E4A8"/>
              </a:solidFill>
            </a:endParaRPr>
          </a:p>
        </p:txBody>
      </p:sp>
    </p:spTree>
    <p:extLst>
      <p:ext uri="{BB962C8B-B14F-4D97-AF65-F5344CB8AC3E}">
        <p14:creationId xmlns:p14="http://schemas.microsoft.com/office/powerpoint/2010/main" val="8368975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標題及表格">
    <p:spTree>
      <p:nvGrpSpPr>
        <p:cNvPr id="1" name=""/>
        <p:cNvGrpSpPr/>
        <p:nvPr/>
      </p:nvGrpSpPr>
      <p:grpSpPr>
        <a:xfrm>
          <a:off x="0" y="0"/>
          <a:ext cx="0" cy="0"/>
          <a:chOff x="0" y="0"/>
          <a:chExt cx="0" cy="0"/>
        </a:xfrm>
      </p:grpSpPr>
      <p:sp>
        <p:nvSpPr>
          <p:cNvPr id="2" name="標題 1"/>
          <p:cNvSpPr>
            <a:spLocks noGrp="1"/>
          </p:cNvSpPr>
          <p:nvPr>
            <p:ph type="title"/>
          </p:nvPr>
        </p:nvSpPr>
        <p:spPr>
          <a:xfrm>
            <a:off x="1016000" y="533400"/>
            <a:ext cx="10160000" cy="769938"/>
          </a:xfrm>
        </p:spPr>
        <p:txBody>
          <a:bodyPr/>
          <a:lstStyle/>
          <a:p>
            <a:r>
              <a:rPr lang="zh-TW" altLang="en-US" smtClean="0"/>
              <a:t>按一下以編輯母片標題樣式</a:t>
            </a:r>
            <a:endParaRPr lang="zh-TW" altLang="en-US"/>
          </a:p>
        </p:txBody>
      </p:sp>
      <p:sp>
        <p:nvSpPr>
          <p:cNvPr id="3" name="表格版面配置區 2"/>
          <p:cNvSpPr>
            <a:spLocks noGrp="1"/>
          </p:cNvSpPr>
          <p:nvPr>
            <p:ph type="tbl" idx="1"/>
          </p:nvPr>
        </p:nvSpPr>
        <p:spPr>
          <a:xfrm>
            <a:off x="1016000" y="1524000"/>
            <a:ext cx="10363200" cy="4114800"/>
          </a:xfrm>
        </p:spPr>
        <p:txBody>
          <a:bodyPr/>
          <a:lstStyle/>
          <a:p>
            <a:endParaRPr lang="zh-TW" altLang="en-US"/>
          </a:p>
        </p:txBody>
      </p:sp>
      <p:sp>
        <p:nvSpPr>
          <p:cNvPr id="4" name="日期版面配置區 3"/>
          <p:cNvSpPr>
            <a:spLocks noGrp="1"/>
          </p:cNvSpPr>
          <p:nvPr>
            <p:ph type="dt" sz="half" idx="10"/>
          </p:nvPr>
        </p:nvSpPr>
        <p:spPr>
          <a:xfrm>
            <a:off x="1219200" y="6324600"/>
            <a:ext cx="2540000" cy="457200"/>
          </a:xfrm>
        </p:spPr>
        <p:txBody>
          <a:bodyPr/>
          <a:lstStyle>
            <a:lvl1pPr>
              <a:defRPr/>
            </a:lvl1pPr>
          </a:lstStyle>
          <a:p>
            <a:endParaRPr lang="en-US" altLang="zh-TW" dirty="0">
              <a:solidFill>
                <a:srgbClr val="00E4A8"/>
              </a:solidFill>
            </a:endParaRPr>
          </a:p>
        </p:txBody>
      </p:sp>
      <p:sp>
        <p:nvSpPr>
          <p:cNvPr id="5" name="頁尾版面配置區 4"/>
          <p:cNvSpPr>
            <a:spLocks noGrp="1"/>
          </p:cNvSpPr>
          <p:nvPr>
            <p:ph type="ftr" sz="quarter" idx="11"/>
          </p:nvPr>
        </p:nvSpPr>
        <p:spPr>
          <a:xfrm>
            <a:off x="3149600" y="6324600"/>
            <a:ext cx="6502400" cy="457200"/>
          </a:xfrm>
        </p:spPr>
        <p:txBody>
          <a:bodyPr/>
          <a:lstStyle>
            <a:lvl1pPr>
              <a:defRPr/>
            </a:lvl1pPr>
          </a:lstStyle>
          <a:p>
            <a:endParaRPr lang="zh-TW" altLang="zh-TW">
              <a:solidFill>
                <a:srgbClr val="00E4A8"/>
              </a:solidFill>
            </a:endParaRPr>
          </a:p>
        </p:txBody>
      </p:sp>
      <p:sp>
        <p:nvSpPr>
          <p:cNvPr id="6" name="投影片編號版面配置區 5"/>
          <p:cNvSpPr>
            <a:spLocks noGrp="1"/>
          </p:cNvSpPr>
          <p:nvPr>
            <p:ph type="sldNum" sz="quarter" idx="12"/>
          </p:nvPr>
        </p:nvSpPr>
        <p:spPr>
          <a:xfrm>
            <a:off x="9042400" y="6324600"/>
            <a:ext cx="2540000" cy="457200"/>
          </a:xfrm>
        </p:spPr>
        <p:txBody>
          <a:bodyPr/>
          <a:lstStyle>
            <a:lvl1pPr>
              <a:defRPr/>
            </a:lvl1pPr>
          </a:lstStyle>
          <a:p>
            <a:r>
              <a:rPr lang="en-US" altLang="zh-TW" dirty="0">
                <a:solidFill>
                  <a:srgbClr val="00E4A8"/>
                </a:solidFill>
              </a:rPr>
              <a:t>4 -</a:t>
            </a:r>
            <a:fld id="{DBCEDE01-866C-43BF-8504-185FF289F3FB}" type="slidenum">
              <a:rPr lang="en-US" altLang="zh-TW">
                <a:solidFill>
                  <a:srgbClr val="00E4A8"/>
                </a:solidFill>
              </a:rPr>
              <a:pPr/>
              <a:t>‹#›</a:t>
            </a:fld>
            <a:endParaRPr lang="en-US" altLang="zh-TW" dirty="0">
              <a:solidFill>
                <a:srgbClr val="00E4A8"/>
              </a:solidFill>
            </a:endParaRPr>
          </a:p>
        </p:txBody>
      </p:sp>
    </p:spTree>
    <p:extLst>
      <p:ext uri="{BB962C8B-B14F-4D97-AF65-F5344CB8AC3E}">
        <p14:creationId xmlns:p14="http://schemas.microsoft.com/office/powerpoint/2010/main" val="32346410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AndTwoObj" preserve="1">
  <p:cSld name="標題，1 個大物件與 2 個小物件">
    <p:spTree>
      <p:nvGrpSpPr>
        <p:cNvPr id="1" name=""/>
        <p:cNvGrpSpPr/>
        <p:nvPr/>
      </p:nvGrpSpPr>
      <p:grpSpPr>
        <a:xfrm>
          <a:off x="0" y="0"/>
          <a:ext cx="0" cy="0"/>
          <a:chOff x="0" y="0"/>
          <a:chExt cx="0" cy="0"/>
        </a:xfrm>
      </p:grpSpPr>
      <p:sp>
        <p:nvSpPr>
          <p:cNvPr id="2" name="標題 1"/>
          <p:cNvSpPr>
            <a:spLocks noGrp="1"/>
          </p:cNvSpPr>
          <p:nvPr>
            <p:ph type="title"/>
          </p:nvPr>
        </p:nvSpPr>
        <p:spPr>
          <a:xfrm>
            <a:off x="1016000" y="533400"/>
            <a:ext cx="10160000" cy="769938"/>
          </a:xfrm>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1016000" y="1524000"/>
            <a:ext cx="5080000" cy="411480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quarter" idx="2"/>
          </p:nvPr>
        </p:nvSpPr>
        <p:spPr>
          <a:xfrm>
            <a:off x="6299200" y="1524000"/>
            <a:ext cx="5080000" cy="198120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內容版面配置區 4"/>
          <p:cNvSpPr>
            <a:spLocks noGrp="1"/>
          </p:cNvSpPr>
          <p:nvPr>
            <p:ph sz="quarter" idx="3"/>
          </p:nvPr>
        </p:nvSpPr>
        <p:spPr>
          <a:xfrm>
            <a:off x="6299200" y="3657600"/>
            <a:ext cx="5080000" cy="198120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日期版面配置區 5"/>
          <p:cNvSpPr>
            <a:spLocks noGrp="1"/>
          </p:cNvSpPr>
          <p:nvPr>
            <p:ph type="dt" sz="half" idx="10"/>
          </p:nvPr>
        </p:nvSpPr>
        <p:spPr>
          <a:xfrm>
            <a:off x="1219200" y="6324600"/>
            <a:ext cx="2540000" cy="457200"/>
          </a:xfrm>
        </p:spPr>
        <p:txBody>
          <a:bodyPr/>
          <a:lstStyle>
            <a:lvl1pPr>
              <a:defRPr/>
            </a:lvl1pPr>
          </a:lstStyle>
          <a:p>
            <a:endParaRPr lang="en-US" altLang="zh-TW" dirty="0">
              <a:solidFill>
                <a:srgbClr val="00E4A8"/>
              </a:solidFill>
            </a:endParaRPr>
          </a:p>
        </p:txBody>
      </p:sp>
      <p:sp>
        <p:nvSpPr>
          <p:cNvPr id="7" name="頁尾版面配置區 6"/>
          <p:cNvSpPr>
            <a:spLocks noGrp="1"/>
          </p:cNvSpPr>
          <p:nvPr>
            <p:ph type="ftr" sz="quarter" idx="11"/>
          </p:nvPr>
        </p:nvSpPr>
        <p:spPr>
          <a:xfrm>
            <a:off x="3149600" y="6324600"/>
            <a:ext cx="6502400" cy="457200"/>
          </a:xfrm>
        </p:spPr>
        <p:txBody>
          <a:bodyPr/>
          <a:lstStyle>
            <a:lvl1pPr>
              <a:defRPr/>
            </a:lvl1pPr>
          </a:lstStyle>
          <a:p>
            <a:endParaRPr lang="zh-TW" altLang="zh-TW">
              <a:solidFill>
                <a:srgbClr val="00E4A8"/>
              </a:solidFill>
            </a:endParaRPr>
          </a:p>
        </p:txBody>
      </p:sp>
      <p:sp>
        <p:nvSpPr>
          <p:cNvPr id="8" name="投影片編號版面配置區 7"/>
          <p:cNvSpPr>
            <a:spLocks noGrp="1"/>
          </p:cNvSpPr>
          <p:nvPr>
            <p:ph type="sldNum" sz="quarter" idx="12"/>
          </p:nvPr>
        </p:nvSpPr>
        <p:spPr>
          <a:xfrm>
            <a:off x="9042400" y="6324600"/>
            <a:ext cx="2540000" cy="457200"/>
          </a:xfrm>
        </p:spPr>
        <p:txBody>
          <a:bodyPr/>
          <a:lstStyle>
            <a:lvl1pPr>
              <a:defRPr/>
            </a:lvl1pPr>
          </a:lstStyle>
          <a:p>
            <a:r>
              <a:rPr lang="en-US" altLang="zh-TW" dirty="0">
                <a:solidFill>
                  <a:srgbClr val="00E4A8"/>
                </a:solidFill>
              </a:rPr>
              <a:t>4 -</a:t>
            </a:r>
            <a:fld id="{62741879-3FB3-4E1D-B168-FEE4D5A24F59}" type="slidenum">
              <a:rPr lang="en-US" altLang="zh-TW">
                <a:solidFill>
                  <a:srgbClr val="00E4A8"/>
                </a:solidFill>
              </a:rPr>
              <a:pPr/>
              <a:t>‹#›</a:t>
            </a:fld>
            <a:endParaRPr lang="en-US" altLang="zh-TW" dirty="0">
              <a:solidFill>
                <a:srgbClr val="00E4A8"/>
              </a:solidFill>
            </a:endParaRPr>
          </a:p>
        </p:txBody>
      </p:sp>
    </p:spTree>
    <p:extLst>
      <p:ext uri="{BB962C8B-B14F-4D97-AF65-F5344CB8AC3E}">
        <p14:creationId xmlns:p14="http://schemas.microsoft.com/office/powerpoint/2010/main" val="321190952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grpSp>
        <p:nvGrpSpPr>
          <p:cNvPr id="44034" name="Group 2"/>
          <p:cNvGrpSpPr>
            <a:grpSpLocks/>
          </p:cNvGrpSpPr>
          <p:nvPr/>
        </p:nvGrpSpPr>
        <p:grpSpPr bwMode="auto">
          <a:xfrm>
            <a:off x="1" y="2438401"/>
            <a:ext cx="12012084" cy="1052513"/>
            <a:chOff x="0" y="1536"/>
            <a:chExt cx="5675" cy="663"/>
          </a:xfrm>
        </p:grpSpPr>
        <p:grpSp>
          <p:nvGrpSpPr>
            <p:cNvPr id="44035" name="Group 3"/>
            <p:cNvGrpSpPr>
              <a:grpSpLocks/>
            </p:cNvGrpSpPr>
            <p:nvPr/>
          </p:nvGrpSpPr>
          <p:grpSpPr bwMode="auto">
            <a:xfrm>
              <a:off x="183" y="1604"/>
              <a:ext cx="448" cy="299"/>
              <a:chOff x="720" y="336"/>
              <a:chExt cx="624" cy="432"/>
            </a:xfrm>
          </p:grpSpPr>
          <p:sp>
            <p:nvSpPr>
              <p:cNvPr id="44036" name="Rectangle 4"/>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TW" altLang="en-US" sz="2400">
                  <a:solidFill>
                    <a:srgbClr val="000000"/>
                  </a:solidFill>
                </a:endParaRPr>
              </a:p>
            </p:txBody>
          </p:sp>
          <p:sp>
            <p:nvSpPr>
              <p:cNvPr id="44037"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TW" altLang="en-US" sz="2400">
                  <a:solidFill>
                    <a:srgbClr val="000000"/>
                  </a:solidFill>
                </a:endParaRPr>
              </a:p>
            </p:txBody>
          </p:sp>
        </p:grpSp>
        <p:grpSp>
          <p:nvGrpSpPr>
            <p:cNvPr id="44038" name="Group 6"/>
            <p:cNvGrpSpPr>
              <a:grpSpLocks/>
            </p:cNvGrpSpPr>
            <p:nvPr/>
          </p:nvGrpSpPr>
          <p:grpSpPr bwMode="auto">
            <a:xfrm>
              <a:off x="261" y="1870"/>
              <a:ext cx="465" cy="299"/>
              <a:chOff x="912" y="2640"/>
              <a:chExt cx="672" cy="432"/>
            </a:xfrm>
          </p:grpSpPr>
          <p:sp>
            <p:nvSpPr>
              <p:cNvPr id="44039" name="Rectangle 7"/>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TW" altLang="en-US" sz="2400">
                  <a:solidFill>
                    <a:srgbClr val="000000"/>
                  </a:solidFill>
                </a:endParaRPr>
              </a:p>
            </p:txBody>
          </p:sp>
          <p:sp>
            <p:nvSpPr>
              <p:cNvPr id="44040"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TW" altLang="en-US" sz="2400">
                  <a:solidFill>
                    <a:srgbClr val="000000"/>
                  </a:solidFill>
                </a:endParaRPr>
              </a:p>
            </p:txBody>
          </p:sp>
        </p:grpSp>
        <p:sp>
          <p:nvSpPr>
            <p:cNvPr id="44041"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TW" altLang="en-US" sz="2400">
                <a:solidFill>
                  <a:srgbClr val="000000"/>
                </a:solidFill>
              </a:endParaRPr>
            </a:p>
          </p:txBody>
        </p:sp>
        <p:sp>
          <p:nvSpPr>
            <p:cNvPr id="44042" name="Rectangle 10"/>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TW" altLang="en-US" sz="2400">
                <a:solidFill>
                  <a:srgbClr val="000000"/>
                </a:solidFill>
              </a:endParaRPr>
            </a:p>
          </p:txBody>
        </p:sp>
        <p:sp>
          <p:nvSpPr>
            <p:cNvPr id="44043"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TW" altLang="en-US" sz="2400">
                <a:solidFill>
                  <a:srgbClr val="000000"/>
                </a:solidFill>
              </a:endParaRPr>
            </a:p>
          </p:txBody>
        </p:sp>
      </p:grpSp>
      <p:sp>
        <p:nvSpPr>
          <p:cNvPr id="44044" name="Rectangle 12"/>
          <p:cNvSpPr>
            <a:spLocks noGrp="1" noChangeArrowheads="1"/>
          </p:cNvSpPr>
          <p:nvPr>
            <p:ph type="ctrTitle"/>
          </p:nvPr>
        </p:nvSpPr>
        <p:spPr>
          <a:xfrm>
            <a:off x="1320800" y="1828800"/>
            <a:ext cx="10363200" cy="1143000"/>
          </a:xfrm>
        </p:spPr>
        <p:txBody>
          <a:bodyPr/>
          <a:lstStyle>
            <a:lvl1pPr>
              <a:defRPr/>
            </a:lvl1pPr>
          </a:lstStyle>
          <a:p>
            <a:pPr lvl="0"/>
            <a:r>
              <a:rPr lang="zh-TW" altLang="en-US" noProof="0" smtClean="0"/>
              <a:t>按一下以編輯母片標題樣式</a:t>
            </a:r>
          </a:p>
        </p:txBody>
      </p:sp>
      <p:sp>
        <p:nvSpPr>
          <p:cNvPr id="44045" name="Rectangle 13"/>
          <p:cNvSpPr>
            <a:spLocks noGrp="1" noChangeArrowheads="1"/>
          </p:cNvSpPr>
          <p:nvPr>
            <p:ph type="subTitle" idx="1"/>
          </p:nvPr>
        </p:nvSpPr>
        <p:spPr>
          <a:xfrm>
            <a:off x="1828800" y="3886200"/>
            <a:ext cx="8534400" cy="1752600"/>
          </a:xfrm>
        </p:spPr>
        <p:txBody>
          <a:bodyPr/>
          <a:lstStyle>
            <a:lvl1pPr marL="0" indent="0" algn="ctr">
              <a:buFont typeface="Wingdings" panose="05000000000000000000" pitchFamily="2" charset="2"/>
              <a:buNone/>
              <a:defRPr/>
            </a:lvl1pPr>
          </a:lstStyle>
          <a:p>
            <a:pPr lvl="0"/>
            <a:r>
              <a:rPr lang="zh-TW" altLang="en-US" noProof="0" smtClean="0"/>
              <a:t>按一下以編輯母片副標題樣式</a:t>
            </a:r>
          </a:p>
        </p:txBody>
      </p:sp>
      <p:sp>
        <p:nvSpPr>
          <p:cNvPr id="44046" name="Rectangle 14"/>
          <p:cNvSpPr>
            <a:spLocks noGrp="1" noChangeArrowheads="1"/>
          </p:cNvSpPr>
          <p:nvPr>
            <p:ph type="dt" sz="half" idx="2"/>
          </p:nvPr>
        </p:nvSpPr>
        <p:spPr>
          <a:xfrm>
            <a:off x="1320800" y="6248400"/>
            <a:ext cx="2540000" cy="457200"/>
          </a:xfrm>
        </p:spPr>
        <p:txBody>
          <a:bodyPr/>
          <a:lstStyle>
            <a:lvl1pPr>
              <a:defRPr/>
            </a:lvl1pPr>
          </a:lstStyle>
          <a:p>
            <a:endParaRPr lang="en-US" altLang="zh-TW" dirty="0">
              <a:solidFill>
                <a:srgbClr val="00E4A8"/>
              </a:solidFill>
            </a:endParaRPr>
          </a:p>
        </p:txBody>
      </p:sp>
      <p:sp>
        <p:nvSpPr>
          <p:cNvPr id="44047" name="Rectangle 15"/>
          <p:cNvSpPr>
            <a:spLocks noGrp="1" noChangeArrowheads="1"/>
          </p:cNvSpPr>
          <p:nvPr>
            <p:ph type="ftr" sz="quarter" idx="3"/>
          </p:nvPr>
        </p:nvSpPr>
        <p:spPr>
          <a:xfrm>
            <a:off x="3149600" y="6248400"/>
            <a:ext cx="6705600" cy="457200"/>
          </a:xfrm>
        </p:spPr>
        <p:txBody>
          <a:bodyPr/>
          <a:lstStyle>
            <a:lvl1pPr>
              <a:defRPr/>
            </a:lvl1pPr>
          </a:lstStyle>
          <a:p>
            <a:r>
              <a:rPr lang="en-US" altLang="zh-TW" dirty="0">
                <a:solidFill>
                  <a:srgbClr val="00E4A8"/>
                </a:solidFill>
              </a:rPr>
              <a:t>4</a:t>
            </a:r>
          </a:p>
        </p:txBody>
      </p:sp>
      <p:sp>
        <p:nvSpPr>
          <p:cNvPr id="44048" name="Rectangle 16"/>
          <p:cNvSpPr>
            <a:spLocks noGrp="1" noChangeArrowheads="1"/>
          </p:cNvSpPr>
          <p:nvPr>
            <p:ph type="sldNum" sz="quarter" idx="4"/>
          </p:nvPr>
        </p:nvSpPr>
        <p:spPr>
          <a:xfrm>
            <a:off x="9144000" y="6248400"/>
            <a:ext cx="2540000" cy="457200"/>
          </a:xfrm>
        </p:spPr>
        <p:txBody>
          <a:bodyPr/>
          <a:lstStyle>
            <a:lvl1pPr>
              <a:defRPr/>
            </a:lvl1pPr>
          </a:lstStyle>
          <a:p>
            <a:fld id="{AF9FDF4B-0E5A-4A45-8994-45BA85582C87}" type="slidenum">
              <a:rPr lang="en-US" altLang="zh-TW">
                <a:solidFill>
                  <a:srgbClr val="00E4A8"/>
                </a:solidFill>
              </a:rPr>
              <a:pPr/>
              <a:t>‹#›</a:t>
            </a:fld>
            <a:endParaRPr lang="en-US" altLang="zh-TW" dirty="0">
              <a:solidFill>
                <a:srgbClr val="00E4A8"/>
              </a:solidFill>
            </a:endParaRPr>
          </a:p>
        </p:txBody>
      </p:sp>
    </p:spTree>
    <p:extLst>
      <p:ext uri="{BB962C8B-B14F-4D97-AF65-F5344CB8AC3E}">
        <p14:creationId xmlns:p14="http://schemas.microsoft.com/office/powerpoint/2010/main" val="401857384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a:lvl1pPr>
          </a:lstStyle>
          <a:p>
            <a:endParaRPr lang="en-US" altLang="zh-TW" dirty="0">
              <a:solidFill>
                <a:srgbClr val="00E4A8"/>
              </a:solidFill>
            </a:endParaRPr>
          </a:p>
        </p:txBody>
      </p:sp>
      <p:sp>
        <p:nvSpPr>
          <p:cNvPr id="5" name="頁尾版面配置區 4"/>
          <p:cNvSpPr>
            <a:spLocks noGrp="1"/>
          </p:cNvSpPr>
          <p:nvPr>
            <p:ph type="ftr" sz="quarter" idx="11"/>
          </p:nvPr>
        </p:nvSpPr>
        <p:spPr/>
        <p:txBody>
          <a:bodyPr/>
          <a:lstStyle>
            <a:lvl1pPr>
              <a:defRPr/>
            </a:lvl1pPr>
          </a:lstStyle>
          <a:p>
            <a:endParaRPr lang="zh-TW" altLang="zh-TW">
              <a:solidFill>
                <a:srgbClr val="00E4A8"/>
              </a:solidFill>
            </a:endParaRPr>
          </a:p>
        </p:txBody>
      </p:sp>
      <p:sp>
        <p:nvSpPr>
          <p:cNvPr id="6" name="投影片編號版面配置區 5"/>
          <p:cNvSpPr>
            <a:spLocks noGrp="1"/>
          </p:cNvSpPr>
          <p:nvPr>
            <p:ph type="sldNum" sz="quarter" idx="12"/>
          </p:nvPr>
        </p:nvSpPr>
        <p:spPr/>
        <p:txBody>
          <a:bodyPr/>
          <a:lstStyle>
            <a:lvl1pPr>
              <a:defRPr/>
            </a:lvl1pPr>
          </a:lstStyle>
          <a:p>
            <a:r>
              <a:rPr lang="en-US" altLang="zh-TW" dirty="0">
                <a:solidFill>
                  <a:srgbClr val="00E4A8"/>
                </a:solidFill>
              </a:rPr>
              <a:t>4 -</a:t>
            </a:r>
            <a:fld id="{8AD3E9AC-D704-4DCF-BB28-8D1387088844}" type="slidenum">
              <a:rPr lang="en-US" altLang="zh-TW">
                <a:solidFill>
                  <a:srgbClr val="00E4A8"/>
                </a:solidFill>
              </a:rPr>
              <a:pPr/>
              <a:t>‹#›</a:t>
            </a:fld>
            <a:endParaRPr lang="en-US" altLang="zh-TW" dirty="0">
              <a:solidFill>
                <a:srgbClr val="00E4A8"/>
              </a:solidFill>
            </a:endParaRPr>
          </a:p>
        </p:txBody>
      </p:sp>
    </p:spTree>
    <p:extLst>
      <p:ext uri="{BB962C8B-B14F-4D97-AF65-F5344CB8AC3E}">
        <p14:creationId xmlns:p14="http://schemas.microsoft.com/office/powerpoint/2010/main" val="71295230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1" y="1709739"/>
            <a:ext cx="10515600" cy="2852737"/>
          </a:xfrm>
        </p:spPr>
        <p:txBody>
          <a:bodyPr/>
          <a:lstStyle>
            <a:lvl1pPr>
              <a:defRPr sz="6000"/>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lvl1pPr>
              <a:defRPr/>
            </a:lvl1pPr>
          </a:lstStyle>
          <a:p>
            <a:endParaRPr lang="en-US" altLang="zh-TW" dirty="0">
              <a:solidFill>
                <a:srgbClr val="00E4A8"/>
              </a:solidFill>
            </a:endParaRPr>
          </a:p>
        </p:txBody>
      </p:sp>
      <p:sp>
        <p:nvSpPr>
          <p:cNvPr id="5" name="頁尾版面配置區 4"/>
          <p:cNvSpPr>
            <a:spLocks noGrp="1"/>
          </p:cNvSpPr>
          <p:nvPr>
            <p:ph type="ftr" sz="quarter" idx="11"/>
          </p:nvPr>
        </p:nvSpPr>
        <p:spPr/>
        <p:txBody>
          <a:bodyPr/>
          <a:lstStyle>
            <a:lvl1pPr>
              <a:defRPr/>
            </a:lvl1pPr>
          </a:lstStyle>
          <a:p>
            <a:endParaRPr lang="zh-TW" altLang="zh-TW">
              <a:solidFill>
                <a:srgbClr val="00E4A8"/>
              </a:solidFill>
            </a:endParaRPr>
          </a:p>
        </p:txBody>
      </p:sp>
      <p:sp>
        <p:nvSpPr>
          <p:cNvPr id="6" name="投影片編號版面配置區 5"/>
          <p:cNvSpPr>
            <a:spLocks noGrp="1"/>
          </p:cNvSpPr>
          <p:nvPr>
            <p:ph type="sldNum" sz="quarter" idx="12"/>
          </p:nvPr>
        </p:nvSpPr>
        <p:spPr/>
        <p:txBody>
          <a:bodyPr/>
          <a:lstStyle>
            <a:lvl1pPr>
              <a:defRPr/>
            </a:lvl1pPr>
          </a:lstStyle>
          <a:p>
            <a:r>
              <a:rPr lang="en-US" altLang="zh-TW" dirty="0">
                <a:solidFill>
                  <a:srgbClr val="00E4A8"/>
                </a:solidFill>
              </a:rPr>
              <a:t>4 -</a:t>
            </a:r>
            <a:fld id="{9207DB2A-9EC2-403C-8217-2371EEF46932}" type="slidenum">
              <a:rPr lang="en-US" altLang="zh-TW">
                <a:solidFill>
                  <a:srgbClr val="00E4A8"/>
                </a:solidFill>
              </a:rPr>
              <a:pPr/>
              <a:t>‹#›</a:t>
            </a:fld>
            <a:endParaRPr lang="en-US" altLang="zh-TW" dirty="0">
              <a:solidFill>
                <a:srgbClr val="00E4A8"/>
              </a:solidFill>
            </a:endParaRPr>
          </a:p>
        </p:txBody>
      </p:sp>
    </p:spTree>
    <p:extLst>
      <p:ext uri="{BB962C8B-B14F-4D97-AF65-F5344CB8AC3E}">
        <p14:creationId xmlns:p14="http://schemas.microsoft.com/office/powerpoint/2010/main" val="269343531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1016000" y="1524000"/>
            <a:ext cx="5080000" cy="411480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6299200" y="1524000"/>
            <a:ext cx="5080000" cy="411480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lvl1pPr>
              <a:defRPr/>
            </a:lvl1pPr>
          </a:lstStyle>
          <a:p>
            <a:endParaRPr lang="en-US" altLang="zh-TW" dirty="0">
              <a:solidFill>
                <a:srgbClr val="00E4A8"/>
              </a:solidFill>
            </a:endParaRPr>
          </a:p>
        </p:txBody>
      </p:sp>
      <p:sp>
        <p:nvSpPr>
          <p:cNvPr id="6" name="頁尾版面配置區 5"/>
          <p:cNvSpPr>
            <a:spLocks noGrp="1"/>
          </p:cNvSpPr>
          <p:nvPr>
            <p:ph type="ftr" sz="quarter" idx="11"/>
          </p:nvPr>
        </p:nvSpPr>
        <p:spPr/>
        <p:txBody>
          <a:bodyPr/>
          <a:lstStyle>
            <a:lvl1pPr>
              <a:defRPr/>
            </a:lvl1pPr>
          </a:lstStyle>
          <a:p>
            <a:endParaRPr lang="zh-TW" altLang="zh-TW">
              <a:solidFill>
                <a:srgbClr val="00E4A8"/>
              </a:solidFill>
            </a:endParaRPr>
          </a:p>
        </p:txBody>
      </p:sp>
      <p:sp>
        <p:nvSpPr>
          <p:cNvPr id="7" name="投影片編號版面配置區 6"/>
          <p:cNvSpPr>
            <a:spLocks noGrp="1"/>
          </p:cNvSpPr>
          <p:nvPr>
            <p:ph type="sldNum" sz="quarter" idx="12"/>
          </p:nvPr>
        </p:nvSpPr>
        <p:spPr/>
        <p:txBody>
          <a:bodyPr/>
          <a:lstStyle>
            <a:lvl1pPr>
              <a:defRPr/>
            </a:lvl1pPr>
          </a:lstStyle>
          <a:p>
            <a:r>
              <a:rPr lang="en-US" altLang="zh-TW" dirty="0">
                <a:solidFill>
                  <a:srgbClr val="00E4A8"/>
                </a:solidFill>
              </a:rPr>
              <a:t>4 -</a:t>
            </a:r>
            <a:fld id="{00BF4221-C878-41C5-9110-C050CEA1F628}" type="slidenum">
              <a:rPr lang="en-US" altLang="zh-TW">
                <a:solidFill>
                  <a:srgbClr val="00E4A8"/>
                </a:solidFill>
              </a:rPr>
              <a:pPr/>
              <a:t>‹#›</a:t>
            </a:fld>
            <a:endParaRPr lang="en-US" altLang="zh-TW" dirty="0">
              <a:solidFill>
                <a:srgbClr val="00E4A8"/>
              </a:solidFill>
            </a:endParaRPr>
          </a:p>
        </p:txBody>
      </p:sp>
    </p:spTree>
    <p:extLst>
      <p:ext uri="{BB962C8B-B14F-4D97-AF65-F5344CB8AC3E}">
        <p14:creationId xmlns:p14="http://schemas.microsoft.com/office/powerpoint/2010/main" val="14882886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40317" y="365126"/>
            <a:ext cx="10515600" cy="1325563"/>
          </a:xfrm>
        </p:spPr>
        <p:txBody>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840318" y="2505075"/>
            <a:ext cx="5158316"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6172200" y="2505075"/>
            <a:ext cx="5183717"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lvl1pPr>
              <a:defRPr/>
            </a:lvl1pPr>
          </a:lstStyle>
          <a:p>
            <a:endParaRPr lang="en-US" altLang="zh-TW" dirty="0">
              <a:solidFill>
                <a:srgbClr val="00E4A8"/>
              </a:solidFill>
            </a:endParaRPr>
          </a:p>
        </p:txBody>
      </p:sp>
      <p:sp>
        <p:nvSpPr>
          <p:cNvPr id="8" name="頁尾版面配置區 7"/>
          <p:cNvSpPr>
            <a:spLocks noGrp="1"/>
          </p:cNvSpPr>
          <p:nvPr>
            <p:ph type="ftr" sz="quarter" idx="11"/>
          </p:nvPr>
        </p:nvSpPr>
        <p:spPr/>
        <p:txBody>
          <a:bodyPr/>
          <a:lstStyle>
            <a:lvl1pPr>
              <a:defRPr/>
            </a:lvl1pPr>
          </a:lstStyle>
          <a:p>
            <a:endParaRPr lang="zh-TW" altLang="zh-TW">
              <a:solidFill>
                <a:srgbClr val="00E4A8"/>
              </a:solidFill>
            </a:endParaRPr>
          </a:p>
        </p:txBody>
      </p:sp>
      <p:sp>
        <p:nvSpPr>
          <p:cNvPr id="9" name="投影片編號版面配置區 8"/>
          <p:cNvSpPr>
            <a:spLocks noGrp="1"/>
          </p:cNvSpPr>
          <p:nvPr>
            <p:ph type="sldNum" sz="quarter" idx="12"/>
          </p:nvPr>
        </p:nvSpPr>
        <p:spPr/>
        <p:txBody>
          <a:bodyPr/>
          <a:lstStyle>
            <a:lvl1pPr>
              <a:defRPr/>
            </a:lvl1pPr>
          </a:lstStyle>
          <a:p>
            <a:r>
              <a:rPr lang="en-US" altLang="zh-TW" dirty="0">
                <a:solidFill>
                  <a:srgbClr val="00E4A8"/>
                </a:solidFill>
              </a:rPr>
              <a:t>4 -</a:t>
            </a:r>
            <a:fld id="{A106D2AF-BCF8-49F5-A666-87298A76A87B}" type="slidenum">
              <a:rPr lang="en-US" altLang="zh-TW">
                <a:solidFill>
                  <a:srgbClr val="00E4A8"/>
                </a:solidFill>
              </a:rPr>
              <a:pPr/>
              <a:t>‹#›</a:t>
            </a:fld>
            <a:endParaRPr lang="en-US" altLang="zh-TW" dirty="0">
              <a:solidFill>
                <a:srgbClr val="00E4A8"/>
              </a:solidFill>
            </a:endParaRPr>
          </a:p>
        </p:txBody>
      </p:sp>
    </p:spTree>
    <p:extLst>
      <p:ext uri="{BB962C8B-B14F-4D97-AF65-F5344CB8AC3E}">
        <p14:creationId xmlns:p14="http://schemas.microsoft.com/office/powerpoint/2010/main" val="22098105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lvl1pPr>
              <a:defRPr/>
            </a:lvl1pPr>
          </a:lstStyle>
          <a:p>
            <a:endParaRPr lang="en-US" altLang="zh-TW" dirty="0">
              <a:solidFill>
                <a:srgbClr val="00E4A8"/>
              </a:solidFill>
            </a:endParaRPr>
          </a:p>
        </p:txBody>
      </p:sp>
      <p:sp>
        <p:nvSpPr>
          <p:cNvPr id="4" name="頁尾版面配置區 3"/>
          <p:cNvSpPr>
            <a:spLocks noGrp="1"/>
          </p:cNvSpPr>
          <p:nvPr>
            <p:ph type="ftr" sz="quarter" idx="11"/>
          </p:nvPr>
        </p:nvSpPr>
        <p:spPr/>
        <p:txBody>
          <a:bodyPr/>
          <a:lstStyle>
            <a:lvl1pPr>
              <a:defRPr/>
            </a:lvl1pPr>
          </a:lstStyle>
          <a:p>
            <a:endParaRPr lang="zh-TW" altLang="zh-TW">
              <a:solidFill>
                <a:srgbClr val="00E4A8"/>
              </a:solidFill>
            </a:endParaRPr>
          </a:p>
        </p:txBody>
      </p:sp>
      <p:sp>
        <p:nvSpPr>
          <p:cNvPr id="5" name="投影片編號版面配置區 4"/>
          <p:cNvSpPr>
            <a:spLocks noGrp="1"/>
          </p:cNvSpPr>
          <p:nvPr>
            <p:ph type="sldNum" sz="quarter" idx="12"/>
          </p:nvPr>
        </p:nvSpPr>
        <p:spPr/>
        <p:txBody>
          <a:bodyPr/>
          <a:lstStyle>
            <a:lvl1pPr>
              <a:defRPr/>
            </a:lvl1pPr>
          </a:lstStyle>
          <a:p>
            <a:r>
              <a:rPr lang="en-US" altLang="zh-TW" dirty="0">
                <a:solidFill>
                  <a:srgbClr val="00E4A8"/>
                </a:solidFill>
              </a:rPr>
              <a:t>4 -</a:t>
            </a:r>
            <a:fld id="{934A4E7C-0CC9-48DA-965C-F02A25845288}" type="slidenum">
              <a:rPr lang="en-US" altLang="zh-TW">
                <a:solidFill>
                  <a:srgbClr val="00E4A8"/>
                </a:solidFill>
              </a:rPr>
              <a:pPr/>
              <a:t>‹#›</a:t>
            </a:fld>
            <a:endParaRPr lang="en-US" altLang="zh-TW" dirty="0">
              <a:solidFill>
                <a:srgbClr val="00E4A8"/>
              </a:solidFill>
            </a:endParaRPr>
          </a:p>
        </p:txBody>
      </p:sp>
    </p:spTree>
    <p:extLst>
      <p:ext uri="{BB962C8B-B14F-4D97-AF65-F5344CB8AC3E}">
        <p14:creationId xmlns:p14="http://schemas.microsoft.com/office/powerpoint/2010/main" val="58910417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lvl1pPr>
              <a:defRPr/>
            </a:lvl1pPr>
          </a:lstStyle>
          <a:p>
            <a:endParaRPr lang="en-US" altLang="zh-TW" dirty="0">
              <a:solidFill>
                <a:srgbClr val="00E4A8"/>
              </a:solidFill>
            </a:endParaRPr>
          </a:p>
        </p:txBody>
      </p:sp>
      <p:sp>
        <p:nvSpPr>
          <p:cNvPr id="3" name="頁尾版面配置區 2"/>
          <p:cNvSpPr>
            <a:spLocks noGrp="1"/>
          </p:cNvSpPr>
          <p:nvPr>
            <p:ph type="ftr" sz="quarter" idx="11"/>
          </p:nvPr>
        </p:nvSpPr>
        <p:spPr/>
        <p:txBody>
          <a:bodyPr/>
          <a:lstStyle>
            <a:lvl1pPr>
              <a:defRPr/>
            </a:lvl1pPr>
          </a:lstStyle>
          <a:p>
            <a:endParaRPr lang="zh-TW" altLang="zh-TW">
              <a:solidFill>
                <a:srgbClr val="00E4A8"/>
              </a:solidFill>
            </a:endParaRPr>
          </a:p>
        </p:txBody>
      </p:sp>
      <p:sp>
        <p:nvSpPr>
          <p:cNvPr id="4" name="投影片編號版面配置區 3"/>
          <p:cNvSpPr>
            <a:spLocks noGrp="1"/>
          </p:cNvSpPr>
          <p:nvPr>
            <p:ph type="sldNum" sz="quarter" idx="12"/>
          </p:nvPr>
        </p:nvSpPr>
        <p:spPr/>
        <p:txBody>
          <a:bodyPr/>
          <a:lstStyle>
            <a:lvl1pPr>
              <a:defRPr/>
            </a:lvl1pPr>
          </a:lstStyle>
          <a:p>
            <a:r>
              <a:rPr lang="en-US" altLang="zh-TW" dirty="0">
                <a:solidFill>
                  <a:srgbClr val="00E4A8"/>
                </a:solidFill>
              </a:rPr>
              <a:t>4 -</a:t>
            </a:r>
            <a:fld id="{A8D372C8-73D5-41AF-8B40-219AB5C6A04E}" type="slidenum">
              <a:rPr lang="en-US" altLang="zh-TW">
                <a:solidFill>
                  <a:srgbClr val="00E4A8"/>
                </a:solidFill>
              </a:rPr>
              <a:pPr/>
              <a:t>‹#›</a:t>
            </a:fld>
            <a:endParaRPr lang="en-US" altLang="zh-TW" dirty="0">
              <a:solidFill>
                <a:srgbClr val="00E4A8"/>
              </a:solidFill>
            </a:endParaRPr>
          </a:p>
        </p:txBody>
      </p:sp>
    </p:spTree>
    <p:extLst>
      <p:ext uri="{BB962C8B-B14F-4D97-AF65-F5344CB8AC3E}">
        <p14:creationId xmlns:p14="http://schemas.microsoft.com/office/powerpoint/2010/main" val="402816957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40318" y="457200"/>
            <a:ext cx="3932767" cy="1600200"/>
          </a:xfrm>
        </p:spPr>
        <p:txBody>
          <a:bodyPr/>
          <a:lstStyle>
            <a:lvl1pPr>
              <a:defRPr sz="3200"/>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lvl1pPr>
              <a:defRPr/>
            </a:lvl1pPr>
          </a:lstStyle>
          <a:p>
            <a:endParaRPr lang="en-US" altLang="zh-TW" dirty="0">
              <a:solidFill>
                <a:srgbClr val="00E4A8"/>
              </a:solidFill>
            </a:endParaRPr>
          </a:p>
        </p:txBody>
      </p:sp>
      <p:sp>
        <p:nvSpPr>
          <p:cNvPr id="6" name="頁尾版面配置區 5"/>
          <p:cNvSpPr>
            <a:spLocks noGrp="1"/>
          </p:cNvSpPr>
          <p:nvPr>
            <p:ph type="ftr" sz="quarter" idx="11"/>
          </p:nvPr>
        </p:nvSpPr>
        <p:spPr/>
        <p:txBody>
          <a:bodyPr/>
          <a:lstStyle>
            <a:lvl1pPr>
              <a:defRPr/>
            </a:lvl1pPr>
          </a:lstStyle>
          <a:p>
            <a:endParaRPr lang="zh-TW" altLang="zh-TW">
              <a:solidFill>
                <a:srgbClr val="00E4A8"/>
              </a:solidFill>
            </a:endParaRPr>
          </a:p>
        </p:txBody>
      </p:sp>
      <p:sp>
        <p:nvSpPr>
          <p:cNvPr id="7" name="投影片編號版面配置區 6"/>
          <p:cNvSpPr>
            <a:spLocks noGrp="1"/>
          </p:cNvSpPr>
          <p:nvPr>
            <p:ph type="sldNum" sz="quarter" idx="12"/>
          </p:nvPr>
        </p:nvSpPr>
        <p:spPr/>
        <p:txBody>
          <a:bodyPr/>
          <a:lstStyle>
            <a:lvl1pPr>
              <a:defRPr/>
            </a:lvl1pPr>
          </a:lstStyle>
          <a:p>
            <a:r>
              <a:rPr lang="en-US" altLang="zh-TW" dirty="0">
                <a:solidFill>
                  <a:srgbClr val="00E4A8"/>
                </a:solidFill>
              </a:rPr>
              <a:t>4 -</a:t>
            </a:r>
            <a:fld id="{B4AD47CD-3335-4B64-8756-ED5BBEDCF9B0}" type="slidenum">
              <a:rPr lang="en-US" altLang="zh-TW">
                <a:solidFill>
                  <a:srgbClr val="00E4A8"/>
                </a:solidFill>
              </a:rPr>
              <a:pPr/>
              <a:t>‹#›</a:t>
            </a:fld>
            <a:endParaRPr lang="en-US" altLang="zh-TW" dirty="0">
              <a:solidFill>
                <a:srgbClr val="00E4A8"/>
              </a:solidFill>
            </a:endParaRPr>
          </a:p>
        </p:txBody>
      </p:sp>
    </p:spTree>
    <p:extLst>
      <p:ext uri="{BB962C8B-B14F-4D97-AF65-F5344CB8AC3E}">
        <p14:creationId xmlns:p14="http://schemas.microsoft.com/office/powerpoint/2010/main" val="239209471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40318" y="457200"/>
            <a:ext cx="3932767" cy="1600200"/>
          </a:xfrm>
        </p:spPr>
        <p:txBody>
          <a:bodyPr/>
          <a:lstStyle>
            <a:lvl1pPr>
              <a:defRPr sz="3200"/>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lvl1pPr>
              <a:defRPr/>
            </a:lvl1pPr>
          </a:lstStyle>
          <a:p>
            <a:endParaRPr lang="en-US" altLang="zh-TW" dirty="0">
              <a:solidFill>
                <a:srgbClr val="00E4A8"/>
              </a:solidFill>
            </a:endParaRPr>
          </a:p>
        </p:txBody>
      </p:sp>
      <p:sp>
        <p:nvSpPr>
          <p:cNvPr id="6" name="頁尾版面配置區 5"/>
          <p:cNvSpPr>
            <a:spLocks noGrp="1"/>
          </p:cNvSpPr>
          <p:nvPr>
            <p:ph type="ftr" sz="quarter" idx="11"/>
          </p:nvPr>
        </p:nvSpPr>
        <p:spPr/>
        <p:txBody>
          <a:bodyPr/>
          <a:lstStyle>
            <a:lvl1pPr>
              <a:defRPr/>
            </a:lvl1pPr>
          </a:lstStyle>
          <a:p>
            <a:endParaRPr lang="zh-TW" altLang="zh-TW">
              <a:solidFill>
                <a:srgbClr val="00E4A8"/>
              </a:solidFill>
            </a:endParaRPr>
          </a:p>
        </p:txBody>
      </p:sp>
      <p:sp>
        <p:nvSpPr>
          <p:cNvPr id="7" name="投影片編號版面配置區 6"/>
          <p:cNvSpPr>
            <a:spLocks noGrp="1"/>
          </p:cNvSpPr>
          <p:nvPr>
            <p:ph type="sldNum" sz="quarter" idx="12"/>
          </p:nvPr>
        </p:nvSpPr>
        <p:spPr/>
        <p:txBody>
          <a:bodyPr/>
          <a:lstStyle>
            <a:lvl1pPr>
              <a:defRPr/>
            </a:lvl1pPr>
          </a:lstStyle>
          <a:p>
            <a:r>
              <a:rPr lang="en-US" altLang="zh-TW" dirty="0">
                <a:solidFill>
                  <a:srgbClr val="00E4A8"/>
                </a:solidFill>
              </a:rPr>
              <a:t>4 -</a:t>
            </a:r>
            <a:fld id="{3E74D466-0AEB-4123-AA5C-7405DE9F8181}" type="slidenum">
              <a:rPr lang="en-US" altLang="zh-TW">
                <a:solidFill>
                  <a:srgbClr val="00E4A8"/>
                </a:solidFill>
              </a:rPr>
              <a:pPr/>
              <a:t>‹#›</a:t>
            </a:fld>
            <a:endParaRPr lang="en-US" altLang="zh-TW" dirty="0">
              <a:solidFill>
                <a:srgbClr val="00E4A8"/>
              </a:solidFill>
            </a:endParaRPr>
          </a:p>
        </p:txBody>
      </p:sp>
    </p:spTree>
    <p:extLst>
      <p:ext uri="{BB962C8B-B14F-4D97-AF65-F5344CB8AC3E}">
        <p14:creationId xmlns:p14="http://schemas.microsoft.com/office/powerpoint/2010/main" val="21959351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a:lvl1pPr>
          </a:lstStyle>
          <a:p>
            <a:endParaRPr lang="en-US" altLang="zh-TW" dirty="0">
              <a:solidFill>
                <a:srgbClr val="00E4A8"/>
              </a:solidFill>
            </a:endParaRPr>
          </a:p>
        </p:txBody>
      </p:sp>
      <p:sp>
        <p:nvSpPr>
          <p:cNvPr id="5" name="頁尾版面配置區 4"/>
          <p:cNvSpPr>
            <a:spLocks noGrp="1"/>
          </p:cNvSpPr>
          <p:nvPr>
            <p:ph type="ftr" sz="quarter" idx="11"/>
          </p:nvPr>
        </p:nvSpPr>
        <p:spPr/>
        <p:txBody>
          <a:bodyPr/>
          <a:lstStyle>
            <a:lvl1pPr>
              <a:defRPr/>
            </a:lvl1pPr>
          </a:lstStyle>
          <a:p>
            <a:endParaRPr lang="zh-TW" altLang="zh-TW">
              <a:solidFill>
                <a:srgbClr val="00E4A8"/>
              </a:solidFill>
            </a:endParaRPr>
          </a:p>
        </p:txBody>
      </p:sp>
      <p:sp>
        <p:nvSpPr>
          <p:cNvPr id="6" name="投影片編號版面配置區 5"/>
          <p:cNvSpPr>
            <a:spLocks noGrp="1"/>
          </p:cNvSpPr>
          <p:nvPr>
            <p:ph type="sldNum" sz="quarter" idx="12"/>
          </p:nvPr>
        </p:nvSpPr>
        <p:spPr/>
        <p:txBody>
          <a:bodyPr/>
          <a:lstStyle>
            <a:lvl1pPr>
              <a:defRPr/>
            </a:lvl1pPr>
          </a:lstStyle>
          <a:p>
            <a:r>
              <a:rPr lang="en-US" altLang="zh-TW" dirty="0">
                <a:solidFill>
                  <a:srgbClr val="00E4A8"/>
                </a:solidFill>
              </a:rPr>
              <a:t>4 -</a:t>
            </a:r>
            <a:fld id="{DAD457DC-B075-43AB-A5E9-DC24C6E38FC8}" type="slidenum">
              <a:rPr lang="en-US" altLang="zh-TW">
                <a:solidFill>
                  <a:srgbClr val="00E4A8"/>
                </a:solidFill>
              </a:rPr>
              <a:pPr/>
              <a:t>‹#›</a:t>
            </a:fld>
            <a:endParaRPr lang="en-US" altLang="zh-TW" dirty="0">
              <a:solidFill>
                <a:srgbClr val="00E4A8"/>
              </a:solidFill>
            </a:endParaRPr>
          </a:p>
        </p:txBody>
      </p:sp>
    </p:spTree>
    <p:extLst>
      <p:ext uri="{BB962C8B-B14F-4D97-AF65-F5344CB8AC3E}">
        <p14:creationId xmlns:p14="http://schemas.microsoft.com/office/powerpoint/2010/main" val="138349255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88400" y="533400"/>
            <a:ext cx="2590800" cy="5105400"/>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1016000" y="533400"/>
            <a:ext cx="7569200" cy="5105400"/>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a:lvl1pPr>
          </a:lstStyle>
          <a:p>
            <a:endParaRPr lang="en-US" altLang="zh-TW" dirty="0">
              <a:solidFill>
                <a:srgbClr val="00E4A8"/>
              </a:solidFill>
            </a:endParaRPr>
          </a:p>
        </p:txBody>
      </p:sp>
      <p:sp>
        <p:nvSpPr>
          <p:cNvPr id="5" name="頁尾版面配置區 4"/>
          <p:cNvSpPr>
            <a:spLocks noGrp="1"/>
          </p:cNvSpPr>
          <p:nvPr>
            <p:ph type="ftr" sz="quarter" idx="11"/>
          </p:nvPr>
        </p:nvSpPr>
        <p:spPr/>
        <p:txBody>
          <a:bodyPr/>
          <a:lstStyle>
            <a:lvl1pPr>
              <a:defRPr/>
            </a:lvl1pPr>
          </a:lstStyle>
          <a:p>
            <a:endParaRPr lang="zh-TW" altLang="zh-TW">
              <a:solidFill>
                <a:srgbClr val="00E4A8"/>
              </a:solidFill>
            </a:endParaRPr>
          </a:p>
        </p:txBody>
      </p:sp>
      <p:sp>
        <p:nvSpPr>
          <p:cNvPr id="6" name="投影片編號版面配置區 5"/>
          <p:cNvSpPr>
            <a:spLocks noGrp="1"/>
          </p:cNvSpPr>
          <p:nvPr>
            <p:ph type="sldNum" sz="quarter" idx="12"/>
          </p:nvPr>
        </p:nvSpPr>
        <p:spPr/>
        <p:txBody>
          <a:bodyPr/>
          <a:lstStyle>
            <a:lvl1pPr>
              <a:defRPr/>
            </a:lvl1pPr>
          </a:lstStyle>
          <a:p>
            <a:r>
              <a:rPr lang="en-US" altLang="zh-TW" dirty="0">
                <a:solidFill>
                  <a:srgbClr val="00E4A8"/>
                </a:solidFill>
              </a:rPr>
              <a:t>4 -</a:t>
            </a:r>
            <a:fld id="{3A205C04-5350-4B93-8A23-074557BEFF7A}" type="slidenum">
              <a:rPr lang="en-US" altLang="zh-TW">
                <a:solidFill>
                  <a:srgbClr val="00E4A8"/>
                </a:solidFill>
              </a:rPr>
              <a:pPr/>
              <a:t>‹#›</a:t>
            </a:fld>
            <a:endParaRPr lang="en-US" altLang="zh-TW" dirty="0">
              <a:solidFill>
                <a:srgbClr val="00E4A8"/>
              </a:solidFill>
            </a:endParaRPr>
          </a:p>
        </p:txBody>
      </p:sp>
    </p:spTree>
    <p:extLst>
      <p:ext uri="{BB962C8B-B14F-4D97-AF65-F5344CB8AC3E}">
        <p14:creationId xmlns:p14="http://schemas.microsoft.com/office/powerpoint/2010/main" val="161900455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xAndObj" preserve="1">
  <p:cSld name="標題，文字及物件">
    <p:spTree>
      <p:nvGrpSpPr>
        <p:cNvPr id="1" name=""/>
        <p:cNvGrpSpPr/>
        <p:nvPr/>
      </p:nvGrpSpPr>
      <p:grpSpPr>
        <a:xfrm>
          <a:off x="0" y="0"/>
          <a:ext cx="0" cy="0"/>
          <a:chOff x="0" y="0"/>
          <a:chExt cx="0" cy="0"/>
        </a:xfrm>
      </p:grpSpPr>
      <p:sp>
        <p:nvSpPr>
          <p:cNvPr id="2" name="標題 1"/>
          <p:cNvSpPr>
            <a:spLocks noGrp="1"/>
          </p:cNvSpPr>
          <p:nvPr>
            <p:ph type="title"/>
          </p:nvPr>
        </p:nvSpPr>
        <p:spPr>
          <a:xfrm>
            <a:off x="1016000" y="533400"/>
            <a:ext cx="10160000" cy="769938"/>
          </a:xfrm>
        </p:spPr>
        <p:txBody>
          <a:bodyPr/>
          <a:lstStyle/>
          <a:p>
            <a:r>
              <a:rPr lang="zh-TW" altLang="en-US" smtClean="0"/>
              <a:t>按一下以編輯母片標題樣式</a:t>
            </a:r>
            <a:endParaRPr lang="zh-TW" altLang="en-US"/>
          </a:p>
        </p:txBody>
      </p:sp>
      <p:sp>
        <p:nvSpPr>
          <p:cNvPr id="3" name="文字版面配置區 2"/>
          <p:cNvSpPr>
            <a:spLocks noGrp="1"/>
          </p:cNvSpPr>
          <p:nvPr>
            <p:ph type="body" sz="half" idx="1"/>
          </p:nvPr>
        </p:nvSpPr>
        <p:spPr>
          <a:xfrm>
            <a:off x="1016000" y="1524000"/>
            <a:ext cx="5080000" cy="411480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6299200" y="1524000"/>
            <a:ext cx="5080000" cy="411480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a:xfrm>
            <a:off x="1219200" y="6324600"/>
            <a:ext cx="2540000" cy="457200"/>
          </a:xfrm>
        </p:spPr>
        <p:txBody>
          <a:bodyPr/>
          <a:lstStyle>
            <a:lvl1pPr>
              <a:defRPr/>
            </a:lvl1pPr>
          </a:lstStyle>
          <a:p>
            <a:endParaRPr lang="en-US" altLang="zh-TW" dirty="0">
              <a:solidFill>
                <a:srgbClr val="00E4A8"/>
              </a:solidFill>
            </a:endParaRPr>
          </a:p>
        </p:txBody>
      </p:sp>
      <p:sp>
        <p:nvSpPr>
          <p:cNvPr id="6" name="頁尾版面配置區 5"/>
          <p:cNvSpPr>
            <a:spLocks noGrp="1"/>
          </p:cNvSpPr>
          <p:nvPr>
            <p:ph type="ftr" sz="quarter" idx="11"/>
          </p:nvPr>
        </p:nvSpPr>
        <p:spPr>
          <a:xfrm>
            <a:off x="3149600" y="6324600"/>
            <a:ext cx="6502400" cy="457200"/>
          </a:xfrm>
        </p:spPr>
        <p:txBody>
          <a:bodyPr/>
          <a:lstStyle>
            <a:lvl1pPr>
              <a:defRPr/>
            </a:lvl1pPr>
          </a:lstStyle>
          <a:p>
            <a:endParaRPr lang="zh-TW" altLang="zh-TW">
              <a:solidFill>
                <a:srgbClr val="00E4A8"/>
              </a:solidFill>
            </a:endParaRPr>
          </a:p>
        </p:txBody>
      </p:sp>
      <p:sp>
        <p:nvSpPr>
          <p:cNvPr id="7" name="投影片編號版面配置區 6"/>
          <p:cNvSpPr>
            <a:spLocks noGrp="1"/>
          </p:cNvSpPr>
          <p:nvPr>
            <p:ph type="sldNum" sz="quarter" idx="12"/>
          </p:nvPr>
        </p:nvSpPr>
        <p:spPr>
          <a:xfrm>
            <a:off x="9042400" y="6324600"/>
            <a:ext cx="2540000" cy="457200"/>
          </a:xfrm>
        </p:spPr>
        <p:txBody>
          <a:bodyPr/>
          <a:lstStyle>
            <a:lvl1pPr>
              <a:defRPr/>
            </a:lvl1pPr>
          </a:lstStyle>
          <a:p>
            <a:r>
              <a:rPr lang="en-US" altLang="zh-TW" dirty="0">
                <a:solidFill>
                  <a:srgbClr val="00E4A8"/>
                </a:solidFill>
              </a:rPr>
              <a:t>4 -</a:t>
            </a:r>
            <a:fld id="{C0E4A5A3-D07F-457E-88DE-ADCF4D1F998D}" type="slidenum">
              <a:rPr lang="en-US" altLang="zh-TW">
                <a:solidFill>
                  <a:srgbClr val="00E4A8"/>
                </a:solidFill>
              </a:rPr>
              <a:pPr/>
              <a:t>‹#›</a:t>
            </a:fld>
            <a:endParaRPr lang="en-US" altLang="zh-TW" dirty="0">
              <a:solidFill>
                <a:srgbClr val="00E4A8"/>
              </a:solidFill>
            </a:endParaRPr>
          </a:p>
        </p:txBody>
      </p:sp>
    </p:spTree>
    <p:extLst>
      <p:ext uri="{BB962C8B-B14F-4D97-AF65-F5344CB8AC3E}">
        <p14:creationId xmlns:p14="http://schemas.microsoft.com/office/powerpoint/2010/main" val="167467823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bl" preserve="1">
  <p:cSld name="標題及表格">
    <p:spTree>
      <p:nvGrpSpPr>
        <p:cNvPr id="1" name=""/>
        <p:cNvGrpSpPr/>
        <p:nvPr/>
      </p:nvGrpSpPr>
      <p:grpSpPr>
        <a:xfrm>
          <a:off x="0" y="0"/>
          <a:ext cx="0" cy="0"/>
          <a:chOff x="0" y="0"/>
          <a:chExt cx="0" cy="0"/>
        </a:xfrm>
      </p:grpSpPr>
      <p:sp>
        <p:nvSpPr>
          <p:cNvPr id="2" name="標題 1"/>
          <p:cNvSpPr>
            <a:spLocks noGrp="1"/>
          </p:cNvSpPr>
          <p:nvPr>
            <p:ph type="title"/>
          </p:nvPr>
        </p:nvSpPr>
        <p:spPr>
          <a:xfrm>
            <a:off x="1016000" y="533400"/>
            <a:ext cx="10160000" cy="769938"/>
          </a:xfrm>
        </p:spPr>
        <p:txBody>
          <a:bodyPr/>
          <a:lstStyle/>
          <a:p>
            <a:r>
              <a:rPr lang="zh-TW" altLang="en-US" smtClean="0"/>
              <a:t>按一下以編輯母片標題樣式</a:t>
            </a:r>
            <a:endParaRPr lang="zh-TW" altLang="en-US"/>
          </a:p>
        </p:txBody>
      </p:sp>
      <p:sp>
        <p:nvSpPr>
          <p:cNvPr id="3" name="表格版面配置區 2"/>
          <p:cNvSpPr>
            <a:spLocks noGrp="1"/>
          </p:cNvSpPr>
          <p:nvPr>
            <p:ph type="tbl" idx="1"/>
          </p:nvPr>
        </p:nvSpPr>
        <p:spPr>
          <a:xfrm>
            <a:off x="1016000" y="1524000"/>
            <a:ext cx="10363200" cy="4114800"/>
          </a:xfrm>
        </p:spPr>
        <p:txBody>
          <a:bodyPr/>
          <a:lstStyle/>
          <a:p>
            <a:endParaRPr lang="zh-TW" altLang="en-US"/>
          </a:p>
        </p:txBody>
      </p:sp>
      <p:sp>
        <p:nvSpPr>
          <p:cNvPr id="4" name="日期版面配置區 3"/>
          <p:cNvSpPr>
            <a:spLocks noGrp="1"/>
          </p:cNvSpPr>
          <p:nvPr>
            <p:ph type="dt" sz="half" idx="10"/>
          </p:nvPr>
        </p:nvSpPr>
        <p:spPr>
          <a:xfrm>
            <a:off x="1219200" y="6324600"/>
            <a:ext cx="2540000" cy="457200"/>
          </a:xfrm>
        </p:spPr>
        <p:txBody>
          <a:bodyPr/>
          <a:lstStyle>
            <a:lvl1pPr>
              <a:defRPr/>
            </a:lvl1pPr>
          </a:lstStyle>
          <a:p>
            <a:endParaRPr lang="en-US" altLang="zh-TW" dirty="0">
              <a:solidFill>
                <a:srgbClr val="00E4A8"/>
              </a:solidFill>
            </a:endParaRPr>
          </a:p>
        </p:txBody>
      </p:sp>
      <p:sp>
        <p:nvSpPr>
          <p:cNvPr id="5" name="頁尾版面配置區 4"/>
          <p:cNvSpPr>
            <a:spLocks noGrp="1"/>
          </p:cNvSpPr>
          <p:nvPr>
            <p:ph type="ftr" sz="quarter" idx="11"/>
          </p:nvPr>
        </p:nvSpPr>
        <p:spPr>
          <a:xfrm>
            <a:off x="3149600" y="6324600"/>
            <a:ext cx="6502400" cy="457200"/>
          </a:xfrm>
        </p:spPr>
        <p:txBody>
          <a:bodyPr/>
          <a:lstStyle>
            <a:lvl1pPr>
              <a:defRPr/>
            </a:lvl1pPr>
          </a:lstStyle>
          <a:p>
            <a:endParaRPr lang="zh-TW" altLang="zh-TW">
              <a:solidFill>
                <a:srgbClr val="00E4A8"/>
              </a:solidFill>
            </a:endParaRPr>
          </a:p>
        </p:txBody>
      </p:sp>
      <p:sp>
        <p:nvSpPr>
          <p:cNvPr id="6" name="投影片編號版面配置區 5"/>
          <p:cNvSpPr>
            <a:spLocks noGrp="1"/>
          </p:cNvSpPr>
          <p:nvPr>
            <p:ph type="sldNum" sz="quarter" idx="12"/>
          </p:nvPr>
        </p:nvSpPr>
        <p:spPr>
          <a:xfrm>
            <a:off x="9042400" y="6324600"/>
            <a:ext cx="2540000" cy="457200"/>
          </a:xfrm>
        </p:spPr>
        <p:txBody>
          <a:bodyPr/>
          <a:lstStyle>
            <a:lvl1pPr>
              <a:defRPr/>
            </a:lvl1pPr>
          </a:lstStyle>
          <a:p>
            <a:r>
              <a:rPr lang="en-US" altLang="zh-TW" dirty="0">
                <a:solidFill>
                  <a:srgbClr val="00E4A8"/>
                </a:solidFill>
              </a:rPr>
              <a:t>4 -</a:t>
            </a:r>
            <a:fld id="{DBCEDE01-866C-43BF-8504-185FF289F3FB}" type="slidenum">
              <a:rPr lang="en-US" altLang="zh-TW">
                <a:solidFill>
                  <a:srgbClr val="00E4A8"/>
                </a:solidFill>
              </a:rPr>
              <a:pPr/>
              <a:t>‹#›</a:t>
            </a:fld>
            <a:endParaRPr lang="en-US" altLang="zh-TW" dirty="0">
              <a:solidFill>
                <a:srgbClr val="00E4A8"/>
              </a:solidFill>
            </a:endParaRPr>
          </a:p>
        </p:txBody>
      </p:sp>
    </p:spTree>
    <p:extLst>
      <p:ext uri="{BB962C8B-B14F-4D97-AF65-F5344CB8AC3E}">
        <p14:creationId xmlns:p14="http://schemas.microsoft.com/office/powerpoint/2010/main" val="58344256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AndTwoObj" preserve="1">
  <p:cSld name="標題，1 個大物件與 2 個小物件">
    <p:spTree>
      <p:nvGrpSpPr>
        <p:cNvPr id="1" name=""/>
        <p:cNvGrpSpPr/>
        <p:nvPr/>
      </p:nvGrpSpPr>
      <p:grpSpPr>
        <a:xfrm>
          <a:off x="0" y="0"/>
          <a:ext cx="0" cy="0"/>
          <a:chOff x="0" y="0"/>
          <a:chExt cx="0" cy="0"/>
        </a:xfrm>
      </p:grpSpPr>
      <p:sp>
        <p:nvSpPr>
          <p:cNvPr id="2" name="標題 1"/>
          <p:cNvSpPr>
            <a:spLocks noGrp="1"/>
          </p:cNvSpPr>
          <p:nvPr>
            <p:ph type="title"/>
          </p:nvPr>
        </p:nvSpPr>
        <p:spPr>
          <a:xfrm>
            <a:off x="1016000" y="533400"/>
            <a:ext cx="10160000" cy="769938"/>
          </a:xfrm>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1016000" y="1524000"/>
            <a:ext cx="5080000" cy="411480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quarter" idx="2"/>
          </p:nvPr>
        </p:nvSpPr>
        <p:spPr>
          <a:xfrm>
            <a:off x="6299200" y="1524000"/>
            <a:ext cx="5080000" cy="198120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內容版面配置區 4"/>
          <p:cNvSpPr>
            <a:spLocks noGrp="1"/>
          </p:cNvSpPr>
          <p:nvPr>
            <p:ph sz="quarter" idx="3"/>
          </p:nvPr>
        </p:nvSpPr>
        <p:spPr>
          <a:xfrm>
            <a:off x="6299200" y="3657600"/>
            <a:ext cx="5080000" cy="198120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日期版面配置區 5"/>
          <p:cNvSpPr>
            <a:spLocks noGrp="1"/>
          </p:cNvSpPr>
          <p:nvPr>
            <p:ph type="dt" sz="half" idx="10"/>
          </p:nvPr>
        </p:nvSpPr>
        <p:spPr>
          <a:xfrm>
            <a:off x="1219200" y="6324600"/>
            <a:ext cx="2540000" cy="457200"/>
          </a:xfrm>
        </p:spPr>
        <p:txBody>
          <a:bodyPr/>
          <a:lstStyle>
            <a:lvl1pPr>
              <a:defRPr/>
            </a:lvl1pPr>
          </a:lstStyle>
          <a:p>
            <a:endParaRPr lang="en-US" altLang="zh-TW" dirty="0">
              <a:solidFill>
                <a:srgbClr val="00E4A8"/>
              </a:solidFill>
            </a:endParaRPr>
          </a:p>
        </p:txBody>
      </p:sp>
      <p:sp>
        <p:nvSpPr>
          <p:cNvPr id="7" name="頁尾版面配置區 6"/>
          <p:cNvSpPr>
            <a:spLocks noGrp="1"/>
          </p:cNvSpPr>
          <p:nvPr>
            <p:ph type="ftr" sz="quarter" idx="11"/>
          </p:nvPr>
        </p:nvSpPr>
        <p:spPr>
          <a:xfrm>
            <a:off x="3149600" y="6324600"/>
            <a:ext cx="6502400" cy="457200"/>
          </a:xfrm>
        </p:spPr>
        <p:txBody>
          <a:bodyPr/>
          <a:lstStyle>
            <a:lvl1pPr>
              <a:defRPr/>
            </a:lvl1pPr>
          </a:lstStyle>
          <a:p>
            <a:endParaRPr lang="zh-TW" altLang="zh-TW">
              <a:solidFill>
                <a:srgbClr val="00E4A8"/>
              </a:solidFill>
            </a:endParaRPr>
          </a:p>
        </p:txBody>
      </p:sp>
      <p:sp>
        <p:nvSpPr>
          <p:cNvPr id="8" name="投影片編號版面配置區 7"/>
          <p:cNvSpPr>
            <a:spLocks noGrp="1"/>
          </p:cNvSpPr>
          <p:nvPr>
            <p:ph type="sldNum" sz="quarter" idx="12"/>
          </p:nvPr>
        </p:nvSpPr>
        <p:spPr>
          <a:xfrm>
            <a:off x="9042400" y="6324600"/>
            <a:ext cx="2540000" cy="457200"/>
          </a:xfrm>
        </p:spPr>
        <p:txBody>
          <a:bodyPr/>
          <a:lstStyle>
            <a:lvl1pPr>
              <a:defRPr/>
            </a:lvl1pPr>
          </a:lstStyle>
          <a:p>
            <a:r>
              <a:rPr lang="en-US" altLang="zh-TW" dirty="0">
                <a:solidFill>
                  <a:srgbClr val="00E4A8"/>
                </a:solidFill>
              </a:rPr>
              <a:t>4 -</a:t>
            </a:r>
            <a:fld id="{62741879-3FB3-4E1D-B168-FEE4D5A24F59}" type="slidenum">
              <a:rPr lang="en-US" altLang="zh-TW">
                <a:solidFill>
                  <a:srgbClr val="00E4A8"/>
                </a:solidFill>
              </a:rPr>
              <a:pPr/>
              <a:t>‹#›</a:t>
            </a:fld>
            <a:endParaRPr lang="en-US" altLang="zh-TW" dirty="0">
              <a:solidFill>
                <a:srgbClr val="00E4A8"/>
              </a:solidFill>
            </a:endParaRPr>
          </a:p>
        </p:txBody>
      </p:sp>
    </p:spTree>
    <p:extLst>
      <p:ext uri="{BB962C8B-B14F-4D97-AF65-F5344CB8AC3E}">
        <p14:creationId xmlns:p14="http://schemas.microsoft.com/office/powerpoint/2010/main" val="307016676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grpSp>
        <p:nvGrpSpPr>
          <p:cNvPr id="44034" name="Group 2"/>
          <p:cNvGrpSpPr>
            <a:grpSpLocks/>
          </p:cNvGrpSpPr>
          <p:nvPr/>
        </p:nvGrpSpPr>
        <p:grpSpPr bwMode="auto">
          <a:xfrm>
            <a:off x="1" y="2438401"/>
            <a:ext cx="12012084" cy="1052513"/>
            <a:chOff x="0" y="1536"/>
            <a:chExt cx="5675" cy="663"/>
          </a:xfrm>
        </p:grpSpPr>
        <p:grpSp>
          <p:nvGrpSpPr>
            <p:cNvPr id="44035" name="Group 3"/>
            <p:cNvGrpSpPr>
              <a:grpSpLocks/>
            </p:cNvGrpSpPr>
            <p:nvPr/>
          </p:nvGrpSpPr>
          <p:grpSpPr bwMode="auto">
            <a:xfrm>
              <a:off x="183" y="1604"/>
              <a:ext cx="448" cy="299"/>
              <a:chOff x="720" y="336"/>
              <a:chExt cx="624" cy="432"/>
            </a:xfrm>
          </p:grpSpPr>
          <p:sp>
            <p:nvSpPr>
              <p:cNvPr id="44036" name="Rectangle 4"/>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TW" altLang="en-US" sz="2400">
                  <a:solidFill>
                    <a:srgbClr val="000000"/>
                  </a:solidFill>
                </a:endParaRPr>
              </a:p>
            </p:txBody>
          </p:sp>
          <p:sp>
            <p:nvSpPr>
              <p:cNvPr id="44037"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TW" altLang="en-US" sz="2400">
                  <a:solidFill>
                    <a:srgbClr val="000000"/>
                  </a:solidFill>
                </a:endParaRPr>
              </a:p>
            </p:txBody>
          </p:sp>
        </p:grpSp>
        <p:grpSp>
          <p:nvGrpSpPr>
            <p:cNvPr id="44038" name="Group 6"/>
            <p:cNvGrpSpPr>
              <a:grpSpLocks/>
            </p:cNvGrpSpPr>
            <p:nvPr/>
          </p:nvGrpSpPr>
          <p:grpSpPr bwMode="auto">
            <a:xfrm>
              <a:off x="261" y="1870"/>
              <a:ext cx="465" cy="299"/>
              <a:chOff x="912" y="2640"/>
              <a:chExt cx="672" cy="432"/>
            </a:xfrm>
          </p:grpSpPr>
          <p:sp>
            <p:nvSpPr>
              <p:cNvPr id="44039" name="Rectangle 7"/>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TW" altLang="en-US" sz="2400">
                  <a:solidFill>
                    <a:srgbClr val="000000"/>
                  </a:solidFill>
                </a:endParaRPr>
              </a:p>
            </p:txBody>
          </p:sp>
          <p:sp>
            <p:nvSpPr>
              <p:cNvPr id="44040"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TW" altLang="en-US" sz="2400">
                  <a:solidFill>
                    <a:srgbClr val="000000"/>
                  </a:solidFill>
                </a:endParaRPr>
              </a:p>
            </p:txBody>
          </p:sp>
        </p:grpSp>
        <p:sp>
          <p:nvSpPr>
            <p:cNvPr id="44041"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TW" altLang="en-US" sz="2400">
                <a:solidFill>
                  <a:srgbClr val="000000"/>
                </a:solidFill>
              </a:endParaRPr>
            </a:p>
          </p:txBody>
        </p:sp>
        <p:sp>
          <p:nvSpPr>
            <p:cNvPr id="44042" name="Rectangle 10"/>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TW" altLang="en-US" sz="2400">
                <a:solidFill>
                  <a:srgbClr val="000000"/>
                </a:solidFill>
              </a:endParaRPr>
            </a:p>
          </p:txBody>
        </p:sp>
        <p:sp>
          <p:nvSpPr>
            <p:cNvPr id="44043"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pPr>
              <a:endParaRPr kumimoji="1" lang="zh-TW" altLang="en-US" sz="2400">
                <a:solidFill>
                  <a:srgbClr val="000000"/>
                </a:solidFill>
              </a:endParaRPr>
            </a:p>
          </p:txBody>
        </p:sp>
      </p:grpSp>
      <p:sp>
        <p:nvSpPr>
          <p:cNvPr id="44044" name="Rectangle 12"/>
          <p:cNvSpPr>
            <a:spLocks noGrp="1" noChangeArrowheads="1"/>
          </p:cNvSpPr>
          <p:nvPr>
            <p:ph type="ctrTitle"/>
          </p:nvPr>
        </p:nvSpPr>
        <p:spPr>
          <a:xfrm>
            <a:off x="1320800" y="1828800"/>
            <a:ext cx="10363200" cy="1143000"/>
          </a:xfrm>
        </p:spPr>
        <p:txBody>
          <a:bodyPr/>
          <a:lstStyle>
            <a:lvl1pPr>
              <a:defRPr/>
            </a:lvl1pPr>
          </a:lstStyle>
          <a:p>
            <a:pPr lvl="0"/>
            <a:r>
              <a:rPr lang="zh-TW" altLang="en-US" noProof="0" smtClean="0"/>
              <a:t>按一下以編輯母片標題樣式</a:t>
            </a:r>
          </a:p>
        </p:txBody>
      </p:sp>
      <p:sp>
        <p:nvSpPr>
          <p:cNvPr id="44045" name="Rectangle 13"/>
          <p:cNvSpPr>
            <a:spLocks noGrp="1" noChangeArrowheads="1"/>
          </p:cNvSpPr>
          <p:nvPr>
            <p:ph type="subTitle" idx="1"/>
          </p:nvPr>
        </p:nvSpPr>
        <p:spPr>
          <a:xfrm>
            <a:off x="1828800" y="3886200"/>
            <a:ext cx="8534400" cy="1752600"/>
          </a:xfrm>
        </p:spPr>
        <p:txBody>
          <a:bodyPr/>
          <a:lstStyle>
            <a:lvl1pPr marL="0" indent="0" algn="ctr">
              <a:buFont typeface="Wingdings" panose="05000000000000000000" pitchFamily="2" charset="2"/>
              <a:buNone/>
              <a:defRPr/>
            </a:lvl1pPr>
          </a:lstStyle>
          <a:p>
            <a:pPr lvl="0"/>
            <a:r>
              <a:rPr lang="zh-TW" altLang="en-US" noProof="0" smtClean="0"/>
              <a:t>按一下以編輯母片副標題樣式</a:t>
            </a:r>
          </a:p>
        </p:txBody>
      </p:sp>
      <p:sp>
        <p:nvSpPr>
          <p:cNvPr id="44046" name="Rectangle 14"/>
          <p:cNvSpPr>
            <a:spLocks noGrp="1" noChangeArrowheads="1"/>
          </p:cNvSpPr>
          <p:nvPr>
            <p:ph type="dt" sz="half" idx="2"/>
          </p:nvPr>
        </p:nvSpPr>
        <p:spPr>
          <a:xfrm>
            <a:off x="1320800" y="6248400"/>
            <a:ext cx="2540000" cy="457200"/>
          </a:xfrm>
        </p:spPr>
        <p:txBody>
          <a:bodyPr/>
          <a:lstStyle>
            <a:lvl1pPr>
              <a:defRPr/>
            </a:lvl1pPr>
          </a:lstStyle>
          <a:p>
            <a:endParaRPr lang="en-US" altLang="zh-TW" dirty="0">
              <a:solidFill>
                <a:srgbClr val="00E4A8"/>
              </a:solidFill>
            </a:endParaRPr>
          </a:p>
        </p:txBody>
      </p:sp>
      <p:sp>
        <p:nvSpPr>
          <p:cNvPr id="44047" name="Rectangle 15"/>
          <p:cNvSpPr>
            <a:spLocks noGrp="1" noChangeArrowheads="1"/>
          </p:cNvSpPr>
          <p:nvPr>
            <p:ph type="ftr" sz="quarter" idx="3"/>
          </p:nvPr>
        </p:nvSpPr>
        <p:spPr>
          <a:xfrm>
            <a:off x="3149600" y="6248400"/>
            <a:ext cx="6705600" cy="457200"/>
          </a:xfrm>
        </p:spPr>
        <p:txBody>
          <a:bodyPr/>
          <a:lstStyle>
            <a:lvl1pPr>
              <a:defRPr/>
            </a:lvl1pPr>
          </a:lstStyle>
          <a:p>
            <a:r>
              <a:rPr lang="en-US" altLang="zh-TW" dirty="0">
                <a:solidFill>
                  <a:srgbClr val="00E4A8"/>
                </a:solidFill>
              </a:rPr>
              <a:t>4</a:t>
            </a:r>
          </a:p>
        </p:txBody>
      </p:sp>
      <p:sp>
        <p:nvSpPr>
          <p:cNvPr id="44048" name="Rectangle 16"/>
          <p:cNvSpPr>
            <a:spLocks noGrp="1" noChangeArrowheads="1"/>
          </p:cNvSpPr>
          <p:nvPr>
            <p:ph type="sldNum" sz="quarter" idx="4"/>
          </p:nvPr>
        </p:nvSpPr>
        <p:spPr>
          <a:xfrm>
            <a:off x="9144000" y="6248400"/>
            <a:ext cx="2540000" cy="457200"/>
          </a:xfrm>
        </p:spPr>
        <p:txBody>
          <a:bodyPr/>
          <a:lstStyle>
            <a:lvl1pPr>
              <a:defRPr/>
            </a:lvl1pPr>
          </a:lstStyle>
          <a:p>
            <a:fld id="{AF9FDF4B-0E5A-4A45-8994-45BA85582C87}" type="slidenum">
              <a:rPr lang="en-US" altLang="zh-TW">
                <a:solidFill>
                  <a:srgbClr val="00E4A8"/>
                </a:solidFill>
              </a:rPr>
              <a:pPr/>
              <a:t>‹#›</a:t>
            </a:fld>
            <a:endParaRPr lang="en-US" altLang="zh-TW" dirty="0">
              <a:solidFill>
                <a:srgbClr val="00E4A8"/>
              </a:solidFill>
            </a:endParaRPr>
          </a:p>
        </p:txBody>
      </p:sp>
    </p:spTree>
    <p:extLst>
      <p:ext uri="{BB962C8B-B14F-4D97-AF65-F5344CB8AC3E}">
        <p14:creationId xmlns:p14="http://schemas.microsoft.com/office/powerpoint/2010/main" val="397345087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a:lvl1pPr>
          </a:lstStyle>
          <a:p>
            <a:endParaRPr lang="en-US" altLang="zh-TW" dirty="0">
              <a:solidFill>
                <a:srgbClr val="00E4A8"/>
              </a:solidFill>
            </a:endParaRPr>
          </a:p>
        </p:txBody>
      </p:sp>
      <p:sp>
        <p:nvSpPr>
          <p:cNvPr id="5" name="頁尾版面配置區 4"/>
          <p:cNvSpPr>
            <a:spLocks noGrp="1"/>
          </p:cNvSpPr>
          <p:nvPr>
            <p:ph type="ftr" sz="quarter" idx="11"/>
          </p:nvPr>
        </p:nvSpPr>
        <p:spPr/>
        <p:txBody>
          <a:bodyPr/>
          <a:lstStyle>
            <a:lvl1pPr>
              <a:defRPr/>
            </a:lvl1pPr>
          </a:lstStyle>
          <a:p>
            <a:endParaRPr lang="zh-TW" altLang="zh-TW">
              <a:solidFill>
                <a:srgbClr val="00E4A8"/>
              </a:solidFill>
            </a:endParaRPr>
          </a:p>
        </p:txBody>
      </p:sp>
      <p:sp>
        <p:nvSpPr>
          <p:cNvPr id="6" name="投影片編號版面配置區 5"/>
          <p:cNvSpPr>
            <a:spLocks noGrp="1"/>
          </p:cNvSpPr>
          <p:nvPr>
            <p:ph type="sldNum" sz="quarter" idx="12"/>
          </p:nvPr>
        </p:nvSpPr>
        <p:spPr/>
        <p:txBody>
          <a:bodyPr/>
          <a:lstStyle>
            <a:lvl1pPr>
              <a:defRPr/>
            </a:lvl1pPr>
          </a:lstStyle>
          <a:p>
            <a:r>
              <a:rPr lang="en-US" altLang="zh-TW" dirty="0">
                <a:solidFill>
                  <a:srgbClr val="00E4A8"/>
                </a:solidFill>
              </a:rPr>
              <a:t>4 -</a:t>
            </a:r>
            <a:fld id="{8AD3E9AC-D704-4DCF-BB28-8D1387088844}" type="slidenum">
              <a:rPr lang="en-US" altLang="zh-TW">
                <a:solidFill>
                  <a:srgbClr val="00E4A8"/>
                </a:solidFill>
              </a:rPr>
              <a:pPr/>
              <a:t>‹#›</a:t>
            </a:fld>
            <a:endParaRPr lang="en-US" altLang="zh-TW" dirty="0">
              <a:solidFill>
                <a:srgbClr val="00E4A8"/>
              </a:solidFill>
            </a:endParaRPr>
          </a:p>
        </p:txBody>
      </p:sp>
    </p:spTree>
    <p:extLst>
      <p:ext uri="{BB962C8B-B14F-4D97-AF65-F5344CB8AC3E}">
        <p14:creationId xmlns:p14="http://schemas.microsoft.com/office/powerpoint/2010/main" val="238687151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1" y="1709739"/>
            <a:ext cx="10515600" cy="2852737"/>
          </a:xfrm>
        </p:spPr>
        <p:txBody>
          <a:bodyPr/>
          <a:lstStyle>
            <a:lvl1pPr>
              <a:defRPr sz="6000"/>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lvl1pPr>
              <a:defRPr/>
            </a:lvl1pPr>
          </a:lstStyle>
          <a:p>
            <a:endParaRPr lang="en-US" altLang="zh-TW" dirty="0">
              <a:solidFill>
                <a:srgbClr val="00E4A8"/>
              </a:solidFill>
            </a:endParaRPr>
          </a:p>
        </p:txBody>
      </p:sp>
      <p:sp>
        <p:nvSpPr>
          <p:cNvPr id="5" name="頁尾版面配置區 4"/>
          <p:cNvSpPr>
            <a:spLocks noGrp="1"/>
          </p:cNvSpPr>
          <p:nvPr>
            <p:ph type="ftr" sz="quarter" idx="11"/>
          </p:nvPr>
        </p:nvSpPr>
        <p:spPr/>
        <p:txBody>
          <a:bodyPr/>
          <a:lstStyle>
            <a:lvl1pPr>
              <a:defRPr/>
            </a:lvl1pPr>
          </a:lstStyle>
          <a:p>
            <a:endParaRPr lang="zh-TW" altLang="zh-TW">
              <a:solidFill>
                <a:srgbClr val="00E4A8"/>
              </a:solidFill>
            </a:endParaRPr>
          </a:p>
        </p:txBody>
      </p:sp>
      <p:sp>
        <p:nvSpPr>
          <p:cNvPr id="6" name="投影片編號版面配置區 5"/>
          <p:cNvSpPr>
            <a:spLocks noGrp="1"/>
          </p:cNvSpPr>
          <p:nvPr>
            <p:ph type="sldNum" sz="quarter" idx="12"/>
          </p:nvPr>
        </p:nvSpPr>
        <p:spPr/>
        <p:txBody>
          <a:bodyPr/>
          <a:lstStyle>
            <a:lvl1pPr>
              <a:defRPr/>
            </a:lvl1pPr>
          </a:lstStyle>
          <a:p>
            <a:r>
              <a:rPr lang="en-US" altLang="zh-TW" dirty="0">
                <a:solidFill>
                  <a:srgbClr val="00E4A8"/>
                </a:solidFill>
              </a:rPr>
              <a:t>4 -</a:t>
            </a:r>
            <a:fld id="{9207DB2A-9EC2-403C-8217-2371EEF46932}" type="slidenum">
              <a:rPr lang="en-US" altLang="zh-TW">
                <a:solidFill>
                  <a:srgbClr val="00E4A8"/>
                </a:solidFill>
              </a:rPr>
              <a:pPr/>
              <a:t>‹#›</a:t>
            </a:fld>
            <a:endParaRPr lang="en-US" altLang="zh-TW" dirty="0">
              <a:solidFill>
                <a:srgbClr val="00E4A8"/>
              </a:solidFill>
            </a:endParaRPr>
          </a:p>
        </p:txBody>
      </p:sp>
    </p:spTree>
    <p:extLst>
      <p:ext uri="{BB962C8B-B14F-4D97-AF65-F5344CB8AC3E}">
        <p14:creationId xmlns:p14="http://schemas.microsoft.com/office/powerpoint/2010/main" val="194739286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1016000" y="1524000"/>
            <a:ext cx="5080000" cy="411480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6299200" y="1524000"/>
            <a:ext cx="5080000" cy="411480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lvl1pPr>
              <a:defRPr/>
            </a:lvl1pPr>
          </a:lstStyle>
          <a:p>
            <a:endParaRPr lang="en-US" altLang="zh-TW" dirty="0">
              <a:solidFill>
                <a:srgbClr val="00E4A8"/>
              </a:solidFill>
            </a:endParaRPr>
          </a:p>
        </p:txBody>
      </p:sp>
      <p:sp>
        <p:nvSpPr>
          <p:cNvPr id="6" name="頁尾版面配置區 5"/>
          <p:cNvSpPr>
            <a:spLocks noGrp="1"/>
          </p:cNvSpPr>
          <p:nvPr>
            <p:ph type="ftr" sz="quarter" idx="11"/>
          </p:nvPr>
        </p:nvSpPr>
        <p:spPr/>
        <p:txBody>
          <a:bodyPr/>
          <a:lstStyle>
            <a:lvl1pPr>
              <a:defRPr/>
            </a:lvl1pPr>
          </a:lstStyle>
          <a:p>
            <a:endParaRPr lang="zh-TW" altLang="zh-TW">
              <a:solidFill>
                <a:srgbClr val="00E4A8"/>
              </a:solidFill>
            </a:endParaRPr>
          </a:p>
        </p:txBody>
      </p:sp>
      <p:sp>
        <p:nvSpPr>
          <p:cNvPr id="7" name="投影片編號版面配置區 6"/>
          <p:cNvSpPr>
            <a:spLocks noGrp="1"/>
          </p:cNvSpPr>
          <p:nvPr>
            <p:ph type="sldNum" sz="quarter" idx="12"/>
          </p:nvPr>
        </p:nvSpPr>
        <p:spPr/>
        <p:txBody>
          <a:bodyPr/>
          <a:lstStyle>
            <a:lvl1pPr>
              <a:defRPr/>
            </a:lvl1pPr>
          </a:lstStyle>
          <a:p>
            <a:r>
              <a:rPr lang="en-US" altLang="zh-TW" dirty="0">
                <a:solidFill>
                  <a:srgbClr val="00E4A8"/>
                </a:solidFill>
              </a:rPr>
              <a:t>4 -</a:t>
            </a:r>
            <a:fld id="{00BF4221-C878-41C5-9110-C050CEA1F628}" type="slidenum">
              <a:rPr lang="en-US" altLang="zh-TW">
                <a:solidFill>
                  <a:srgbClr val="00E4A8"/>
                </a:solidFill>
              </a:rPr>
              <a:pPr/>
              <a:t>‹#›</a:t>
            </a:fld>
            <a:endParaRPr lang="en-US" altLang="zh-TW" dirty="0">
              <a:solidFill>
                <a:srgbClr val="00E4A8"/>
              </a:solidFill>
            </a:endParaRPr>
          </a:p>
        </p:txBody>
      </p:sp>
    </p:spTree>
    <p:extLst>
      <p:ext uri="{BB962C8B-B14F-4D97-AF65-F5344CB8AC3E}">
        <p14:creationId xmlns:p14="http://schemas.microsoft.com/office/powerpoint/2010/main" val="252698112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40317" y="365126"/>
            <a:ext cx="10515600" cy="1325563"/>
          </a:xfrm>
        </p:spPr>
        <p:txBody>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840318" y="2505075"/>
            <a:ext cx="5158316"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6172200" y="2505075"/>
            <a:ext cx="5183717"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lvl1pPr>
              <a:defRPr/>
            </a:lvl1pPr>
          </a:lstStyle>
          <a:p>
            <a:endParaRPr lang="en-US" altLang="zh-TW" dirty="0">
              <a:solidFill>
                <a:srgbClr val="00E4A8"/>
              </a:solidFill>
            </a:endParaRPr>
          </a:p>
        </p:txBody>
      </p:sp>
      <p:sp>
        <p:nvSpPr>
          <p:cNvPr id="8" name="頁尾版面配置區 7"/>
          <p:cNvSpPr>
            <a:spLocks noGrp="1"/>
          </p:cNvSpPr>
          <p:nvPr>
            <p:ph type="ftr" sz="quarter" idx="11"/>
          </p:nvPr>
        </p:nvSpPr>
        <p:spPr/>
        <p:txBody>
          <a:bodyPr/>
          <a:lstStyle>
            <a:lvl1pPr>
              <a:defRPr/>
            </a:lvl1pPr>
          </a:lstStyle>
          <a:p>
            <a:endParaRPr lang="zh-TW" altLang="zh-TW">
              <a:solidFill>
                <a:srgbClr val="00E4A8"/>
              </a:solidFill>
            </a:endParaRPr>
          </a:p>
        </p:txBody>
      </p:sp>
      <p:sp>
        <p:nvSpPr>
          <p:cNvPr id="9" name="投影片編號版面配置區 8"/>
          <p:cNvSpPr>
            <a:spLocks noGrp="1"/>
          </p:cNvSpPr>
          <p:nvPr>
            <p:ph type="sldNum" sz="quarter" idx="12"/>
          </p:nvPr>
        </p:nvSpPr>
        <p:spPr/>
        <p:txBody>
          <a:bodyPr/>
          <a:lstStyle>
            <a:lvl1pPr>
              <a:defRPr/>
            </a:lvl1pPr>
          </a:lstStyle>
          <a:p>
            <a:r>
              <a:rPr lang="en-US" altLang="zh-TW" dirty="0">
                <a:solidFill>
                  <a:srgbClr val="00E4A8"/>
                </a:solidFill>
              </a:rPr>
              <a:t>4 -</a:t>
            </a:r>
            <a:fld id="{A106D2AF-BCF8-49F5-A666-87298A76A87B}" type="slidenum">
              <a:rPr lang="en-US" altLang="zh-TW">
                <a:solidFill>
                  <a:srgbClr val="00E4A8"/>
                </a:solidFill>
              </a:rPr>
              <a:pPr/>
              <a:t>‹#›</a:t>
            </a:fld>
            <a:endParaRPr lang="en-US" altLang="zh-TW" dirty="0">
              <a:solidFill>
                <a:srgbClr val="00E4A8"/>
              </a:solidFill>
            </a:endParaRPr>
          </a:p>
        </p:txBody>
      </p:sp>
    </p:spTree>
    <p:extLst>
      <p:ext uri="{BB962C8B-B14F-4D97-AF65-F5344CB8AC3E}">
        <p14:creationId xmlns:p14="http://schemas.microsoft.com/office/powerpoint/2010/main" val="50138691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lvl1pPr>
              <a:defRPr/>
            </a:lvl1pPr>
          </a:lstStyle>
          <a:p>
            <a:endParaRPr lang="en-US" altLang="zh-TW" dirty="0">
              <a:solidFill>
                <a:srgbClr val="00E4A8"/>
              </a:solidFill>
            </a:endParaRPr>
          </a:p>
        </p:txBody>
      </p:sp>
      <p:sp>
        <p:nvSpPr>
          <p:cNvPr id="4" name="頁尾版面配置區 3"/>
          <p:cNvSpPr>
            <a:spLocks noGrp="1"/>
          </p:cNvSpPr>
          <p:nvPr>
            <p:ph type="ftr" sz="quarter" idx="11"/>
          </p:nvPr>
        </p:nvSpPr>
        <p:spPr/>
        <p:txBody>
          <a:bodyPr/>
          <a:lstStyle>
            <a:lvl1pPr>
              <a:defRPr/>
            </a:lvl1pPr>
          </a:lstStyle>
          <a:p>
            <a:endParaRPr lang="zh-TW" altLang="zh-TW">
              <a:solidFill>
                <a:srgbClr val="00E4A8"/>
              </a:solidFill>
            </a:endParaRPr>
          </a:p>
        </p:txBody>
      </p:sp>
      <p:sp>
        <p:nvSpPr>
          <p:cNvPr id="5" name="投影片編號版面配置區 4"/>
          <p:cNvSpPr>
            <a:spLocks noGrp="1"/>
          </p:cNvSpPr>
          <p:nvPr>
            <p:ph type="sldNum" sz="quarter" idx="12"/>
          </p:nvPr>
        </p:nvSpPr>
        <p:spPr/>
        <p:txBody>
          <a:bodyPr/>
          <a:lstStyle>
            <a:lvl1pPr>
              <a:defRPr/>
            </a:lvl1pPr>
          </a:lstStyle>
          <a:p>
            <a:r>
              <a:rPr lang="en-US" altLang="zh-TW" dirty="0">
                <a:solidFill>
                  <a:srgbClr val="00E4A8"/>
                </a:solidFill>
              </a:rPr>
              <a:t>4 -</a:t>
            </a:r>
            <a:fld id="{934A4E7C-0CC9-48DA-965C-F02A25845288}" type="slidenum">
              <a:rPr lang="en-US" altLang="zh-TW">
                <a:solidFill>
                  <a:srgbClr val="00E4A8"/>
                </a:solidFill>
              </a:rPr>
              <a:pPr/>
              <a:t>‹#›</a:t>
            </a:fld>
            <a:endParaRPr lang="en-US" altLang="zh-TW" dirty="0">
              <a:solidFill>
                <a:srgbClr val="00E4A8"/>
              </a:solidFill>
            </a:endParaRPr>
          </a:p>
        </p:txBody>
      </p:sp>
    </p:spTree>
    <p:extLst>
      <p:ext uri="{BB962C8B-B14F-4D97-AF65-F5344CB8AC3E}">
        <p14:creationId xmlns:p14="http://schemas.microsoft.com/office/powerpoint/2010/main" val="2978467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lvl1pPr>
              <a:defRPr/>
            </a:lvl1pPr>
          </a:lstStyle>
          <a:p>
            <a:endParaRPr lang="en-US" altLang="zh-TW" dirty="0">
              <a:solidFill>
                <a:srgbClr val="00E4A8"/>
              </a:solidFill>
            </a:endParaRPr>
          </a:p>
        </p:txBody>
      </p:sp>
      <p:sp>
        <p:nvSpPr>
          <p:cNvPr id="3" name="頁尾版面配置區 2"/>
          <p:cNvSpPr>
            <a:spLocks noGrp="1"/>
          </p:cNvSpPr>
          <p:nvPr>
            <p:ph type="ftr" sz="quarter" idx="11"/>
          </p:nvPr>
        </p:nvSpPr>
        <p:spPr/>
        <p:txBody>
          <a:bodyPr/>
          <a:lstStyle>
            <a:lvl1pPr>
              <a:defRPr/>
            </a:lvl1pPr>
          </a:lstStyle>
          <a:p>
            <a:endParaRPr lang="zh-TW" altLang="zh-TW">
              <a:solidFill>
                <a:srgbClr val="00E4A8"/>
              </a:solidFill>
            </a:endParaRPr>
          </a:p>
        </p:txBody>
      </p:sp>
      <p:sp>
        <p:nvSpPr>
          <p:cNvPr id="4" name="投影片編號版面配置區 3"/>
          <p:cNvSpPr>
            <a:spLocks noGrp="1"/>
          </p:cNvSpPr>
          <p:nvPr>
            <p:ph type="sldNum" sz="quarter" idx="12"/>
          </p:nvPr>
        </p:nvSpPr>
        <p:spPr/>
        <p:txBody>
          <a:bodyPr/>
          <a:lstStyle>
            <a:lvl1pPr>
              <a:defRPr/>
            </a:lvl1pPr>
          </a:lstStyle>
          <a:p>
            <a:r>
              <a:rPr lang="en-US" altLang="zh-TW" dirty="0">
                <a:solidFill>
                  <a:srgbClr val="00E4A8"/>
                </a:solidFill>
              </a:rPr>
              <a:t>4 -</a:t>
            </a:r>
            <a:fld id="{A8D372C8-73D5-41AF-8B40-219AB5C6A04E}" type="slidenum">
              <a:rPr lang="en-US" altLang="zh-TW">
                <a:solidFill>
                  <a:srgbClr val="00E4A8"/>
                </a:solidFill>
              </a:rPr>
              <a:pPr/>
              <a:t>‹#›</a:t>
            </a:fld>
            <a:endParaRPr lang="en-US" altLang="zh-TW" dirty="0">
              <a:solidFill>
                <a:srgbClr val="00E4A8"/>
              </a:solidFill>
            </a:endParaRPr>
          </a:p>
        </p:txBody>
      </p:sp>
    </p:spTree>
    <p:extLst>
      <p:ext uri="{BB962C8B-B14F-4D97-AF65-F5344CB8AC3E}">
        <p14:creationId xmlns:p14="http://schemas.microsoft.com/office/powerpoint/2010/main" val="31584663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40318" y="457200"/>
            <a:ext cx="3932767" cy="1600200"/>
          </a:xfrm>
        </p:spPr>
        <p:txBody>
          <a:bodyPr/>
          <a:lstStyle>
            <a:lvl1pPr>
              <a:defRPr sz="3200"/>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lvl1pPr>
              <a:defRPr/>
            </a:lvl1pPr>
          </a:lstStyle>
          <a:p>
            <a:endParaRPr lang="en-US" altLang="zh-TW" dirty="0">
              <a:solidFill>
                <a:srgbClr val="00E4A8"/>
              </a:solidFill>
            </a:endParaRPr>
          </a:p>
        </p:txBody>
      </p:sp>
      <p:sp>
        <p:nvSpPr>
          <p:cNvPr id="6" name="頁尾版面配置區 5"/>
          <p:cNvSpPr>
            <a:spLocks noGrp="1"/>
          </p:cNvSpPr>
          <p:nvPr>
            <p:ph type="ftr" sz="quarter" idx="11"/>
          </p:nvPr>
        </p:nvSpPr>
        <p:spPr/>
        <p:txBody>
          <a:bodyPr/>
          <a:lstStyle>
            <a:lvl1pPr>
              <a:defRPr/>
            </a:lvl1pPr>
          </a:lstStyle>
          <a:p>
            <a:endParaRPr lang="zh-TW" altLang="zh-TW">
              <a:solidFill>
                <a:srgbClr val="00E4A8"/>
              </a:solidFill>
            </a:endParaRPr>
          </a:p>
        </p:txBody>
      </p:sp>
      <p:sp>
        <p:nvSpPr>
          <p:cNvPr id="7" name="投影片編號版面配置區 6"/>
          <p:cNvSpPr>
            <a:spLocks noGrp="1"/>
          </p:cNvSpPr>
          <p:nvPr>
            <p:ph type="sldNum" sz="quarter" idx="12"/>
          </p:nvPr>
        </p:nvSpPr>
        <p:spPr/>
        <p:txBody>
          <a:bodyPr/>
          <a:lstStyle>
            <a:lvl1pPr>
              <a:defRPr/>
            </a:lvl1pPr>
          </a:lstStyle>
          <a:p>
            <a:r>
              <a:rPr lang="en-US" altLang="zh-TW" dirty="0">
                <a:solidFill>
                  <a:srgbClr val="00E4A8"/>
                </a:solidFill>
              </a:rPr>
              <a:t>4 -</a:t>
            </a:r>
            <a:fld id="{B4AD47CD-3335-4B64-8756-ED5BBEDCF9B0}" type="slidenum">
              <a:rPr lang="en-US" altLang="zh-TW">
                <a:solidFill>
                  <a:srgbClr val="00E4A8"/>
                </a:solidFill>
              </a:rPr>
              <a:pPr/>
              <a:t>‹#›</a:t>
            </a:fld>
            <a:endParaRPr lang="en-US" altLang="zh-TW" dirty="0">
              <a:solidFill>
                <a:srgbClr val="00E4A8"/>
              </a:solidFill>
            </a:endParaRPr>
          </a:p>
        </p:txBody>
      </p:sp>
    </p:spTree>
    <p:extLst>
      <p:ext uri="{BB962C8B-B14F-4D97-AF65-F5344CB8AC3E}">
        <p14:creationId xmlns:p14="http://schemas.microsoft.com/office/powerpoint/2010/main" val="40704769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40318" y="457200"/>
            <a:ext cx="3932767" cy="1600200"/>
          </a:xfrm>
        </p:spPr>
        <p:txBody>
          <a:bodyPr/>
          <a:lstStyle>
            <a:lvl1pPr>
              <a:defRPr sz="3200"/>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lvl1pPr>
              <a:defRPr/>
            </a:lvl1pPr>
          </a:lstStyle>
          <a:p>
            <a:endParaRPr lang="en-US" altLang="zh-TW" dirty="0">
              <a:solidFill>
                <a:srgbClr val="00E4A8"/>
              </a:solidFill>
            </a:endParaRPr>
          </a:p>
        </p:txBody>
      </p:sp>
      <p:sp>
        <p:nvSpPr>
          <p:cNvPr id="6" name="頁尾版面配置區 5"/>
          <p:cNvSpPr>
            <a:spLocks noGrp="1"/>
          </p:cNvSpPr>
          <p:nvPr>
            <p:ph type="ftr" sz="quarter" idx="11"/>
          </p:nvPr>
        </p:nvSpPr>
        <p:spPr/>
        <p:txBody>
          <a:bodyPr/>
          <a:lstStyle>
            <a:lvl1pPr>
              <a:defRPr/>
            </a:lvl1pPr>
          </a:lstStyle>
          <a:p>
            <a:endParaRPr lang="zh-TW" altLang="zh-TW">
              <a:solidFill>
                <a:srgbClr val="00E4A8"/>
              </a:solidFill>
            </a:endParaRPr>
          </a:p>
        </p:txBody>
      </p:sp>
      <p:sp>
        <p:nvSpPr>
          <p:cNvPr id="7" name="投影片編號版面配置區 6"/>
          <p:cNvSpPr>
            <a:spLocks noGrp="1"/>
          </p:cNvSpPr>
          <p:nvPr>
            <p:ph type="sldNum" sz="quarter" idx="12"/>
          </p:nvPr>
        </p:nvSpPr>
        <p:spPr/>
        <p:txBody>
          <a:bodyPr/>
          <a:lstStyle>
            <a:lvl1pPr>
              <a:defRPr/>
            </a:lvl1pPr>
          </a:lstStyle>
          <a:p>
            <a:r>
              <a:rPr lang="en-US" altLang="zh-TW" dirty="0">
                <a:solidFill>
                  <a:srgbClr val="00E4A8"/>
                </a:solidFill>
              </a:rPr>
              <a:t>4 -</a:t>
            </a:r>
            <a:fld id="{3E74D466-0AEB-4123-AA5C-7405DE9F8181}" type="slidenum">
              <a:rPr lang="en-US" altLang="zh-TW">
                <a:solidFill>
                  <a:srgbClr val="00E4A8"/>
                </a:solidFill>
              </a:rPr>
              <a:pPr/>
              <a:t>‹#›</a:t>
            </a:fld>
            <a:endParaRPr lang="en-US" altLang="zh-TW" dirty="0">
              <a:solidFill>
                <a:srgbClr val="00E4A8"/>
              </a:solidFill>
            </a:endParaRPr>
          </a:p>
        </p:txBody>
      </p:sp>
    </p:spTree>
    <p:extLst>
      <p:ext uri="{BB962C8B-B14F-4D97-AF65-F5344CB8AC3E}">
        <p14:creationId xmlns:p14="http://schemas.microsoft.com/office/powerpoint/2010/main" val="194997926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a:lvl1pPr>
          </a:lstStyle>
          <a:p>
            <a:endParaRPr lang="en-US" altLang="zh-TW" dirty="0">
              <a:solidFill>
                <a:srgbClr val="00E4A8"/>
              </a:solidFill>
            </a:endParaRPr>
          </a:p>
        </p:txBody>
      </p:sp>
      <p:sp>
        <p:nvSpPr>
          <p:cNvPr id="5" name="頁尾版面配置區 4"/>
          <p:cNvSpPr>
            <a:spLocks noGrp="1"/>
          </p:cNvSpPr>
          <p:nvPr>
            <p:ph type="ftr" sz="quarter" idx="11"/>
          </p:nvPr>
        </p:nvSpPr>
        <p:spPr/>
        <p:txBody>
          <a:bodyPr/>
          <a:lstStyle>
            <a:lvl1pPr>
              <a:defRPr/>
            </a:lvl1pPr>
          </a:lstStyle>
          <a:p>
            <a:endParaRPr lang="zh-TW" altLang="zh-TW">
              <a:solidFill>
                <a:srgbClr val="00E4A8"/>
              </a:solidFill>
            </a:endParaRPr>
          </a:p>
        </p:txBody>
      </p:sp>
      <p:sp>
        <p:nvSpPr>
          <p:cNvPr id="6" name="投影片編號版面配置區 5"/>
          <p:cNvSpPr>
            <a:spLocks noGrp="1"/>
          </p:cNvSpPr>
          <p:nvPr>
            <p:ph type="sldNum" sz="quarter" idx="12"/>
          </p:nvPr>
        </p:nvSpPr>
        <p:spPr/>
        <p:txBody>
          <a:bodyPr/>
          <a:lstStyle>
            <a:lvl1pPr>
              <a:defRPr/>
            </a:lvl1pPr>
          </a:lstStyle>
          <a:p>
            <a:r>
              <a:rPr lang="en-US" altLang="zh-TW" dirty="0">
                <a:solidFill>
                  <a:srgbClr val="00E4A8"/>
                </a:solidFill>
              </a:rPr>
              <a:t>4 -</a:t>
            </a:r>
            <a:fld id="{DAD457DC-B075-43AB-A5E9-DC24C6E38FC8}" type="slidenum">
              <a:rPr lang="en-US" altLang="zh-TW">
                <a:solidFill>
                  <a:srgbClr val="00E4A8"/>
                </a:solidFill>
              </a:rPr>
              <a:pPr/>
              <a:t>‹#›</a:t>
            </a:fld>
            <a:endParaRPr lang="en-US" altLang="zh-TW" dirty="0">
              <a:solidFill>
                <a:srgbClr val="00E4A8"/>
              </a:solidFill>
            </a:endParaRPr>
          </a:p>
        </p:txBody>
      </p:sp>
    </p:spTree>
    <p:extLst>
      <p:ext uri="{BB962C8B-B14F-4D97-AF65-F5344CB8AC3E}">
        <p14:creationId xmlns:p14="http://schemas.microsoft.com/office/powerpoint/2010/main" val="68461591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88400" y="533400"/>
            <a:ext cx="2590800" cy="5105400"/>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1016000" y="533400"/>
            <a:ext cx="7569200" cy="5105400"/>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lvl1pPr>
              <a:defRPr/>
            </a:lvl1pPr>
          </a:lstStyle>
          <a:p>
            <a:endParaRPr lang="en-US" altLang="zh-TW" dirty="0">
              <a:solidFill>
                <a:srgbClr val="00E4A8"/>
              </a:solidFill>
            </a:endParaRPr>
          </a:p>
        </p:txBody>
      </p:sp>
      <p:sp>
        <p:nvSpPr>
          <p:cNvPr id="5" name="頁尾版面配置區 4"/>
          <p:cNvSpPr>
            <a:spLocks noGrp="1"/>
          </p:cNvSpPr>
          <p:nvPr>
            <p:ph type="ftr" sz="quarter" idx="11"/>
          </p:nvPr>
        </p:nvSpPr>
        <p:spPr/>
        <p:txBody>
          <a:bodyPr/>
          <a:lstStyle>
            <a:lvl1pPr>
              <a:defRPr/>
            </a:lvl1pPr>
          </a:lstStyle>
          <a:p>
            <a:endParaRPr lang="zh-TW" altLang="zh-TW">
              <a:solidFill>
                <a:srgbClr val="00E4A8"/>
              </a:solidFill>
            </a:endParaRPr>
          </a:p>
        </p:txBody>
      </p:sp>
      <p:sp>
        <p:nvSpPr>
          <p:cNvPr id="6" name="投影片編號版面配置區 5"/>
          <p:cNvSpPr>
            <a:spLocks noGrp="1"/>
          </p:cNvSpPr>
          <p:nvPr>
            <p:ph type="sldNum" sz="quarter" idx="12"/>
          </p:nvPr>
        </p:nvSpPr>
        <p:spPr/>
        <p:txBody>
          <a:bodyPr/>
          <a:lstStyle>
            <a:lvl1pPr>
              <a:defRPr/>
            </a:lvl1pPr>
          </a:lstStyle>
          <a:p>
            <a:r>
              <a:rPr lang="en-US" altLang="zh-TW" dirty="0">
                <a:solidFill>
                  <a:srgbClr val="00E4A8"/>
                </a:solidFill>
              </a:rPr>
              <a:t>4 -</a:t>
            </a:r>
            <a:fld id="{3A205C04-5350-4B93-8A23-074557BEFF7A}" type="slidenum">
              <a:rPr lang="en-US" altLang="zh-TW">
                <a:solidFill>
                  <a:srgbClr val="00E4A8"/>
                </a:solidFill>
              </a:rPr>
              <a:pPr/>
              <a:t>‹#›</a:t>
            </a:fld>
            <a:endParaRPr lang="en-US" altLang="zh-TW" dirty="0">
              <a:solidFill>
                <a:srgbClr val="00E4A8"/>
              </a:solidFill>
            </a:endParaRPr>
          </a:p>
        </p:txBody>
      </p:sp>
    </p:spTree>
    <p:extLst>
      <p:ext uri="{BB962C8B-B14F-4D97-AF65-F5344CB8AC3E}">
        <p14:creationId xmlns:p14="http://schemas.microsoft.com/office/powerpoint/2010/main" val="405617806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xAndObj" preserve="1">
  <p:cSld name="標題，文字及物件">
    <p:spTree>
      <p:nvGrpSpPr>
        <p:cNvPr id="1" name=""/>
        <p:cNvGrpSpPr/>
        <p:nvPr/>
      </p:nvGrpSpPr>
      <p:grpSpPr>
        <a:xfrm>
          <a:off x="0" y="0"/>
          <a:ext cx="0" cy="0"/>
          <a:chOff x="0" y="0"/>
          <a:chExt cx="0" cy="0"/>
        </a:xfrm>
      </p:grpSpPr>
      <p:sp>
        <p:nvSpPr>
          <p:cNvPr id="2" name="標題 1"/>
          <p:cNvSpPr>
            <a:spLocks noGrp="1"/>
          </p:cNvSpPr>
          <p:nvPr>
            <p:ph type="title"/>
          </p:nvPr>
        </p:nvSpPr>
        <p:spPr>
          <a:xfrm>
            <a:off x="1016000" y="533400"/>
            <a:ext cx="10160000" cy="769938"/>
          </a:xfrm>
        </p:spPr>
        <p:txBody>
          <a:bodyPr/>
          <a:lstStyle/>
          <a:p>
            <a:r>
              <a:rPr lang="zh-TW" altLang="en-US" smtClean="0"/>
              <a:t>按一下以編輯母片標題樣式</a:t>
            </a:r>
            <a:endParaRPr lang="zh-TW" altLang="en-US"/>
          </a:p>
        </p:txBody>
      </p:sp>
      <p:sp>
        <p:nvSpPr>
          <p:cNvPr id="3" name="文字版面配置區 2"/>
          <p:cNvSpPr>
            <a:spLocks noGrp="1"/>
          </p:cNvSpPr>
          <p:nvPr>
            <p:ph type="body" sz="half" idx="1"/>
          </p:nvPr>
        </p:nvSpPr>
        <p:spPr>
          <a:xfrm>
            <a:off x="1016000" y="1524000"/>
            <a:ext cx="5080000" cy="411480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6299200" y="1524000"/>
            <a:ext cx="5080000" cy="411480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a:xfrm>
            <a:off x="1219200" y="6324600"/>
            <a:ext cx="2540000" cy="457200"/>
          </a:xfrm>
        </p:spPr>
        <p:txBody>
          <a:bodyPr/>
          <a:lstStyle>
            <a:lvl1pPr>
              <a:defRPr/>
            </a:lvl1pPr>
          </a:lstStyle>
          <a:p>
            <a:endParaRPr lang="en-US" altLang="zh-TW" dirty="0">
              <a:solidFill>
                <a:srgbClr val="00E4A8"/>
              </a:solidFill>
            </a:endParaRPr>
          </a:p>
        </p:txBody>
      </p:sp>
      <p:sp>
        <p:nvSpPr>
          <p:cNvPr id="6" name="頁尾版面配置區 5"/>
          <p:cNvSpPr>
            <a:spLocks noGrp="1"/>
          </p:cNvSpPr>
          <p:nvPr>
            <p:ph type="ftr" sz="quarter" idx="11"/>
          </p:nvPr>
        </p:nvSpPr>
        <p:spPr>
          <a:xfrm>
            <a:off x="3149600" y="6324600"/>
            <a:ext cx="6502400" cy="457200"/>
          </a:xfrm>
        </p:spPr>
        <p:txBody>
          <a:bodyPr/>
          <a:lstStyle>
            <a:lvl1pPr>
              <a:defRPr/>
            </a:lvl1pPr>
          </a:lstStyle>
          <a:p>
            <a:endParaRPr lang="zh-TW" altLang="zh-TW">
              <a:solidFill>
                <a:srgbClr val="00E4A8"/>
              </a:solidFill>
            </a:endParaRPr>
          </a:p>
        </p:txBody>
      </p:sp>
      <p:sp>
        <p:nvSpPr>
          <p:cNvPr id="7" name="投影片編號版面配置區 6"/>
          <p:cNvSpPr>
            <a:spLocks noGrp="1"/>
          </p:cNvSpPr>
          <p:nvPr>
            <p:ph type="sldNum" sz="quarter" idx="12"/>
          </p:nvPr>
        </p:nvSpPr>
        <p:spPr>
          <a:xfrm>
            <a:off x="9042400" y="6324600"/>
            <a:ext cx="2540000" cy="457200"/>
          </a:xfrm>
        </p:spPr>
        <p:txBody>
          <a:bodyPr/>
          <a:lstStyle>
            <a:lvl1pPr>
              <a:defRPr/>
            </a:lvl1pPr>
          </a:lstStyle>
          <a:p>
            <a:r>
              <a:rPr lang="en-US" altLang="zh-TW" dirty="0">
                <a:solidFill>
                  <a:srgbClr val="00E4A8"/>
                </a:solidFill>
              </a:rPr>
              <a:t>4 -</a:t>
            </a:r>
            <a:fld id="{C0E4A5A3-D07F-457E-88DE-ADCF4D1F998D}" type="slidenum">
              <a:rPr lang="en-US" altLang="zh-TW">
                <a:solidFill>
                  <a:srgbClr val="00E4A8"/>
                </a:solidFill>
              </a:rPr>
              <a:pPr/>
              <a:t>‹#›</a:t>
            </a:fld>
            <a:endParaRPr lang="en-US" altLang="zh-TW" dirty="0">
              <a:solidFill>
                <a:srgbClr val="00E4A8"/>
              </a:solidFill>
            </a:endParaRPr>
          </a:p>
        </p:txBody>
      </p:sp>
    </p:spTree>
    <p:extLst>
      <p:ext uri="{BB962C8B-B14F-4D97-AF65-F5344CB8AC3E}">
        <p14:creationId xmlns:p14="http://schemas.microsoft.com/office/powerpoint/2010/main" val="137337324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bl" preserve="1">
  <p:cSld name="標題及表格">
    <p:spTree>
      <p:nvGrpSpPr>
        <p:cNvPr id="1" name=""/>
        <p:cNvGrpSpPr/>
        <p:nvPr/>
      </p:nvGrpSpPr>
      <p:grpSpPr>
        <a:xfrm>
          <a:off x="0" y="0"/>
          <a:ext cx="0" cy="0"/>
          <a:chOff x="0" y="0"/>
          <a:chExt cx="0" cy="0"/>
        </a:xfrm>
      </p:grpSpPr>
      <p:sp>
        <p:nvSpPr>
          <p:cNvPr id="2" name="標題 1"/>
          <p:cNvSpPr>
            <a:spLocks noGrp="1"/>
          </p:cNvSpPr>
          <p:nvPr>
            <p:ph type="title"/>
          </p:nvPr>
        </p:nvSpPr>
        <p:spPr>
          <a:xfrm>
            <a:off x="1016000" y="533400"/>
            <a:ext cx="10160000" cy="769938"/>
          </a:xfrm>
        </p:spPr>
        <p:txBody>
          <a:bodyPr/>
          <a:lstStyle/>
          <a:p>
            <a:r>
              <a:rPr lang="zh-TW" altLang="en-US" smtClean="0"/>
              <a:t>按一下以編輯母片標題樣式</a:t>
            </a:r>
            <a:endParaRPr lang="zh-TW" altLang="en-US"/>
          </a:p>
        </p:txBody>
      </p:sp>
      <p:sp>
        <p:nvSpPr>
          <p:cNvPr id="3" name="表格版面配置區 2"/>
          <p:cNvSpPr>
            <a:spLocks noGrp="1"/>
          </p:cNvSpPr>
          <p:nvPr>
            <p:ph type="tbl" idx="1"/>
          </p:nvPr>
        </p:nvSpPr>
        <p:spPr>
          <a:xfrm>
            <a:off x="1016000" y="1524000"/>
            <a:ext cx="10363200" cy="4114800"/>
          </a:xfrm>
        </p:spPr>
        <p:txBody>
          <a:bodyPr/>
          <a:lstStyle/>
          <a:p>
            <a:endParaRPr lang="zh-TW" altLang="en-US"/>
          </a:p>
        </p:txBody>
      </p:sp>
      <p:sp>
        <p:nvSpPr>
          <p:cNvPr id="4" name="日期版面配置區 3"/>
          <p:cNvSpPr>
            <a:spLocks noGrp="1"/>
          </p:cNvSpPr>
          <p:nvPr>
            <p:ph type="dt" sz="half" idx="10"/>
          </p:nvPr>
        </p:nvSpPr>
        <p:spPr>
          <a:xfrm>
            <a:off x="1219200" y="6324600"/>
            <a:ext cx="2540000" cy="457200"/>
          </a:xfrm>
        </p:spPr>
        <p:txBody>
          <a:bodyPr/>
          <a:lstStyle>
            <a:lvl1pPr>
              <a:defRPr/>
            </a:lvl1pPr>
          </a:lstStyle>
          <a:p>
            <a:endParaRPr lang="en-US" altLang="zh-TW" dirty="0">
              <a:solidFill>
                <a:srgbClr val="00E4A8"/>
              </a:solidFill>
            </a:endParaRPr>
          </a:p>
        </p:txBody>
      </p:sp>
      <p:sp>
        <p:nvSpPr>
          <p:cNvPr id="5" name="頁尾版面配置區 4"/>
          <p:cNvSpPr>
            <a:spLocks noGrp="1"/>
          </p:cNvSpPr>
          <p:nvPr>
            <p:ph type="ftr" sz="quarter" idx="11"/>
          </p:nvPr>
        </p:nvSpPr>
        <p:spPr>
          <a:xfrm>
            <a:off x="3149600" y="6324600"/>
            <a:ext cx="6502400" cy="457200"/>
          </a:xfrm>
        </p:spPr>
        <p:txBody>
          <a:bodyPr/>
          <a:lstStyle>
            <a:lvl1pPr>
              <a:defRPr/>
            </a:lvl1pPr>
          </a:lstStyle>
          <a:p>
            <a:endParaRPr lang="zh-TW" altLang="zh-TW">
              <a:solidFill>
                <a:srgbClr val="00E4A8"/>
              </a:solidFill>
            </a:endParaRPr>
          </a:p>
        </p:txBody>
      </p:sp>
      <p:sp>
        <p:nvSpPr>
          <p:cNvPr id="6" name="投影片編號版面配置區 5"/>
          <p:cNvSpPr>
            <a:spLocks noGrp="1"/>
          </p:cNvSpPr>
          <p:nvPr>
            <p:ph type="sldNum" sz="quarter" idx="12"/>
          </p:nvPr>
        </p:nvSpPr>
        <p:spPr>
          <a:xfrm>
            <a:off x="9042400" y="6324600"/>
            <a:ext cx="2540000" cy="457200"/>
          </a:xfrm>
        </p:spPr>
        <p:txBody>
          <a:bodyPr/>
          <a:lstStyle>
            <a:lvl1pPr>
              <a:defRPr/>
            </a:lvl1pPr>
          </a:lstStyle>
          <a:p>
            <a:r>
              <a:rPr lang="en-US" altLang="zh-TW" dirty="0">
                <a:solidFill>
                  <a:srgbClr val="00E4A8"/>
                </a:solidFill>
              </a:rPr>
              <a:t>4 -</a:t>
            </a:r>
            <a:fld id="{DBCEDE01-866C-43BF-8504-185FF289F3FB}" type="slidenum">
              <a:rPr lang="en-US" altLang="zh-TW">
                <a:solidFill>
                  <a:srgbClr val="00E4A8"/>
                </a:solidFill>
              </a:rPr>
              <a:pPr/>
              <a:t>‹#›</a:t>
            </a:fld>
            <a:endParaRPr lang="en-US" altLang="zh-TW" dirty="0">
              <a:solidFill>
                <a:srgbClr val="00E4A8"/>
              </a:solidFill>
            </a:endParaRPr>
          </a:p>
        </p:txBody>
      </p:sp>
    </p:spTree>
    <p:extLst>
      <p:ext uri="{BB962C8B-B14F-4D97-AF65-F5344CB8AC3E}">
        <p14:creationId xmlns:p14="http://schemas.microsoft.com/office/powerpoint/2010/main" val="137402062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AndTwoObj" preserve="1">
  <p:cSld name="標題，1 個大物件與 2 個小物件">
    <p:spTree>
      <p:nvGrpSpPr>
        <p:cNvPr id="1" name=""/>
        <p:cNvGrpSpPr/>
        <p:nvPr/>
      </p:nvGrpSpPr>
      <p:grpSpPr>
        <a:xfrm>
          <a:off x="0" y="0"/>
          <a:ext cx="0" cy="0"/>
          <a:chOff x="0" y="0"/>
          <a:chExt cx="0" cy="0"/>
        </a:xfrm>
      </p:grpSpPr>
      <p:sp>
        <p:nvSpPr>
          <p:cNvPr id="2" name="標題 1"/>
          <p:cNvSpPr>
            <a:spLocks noGrp="1"/>
          </p:cNvSpPr>
          <p:nvPr>
            <p:ph type="title"/>
          </p:nvPr>
        </p:nvSpPr>
        <p:spPr>
          <a:xfrm>
            <a:off x="1016000" y="533400"/>
            <a:ext cx="10160000" cy="769938"/>
          </a:xfrm>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1016000" y="1524000"/>
            <a:ext cx="5080000" cy="411480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quarter" idx="2"/>
          </p:nvPr>
        </p:nvSpPr>
        <p:spPr>
          <a:xfrm>
            <a:off x="6299200" y="1524000"/>
            <a:ext cx="5080000" cy="198120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內容版面配置區 4"/>
          <p:cNvSpPr>
            <a:spLocks noGrp="1"/>
          </p:cNvSpPr>
          <p:nvPr>
            <p:ph sz="quarter" idx="3"/>
          </p:nvPr>
        </p:nvSpPr>
        <p:spPr>
          <a:xfrm>
            <a:off x="6299200" y="3657600"/>
            <a:ext cx="5080000" cy="1981200"/>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日期版面配置區 5"/>
          <p:cNvSpPr>
            <a:spLocks noGrp="1"/>
          </p:cNvSpPr>
          <p:nvPr>
            <p:ph type="dt" sz="half" idx="10"/>
          </p:nvPr>
        </p:nvSpPr>
        <p:spPr>
          <a:xfrm>
            <a:off x="1219200" y="6324600"/>
            <a:ext cx="2540000" cy="457200"/>
          </a:xfrm>
        </p:spPr>
        <p:txBody>
          <a:bodyPr/>
          <a:lstStyle>
            <a:lvl1pPr>
              <a:defRPr/>
            </a:lvl1pPr>
          </a:lstStyle>
          <a:p>
            <a:endParaRPr lang="en-US" altLang="zh-TW" dirty="0">
              <a:solidFill>
                <a:srgbClr val="00E4A8"/>
              </a:solidFill>
            </a:endParaRPr>
          </a:p>
        </p:txBody>
      </p:sp>
      <p:sp>
        <p:nvSpPr>
          <p:cNvPr id="7" name="頁尾版面配置區 6"/>
          <p:cNvSpPr>
            <a:spLocks noGrp="1"/>
          </p:cNvSpPr>
          <p:nvPr>
            <p:ph type="ftr" sz="quarter" idx="11"/>
          </p:nvPr>
        </p:nvSpPr>
        <p:spPr>
          <a:xfrm>
            <a:off x="3149600" y="6324600"/>
            <a:ext cx="6502400" cy="457200"/>
          </a:xfrm>
        </p:spPr>
        <p:txBody>
          <a:bodyPr/>
          <a:lstStyle>
            <a:lvl1pPr>
              <a:defRPr/>
            </a:lvl1pPr>
          </a:lstStyle>
          <a:p>
            <a:endParaRPr lang="zh-TW" altLang="zh-TW">
              <a:solidFill>
                <a:srgbClr val="00E4A8"/>
              </a:solidFill>
            </a:endParaRPr>
          </a:p>
        </p:txBody>
      </p:sp>
      <p:sp>
        <p:nvSpPr>
          <p:cNvPr id="8" name="投影片編號版面配置區 7"/>
          <p:cNvSpPr>
            <a:spLocks noGrp="1"/>
          </p:cNvSpPr>
          <p:nvPr>
            <p:ph type="sldNum" sz="quarter" idx="12"/>
          </p:nvPr>
        </p:nvSpPr>
        <p:spPr>
          <a:xfrm>
            <a:off x="9042400" y="6324600"/>
            <a:ext cx="2540000" cy="457200"/>
          </a:xfrm>
        </p:spPr>
        <p:txBody>
          <a:bodyPr/>
          <a:lstStyle>
            <a:lvl1pPr>
              <a:defRPr/>
            </a:lvl1pPr>
          </a:lstStyle>
          <a:p>
            <a:r>
              <a:rPr lang="en-US" altLang="zh-TW" dirty="0">
                <a:solidFill>
                  <a:srgbClr val="00E4A8"/>
                </a:solidFill>
              </a:rPr>
              <a:t>4 -</a:t>
            </a:r>
            <a:fld id="{62741879-3FB3-4E1D-B168-FEE4D5A24F59}" type="slidenum">
              <a:rPr lang="en-US" altLang="zh-TW">
                <a:solidFill>
                  <a:srgbClr val="00E4A8"/>
                </a:solidFill>
              </a:rPr>
              <a:pPr/>
              <a:t>‹#›</a:t>
            </a:fld>
            <a:endParaRPr lang="en-US" altLang="zh-TW" dirty="0">
              <a:solidFill>
                <a:srgbClr val="00E4A8"/>
              </a:solidFill>
            </a:endParaRPr>
          </a:p>
        </p:txBody>
      </p:sp>
    </p:spTree>
    <p:extLst>
      <p:ext uri="{BB962C8B-B14F-4D97-AF65-F5344CB8AC3E}">
        <p14:creationId xmlns:p14="http://schemas.microsoft.com/office/powerpoint/2010/main" val="18859573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theme" Target="../theme/theme3.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slideLayout" Target="../slideLayouts/slideLayout52.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5" Type="http://schemas.openxmlformats.org/officeDocument/2006/relationships/theme" Target="../theme/theme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F31F06-37F9-4241-8ACF-3469ACE37BDD}" type="datetimeFigureOut">
              <a:rPr lang="zh-TW" altLang="en-US" smtClean="0"/>
              <a:t>2014/10/1</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F43506-1CB5-4D06-8029-7AC6856AF03F}" type="slidenum">
              <a:rPr lang="zh-TW" altLang="en-US" smtClean="0"/>
              <a:t>‹#›</a:t>
            </a:fld>
            <a:endParaRPr lang="zh-TW" altLang="en-US"/>
          </a:p>
        </p:txBody>
      </p:sp>
    </p:spTree>
    <p:extLst>
      <p:ext uri="{BB962C8B-B14F-4D97-AF65-F5344CB8AC3E}">
        <p14:creationId xmlns:p14="http://schemas.microsoft.com/office/powerpoint/2010/main" val="12207300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bwMode="auto">
          <a:xfrm>
            <a:off x="1016000" y="533400"/>
            <a:ext cx="10160000" cy="769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TW" altLang="en-US" smtClean="0"/>
              <a:t>按一下以編輯母片標題樣式</a:t>
            </a:r>
          </a:p>
        </p:txBody>
      </p:sp>
      <p:sp>
        <p:nvSpPr>
          <p:cNvPr id="43011" name="Rectangle 3"/>
          <p:cNvSpPr>
            <a:spLocks noGrp="1" noChangeArrowheads="1"/>
          </p:cNvSpPr>
          <p:nvPr>
            <p:ph type="body" idx="1"/>
          </p:nvPr>
        </p:nvSpPr>
        <p:spPr bwMode="auto">
          <a:xfrm>
            <a:off x="1016000" y="1524000"/>
            <a:ext cx="10363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TW" altLang="en-US" smtClean="0"/>
              <a:t>按一下以編輯母片</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43012" name="Rectangle 4"/>
          <p:cNvSpPr>
            <a:spLocks noGrp="1" noChangeArrowheads="1"/>
          </p:cNvSpPr>
          <p:nvPr>
            <p:ph type="dt" sz="half" idx="2"/>
          </p:nvPr>
        </p:nvSpPr>
        <p:spPr bwMode="auto">
          <a:xfrm>
            <a:off x="1219200" y="63246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kumimoji="0" sz="1400">
                <a:solidFill>
                  <a:schemeClr val="accent1"/>
                </a:solidFill>
              </a:defRPr>
            </a:lvl1pPr>
          </a:lstStyle>
          <a:p>
            <a:pPr fontAlgn="base">
              <a:spcBef>
                <a:spcPct val="0"/>
              </a:spcBef>
              <a:spcAft>
                <a:spcPct val="0"/>
              </a:spcAft>
            </a:pPr>
            <a:endParaRPr lang="en-US" altLang="zh-TW" dirty="0">
              <a:solidFill>
                <a:srgbClr val="00E4A8"/>
              </a:solidFill>
            </a:endParaRPr>
          </a:p>
        </p:txBody>
      </p:sp>
      <p:sp>
        <p:nvSpPr>
          <p:cNvPr id="43013" name="Rectangle 5"/>
          <p:cNvSpPr>
            <a:spLocks noGrp="1" noChangeArrowheads="1"/>
          </p:cNvSpPr>
          <p:nvPr>
            <p:ph type="ftr" sz="quarter" idx="3"/>
          </p:nvPr>
        </p:nvSpPr>
        <p:spPr bwMode="auto">
          <a:xfrm>
            <a:off x="3149600" y="6324600"/>
            <a:ext cx="6502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kumimoji="0" sz="1400">
                <a:solidFill>
                  <a:schemeClr val="accent1"/>
                </a:solidFill>
              </a:defRPr>
            </a:lvl1pPr>
          </a:lstStyle>
          <a:p>
            <a:pPr fontAlgn="base">
              <a:spcBef>
                <a:spcPct val="0"/>
              </a:spcBef>
              <a:spcAft>
                <a:spcPct val="0"/>
              </a:spcAft>
            </a:pPr>
            <a:endParaRPr lang="zh-TW" altLang="zh-TW">
              <a:solidFill>
                <a:srgbClr val="00E4A8"/>
              </a:solidFill>
            </a:endParaRPr>
          </a:p>
        </p:txBody>
      </p:sp>
      <p:sp>
        <p:nvSpPr>
          <p:cNvPr id="43014" name="Rectangle 6"/>
          <p:cNvSpPr>
            <a:spLocks noGrp="1" noChangeArrowheads="1"/>
          </p:cNvSpPr>
          <p:nvPr>
            <p:ph type="sldNum" sz="quarter" idx="4"/>
          </p:nvPr>
        </p:nvSpPr>
        <p:spPr bwMode="auto">
          <a:xfrm>
            <a:off x="9042400" y="63246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kumimoji="0" sz="1400">
                <a:solidFill>
                  <a:schemeClr val="accent1"/>
                </a:solidFill>
              </a:defRPr>
            </a:lvl1pPr>
          </a:lstStyle>
          <a:p>
            <a:pPr fontAlgn="base">
              <a:spcBef>
                <a:spcPct val="0"/>
              </a:spcBef>
              <a:spcAft>
                <a:spcPct val="0"/>
              </a:spcAft>
            </a:pPr>
            <a:r>
              <a:rPr lang="en-US" altLang="zh-TW" dirty="0">
                <a:solidFill>
                  <a:srgbClr val="00E4A8"/>
                </a:solidFill>
              </a:rPr>
              <a:t>4 -</a:t>
            </a:r>
            <a:fld id="{AB49D791-4316-4B7D-A1E7-BAB4807ACB6D}" type="slidenum">
              <a:rPr lang="en-US" altLang="zh-TW">
                <a:solidFill>
                  <a:srgbClr val="00E4A8"/>
                </a:solidFill>
              </a:rPr>
              <a:pPr fontAlgn="base">
                <a:spcBef>
                  <a:spcPct val="0"/>
                </a:spcBef>
                <a:spcAft>
                  <a:spcPct val="0"/>
                </a:spcAft>
              </a:pPr>
              <a:t>‹#›</a:t>
            </a:fld>
            <a:endParaRPr lang="en-US" altLang="zh-TW" dirty="0">
              <a:solidFill>
                <a:srgbClr val="00E4A8"/>
              </a:solidFill>
            </a:endParaRPr>
          </a:p>
        </p:txBody>
      </p:sp>
    </p:spTree>
    <p:extLst>
      <p:ext uri="{BB962C8B-B14F-4D97-AF65-F5344CB8AC3E}">
        <p14:creationId xmlns:p14="http://schemas.microsoft.com/office/powerpoint/2010/main" val="11761612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hdr="0" ftr="0" dt="0"/>
  <p:txStyles>
    <p:titleStyle>
      <a:lvl1pPr algn="ctr" rtl="0" fontAlgn="base">
        <a:spcBef>
          <a:spcPct val="0"/>
        </a:spcBef>
        <a:spcAft>
          <a:spcPct val="0"/>
        </a:spcAft>
        <a:defRPr kumimoji="1" sz="4400" kern="12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Times New Roman" panose="02020603050405020304" pitchFamily="18" charset="0"/>
          <a:ea typeface="新細明體" panose="02020500000000000000" pitchFamily="18" charset="-120"/>
        </a:defRPr>
      </a:lvl2pPr>
      <a:lvl3pPr algn="ctr" rtl="0" fontAlgn="base">
        <a:spcBef>
          <a:spcPct val="0"/>
        </a:spcBef>
        <a:spcAft>
          <a:spcPct val="0"/>
        </a:spcAft>
        <a:defRPr kumimoji="1" sz="4400">
          <a:solidFill>
            <a:schemeClr val="tx2"/>
          </a:solidFill>
          <a:latin typeface="Times New Roman" panose="02020603050405020304" pitchFamily="18" charset="0"/>
          <a:ea typeface="新細明體" panose="02020500000000000000" pitchFamily="18" charset="-120"/>
        </a:defRPr>
      </a:lvl3pPr>
      <a:lvl4pPr algn="ctr" rtl="0" fontAlgn="base">
        <a:spcBef>
          <a:spcPct val="0"/>
        </a:spcBef>
        <a:spcAft>
          <a:spcPct val="0"/>
        </a:spcAft>
        <a:defRPr kumimoji="1" sz="4400">
          <a:solidFill>
            <a:schemeClr val="tx2"/>
          </a:solidFill>
          <a:latin typeface="Times New Roman" panose="02020603050405020304" pitchFamily="18" charset="0"/>
          <a:ea typeface="新細明體" panose="02020500000000000000" pitchFamily="18" charset="-120"/>
        </a:defRPr>
      </a:lvl4pPr>
      <a:lvl5pPr algn="ctr" rtl="0" fontAlgn="base">
        <a:spcBef>
          <a:spcPct val="0"/>
        </a:spcBef>
        <a:spcAft>
          <a:spcPct val="0"/>
        </a:spcAft>
        <a:defRPr kumimoji="1" sz="4400">
          <a:solidFill>
            <a:schemeClr val="tx2"/>
          </a:solidFill>
          <a:latin typeface="Times New Roman" panose="02020603050405020304" pitchFamily="18" charset="0"/>
          <a:ea typeface="新細明體" panose="02020500000000000000" pitchFamily="18" charset="-120"/>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新細明體" panose="02020500000000000000" pitchFamily="18" charset="-120"/>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新細明體" panose="02020500000000000000" pitchFamily="18" charset="-120"/>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新細明體" panose="02020500000000000000" pitchFamily="18" charset="-120"/>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新細明體" panose="02020500000000000000" pitchFamily="18" charset="-120"/>
        </a:defRPr>
      </a:lvl9pPr>
    </p:titleStyle>
    <p:bodyStyle>
      <a:lvl1pPr marL="342900" indent="-342900" algn="l" rtl="0" fontAlgn="base">
        <a:spcBef>
          <a:spcPct val="20000"/>
        </a:spcBef>
        <a:spcAft>
          <a:spcPct val="0"/>
        </a:spcAft>
        <a:buClr>
          <a:schemeClr val="folHlink"/>
        </a:buClr>
        <a:buSzPct val="60000"/>
        <a:buFont typeface="Wingdings" panose="05000000000000000000" pitchFamily="2" charset="2"/>
        <a:buChar char="n"/>
        <a:defRPr kumimoji="1"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anose="05000000000000000000" pitchFamily="2" charset="2"/>
        <a:buChar char="n"/>
        <a:defRPr kumimoji="1"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anose="05000000000000000000" pitchFamily="2" charset="2"/>
        <a:buChar char="n"/>
        <a:defRPr kumimoji="1"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anose="05000000000000000000" pitchFamily="2" charset="2"/>
        <a:buChar char="n"/>
        <a:defRPr kumimoji="1" sz="2000"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anose="05000000000000000000" pitchFamily="2" charset="2"/>
        <a:buChar char="n"/>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bwMode="auto">
          <a:xfrm>
            <a:off x="1016000" y="533400"/>
            <a:ext cx="10160000" cy="769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TW" altLang="en-US" smtClean="0"/>
              <a:t>按一下以編輯母片標題樣式</a:t>
            </a:r>
          </a:p>
        </p:txBody>
      </p:sp>
      <p:sp>
        <p:nvSpPr>
          <p:cNvPr id="43011" name="Rectangle 3"/>
          <p:cNvSpPr>
            <a:spLocks noGrp="1" noChangeArrowheads="1"/>
          </p:cNvSpPr>
          <p:nvPr>
            <p:ph type="body" idx="1"/>
          </p:nvPr>
        </p:nvSpPr>
        <p:spPr bwMode="auto">
          <a:xfrm>
            <a:off x="1016000" y="1524000"/>
            <a:ext cx="10363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TW" altLang="en-US" smtClean="0"/>
              <a:t>按一下以編輯母片</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43012" name="Rectangle 4"/>
          <p:cNvSpPr>
            <a:spLocks noGrp="1" noChangeArrowheads="1"/>
          </p:cNvSpPr>
          <p:nvPr>
            <p:ph type="dt" sz="half" idx="2"/>
          </p:nvPr>
        </p:nvSpPr>
        <p:spPr bwMode="auto">
          <a:xfrm>
            <a:off x="1219200" y="63246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kumimoji="0" sz="1400">
                <a:solidFill>
                  <a:schemeClr val="accent1"/>
                </a:solidFill>
              </a:defRPr>
            </a:lvl1pPr>
          </a:lstStyle>
          <a:p>
            <a:pPr fontAlgn="base">
              <a:spcBef>
                <a:spcPct val="0"/>
              </a:spcBef>
              <a:spcAft>
                <a:spcPct val="0"/>
              </a:spcAft>
            </a:pPr>
            <a:endParaRPr lang="en-US" altLang="zh-TW" dirty="0">
              <a:solidFill>
                <a:srgbClr val="00E4A8"/>
              </a:solidFill>
            </a:endParaRPr>
          </a:p>
        </p:txBody>
      </p:sp>
      <p:sp>
        <p:nvSpPr>
          <p:cNvPr id="43013" name="Rectangle 5"/>
          <p:cNvSpPr>
            <a:spLocks noGrp="1" noChangeArrowheads="1"/>
          </p:cNvSpPr>
          <p:nvPr>
            <p:ph type="ftr" sz="quarter" idx="3"/>
          </p:nvPr>
        </p:nvSpPr>
        <p:spPr bwMode="auto">
          <a:xfrm>
            <a:off x="3149600" y="6324600"/>
            <a:ext cx="6502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kumimoji="0" sz="1400">
                <a:solidFill>
                  <a:schemeClr val="accent1"/>
                </a:solidFill>
              </a:defRPr>
            </a:lvl1pPr>
          </a:lstStyle>
          <a:p>
            <a:pPr fontAlgn="base">
              <a:spcBef>
                <a:spcPct val="0"/>
              </a:spcBef>
              <a:spcAft>
                <a:spcPct val="0"/>
              </a:spcAft>
            </a:pPr>
            <a:endParaRPr lang="zh-TW" altLang="zh-TW">
              <a:solidFill>
                <a:srgbClr val="00E4A8"/>
              </a:solidFill>
            </a:endParaRPr>
          </a:p>
        </p:txBody>
      </p:sp>
      <p:sp>
        <p:nvSpPr>
          <p:cNvPr id="43014" name="Rectangle 6"/>
          <p:cNvSpPr>
            <a:spLocks noGrp="1" noChangeArrowheads="1"/>
          </p:cNvSpPr>
          <p:nvPr>
            <p:ph type="sldNum" sz="quarter" idx="4"/>
          </p:nvPr>
        </p:nvSpPr>
        <p:spPr bwMode="auto">
          <a:xfrm>
            <a:off x="9042400" y="63246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kumimoji="0" sz="1400">
                <a:solidFill>
                  <a:schemeClr val="accent1"/>
                </a:solidFill>
              </a:defRPr>
            </a:lvl1pPr>
          </a:lstStyle>
          <a:p>
            <a:pPr fontAlgn="base">
              <a:spcBef>
                <a:spcPct val="0"/>
              </a:spcBef>
              <a:spcAft>
                <a:spcPct val="0"/>
              </a:spcAft>
            </a:pPr>
            <a:r>
              <a:rPr lang="en-US" altLang="zh-TW" dirty="0">
                <a:solidFill>
                  <a:srgbClr val="00E4A8"/>
                </a:solidFill>
              </a:rPr>
              <a:t>4 -</a:t>
            </a:r>
            <a:fld id="{AB49D791-4316-4B7D-A1E7-BAB4807ACB6D}" type="slidenum">
              <a:rPr lang="en-US" altLang="zh-TW">
                <a:solidFill>
                  <a:srgbClr val="00E4A8"/>
                </a:solidFill>
              </a:rPr>
              <a:pPr fontAlgn="base">
                <a:spcBef>
                  <a:spcPct val="0"/>
                </a:spcBef>
                <a:spcAft>
                  <a:spcPct val="0"/>
                </a:spcAft>
              </a:pPr>
              <a:t>‹#›</a:t>
            </a:fld>
            <a:endParaRPr lang="en-US" altLang="zh-TW" dirty="0">
              <a:solidFill>
                <a:srgbClr val="00E4A8"/>
              </a:solidFill>
            </a:endParaRPr>
          </a:p>
        </p:txBody>
      </p:sp>
    </p:spTree>
    <p:extLst>
      <p:ext uri="{BB962C8B-B14F-4D97-AF65-F5344CB8AC3E}">
        <p14:creationId xmlns:p14="http://schemas.microsoft.com/office/powerpoint/2010/main" val="114946631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Lst>
  <p:hf hdr="0" ftr="0" dt="0"/>
  <p:txStyles>
    <p:titleStyle>
      <a:lvl1pPr algn="ctr" rtl="0" fontAlgn="base">
        <a:spcBef>
          <a:spcPct val="0"/>
        </a:spcBef>
        <a:spcAft>
          <a:spcPct val="0"/>
        </a:spcAft>
        <a:defRPr kumimoji="1" sz="4400" kern="12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Times New Roman" panose="02020603050405020304" pitchFamily="18" charset="0"/>
          <a:ea typeface="新細明體" panose="02020500000000000000" pitchFamily="18" charset="-120"/>
        </a:defRPr>
      </a:lvl2pPr>
      <a:lvl3pPr algn="ctr" rtl="0" fontAlgn="base">
        <a:spcBef>
          <a:spcPct val="0"/>
        </a:spcBef>
        <a:spcAft>
          <a:spcPct val="0"/>
        </a:spcAft>
        <a:defRPr kumimoji="1" sz="4400">
          <a:solidFill>
            <a:schemeClr val="tx2"/>
          </a:solidFill>
          <a:latin typeface="Times New Roman" panose="02020603050405020304" pitchFamily="18" charset="0"/>
          <a:ea typeface="新細明體" panose="02020500000000000000" pitchFamily="18" charset="-120"/>
        </a:defRPr>
      </a:lvl3pPr>
      <a:lvl4pPr algn="ctr" rtl="0" fontAlgn="base">
        <a:spcBef>
          <a:spcPct val="0"/>
        </a:spcBef>
        <a:spcAft>
          <a:spcPct val="0"/>
        </a:spcAft>
        <a:defRPr kumimoji="1" sz="4400">
          <a:solidFill>
            <a:schemeClr val="tx2"/>
          </a:solidFill>
          <a:latin typeface="Times New Roman" panose="02020603050405020304" pitchFamily="18" charset="0"/>
          <a:ea typeface="新細明體" panose="02020500000000000000" pitchFamily="18" charset="-120"/>
        </a:defRPr>
      </a:lvl4pPr>
      <a:lvl5pPr algn="ctr" rtl="0" fontAlgn="base">
        <a:spcBef>
          <a:spcPct val="0"/>
        </a:spcBef>
        <a:spcAft>
          <a:spcPct val="0"/>
        </a:spcAft>
        <a:defRPr kumimoji="1" sz="4400">
          <a:solidFill>
            <a:schemeClr val="tx2"/>
          </a:solidFill>
          <a:latin typeface="Times New Roman" panose="02020603050405020304" pitchFamily="18" charset="0"/>
          <a:ea typeface="新細明體" panose="02020500000000000000" pitchFamily="18" charset="-120"/>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新細明體" panose="02020500000000000000" pitchFamily="18" charset="-120"/>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新細明體" panose="02020500000000000000" pitchFamily="18" charset="-120"/>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新細明體" panose="02020500000000000000" pitchFamily="18" charset="-120"/>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新細明體" panose="02020500000000000000" pitchFamily="18" charset="-120"/>
        </a:defRPr>
      </a:lvl9pPr>
    </p:titleStyle>
    <p:bodyStyle>
      <a:lvl1pPr marL="342900" indent="-342900" algn="l" rtl="0" fontAlgn="base">
        <a:spcBef>
          <a:spcPct val="20000"/>
        </a:spcBef>
        <a:spcAft>
          <a:spcPct val="0"/>
        </a:spcAft>
        <a:buClr>
          <a:schemeClr val="folHlink"/>
        </a:buClr>
        <a:buSzPct val="60000"/>
        <a:buFont typeface="Wingdings" panose="05000000000000000000" pitchFamily="2" charset="2"/>
        <a:buChar char="n"/>
        <a:defRPr kumimoji="1"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anose="05000000000000000000" pitchFamily="2" charset="2"/>
        <a:buChar char="n"/>
        <a:defRPr kumimoji="1"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anose="05000000000000000000" pitchFamily="2" charset="2"/>
        <a:buChar char="n"/>
        <a:defRPr kumimoji="1"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anose="05000000000000000000" pitchFamily="2" charset="2"/>
        <a:buChar char="n"/>
        <a:defRPr kumimoji="1" sz="2000"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anose="05000000000000000000" pitchFamily="2" charset="2"/>
        <a:buChar char="n"/>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bwMode="auto">
          <a:xfrm>
            <a:off x="1016000" y="533400"/>
            <a:ext cx="10160000" cy="769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TW" altLang="en-US" smtClean="0"/>
              <a:t>按一下以編輯母片標題樣式</a:t>
            </a:r>
          </a:p>
        </p:txBody>
      </p:sp>
      <p:sp>
        <p:nvSpPr>
          <p:cNvPr id="43011" name="Rectangle 3"/>
          <p:cNvSpPr>
            <a:spLocks noGrp="1" noChangeArrowheads="1"/>
          </p:cNvSpPr>
          <p:nvPr>
            <p:ph type="body" idx="1"/>
          </p:nvPr>
        </p:nvSpPr>
        <p:spPr bwMode="auto">
          <a:xfrm>
            <a:off x="1016000" y="1524000"/>
            <a:ext cx="10363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TW" altLang="en-US" smtClean="0"/>
              <a:t>按一下以編輯母片</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43012" name="Rectangle 4"/>
          <p:cNvSpPr>
            <a:spLocks noGrp="1" noChangeArrowheads="1"/>
          </p:cNvSpPr>
          <p:nvPr>
            <p:ph type="dt" sz="half" idx="2"/>
          </p:nvPr>
        </p:nvSpPr>
        <p:spPr bwMode="auto">
          <a:xfrm>
            <a:off x="1219200" y="63246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kumimoji="0" sz="1400">
                <a:solidFill>
                  <a:schemeClr val="accent1"/>
                </a:solidFill>
              </a:defRPr>
            </a:lvl1pPr>
          </a:lstStyle>
          <a:p>
            <a:pPr fontAlgn="base">
              <a:spcBef>
                <a:spcPct val="0"/>
              </a:spcBef>
              <a:spcAft>
                <a:spcPct val="0"/>
              </a:spcAft>
            </a:pPr>
            <a:endParaRPr lang="en-US" altLang="zh-TW" dirty="0">
              <a:solidFill>
                <a:srgbClr val="00E4A8"/>
              </a:solidFill>
            </a:endParaRPr>
          </a:p>
        </p:txBody>
      </p:sp>
      <p:sp>
        <p:nvSpPr>
          <p:cNvPr id="43013" name="Rectangle 5"/>
          <p:cNvSpPr>
            <a:spLocks noGrp="1" noChangeArrowheads="1"/>
          </p:cNvSpPr>
          <p:nvPr>
            <p:ph type="ftr" sz="quarter" idx="3"/>
          </p:nvPr>
        </p:nvSpPr>
        <p:spPr bwMode="auto">
          <a:xfrm>
            <a:off x="3149600" y="6324600"/>
            <a:ext cx="6502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kumimoji="0" sz="1400">
                <a:solidFill>
                  <a:schemeClr val="accent1"/>
                </a:solidFill>
              </a:defRPr>
            </a:lvl1pPr>
          </a:lstStyle>
          <a:p>
            <a:pPr fontAlgn="base">
              <a:spcBef>
                <a:spcPct val="0"/>
              </a:spcBef>
              <a:spcAft>
                <a:spcPct val="0"/>
              </a:spcAft>
            </a:pPr>
            <a:endParaRPr lang="zh-TW" altLang="zh-TW">
              <a:solidFill>
                <a:srgbClr val="00E4A8"/>
              </a:solidFill>
            </a:endParaRPr>
          </a:p>
        </p:txBody>
      </p:sp>
      <p:sp>
        <p:nvSpPr>
          <p:cNvPr id="43014" name="Rectangle 6"/>
          <p:cNvSpPr>
            <a:spLocks noGrp="1" noChangeArrowheads="1"/>
          </p:cNvSpPr>
          <p:nvPr>
            <p:ph type="sldNum" sz="quarter" idx="4"/>
          </p:nvPr>
        </p:nvSpPr>
        <p:spPr bwMode="auto">
          <a:xfrm>
            <a:off x="9042400" y="63246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kumimoji="0" sz="1400">
                <a:solidFill>
                  <a:schemeClr val="accent1"/>
                </a:solidFill>
              </a:defRPr>
            </a:lvl1pPr>
          </a:lstStyle>
          <a:p>
            <a:pPr fontAlgn="base">
              <a:spcBef>
                <a:spcPct val="0"/>
              </a:spcBef>
              <a:spcAft>
                <a:spcPct val="0"/>
              </a:spcAft>
            </a:pPr>
            <a:r>
              <a:rPr lang="en-US" altLang="zh-TW" dirty="0">
                <a:solidFill>
                  <a:srgbClr val="00E4A8"/>
                </a:solidFill>
              </a:rPr>
              <a:t>4 -</a:t>
            </a:r>
            <a:fld id="{AB49D791-4316-4B7D-A1E7-BAB4807ACB6D}" type="slidenum">
              <a:rPr lang="en-US" altLang="zh-TW">
                <a:solidFill>
                  <a:srgbClr val="00E4A8"/>
                </a:solidFill>
              </a:rPr>
              <a:pPr fontAlgn="base">
                <a:spcBef>
                  <a:spcPct val="0"/>
                </a:spcBef>
                <a:spcAft>
                  <a:spcPct val="0"/>
                </a:spcAft>
              </a:pPr>
              <a:t>‹#›</a:t>
            </a:fld>
            <a:endParaRPr lang="en-US" altLang="zh-TW" dirty="0">
              <a:solidFill>
                <a:srgbClr val="00E4A8"/>
              </a:solidFill>
            </a:endParaRPr>
          </a:p>
        </p:txBody>
      </p:sp>
    </p:spTree>
    <p:extLst>
      <p:ext uri="{BB962C8B-B14F-4D97-AF65-F5344CB8AC3E}">
        <p14:creationId xmlns:p14="http://schemas.microsoft.com/office/powerpoint/2010/main" val="3146725880"/>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Lst>
  <p:hf hdr="0" ftr="0" dt="0"/>
  <p:txStyles>
    <p:titleStyle>
      <a:lvl1pPr algn="ctr" rtl="0" fontAlgn="base">
        <a:spcBef>
          <a:spcPct val="0"/>
        </a:spcBef>
        <a:spcAft>
          <a:spcPct val="0"/>
        </a:spcAft>
        <a:defRPr kumimoji="1" sz="4400" kern="12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Times New Roman" panose="02020603050405020304" pitchFamily="18" charset="0"/>
          <a:ea typeface="新細明體" panose="02020500000000000000" pitchFamily="18" charset="-120"/>
        </a:defRPr>
      </a:lvl2pPr>
      <a:lvl3pPr algn="ctr" rtl="0" fontAlgn="base">
        <a:spcBef>
          <a:spcPct val="0"/>
        </a:spcBef>
        <a:spcAft>
          <a:spcPct val="0"/>
        </a:spcAft>
        <a:defRPr kumimoji="1" sz="4400">
          <a:solidFill>
            <a:schemeClr val="tx2"/>
          </a:solidFill>
          <a:latin typeface="Times New Roman" panose="02020603050405020304" pitchFamily="18" charset="0"/>
          <a:ea typeface="新細明體" panose="02020500000000000000" pitchFamily="18" charset="-120"/>
        </a:defRPr>
      </a:lvl3pPr>
      <a:lvl4pPr algn="ctr" rtl="0" fontAlgn="base">
        <a:spcBef>
          <a:spcPct val="0"/>
        </a:spcBef>
        <a:spcAft>
          <a:spcPct val="0"/>
        </a:spcAft>
        <a:defRPr kumimoji="1" sz="4400">
          <a:solidFill>
            <a:schemeClr val="tx2"/>
          </a:solidFill>
          <a:latin typeface="Times New Roman" panose="02020603050405020304" pitchFamily="18" charset="0"/>
          <a:ea typeface="新細明體" panose="02020500000000000000" pitchFamily="18" charset="-120"/>
        </a:defRPr>
      </a:lvl4pPr>
      <a:lvl5pPr algn="ctr" rtl="0" fontAlgn="base">
        <a:spcBef>
          <a:spcPct val="0"/>
        </a:spcBef>
        <a:spcAft>
          <a:spcPct val="0"/>
        </a:spcAft>
        <a:defRPr kumimoji="1" sz="4400">
          <a:solidFill>
            <a:schemeClr val="tx2"/>
          </a:solidFill>
          <a:latin typeface="Times New Roman" panose="02020603050405020304" pitchFamily="18" charset="0"/>
          <a:ea typeface="新細明體" panose="02020500000000000000" pitchFamily="18" charset="-120"/>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新細明體" panose="02020500000000000000" pitchFamily="18" charset="-120"/>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新細明體" panose="02020500000000000000" pitchFamily="18" charset="-120"/>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新細明體" panose="02020500000000000000" pitchFamily="18" charset="-120"/>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新細明體" panose="02020500000000000000" pitchFamily="18" charset="-120"/>
        </a:defRPr>
      </a:lvl9pPr>
    </p:titleStyle>
    <p:bodyStyle>
      <a:lvl1pPr marL="342900" indent="-342900" algn="l" rtl="0" fontAlgn="base">
        <a:spcBef>
          <a:spcPct val="20000"/>
        </a:spcBef>
        <a:spcAft>
          <a:spcPct val="0"/>
        </a:spcAft>
        <a:buClr>
          <a:schemeClr val="folHlink"/>
        </a:buClr>
        <a:buSzPct val="60000"/>
        <a:buFont typeface="Wingdings" panose="05000000000000000000" pitchFamily="2" charset="2"/>
        <a:buChar char="n"/>
        <a:defRPr kumimoji="1" sz="3200" kern="1200">
          <a:solidFill>
            <a:schemeClr val="tx1"/>
          </a:solidFill>
          <a:latin typeface="+mn-lt"/>
          <a:ea typeface="+mn-ea"/>
          <a:cs typeface="+mn-cs"/>
        </a:defRPr>
      </a:lvl1pPr>
      <a:lvl2pPr marL="742950" indent="-285750" algn="l" rtl="0" fontAlgn="base">
        <a:spcBef>
          <a:spcPct val="20000"/>
        </a:spcBef>
        <a:spcAft>
          <a:spcPct val="0"/>
        </a:spcAft>
        <a:buClr>
          <a:schemeClr val="hlink"/>
        </a:buClr>
        <a:buSzPct val="55000"/>
        <a:buFont typeface="Wingdings" panose="05000000000000000000" pitchFamily="2" charset="2"/>
        <a:buChar char="n"/>
        <a:defRPr kumimoji="1" sz="2800" kern="1200">
          <a:solidFill>
            <a:schemeClr val="tx1"/>
          </a:solidFill>
          <a:latin typeface="+mn-lt"/>
          <a:ea typeface="+mn-ea"/>
          <a:cs typeface="+mn-cs"/>
        </a:defRPr>
      </a:lvl2pPr>
      <a:lvl3pPr marL="1143000" indent="-228600" algn="l" rtl="0" fontAlgn="base">
        <a:spcBef>
          <a:spcPct val="20000"/>
        </a:spcBef>
        <a:spcAft>
          <a:spcPct val="0"/>
        </a:spcAft>
        <a:buClr>
          <a:schemeClr val="folHlink"/>
        </a:buClr>
        <a:buSzPct val="50000"/>
        <a:buFont typeface="Wingdings" panose="05000000000000000000" pitchFamily="2" charset="2"/>
        <a:buChar char="n"/>
        <a:defRPr kumimoji="1" sz="2400" kern="1200">
          <a:solidFill>
            <a:schemeClr val="tx1"/>
          </a:solidFill>
          <a:latin typeface="+mn-lt"/>
          <a:ea typeface="+mn-ea"/>
          <a:cs typeface="+mn-cs"/>
        </a:defRPr>
      </a:lvl3pPr>
      <a:lvl4pPr marL="1600200" indent="-228600" algn="l" rtl="0" fontAlgn="base">
        <a:spcBef>
          <a:spcPct val="20000"/>
        </a:spcBef>
        <a:spcAft>
          <a:spcPct val="0"/>
        </a:spcAft>
        <a:buClr>
          <a:schemeClr val="accent2"/>
        </a:buClr>
        <a:buSzPct val="55000"/>
        <a:buFont typeface="Wingdings" panose="05000000000000000000" pitchFamily="2" charset="2"/>
        <a:buChar char="n"/>
        <a:defRPr kumimoji="1" sz="2000" kern="1200">
          <a:solidFill>
            <a:schemeClr val="tx1"/>
          </a:solidFill>
          <a:latin typeface="+mn-lt"/>
          <a:ea typeface="+mn-ea"/>
          <a:cs typeface="+mn-cs"/>
        </a:defRPr>
      </a:lvl4pPr>
      <a:lvl5pPr marL="2057400" indent="-228600" algn="l" rtl="0" fontAlgn="base">
        <a:spcBef>
          <a:spcPct val="20000"/>
        </a:spcBef>
        <a:spcAft>
          <a:spcPct val="0"/>
        </a:spcAft>
        <a:buClr>
          <a:schemeClr val="accent1"/>
        </a:buClr>
        <a:buSzPct val="50000"/>
        <a:buFont typeface="Wingdings" panose="05000000000000000000" pitchFamily="2" charset="2"/>
        <a:buChar char="n"/>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1.xml"/><Relationship Id="rId1" Type="http://schemas.openxmlformats.org/officeDocument/2006/relationships/vmlDrawing" Target="../drawings/vmlDrawing1.vml"/><Relationship Id="rId5" Type="http://schemas.openxmlformats.org/officeDocument/2006/relationships/image" Target="../media/image1.wmf"/><Relationship Id="rId4" Type="http://schemas.openxmlformats.org/officeDocument/2006/relationships/oleObject" Target="../embeddings/oleObject1.bin"/></Relationships>
</file>

<file path=ppt/slides/_rels/slide10.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2.xml"/></Relationships>
</file>

<file path=ppt/slides/_rels/slide14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1746097"/>
          </a:xfrm>
        </p:spPr>
        <p:txBody>
          <a:bodyPr>
            <a:normAutofit/>
          </a:bodyPr>
          <a:lstStyle/>
          <a:p>
            <a:r>
              <a:rPr lang="en-US" altLang="zh-TW" sz="5400" dirty="0">
                <a:ln w="0"/>
                <a:effectLst>
                  <a:outerShdw blurRad="38100" dist="19050" dir="2700000" algn="tl" rotWithShape="0">
                    <a:schemeClr val="dk1">
                      <a:alpha val="40000"/>
                    </a:schemeClr>
                  </a:outerShdw>
                </a:effectLst>
                <a:latin typeface="+mn-lt"/>
                <a:ea typeface="+mn-ea"/>
                <a:cs typeface="+mn-cs"/>
              </a:rPr>
              <a:t>T</a:t>
            </a:r>
            <a:r>
              <a:rPr lang="en-US" altLang="zh-TW" sz="5400" dirty="0" smtClean="0">
                <a:ln w="0"/>
                <a:effectLst>
                  <a:outerShdw blurRad="38100" dist="19050" dir="2700000" algn="tl" rotWithShape="0">
                    <a:schemeClr val="dk1">
                      <a:alpha val="40000"/>
                    </a:schemeClr>
                  </a:outerShdw>
                </a:effectLst>
                <a:latin typeface="+mn-lt"/>
                <a:ea typeface="+mn-ea"/>
                <a:cs typeface="+mn-cs"/>
              </a:rPr>
              <a:t>he </a:t>
            </a:r>
            <a:r>
              <a:rPr lang="en-US" altLang="zh-TW" sz="5400" dirty="0">
                <a:ln w="0"/>
                <a:effectLst>
                  <a:outerShdw blurRad="38100" dist="19050" dir="2700000" algn="tl" rotWithShape="0">
                    <a:schemeClr val="dk1">
                      <a:alpha val="40000"/>
                    </a:schemeClr>
                  </a:outerShdw>
                </a:effectLst>
                <a:latin typeface="+mn-lt"/>
                <a:ea typeface="+mn-ea"/>
                <a:cs typeface="+mn-cs"/>
              </a:rPr>
              <a:t>Longest Common Subsequence Problem Revisited</a:t>
            </a:r>
            <a:endParaRPr lang="zh-TW" altLang="en-US" sz="5400" dirty="0">
              <a:ln w="0"/>
              <a:effectLst>
                <a:outerShdw blurRad="38100" dist="19050" dir="2700000" algn="tl" rotWithShape="0">
                  <a:schemeClr val="dk1">
                    <a:alpha val="40000"/>
                  </a:schemeClr>
                </a:outerShdw>
              </a:effectLst>
              <a:latin typeface="+mn-lt"/>
              <a:ea typeface="+mn-ea"/>
              <a:cs typeface="+mn-cs"/>
            </a:endParaRPr>
          </a:p>
        </p:txBody>
      </p:sp>
      <p:sp>
        <p:nvSpPr>
          <p:cNvPr id="3" name="副標題 2"/>
          <p:cNvSpPr>
            <a:spLocks noGrp="1"/>
          </p:cNvSpPr>
          <p:nvPr>
            <p:ph type="subTitle" idx="1"/>
          </p:nvPr>
        </p:nvSpPr>
        <p:spPr>
          <a:xfrm>
            <a:off x="1524000" y="2868460"/>
            <a:ext cx="9144000" cy="1655762"/>
          </a:xfrm>
        </p:spPr>
        <p:txBody>
          <a:bodyPr>
            <a:noAutofit/>
          </a:bodyPr>
          <a:lstStyle/>
          <a:p>
            <a:pPr marL="457200" indent="-457200">
              <a:buAutoNum type="alphaUcPeriod"/>
            </a:pPr>
            <a:endParaRPr lang="en-US" altLang="zh-TW" sz="3200" dirty="0" smtClean="0"/>
          </a:p>
          <a:p>
            <a:pPr marL="457200" indent="-457200">
              <a:buAutoNum type="alphaUcPeriod"/>
            </a:pPr>
            <a:r>
              <a:rPr lang="en-US" altLang="zh-TW" sz="3600" dirty="0" err="1" smtClean="0"/>
              <a:t>Apostolico</a:t>
            </a:r>
            <a:r>
              <a:rPr lang="en-US" altLang="zh-TW" sz="3600" dirty="0" smtClean="0"/>
              <a:t> and C. Guerra</a:t>
            </a:r>
          </a:p>
          <a:p>
            <a:pPr fontAlgn="base"/>
            <a:r>
              <a:rPr lang="en-US" altLang="zh-TW" sz="3200" dirty="0" err="1" smtClean="0"/>
              <a:t>Algorithmica</a:t>
            </a:r>
            <a:r>
              <a:rPr lang="en-US" altLang="zh-TW" sz="3200" dirty="0" smtClean="0"/>
              <a:t>, Volume 2, Issue 1-4, </a:t>
            </a:r>
            <a:r>
              <a:rPr lang="en-US" altLang="zh-TW" sz="3200" dirty="0" smtClean="0"/>
              <a:t>pp. 315-336 </a:t>
            </a:r>
            <a:r>
              <a:rPr lang="en-US" altLang="zh-TW" sz="3200" dirty="0" smtClean="0"/>
              <a:t>(1987)</a:t>
            </a:r>
            <a:endParaRPr lang="zh-TW" altLang="en-US" sz="3200" dirty="0"/>
          </a:p>
        </p:txBody>
      </p:sp>
      <p:sp>
        <p:nvSpPr>
          <p:cNvPr id="4" name="文字方塊 3"/>
          <p:cNvSpPr txBox="1"/>
          <p:nvPr/>
        </p:nvSpPr>
        <p:spPr>
          <a:xfrm>
            <a:off x="1524000" y="5193101"/>
            <a:ext cx="6517710" cy="1092607"/>
          </a:xfrm>
          <a:prstGeom prst="rect">
            <a:avLst/>
          </a:prstGeom>
          <a:noFill/>
        </p:spPr>
        <p:txBody>
          <a:bodyPr wrap="square" rtlCol="0">
            <a:spAutoFit/>
          </a:bodyPr>
          <a:lstStyle/>
          <a:p>
            <a:r>
              <a:rPr lang="en-US" altLang="zh-TW" sz="3200" dirty="0" smtClean="0"/>
              <a:t>Presenter: Tzu-Chiang Hsu </a:t>
            </a:r>
            <a:r>
              <a:rPr lang="zh-TW" altLang="en-US" sz="3200" dirty="0" smtClean="0"/>
              <a:t> </a:t>
            </a:r>
            <a:r>
              <a:rPr lang="en-US" altLang="zh-TW" sz="3200" dirty="0" smtClean="0"/>
              <a:t>(</a:t>
            </a:r>
            <a:r>
              <a:rPr lang="zh-TW" altLang="en-US" sz="4000" dirty="0" smtClean="0">
                <a:latin typeface="微軟正黑體" panose="020B0604030504040204" pitchFamily="34" charset="-120"/>
                <a:ea typeface="微軟正黑體" panose="020B0604030504040204" pitchFamily="34" charset="-120"/>
              </a:rPr>
              <a:t>徐子強</a:t>
            </a:r>
            <a:r>
              <a:rPr lang="en-US" altLang="zh-TW" sz="3200" dirty="0" smtClean="0"/>
              <a:t>)</a:t>
            </a:r>
          </a:p>
          <a:p>
            <a:r>
              <a:rPr lang="en-US" altLang="zh-TW" sz="2500" dirty="0" smtClean="0"/>
              <a:t>2014/10/1</a:t>
            </a:r>
            <a:endParaRPr lang="zh-TW" altLang="en-US" sz="2500" dirty="0"/>
          </a:p>
        </p:txBody>
      </p:sp>
    </p:spTree>
    <p:extLst>
      <p:ext uri="{BB962C8B-B14F-4D97-AF65-F5344CB8AC3E}">
        <p14:creationId xmlns:p14="http://schemas.microsoft.com/office/powerpoint/2010/main" val="115209453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Georgia" panose="02040502050405020303" pitchFamily="18" charset="0"/>
                <a:ea typeface="Ebrima" panose="02000000000000000000" pitchFamily="2" charset="0"/>
                <a:cs typeface="Ebrima" panose="02000000000000000000" pitchFamily="2" charset="0"/>
              </a:rPr>
              <a:t>	Abstract (1/4)</a:t>
            </a:r>
            <a:endParaRPr lang="zh-TW" altLang="en-US" dirty="0">
              <a:latin typeface="Georgia" panose="02040502050405020303" pitchFamily="18" charset="0"/>
              <a:cs typeface="Ebrima" panose="02000000000000000000" pitchFamily="2" charset="0"/>
            </a:endParaRPr>
          </a:p>
        </p:txBody>
      </p:sp>
      <p:sp>
        <p:nvSpPr>
          <p:cNvPr id="3" name="內容版面配置區 2"/>
          <p:cNvSpPr>
            <a:spLocks noGrp="1"/>
          </p:cNvSpPr>
          <p:nvPr>
            <p:ph idx="1"/>
          </p:nvPr>
        </p:nvSpPr>
        <p:spPr/>
        <p:txBody>
          <a:bodyPr>
            <a:normAutofit/>
          </a:bodyPr>
          <a:lstStyle/>
          <a:p>
            <a:pPr marL="0" indent="0">
              <a:buNone/>
            </a:pPr>
            <a:r>
              <a:rPr lang="en-US" altLang="zh-TW" sz="4000" dirty="0" smtClean="0">
                <a:latin typeface="Old English Text MT" panose="03040902040508030806" pitchFamily="66" charset="0"/>
                <a:cs typeface="Aharoni" panose="02010803020104030203" pitchFamily="2" charset="-79"/>
              </a:rPr>
              <a:t>T</a:t>
            </a:r>
            <a:r>
              <a:rPr lang="en-US" altLang="zh-TW" sz="4000" dirty="0" smtClean="0"/>
              <a:t>his paper re-examines, in a unified framework, two classic approaches to the problem of finding a longest common subsequence (LCS) of two strings, and proposes faster implementations for both. Let </a:t>
            </a:r>
            <a:r>
              <a:rPr lang="el-GR" altLang="zh-TW" sz="4000" dirty="0">
                <a:ln w="0"/>
                <a:effectLst>
                  <a:outerShdw blurRad="38100" dist="19050" dir="2700000" algn="tl" rotWithShape="0">
                    <a:schemeClr val="dk1">
                      <a:alpha val="40000"/>
                    </a:schemeClr>
                  </a:outerShdw>
                </a:effectLst>
              </a:rPr>
              <a:t>ℓ</a:t>
            </a:r>
            <a:r>
              <a:rPr lang="en-US" altLang="zh-TW" sz="4000" dirty="0" smtClean="0"/>
              <a:t> be the length of an LCS between two strings of length m and n ≥ m, respectively, and let s be the alphabet size. </a:t>
            </a:r>
            <a:endParaRPr lang="zh-TW" altLang="en-US" sz="4000" dirty="0"/>
          </a:p>
        </p:txBody>
      </p:sp>
    </p:spTree>
    <p:extLst>
      <p:ext uri="{BB962C8B-B14F-4D97-AF65-F5344CB8AC3E}">
        <p14:creationId xmlns:p14="http://schemas.microsoft.com/office/powerpoint/2010/main" val="376345790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latin typeface="Georgia" panose="02040502050405020303" pitchFamily="18" charset="0"/>
                <a:ea typeface="Ebrima" panose="02000000000000000000" pitchFamily="2" charset="0"/>
                <a:cs typeface="Ebrima" panose="02000000000000000000" pitchFamily="2" charset="0"/>
              </a:rPr>
              <a:t>	Abstract (2/4</a:t>
            </a:r>
            <a:r>
              <a:rPr lang="en-US" altLang="zh-TW" dirty="0">
                <a:latin typeface="Georgia" panose="02040502050405020303" pitchFamily="18" charset="0"/>
                <a:ea typeface="Ebrima" panose="02000000000000000000" pitchFamily="2" charset="0"/>
                <a:cs typeface="Ebrima" panose="02000000000000000000" pitchFamily="2" charset="0"/>
              </a:rPr>
              <a:t>)</a:t>
            </a:r>
            <a:endParaRPr lang="zh-TW" altLang="en-US" dirty="0">
              <a:latin typeface="+mn-lt"/>
            </a:endParaRPr>
          </a:p>
        </p:txBody>
      </p:sp>
      <p:sp>
        <p:nvSpPr>
          <p:cNvPr id="3" name="內容版面配置區 2"/>
          <p:cNvSpPr>
            <a:spLocks noGrp="1"/>
          </p:cNvSpPr>
          <p:nvPr>
            <p:ph idx="1"/>
          </p:nvPr>
        </p:nvSpPr>
        <p:spPr/>
        <p:txBody>
          <a:bodyPr>
            <a:normAutofit/>
          </a:bodyPr>
          <a:lstStyle/>
          <a:p>
            <a:pPr marL="0" indent="0">
              <a:buNone/>
            </a:pPr>
            <a:r>
              <a:rPr lang="en-US" altLang="zh-TW" sz="4000" dirty="0" smtClean="0"/>
              <a:t>The first revised strategy follows the paradigm of a previous O(</a:t>
            </a:r>
            <a:r>
              <a:rPr lang="el-GR" altLang="zh-TW" sz="4000" dirty="0">
                <a:ln w="0"/>
                <a:effectLst>
                  <a:outerShdw blurRad="38100" dist="19050" dir="2700000" algn="tl" rotWithShape="0">
                    <a:schemeClr val="dk1">
                      <a:alpha val="40000"/>
                    </a:schemeClr>
                  </a:outerShdw>
                </a:effectLst>
              </a:rPr>
              <a:t>ℓ </a:t>
            </a:r>
            <a:r>
              <a:rPr lang="en-US" altLang="zh-TW" sz="4000" dirty="0" smtClean="0"/>
              <a:t>n) time algorithm by H</a:t>
            </a:r>
            <a:r>
              <a:rPr lang="en-US" altLang="zh-TW" sz="4000" dirty="0" smtClean="0">
                <a:latin typeface="Cambria Math" panose="02040503050406030204" pitchFamily="18" charset="0"/>
                <a:ea typeface="Cambria Math" panose="02040503050406030204" pitchFamily="18" charset="0"/>
              </a:rPr>
              <a:t>i</a:t>
            </a:r>
            <a:r>
              <a:rPr lang="en-US" altLang="zh-TW" sz="4000" dirty="0" smtClean="0"/>
              <a:t>rschberg. The new version can be implemented in time </a:t>
            </a:r>
            <a:r>
              <a:rPr lang="en-US" altLang="zh-TW" sz="4000" dirty="0"/>
              <a:t> </a:t>
            </a:r>
            <a:r>
              <a:rPr lang="en-US" altLang="zh-TW" sz="4000" dirty="0" smtClean="0"/>
              <a:t> O(</a:t>
            </a:r>
            <a:r>
              <a:rPr lang="el-GR" altLang="zh-TW" sz="4000" dirty="0">
                <a:ln w="0"/>
                <a:effectLst>
                  <a:outerShdw blurRad="38100" dist="19050" dir="2700000" algn="tl" rotWithShape="0">
                    <a:schemeClr val="dk1">
                      <a:alpha val="40000"/>
                    </a:schemeClr>
                  </a:outerShdw>
                </a:effectLst>
              </a:rPr>
              <a:t>ℓ </a:t>
            </a:r>
            <a:r>
              <a:rPr lang="en-US" altLang="zh-TW" sz="4000" dirty="0" smtClean="0"/>
              <a:t>m · min{log s, log m, log(2n/m)}), which is profitable when the input strings differ considerably in size (a looser bound for both versions is O(</a:t>
            </a:r>
            <a:r>
              <a:rPr lang="en-US" altLang="zh-TW" sz="4000" dirty="0" err="1" smtClean="0"/>
              <a:t>mn</a:t>
            </a:r>
            <a:r>
              <a:rPr lang="en-US" altLang="zh-TW" sz="4000" dirty="0" smtClean="0"/>
              <a:t>)). </a:t>
            </a:r>
          </a:p>
        </p:txBody>
      </p:sp>
    </p:spTree>
    <p:extLst>
      <p:ext uri="{BB962C8B-B14F-4D97-AF65-F5344CB8AC3E}">
        <p14:creationId xmlns:p14="http://schemas.microsoft.com/office/powerpoint/2010/main" val="396453285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Georgia" panose="02040502050405020303" pitchFamily="18" charset="0"/>
                <a:ea typeface="Ebrima" panose="02000000000000000000" pitchFamily="2" charset="0"/>
                <a:cs typeface="Ebrima" panose="02000000000000000000" pitchFamily="2" charset="0"/>
              </a:rPr>
              <a:t>	Abstract (3/4</a:t>
            </a:r>
            <a:r>
              <a:rPr lang="en-US" altLang="zh-TW" dirty="0">
                <a:latin typeface="Georgia" panose="02040502050405020303" pitchFamily="18" charset="0"/>
                <a:ea typeface="Ebrima" panose="02000000000000000000" pitchFamily="2" charset="0"/>
                <a:cs typeface="Ebrima" panose="02000000000000000000" pitchFamily="2" charset="0"/>
              </a:rPr>
              <a:t>)</a:t>
            </a:r>
            <a:endParaRPr lang="zh-TW" altLang="en-US" dirty="0"/>
          </a:p>
        </p:txBody>
      </p:sp>
      <p:sp>
        <p:nvSpPr>
          <p:cNvPr id="3" name="內容版面配置區 2"/>
          <p:cNvSpPr>
            <a:spLocks noGrp="1"/>
          </p:cNvSpPr>
          <p:nvPr>
            <p:ph idx="1"/>
          </p:nvPr>
        </p:nvSpPr>
        <p:spPr/>
        <p:txBody>
          <a:bodyPr>
            <a:normAutofit lnSpcReduction="10000"/>
          </a:bodyPr>
          <a:lstStyle/>
          <a:p>
            <a:pPr marL="0" indent="0">
              <a:buNone/>
            </a:pPr>
            <a:r>
              <a:rPr lang="en-US" altLang="zh-TW" sz="4000" dirty="0" smtClean="0"/>
              <a:t>The second strategy improves on the Hunt-Szymanski algorithm. This latter takes time       O((r +n) log n), where r ≤ </a:t>
            </a:r>
            <a:r>
              <a:rPr lang="en-US" altLang="zh-TW" sz="4000" dirty="0" err="1" smtClean="0"/>
              <a:t>mn</a:t>
            </a:r>
            <a:r>
              <a:rPr lang="en-US" altLang="zh-TW" sz="4000" dirty="0" smtClean="0"/>
              <a:t> is the total number of matches between the two input strings. Such a performance is quite good (O(n log n)) when r ∼ n, but it degrades to Θ(</a:t>
            </a:r>
            <a:r>
              <a:rPr lang="en-US" altLang="zh-TW" sz="4000" dirty="0" err="1" smtClean="0"/>
              <a:t>mn</a:t>
            </a:r>
            <a:r>
              <a:rPr lang="en-US" altLang="zh-TW" sz="4000" dirty="0" smtClean="0"/>
              <a:t> log n) in the worst case. On the other hand the variation presented here is never worse than linear-time in the product </a:t>
            </a:r>
            <a:r>
              <a:rPr lang="en-US" altLang="zh-TW" sz="4000" dirty="0" err="1" smtClean="0"/>
              <a:t>mn</a:t>
            </a:r>
            <a:r>
              <a:rPr lang="en-US" altLang="zh-TW" sz="4000" dirty="0" smtClean="0"/>
              <a:t>. </a:t>
            </a:r>
          </a:p>
          <a:p>
            <a:pPr marL="0" indent="0">
              <a:buNone/>
            </a:pPr>
            <a:endParaRPr lang="zh-TW" altLang="en-US" dirty="0"/>
          </a:p>
        </p:txBody>
      </p:sp>
    </p:spTree>
    <p:extLst>
      <p:ext uri="{BB962C8B-B14F-4D97-AF65-F5344CB8AC3E}">
        <p14:creationId xmlns:p14="http://schemas.microsoft.com/office/powerpoint/2010/main" val="42157447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Georgia" panose="02040502050405020303" pitchFamily="18" charset="0"/>
                <a:ea typeface="Ebrima" panose="02000000000000000000" pitchFamily="2" charset="0"/>
                <a:cs typeface="Ebrima" panose="02000000000000000000" pitchFamily="2" charset="0"/>
              </a:rPr>
              <a:t>	Abstract (4/4</a:t>
            </a:r>
            <a:r>
              <a:rPr lang="en-US" altLang="zh-TW" dirty="0">
                <a:latin typeface="Georgia" panose="02040502050405020303" pitchFamily="18" charset="0"/>
                <a:ea typeface="Ebrima" panose="02000000000000000000" pitchFamily="2" charset="0"/>
                <a:cs typeface="Ebrima" panose="02000000000000000000" pitchFamily="2" charset="0"/>
              </a:rPr>
              <a:t>)</a:t>
            </a:r>
            <a:endParaRPr lang="zh-TW" altLang="en-US" dirty="0"/>
          </a:p>
        </p:txBody>
      </p:sp>
      <p:sp>
        <p:nvSpPr>
          <p:cNvPr id="3" name="內容版面配置區 2"/>
          <p:cNvSpPr>
            <a:spLocks noGrp="1"/>
          </p:cNvSpPr>
          <p:nvPr>
            <p:ph idx="1"/>
          </p:nvPr>
        </p:nvSpPr>
        <p:spPr/>
        <p:txBody>
          <a:bodyPr>
            <a:normAutofit lnSpcReduction="10000"/>
          </a:bodyPr>
          <a:lstStyle/>
          <a:p>
            <a:pPr marL="0" indent="0">
              <a:buNone/>
            </a:pPr>
            <a:r>
              <a:rPr lang="en-US" altLang="zh-TW" sz="4000" dirty="0" smtClean="0"/>
              <a:t>The exact time bound derived for this second algorithm is O(m log n +d log(2mn/d)), where d ≤ r is the number of dominant matches (elsewhere referred to as minimal candidates) between the two strings. Both algorithms require an O(n log s) preprocessing that is nearly standard for the LCS problem, and they make use of simple and handy auxiliary data structures.</a:t>
            </a:r>
          </a:p>
          <a:p>
            <a:endParaRPr lang="zh-TW" altLang="en-US" dirty="0"/>
          </a:p>
        </p:txBody>
      </p:sp>
    </p:spTree>
    <p:extLst>
      <p:ext uri="{BB962C8B-B14F-4D97-AF65-F5344CB8AC3E}">
        <p14:creationId xmlns:p14="http://schemas.microsoft.com/office/powerpoint/2010/main" val="24713811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2544882" y="325160"/>
            <a:ext cx="4918782" cy="1138773"/>
          </a:xfrm>
          <a:prstGeom prst="rect">
            <a:avLst/>
          </a:prstGeom>
          <a:noFill/>
          <a:ln w="57150">
            <a:noFill/>
          </a:ln>
        </p:spPr>
        <p:txBody>
          <a:bodyPr wrap="none" lIns="91440" tIns="45720" rIns="91440" bIns="45720">
            <a:spAutoFit/>
          </a:bodyPr>
          <a:lstStyle/>
          <a:p>
            <a:pPr algn="ctr"/>
            <a:r>
              <a:rPr lang="en-US" altLang="zh-TW" sz="4000" b="0" cap="none" spc="0" dirty="0" smtClean="0">
                <a:ln w="0"/>
                <a:solidFill>
                  <a:schemeClr val="tx1"/>
                </a:solidFill>
                <a:effectLst>
                  <a:outerShdw blurRad="38100" dist="19050" dir="2700000" algn="tl" rotWithShape="0">
                    <a:schemeClr val="dk1">
                      <a:alpha val="40000"/>
                    </a:schemeClr>
                  </a:outerShdw>
                </a:effectLst>
              </a:rPr>
              <a:t>Dynamic Programming</a:t>
            </a:r>
          </a:p>
          <a:p>
            <a:pPr algn="ctr"/>
            <a:r>
              <a:rPr lang="en-US" altLang="zh-TW" sz="2800" dirty="0">
                <a:ln w="0"/>
                <a:effectLst>
                  <a:outerShdw blurRad="38100" dist="19050" dir="2700000" algn="tl" rotWithShape="0">
                    <a:schemeClr val="dk1">
                      <a:alpha val="40000"/>
                    </a:schemeClr>
                  </a:outerShdw>
                </a:effectLst>
              </a:rPr>
              <a:t>O</a:t>
            </a:r>
            <a:r>
              <a:rPr lang="en-US" altLang="zh-TW" sz="2800" b="0" cap="none" spc="0" dirty="0" smtClean="0">
                <a:ln w="0"/>
                <a:solidFill>
                  <a:schemeClr val="tx1"/>
                </a:solidFill>
                <a:effectLst>
                  <a:outerShdw blurRad="38100" dist="19050" dir="2700000" algn="tl" rotWithShape="0">
                    <a:schemeClr val="dk1">
                      <a:alpha val="40000"/>
                    </a:schemeClr>
                  </a:outerShdw>
                </a:effectLst>
              </a:rPr>
              <a:t>(</a:t>
            </a:r>
            <a:r>
              <a:rPr lang="en-US" altLang="zh-TW" sz="2800" b="0" cap="none" spc="0" dirty="0" err="1" smtClean="0">
                <a:ln w="0"/>
                <a:solidFill>
                  <a:schemeClr val="tx1"/>
                </a:solidFill>
                <a:effectLst>
                  <a:outerShdw blurRad="38100" dist="19050" dir="2700000" algn="tl" rotWithShape="0">
                    <a:schemeClr val="dk1">
                      <a:alpha val="40000"/>
                    </a:schemeClr>
                  </a:outerShdw>
                </a:effectLst>
              </a:rPr>
              <a:t>mn</a:t>
            </a:r>
            <a:r>
              <a:rPr lang="en-US" altLang="zh-TW" sz="2800" b="0" cap="none" spc="0" dirty="0" smtClean="0">
                <a:ln w="0"/>
                <a:solidFill>
                  <a:schemeClr val="tx1"/>
                </a:solidFill>
                <a:effectLst>
                  <a:outerShdw blurRad="38100" dist="19050" dir="2700000" algn="tl" rotWithShape="0">
                    <a:schemeClr val="dk1">
                      <a:alpha val="40000"/>
                    </a:schemeClr>
                  </a:outerShdw>
                </a:effectLst>
              </a:rPr>
              <a:t>)</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0" name="矩形 9"/>
          <p:cNvSpPr/>
          <p:nvPr/>
        </p:nvSpPr>
        <p:spPr>
          <a:xfrm>
            <a:off x="1015618" y="1827467"/>
            <a:ext cx="3294748" cy="1138773"/>
          </a:xfrm>
          <a:prstGeom prst="rect">
            <a:avLst/>
          </a:prstGeom>
          <a:noFill/>
          <a:ln w="57150">
            <a:noFill/>
          </a:ln>
        </p:spPr>
        <p:txBody>
          <a:bodyPr wrap="none" lIns="91440" tIns="45720" rIns="91440" bIns="45720">
            <a:spAutoFit/>
          </a:bodyPr>
          <a:lstStyle/>
          <a:p>
            <a:pPr algn="ctr"/>
            <a:r>
              <a:rPr lang="en-US" altLang="zh-TW" sz="4000" b="0" cap="none" spc="0" dirty="0" smtClean="0">
                <a:ln w="0"/>
                <a:solidFill>
                  <a:schemeClr val="tx1"/>
                </a:solidFill>
                <a:effectLst>
                  <a:outerShdw blurRad="38100" dist="19050" dir="2700000" algn="tl" rotWithShape="0">
                    <a:schemeClr val="dk1">
                      <a:alpha val="40000"/>
                    </a:schemeClr>
                  </a:outerShdw>
                </a:effectLst>
              </a:rPr>
              <a:t>H</a:t>
            </a:r>
            <a:r>
              <a:rPr lang="en-US" altLang="zh-TW" sz="4000" b="0" cap="none" spc="0" dirty="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cs typeface="Aharoni" panose="02010803020104030203" pitchFamily="2" charset="-79"/>
              </a:rPr>
              <a:t>i</a:t>
            </a:r>
            <a:r>
              <a:rPr lang="en-US" altLang="zh-TW" sz="4000" b="0" cap="none" spc="0" dirty="0" smtClean="0">
                <a:ln w="0"/>
                <a:solidFill>
                  <a:schemeClr val="tx1"/>
                </a:solidFill>
                <a:effectLst>
                  <a:outerShdw blurRad="38100" dist="19050" dir="2700000" algn="tl" rotWithShape="0">
                    <a:schemeClr val="dk1">
                      <a:alpha val="40000"/>
                    </a:schemeClr>
                  </a:outerShdw>
                </a:effectLst>
              </a:rPr>
              <a:t>rschberg </a:t>
            </a:r>
            <a:r>
              <a:rPr lang="en-US" altLang="zh-TW" sz="2800" b="0" cap="none" spc="0" dirty="0" smtClean="0">
                <a:ln w="0"/>
                <a:solidFill>
                  <a:schemeClr val="tx1"/>
                </a:solidFill>
                <a:effectLst>
                  <a:outerShdw blurRad="38100" dist="19050" dir="2700000" algn="tl" rotWithShape="0">
                    <a:schemeClr val="dk1">
                      <a:alpha val="40000"/>
                    </a:schemeClr>
                  </a:outerShdw>
                </a:effectLst>
              </a:rPr>
              <a:t>1977</a:t>
            </a:r>
          </a:p>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O(</a:t>
            </a:r>
            <a:r>
              <a:rPr lang="el-GR" altLang="zh-TW" sz="2800" dirty="0">
                <a:ln w="0"/>
                <a:effectLst>
                  <a:outerShdw blurRad="38100" dist="19050" dir="2700000" algn="tl" rotWithShape="0">
                    <a:schemeClr val="dk1">
                      <a:alpha val="40000"/>
                    </a:schemeClr>
                  </a:outerShdw>
                </a:effectLst>
              </a:rPr>
              <a:t>ℓ </a:t>
            </a:r>
            <a:r>
              <a:rPr lang="en-US" altLang="zh-TW" sz="2800" b="0" cap="none" spc="0" dirty="0" smtClean="0">
                <a:ln w="0"/>
                <a:solidFill>
                  <a:schemeClr val="tx1"/>
                </a:solidFill>
                <a:effectLst>
                  <a:outerShdw blurRad="38100" dist="19050" dir="2700000" algn="tl" rotWithShape="0">
                    <a:schemeClr val="dk1">
                      <a:alpha val="40000"/>
                    </a:schemeClr>
                  </a:outerShdw>
                </a:effectLst>
              </a:rPr>
              <a:t>n)</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 name="矩形 10"/>
          <p:cNvSpPr/>
          <p:nvPr/>
        </p:nvSpPr>
        <p:spPr>
          <a:xfrm>
            <a:off x="5368340" y="1827467"/>
            <a:ext cx="4469878" cy="1138773"/>
          </a:xfrm>
          <a:prstGeom prst="rect">
            <a:avLst/>
          </a:prstGeom>
          <a:noFill/>
          <a:ln w="57150">
            <a:noFill/>
          </a:ln>
        </p:spPr>
        <p:txBody>
          <a:bodyPr wrap="none" lIns="91440" tIns="45720" rIns="91440" bIns="45720">
            <a:spAutoFit/>
          </a:bodyPr>
          <a:lstStyle/>
          <a:p>
            <a:pPr algn="ctr"/>
            <a:r>
              <a:rPr lang="en-US" altLang="zh-TW" sz="4000" b="0" cap="none" spc="0" dirty="0" smtClean="0">
                <a:ln w="0"/>
                <a:solidFill>
                  <a:schemeClr val="tx1"/>
                </a:solidFill>
                <a:effectLst>
                  <a:outerShdw blurRad="38100" dist="19050" dir="2700000" algn="tl" rotWithShape="0">
                    <a:schemeClr val="dk1">
                      <a:alpha val="40000"/>
                    </a:schemeClr>
                  </a:outerShdw>
                </a:effectLst>
              </a:rPr>
              <a:t>Hunt-Szymanski </a:t>
            </a:r>
            <a:r>
              <a:rPr lang="en-US" altLang="zh-TW" sz="2800" b="0" cap="none" spc="0" dirty="0" smtClean="0">
                <a:ln w="0"/>
                <a:solidFill>
                  <a:schemeClr val="tx1"/>
                </a:solidFill>
                <a:effectLst>
                  <a:outerShdw blurRad="38100" dist="19050" dir="2700000" algn="tl" rotWithShape="0">
                    <a:schemeClr val="dk1">
                      <a:alpha val="40000"/>
                    </a:schemeClr>
                  </a:outerShdw>
                </a:effectLst>
              </a:rPr>
              <a:t>1977</a:t>
            </a:r>
          </a:p>
          <a:p>
            <a:pPr algn="ctr"/>
            <a:r>
              <a:rPr lang="en-US" altLang="zh-TW" sz="2800" dirty="0" smtClean="0">
                <a:ln w="0"/>
                <a:effectLst>
                  <a:outerShdw blurRad="38100" dist="19050" dir="2700000" algn="tl" rotWithShape="0">
                    <a:schemeClr val="dk1">
                      <a:alpha val="40000"/>
                    </a:schemeClr>
                  </a:outerShdw>
                </a:effectLst>
              </a:rPr>
              <a:t>O((</a:t>
            </a:r>
            <a:r>
              <a:rPr lang="en-US" altLang="zh-TW" sz="2800" dirty="0" err="1" smtClean="0">
                <a:ln w="0"/>
                <a:effectLst>
                  <a:outerShdw blurRad="38100" dist="19050" dir="2700000" algn="tl" rotWithShape="0">
                    <a:schemeClr val="dk1">
                      <a:alpha val="40000"/>
                    </a:schemeClr>
                  </a:outerShdw>
                </a:effectLst>
              </a:rPr>
              <a:t>r+n</a:t>
            </a:r>
            <a:r>
              <a:rPr lang="en-US" altLang="zh-TW" sz="2800" dirty="0" smtClean="0">
                <a:ln w="0"/>
                <a:effectLst>
                  <a:outerShdw blurRad="38100" dist="19050" dir="2700000" algn="tl" rotWithShape="0">
                    <a:schemeClr val="dk1">
                      <a:alpha val="40000"/>
                    </a:schemeClr>
                  </a:outerShdw>
                </a:effectLst>
              </a:rPr>
              <a:t>) log n)</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 name="矩形 11"/>
          <p:cNvSpPr/>
          <p:nvPr/>
        </p:nvSpPr>
        <p:spPr>
          <a:xfrm>
            <a:off x="639074" y="3793778"/>
            <a:ext cx="4567276" cy="1061829"/>
          </a:xfrm>
          <a:prstGeom prst="rect">
            <a:avLst/>
          </a:prstGeom>
          <a:noFill/>
          <a:ln w="38100">
            <a:noFill/>
          </a:ln>
        </p:spPr>
        <p:txBody>
          <a:bodyPr wrap="square" lIns="91440" tIns="45720" rIns="91440" bIns="45720">
            <a:spAutoFit/>
          </a:bodyPr>
          <a:lstStyle/>
          <a:p>
            <a:pPr algn="ctr"/>
            <a:r>
              <a:rPr lang="en-US" altLang="zh-TW" sz="4000" b="0" cap="none" spc="0" dirty="0" smtClean="0">
                <a:ln w="0"/>
                <a:solidFill>
                  <a:schemeClr val="tx1"/>
                </a:solidFill>
                <a:effectLst>
                  <a:outerShdw blurRad="38100" dist="19050" dir="2700000" algn="tl" rotWithShape="0">
                    <a:schemeClr val="dk1">
                      <a:alpha val="40000"/>
                    </a:schemeClr>
                  </a:outerShdw>
                </a:effectLst>
              </a:rPr>
              <a:t>H1</a:t>
            </a:r>
          </a:p>
          <a:p>
            <a:pPr algn="ctr"/>
            <a:r>
              <a:rPr lang="pt-BR" altLang="zh-TW" sz="2300" dirty="0" smtClean="0">
                <a:ln w="0"/>
                <a:effectLst>
                  <a:outerShdw blurRad="38100" dist="19050" dir="2700000" algn="tl" rotWithShape="0">
                    <a:schemeClr val="dk1">
                      <a:alpha val="40000"/>
                    </a:schemeClr>
                  </a:outerShdw>
                </a:effectLst>
              </a:rPr>
              <a:t>O(</a:t>
            </a:r>
            <a:r>
              <a:rPr lang="el-GR" altLang="zh-TW" sz="2300" dirty="0">
                <a:ln w="0"/>
                <a:effectLst>
                  <a:outerShdw blurRad="38100" dist="19050" dir="2700000" algn="tl" rotWithShape="0">
                    <a:schemeClr val="dk1">
                      <a:alpha val="40000"/>
                    </a:schemeClr>
                  </a:outerShdw>
                </a:effectLst>
              </a:rPr>
              <a:t>ℓ </a:t>
            </a:r>
            <a:r>
              <a:rPr lang="pt-BR" altLang="zh-TW" sz="2300" dirty="0" smtClean="0">
                <a:ln w="0"/>
                <a:effectLst>
                  <a:outerShdw blurRad="38100" dist="19050" dir="2700000" algn="tl" rotWithShape="0">
                    <a:schemeClr val="dk1">
                      <a:alpha val="40000"/>
                    </a:schemeClr>
                  </a:outerShdw>
                </a:effectLst>
              </a:rPr>
              <a:t>m · min{log s, log m, log(2n/m)})</a:t>
            </a:r>
            <a:endParaRPr lang="zh-TW" altLang="en-US" sz="2300" b="0" cap="none" spc="0" dirty="0">
              <a:ln w="0"/>
              <a:solidFill>
                <a:schemeClr val="tx1"/>
              </a:solidFill>
              <a:effectLst>
                <a:outerShdw blurRad="38100" dist="19050" dir="2700000" algn="tl" rotWithShape="0">
                  <a:schemeClr val="dk1">
                    <a:alpha val="40000"/>
                  </a:schemeClr>
                </a:outerShdw>
              </a:effectLst>
            </a:endParaRPr>
          </a:p>
        </p:txBody>
      </p:sp>
      <p:sp>
        <p:nvSpPr>
          <p:cNvPr id="13" name="矩形 12"/>
          <p:cNvSpPr/>
          <p:nvPr/>
        </p:nvSpPr>
        <p:spPr>
          <a:xfrm>
            <a:off x="5891111" y="3793778"/>
            <a:ext cx="3424335" cy="1077218"/>
          </a:xfrm>
          <a:prstGeom prst="rect">
            <a:avLst/>
          </a:prstGeom>
          <a:noFill/>
          <a:ln w="38100">
            <a:noFill/>
          </a:ln>
        </p:spPr>
        <p:txBody>
          <a:bodyPr wrap="none" lIns="91440" tIns="45720" rIns="91440" bIns="45720">
            <a:spAutoFit/>
          </a:bodyPr>
          <a:lstStyle/>
          <a:p>
            <a:pPr algn="ctr"/>
            <a:r>
              <a:rPr lang="en-US" altLang="zh-TW" sz="4000" b="0" cap="none" spc="0" dirty="0" smtClean="0">
                <a:ln w="0"/>
                <a:solidFill>
                  <a:schemeClr val="tx1"/>
                </a:solidFill>
                <a:effectLst>
                  <a:outerShdw blurRad="38100" dist="19050" dir="2700000" algn="tl" rotWithShape="0">
                    <a:schemeClr val="dk1">
                      <a:alpha val="40000"/>
                    </a:schemeClr>
                  </a:outerShdw>
                </a:effectLst>
              </a:rPr>
              <a:t>HS1</a:t>
            </a:r>
          </a:p>
          <a:p>
            <a:pPr algn="ctr"/>
            <a:r>
              <a:rPr lang="en-US" altLang="zh-TW" sz="2400" dirty="0" smtClean="0">
                <a:ln w="0"/>
                <a:effectLst>
                  <a:outerShdw blurRad="38100" dist="19050" dir="2700000" algn="tl" rotWithShape="0">
                    <a:schemeClr val="dk1">
                      <a:alpha val="40000"/>
                    </a:schemeClr>
                  </a:outerShdw>
                </a:effectLst>
              </a:rPr>
              <a:t>O(m log n + d log(2mn/d))</a:t>
            </a:r>
            <a:endParaRPr lang="zh-TW" altLang="en-US" sz="2400" b="0" cap="none" spc="0" dirty="0">
              <a:ln w="0"/>
              <a:solidFill>
                <a:schemeClr val="tx1"/>
              </a:solidFill>
              <a:effectLst>
                <a:outerShdw blurRad="38100" dist="19050" dir="2700000" algn="tl" rotWithShape="0">
                  <a:schemeClr val="dk1">
                    <a:alpha val="40000"/>
                  </a:schemeClr>
                </a:outerShdw>
              </a:effectLst>
            </a:endParaRPr>
          </a:p>
        </p:txBody>
      </p:sp>
      <p:sp>
        <p:nvSpPr>
          <p:cNvPr id="14" name="矩形 13"/>
          <p:cNvSpPr/>
          <p:nvPr/>
        </p:nvSpPr>
        <p:spPr>
          <a:xfrm>
            <a:off x="3187721" y="5335000"/>
            <a:ext cx="4037259" cy="707886"/>
          </a:xfrm>
          <a:prstGeom prst="rect">
            <a:avLst/>
          </a:prstGeom>
          <a:noFill/>
          <a:ln w="38100">
            <a:noFill/>
          </a:ln>
        </p:spPr>
        <p:txBody>
          <a:bodyPr wrap="none" lIns="91440" tIns="45720" rIns="91440" bIns="45720">
            <a:spAutoFit/>
          </a:bodyPr>
          <a:lstStyle/>
          <a:p>
            <a:pPr algn="ctr"/>
            <a:r>
              <a:rPr lang="en-US" altLang="zh-TW" sz="4000" dirty="0" smtClean="0">
                <a:ln w="0"/>
                <a:effectLst>
                  <a:outerShdw blurRad="38100" dist="19050" dir="2700000" algn="tl" rotWithShape="0">
                    <a:schemeClr val="dk1">
                      <a:alpha val="40000"/>
                    </a:schemeClr>
                  </a:outerShdw>
                </a:effectLst>
                <a:latin typeface="Algerian" panose="04020705040A02060702" pitchFamily="82" charset="0"/>
              </a:rPr>
              <a:t>C</a:t>
            </a:r>
            <a:r>
              <a:rPr lang="en-US" altLang="zh-TW" sz="4000" dirty="0" smtClean="0">
                <a:ln w="0"/>
                <a:effectLst>
                  <a:outerShdw blurRad="38100" dist="19050" dir="2700000" algn="tl" rotWithShape="0">
                    <a:schemeClr val="dk1">
                      <a:alpha val="40000"/>
                    </a:schemeClr>
                  </a:outerShdw>
                </a:effectLst>
              </a:rPr>
              <a:t>haracteristic Tree</a:t>
            </a:r>
            <a:endParaRPr lang="zh-TW" altLang="en-US" sz="4000" b="0" cap="none" spc="0" dirty="0">
              <a:ln w="0"/>
              <a:solidFill>
                <a:schemeClr val="tx1"/>
              </a:solidFill>
              <a:effectLst>
                <a:outerShdw blurRad="38100" dist="19050" dir="2700000" algn="tl" rotWithShape="0">
                  <a:schemeClr val="dk1">
                    <a:alpha val="40000"/>
                  </a:schemeClr>
                </a:outerShdw>
              </a:effectLst>
            </a:endParaRPr>
          </a:p>
        </p:txBody>
      </p:sp>
      <p:sp>
        <p:nvSpPr>
          <p:cNvPr id="15" name="矩形 14"/>
          <p:cNvSpPr/>
          <p:nvPr/>
        </p:nvSpPr>
        <p:spPr>
          <a:xfrm>
            <a:off x="391964" y="3329774"/>
            <a:ext cx="9628942" cy="2952000"/>
          </a:xfrm>
          <a:prstGeom prst="rect">
            <a:avLst/>
          </a:prstGeom>
          <a:noFill/>
          <a:ln w="57150">
            <a:solidFill>
              <a:schemeClr val="accent4"/>
            </a:solidFill>
          </a:ln>
        </p:spPr>
        <p:txBody>
          <a:bodyPr wrap="square" lIns="91440" tIns="45720" rIns="91440" bIns="45720">
            <a:spAutoFit/>
          </a:bodyPr>
          <a:lstStyle/>
          <a:p>
            <a:pPr algn="ctr"/>
            <a:endParaRPr lang="en-US" altLang="zh-TW" sz="5400" b="0" cap="none" spc="0" dirty="0" smtClean="0">
              <a:ln w="0"/>
              <a:solidFill>
                <a:schemeClr val="tx1"/>
              </a:solidFill>
              <a:effectLst>
                <a:outerShdw blurRad="38100" dist="19050" dir="2700000" algn="tl" rotWithShape="0">
                  <a:schemeClr val="dk1">
                    <a:alpha val="40000"/>
                  </a:schemeClr>
                </a:outerShdw>
              </a:effectLst>
            </a:endParaRPr>
          </a:p>
          <a:p>
            <a:pPr algn="ctr"/>
            <a:endParaRPr lang="en-US" altLang="zh-TW" sz="5400" dirty="0">
              <a:ln w="0"/>
              <a:effectLst>
                <a:outerShdw blurRad="38100" dist="19050" dir="2700000" algn="tl" rotWithShape="0">
                  <a:schemeClr val="dk1">
                    <a:alpha val="40000"/>
                  </a:schemeClr>
                </a:outerShdw>
              </a:effectLst>
            </a:endParaRPr>
          </a:p>
          <a:p>
            <a:pPr algn="ctr"/>
            <a:endParaRPr lang="en-US" altLang="zh-TW" sz="5400" b="0" cap="none" spc="0" dirty="0" smtClean="0">
              <a:ln w="0"/>
              <a:solidFill>
                <a:schemeClr val="tx1"/>
              </a:solidFill>
              <a:effectLst>
                <a:outerShdw blurRad="38100" dist="19050" dir="2700000" algn="tl" rotWithShape="0">
                  <a:schemeClr val="dk1">
                    <a:alpha val="40000"/>
                  </a:schemeClr>
                </a:outerShdw>
              </a:effectLst>
            </a:endParaRPr>
          </a:p>
          <a:p>
            <a:pPr algn="ctr"/>
            <a:endParaRPr lang="zh-TW" altLang="en-US" sz="5400" b="0" cap="none" spc="0" dirty="0">
              <a:ln w="0"/>
              <a:solidFill>
                <a:schemeClr val="tx1"/>
              </a:solidFill>
              <a:effectLst>
                <a:outerShdw blurRad="38100" dist="19050" dir="2700000" algn="tl" rotWithShape="0">
                  <a:schemeClr val="dk1">
                    <a:alpha val="40000"/>
                  </a:schemeClr>
                </a:outerShdw>
              </a:effectLst>
            </a:endParaRPr>
          </a:p>
        </p:txBody>
      </p:sp>
      <p:sp>
        <p:nvSpPr>
          <p:cNvPr id="17" name="矩形 16"/>
          <p:cNvSpPr/>
          <p:nvPr/>
        </p:nvSpPr>
        <p:spPr>
          <a:xfrm>
            <a:off x="8208893" y="5227278"/>
            <a:ext cx="3258649" cy="923330"/>
          </a:xfrm>
          <a:prstGeom prst="rect">
            <a:avLst/>
          </a:prstGeom>
          <a:solidFill>
            <a:schemeClr val="bg1"/>
          </a:solidFill>
        </p:spPr>
        <p:txBody>
          <a:bodyPr wrap="none" lIns="91440" tIns="45720" rIns="91440" bIns="45720">
            <a:spAutoFit/>
          </a:bodyPr>
          <a:lstStyle/>
          <a:p>
            <a:pPr algn="ctr"/>
            <a:r>
              <a:rPr lang="en-US" altLang="zh-TW" sz="4000" b="0" cap="none" spc="0" dirty="0" err="1" smtClean="0">
                <a:ln w="0"/>
                <a:solidFill>
                  <a:schemeClr val="tx1"/>
                </a:solidFill>
                <a:effectLst>
                  <a:outerShdw blurRad="38100" dist="19050" dir="2700000" algn="tl" rotWithShape="0">
                    <a:schemeClr val="dk1">
                      <a:alpha val="40000"/>
                    </a:schemeClr>
                  </a:outerShdw>
                </a:effectLst>
              </a:rPr>
              <a:t>Apostolico</a:t>
            </a:r>
            <a:r>
              <a:rPr lang="en-US" altLang="zh-TW" sz="5400" b="0" cap="none" spc="0" dirty="0" smtClean="0">
                <a:ln w="0"/>
                <a:solidFill>
                  <a:schemeClr val="tx1"/>
                </a:solidFill>
                <a:effectLst>
                  <a:outerShdw blurRad="38100" dist="19050" dir="2700000" algn="tl" rotWithShape="0">
                    <a:schemeClr val="dk1">
                      <a:alpha val="40000"/>
                    </a:schemeClr>
                  </a:outerShdw>
                </a:effectLst>
              </a:rPr>
              <a:t> </a:t>
            </a:r>
            <a:r>
              <a:rPr lang="en-US" altLang="zh-TW" sz="2800" b="0" cap="none" spc="0" dirty="0" smtClean="0">
                <a:ln w="0"/>
                <a:solidFill>
                  <a:schemeClr val="tx1"/>
                </a:solidFill>
                <a:effectLst>
                  <a:outerShdw blurRad="38100" dist="19050" dir="2700000" algn="tl" rotWithShape="0">
                    <a:schemeClr val="dk1">
                      <a:alpha val="40000"/>
                    </a:schemeClr>
                  </a:outerShdw>
                </a:effectLst>
              </a:rPr>
              <a:t>1987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cxnSp>
        <p:nvCxnSpPr>
          <p:cNvPr id="6" name="直線單箭頭接點 5"/>
          <p:cNvCxnSpPr/>
          <p:nvPr/>
        </p:nvCxnSpPr>
        <p:spPr>
          <a:xfrm>
            <a:off x="3187720" y="1471185"/>
            <a:ext cx="0" cy="35628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單箭頭接點 26"/>
          <p:cNvCxnSpPr/>
          <p:nvPr/>
        </p:nvCxnSpPr>
        <p:spPr>
          <a:xfrm>
            <a:off x="6221107" y="1463933"/>
            <a:ext cx="0" cy="35628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線單箭頭接點 21"/>
          <p:cNvCxnSpPr/>
          <p:nvPr/>
        </p:nvCxnSpPr>
        <p:spPr>
          <a:xfrm>
            <a:off x="2755359" y="3118981"/>
            <a:ext cx="0" cy="67479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單箭頭接點 27"/>
          <p:cNvCxnSpPr/>
          <p:nvPr/>
        </p:nvCxnSpPr>
        <p:spPr>
          <a:xfrm>
            <a:off x="7592494" y="3118981"/>
            <a:ext cx="0" cy="67479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單箭頭接點 29"/>
          <p:cNvCxnSpPr/>
          <p:nvPr/>
        </p:nvCxnSpPr>
        <p:spPr>
          <a:xfrm flipV="1">
            <a:off x="3432132" y="4907956"/>
            <a:ext cx="0" cy="42704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線單箭頭接點 31"/>
          <p:cNvCxnSpPr/>
          <p:nvPr/>
        </p:nvCxnSpPr>
        <p:spPr>
          <a:xfrm flipV="1">
            <a:off x="6728564" y="4907956"/>
            <a:ext cx="0" cy="42704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292763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2544882" y="325160"/>
            <a:ext cx="4918782" cy="1138773"/>
          </a:xfrm>
          <a:prstGeom prst="rect">
            <a:avLst/>
          </a:prstGeom>
          <a:noFill/>
          <a:ln w="57150">
            <a:noFill/>
          </a:ln>
        </p:spPr>
        <p:txBody>
          <a:bodyPr wrap="none" lIns="91440" tIns="45720" rIns="91440" bIns="45720">
            <a:spAutoFit/>
          </a:bodyPr>
          <a:lstStyle/>
          <a:p>
            <a:pPr algn="ctr"/>
            <a:r>
              <a:rPr lang="en-US" altLang="zh-TW" sz="4000" b="0" cap="none" spc="0" dirty="0" smtClean="0">
                <a:ln w="0"/>
                <a:solidFill>
                  <a:schemeClr val="tx1"/>
                </a:solidFill>
                <a:effectLst>
                  <a:outerShdw blurRad="38100" dist="19050" dir="2700000" algn="tl" rotWithShape="0">
                    <a:schemeClr val="dk1">
                      <a:alpha val="40000"/>
                    </a:schemeClr>
                  </a:outerShdw>
                </a:effectLst>
              </a:rPr>
              <a:t>Dynamic Programming</a:t>
            </a:r>
          </a:p>
          <a:p>
            <a:pPr algn="ctr"/>
            <a:r>
              <a:rPr lang="en-US" altLang="zh-TW" sz="2800" dirty="0">
                <a:ln w="0"/>
                <a:effectLst>
                  <a:outerShdw blurRad="38100" dist="19050" dir="2700000" algn="tl" rotWithShape="0">
                    <a:schemeClr val="dk1">
                      <a:alpha val="40000"/>
                    </a:schemeClr>
                  </a:outerShdw>
                </a:effectLst>
              </a:rPr>
              <a:t>O</a:t>
            </a:r>
            <a:r>
              <a:rPr lang="en-US" altLang="zh-TW" sz="2800" b="0" cap="none" spc="0" dirty="0" smtClean="0">
                <a:ln w="0"/>
                <a:solidFill>
                  <a:schemeClr val="tx1"/>
                </a:solidFill>
                <a:effectLst>
                  <a:outerShdw blurRad="38100" dist="19050" dir="2700000" algn="tl" rotWithShape="0">
                    <a:schemeClr val="dk1">
                      <a:alpha val="40000"/>
                    </a:schemeClr>
                  </a:outerShdw>
                </a:effectLst>
              </a:rPr>
              <a:t>(</a:t>
            </a:r>
            <a:r>
              <a:rPr lang="en-US" altLang="zh-TW" sz="2800" b="0" cap="none" spc="0" dirty="0" err="1" smtClean="0">
                <a:ln w="0"/>
                <a:solidFill>
                  <a:schemeClr val="tx1"/>
                </a:solidFill>
                <a:effectLst>
                  <a:outerShdw blurRad="38100" dist="19050" dir="2700000" algn="tl" rotWithShape="0">
                    <a:schemeClr val="dk1">
                      <a:alpha val="40000"/>
                    </a:schemeClr>
                  </a:outerShdw>
                </a:effectLst>
              </a:rPr>
              <a:t>mn</a:t>
            </a:r>
            <a:r>
              <a:rPr lang="en-US" altLang="zh-TW" sz="2800" b="0" cap="none" spc="0" dirty="0" smtClean="0">
                <a:ln w="0"/>
                <a:solidFill>
                  <a:schemeClr val="tx1"/>
                </a:solidFill>
                <a:effectLst>
                  <a:outerShdw blurRad="38100" dist="19050" dir="2700000" algn="tl" rotWithShape="0">
                    <a:schemeClr val="dk1">
                      <a:alpha val="40000"/>
                    </a:schemeClr>
                  </a:outerShdw>
                </a:effectLst>
              </a:rPr>
              <a:t>)</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0" name="矩形 9"/>
          <p:cNvSpPr/>
          <p:nvPr/>
        </p:nvSpPr>
        <p:spPr>
          <a:xfrm>
            <a:off x="1031648" y="1827467"/>
            <a:ext cx="3262688" cy="1138773"/>
          </a:xfrm>
          <a:prstGeom prst="rect">
            <a:avLst/>
          </a:prstGeom>
          <a:noFill/>
          <a:ln w="57150">
            <a:noFill/>
          </a:ln>
        </p:spPr>
        <p:txBody>
          <a:bodyPr wrap="none" lIns="91440" tIns="45720" rIns="91440" bIns="45720">
            <a:spAutoFit/>
          </a:bodyPr>
          <a:lstStyle/>
          <a:p>
            <a:pPr algn="ctr"/>
            <a:r>
              <a:rPr lang="en-US" altLang="zh-TW" sz="4000" b="0" cap="none" spc="0" dirty="0" smtClean="0">
                <a:ln w="0"/>
                <a:solidFill>
                  <a:schemeClr val="tx1"/>
                </a:solidFill>
                <a:effectLst>
                  <a:outerShdw blurRad="38100" dist="19050" dir="2700000" algn="tl" rotWithShape="0">
                    <a:schemeClr val="dk1">
                      <a:alpha val="40000"/>
                    </a:schemeClr>
                  </a:outerShdw>
                </a:effectLst>
              </a:rPr>
              <a:t>H</a:t>
            </a:r>
            <a:r>
              <a:rPr lang="en-US" altLang="zh-TW" sz="4000" b="0" cap="none" spc="0" dirty="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rPr>
              <a:t>i</a:t>
            </a:r>
            <a:r>
              <a:rPr lang="en-US" altLang="zh-TW" sz="4000" b="0" cap="none" spc="0" dirty="0" smtClean="0">
                <a:ln w="0"/>
                <a:solidFill>
                  <a:schemeClr val="tx1"/>
                </a:solidFill>
                <a:effectLst>
                  <a:outerShdw blurRad="38100" dist="19050" dir="2700000" algn="tl" rotWithShape="0">
                    <a:schemeClr val="dk1">
                      <a:alpha val="40000"/>
                    </a:schemeClr>
                  </a:outerShdw>
                </a:effectLst>
              </a:rPr>
              <a:t>rschberg </a:t>
            </a:r>
            <a:r>
              <a:rPr lang="en-US" altLang="zh-TW" sz="2800" b="0" cap="none" spc="0" dirty="0" smtClean="0">
                <a:ln w="0"/>
                <a:solidFill>
                  <a:schemeClr val="tx1"/>
                </a:solidFill>
                <a:effectLst>
                  <a:outerShdw blurRad="38100" dist="19050" dir="2700000" algn="tl" rotWithShape="0">
                    <a:schemeClr val="dk1">
                      <a:alpha val="40000"/>
                    </a:schemeClr>
                  </a:outerShdw>
                </a:effectLst>
              </a:rPr>
              <a:t>1977</a:t>
            </a:r>
          </a:p>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O(</a:t>
            </a:r>
            <a:r>
              <a:rPr lang="el-GR" altLang="zh-TW" sz="2800" dirty="0">
                <a:ln w="0"/>
                <a:effectLst>
                  <a:outerShdw blurRad="38100" dist="19050" dir="2700000" algn="tl" rotWithShape="0">
                    <a:schemeClr val="dk1">
                      <a:alpha val="40000"/>
                    </a:schemeClr>
                  </a:outerShdw>
                </a:effectLst>
              </a:rPr>
              <a:t>ℓ </a:t>
            </a:r>
            <a:r>
              <a:rPr lang="en-US" altLang="zh-TW" sz="2800" b="0" cap="none" spc="0" dirty="0" smtClean="0">
                <a:ln w="0"/>
                <a:solidFill>
                  <a:schemeClr val="tx1"/>
                </a:solidFill>
                <a:effectLst>
                  <a:outerShdw blurRad="38100" dist="19050" dir="2700000" algn="tl" rotWithShape="0">
                    <a:schemeClr val="dk1">
                      <a:alpha val="40000"/>
                    </a:schemeClr>
                  </a:outerShdw>
                </a:effectLst>
              </a:rPr>
              <a:t>n)</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 name="矩形 10"/>
          <p:cNvSpPr/>
          <p:nvPr/>
        </p:nvSpPr>
        <p:spPr>
          <a:xfrm>
            <a:off x="5368340" y="1827467"/>
            <a:ext cx="4469878" cy="1138773"/>
          </a:xfrm>
          <a:prstGeom prst="rect">
            <a:avLst/>
          </a:prstGeom>
          <a:noFill/>
          <a:ln w="57150">
            <a:noFill/>
          </a:ln>
        </p:spPr>
        <p:txBody>
          <a:bodyPr wrap="none" lIns="91440" tIns="45720" rIns="91440" bIns="45720">
            <a:spAutoFit/>
          </a:bodyPr>
          <a:lstStyle/>
          <a:p>
            <a:pPr algn="ctr"/>
            <a:r>
              <a:rPr lang="en-US" altLang="zh-TW" sz="4000" b="0" cap="none" spc="0" dirty="0" smtClean="0">
                <a:ln w="0"/>
                <a:solidFill>
                  <a:schemeClr val="tx1"/>
                </a:solidFill>
                <a:effectLst>
                  <a:outerShdw blurRad="38100" dist="19050" dir="2700000" algn="tl" rotWithShape="0">
                    <a:schemeClr val="dk1">
                      <a:alpha val="40000"/>
                    </a:schemeClr>
                  </a:outerShdw>
                </a:effectLst>
              </a:rPr>
              <a:t>Hunt-Szymanski </a:t>
            </a:r>
            <a:r>
              <a:rPr lang="en-US" altLang="zh-TW" sz="2800" b="0" cap="none" spc="0" dirty="0" smtClean="0">
                <a:ln w="0"/>
                <a:solidFill>
                  <a:schemeClr val="tx1"/>
                </a:solidFill>
                <a:effectLst>
                  <a:outerShdw blurRad="38100" dist="19050" dir="2700000" algn="tl" rotWithShape="0">
                    <a:schemeClr val="dk1">
                      <a:alpha val="40000"/>
                    </a:schemeClr>
                  </a:outerShdw>
                </a:effectLst>
              </a:rPr>
              <a:t>1977</a:t>
            </a:r>
          </a:p>
          <a:p>
            <a:pPr algn="ctr"/>
            <a:r>
              <a:rPr lang="en-US" altLang="zh-TW" sz="2800" dirty="0" smtClean="0">
                <a:ln w="0"/>
                <a:effectLst>
                  <a:outerShdw blurRad="38100" dist="19050" dir="2700000" algn="tl" rotWithShape="0">
                    <a:schemeClr val="dk1">
                      <a:alpha val="40000"/>
                    </a:schemeClr>
                  </a:outerShdw>
                </a:effectLst>
              </a:rPr>
              <a:t>O((r +n) log n)</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 name="矩形 11"/>
          <p:cNvSpPr/>
          <p:nvPr/>
        </p:nvSpPr>
        <p:spPr>
          <a:xfrm>
            <a:off x="639074" y="3793778"/>
            <a:ext cx="4567276" cy="1061829"/>
          </a:xfrm>
          <a:prstGeom prst="rect">
            <a:avLst/>
          </a:prstGeom>
          <a:noFill/>
          <a:ln w="38100">
            <a:noFill/>
          </a:ln>
        </p:spPr>
        <p:txBody>
          <a:bodyPr wrap="square" lIns="91440" tIns="45720" rIns="91440" bIns="45720">
            <a:spAutoFit/>
          </a:bodyPr>
          <a:lstStyle/>
          <a:p>
            <a:pPr algn="ctr"/>
            <a:r>
              <a:rPr lang="en-US" altLang="zh-TW" sz="4000" b="0" cap="none" spc="0" dirty="0" smtClean="0">
                <a:ln w="0"/>
                <a:solidFill>
                  <a:schemeClr val="tx1"/>
                </a:solidFill>
                <a:effectLst>
                  <a:outerShdw blurRad="38100" dist="19050" dir="2700000" algn="tl" rotWithShape="0">
                    <a:schemeClr val="dk1">
                      <a:alpha val="40000"/>
                    </a:schemeClr>
                  </a:outerShdw>
                </a:effectLst>
              </a:rPr>
              <a:t>H1</a:t>
            </a:r>
          </a:p>
          <a:p>
            <a:pPr algn="ctr"/>
            <a:r>
              <a:rPr lang="pt-BR" altLang="zh-TW" sz="2300" dirty="0" smtClean="0">
                <a:ln w="0"/>
                <a:effectLst>
                  <a:outerShdw blurRad="38100" dist="19050" dir="2700000" algn="tl" rotWithShape="0">
                    <a:schemeClr val="dk1">
                      <a:alpha val="40000"/>
                    </a:schemeClr>
                  </a:outerShdw>
                </a:effectLst>
              </a:rPr>
              <a:t>O(</a:t>
            </a:r>
            <a:r>
              <a:rPr lang="el-GR" altLang="zh-TW" sz="2300" dirty="0">
                <a:ln w="0"/>
                <a:effectLst>
                  <a:outerShdw blurRad="38100" dist="19050" dir="2700000" algn="tl" rotWithShape="0">
                    <a:schemeClr val="dk1">
                      <a:alpha val="40000"/>
                    </a:schemeClr>
                  </a:outerShdw>
                </a:effectLst>
              </a:rPr>
              <a:t>ℓ </a:t>
            </a:r>
            <a:r>
              <a:rPr lang="pt-BR" altLang="zh-TW" sz="2300" dirty="0" smtClean="0">
                <a:ln w="0"/>
                <a:effectLst>
                  <a:outerShdw blurRad="38100" dist="19050" dir="2700000" algn="tl" rotWithShape="0">
                    <a:schemeClr val="dk1">
                      <a:alpha val="40000"/>
                    </a:schemeClr>
                  </a:outerShdw>
                </a:effectLst>
              </a:rPr>
              <a:t>m · min{log s, log m, log(2n/m)})</a:t>
            </a:r>
            <a:endParaRPr lang="zh-TW" altLang="en-US" sz="2300" b="0" cap="none" spc="0" dirty="0">
              <a:ln w="0"/>
              <a:solidFill>
                <a:schemeClr val="tx1"/>
              </a:solidFill>
              <a:effectLst>
                <a:outerShdw blurRad="38100" dist="19050" dir="2700000" algn="tl" rotWithShape="0">
                  <a:schemeClr val="dk1">
                    <a:alpha val="40000"/>
                  </a:schemeClr>
                </a:outerShdw>
              </a:effectLst>
            </a:endParaRPr>
          </a:p>
        </p:txBody>
      </p:sp>
      <p:sp>
        <p:nvSpPr>
          <p:cNvPr id="13" name="矩形 12"/>
          <p:cNvSpPr/>
          <p:nvPr/>
        </p:nvSpPr>
        <p:spPr>
          <a:xfrm>
            <a:off x="5891111" y="3793778"/>
            <a:ext cx="3424335" cy="1077218"/>
          </a:xfrm>
          <a:prstGeom prst="rect">
            <a:avLst/>
          </a:prstGeom>
          <a:noFill/>
          <a:ln w="38100">
            <a:noFill/>
          </a:ln>
        </p:spPr>
        <p:txBody>
          <a:bodyPr wrap="none" lIns="91440" tIns="45720" rIns="91440" bIns="45720">
            <a:spAutoFit/>
          </a:bodyPr>
          <a:lstStyle/>
          <a:p>
            <a:pPr algn="ctr"/>
            <a:r>
              <a:rPr lang="en-US" altLang="zh-TW" sz="4000" b="0" cap="none" spc="0" dirty="0" smtClean="0">
                <a:ln w="0"/>
                <a:solidFill>
                  <a:schemeClr val="tx1"/>
                </a:solidFill>
                <a:effectLst>
                  <a:outerShdw blurRad="38100" dist="19050" dir="2700000" algn="tl" rotWithShape="0">
                    <a:schemeClr val="dk1">
                      <a:alpha val="40000"/>
                    </a:schemeClr>
                  </a:outerShdw>
                </a:effectLst>
              </a:rPr>
              <a:t>HS1</a:t>
            </a:r>
          </a:p>
          <a:p>
            <a:pPr algn="ctr"/>
            <a:r>
              <a:rPr lang="en-US" altLang="zh-TW" sz="2400" dirty="0" smtClean="0">
                <a:ln w="0"/>
                <a:effectLst>
                  <a:outerShdw blurRad="38100" dist="19050" dir="2700000" algn="tl" rotWithShape="0">
                    <a:schemeClr val="dk1">
                      <a:alpha val="40000"/>
                    </a:schemeClr>
                  </a:outerShdw>
                </a:effectLst>
              </a:rPr>
              <a:t>O(m log n + d log(2mn/d))</a:t>
            </a:r>
            <a:endParaRPr lang="zh-TW" altLang="en-US" sz="2400" b="0" cap="none" spc="0" dirty="0">
              <a:ln w="0"/>
              <a:solidFill>
                <a:schemeClr val="tx1"/>
              </a:solidFill>
              <a:effectLst>
                <a:outerShdw blurRad="38100" dist="19050" dir="2700000" algn="tl" rotWithShape="0">
                  <a:schemeClr val="dk1">
                    <a:alpha val="40000"/>
                  </a:schemeClr>
                </a:outerShdw>
              </a:effectLst>
            </a:endParaRPr>
          </a:p>
        </p:txBody>
      </p:sp>
      <p:sp>
        <p:nvSpPr>
          <p:cNvPr id="14" name="矩形 13"/>
          <p:cNvSpPr/>
          <p:nvPr/>
        </p:nvSpPr>
        <p:spPr>
          <a:xfrm>
            <a:off x="3187721" y="5335000"/>
            <a:ext cx="4037259" cy="707886"/>
          </a:xfrm>
          <a:prstGeom prst="rect">
            <a:avLst/>
          </a:prstGeom>
          <a:noFill/>
          <a:ln w="38100">
            <a:noFill/>
          </a:ln>
        </p:spPr>
        <p:txBody>
          <a:bodyPr wrap="none" lIns="91440" tIns="45720" rIns="91440" bIns="45720">
            <a:spAutoFit/>
          </a:bodyPr>
          <a:lstStyle/>
          <a:p>
            <a:pPr algn="ctr"/>
            <a:r>
              <a:rPr lang="en-US" altLang="zh-TW" sz="4000" dirty="0" smtClean="0">
                <a:ln w="0"/>
                <a:effectLst>
                  <a:outerShdw blurRad="38100" dist="19050" dir="2700000" algn="tl" rotWithShape="0">
                    <a:schemeClr val="dk1">
                      <a:alpha val="40000"/>
                    </a:schemeClr>
                  </a:outerShdw>
                </a:effectLst>
                <a:latin typeface="Algerian" panose="04020705040A02060702" pitchFamily="82" charset="0"/>
              </a:rPr>
              <a:t>C</a:t>
            </a:r>
            <a:r>
              <a:rPr lang="en-US" altLang="zh-TW" sz="4000" dirty="0" smtClean="0">
                <a:ln w="0"/>
                <a:effectLst>
                  <a:outerShdw blurRad="38100" dist="19050" dir="2700000" algn="tl" rotWithShape="0">
                    <a:schemeClr val="dk1">
                      <a:alpha val="40000"/>
                    </a:schemeClr>
                  </a:outerShdw>
                </a:effectLst>
              </a:rPr>
              <a:t>haracteristic Tree</a:t>
            </a:r>
            <a:endParaRPr lang="zh-TW" altLang="en-US" sz="4000" b="0" cap="none" spc="0" dirty="0">
              <a:ln w="0"/>
              <a:solidFill>
                <a:schemeClr val="tx1"/>
              </a:solidFill>
              <a:effectLst>
                <a:outerShdw blurRad="38100" dist="19050" dir="2700000" algn="tl" rotWithShape="0">
                  <a:schemeClr val="dk1">
                    <a:alpha val="40000"/>
                  </a:schemeClr>
                </a:outerShdw>
              </a:effectLst>
            </a:endParaRPr>
          </a:p>
        </p:txBody>
      </p:sp>
      <p:sp>
        <p:nvSpPr>
          <p:cNvPr id="15" name="矩形 14"/>
          <p:cNvSpPr/>
          <p:nvPr/>
        </p:nvSpPr>
        <p:spPr>
          <a:xfrm>
            <a:off x="391964" y="3329774"/>
            <a:ext cx="9628942" cy="2952000"/>
          </a:xfrm>
          <a:prstGeom prst="rect">
            <a:avLst/>
          </a:prstGeom>
          <a:noFill/>
          <a:ln w="57150">
            <a:solidFill>
              <a:schemeClr val="accent4"/>
            </a:solidFill>
          </a:ln>
        </p:spPr>
        <p:txBody>
          <a:bodyPr wrap="square" lIns="91440" tIns="45720" rIns="91440" bIns="45720">
            <a:spAutoFit/>
          </a:bodyPr>
          <a:lstStyle/>
          <a:p>
            <a:pPr algn="ctr"/>
            <a:endParaRPr lang="en-US" altLang="zh-TW" sz="5400" b="0" cap="none" spc="0" dirty="0" smtClean="0">
              <a:ln w="0"/>
              <a:solidFill>
                <a:schemeClr val="tx1"/>
              </a:solidFill>
              <a:effectLst>
                <a:outerShdw blurRad="38100" dist="19050" dir="2700000" algn="tl" rotWithShape="0">
                  <a:schemeClr val="dk1">
                    <a:alpha val="40000"/>
                  </a:schemeClr>
                </a:outerShdw>
              </a:effectLst>
            </a:endParaRPr>
          </a:p>
          <a:p>
            <a:pPr algn="ctr"/>
            <a:endParaRPr lang="en-US" altLang="zh-TW" sz="5400" dirty="0">
              <a:ln w="0"/>
              <a:effectLst>
                <a:outerShdw blurRad="38100" dist="19050" dir="2700000" algn="tl" rotWithShape="0">
                  <a:schemeClr val="dk1">
                    <a:alpha val="40000"/>
                  </a:schemeClr>
                </a:outerShdw>
              </a:effectLst>
            </a:endParaRPr>
          </a:p>
          <a:p>
            <a:pPr algn="ctr"/>
            <a:endParaRPr lang="en-US" altLang="zh-TW" sz="5400" b="0" cap="none" spc="0" dirty="0" smtClean="0">
              <a:ln w="0"/>
              <a:solidFill>
                <a:schemeClr val="tx1"/>
              </a:solidFill>
              <a:effectLst>
                <a:outerShdw blurRad="38100" dist="19050" dir="2700000" algn="tl" rotWithShape="0">
                  <a:schemeClr val="dk1">
                    <a:alpha val="40000"/>
                  </a:schemeClr>
                </a:outerShdw>
              </a:effectLst>
            </a:endParaRPr>
          </a:p>
          <a:p>
            <a:pPr algn="ctr"/>
            <a:endParaRPr lang="zh-TW" altLang="en-US" sz="5400" b="0" cap="none" spc="0" dirty="0">
              <a:ln w="0"/>
              <a:solidFill>
                <a:schemeClr val="tx1"/>
              </a:solidFill>
              <a:effectLst>
                <a:outerShdw blurRad="38100" dist="19050" dir="2700000" algn="tl" rotWithShape="0">
                  <a:schemeClr val="dk1">
                    <a:alpha val="40000"/>
                  </a:schemeClr>
                </a:outerShdw>
              </a:effectLst>
            </a:endParaRPr>
          </a:p>
        </p:txBody>
      </p:sp>
      <p:sp>
        <p:nvSpPr>
          <p:cNvPr id="17" name="矩形 16"/>
          <p:cNvSpPr/>
          <p:nvPr/>
        </p:nvSpPr>
        <p:spPr>
          <a:xfrm>
            <a:off x="8208893" y="5227278"/>
            <a:ext cx="3258649" cy="923330"/>
          </a:xfrm>
          <a:prstGeom prst="rect">
            <a:avLst/>
          </a:prstGeom>
          <a:solidFill>
            <a:schemeClr val="bg1"/>
          </a:solidFill>
        </p:spPr>
        <p:txBody>
          <a:bodyPr wrap="none" lIns="91440" tIns="45720" rIns="91440" bIns="45720">
            <a:spAutoFit/>
          </a:bodyPr>
          <a:lstStyle/>
          <a:p>
            <a:pPr algn="ctr"/>
            <a:r>
              <a:rPr lang="en-US" altLang="zh-TW" sz="4000" b="0" cap="none" spc="0" dirty="0" err="1" smtClean="0">
                <a:ln w="0"/>
                <a:solidFill>
                  <a:schemeClr val="tx1"/>
                </a:solidFill>
                <a:effectLst>
                  <a:outerShdw blurRad="38100" dist="19050" dir="2700000" algn="tl" rotWithShape="0">
                    <a:schemeClr val="dk1">
                      <a:alpha val="40000"/>
                    </a:schemeClr>
                  </a:outerShdw>
                </a:effectLst>
              </a:rPr>
              <a:t>Apostolico</a:t>
            </a:r>
            <a:r>
              <a:rPr lang="en-US" altLang="zh-TW" sz="5400" b="0" cap="none" spc="0" dirty="0" smtClean="0">
                <a:ln w="0"/>
                <a:solidFill>
                  <a:schemeClr val="tx1"/>
                </a:solidFill>
                <a:effectLst>
                  <a:outerShdw blurRad="38100" dist="19050" dir="2700000" algn="tl" rotWithShape="0">
                    <a:schemeClr val="dk1">
                      <a:alpha val="40000"/>
                    </a:schemeClr>
                  </a:outerShdw>
                </a:effectLst>
              </a:rPr>
              <a:t> </a:t>
            </a:r>
            <a:r>
              <a:rPr lang="en-US" altLang="zh-TW" sz="2800" b="0" cap="none" spc="0" dirty="0" smtClean="0">
                <a:ln w="0"/>
                <a:solidFill>
                  <a:schemeClr val="tx1"/>
                </a:solidFill>
                <a:effectLst>
                  <a:outerShdw blurRad="38100" dist="19050" dir="2700000" algn="tl" rotWithShape="0">
                    <a:schemeClr val="dk1">
                      <a:alpha val="40000"/>
                    </a:schemeClr>
                  </a:outerShdw>
                </a:effectLst>
              </a:rPr>
              <a:t>1987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4" name="矩形 3"/>
          <p:cNvSpPr/>
          <p:nvPr/>
        </p:nvSpPr>
        <p:spPr>
          <a:xfrm>
            <a:off x="589322" y="1393601"/>
            <a:ext cx="603050" cy="923330"/>
          </a:xfrm>
          <a:prstGeom prst="rect">
            <a:avLst/>
          </a:prstGeom>
          <a:noFill/>
        </p:spPr>
        <p:txBody>
          <a:bodyPr wrap="none" lIns="91440" tIns="45720" rIns="91440" bIns="45720">
            <a:spAutoFit/>
          </a:bodyPr>
          <a:lstStyle/>
          <a:p>
            <a:pPr algn="ctr"/>
            <a:r>
              <a:rPr lang="en-US" altLang="zh-TW" sz="5400" b="0" cap="none" spc="0" dirty="0" smtClean="0">
                <a:ln w="0"/>
                <a:solidFill>
                  <a:schemeClr val="accent4"/>
                </a:solidFill>
                <a:effectLst>
                  <a:outerShdw blurRad="38100" dist="19050" dir="2700000" algn="tl" rotWithShape="0">
                    <a:schemeClr val="dk1">
                      <a:alpha val="40000"/>
                    </a:schemeClr>
                  </a:outerShdw>
                </a:effectLst>
                <a:latin typeface="OCR A Extended" panose="02010509020102010303" pitchFamily="50" charset="0"/>
                <a:cs typeface="Aharoni" panose="02010803020104030203" pitchFamily="2" charset="-79"/>
              </a:rPr>
              <a:t>1</a:t>
            </a:r>
            <a:endParaRPr lang="zh-TW" altLang="en-US" sz="5400" b="0" cap="none" spc="0" dirty="0">
              <a:ln w="0"/>
              <a:solidFill>
                <a:schemeClr val="accent4"/>
              </a:solidFill>
              <a:effectLst>
                <a:outerShdw blurRad="38100" dist="19050" dir="2700000" algn="tl" rotWithShape="0">
                  <a:schemeClr val="dk1">
                    <a:alpha val="40000"/>
                  </a:schemeClr>
                </a:outerShdw>
              </a:effectLst>
              <a:latin typeface="OCR A Extended" panose="02010509020102010303" pitchFamily="50" charset="0"/>
              <a:cs typeface="Aharoni" panose="02010803020104030203" pitchFamily="2" charset="-79"/>
            </a:endParaRPr>
          </a:p>
        </p:txBody>
      </p:sp>
      <p:sp>
        <p:nvSpPr>
          <p:cNvPr id="8" name="矩形 7"/>
          <p:cNvSpPr/>
          <p:nvPr/>
        </p:nvSpPr>
        <p:spPr>
          <a:xfrm>
            <a:off x="2083177" y="3375129"/>
            <a:ext cx="603050" cy="923330"/>
          </a:xfrm>
          <a:prstGeom prst="rect">
            <a:avLst/>
          </a:prstGeom>
        </p:spPr>
        <p:txBody>
          <a:bodyPr wrap="none">
            <a:spAutoFit/>
          </a:bodyPr>
          <a:lstStyle/>
          <a:p>
            <a:pPr lvl="0" algn="ctr"/>
            <a:r>
              <a:rPr lang="en-US" altLang="zh-TW" sz="5400" dirty="0" smtClean="0">
                <a:ln w="0"/>
                <a:solidFill>
                  <a:schemeClr val="accent4"/>
                </a:solidFill>
                <a:effectLst>
                  <a:outerShdw blurRad="38100" dist="19050" dir="2700000" algn="tl" rotWithShape="0">
                    <a:prstClr val="black">
                      <a:alpha val="40000"/>
                    </a:prstClr>
                  </a:outerShdw>
                </a:effectLst>
                <a:latin typeface="OCR A Extended" panose="02010509020102010303" pitchFamily="50" charset="0"/>
              </a:rPr>
              <a:t>2</a:t>
            </a:r>
            <a:endParaRPr lang="zh-TW" altLang="en-US" sz="5400" dirty="0">
              <a:ln w="0"/>
              <a:solidFill>
                <a:schemeClr val="accent4"/>
              </a:solidFill>
              <a:effectLst>
                <a:outerShdw blurRad="38100" dist="19050" dir="2700000" algn="tl" rotWithShape="0">
                  <a:prstClr val="black">
                    <a:alpha val="40000"/>
                  </a:prstClr>
                </a:outerShdw>
              </a:effectLst>
              <a:latin typeface="OCR A Extended" panose="02010509020102010303" pitchFamily="50" charset="0"/>
            </a:endParaRPr>
          </a:p>
        </p:txBody>
      </p:sp>
      <p:sp>
        <p:nvSpPr>
          <p:cNvPr id="16" name="矩形 15"/>
          <p:cNvSpPr/>
          <p:nvPr/>
        </p:nvSpPr>
        <p:spPr>
          <a:xfrm>
            <a:off x="6612581" y="3375129"/>
            <a:ext cx="603050" cy="923330"/>
          </a:xfrm>
          <a:prstGeom prst="rect">
            <a:avLst/>
          </a:prstGeom>
        </p:spPr>
        <p:txBody>
          <a:bodyPr wrap="none">
            <a:spAutoFit/>
          </a:bodyPr>
          <a:lstStyle/>
          <a:p>
            <a:pPr lvl="0" algn="ctr"/>
            <a:r>
              <a:rPr lang="en-US" altLang="zh-TW" sz="5400" dirty="0" smtClean="0">
                <a:ln w="0"/>
                <a:solidFill>
                  <a:srgbClr val="FFC000"/>
                </a:solidFill>
                <a:effectLst>
                  <a:outerShdw blurRad="38100" dist="19050" dir="2700000" algn="tl" rotWithShape="0">
                    <a:prstClr val="black">
                      <a:alpha val="40000"/>
                    </a:prstClr>
                  </a:outerShdw>
                </a:effectLst>
                <a:latin typeface="OCR A Extended" panose="02010509020102010303" pitchFamily="50" charset="0"/>
              </a:rPr>
              <a:t>4</a:t>
            </a:r>
            <a:endParaRPr lang="zh-TW" altLang="en-US" sz="5400" dirty="0">
              <a:ln w="0"/>
              <a:solidFill>
                <a:srgbClr val="FFC000"/>
              </a:solidFill>
              <a:effectLst>
                <a:outerShdw blurRad="38100" dist="19050" dir="2700000" algn="tl" rotWithShape="0">
                  <a:prstClr val="black">
                    <a:alpha val="40000"/>
                  </a:prstClr>
                </a:outerShdw>
              </a:effectLst>
              <a:latin typeface="OCR A Extended" panose="02010509020102010303" pitchFamily="50" charset="0"/>
            </a:endParaRPr>
          </a:p>
        </p:txBody>
      </p:sp>
      <p:sp>
        <p:nvSpPr>
          <p:cNvPr id="20" name="矩形 19"/>
          <p:cNvSpPr/>
          <p:nvPr/>
        </p:nvSpPr>
        <p:spPr>
          <a:xfrm>
            <a:off x="4986040" y="1393601"/>
            <a:ext cx="603050" cy="923330"/>
          </a:xfrm>
          <a:prstGeom prst="rect">
            <a:avLst/>
          </a:prstGeom>
        </p:spPr>
        <p:txBody>
          <a:bodyPr wrap="none">
            <a:spAutoFit/>
          </a:bodyPr>
          <a:lstStyle/>
          <a:p>
            <a:pPr lvl="0" algn="ctr"/>
            <a:r>
              <a:rPr lang="en-US" altLang="zh-TW" sz="5400" dirty="0" smtClean="0">
                <a:ln w="0"/>
                <a:solidFill>
                  <a:srgbClr val="FFC000"/>
                </a:solidFill>
                <a:effectLst>
                  <a:outerShdw blurRad="38100" dist="19050" dir="2700000" algn="tl" rotWithShape="0">
                    <a:prstClr val="black">
                      <a:alpha val="40000"/>
                    </a:prstClr>
                  </a:outerShdw>
                </a:effectLst>
                <a:latin typeface="OCR A Extended" panose="02010509020102010303" pitchFamily="50" charset="0"/>
              </a:rPr>
              <a:t>3</a:t>
            </a:r>
            <a:endParaRPr lang="zh-TW" altLang="en-US" sz="5400" dirty="0">
              <a:ln w="0"/>
              <a:solidFill>
                <a:srgbClr val="FFC000"/>
              </a:solidFill>
              <a:effectLst>
                <a:outerShdw blurRad="38100" dist="19050" dir="2700000" algn="tl" rotWithShape="0">
                  <a:prstClr val="black">
                    <a:alpha val="40000"/>
                  </a:prstClr>
                </a:outerShdw>
              </a:effectLst>
              <a:latin typeface="OCR A Extended" panose="02010509020102010303" pitchFamily="50" charset="0"/>
            </a:endParaRPr>
          </a:p>
        </p:txBody>
      </p:sp>
      <p:sp>
        <p:nvSpPr>
          <p:cNvPr id="2" name="矩形 1"/>
          <p:cNvSpPr/>
          <p:nvPr/>
        </p:nvSpPr>
        <p:spPr>
          <a:xfrm>
            <a:off x="4399111" y="6175302"/>
            <a:ext cx="705460" cy="2129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矩形 17"/>
          <p:cNvSpPr/>
          <p:nvPr/>
        </p:nvSpPr>
        <p:spPr>
          <a:xfrm>
            <a:off x="4450316" y="5820109"/>
            <a:ext cx="603050" cy="923330"/>
          </a:xfrm>
          <a:prstGeom prst="rect">
            <a:avLst/>
          </a:prstGeom>
        </p:spPr>
        <p:txBody>
          <a:bodyPr wrap="none">
            <a:spAutoFit/>
          </a:bodyPr>
          <a:lstStyle/>
          <a:p>
            <a:pPr lvl="0" algn="ctr"/>
            <a:r>
              <a:rPr lang="en-US" altLang="zh-TW" sz="5400" dirty="0" smtClean="0">
                <a:ln w="0"/>
                <a:solidFill>
                  <a:srgbClr val="FFC000"/>
                </a:solidFill>
                <a:effectLst>
                  <a:outerShdw blurRad="38100" dist="19050" dir="2700000" algn="tl" rotWithShape="0">
                    <a:prstClr val="black">
                      <a:alpha val="40000"/>
                    </a:prstClr>
                  </a:outerShdw>
                </a:effectLst>
                <a:latin typeface="OCR A Extended" panose="02010509020102010303" pitchFamily="50" charset="0"/>
              </a:rPr>
              <a:t>5</a:t>
            </a:r>
            <a:endParaRPr lang="zh-TW" altLang="en-US" sz="5400" dirty="0">
              <a:ln w="0"/>
              <a:solidFill>
                <a:srgbClr val="FFC000"/>
              </a:solidFill>
              <a:effectLst>
                <a:outerShdw blurRad="38100" dist="19050" dir="2700000" algn="tl" rotWithShape="0">
                  <a:prstClr val="black">
                    <a:alpha val="40000"/>
                  </a:prstClr>
                </a:outerShdw>
              </a:effectLst>
              <a:latin typeface="OCR A Extended" panose="02010509020102010303" pitchFamily="50" charset="0"/>
            </a:endParaRPr>
          </a:p>
        </p:txBody>
      </p:sp>
      <p:cxnSp>
        <p:nvCxnSpPr>
          <p:cNvPr id="22" name="直線單箭頭接點 21"/>
          <p:cNvCxnSpPr/>
          <p:nvPr/>
        </p:nvCxnSpPr>
        <p:spPr>
          <a:xfrm flipV="1">
            <a:off x="3432132" y="4907956"/>
            <a:ext cx="0" cy="42704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單箭頭接點 26"/>
          <p:cNvCxnSpPr/>
          <p:nvPr/>
        </p:nvCxnSpPr>
        <p:spPr>
          <a:xfrm flipV="1">
            <a:off x="6728564" y="4907956"/>
            <a:ext cx="0" cy="427044"/>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線單箭頭接點 27"/>
          <p:cNvCxnSpPr/>
          <p:nvPr/>
        </p:nvCxnSpPr>
        <p:spPr>
          <a:xfrm>
            <a:off x="2755359" y="3118981"/>
            <a:ext cx="0" cy="67479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線單箭頭接點 28"/>
          <p:cNvCxnSpPr/>
          <p:nvPr/>
        </p:nvCxnSpPr>
        <p:spPr>
          <a:xfrm>
            <a:off x="7592494" y="3118981"/>
            <a:ext cx="0" cy="674797"/>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單箭頭接點 29"/>
          <p:cNvCxnSpPr/>
          <p:nvPr/>
        </p:nvCxnSpPr>
        <p:spPr>
          <a:xfrm>
            <a:off x="3187720" y="1471185"/>
            <a:ext cx="0" cy="35628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單箭頭接點 30"/>
          <p:cNvCxnSpPr/>
          <p:nvPr/>
        </p:nvCxnSpPr>
        <p:spPr>
          <a:xfrm>
            <a:off x="6221107" y="1463933"/>
            <a:ext cx="0" cy="35628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02203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r>
              <a:rPr lang="en-US" altLang="zh-TW" dirty="0"/>
              <a:t>The LCS Algorithm</a:t>
            </a:r>
          </a:p>
        </p:txBody>
      </p:sp>
      <p:sp>
        <p:nvSpPr>
          <p:cNvPr id="47107" name="Rectangle 3"/>
          <p:cNvSpPr>
            <a:spLocks noGrp="1" noChangeArrowheads="1"/>
          </p:cNvSpPr>
          <p:nvPr>
            <p:ph type="body" idx="1"/>
          </p:nvPr>
        </p:nvSpPr>
        <p:spPr>
          <a:xfrm>
            <a:off x="2362200" y="1600200"/>
            <a:ext cx="7772400" cy="4648200"/>
          </a:xfrm>
        </p:spPr>
        <p:txBody>
          <a:bodyPr/>
          <a:lstStyle/>
          <a:p>
            <a:r>
              <a:rPr lang="en-US" altLang="zh-TW" sz="2800" i="1">
                <a:latin typeface="Times New Roman" panose="02020603050405020304" pitchFamily="18" charset="0"/>
              </a:rPr>
              <a:t>S</a:t>
            </a:r>
            <a:r>
              <a:rPr lang="en-US" altLang="zh-TW" sz="2800" baseline="-25000">
                <a:latin typeface="Times New Roman" panose="02020603050405020304" pitchFamily="18" charset="0"/>
              </a:rPr>
              <a:t>1</a:t>
            </a:r>
            <a:r>
              <a:rPr lang="en-US" altLang="zh-TW" sz="2800">
                <a:latin typeface="Times New Roman" panose="02020603050405020304" pitchFamily="18" charset="0"/>
              </a:rPr>
              <a:t> = </a:t>
            </a:r>
            <a:r>
              <a:rPr lang="en-US" altLang="zh-TW" sz="2800" i="1">
                <a:latin typeface="Times New Roman" panose="02020603050405020304" pitchFamily="18" charset="0"/>
              </a:rPr>
              <a:t>a</a:t>
            </a:r>
            <a:r>
              <a:rPr lang="en-US" altLang="zh-TW" sz="2800" baseline="-30000">
                <a:latin typeface="Times New Roman" panose="02020603050405020304" pitchFamily="18" charset="0"/>
              </a:rPr>
              <a:t>1</a:t>
            </a:r>
            <a:r>
              <a:rPr lang="en-US" altLang="zh-TW" sz="2800">
                <a:latin typeface="Times New Roman" panose="02020603050405020304" pitchFamily="18" charset="0"/>
              </a:rPr>
              <a:t> </a:t>
            </a:r>
            <a:r>
              <a:rPr lang="en-US" altLang="zh-TW" sz="2800" i="1">
                <a:latin typeface="Times New Roman" panose="02020603050405020304" pitchFamily="18" charset="0"/>
              </a:rPr>
              <a:t>a</a:t>
            </a:r>
            <a:r>
              <a:rPr lang="en-US" altLang="zh-TW" sz="2800" baseline="-30000">
                <a:latin typeface="Times New Roman" panose="02020603050405020304" pitchFamily="18" charset="0"/>
              </a:rPr>
              <a:t>2</a:t>
            </a:r>
            <a:r>
              <a:rPr lang="en-US" altLang="zh-TW" sz="2800">
                <a:latin typeface="Times New Roman" panose="02020603050405020304" pitchFamily="18" charset="0"/>
              </a:rPr>
              <a:t> </a:t>
            </a:r>
            <a:r>
              <a:rPr lang="en-US" altLang="zh-TW" sz="2800">
                <a:latin typeface="Times New Roman" panose="02020603050405020304" pitchFamily="18" charset="0"/>
                <a:sym typeface="Symbol" panose="05050102010706020507" pitchFamily="18" charset="2"/>
              </a:rPr>
              <a:t></a:t>
            </a:r>
            <a:r>
              <a:rPr lang="en-US" altLang="zh-TW" sz="2800">
                <a:latin typeface="Times New Roman" panose="02020603050405020304" pitchFamily="18" charset="0"/>
              </a:rPr>
              <a:t> </a:t>
            </a:r>
            <a:r>
              <a:rPr lang="en-US" altLang="zh-TW" sz="2800" i="1">
                <a:latin typeface="Times New Roman" panose="02020603050405020304" pitchFamily="18" charset="0"/>
              </a:rPr>
              <a:t>a</a:t>
            </a:r>
            <a:r>
              <a:rPr lang="en-US" altLang="zh-TW" sz="2800" i="1" baseline="-30000">
                <a:latin typeface="Times New Roman" panose="02020603050405020304" pitchFamily="18" charset="0"/>
              </a:rPr>
              <a:t>m</a:t>
            </a:r>
            <a:r>
              <a:rPr lang="en-US" altLang="zh-TW" sz="2800">
                <a:latin typeface="Times New Roman" panose="02020603050405020304" pitchFamily="18" charset="0"/>
              </a:rPr>
              <a:t> and </a:t>
            </a:r>
            <a:r>
              <a:rPr lang="en-US" altLang="zh-TW" sz="2800" i="1">
                <a:latin typeface="Times New Roman" panose="02020603050405020304" pitchFamily="18" charset="0"/>
              </a:rPr>
              <a:t>S</a:t>
            </a:r>
            <a:r>
              <a:rPr lang="en-US" altLang="zh-TW" sz="2800" baseline="-25000">
                <a:latin typeface="Times New Roman" panose="02020603050405020304" pitchFamily="18" charset="0"/>
              </a:rPr>
              <a:t>2</a:t>
            </a:r>
            <a:r>
              <a:rPr lang="en-US" altLang="zh-TW" sz="2800">
                <a:latin typeface="Times New Roman" panose="02020603050405020304" pitchFamily="18" charset="0"/>
              </a:rPr>
              <a:t> = </a:t>
            </a:r>
            <a:r>
              <a:rPr lang="en-US" altLang="zh-TW" sz="2800" i="1">
                <a:latin typeface="Times New Roman" panose="02020603050405020304" pitchFamily="18" charset="0"/>
              </a:rPr>
              <a:t>b</a:t>
            </a:r>
            <a:r>
              <a:rPr lang="en-US" altLang="zh-TW" sz="2800" baseline="-30000">
                <a:latin typeface="Times New Roman" panose="02020603050405020304" pitchFamily="18" charset="0"/>
              </a:rPr>
              <a:t>1</a:t>
            </a:r>
            <a:r>
              <a:rPr lang="en-US" altLang="zh-TW" sz="2800">
                <a:latin typeface="Times New Roman" panose="02020603050405020304" pitchFamily="18" charset="0"/>
              </a:rPr>
              <a:t> </a:t>
            </a:r>
            <a:r>
              <a:rPr lang="en-US" altLang="zh-TW" sz="2800" i="1">
                <a:latin typeface="Times New Roman" panose="02020603050405020304" pitchFamily="18" charset="0"/>
              </a:rPr>
              <a:t>b</a:t>
            </a:r>
            <a:r>
              <a:rPr lang="en-US" altLang="zh-TW" sz="2800" baseline="-30000">
                <a:latin typeface="Times New Roman" panose="02020603050405020304" pitchFamily="18" charset="0"/>
              </a:rPr>
              <a:t>2</a:t>
            </a:r>
            <a:r>
              <a:rPr lang="en-US" altLang="zh-TW" sz="2800">
                <a:latin typeface="Times New Roman" panose="02020603050405020304" pitchFamily="18" charset="0"/>
              </a:rPr>
              <a:t> </a:t>
            </a:r>
            <a:r>
              <a:rPr lang="en-US" altLang="zh-TW" sz="2800">
                <a:latin typeface="Times New Roman" panose="02020603050405020304" pitchFamily="18" charset="0"/>
                <a:sym typeface="Symbol" panose="05050102010706020507" pitchFamily="18" charset="2"/>
              </a:rPr>
              <a:t></a:t>
            </a:r>
            <a:r>
              <a:rPr lang="en-US" altLang="zh-TW" sz="2800">
                <a:latin typeface="Times New Roman" panose="02020603050405020304" pitchFamily="18" charset="0"/>
              </a:rPr>
              <a:t> </a:t>
            </a:r>
            <a:r>
              <a:rPr lang="en-US" altLang="zh-TW" sz="2800" i="1">
                <a:latin typeface="Times New Roman" panose="02020603050405020304" pitchFamily="18" charset="0"/>
              </a:rPr>
              <a:t>b</a:t>
            </a:r>
            <a:r>
              <a:rPr lang="en-US" altLang="zh-TW" sz="2800" i="1" baseline="-30000">
                <a:latin typeface="Times New Roman" panose="02020603050405020304" pitchFamily="18" charset="0"/>
              </a:rPr>
              <a:t>n</a:t>
            </a:r>
            <a:r>
              <a:rPr lang="en-US" altLang="zh-TW" sz="2800" i="1">
                <a:latin typeface="Times New Roman" panose="02020603050405020304" pitchFamily="18" charset="0"/>
              </a:rPr>
              <a:t> </a:t>
            </a:r>
          </a:p>
          <a:p>
            <a:pPr algn="just"/>
            <a:r>
              <a:rPr lang="en-US" altLang="zh-TW" sz="2800" i="1">
                <a:latin typeface="Times New Roman" panose="02020603050405020304" pitchFamily="18" charset="0"/>
              </a:rPr>
              <a:t>A</a:t>
            </a:r>
            <a:r>
              <a:rPr lang="en-US" altLang="zh-TW" sz="2800" i="1" baseline="-30000">
                <a:latin typeface="Times New Roman" panose="02020603050405020304" pitchFamily="18" charset="0"/>
              </a:rPr>
              <a:t>i</a:t>
            </a:r>
            <a:r>
              <a:rPr lang="en-US" altLang="zh-TW" sz="2800" baseline="-30000">
                <a:latin typeface="Times New Roman" panose="02020603050405020304" pitchFamily="18" charset="0"/>
              </a:rPr>
              <a:t>,</a:t>
            </a:r>
            <a:r>
              <a:rPr lang="en-US" altLang="zh-TW" sz="2800" i="1" baseline="-30000">
                <a:latin typeface="Times New Roman" panose="02020603050405020304" pitchFamily="18" charset="0"/>
              </a:rPr>
              <a:t>j</a:t>
            </a:r>
            <a:r>
              <a:rPr lang="en-US" altLang="zh-TW" sz="2800">
                <a:latin typeface="Times New Roman" panose="02020603050405020304" pitchFamily="18" charset="0"/>
              </a:rPr>
              <a:t> denotes the length of the longest common subsequence of </a:t>
            </a:r>
            <a:r>
              <a:rPr lang="en-US" altLang="zh-TW" sz="2800" i="1">
                <a:latin typeface="Times New Roman" panose="02020603050405020304" pitchFamily="18" charset="0"/>
              </a:rPr>
              <a:t>a</a:t>
            </a:r>
            <a:r>
              <a:rPr lang="en-US" altLang="zh-TW" sz="2800" baseline="-30000">
                <a:latin typeface="Times New Roman" panose="02020603050405020304" pitchFamily="18" charset="0"/>
              </a:rPr>
              <a:t>1</a:t>
            </a:r>
            <a:r>
              <a:rPr lang="en-US" altLang="zh-TW" sz="2800">
                <a:latin typeface="Times New Roman" panose="02020603050405020304" pitchFamily="18" charset="0"/>
              </a:rPr>
              <a:t> </a:t>
            </a:r>
            <a:r>
              <a:rPr lang="en-US" altLang="zh-TW" sz="2800" i="1">
                <a:latin typeface="Times New Roman" panose="02020603050405020304" pitchFamily="18" charset="0"/>
              </a:rPr>
              <a:t>a</a:t>
            </a:r>
            <a:r>
              <a:rPr lang="en-US" altLang="zh-TW" sz="2800" baseline="-30000">
                <a:latin typeface="Times New Roman" panose="02020603050405020304" pitchFamily="18" charset="0"/>
              </a:rPr>
              <a:t>2</a:t>
            </a:r>
            <a:r>
              <a:rPr lang="en-US" altLang="zh-TW" sz="2800">
                <a:latin typeface="Times New Roman" panose="02020603050405020304" pitchFamily="18" charset="0"/>
              </a:rPr>
              <a:t> </a:t>
            </a:r>
            <a:r>
              <a:rPr lang="en-US" altLang="zh-TW" sz="2800" i="1">
                <a:latin typeface="Times New Roman" panose="02020603050405020304" pitchFamily="18" charset="0"/>
                <a:sym typeface="Symbol" panose="05050102010706020507" pitchFamily="18" charset="2"/>
              </a:rPr>
              <a:t></a:t>
            </a:r>
            <a:r>
              <a:rPr lang="en-US" altLang="zh-TW" sz="2800" i="1">
                <a:latin typeface="Times New Roman" panose="02020603050405020304" pitchFamily="18" charset="0"/>
              </a:rPr>
              <a:t> a</a:t>
            </a:r>
            <a:r>
              <a:rPr lang="en-US" altLang="zh-TW" sz="2800" i="1" baseline="-30000">
                <a:latin typeface="Times New Roman" panose="02020603050405020304" pitchFamily="18" charset="0"/>
              </a:rPr>
              <a:t>i</a:t>
            </a:r>
            <a:r>
              <a:rPr lang="en-US" altLang="zh-TW" sz="2800">
                <a:latin typeface="Times New Roman" panose="02020603050405020304" pitchFamily="18" charset="0"/>
              </a:rPr>
              <a:t> and </a:t>
            </a:r>
            <a:r>
              <a:rPr lang="en-US" altLang="zh-TW" sz="2800" i="1">
                <a:latin typeface="Times New Roman" panose="02020603050405020304" pitchFamily="18" charset="0"/>
              </a:rPr>
              <a:t>b</a:t>
            </a:r>
            <a:r>
              <a:rPr lang="en-US" altLang="zh-TW" sz="2800" baseline="-30000">
                <a:latin typeface="Times New Roman" panose="02020603050405020304" pitchFamily="18" charset="0"/>
              </a:rPr>
              <a:t>1</a:t>
            </a:r>
            <a:r>
              <a:rPr lang="en-US" altLang="zh-TW" sz="2800" i="1">
                <a:latin typeface="Times New Roman" panose="02020603050405020304" pitchFamily="18" charset="0"/>
              </a:rPr>
              <a:t> b</a:t>
            </a:r>
            <a:r>
              <a:rPr lang="en-US" altLang="zh-TW" sz="2800" baseline="-30000">
                <a:latin typeface="Times New Roman" panose="02020603050405020304" pitchFamily="18" charset="0"/>
              </a:rPr>
              <a:t>2</a:t>
            </a:r>
            <a:r>
              <a:rPr lang="en-US" altLang="zh-TW" sz="2800">
                <a:latin typeface="Times New Roman" panose="02020603050405020304" pitchFamily="18" charset="0"/>
              </a:rPr>
              <a:t> </a:t>
            </a:r>
            <a:r>
              <a:rPr lang="en-US" altLang="zh-TW" sz="2800" i="1">
                <a:latin typeface="Times New Roman" panose="02020603050405020304" pitchFamily="18" charset="0"/>
                <a:sym typeface="Symbol" panose="05050102010706020507" pitchFamily="18" charset="2"/>
              </a:rPr>
              <a:t></a:t>
            </a:r>
            <a:r>
              <a:rPr lang="en-US" altLang="zh-TW" sz="2800" i="1">
                <a:latin typeface="Times New Roman" panose="02020603050405020304" pitchFamily="18" charset="0"/>
              </a:rPr>
              <a:t> b</a:t>
            </a:r>
            <a:r>
              <a:rPr lang="en-US" altLang="zh-TW" sz="2800" i="1" baseline="-30000">
                <a:latin typeface="Times New Roman" panose="02020603050405020304" pitchFamily="18" charset="0"/>
              </a:rPr>
              <a:t>j.</a:t>
            </a:r>
            <a:endParaRPr lang="en-US" altLang="zh-TW" sz="2800" i="1">
              <a:latin typeface="Times New Roman" panose="02020603050405020304" pitchFamily="18" charset="0"/>
            </a:endParaRPr>
          </a:p>
          <a:p>
            <a:r>
              <a:rPr lang="en-US" altLang="zh-TW" sz="2800" u="sng">
                <a:solidFill>
                  <a:srgbClr val="FF0000"/>
                </a:solidFill>
                <a:latin typeface="Times New Roman" panose="02020603050405020304" pitchFamily="18" charset="0"/>
              </a:rPr>
              <a:t>Dynamic programming</a:t>
            </a:r>
            <a:r>
              <a:rPr lang="en-US" altLang="zh-TW" sz="2800">
                <a:latin typeface="Times New Roman" panose="02020603050405020304" pitchFamily="18" charset="0"/>
              </a:rPr>
              <a:t>:</a:t>
            </a:r>
          </a:p>
          <a:p>
            <a:pPr>
              <a:buFont typeface="Wingdings" panose="05000000000000000000" pitchFamily="2" charset="2"/>
              <a:buNone/>
            </a:pPr>
            <a:r>
              <a:rPr lang="en-US" altLang="zh-TW" sz="2800" i="1">
                <a:solidFill>
                  <a:schemeClr val="hlink"/>
                </a:solidFill>
                <a:latin typeface="Times New Roman" panose="02020603050405020304" pitchFamily="18" charset="0"/>
              </a:rPr>
              <a:t>    A</a:t>
            </a:r>
            <a:r>
              <a:rPr lang="en-US" altLang="zh-TW" sz="2800" i="1" baseline="-30000">
                <a:solidFill>
                  <a:schemeClr val="hlink"/>
                </a:solidFill>
                <a:latin typeface="Times New Roman" panose="02020603050405020304" pitchFamily="18" charset="0"/>
              </a:rPr>
              <a:t>i,j</a:t>
            </a:r>
            <a:r>
              <a:rPr lang="en-US" altLang="zh-TW" sz="2800" i="1">
                <a:solidFill>
                  <a:schemeClr val="hlink"/>
                </a:solidFill>
                <a:latin typeface="Times New Roman" panose="02020603050405020304" pitchFamily="18" charset="0"/>
              </a:rPr>
              <a:t> =  A</a:t>
            </a:r>
            <a:r>
              <a:rPr lang="en-US" altLang="zh-TW" sz="2800" i="1" baseline="-30000">
                <a:solidFill>
                  <a:schemeClr val="hlink"/>
                </a:solidFill>
                <a:latin typeface="Times New Roman" panose="02020603050405020304" pitchFamily="18" charset="0"/>
              </a:rPr>
              <a:t>i-</a:t>
            </a:r>
            <a:r>
              <a:rPr lang="en-US" altLang="zh-TW" sz="2800" baseline="-30000">
                <a:solidFill>
                  <a:schemeClr val="hlink"/>
                </a:solidFill>
                <a:latin typeface="Times New Roman" panose="02020603050405020304" pitchFamily="18" charset="0"/>
              </a:rPr>
              <a:t>1,</a:t>
            </a:r>
            <a:r>
              <a:rPr lang="en-US" altLang="zh-TW" sz="2800" i="1" baseline="-30000">
                <a:solidFill>
                  <a:schemeClr val="hlink"/>
                </a:solidFill>
                <a:latin typeface="Times New Roman" panose="02020603050405020304" pitchFamily="18" charset="0"/>
              </a:rPr>
              <a:t>j-</a:t>
            </a:r>
            <a:r>
              <a:rPr lang="en-US" altLang="zh-TW" sz="2800" baseline="-30000">
                <a:solidFill>
                  <a:schemeClr val="hlink"/>
                </a:solidFill>
                <a:latin typeface="Times New Roman" panose="02020603050405020304" pitchFamily="18" charset="0"/>
              </a:rPr>
              <a:t>1</a:t>
            </a:r>
            <a:r>
              <a:rPr lang="en-US" altLang="zh-TW" sz="2800" i="1">
                <a:solidFill>
                  <a:schemeClr val="hlink"/>
                </a:solidFill>
                <a:latin typeface="Times New Roman" panose="02020603050405020304" pitchFamily="18" charset="0"/>
              </a:rPr>
              <a:t> + </a:t>
            </a:r>
            <a:r>
              <a:rPr lang="en-US" altLang="zh-TW" sz="2800">
                <a:solidFill>
                  <a:schemeClr val="hlink"/>
                </a:solidFill>
                <a:latin typeface="Times New Roman" panose="02020603050405020304" pitchFamily="18" charset="0"/>
              </a:rPr>
              <a:t>1</a:t>
            </a:r>
            <a:r>
              <a:rPr lang="en-US" altLang="zh-TW" sz="2800" i="1">
                <a:solidFill>
                  <a:schemeClr val="hlink"/>
                </a:solidFill>
                <a:latin typeface="Times New Roman" panose="02020603050405020304" pitchFamily="18" charset="0"/>
              </a:rPr>
              <a:t>               </a:t>
            </a:r>
            <a:r>
              <a:rPr lang="en-US" altLang="zh-TW" sz="2800">
                <a:solidFill>
                  <a:schemeClr val="hlink"/>
                </a:solidFill>
                <a:latin typeface="Times New Roman" panose="02020603050405020304" pitchFamily="18" charset="0"/>
              </a:rPr>
              <a:t>if</a:t>
            </a:r>
            <a:r>
              <a:rPr lang="en-US" altLang="zh-TW" sz="2800" i="1">
                <a:solidFill>
                  <a:schemeClr val="hlink"/>
                </a:solidFill>
                <a:latin typeface="Times New Roman" panose="02020603050405020304" pitchFamily="18" charset="0"/>
              </a:rPr>
              <a:t> a</a:t>
            </a:r>
            <a:r>
              <a:rPr lang="en-US" altLang="zh-TW" sz="2800" i="1" baseline="-30000">
                <a:solidFill>
                  <a:schemeClr val="hlink"/>
                </a:solidFill>
                <a:latin typeface="Times New Roman" panose="02020603050405020304" pitchFamily="18" charset="0"/>
              </a:rPr>
              <a:t>i</a:t>
            </a:r>
            <a:r>
              <a:rPr lang="en-US" altLang="zh-TW" sz="2800" i="1">
                <a:solidFill>
                  <a:schemeClr val="hlink"/>
                </a:solidFill>
                <a:latin typeface="Times New Roman" panose="02020603050405020304" pitchFamily="18" charset="0"/>
              </a:rPr>
              <a:t>= b</a:t>
            </a:r>
            <a:r>
              <a:rPr lang="en-US" altLang="zh-TW" sz="2800" i="1" baseline="-30000">
                <a:solidFill>
                  <a:schemeClr val="hlink"/>
                </a:solidFill>
                <a:latin typeface="Times New Roman" panose="02020603050405020304" pitchFamily="18" charset="0"/>
              </a:rPr>
              <a:t>j</a:t>
            </a:r>
            <a:endParaRPr lang="en-US" altLang="zh-TW" sz="2800" i="1">
              <a:solidFill>
                <a:schemeClr val="hlink"/>
              </a:solidFill>
              <a:latin typeface="Times New Roman" panose="02020603050405020304" pitchFamily="18" charset="0"/>
            </a:endParaRPr>
          </a:p>
          <a:p>
            <a:pPr>
              <a:buFont typeface="Wingdings" panose="05000000000000000000" pitchFamily="2" charset="2"/>
              <a:buNone/>
            </a:pPr>
            <a:r>
              <a:rPr lang="en-US" altLang="zh-TW" sz="2800" i="1">
                <a:solidFill>
                  <a:schemeClr val="hlink"/>
                </a:solidFill>
                <a:latin typeface="Times New Roman" panose="02020603050405020304" pitchFamily="18" charset="0"/>
              </a:rPr>
              <a:t>            </a:t>
            </a:r>
            <a:r>
              <a:rPr lang="en-US" altLang="zh-TW" sz="2800">
                <a:solidFill>
                  <a:schemeClr val="hlink"/>
                </a:solidFill>
                <a:latin typeface="Times New Roman" panose="02020603050405020304" pitchFamily="18" charset="0"/>
              </a:rPr>
              <a:t>  max{</a:t>
            </a:r>
            <a:r>
              <a:rPr lang="en-US" altLang="zh-TW" sz="2800" i="1">
                <a:solidFill>
                  <a:schemeClr val="hlink"/>
                </a:solidFill>
                <a:latin typeface="Times New Roman" panose="02020603050405020304" pitchFamily="18" charset="0"/>
              </a:rPr>
              <a:t> A</a:t>
            </a:r>
            <a:r>
              <a:rPr lang="en-US" altLang="zh-TW" sz="2800" i="1" baseline="-30000">
                <a:solidFill>
                  <a:schemeClr val="hlink"/>
                </a:solidFill>
                <a:latin typeface="Times New Roman" panose="02020603050405020304" pitchFamily="18" charset="0"/>
              </a:rPr>
              <a:t>i</a:t>
            </a:r>
            <a:r>
              <a:rPr lang="en-US" altLang="zh-TW" sz="2800" baseline="-30000">
                <a:solidFill>
                  <a:schemeClr val="hlink"/>
                </a:solidFill>
                <a:latin typeface="Times New Roman" panose="02020603050405020304" pitchFamily="18" charset="0"/>
              </a:rPr>
              <a:t>-1,</a:t>
            </a:r>
            <a:r>
              <a:rPr lang="en-US" altLang="zh-TW" sz="2800" i="1" baseline="-30000">
                <a:solidFill>
                  <a:schemeClr val="hlink"/>
                </a:solidFill>
                <a:latin typeface="Times New Roman" panose="02020603050405020304" pitchFamily="18" charset="0"/>
              </a:rPr>
              <a:t>j</a:t>
            </a:r>
            <a:r>
              <a:rPr lang="en-US" altLang="zh-TW" sz="2800">
                <a:solidFill>
                  <a:schemeClr val="hlink"/>
                </a:solidFill>
                <a:latin typeface="Times New Roman" panose="02020603050405020304" pitchFamily="18" charset="0"/>
              </a:rPr>
              <a:t>,</a:t>
            </a:r>
            <a:r>
              <a:rPr lang="en-US" altLang="zh-TW" sz="2800" i="1">
                <a:solidFill>
                  <a:schemeClr val="hlink"/>
                </a:solidFill>
                <a:latin typeface="Times New Roman" panose="02020603050405020304" pitchFamily="18" charset="0"/>
              </a:rPr>
              <a:t> A</a:t>
            </a:r>
            <a:r>
              <a:rPr lang="en-US" altLang="zh-TW" sz="2800" i="1" baseline="-30000">
                <a:solidFill>
                  <a:schemeClr val="hlink"/>
                </a:solidFill>
                <a:latin typeface="Times New Roman" panose="02020603050405020304" pitchFamily="18" charset="0"/>
              </a:rPr>
              <a:t>i</a:t>
            </a:r>
            <a:r>
              <a:rPr lang="en-US" altLang="zh-TW" sz="2800" baseline="-30000">
                <a:solidFill>
                  <a:schemeClr val="hlink"/>
                </a:solidFill>
                <a:latin typeface="Times New Roman" panose="02020603050405020304" pitchFamily="18" charset="0"/>
              </a:rPr>
              <a:t>,</a:t>
            </a:r>
            <a:r>
              <a:rPr lang="en-US" altLang="zh-TW" sz="2800" i="1" baseline="-30000">
                <a:solidFill>
                  <a:schemeClr val="hlink"/>
                </a:solidFill>
                <a:latin typeface="Times New Roman" panose="02020603050405020304" pitchFamily="18" charset="0"/>
              </a:rPr>
              <a:t>j</a:t>
            </a:r>
            <a:r>
              <a:rPr lang="en-US" altLang="zh-TW" sz="2800" baseline="-30000">
                <a:solidFill>
                  <a:schemeClr val="hlink"/>
                </a:solidFill>
                <a:latin typeface="Times New Roman" panose="02020603050405020304" pitchFamily="18" charset="0"/>
              </a:rPr>
              <a:t>-1</a:t>
            </a:r>
            <a:r>
              <a:rPr lang="en-US" altLang="zh-TW" sz="2800">
                <a:solidFill>
                  <a:schemeClr val="hlink"/>
                </a:solidFill>
                <a:latin typeface="Times New Roman" panose="02020603050405020304" pitchFamily="18" charset="0"/>
              </a:rPr>
              <a:t> }</a:t>
            </a:r>
            <a:r>
              <a:rPr lang="en-US" altLang="zh-TW" sz="2800" i="1">
                <a:solidFill>
                  <a:schemeClr val="hlink"/>
                </a:solidFill>
                <a:latin typeface="Times New Roman" panose="02020603050405020304" pitchFamily="18" charset="0"/>
              </a:rPr>
              <a:t>   </a:t>
            </a:r>
            <a:r>
              <a:rPr lang="en-US" altLang="zh-TW" sz="2800">
                <a:solidFill>
                  <a:schemeClr val="hlink"/>
                </a:solidFill>
                <a:latin typeface="Times New Roman" panose="02020603050405020304" pitchFamily="18" charset="0"/>
              </a:rPr>
              <a:t>if</a:t>
            </a:r>
            <a:r>
              <a:rPr lang="en-US" altLang="zh-TW" sz="2800" i="1">
                <a:solidFill>
                  <a:schemeClr val="hlink"/>
                </a:solidFill>
                <a:latin typeface="Times New Roman" panose="02020603050405020304" pitchFamily="18" charset="0"/>
              </a:rPr>
              <a:t> a</a:t>
            </a:r>
            <a:r>
              <a:rPr lang="en-US" altLang="zh-TW" sz="2800" i="1" baseline="-30000">
                <a:solidFill>
                  <a:schemeClr val="hlink"/>
                </a:solidFill>
                <a:latin typeface="Times New Roman" panose="02020603050405020304" pitchFamily="18" charset="0"/>
              </a:rPr>
              <a:t>i</a:t>
            </a:r>
            <a:r>
              <a:rPr lang="en-US" altLang="zh-TW" sz="2800" i="1">
                <a:solidFill>
                  <a:schemeClr val="hlink"/>
                </a:solidFill>
                <a:latin typeface="Times New Roman" panose="02020603050405020304" pitchFamily="18" charset="0"/>
                <a:sym typeface="Symbol" panose="05050102010706020507" pitchFamily="18" charset="2"/>
              </a:rPr>
              <a:t> </a:t>
            </a:r>
            <a:r>
              <a:rPr lang="en-US" altLang="zh-TW" sz="2800" i="1">
                <a:solidFill>
                  <a:schemeClr val="hlink"/>
                </a:solidFill>
                <a:latin typeface="Times New Roman" panose="02020603050405020304" pitchFamily="18" charset="0"/>
              </a:rPr>
              <a:t>b</a:t>
            </a:r>
            <a:r>
              <a:rPr lang="en-US" altLang="zh-TW" sz="2800" i="1" baseline="-30000">
                <a:solidFill>
                  <a:schemeClr val="hlink"/>
                </a:solidFill>
                <a:latin typeface="Times New Roman" panose="02020603050405020304" pitchFamily="18" charset="0"/>
              </a:rPr>
              <a:t>j</a:t>
            </a:r>
            <a:r>
              <a:rPr lang="en-US" altLang="zh-TW" sz="2800" i="1">
                <a:solidFill>
                  <a:schemeClr val="hlink"/>
                </a:solidFill>
                <a:latin typeface="Times New Roman" panose="02020603050405020304" pitchFamily="18" charset="0"/>
              </a:rPr>
              <a:t> </a:t>
            </a:r>
          </a:p>
          <a:p>
            <a:pPr>
              <a:buFont typeface="Wingdings" panose="05000000000000000000" pitchFamily="2" charset="2"/>
              <a:buNone/>
            </a:pPr>
            <a:r>
              <a:rPr lang="en-US" altLang="zh-TW" sz="2800">
                <a:latin typeface="Times New Roman" panose="02020603050405020304" pitchFamily="18" charset="0"/>
              </a:rPr>
              <a:t>    </a:t>
            </a:r>
            <a:r>
              <a:rPr lang="en-US" altLang="zh-TW" sz="2800" i="1">
                <a:latin typeface="Times New Roman" panose="02020603050405020304" pitchFamily="18" charset="0"/>
              </a:rPr>
              <a:t>A</a:t>
            </a:r>
            <a:r>
              <a:rPr lang="en-US" altLang="zh-TW" sz="2800" baseline="-30000">
                <a:latin typeface="Times New Roman" panose="02020603050405020304" pitchFamily="18" charset="0"/>
              </a:rPr>
              <a:t>0,0</a:t>
            </a:r>
            <a:r>
              <a:rPr lang="en-US" altLang="zh-TW" sz="2800">
                <a:latin typeface="Times New Roman" panose="02020603050405020304" pitchFamily="18" charset="0"/>
              </a:rPr>
              <a:t> = </a:t>
            </a:r>
            <a:r>
              <a:rPr lang="en-US" altLang="zh-TW" sz="2800" i="1">
                <a:latin typeface="Times New Roman" panose="02020603050405020304" pitchFamily="18" charset="0"/>
              </a:rPr>
              <a:t>A</a:t>
            </a:r>
            <a:r>
              <a:rPr lang="en-US" altLang="zh-TW" sz="2800" baseline="-30000">
                <a:latin typeface="Times New Roman" panose="02020603050405020304" pitchFamily="18" charset="0"/>
              </a:rPr>
              <a:t>0</a:t>
            </a:r>
            <a:r>
              <a:rPr lang="en-US" altLang="zh-TW" sz="2800" i="1" baseline="-30000">
                <a:latin typeface="Times New Roman" panose="02020603050405020304" pitchFamily="18" charset="0"/>
              </a:rPr>
              <a:t>,j</a:t>
            </a:r>
            <a:r>
              <a:rPr lang="en-US" altLang="zh-TW" sz="2800">
                <a:latin typeface="Times New Roman" panose="02020603050405020304" pitchFamily="18" charset="0"/>
              </a:rPr>
              <a:t> = </a:t>
            </a:r>
            <a:r>
              <a:rPr lang="en-US" altLang="zh-TW" sz="2800" i="1">
                <a:latin typeface="Times New Roman" panose="02020603050405020304" pitchFamily="18" charset="0"/>
              </a:rPr>
              <a:t>A</a:t>
            </a:r>
            <a:r>
              <a:rPr lang="en-US" altLang="zh-TW" sz="2800" i="1" baseline="-30000">
                <a:latin typeface="Times New Roman" panose="02020603050405020304" pitchFamily="18" charset="0"/>
              </a:rPr>
              <a:t>i</a:t>
            </a:r>
            <a:r>
              <a:rPr lang="en-US" altLang="zh-TW" sz="2800" baseline="-30000">
                <a:latin typeface="Times New Roman" panose="02020603050405020304" pitchFamily="18" charset="0"/>
              </a:rPr>
              <a:t>,0</a:t>
            </a:r>
            <a:r>
              <a:rPr lang="en-US" altLang="zh-TW" sz="2800">
                <a:latin typeface="Times New Roman" panose="02020603050405020304" pitchFamily="18" charset="0"/>
              </a:rPr>
              <a:t> = 0   for  1</a:t>
            </a:r>
            <a:r>
              <a:rPr lang="en-US" altLang="zh-TW" sz="2800">
                <a:latin typeface="Times New Roman" panose="02020603050405020304" pitchFamily="18" charset="0"/>
                <a:sym typeface="Symbol" panose="05050102010706020507" pitchFamily="18" charset="2"/>
              </a:rPr>
              <a:t> </a:t>
            </a:r>
            <a:r>
              <a:rPr lang="en-US" altLang="zh-TW" sz="2800" i="1">
                <a:latin typeface="Times New Roman" panose="02020603050405020304" pitchFamily="18" charset="0"/>
              </a:rPr>
              <a:t>i</a:t>
            </a:r>
            <a:r>
              <a:rPr lang="en-US" altLang="zh-TW" sz="2800">
                <a:latin typeface="Times New Roman" panose="02020603050405020304" pitchFamily="18" charset="0"/>
                <a:sym typeface="Symbol" panose="05050102010706020507" pitchFamily="18" charset="2"/>
              </a:rPr>
              <a:t> </a:t>
            </a:r>
            <a:r>
              <a:rPr lang="en-US" altLang="zh-TW" sz="2800" i="1">
                <a:latin typeface="Times New Roman" panose="02020603050405020304" pitchFamily="18" charset="0"/>
              </a:rPr>
              <a:t>m</a:t>
            </a:r>
            <a:r>
              <a:rPr lang="en-US" altLang="zh-TW" sz="2800">
                <a:latin typeface="Times New Roman" panose="02020603050405020304" pitchFamily="18" charset="0"/>
              </a:rPr>
              <a:t>, 1</a:t>
            </a:r>
            <a:r>
              <a:rPr lang="en-US" altLang="zh-TW" sz="2800">
                <a:latin typeface="Times New Roman" panose="02020603050405020304" pitchFamily="18" charset="0"/>
                <a:sym typeface="Symbol" panose="05050102010706020507" pitchFamily="18" charset="2"/>
              </a:rPr>
              <a:t> </a:t>
            </a:r>
            <a:r>
              <a:rPr lang="en-US" altLang="zh-TW" sz="2800" i="1">
                <a:latin typeface="Times New Roman" panose="02020603050405020304" pitchFamily="18" charset="0"/>
              </a:rPr>
              <a:t>j</a:t>
            </a:r>
            <a:r>
              <a:rPr lang="en-US" altLang="zh-TW" sz="2800">
                <a:latin typeface="Times New Roman" panose="02020603050405020304" pitchFamily="18" charset="0"/>
                <a:sym typeface="Symbol" panose="05050102010706020507" pitchFamily="18" charset="2"/>
              </a:rPr>
              <a:t> </a:t>
            </a:r>
            <a:r>
              <a:rPr lang="en-US" altLang="zh-TW" sz="2800" i="1">
                <a:latin typeface="Times New Roman" panose="02020603050405020304" pitchFamily="18" charset="0"/>
              </a:rPr>
              <a:t>n</a:t>
            </a:r>
            <a:r>
              <a:rPr lang="en-US" altLang="zh-TW" sz="2800">
                <a:latin typeface="Times New Roman" panose="02020603050405020304" pitchFamily="18" charset="0"/>
              </a:rPr>
              <a:t>. </a:t>
            </a:r>
          </a:p>
          <a:p>
            <a:endParaRPr lang="en-US" altLang="zh-TW" sz="2800">
              <a:latin typeface="Times New Roman" panose="02020603050405020304" pitchFamily="18" charset="0"/>
            </a:endParaRPr>
          </a:p>
          <a:p>
            <a:r>
              <a:rPr lang="en-US" altLang="zh-TW" sz="2800">
                <a:latin typeface="Times New Roman" panose="02020603050405020304" pitchFamily="18" charset="0"/>
              </a:rPr>
              <a:t>Time complexity: O(</a:t>
            </a:r>
            <a:r>
              <a:rPr lang="en-US" altLang="zh-TW" sz="2800" i="1">
                <a:latin typeface="Times New Roman" panose="02020603050405020304" pitchFamily="18" charset="0"/>
              </a:rPr>
              <a:t>mn</a:t>
            </a:r>
            <a:r>
              <a:rPr lang="en-US" altLang="zh-TW" sz="2800">
                <a:latin typeface="Times New Roman" panose="02020603050405020304" pitchFamily="18" charset="0"/>
              </a:rPr>
              <a:t>)</a:t>
            </a:r>
          </a:p>
          <a:p>
            <a:pPr>
              <a:buFont typeface="Wingdings" panose="05000000000000000000" pitchFamily="2" charset="2"/>
              <a:buNone/>
            </a:pPr>
            <a:endParaRPr lang="en-US" altLang="zh-TW" sz="2800">
              <a:latin typeface="Times New Roman" panose="02020603050405020304" pitchFamily="18" charset="0"/>
            </a:endParaRPr>
          </a:p>
        </p:txBody>
      </p:sp>
      <p:grpSp>
        <p:nvGrpSpPr>
          <p:cNvPr id="47108" name="Group 4"/>
          <p:cNvGrpSpPr>
            <a:grpSpLocks/>
          </p:cNvGrpSpPr>
          <p:nvPr/>
        </p:nvGrpSpPr>
        <p:grpSpPr bwMode="auto">
          <a:xfrm>
            <a:off x="3505200" y="3581400"/>
            <a:ext cx="152400" cy="914400"/>
            <a:chOff x="0" y="1"/>
            <a:chExt cx="20000" cy="19999"/>
          </a:xfrm>
        </p:grpSpPr>
        <p:sp>
          <p:nvSpPr>
            <p:cNvPr id="47109" name="Arc 5"/>
            <p:cNvSpPr>
              <a:spLocks/>
            </p:cNvSpPr>
            <p:nvPr/>
          </p:nvSpPr>
          <p:spPr bwMode="auto">
            <a:xfrm flipH="1" flipV="1">
              <a:off x="9945" y="18335"/>
              <a:ext cx="10055" cy="166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2700">
              <a:solidFill>
                <a:schemeClr val="hlink"/>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base">
                <a:spcBef>
                  <a:spcPct val="0"/>
                </a:spcBef>
                <a:spcAft>
                  <a:spcPct val="0"/>
                </a:spcAft>
              </a:pPr>
              <a:endParaRPr kumimoji="1" lang="zh-TW" altLang="en-US" sz="2400">
                <a:solidFill>
                  <a:srgbClr val="000000"/>
                </a:solidFill>
              </a:endParaRPr>
            </a:p>
          </p:txBody>
        </p:sp>
        <p:sp>
          <p:nvSpPr>
            <p:cNvPr id="47110" name="Line 6"/>
            <p:cNvSpPr>
              <a:spLocks noChangeShapeType="1"/>
            </p:cNvSpPr>
            <p:nvPr/>
          </p:nvSpPr>
          <p:spPr bwMode="auto">
            <a:xfrm>
              <a:off x="9945" y="11656"/>
              <a:ext cx="110" cy="6698"/>
            </a:xfrm>
            <a:prstGeom prst="line">
              <a:avLst/>
            </a:prstGeom>
            <a:noFill/>
            <a:ln w="127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base">
                <a:spcBef>
                  <a:spcPct val="0"/>
                </a:spcBef>
                <a:spcAft>
                  <a:spcPct val="0"/>
                </a:spcAft>
              </a:pPr>
              <a:endParaRPr kumimoji="1" lang="zh-TW" altLang="en-US" sz="2400">
                <a:solidFill>
                  <a:srgbClr val="000000"/>
                </a:solidFill>
              </a:endParaRPr>
            </a:p>
          </p:txBody>
        </p:sp>
        <p:sp>
          <p:nvSpPr>
            <p:cNvPr id="47111" name="Arc 7"/>
            <p:cNvSpPr>
              <a:spLocks/>
            </p:cNvSpPr>
            <p:nvPr/>
          </p:nvSpPr>
          <p:spPr bwMode="auto">
            <a:xfrm>
              <a:off x="0" y="9991"/>
              <a:ext cx="9945" cy="166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2700">
              <a:solidFill>
                <a:schemeClr val="hlink"/>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base">
                <a:spcBef>
                  <a:spcPct val="0"/>
                </a:spcBef>
                <a:spcAft>
                  <a:spcPct val="0"/>
                </a:spcAft>
              </a:pPr>
              <a:endParaRPr kumimoji="1" lang="zh-TW" altLang="en-US" sz="2400">
                <a:solidFill>
                  <a:srgbClr val="000000"/>
                </a:solidFill>
              </a:endParaRPr>
            </a:p>
          </p:txBody>
        </p:sp>
        <p:sp>
          <p:nvSpPr>
            <p:cNvPr id="47112" name="Arc 8"/>
            <p:cNvSpPr>
              <a:spLocks/>
            </p:cNvSpPr>
            <p:nvPr/>
          </p:nvSpPr>
          <p:spPr bwMode="auto">
            <a:xfrm flipV="1">
              <a:off x="0" y="8326"/>
              <a:ext cx="9945" cy="166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2700">
              <a:solidFill>
                <a:schemeClr val="hlink"/>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base">
                <a:spcBef>
                  <a:spcPct val="0"/>
                </a:spcBef>
                <a:spcAft>
                  <a:spcPct val="0"/>
                </a:spcAft>
              </a:pPr>
              <a:endParaRPr kumimoji="1" lang="zh-TW" altLang="en-US" sz="2400">
                <a:solidFill>
                  <a:srgbClr val="000000"/>
                </a:solidFill>
              </a:endParaRPr>
            </a:p>
          </p:txBody>
        </p:sp>
        <p:sp>
          <p:nvSpPr>
            <p:cNvPr id="47113" name="Line 9"/>
            <p:cNvSpPr>
              <a:spLocks noChangeShapeType="1"/>
            </p:cNvSpPr>
            <p:nvPr/>
          </p:nvSpPr>
          <p:spPr bwMode="auto">
            <a:xfrm>
              <a:off x="9945" y="1666"/>
              <a:ext cx="110" cy="6679"/>
            </a:xfrm>
            <a:prstGeom prst="line">
              <a:avLst/>
            </a:prstGeom>
            <a:noFill/>
            <a:ln w="12700">
              <a:solidFill>
                <a:schemeClr val="hlink"/>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base">
                <a:spcBef>
                  <a:spcPct val="0"/>
                </a:spcBef>
                <a:spcAft>
                  <a:spcPct val="0"/>
                </a:spcAft>
              </a:pPr>
              <a:endParaRPr kumimoji="1" lang="zh-TW" altLang="en-US" sz="2400">
                <a:solidFill>
                  <a:srgbClr val="000000"/>
                </a:solidFill>
              </a:endParaRPr>
            </a:p>
          </p:txBody>
        </p:sp>
        <p:sp>
          <p:nvSpPr>
            <p:cNvPr id="47114" name="Arc 10"/>
            <p:cNvSpPr>
              <a:spLocks/>
            </p:cNvSpPr>
            <p:nvPr/>
          </p:nvSpPr>
          <p:spPr bwMode="auto">
            <a:xfrm flipH="1">
              <a:off x="9945" y="1"/>
              <a:ext cx="10055" cy="166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0"/>
                  </a:moveTo>
                  <a:cubicBezTo>
                    <a:pt x="11929" y="0"/>
                    <a:pt x="21600" y="9670"/>
                    <a:pt x="21600" y="21600"/>
                  </a:cubicBezTo>
                </a:path>
                <a:path w="21600" h="21600" stroke="0" extrusionOk="0">
                  <a:moveTo>
                    <a:pt x="0" y="0"/>
                  </a:moveTo>
                  <a:cubicBezTo>
                    <a:pt x="11929" y="0"/>
                    <a:pt x="21600" y="9670"/>
                    <a:pt x="21600" y="21600"/>
                  </a:cubicBezTo>
                  <a:lnTo>
                    <a:pt x="0" y="21600"/>
                  </a:lnTo>
                  <a:close/>
                </a:path>
              </a:pathLst>
            </a:custGeom>
            <a:noFill/>
            <a:ln w="12700">
              <a:solidFill>
                <a:schemeClr val="hlink"/>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fontAlgn="base">
                <a:spcBef>
                  <a:spcPct val="0"/>
                </a:spcBef>
                <a:spcAft>
                  <a:spcPct val="0"/>
                </a:spcAft>
              </a:pPr>
              <a:endParaRPr kumimoji="1" lang="zh-TW" altLang="en-US" sz="2400">
                <a:solidFill>
                  <a:srgbClr val="000000"/>
                </a:solidFill>
              </a:endParaRPr>
            </a:p>
          </p:txBody>
        </p:sp>
      </p:grpSp>
    </p:spTree>
    <p:extLst>
      <p:ext uri="{BB962C8B-B14F-4D97-AF65-F5344CB8AC3E}">
        <p14:creationId xmlns:p14="http://schemas.microsoft.com/office/powerpoint/2010/main" val="108751995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4"/>
          <p:cNvSpPr>
            <a:spLocks noChangeArrowheads="1"/>
          </p:cNvSpPr>
          <p:nvPr/>
        </p:nvSpPr>
        <p:spPr bwMode="auto">
          <a:xfrm>
            <a:off x="2438400" y="1066800"/>
            <a:ext cx="7772400" cy="4840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fontAlgn="base">
              <a:lnSpc>
                <a:spcPct val="90000"/>
              </a:lnSpc>
              <a:spcBef>
                <a:spcPct val="20000"/>
              </a:spcBef>
              <a:spcAft>
                <a:spcPct val="0"/>
              </a:spcAft>
              <a:buClr>
                <a:srgbClr val="3333CC"/>
              </a:buClr>
              <a:buSzPct val="60000"/>
              <a:buFont typeface="Wingdings" panose="05000000000000000000" pitchFamily="2" charset="2"/>
              <a:buChar char="n"/>
            </a:pPr>
            <a:endParaRPr lang="zh-TW" altLang="zh-TW" sz="3200">
              <a:solidFill>
                <a:srgbClr val="000000"/>
              </a:solidFill>
              <a:latin typeface="Tahoma" panose="020B0604030504040204" pitchFamily="34" charset="0"/>
            </a:endParaRPr>
          </a:p>
        </p:txBody>
      </p:sp>
      <p:graphicFrame>
        <p:nvGraphicFramePr>
          <p:cNvPr id="59395" name="Object 3"/>
          <p:cNvGraphicFramePr>
            <a:graphicFrameLocks noChangeAspect="1"/>
          </p:cNvGraphicFramePr>
          <p:nvPr/>
        </p:nvGraphicFramePr>
        <p:xfrm>
          <a:off x="2971800" y="2819400"/>
          <a:ext cx="5181600" cy="3892550"/>
        </p:xfrm>
        <a:graphic>
          <a:graphicData uri="http://schemas.openxmlformats.org/presentationml/2006/ole">
            <mc:AlternateContent xmlns:mc="http://schemas.openxmlformats.org/markup-compatibility/2006">
              <mc:Choice xmlns:v="urn:schemas-microsoft-com:vml" Requires="v">
                <p:oleObj spid="_x0000_s1244" name="VISIO" r:id="rId4" imgW="3722760" imgH="2797920" progId="Visio.Drawing.6">
                  <p:embed/>
                </p:oleObj>
              </mc:Choice>
              <mc:Fallback>
                <p:oleObj name="VISIO" r:id="rId4" imgW="3722760" imgH="2797920" progId="Visio.Drawing.6">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1800" y="2819400"/>
                        <a:ext cx="5181600" cy="3892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9416" name="Rectangle 24"/>
          <p:cNvSpPr>
            <a:spLocks noGrp="1" noChangeArrowheads="1"/>
          </p:cNvSpPr>
          <p:nvPr>
            <p:ph type="body" idx="1"/>
          </p:nvPr>
        </p:nvSpPr>
        <p:spPr>
          <a:xfrm>
            <a:off x="2362200" y="457200"/>
            <a:ext cx="7772400" cy="4648200"/>
          </a:xfrm>
          <a:noFill/>
          <a:ln/>
        </p:spPr>
        <p:txBody>
          <a:bodyPr/>
          <a:lstStyle/>
          <a:p>
            <a:r>
              <a:rPr lang="en-US" altLang="zh-TW" sz="2800" dirty="0">
                <a:latin typeface="Times New Roman" panose="02020603050405020304" pitchFamily="18" charset="0"/>
              </a:rPr>
              <a:t>By the </a:t>
            </a:r>
            <a:r>
              <a:rPr lang="en-US" altLang="zh-TW" sz="2800" u="sng" dirty="0">
                <a:solidFill>
                  <a:schemeClr val="hlink"/>
                </a:solidFill>
                <a:latin typeface="Times New Roman" panose="02020603050405020304" pitchFamily="18" charset="0"/>
              </a:rPr>
              <a:t>dynamic programming</a:t>
            </a:r>
            <a:r>
              <a:rPr lang="en-US" altLang="zh-TW" sz="2800" dirty="0">
                <a:latin typeface="Times New Roman" panose="02020603050405020304" pitchFamily="18" charset="0"/>
              </a:rPr>
              <a:t>, we can calculate matrix </a:t>
            </a:r>
            <a:r>
              <a:rPr lang="en-US" altLang="zh-TW" sz="2800" i="1" dirty="0">
                <a:latin typeface="Times New Roman" panose="02020603050405020304" pitchFamily="18" charset="0"/>
              </a:rPr>
              <a:t>A</a:t>
            </a:r>
            <a:r>
              <a:rPr lang="en-US" altLang="zh-TW" sz="2800" dirty="0">
                <a:latin typeface="Times New Roman" panose="02020603050405020304" pitchFamily="18" charset="0"/>
              </a:rPr>
              <a:t> starting at the upper left corner and ending at the lower right corner.</a:t>
            </a:r>
          </a:p>
          <a:p>
            <a:r>
              <a:rPr lang="en-US" altLang="zh-TW" sz="2800" dirty="0">
                <a:latin typeface="Times New Roman" panose="02020603050405020304" pitchFamily="18" charset="0"/>
              </a:rPr>
              <a:t>Simply, we can calculate it row by row, or column by column.</a:t>
            </a:r>
          </a:p>
        </p:txBody>
      </p:sp>
    </p:spTree>
    <p:extLst>
      <p:ext uri="{BB962C8B-B14F-4D97-AF65-F5344CB8AC3E}">
        <p14:creationId xmlns:p14="http://schemas.microsoft.com/office/powerpoint/2010/main" val="279600159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6" name="Rectangle 6"/>
          <p:cNvSpPr>
            <a:spLocks noChangeArrowheads="1"/>
          </p:cNvSpPr>
          <p:nvPr/>
        </p:nvSpPr>
        <p:spPr bwMode="auto">
          <a:xfrm>
            <a:off x="2209800" y="5715000"/>
            <a:ext cx="75438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kumimoji="1" sz="2400">
                <a:solidFill>
                  <a:schemeClr val="tx1"/>
                </a:solidFill>
                <a:latin typeface="Times New Roman" panose="02020603050405020304" pitchFamily="18" charset="0"/>
                <a:ea typeface="新細明體" panose="02020500000000000000" pitchFamily="18" charset="-120"/>
              </a:defRPr>
            </a:lvl1pPr>
            <a:lvl2pPr marL="742950" indent="-285750">
              <a:defRPr kumimoji="1" sz="2400">
                <a:solidFill>
                  <a:schemeClr val="tx1"/>
                </a:solidFill>
                <a:latin typeface="Times New Roman" panose="02020603050405020304" pitchFamily="18" charset="0"/>
                <a:ea typeface="新細明體" panose="02020500000000000000" pitchFamily="18" charset="-120"/>
              </a:defRPr>
            </a:lvl2pPr>
            <a:lvl3pPr marL="1143000" indent="-228600">
              <a:defRPr kumimoji="1" sz="2400">
                <a:solidFill>
                  <a:schemeClr val="tx1"/>
                </a:solidFill>
                <a:latin typeface="Times New Roman" panose="02020603050405020304" pitchFamily="18" charset="0"/>
                <a:ea typeface="新細明體" panose="02020500000000000000" pitchFamily="18" charset="-120"/>
              </a:defRPr>
            </a:lvl3pPr>
            <a:lvl4pPr marL="1600200" indent="-228600">
              <a:defRPr kumimoji="1" sz="2400">
                <a:solidFill>
                  <a:schemeClr val="tx1"/>
                </a:solidFill>
                <a:latin typeface="Times New Roman" panose="02020603050405020304" pitchFamily="18" charset="0"/>
                <a:ea typeface="新細明體" panose="02020500000000000000" pitchFamily="18" charset="-120"/>
              </a:defRPr>
            </a:lvl4pPr>
            <a:lvl5pPr marL="2057400" indent="-228600">
              <a:defRPr kumimoji="1" sz="2400">
                <a:solidFill>
                  <a:schemeClr val="tx1"/>
                </a:solidFill>
                <a:latin typeface="Times New Roman" panose="02020603050405020304" pitchFamily="18" charset="0"/>
                <a:ea typeface="新細明體" panose="02020500000000000000" pitchFamily="18" charset="-120"/>
              </a:defRPr>
            </a:lvl5pPr>
            <a:lvl6pPr marL="25146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6pPr>
            <a:lvl7pPr marL="29718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7pPr>
            <a:lvl8pPr marL="34290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8pPr>
            <a:lvl9pPr marL="3886200" indent="-228600" fontAlgn="base">
              <a:spcBef>
                <a:spcPct val="0"/>
              </a:spcBef>
              <a:spcAft>
                <a:spcPct val="0"/>
              </a:spcAft>
              <a:defRPr kumimoji="1" sz="2400">
                <a:solidFill>
                  <a:schemeClr val="tx1"/>
                </a:solidFill>
                <a:latin typeface="Times New Roman" panose="02020603050405020304" pitchFamily="18" charset="0"/>
                <a:ea typeface="新細明體" panose="02020500000000000000" pitchFamily="18" charset="-120"/>
              </a:defRPr>
            </a:lvl9pPr>
          </a:lstStyle>
          <a:p>
            <a:pPr fontAlgn="base">
              <a:lnSpc>
                <a:spcPct val="90000"/>
              </a:lnSpc>
              <a:spcBef>
                <a:spcPct val="20000"/>
              </a:spcBef>
              <a:spcAft>
                <a:spcPct val="0"/>
              </a:spcAft>
              <a:buClr>
                <a:srgbClr val="3333CC"/>
              </a:buClr>
              <a:buSzPct val="60000"/>
              <a:buFont typeface="Wingdings" panose="05000000000000000000" pitchFamily="2" charset="2"/>
              <a:buChar char="n"/>
            </a:pPr>
            <a:r>
              <a:rPr lang="en-US" altLang="zh-TW" sz="2800">
                <a:solidFill>
                  <a:srgbClr val="000000"/>
                </a:solidFill>
              </a:rPr>
              <a:t>After matrix </a:t>
            </a:r>
            <a:r>
              <a:rPr lang="en-US" altLang="zh-TW" sz="2800" i="1">
                <a:solidFill>
                  <a:srgbClr val="000000"/>
                </a:solidFill>
              </a:rPr>
              <a:t>A</a:t>
            </a:r>
            <a:r>
              <a:rPr lang="en-US" altLang="zh-TW" sz="2800">
                <a:solidFill>
                  <a:srgbClr val="000000"/>
                </a:solidFill>
              </a:rPr>
              <a:t> has been found, we can </a:t>
            </a:r>
            <a:r>
              <a:rPr lang="en-US" altLang="zh-TW" sz="2800" u="sng">
                <a:solidFill>
                  <a:srgbClr val="FF0000"/>
                </a:solidFill>
              </a:rPr>
              <a:t>trace back</a:t>
            </a:r>
            <a:r>
              <a:rPr lang="en-US" altLang="zh-TW" sz="2800">
                <a:solidFill>
                  <a:srgbClr val="000000"/>
                </a:solidFill>
              </a:rPr>
              <a:t> to find the LCS.</a:t>
            </a:r>
          </a:p>
          <a:p>
            <a:pPr fontAlgn="base">
              <a:lnSpc>
                <a:spcPct val="90000"/>
              </a:lnSpc>
              <a:spcBef>
                <a:spcPct val="20000"/>
              </a:spcBef>
              <a:spcAft>
                <a:spcPct val="0"/>
              </a:spcAft>
              <a:buClr>
                <a:srgbClr val="3333CC"/>
              </a:buClr>
              <a:buSzPct val="60000"/>
              <a:buFont typeface="Wingdings" panose="05000000000000000000" pitchFamily="2" charset="2"/>
              <a:buNone/>
            </a:pPr>
            <a:r>
              <a:rPr lang="en-US" altLang="zh-TW" sz="2800">
                <a:solidFill>
                  <a:srgbClr val="000000"/>
                </a:solidFill>
              </a:rPr>
              <a:t>    </a:t>
            </a:r>
          </a:p>
          <a:p>
            <a:pPr fontAlgn="base">
              <a:lnSpc>
                <a:spcPct val="90000"/>
              </a:lnSpc>
              <a:spcBef>
                <a:spcPct val="20000"/>
              </a:spcBef>
              <a:spcAft>
                <a:spcPct val="0"/>
              </a:spcAft>
              <a:buClr>
                <a:srgbClr val="3333CC"/>
              </a:buClr>
              <a:buSzPct val="60000"/>
              <a:buFont typeface="Wingdings" panose="05000000000000000000" pitchFamily="2" charset="2"/>
              <a:buNone/>
            </a:pPr>
            <a:r>
              <a:rPr lang="en-US" altLang="zh-TW" sz="2800">
                <a:solidFill>
                  <a:srgbClr val="000000"/>
                </a:solidFill>
              </a:rPr>
              <a:t>   </a:t>
            </a:r>
          </a:p>
        </p:txBody>
      </p:sp>
      <p:sp>
        <p:nvSpPr>
          <p:cNvPr id="51204" name="Rectangle 4"/>
          <p:cNvSpPr>
            <a:spLocks noGrp="1" noChangeArrowheads="1"/>
          </p:cNvSpPr>
          <p:nvPr>
            <p:ph type="body" idx="1"/>
          </p:nvPr>
        </p:nvSpPr>
        <p:spPr>
          <a:xfrm>
            <a:off x="7848600" y="3124200"/>
            <a:ext cx="2209800" cy="1447800"/>
          </a:xfrm>
          <a:noFill/>
          <a:ln/>
        </p:spPr>
        <p:txBody>
          <a:bodyPr/>
          <a:lstStyle/>
          <a:p>
            <a:pPr>
              <a:lnSpc>
                <a:spcPct val="90000"/>
              </a:lnSpc>
              <a:buFont typeface="Wingdings" panose="05000000000000000000" pitchFamily="2" charset="2"/>
              <a:buNone/>
            </a:pPr>
            <a:r>
              <a:rPr lang="en-US" altLang="zh-TW" sz="2800">
                <a:latin typeface="Courier New" panose="02070309020205020404" pitchFamily="49" charset="0"/>
              </a:rPr>
              <a:t>T</a:t>
            </a:r>
            <a:r>
              <a:rPr lang="en-US" altLang="zh-TW" sz="2800" u="sng">
                <a:solidFill>
                  <a:srgbClr val="FF3300"/>
                </a:solidFill>
                <a:latin typeface="Courier New" panose="02070309020205020404" pitchFamily="49" charset="0"/>
              </a:rPr>
              <a:t>AG</a:t>
            </a:r>
            <a:r>
              <a:rPr lang="en-US" altLang="zh-TW" sz="2800">
                <a:latin typeface="Courier New" panose="02070309020205020404" pitchFamily="49" charset="0"/>
              </a:rPr>
              <a:t>TC</a:t>
            </a:r>
            <a:r>
              <a:rPr lang="en-US" altLang="zh-TW" sz="2800" u="sng">
                <a:solidFill>
                  <a:schemeClr val="folHlink"/>
                </a:solidFill>
                <a:latin typeface="Courier New" panose="02070309020205020404" pitchFamily="49" charset="0"/>
              </a:rPr>
              <a:t>ACG</a:t>
            </a:r>
          </a:p>
          <a:p>
            <a:pPr>
              <a:lnSpc>
                <a:spcPct val="90000"/>
              </a:lnSpc>
              <a:buFont typeface="Wingdings" panose="05000000000000000000" pitchFamily="2" charset="2"/>
              <a:buNone/>
            </a:pPr>
            <a:r>
              <a:rPr lang="en-US" altLang="zh-TW" sz="2800" u="sng">
                <a:solidFill>
                  <a:srgbClr val="FF3300"/>
                </a:solidFill>
                <a:latin typeface="Courier New" panose="02070309020205020404" pitchFamily="49" charset="0"/>
              </a:rPr>
              <a:t>AG</a:t>
            </a:r>
            <a:r>
              <a:rPr lang="en-US" altLang="zh-TW" sz="2800" u="sng">
                <a:solidFill>
                  <a:schemeClr val="folHlink"/>
                </a:solidFill>
                <a:latin typeface="Courier New" panose="02070309020205020404" pitchFamily="49" charset="0"/>
              </a:rPr>
              <a:t>AC</a:t>
            </a:r>
            <a:r>
              <a:rPr lang="en-US" altLang="zh-TW" sz="2800">
                <a:latin typeface="Courier New" panose="02070309020205020404" pitchFamily="49" charset="0"/>
              </a:rPr>
              <a:t>T</a:t>
            </a:r>
            <a:r>
              <a:rPr lang="en-US" altLang="zh-TW" sz="2800" u="sng">
                <a:solidFill>
                  <a:schemeClr val="folHlink"/>
                </a:solidFill>
                <a:latin typeface="Courier New" panose="02070309020205020404" pitchFamily="49" charset="0"/>
              </a:rPr>
              <a:t>G</a:t>
            </a:r>
            <a:r>
              <a:rPr lang="en-US" altLang="zh-TW" sz="2800">
                <a:latin typeface="Courier New" panose="02070309020205020404" pitchFamily="49" charset="0"/>
              </a:rPr>
              <a:t>TC</a:t>
            </a:r>
          </a:p>
          <a:p>
            <a:pPr>
              <a:lnSpc>
                <a:spcPct val="90000"/>
              </a:lnSpc>
              <a:buFont typeface="Wingdings" panose="05000000000000000000" pitchFamily="2" charset="2"/>
              <a:buNone/>
            </a:pPr>
            <a:r>
              <a:rPr lang="en-US" altLang="zh-TW" sz="2800" b="1">
                <a:latin typeface="Courier New" panose="02070309020205020404" pitchFamily="49" charset="0"/>
                <a:sym typeface="Symbol" panose="05050102010706020507" pitchFamily="18" charset="2"/>
              </a:rPr>
              <a:t>LCS</a:t>
            </a:r>
            <a:r>
              <a:rPr lang="en-US" altLang="zh-TW" sz="2800">
                <a:latin typeface="Courier New" panose="02070309020205020404" pitchFamily="49" charset="0"/>
                <a:sym typeface="Symbol" panose="05050102010706020507" pitchFamily="18" charset="2"/>
              </a:rPr>
              <a:t>:</a:t>
            </a:r>
            <a:r>
              <a:rPr lang="en-US" altLang="zh-TW" sz="2800">
                <a:solidFill>
                  <a:srgbClr val="FF3300"/>
                </a:solidFill>
                <a:latin typeface="Courier New" panose="02070309020205020404" pitchFamily="49" charset="0"/>
              </a:rPr>
              <a:t>AG</a:t>
            </a:r>
            <a:r>
              <a:rPr lang="en-US" altLang="zh-TW" sz="2800">
                <a:solidFill>
                  <a:schemeClr val="folHlink"/>
                </a:solidFill>
                <a:latin typeface="Courier New" panose="02070309020205020404" pitchFamily="49" charset="0"/>
              </a:rPr>
              <a:t>ACG</a:t>
            </a:r>
          </a:p>
          <a:p>
            <a:pPr>
              <a:lnSpc>
                <a:spcPct val="90000"/>
              </a:lnSpc>
              <a:buFont typeface="Wingdings" panose="05000000000000000000" pitchFamily="2" charset="2"/>
              <a:buNone/>
            </a:pPr>
            <a:endParaRPr lang="en-US" altLang="zh-TW" sz="2800">
              <a:solidFill>
                <a:schemeClr val="accent2"/>
              </a:solidFill>
              <a:latin typeface="Courier New" panose="02070309020205020404" pitchFamily="49" charset="0"/>
            </a:endParaRPr>
          </a:p>
        </p:txBody>
      </p:sp>
      <p:pic>
        <p:nvPicPr>
          <p:cNvPr id="51333" name="Picture 133" descr="dp"/>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05000" y="76200"/>
            <a:ext cx="5715000" cy="5715000"/>
          </a:xfrm>
          <a:prstGeom prst="rect">
            <a:avLst/>
          </a:prstGeom>
          <a:noFill/>
          <a:extLst>
            <a:ext uri="{909E8E84-426E-40DD-AFC4-6F175D3DCCD1}">
              <a14:hiddenFill xmlns:a14="http://schemas.microsoft.com/office/drawing/2010/main">
                <a:solidFill>
                  <a:srgbClr val="FFFFFF"/>
                </a:solidFill>
              </a14:hiddenFill>
            </a:ext>
          </a:extLst>
        </p:spPr>
      </p:pic>
      <p:sp>
        <p:nvSpPr>
          <p:cNvPr id="51512" name="Text Box 312"/>
          <p:cNvSpPr txBox="1">
            <a:spLocks noChangeArrowheads="1"/>
          </p:cNvSpPr>
          <p:nvPr/>
        </p:nvSpPr>
        <p:spPr bwMode="auto">
          <a:xfrm>
            <a:off x="2133600" y="0"/>
            <a:ext cx="685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en-US" altLang="zh-TW" sz="2400">
                <a:solidFill>
                  <a:srgbClr val="000000"/>
                </a:solidFill>
              </a:rPr>
              <a:t>S</a:t>
            </a:r>
            <a:r>
              <a:rPr kumimoji="1" lang="en-US" altLang="zh-TW" sz="2400" baseline="-25000">
                <a:solidFill>
                  <a:srgbClr val="000000"/>
                </a:solidFill>
              </a:rPr>
              <a:t>2</a:t>
            </a:r>
          </a:p>
        </p:txBody>
      </p:sp>
      <p:sp>
        <p:nvSpPr>
          <p:cNvPr id="51514" name="Text Box 314"/>
          <p:cNvSpPr txBox="1">
            <a:spLocks noChangeArrowheads="1"/>
          </p:cNvSpPr>
          <p:nvPr/>
        </p:nvSpPr>
        <p:spPr bwMode="auto">
          <a:xfrm>
            <a:off x="1752600" y="457200"/>
            <a:ext cx="533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kumimoji="1" lang="en-US" altLang="zh-TW" sz="2400">
                <a:solidFill>
                  <a:srgbClr val="000000"/>
                </a:solidFill>
              </a:rPr>
              <a:t>S</a:t>
            </a:r>
            <a:r>
              <a:rPr kumimoji="1" lang="en-US" altLang="zh-TW" sz="2400" baseline="-25000">
                <a:solidFill>
                  <a:srgbClr val="000000"/>
                </a:solidFill>
              </a:rPr>
              <a:t>1</a:t>
            </a:r>
          </a:p>
        </p:txBody>
      </p:sp>
    </p:spTree>
    <p:extLst>
      <p:ext uri="{BB962C8B-B14F-4D97-AF65-F5344CB8AC3E}">
        <p14:creationId xmlns:p14="http://schemas.microsoft.com/office/powerpoint/2010/main" val="108918873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014130" y="1063379"/>
            <a:ext cx="5734262" cy="5078313"/>
          </a:xfrm>
          <a:prstGeom prst="rect">
            <a:avLst/>
          </a:prstGeom>
          <a:noFill/>
        </p:spPr>
        <p:txBody>
          <a:bodyPr wrap="none" lIns="91440" tIns="45720" rIns="91440" bIns="45720">
            <a:spAutoFit/>
          </a:bodyPr>
          <a:lstStyle/>
          <a:p>
            <a:r>
              <a:rPr lang="en-US" altLang="zh-TW" sz="5400" dirty="0" smtClean="0">
                <a:ln w="0"/>
                <a:effectLst>
                  <a:outerShdw blurRad="38100" dist="19050" dir="2700000" algn="tl" rotWithShape="0">
                    <a:schemeClr val="dk1">
                      <a:alpha val="40000"/>
                    </a:schemeClr>
                  </a:outerShdw>
                </a:effectLst>
              </a:rPr>
              <a:t>	</a:t>
            </a:r>
            <a:r>
              <a:rPr lang="el-GR" altLang="zh-TW" sz="5400" dirty="0" smtClean="0">
                <a:ln w="0"/>
                <a:effectLst>
                  <a:outerShdw blurRad="38100" dist="19050" dir="2700000" algn="tl" rotWithShape="0">
                    <a:schemeClr val="dk1">
                      <a:alpha val="40000"/>
                    </a:schemeClr>
                  </a:outerShdw>
                </a:effectLst>
              </a:rPr>
              <a:t>α</a:t>
            </a:r>
            <a:r>
              <a:rPr lang="en-US" altLang="zh-TW" sz="5400" dirty="0" smtClean="0">
                <a:ln w="0"/>
                <a:effectLst>
                  <a:outerShdw blurRad="38100" dist="19050" dir="2700000" algn="tl" rotWithShape="0">
                    <a:schemeClr val="dk1">
                      <a:alpha val="40000"/>
                    </a:schemeClr>
                  </a:outerShdw>
                </a:effectLst>
              </a:rPr>
              <a:t>: </a:t>
            </a:r>
            <a:r>
              <a:rPr lang="en-US" altLang="zh-TW" sz="5400" dirty="0" err="1" smtClean="0">
                <a:ln w="0"/>
                <a:effectLst>
                  <a:outerShdw blurRad="38100" dist="19050" dir="2700000" algn="tl" rotWithShape="0">
                    <a:schemeClr val="dk1">
                      <a:alpha val="40000"/>
                    </a:schemeClr>
                  </a:outerShdw>
                </a:effectLst>
              </a:rPr>
              <a:t>abcdbb</a:t>
            </a:r>
            <a:r>
              <a:rPr lang="en-US" altLang="zh-TW" sz="5400" dirty="0" smtClean="0">
                <a:ln w="0"/>
                <a:effectLst>
                  <a:outerShdw blurRad="38100" dist="19050" dir="2700000" algn="tl" rotWithShape="0">
                    <a:schemeClr val="dk1">
                      <a:alpha val="40000"/>
                    </a:schemeClr>
                  </a:outerShdw>
                </a:effectLst>
              </a:rPr>
              <a:t/>
            </a:r>
            <a:br>
              <a:rPr lang="en-US" altLang="zh-TW" sz="5400" dirty="0" smtClean="0">
                <a:ln w="0"/>
                <a:effectLst>
                  <a:outerShdw blurRad="38100" dist="19050" dir="2700000" algn="tl" rotWithShape="0">
                    <a:schemeClr val="dk1">
                      <a:alpha val="40000"/>
                    </a:schemeClr>
                  </a:outerShdw>
                </a:effectLst>
              </a:rPr>
            </a:br>
            <a:r>
              <a:rPr lang="en-US" altLang="zh-TW" sz="5400" dirty="0" smtClean="0">
                <a:ln w="0"/>
                <a:effectLst>
                  <a:outerShdw blurRad="38100" dist="19050" dir="2700000" algn="tl" rotWithShape="0">
                    <a:schemeClr val="dk1">
                      <a:alpha val="40000"/>
                    </a:schemeClr>
                  </a:outerShdw>
                </a:effectLst>
              </a:rPr>
              <a:t>	</a:t>
            </a:r>
            <a:r>
              <a:rPr lang="el-GR" altLang="zh-TW" sz="5400" dirty="0" smtClean="0">
                <a:ln w="0"/>
                <a:effectLst>
                  <a:outerShdw blurRad="38100" dist="19050" dir="2700000" algn="tl" rotWithShape="0">
                    <a:schemeClr val="dk1">
                      <a:alpha val="40000"/>
                    </a:schemeClr>
                  </a:outerShdw>
                </a:effectLst>
              </a:rPr>
              <a:t>β</a:t>
            </a:r>
            <a:r>
              <a:rPr lang="en-US" altLang="zh-TW" sz="5400" dirty="0" smtClean="0">
                <a:ln w="0"/>
                <a:effectLst>
                  <a:outerShdw blurRad="38100" dist="19050" dir="2700000" algn="tl" rotWithShape="0">
                    <a:schemeClr val="dk1">
                      <a:alpha val="40000"/>
                    </a:schemeClr>
                  </a:outerShdw>
                </a:effectLst>
              </a:rPr>
              <a:t>: </a:t>
            </a:r>
            <a:r>
              <a:rPr lang="en-US" altLang="zh-TW" sz="5400" dirty="0" err="1" smtClean="0">
                <a:ln w="0"/>
                <a:effectLst>
                  <a:outerShdw blurRad="38100" dist="19050" dir="2700000" algn="tl" rotWithShape="0">
                    <a:schemeClr val="dk1">
                      <a:alpha val="40000"/>
                    </a:schemeClr>
                  </a:outerShdw>
                </a:effectLst>
              </a:rPr>
              <a:t>cbacbaaba</a:t>
            </a:r>
            <a:endParaRPr lang="en-US" altLang="zh-TW" sz="5400" dirty="0" smtClean="0">
              <a:ln w="0"/>
              <a:effectLst>
                <a:outerShdw blurRad="38100" dist="19050" dir="2700000" algn="tl" rotWithShape="0">
                  <a:schemeClr val="dk1">
                    <a:alpha val="40000"/>
                  </a:schemeClr>
                </a:outerShdw>
              </a:effectLst>
            </a:endParaRPr>
          </a:p>
          <a:p>
            <a:endParaRPr lang="en-US" altLang="zh-TW" sz="5400" dirty="0" smtClean="0">
              <a:ln w="0"/>
              <a:effectLst>
                <a:outerShdw blurRad="38100" dist="19050" dir="2700000" algn="tl" rotWithShape="0">
                  <a:schemeClr val="dk1">
                    <a:alpha val="40000"/>
                  </a:schemeClr>
                </a:outerShdw>
              </a:effectLst>
            </a:endParaRPr>
          </a:p>
          <a:p>
            <a:r>
              <a:rPr lang="en-US" altLang="zh-TW" sz="5400" b="0" cap="none" spc="0" dirty="0" err="1" smtClean="0">
                <a:ln w="0"/>
                <a:solidFill>
                  <a:schemeClr val="tx1"/>
                </a:solidFill>
                <a:effectLst>
                  <a:outerShdw blurRad="38100" dist="19050" dir="2700000" algn="tl" rotWithShape="0">
                    <a:schemeClr val="dk1">
                      <a:alpha val="40000"/>
                    </a:schemeClr>
                  </a:outerShdw>
                </a:effectLst>
              </a:rPr>
              <a:t>Def</a:t>
            </a:r>
            <a:r>
              <a:rPr lang="en-US" altLang="zh-TW" sz="5400" b="0" cap="none" spc="0" dirty="0" smtClean="0">
                <a:ln w="0"/>
                <a:solidFill>
                  <a:schemeClr val="tx1"/>
                </a:solidFill>
                <a:effectLst>
                  <a:outerShdw blurRad="38100" dist="19050" dir="2700000" algn="tl" rotWithShape="0">
                    <a:schemeClr val="dk1">
                      <a:alpha val="40000"/>
                    </a:schemeClr>
                  </a:outerShdw>
                </a:effectLst>
              </a:rPr>
              <a:t>:</a:t>
            </a:r>
          </a:p>
          <a:p>
            <a:r>
              <a:rPr lang="en-US" altLang="zh-TW" sz="5400" dirty="0" smtClean="0">
                <a:ln w="0"/>
                <a:effectLst>
                  <a:outerShdw blurRad="38100" dist="19050" dir="2700000" algn="tl" rotWithShape="0">
                    <a:schemeClr val="dk1">
                      <a:alpha val="40000"/>
                    </a:schemeClr>
                  </a:outerShdw>
                </a:effectLst>
              </a:rPr>
              <a:t>	m= length of </a:t>
            </a:r>
            <a:r>
              <a:rPr lang="el-GR" altLang="zh-TW" sz="5400" dirty="0" smtClean="0">
                <a:ln w="0"/>
                <a:effectLst>
                  <a:outerShdw blurRad="38100" dist="19050" dir="2700000" algn="tl" rotWithShape="0">
                    <a:schemeClr val="dk1">
                      <a:alpha val="40000"/>
                    </a:schemeClr>
                  </a:outerShdw>
                </a:effectLst>
              </a:rPr>
              <a:t>α</a:t>
            </a:r>
            <a:endParaRPr lang="en-US" altLang="zh-TW" sz="5400" dirty="0" smtClean="0">
              <a:ln w="0"/>
              <a:effectLst>
                <a:outerShdw blurRad="38100" dist="19050" dir="2700000" algn="tl" rotWithShape="0">
                  <a:schemeClr val="dk1">
                    <a:alpha val="40000"/>
                  </a:schemeClr>
                </a:outerShdw>
              </a:effectLst>
            </a:endParaRPr>
          </a:p>
          <a:p>
            <a:r>
              <a:rPr lang="en-US" altLang="zh-TW" sz="5400" dirty="0" smtClean="0">
                <a:ln w="0"/>
                <a:effectLst>
                  <a:outerShdw blurRad="38100" dist="19050" dir="2700000" algn="tl" rotWithShape="0">
                    <a:schemeClr val="dk1">
                      <a:alpha val="40000"/>
                    </a:schemeClr>
                  </a:outerShdw>
                </a:effectLst>
              </a:rPr>
              <a:t>	n= length of </a:t>
            </a:r>
            <a:r>
              <a:rPr lang="el-GR" altLang="zh-TW" sz="5400" dirty="0" smtClean="0">
                <a:ln w="0"/>
                <a:effectLst>
                  <a:outerShdw blurRad="38100" dist="19050" dir="2700000" algn="tl" rotWithShape="0">
                    <a:schemeClr val="dk1">
                      <a:alpha val="40000"/>
                    </a:schemeClr>
                  </a:outerShdw>
                </a:effectLst>
              </a:rPr>
              <a:t>β</a:t>
            </a:r>
            <a:endParaRPr lang="en-US" altLang="zh-TW" sz="5400" dirty="0" smtClean="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87871942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3375735507"/>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0</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0</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0</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4</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4</a:t>
                      </a:r>
                      <a:endParaRPr lang="zh-TW" altLang="en-US" sz="1800" kern="1200" dirty="0">
                        <a:solidFill>
                          <a:schemeClr val="tx1"/>
                        </a:solidFill>
                        <a:latin typeface="+mn-lt"/>
                        <a:ea typeface="+mn-ea"/>
                        <a:cs typeface="+mn-cs"/>
                      </a:endParaRPr>
                    </a:p>
                  </a:txBody>
                  <a:tcPr/>
                </a:tc>
              </a:tr>
            </a:tbl>
          </a:graphicData>
        </a:graphic>
      </p:graphicFrame>
      <p:sp>
        <p:nvSpPr>
          <p:cNvPr id="7" name="矩形 6"/>
          <p:cNvSpPr/>
          <p:nvPr/>
        </p:nvSpPr>
        <p:spPr>
          <a:xfrm>
            <a:off x="275572" y="1535772"/>
            <a:ext cx="855687" cy="830997"/>
          </a:xfrm>
          <a:prstGeom prst="rect">
            <a:avLst/>
          </a:prstGeom>
          <a:noFill/>
        </p:spPr>
        <p:txBody>
          <a:bodyPr wrap="square" lIns="91440" tIns="45720" rIns="91440" bIns="45720">
            <a:spAutoFit/>
          </a:bodyPr>
          <a:lstStyle/>
          <a:p>
            <a:pPr algn="ctr"/>
            <a:r>
              <a:rPr lang="el-GR" altLang="zh-TW" sz="4800" dirty="0" smtClean="0">
                <a:ln w="0"/>
                <a:solidFill>
                  <a:srgbClr val="0070C0"/>
                </a:solidFill>
                <a:effectLst>
                  <a:outerShdw blurRad="38100" dist="19050" dir="2700000" algn="tl" rotWithShape="0">
                    <a:schemeClr val="dk1">
                      <a:alpha val="40000"/>
                    </a:schemeClr>
                  </a:outerShdw>
                </a:effectLst>
              </a:rPr>
              <a:t>α</a:t>
            </a:r>
            <a:r>
              <a:rPr lang="en-US" altLang="zh-TW" sz="4800" dirty="0" smtClean="0">
                <a:ln w="0"/>
                <a:solidFill>
                  <a:srgbClr val="0070C0"/>
                </a:solidFill>
                <a:effectLst>
                  <a:outerShdw blurRad="38100" dist="19050" dir="2700000" algn="tl" rotWithShape="0">
                    <a:schemeClr val="dk1">
                      <a:alpha val="40000"/>
                    </a:schemeClr>
                  </a:outerShdw>
                </a:effectLst>
              </a:rPr>
              <a:t>:</a:t>
            </a:r>
            <a:endParaRPr lang="zh-TW" altLang="en-US" sz="4800" b="0" cap="none" spc="0" dirty="0">
              <a:ln w="0"/>
              <a:solidFill>
                <a:srgbClr val="0070C0"/>
              </a:solidFill>
              <a:effectLst>
                <a:outerShdw blurRad="38100" dist="19050" dir="2700000" algn="tl" rotWithShape="0">
                  <a:schemeClr val="dk1">
                    <a:alpha val="40000"/>
                  </a:schemeClr>
                </a:outerShdw>
              </a:effectLst>
            </a:endParaRPr>
          </a:p>
        </p:txBody>
      </p:sp>
      <p:sp>
        <p:nvSpPr>
          <p:cNvPr id="8" name="矩形 7"/>
          <p:cNvSpPr/>
          <p:nvPr/>
        </p:nvSpPr>
        <p:spPr>
          <a:xfrm>
            <a:off x="1815824" y="466781"/>
            <a:ext cx="744114" cy="830997"/>
          </a:xfrm>
          <a:prstGeom prst="rect">
            <a:avLst/>
          </a:prstGeom>
          <a:noFill/>
        </p:spPr>
        <p:txBody>
          <a:bodyPr wrap="none" lIns="91440" tIns="45720" rIns="91440" bIns="45720">
            <a:spAutoFit/>
          </a:bodyPr>
          <a:lstStyle/>
          <a:p>
            <a:pPr algn="ctr"/>
            <a:r>
              <a:rPr lang="el-GR" altLang="zh-TW" sz="4800" dirty="0" smtClean="0">
                <a:ln w="0"/>
                <a:solidFill>
                  <a:srgbClr val="0070C0"/>
                </a:solidFill>
                <a:effectLst>
                  <a:outerShdw blurRad="38100" dist="19050" dir="2700000" algn="tl" rotWithShape="0">
                    <a:schemeClr val="dk1">
                      <a:alpha val="40000"/>
                    </a:schemeClr>
                  </a:outerShdw>
                </a:effectLst>
              </a:rPr>
              <a:t>β</a:t>
            </a:r>
            <a:r>
              <a:rPr lang="en-US" altLang="zh-TW" sz="4800" dirty="0" smtClean="0">
                <a:ln w="0"/>
                <a:solidFill>
                  <a:srgbClr val="0070C0"/>
                </a:solidFill>
                <a:effectLst>
                  <a:outerShdw blurRad="38100" dist="19050" dir="2700000" algn="tl" rotWithShape="0">
                    <a:schemeClr val="dk1">
                      <a:alpha val="40000"/>
                    </a:schemeClr>
                  </a:outerShdw>
                </a:effectLst>
              </a:rPr>
              <a:t>:</a:t>
            </a:r>
            <a:endParaRPr lang="zh-TW" altLang="en-US" sz="4800" b="0" cap="none" spc="0" dirty="0">
              <a:ln w="0"/>
              <a:solidFill>
                <a:srgbClr val="0070C0"/>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11936860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1708855995"/>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lnSpc>
                          <a:spcPct val="200000"/>
                        </a:lnSpc>
                      </a:pPr>
                      <a:r>
                        <a:rPr lang="en-US" altLang="zh-TW" dirty="0" smtClean="0"/>
                        <a:t>0</a:t>
                      </a:r>
                      <a:endParaRPr lang="zh-TW" altLang="en-US" dirty="0"/>
                    </a:p>
                  </a:txBody>
                  <a:tcPr/>
                </a:tc>
                <a:tc>
                  <a:txBody>
                    <a:bodyPr/>
                    <a:lstStyle/>
                    <a:p>
                      <a:pPr algn="ctr">
                        <a:lnSpc>
                          <a:spcPct val="200000"/>
                        </a:lnSpc>
                      </a:pPr>
                      <a:r>
                        <a:rPr lang="en-US" altLang="zh-TW" dirty="0" smtClean="0"/>
                        <a:t>0</a:t>
                      </a:r>
                      <a:endParaRPr lang="zh-TW" altLang="en-US" dirty="0"/>
                    </a:p>
                  </a:txBody>
                  <a:tcPr>
                    <a:lnR w="76200" cap="flat" cmpd="sng" algn="ctr">
                      <a:solidFill>
                        <a:srgbClr val="0070C0"/>
                      </a:solidFill>
                      <a:prstDash val="solid"/>
                      <a:round/>
                      <a:headEnd type="none" w="med" len="med"/>
                      <a:tailEnd type="none" w="med" len="med"/>
                    </a:lnR>
                    <a:lnB w="76200" cap="flat" cmpd="sng" algn="ctr">
                      <a:solidFill>
                        <a:srgbClr val="0070C0"/>
                      </a:solidFill>
                      <a:prstDash val="solid"/>
                      <a:round/>
                      <a:headEnd type="none" w="med" len="med"/>
                      <a:tailEnd type="none" w="med" len="med"/>
                    </a:lnB>
                  </a:tcPr>
                </a:tc>
                <a:tc>
                  <a:txBody>
                    <a:bodyPr/>
                    <a:lstStyle/>
                    <a:p>
                      <a:pPr algn="ctr">
                        <a:lnSpc>
                          <a:spcPct val="200000"/>
                        </a:lnSpc>
                      </a:pPr>
                      <a:r>
                        <a:rPr lang="en-US" altLang="zh-TW" dirty="0" smtClean="0"/>
                        <a:t>1</a:t>
                      </a:r>
                      <a:endParaRPr lang="zh-TW" altLang="en-US" dirty="0"/>
                    </a:p>
                  </a:txBody>
                  <a:tcPr>
                    <a:lnL w="76200" cap="flat" cmpd="sng" algn="ctr">
                      <a:solidFill>
                        <a:srgbClr val="0070C0"/>
                      </a:solidFill>
                      <a:prstDash val="solid"/>
                      <a:round/>
                      <a:headEnd type="none" w="med" len="med"/>
                      <a:tailEnd type="none" w="med" len="med"/>
                    </a:lnL>
                    <a:lnT w="76200" cap="flat" cmpd="sng" algn="ctr">
                      <a:solidFill>
                        <a:srgbClr val="0070C0"/>
                      </a:solidFill>
                      <a:prstDash val="solid"/>
                      <a:round/>
                      <a:headEnd type="none" w="med" len="med"/>
                      <a:tailEnd type="none" w="med" len="med"/>
                    </a:lnT>
                  </a:tcPr>
                </a:tc>
                <a:tc>
                  <a:txBody>
                    <a:bodyPr/>
                    <a:lstStyle/>
                    <a:p>
                      <a:pPr algn="ctr">
                        <a:lnSpc>
                          <a:spcPct val="200000"/>
                        </a:lnSpc>
                      </a:pPr>
                      <a:r>
                        <a:rPr lang="en-US" altLang="zh-TW" dirty="0" smtClean="0"/>
                        <a:t>1</a:t>
                      </a:r>
                      <a:endParaRPr lang="zh-TW" altLang="en-US" dirty="0"/>
                    </a:p>
                  </a:txBody>
                  <a:tcPr>
                    <a:lnT w="76200" cap="flat" cmpd="sng" algn="ctr">
                      <a:solidFill>
                        <a:srgbClr val="0070C0"/>
                      </a:solidFill>
                      <a:prstDash val="solid"/>
                      <a:round/>
                      <a:headEnd type="none" w="med" len="med"/>
                      <a:tailEnd type="none" w="med" len="med"/>
                    </a:lnT>
                  </a:tcPr>
                </a:tc>
                <a:tc>
                  <a:txBody>
                    <a:bodyPr/>
                    <a:lstStyle/>
                    <a:p>
                      <a:pPr algn="ctr">
                        <a:lnSpc>
                          <a:spcPct val="200000"/>
                        </a:lnSpc>
                      </a:pPr>
                      <a:r>
                        <a:rPr lang="en-US" altLang="zh-TW" dirty="0" smtClean="0"/>
                        <a:t>1</a:t>
                      </a:r>
                      <a:endParaRPr lang="zh-TW" altLang="en-US" dirty="0"/>
                    </a:p>
                  </a:txBody>
                  <a:tcPr>
                    <a:lnT w="76200" cap="flat" cmpd="sng" algn="ctr">
                      <a:solidFill>
                        <a:srgbClr val="0070C0"/>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tc>
                  <a:txBody>
                    <a:bodyPr/>
                    <a:lstStyle/>
                    <a:p>
                      <a:pPr algn="ctr">
                        <a:lnSpc>
                          <a:spcPct val="200000"/>
                        </a:lnSpc>
                      </a:pPr>
                      <a:r>
                        <a:rPr lang="en-US" altLang="zh-TW" dirty="0" smtClean="0"/>
                        <a:t>1</a:t>
                      </a:r>
                      <a:endParaRPr lang="zh-TW" altLang="en-US" dirty="0"/>
                    </a:p>
                  </a:txBody>
                  <a:tcPr>
                    <a:lnT w="76200" cap="flat" cmpd="sng" algn="ctr">
                      <a:solidFill>
                        <a:srgbClr val="0070C0"/>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tc>
                  <a:txBody>
                    <a:bodyPr/>
                    <a:lstStyle/>
                    <a:p>
                      <a:pPr algn="ctr">
                        <a:lnSpc>
                          <a:spcPct val="200000"/>
                        </a:lnSpc>
                      </a:pPr>
                      <a:r>
                        <a:rPr lang="en-US" altLang="zh-TW" dirty="0" smtClean="0"/>
                        <a:t>1</a:t>
                      </a:r>
                      <a:endParaRPr lang="zh-TW" altLang="en-US" dirty="0"/>
                    </a:p>
                  </a:txBody>
                  <a:tcPr>
                    <a:lnT w="76200" cap="flat" cmpd="sng" algn="ctr">
                      <a:solidFill>
                        <a:srgbClr val="0070C0"/>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tc>
                  <a:txBody>
                    <a:bodyPr/>
                    <a:lstStyle/>
                    <a:p>
                      <a:pPr algn="ctr">
                        <a:lnSpc>
                          <a:spcPct val="200000"/>
                        </a:lnSpc>
                      </a:pPr>
                      <a:r>
                        <a:rPr lang="en-US" altLang="zh-TW" dirty="0" smtClean="0"/>
                        <a:t>1</a:t>
                      </a:r>
                      <a:endParaRPr lang="zh-TW" altLang="en-US" dirty="0"/>
                    </a:p>
                  </a:txBody>
                  <a:tcPr>
                    <a:lnT w="76200" cap="flat" cmpd="sng" algn="ctr">
                      <a:solidFill>
                        <a:srgbClr val="0070C0"/>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tc>
                  <a:txBody>
                    <a:bodyPr/>
                    <a:lstStyle/>
                    <a:p>
                      <a:pPr algn="ctr">
                        <a:lnSpc>
                          <a:spcPct val="200000"/>
                        </a:lnSpc>
                      </a:pPr>
                      <a:r>
                        <a:rPr lang="en-US" altLang="zh-TW" dirty="0" smtClean="0"/>
                        <a:t>1</a:t>
                      </a:r>
                      <a:endParaRPr lang="zh-TW" altLang="en-US" dirty="0"/>
                    </a:p>
                  </a:txBody>
                  <a:tcPr>
                    <a:lnT w="76200" cap="flat" cmpd="sng" algn="ctr">
                      <a:solidFill>
                        <a:srgbClr val="0070C0"/>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lnSpc>
                          <a:spcPct val="200000"/>
                        </a:lnSpc>
                      </a:pPr>
                      <a:r>
                        <a:rPr lang="en-US" altLang="zh-TW" dirty="0" smtClean="0"/>
                        <a:t>0</a:t>
                      </a:r>
                      <a:endParaRPr lang="zh-TW" altLang="en-US" dirty="0"/>
                    </a:p>
                  </a:txBody>
                  <a:tcPr>
                    <a:lnR w="76200" cap="flat" cmpd="sng" algn="ctr">
                      <a:solidFill>
                        <a:srgbClr val="0070C0"/>
                      </a:solidFill>
                      <a:prstDash val="solid"/>
                      <a:round/>
                      <a:headEnd type="none" w="med" len="med"/>
                      <a:tailEnd type="none" w="med" len="med"/>
                    </a:lnR>
                    <a:lnB w="76200" cap="flat" cmpd="sng" algn="ctr">
                      <a:solidFill>
                        <a:srgbClr val="0070C0"/>
                      </a:solidFill>
                      <a:prstDash val="solid"/>
                      <a:round/>
                      <a:headEnd type="none" w="med" len="med"/>
                      <a:tailEnd type="none" w="med" len="med"/>
                    </a:lnB>
                  </a:tcPr>
                </a:tc>
                <a:tc>
                  <a:txBody>
                    <a:bodyPr/>
                    <a:lstStyle/>
                    <a:p>
                      <a:pPr algn="ctr">
                        <a:lnSpc>
                          <a:spcPct val="200000"/>
                        </a:lnSpc>
                      </a:pPr>
                      <a:r>
                        <a:rPr lang="en-US" altLang="zh-TW" dirty="0" smtClean="0"/>
                        <a:t>1</a:t>
                      </a:r>
                      <a:endParaRPr lang="zh-TW" altLang="en-US" dirty="0"/>
                    </a:p>
                  </a:txBody>
                  <a:tcPr>
                    <a:lnL w="76200" cap="flat" cmpd="sng" algn="ctr">
                      <a:solidFill>
                        <a:srgbClr val="0070C0"/>
                      </a:solidFill>
                      <a:prstDash val="solid"/>
                      <a:round/>
                      <a:headEnd type="none" w="med" len="med"/>
                      <a:tailEnd type="none" w="med" len="med"/>
                    </a:lnL>
                    <a:lnT w="76200" cap="flat" cmpd="sng" algn="ctr">
                      <a:solidFill>
                        <a:srgbClr val="0070C0"/>
                      </a:solidFill>
                      <a:prstDash val="solid"/>
                      <a:round/>
                      <a:headEnd type="none" w="med" len="med"/>
                      <a:tailEnd type="none" w="med" len="med"/>
                    </a:lnT>
                  </a:tcPr>
                </a:tc>
                <a:tc>
                  <a:txBody>
                    <a:bodyPr/>
                    <a:lstStyle/>
                    <a:p>
                      <a:pPr algn="ctr">
                        <a:lnSpc>
                          <a:spcPct val="200000"/>
                        </a:lnSpc>
                      </a:pPr>
                      <a:r>
                        <a:rPr lang="en-US" altLang="zh-TW" dirty="0" smtClean="0"/>
                        <a:t>1</a:t>
                      </a:r>
                      <a:endParaRPr lang="zh-TW" altLang="en-US" dirty="0"/>
                    </a:p>
                  </a:txBody>
                  <a:tcPr/>
                </a:tc>
                <a:tc>
                  <a:txBody>
                    <a:bodyPr/>
                    <a:lstStyle/>
                    <a:p>
                      <a:pPr algn="ctr">
                        <a:lnSpc>
                          <a:spcPct val="200000"/>
                        </a:lnSpc>
                      </a:pPr>
                      <a:r>
                        <a:rPr lang="en-US" altLang="zh-TW" dirty="0" smtClean="0"/>
                        <a:t>1</a:t>
                      </a:r>
                      <a:endParaRPr lang="zh-TW" altLang="en-US" dirty="0"/>
                    </a:p>
                  </a:txBody>
                  <a:tcPr>
                    <a:lnR w="76200" cap="flat" cmpd="sng" algn="ctr">
                      <a:solidFill>
                        <a:srgbClr val="0070C0"/>
                      </a:solidFill>
                      <a:prstDash val="solid"/>
                      <a:round/>
                      <a:headEnd type="none" w="med" len="med"/>
                      <a:tailEnd type="none" w="med" len="med"/>
                    </a:lnR>
                    <a:lnB w="76200" cap="flat" cmpd="sng" algn="ctr">
                      <a:solidFill>
                        <a:srgbClr val="0070C0"/>
                      </a:solidFill>
                      <a:prstDash val="solid"/>
                      <a:round/>
                      <a:headEnd type="none" w="med" len="med"/>
                      <a:tailEnd type="none" w="med" len="med"/>
                    </a:lnB>
                  </a:tcPr>
                </a:tc>
                <a:tc>
                  <a:txBody>
                    <a:bodyPr/>
                    <a:lstStyle/>
                    <a:p>
                      <a:pPr algn="ctr">
                        <a:lnSpc>
                          <a:spcPct val="200000"/>
                        </a:lnSpc>
                      </a:pPr>
                      <a:r>
                        <a:rPr lang="en-US" altLang="zh-TW" dirty="0" smtClean="0"/>
                        <a:t>2</a:t>
                      </a:r>
                      <a:endParaRPr lang="zh-TW" altLang="en-US" dirty="0"/>
                    </a:p>
                  </a:txBody>
                  <a:tcPr>
                    <a:lnL w="76200" cap="flat" cmpd="sng" algn="ctr">
                      <a:solidFill>
                        <a:srgbClr val="0070C0"/>
                      </a:solidFill>
                      <a:prstDash val="solid"/>
                      <a:round/>
                      <a:headEnd type="none" w="med" len="med"/>
                      <a:tailEnd type="none" w="med" len="med"/>
                    </a:lnL>
                    <a:lnT w="76200" cap="flat" cmpd="sng" algn="ctr">
                      <a:solidFill>
                        <a:srgbClr val="0070C0"/>
                      </a:solidFill>
                      <a:prstDash val="solid"/>
                      <a:round/>
                      <a:headEnd type="none" w="med" len="med"/>
                      <a:tailEnd type="none" w="med" len="med"/>
                    </a:lnT>
                  </a:tcPr>
                </a:tc>
                <a:tc>
                  <a:txBody>
                    <a:bodyPr/>
                    <a:lstStyle/>
                    <a:p>
                      <a:pPr algn="ctr">
                        <a:lnSpc>
                          <a:spcPct val="200000"/>
                        </a:lnSpc>
                      </a:pPr>
                      <a:r>
                        <a:rPr lang="en-US" altLang="zh-TW" dirty="0" smtClean="0"/>
                        <a:t>2</a:t>
                      </a:r>
                      <a:endParaRPr lang="zh-TW" altLang="en-US" dirty="0"/>
                    </a:p>
                  </a:txBody>
                  <a:tcPr>
                    <a:lnT w="76200" cap="flat" cmpd="sng" algn="ctr">
                      <a:solidFill>
                        <a:srgbClr val="0070C0"/>
                      </a:solidFill>
                      <a:prstDash val="solid"/>
                      <a:round/>
                      <a:headEnd type="none" w="med" len="med"/>
                      <a:tailEnd type="none" w="med" len="med"/>
                    </a:lnT>
                  </a:tcPr>
                </a:tc>
                <a:tc>
                  <a:txBody>
                    <a:bodyPr/>
                    <a:lstStyle/>
                    <a:p>
                      <a:pPr algn="ctr">
                        <a:lnSpc>
                          <a:spcPct val="200000"/>
                        </a:lnSpc>
                      </a:pPr>
                      <a:r>
                        <a:rPr lang="en-US" altLang="zh-TW" dirty="0" smtClean="0"/>
                        <a:t>2</a:t>
                      </a:r>
                      <a:endParaRPr lang="zh-TW" altLang="en-US" dirty="0"/>
                    </a:p>
                  </a:txBody>
                  <a:tcPr>
                    <a:lnT w="76200" cap="flat" cmpd="sng" algn="ctr">
                      <a:solidFill>
                        <a:srgbClr val="0070C0"/>
                      </a:solidFill>
                      <a:prstDash val="solid"/>
                      <a:round/>
                      <a:headEnd type="none" w="med" len="med"/>
                      <a:tailEnd type="none" w="med" len="med"/>
                    </a:lnT>
                  </a:tcPr>
                </a:tc>
                <a:tc>
                  <a:txBody>
                    <a:bodyPr/>
                    <a:lstStyle/>
                    <a:p>
                      <a:pPr algn="ctr">
                        <a:lnSpc>
                          <a:spcPct val="200000"/>
                        </a:lnSpc>
                      </a:pPr>
                      <a:r>
                        <a:rPr lang="en-US" altLang="zh-TW" dirty="0" smtClean="0"/>
                        <a:t>2</a:t>
                      </a:r>
                      <a:endParaRPr lang="zh-TW" altLang="en-US" dirty="0"/>
                    </a:p>
                  </a:txBody>
                  <a:tcPr>
                    <a:lnT w="76200" cap="flat" cmpd="sng" algn="ctr">
                      <a:solidFill>
                        <a:srgbClr val="0070C0"/>
                      </a:solidFill>
                      <a:prstDash val="solid"/>
                      <a:round/>
                      <a:headEnd type="none" w="med" len="med"/>
                      <a:tailEnd type="none" w="med" len="med"/>
                    </a:lnT>
                  </a:tcPr>
                </a:tc>
                <a:tc>
                  <a:txBody>
                    <a:bodyPr/>
                    <a:lstStyle/>
                    <a:p>
                      <a:pPr algn="ctr">
                        <a:lnSpc>
                          <a:spcPct val="200000"/>
                        </a:lnSpc>
                      </a:pPr>
                      <a:r>
                        <a:rPr lang="en-US" altLang="zh-TW" dirty="0" smtClean="0"/>
                        <a:t>2</a:t>
                      </a:r>
                      <a:endParaRPr lang="zh-TW" altLang="en-US" dirty="0"/>
                    </a:p>
                  </a:txBody>
                  <a:tcPr>
                    <a:lnT w="76200" cap="flat" cmpd="sng" algn="ctr">
                      <a:solidFill>
                        <a:srgbClr val="0070C0"/>
                      </a:solidFill>
                      <a:prstDash val="solid"/>
                      <a:round/>
                      <a:headEnd type="none" w="med" len="med"/>
                      <a:tailEnd type="none" w="med" len="med"/>
                    </a:lnT>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762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lnSpc>
                          <a:spcPct val="200000"/>
                        </a:lnSpc>
                      </a:pPr>
                      <a:r>
                        <a:rPr lang="en-US" altLang="zh-TW" dirty="0" smtClean="0"/>
                        <a:t>1</a:t>
                      </a:r>
                      <a:endParaRPr lang="zh-TW" altLang="en-US" dirty="0"/>
                    </a:p>
                  </a:txBody>
                  <a:tcPr>
                    <a:lnL w="76200" cap="flat" cmpd="sng" algn="ctr">
                      <a:solidFill>
                        <a:srgbClr val="0070C0"/>
                      </a:solidFill>
                      <a:prstDash val="solid"/>
                      <a:round/>
                      <a:headEnd type="none" w="med" len="med"/>
                      <a:tailEnd type="none" w="med" len="med"/>
                    </a:lnL>
                    <a:lnT w="76200" cap="flat" cmpd="sng" algn="ctr">
                      <a:solidFill>
                        <a:srgbClr val="0070C0"/>
                      </a:solidFill>
                      <a:prstDash val="solid"/>
                      <a:round/>
                      <a:headEnd type="none" w="med" len="med"/>
                      <a:tailEnd type="none" w="med" len="med"/>
                    </a:lnT>
                  </a:tcPr>
                </a:tc>
                <a:tc>
                  <a:txBody>
                    <a:bodyPr/>
                    <a:lstStyle/>
                    <a:p>
                      <a:pPr algn="ctr">
                        <a:lnSpc>
                          <a:spcPct val="200000"/>
                        </a:lnSpc>
                      </a:pPr>
                      <a:r>
                        <a:rPr lang="en-US" altLang="zh-TW" dirty="0" smtClean="0"/>
                        <a:t>1</a:t>
                      </a:r>
                      <a:endParaRPr lang="zh-TW" altLang="en-US" dirty="0"/>
                    </a:p>
                  </a:txBody>
                  <a:tcPr/>
                </a:tc>
                <a:tc>
                  <a:txBody>
                    <a:bodyPr/>
                    <a:lstStyle/>
                    <a:p>
                      <a:pPr algn="ctr">
                        <a:lnSpc>
                          <a:spcPct val="200000"/>
                        </a:lnSpc>
                      </a:pPr>
                      <a:r>
                        <a:rPr lang="en-US" altLang="zh-TW" dirty="0" smtClean="0"/>
                        <a:t>1</a:t>
                      </a:r>
                      <a:endParaRPr lang="zh-TW" altLang="en-US" dirty="0"/>
                    </a:p>
                  </a:txBody>
                  <a:tcPr>
                    <a:lnR w="76200" cap="flat" cmpd="sng" algn="ctr">
                      <a:solidFill>
                        <a:srgbClr val="0070C0"/>
                      </a:solidFill>
                      <a:prstDash val="solid"/>
                      <a:round/>
                      <a:headEnd type="none" w="med" len="med"/>
                      <a:tailEnd type="none" w="med" len="med"/>
                    </a:lnR>
                  </a:tcPr>
                </a:tc>
                <a:tc>
                  <a:txBody>
                    <a:bodyPr/>
                    <a:lstStyle/>
                    <a:p>
                      <a:pPr algn="ctr">
                        <a:lnSpc>
                          <a:spcPct val="200000"/>
                        </a:lnSpc>
                      </a:pPr>
                      <a:r>
                        <a:rPr lang="en-US" altLang="zh-TW" dirty="0" smtClean="0"/>
                        <a:t>2</a:t>
                      </a:r>
                      <a:endParaRPr lang="zh-TW" altLang="en-US" dirty="0"/>
                    </a:p>
                  </a:txBody>
                  <a:tcPr>
                    <a:lnL w="76200" cap="flat" cmpd="sng" algn="ctr">
                      <a:solidFill>
                        <a:srgbClr val="0070C0"/>
                      </a:solidFill>
                      <a:prstDash val="solid"/>
                      <a:round/>
                      <a:headEnd type="none" w="med" len="med"/>
                      <a:tailEnd type="none" w="med" len="med"/>
                    </a:lnL>
                    <a:lnT w="76200" cap="flat" cmpd="sng" algn="ctr">
                      <a:solidFill>
                        <a:srgbClr val="0070C0"/>
                      </a:solidFill>
                      <a:prstDash val="solid"/>
                      <a:round/>
                      <a:headEnd type="none" w="med" len="med"/>
                      <a:tailEnd type="none" w="med" len="med"/>
                    </a:lnT>
                  </a:tcPr>
                </a:tc>
                <a:tc>
                  <a:txBody>
                    <a:bodyPr/>
                    <a:lstStyle/>
                    <a:p>
                      <a:pPr algn="ctr">
                        <a:lnSpc>
                          <a:spcPct val="200000"/>
                        </a:lnSpc>
                      </a:pPr>
                      <a:r>
                        <a:rPr lang="en-US" altLang="zh-TW" dirty="0" smtClean="0"/>
                        <a:t>2</a:t>
                      </a:r>
                      <a:endParaRPr lang="zh-TW" altLang="en-US" dirty="0"/>
                    </a:p>
                  </a:txBody>
                  <a:tcPr/>
                </a:tc>
                <a:tc>
                  <a:txBody>
                    <a:bodyPr/>
                    <a:lstStyle/>
                    <a:p>
                      <a:pPr algn="ctr">
                        <a:lnSpc>
                          <a:spcPct val="200000"/>
                        </a:lnSpc>
                      </a:pPr>
                      <a:r>
                        <a:rPr lang="en-US" altLang="zh-TW" dirty="0" smtClean="0"/>
                        <a:t>2</a:t>
                      </a:r>
                      <a:endParaRPr lang="zh-TW" altLang="en-US" dirty="0"/>
                    </a:p>
                  </a:txBody>
                  <a:tcPr/>
                </a:tc>
                <a:tc>
                  <a:txBody>
                    <a:bodyPr/>
                    <a:lstStyle/>
                    <a:p>
                      <a:pPr algn="ctr">
                        <a:lnSpc>
                          <a:spcPct val="200000"/>
                        </a:lnSpc>
                      </a:pPr>
                      <a:r>
                        <a:rPr lang="en-US" altLang="zh-TW" dirty="0" smtClean="0"/>
                        <a:t>2</a:t>
                      </a:r>
                      <a:endParaRPr lang="zh-TW" altLang="en-US" dirty="0"/>
                    </a:p>
                  </a:txBody>
                  <a:tcPr/>
                </a:tc>
                <a:tc>
                  <a:txBody>
                    <a:bodyPr/>
                    <a:lstStyle/>
                    <a:p>
                      <a:pPr algn="ctr">
                        <a:lnSpc>
                          <a:spcPct val="200000"/>
                        </a:lnSpc>
                      </a:pPr>
                      <a:r>
                        <a:rPr lang="en-US" altLang="zh-TW" dirty="0" smtClean="0"/>
                        <a:t>2</a:t>
                      </a:r>
                      <a:endParaRPr lang="zh-TW" altLang="en-US" dirty="0"/>
                    </a:p>
                  </a:txBody>
                  <a:tcPr/>
                </a:tc>
                <a:tc>
                  <a:txBody>
                    <a:bodyPr/>
                    <a:lstStyle/>
                    <a:p>
                      <a:pPr algn="ctr">
                        <a:lnSpc>
                          <a:spcPct val="200000"/>
                        </a:lnSpc>
                      </a:pPr>
                      <a:r>
                        <a:rPr lang="en-US" altLang="zh-TW" dirty="0" smtClean="0"/>
                        <a:t>2</a:t>
                      </a:r>
                      <a:endParaRPr lang="zh-TW" altLang="en-US" dirty="0"/>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R w="762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lnSpc>
                          <a:spcPct val="200000"/>
                        </a:lnSpc>
                      </a:pPr>
                      <a:r>
                        <a:rPr lang="en-US" altLang="zh-TW" dirty="0" smtClean="0"/>
                        <a:t>1</a:t>
                      </a:r>
                      <a:endParaRPr lang="zh-TW" altLang="en-US" dirty="0"/>
                    </a:p>
                  </a:txBody>
                  <a:tcPr>
                    <a:lnL w="76200" cap="flat" cmpd="sng" algn="ctr">
                      <a:solidFill>
                        <a:srgbClr val="0070C0"/>
                      </a:solidFill>
                      <a:prstDash val="solid"/>
                      <a:round/>
                      <a:headEnd type="none" w="med" len="med"/>
                      <a:tailEnd type="none" w="med" len="med"/>
                    </a:lnL>
                  </a:tcPr>
                </a:tc>
                <a:tc>
                  <a:txBody>
                    <a:bodyPr/>
                    <a:lstStyle/>
                    <a:p>
                      <a:pPr algn="ctr">
                        <a:lnSpc>
                          <a:spcPct val="200000"/>
                        </a:lnSpc>
                      </a:pPr>
                      <a:r>
                        <a:rPr lang="en-US" altLang="zh-TW" dirty="0" smtClean="0"/>
                        <a:t>1</a:t>
                      </a:r>
                      <a:endParaRPr lang="zh-TW" altLang="en-US" dirty="0"/>
                    </a:p>
                  </a:txBody>
                  <a:tcPr>
                    <a:lnB w="76200" cap="flat" cmpd="sng" algn="ctr">
                      <a:solidFill>
                        <a:srgbClr val="0070C0"/>
                      </a:solidFill>
                      <a:prstDash val="solid"/>
                      <a:round/>
                      <a:headEnd type="none" w="med" len="med"/>
                      <a:tailEnd type="none" w="med" len="med"/>
                    </a:lnB>
                  </a:tcPr>
                </a:tc>
                <a:tc>
                  <a:txBody>
                    <a:bodyPr/>
                    <a:lstStyle/>
                    <a:p>
                      <a:pPr algn="ctr">
                        <a:lnSpc>
                          <a:spcPct val="200000"/>
                        </a:lnSpc>
                      </a:pPr>
                      <a:r>
                        <a:rPr lang="en-US" altLang="zh-TW" dirty="0" smtClean="0"/>
                        <a:t>1</a:t>
                      </a:r>
                      <a:endParaRPr lang="zh-TW" altLang="en-US" dirty="0"/>
                    </a:p>
                  </a:txBody>
                  <a:tcPr>
                    <a:lnR w="76200" cap="flat" cmpd="sng" algn="ctr">
                      <a:solidFill>
                        <a:srgbClr val="0070C0"/>
                      </a:solidFill>
                      <a:prstDash val="solid"/>
                      <a:round/>
                      <a:headEnd type="none" w="med" len="med"/>
                      <a:tailEnd type="none" w="med" len="med"/>
                    </a:lnR>
                    <a:lnB w="76200" cap="flat" cmpd="sng" algn="ctr">
                      <a:solidFill>
                        <a:srgbClr val="0070C0"/>
                      </a:solidFill>
                      <a:prstDash val="solid"/>
                      <a:round/>
                      <a:headEnd type="none" w="med" len="med"/>
                      <a:tailEnd type="none" w="med" len="med"/>
                    </a:lnB>
                  </a:tcPr>
                </a:tc>
                <a:tc>
                  <a:txBody>
                    <a:bodyPr/>
                    <a:lstStyle/>
                    <a:p>
                      <a:pPr algn="ctr">
                        <a:lnSpc>
                          <a:spcPct val="200000"/>
                        </a:lnSpc>
                      </a:pPr>
                      <a:r>
                        <a:rPr lang="en-US" altLang="zh-TW" dirty="0" smtClean="0"/>
                        <a:t>2</a:t>
                      </a:r>
                      <a:endParaRPr lang="zh-TW" altLang="en-US" dirty="0"/>
                    </a:p>
                  </a:txBody>
                  <a:tcPr>
                    <a:lnL w="76200" cap="flat" cmpd="sng" algn="ctr">
                      <a:solidFill>
                        <a:srgbClr val="0070C0"/>
                      </a:solidFill>
                      <a:prstDash val="solid"/>
                      <a:round/>
                      <a:headEnd type="none" w="med" len="med"/>
                      <a:tailEnd type="none" w="med" len="med"/>
                    </a:lnL>
                  </a:tcPr>
                </a:tc>
                <a:tc>
                  <a:txBody>
                    <a:bodyPr/>
                    <a:lstStyle/>
                    <a:p>
                      <a:pPr algn="ctr">
                        <a:lnSpc>
                          <a:spcPct val="200000"/>
                        </a:lnSpc>
                      </a:pPr>
                      <a:r>
                        <a:rPr lang="en-US" altLang="zh-TW" dirty="0" smtClean="0"/>
                        <a:t>2</a:t>
                      </a:r>
                      <a:endParaRPr lang="zh-TW" altLang="en-US" dirty="0"/>
                    </a:p>
                  </a:txBody>
                  <a:tcPr>
                    <a:lnB w="76200" cap="flat" cmpd="sng" algn="ctr">
                      <a:solidFill>
                        <a:srgbClr val="0070C0"/>
                      </a:solidFill>
                      <a:prstDash val="solid"/>
                      <a:round/>
                      <a:headEnd type="none" w="med" len="med"/>
                      <a:tailEnd type="none" w="med" len="med"/>
                    </a:lnB>
                  </a:tcPr>
                </a:tc>
                <a:tc>
                  <a:txBody>
                    <a:bodyPr/>
                    <a:lstStyle/>
                    <a:p>
                      <a:pPr algn="ctr">
                        <a:lnSpc>
                          <a:spcPct val="200000"/>
                        </a:lnSpc>
                      </a:pPr>
                      <a:r>
                        <a:rPr lang="en-US" altLang="zh-TW" dirty="0" smtClean="0"/>
                        <a:t>2</a:t>
                      </a:r>
                      <a:endParaRPr lang="zh-TW" altLang="en-US" dirty="0"/>
                    </a:p>
                  </a:txBody>
                  <a:tcPr>
                    <a:lnB w="76200" cap="flat" cmpd="sng" algn="ctr">
                      <a:solidFill>
                        <a:srgbClr val="0070C0"/>
                      </a:solidFill>
                      <a:prstDash val="solid"/>
                      <a:round/>
                      <a:headEnd type="none" w="med" len="med"/>
                      <a:tailEnd type="none" w="med" len="med"/>
                    </a:lnB>
                  </a:tcPr>
                </a:tc>
                <a:tc>
                  <a:txBody>
                    <a:bodyPr/>
                    <a:lstStyle/>
                    <a:p>
                      <a:pPr algn="ctr">
                        <a:lnSpc>
                          <a:spcPct val="200000"/>
                        </a:lnSpc>
                      </a:pPr>
                      <a:r>
                        <a:rPr lang="en-US" altLang="zh-TW" dirty="0" smtClean="0"/>
                        <a:t>2</a:t>
                      </a:r>
                      <a:endParaRPr lang="zh-TW" altLang="en-US" dirty="0"/>
                    </a:p>
                  </a:txBody>
                  <a:tcPr>
                    <a:lnB w="76200" cap="flat" cmpd="sng" algn="ctr">
                      <a:solidFill>
                        <a:srgbClr val="0070C0"/>
                      </a:solidFill>
                      <a:prstDash val="solid"/>
                      <a:round/>
                      <a:headEnd type="none" w="med" len="med"/>
                      <a:tailEnd type="none" w="med" len="med"/>
                    </a:lnB>
                  </a:tcPr>
                </a:tc>
                <a:tc>
                  <a:txBody>
                    <a:bodyPr/>
                    <a:lstStyle/>
                    <a:p>
                      <a:pPr algn="ctr">
                        <a:lnSpc>
                          <a:spcPct val="200000"/>
                        </a:lnSpc>
                      </a:pPr>
                      <a:r>
                        <a:rPr lang="en-US" altLang="zh-TW" dirty="0" smtClean="0"/>
                        <a:t>2</a:t>
                      </a:r>
                      <a:endParaRPr lang="zh-TW" altLang="en-US" dirty="0"/>
                    </a:p>
                  </a:txBody>
                  <a:tcPr>
                    <a:lnB w="76200" cap="flat" cmpd="sng" algn="ctr">
                      <a:solidFill>
                        <a:srgbClr val="0070C0"/>
                      </a:solidFill>
                      <a:prstDash val="solid"/>
                      <a:round/>
                      <a:headEnd type="none" w="med" len="med"/>
                      <a:tailEnd type="none" w="med" len="med"/>
                    </a:lnB>
                  </a:tcPr>
                </a:tc>
                <a:tc>
                  <a:txBody>
                    <a:bodyPr/>
                    <a:lstStyle/>
                    <a:p>
                      <a:pPr algn="ctr">
                        <a:lnSpc>
                          <a:spcPct val="200000"/>
                        </a:lnSpc>
                      </a:pPr>
                      <a:r>
                        <a:rPr lang="en-US" altLang="zh-TW" dirty="0" smtClean="0"/>
                        <a:t>2</a:t>
                      </a:r>
                      <a:endParaRPr lang="zh-TW" altLang="en-US" dirty="0"/>
                    </a:p>
                  </a:txBody>
                  <a:tcPr>
                    <a:lnB w="76200" cap="flat" cmpd="sng" algn="ctr">
                      <a:solidFill>
                        <a:srgbClr val="0070C0"/>
                      </a:solidFill>
                      <a:prstDash val="solid"/>
                      <a:round/>
                      <a:headEnd type="none" w="med" len="med"/>
                      <a:tailEnd type="none" w="med" len="med"/>
                    </a:lnB>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762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lnSpc>
                          <a:spcPct val="200000"/>
                        </a:lnSpc>
                      </a:pPr>
                      <a:r>
                        <a:rPr lang="en-US" altLang="zh-TW" dirty="0" smtClean="0"/>
                        <a:t>1</a:t>
                      </a:r>
                      <a:endParaRPr lang="zh-TW" altLang="en-US" dirty="0"/>
                    </a:p>
                  </a:txBody>
                  <a:tcPr>
                    <a:lnL w="76200" cap="flat" cmpd="sng" algn="ctr">
                      <a:solidFill>
                        <a:srgbClr val="0070C0"/>
                      </a:solidFill>
                      <a:prstDash val="solid"/>
                      <a:round/>
                      <a:headEnd type="none" w="med" len="med"/>
                      <a:tailEnd type="none" w="med" len="med"/>
                    </a:lnL>
                    <a:lnR w="76200" cap="flat" cmpd="sng" algn="ctr">
                      <a:solidFill>
                        <a:srgbClr val="0070C0"/>
                      </a:solidFill>
                      <a:prstDash val="solid"/>
                      <a:round/>
                      <a:headEnd type="none" w="med" len="med"/>
                      <a:tailEnd type="none" w="med" len="med"/>
                    </a:lnR>
                  </a:tcPr>
                </a:tc>
                <a:tc>
                  <a:txBody>
                    <a:bodyPr/>
                    <a:lstStyle/>
                    <a:p>
                      <a:pPr algn="ctr">
                        <a:lnSpc>
                          <a:spcPct val="200000"/>
                        </a:lnSpc>
                      </a:pPr>
                      <a:r>
                        <a:rPr lang="en-US" altLang="zh-TW" dirty="0" smtClean="0"/>
                        <a:t>2</a:t>
                      </a:r>
                      <a:endParaRPr lang="zh-TW" altLang="en-US" dirty="0"/>
                    </a:p>
                  </a:txBody>
                  <a:tcPr>
                    <a:lnL w="76200" cap="flat" cmpd="sng" algn="ctr">
                      <a:solidFill>
                        <a:srgbClr val="0070C0"/>
                      </a:solidFill>
                      <a:prstDash val="solid"/>
                      <a:round/>
                      <a:headEnd type="none" w="med" len="med"/>
                      <a:tailEnd type="none" w="med" len="med"/>
                    </a:lnL>
                    <a:lnT w="76200" cap="flat" cmpd="sng" algn="ctr">
                      <a:solidFill>
                        <a:srgbClr val="0070C0"/>
                      </a:solidFill>
                      <a:prstDash val="solid"/>
                      <a:round/>
                      <a:headEnd type="none" w="med" len="med"/>
                      <a:tailEnd type="none" w="med" len="med"/>
                    </a:lnT>
                  </a:tcPr>
                </a:tc>
                <a:tc>
                  <a:txBody>
                    <a:bodyPr/>
                    <a:lstStyle/>
                    <a:p>
                      <a:pPr algn="ctr">
                        <a:lnSpc>
                          <a:spcPct val="200000"/>
                        </a:lnSpc>
                      </a:pPr>
                      <a:r>
                        <a:rPr lang="en-US" altLang="zh-TW" dirty="0" smtClean="0"/>
                        <a:t>2</a:t>
                      </a:r>
                      <a:endParaRPr lang="zh-TW" altLang="en-US" dirty="0"/>
                    </a:p>
                  </a:txBody>
                  <a:tcPr>
                    <a:lnT w="76200" cap="flat" cmpd="sng" algn="ctr">
                      <a:solidFill>
                        <a:srgbClr val="0070C0"/>
                      </a:solidFill>
                      <a:prstDash val="solid"/>
                      <a:round/>
                      <a:headEnd type="none" w="med" len="med"/>
                      <a:tailEnd type="none" w="med" len="med"/>
                    </a:lnT>
                  </a:tcPr>
                </a:tc>
                <a:tc>
                  <a:txBody>
                    <a:bodyPr/>
                    <a:lstStyle/>
                    <a:p>
                      <a:pPr algn="ctr">
                        <a:lnSpc>
                          <a:spcPct val="200000"/>
                        </a:lnSpc>
                      </a:pPr>
                      <a:r>
                        <a:rPr lang="en-US" altLang="zh-TW" dirty="0" smtClean="0"/>
                        <a:t>2</a:t>
                      </a:r>
                      <a:endParaRPr lang="zh-TW" altLang="en-US" dirty="0"/>
                    </a:p>
                  </a:txBody>
                  <a:tcPr>
                    <a:lnR w="76200" cap="flat" cmpd="sng" algn="ctr">
                      <a:solidFill>
                        <a:srgbClr val="0070C0"/>
                      </a:solidFill>
                      <a:prstDash val="solid"/>
                      <a:round/>
                      <a:headEnd type="none" w="med" len="med"/>
                      <a:tailEnd type="none" w="med" len="med"/>
                    </a:lnR>
                  </a:tcPr>
                </a:tc>
                <a:tc>
                  <a:txBody>
                    <a:bodyPr/>
                    <a:lstStyle/>
                    <a:p>
                      <a:pPr algn="ctr">
                        <a:lnSpc>
                          <a:spcPct val="200000"/>
                        </a:lnSpc>
                      </a:pPr>
                      <a:r>
                        <a:rPr lang="en-US" altLang="zh-TW" dirty="0" smtClean="0"/>
                        <a:t>3</a:t>
                      </a:r>
                      <a:endParaRPr lang="zh-TW" altLang="en-US" dirty="0"/>
                    </a:p>
                  </a:txBody>
                  <a:tcPr>
                    <a:lnL w="76200" cap="flat" cmpd="sng" algn="ctr">
                      <a:solidFill>
                        <a:srgbClr val="0070C0"/>
                      </a:solidFill>
                      <a:prstDash val="solid"/>
                      <a:round/>
                      <a:headEnd type="none" w="med" len="med"/>
                      <a:tailEnd type="none" w="med" len="med"/>
                    </a:lnL>
                    <a:lnT w="76200" cap="flat" cmpd="sng" algn="ctr">
                      <a:solidFill>
                        <a:srgbClr val="0070C0"/>
                      </a:solidFill>
                      <a:prstDash val="solid"/>
                      <a:round/>
                      <a:headEnd type="none" w="med" len="med"/>
                      <a:tailEnd type="none" w="med" len="med"/>
                    </a:lnT>
                  </a:tcPr>
                </a:tc>
                <a:tc>
                  <a:txBody>
                    <a:bodyPr/>
                    <a:lstStyle/>
                    <a:p>
                      <a:pPr algn="ctr">
                        <a:lnSpc>
                          <a:spcPct val="200000"/>
                        </a:lnSpc>
                      </a:pPr>
                      <a:r>
                        <a:rPr lang="en-US" altLang="zh-TW" dirty="0" smtClean="0"/>
                        <a:t>3</a:t>
                      </a:r>
                      <a:endParaRPr lang="zh-TW" altLang="en-US" dirty="0"/>
                    </a:p>
                  </a:txBody>
                  <a:tcPr>
                    <a:lnT w="76200" cap="flat" cmpd="sng" algn="ctr">
                      <a:solidFill>
                        <a:srgbClr val="0070C0"/>
                      </a:solidFill>
                      <a:prstDash val="solid"/>
                      <a:round/>
                      <a:headEnd type="none" w="med" len="med"/>
                      <a:tailEnd type="none" w="med" len="med"/>
                    </a:lnT>
                  </a:tcPr>
                </a:tc>
                <a:tc>
                  <a:txBody>
                    <a:bodyPr/>
                    <a:lstStyle/>
                    <a:p>
                      <a:pPr algn="ctr">
                        <a:lnSpc>
                          <a:spcPct val="200000"/>
                        </a:lnSpc>
                      </a:pPr>
                      <a:r>
                        <a:rPr lang="en-US" altLang="zh-TW" dirty="0" smtClean="0"/>
                        <a:t>3</a:t>
                      </a:r>
                      <a:endParaRPr lang="zh-TW" altLang="en-US" dirty="0"/>
                    </a:p>
                  </a:txBody>
                  <a:tcPr>
                    <a:lnT w="76200" cap="flat" cmpd="sng" algn="ctr">
                      <a:solidFill>
                        <a:srgbClr val="0070C0"/>
                      </a:solidFill>
                      <a:prstDash val="solid"/>
                      <a:round/>
                      <a:headEnd type="none" w="med" len="med"/>
                      <a:tailEnd type="none" w="med" len="med"/>
                    </a:lnT>
                  </a:tcPr>
                </a:tc>
                <a:tc>
                  <a:txBody>
                    <a:bodyPr/>
                    <a:lstStyle/>
                    <a:p>
                      <a:pPr algn="ctr">
                        <a:lnSpc>
                          <a:spcPct val="200000"/>
                        </a:lnSpc>
                      </a:pPr>
                      <a:r>
                        <a:rPr lang="en-US" altLang="zh-TW" dirty="0" smtClean="0"/>
                        <a:t>3</a:t>
                      </a:r>
                      <a:endParaRPr lang="zh-TW" altLang="en-US" dirty="0"/>
                    </a:p>
                  </a:txBody>
                  <a:tcPr>
                    <a:lnT w="76200" cap="flat" cmpd="sng" algn="ctr">
                      <a:solidFill>
                        <a:srgbClr val="0070C0"/>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tc>
                  <a:txBody>
                    <a:bodyPr/>
                    <a:lstStyle/>
                    <a:p>
                      <a:pPr algn="ctr">
                        <a:lnSpc>
                          <a:spcPct val="200000"/>
                        </a:lnSpc>
                      </a:pPr>
                      <a:r>
                        <a:rPr lang="en-US" altLang="zh-TW" dirty="0" smtClean="0"/>
                        <a:t>3</a:t>
                      </a:r>
                      <a:endParaRPr lang="zh-TW" altLang="en-US" dirty="0"/>
                    </a:p>
                  </a:txBody>
                  <a:tcPr>
                    <a:lnT w="76200" cap="flat" cmpd="sng" algn="ctr">
                      <a:solidFill>
                        <a:srgbClr val="0070C0"/>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762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lnSpc>
                          <a:spcPct val="200000"/>
                        </a:lnSpc>
                      </a:pPr>
                      <a:r>
                        <a:rPr lang="en-US" altLang="zh-TW" dirty="0" smtClean="0"/>
                        <a:t>1</a:t>
                      </a:r>
                      <a:endParaRPr lang="zh-TW" altLang="en-US" dirty="0"/>
                    </a:p>
                  </a:txBody>
                  <a:tcPr>
                    <a:lnL w="76200" cap="flat" cmpd="sng" algn="ctr">
                      <a:solidFill>
                        <a:srgbClr val="0070C0"/>
                      </a:solidFill>
                      <a:prstDash val="solid"/>
                      <a:round/>
                      <a:headEnd type="none" w="med" len="med"/>
                      <a:tailEnd type="none" w="med" len="med"/>
                    </a:lnL>
                    <a:lnR w="76200" cap="flat" cmpd="sng" algn="ctr">
                      <a:solidFill>
                        <a:srgbClr val="0070C0"/>
                      </a:solidFill>
                      <a:prstDash val="solid"/>
                      <a:round/>
                      <a:headEnd type="none" w="med" len="med"/>
                      <a:tailEnd type="none" w="med" len="med"/>
                    </a:lnR>
                  </a:tcPr>
                </a:tc>
                <a:tc>
                  <a:txBody>
                    <a:bodyPr/>
                    <a:lstStyle/>
                    <a:p>
                      <a:pPr algn="ctr">
                        <a:lnSpc>
                          <a:spcPct val="200000"/>
                        </a:lnSpc>
                      </a:pPr>
                      <a:r>
                        <a:rPr lang="en-US" altLang="zh-TW" dirty="0" smtClean="0"/>
                        <a:t>2</a:t>
                      </a:r>
                      <a:endParaRPr lang="zh-TW" altLang="en-US" dirty="0"/>
                    </a:p>
                  </a:txBody>
                  <a:tcPr>
                    <a:lnL w="76200" cap="flat" cmpd="sng" algn="ctr">
                      <a:solidFill>
                        <a:srgbClr val="0070C0"/>
                      </a:solidFill>
                      <a:prstDash val="solid"/>
                      <a:round/>
                      <a:headEnd type="none" w="med" len="med"/>
                      <a:tailEnd type="none" w="med" len="med"/>
                    </a:lnL>
                  </a:tcPr>
                </a:tc>
                <a:tc>
                  <a:txBody>
                    <a:bodyPr/>
                    <a:lstStyle/>
                    <a:p>
                      <a:pPr algn="ctr">
                        <a:lnSpc>
                          <a:spcPct val="200000"/>
                        </a:lnSpc>
                      </a:pPr>
                      <a:r>
                        <a:rPr lang="en-US" altLang="zh-TW" dirty="0" smtClean="0"/>
                        <a:t>2</a:t>
                      </a:r>
                      <a:endParaRPr lang="zh-TW" altLang="en-US" dirty="0"/>
                    </a:p>
                  </a:txBody>
                  <a:tcPr/>
                </a:tc>
                <a:tc>
                  <a:txBody>
                    <a:bodyPr/>
                    <a:lstStyle/>
                    <a:p>
                      <a:pPr algn="ctr">
                        <a:lnSpc>
                          <a:spcPct val="200000"/>
                        </a:lnSpc>
                      </a:pPr>
                      <a:r>
                        <a:rPr lang="en-US" altLang="zh-TW" dirty="0" smtClean="0"/>
                        <a:t>2</a:t>
                      </a:r>
                      <a:endParaRPr lang="zh-TW" altLang="en-US" dirty="0"/>
                    </a:p>
                  </a:txBody>
                  <a:tcPr>
                    <a:lnR w="76200" cap="flat" cmpd="sng" algn="ctr">
                      <a:solidFill>
                        <a:srgbClr val="0070C0"/>
                      </a:solidFill>
                      <a:prstDash val="solid"/>
                      <a:round/>
                      <a:headEnd type="none" w="med" len="med"/>
                      <a:tailEnd type="none" w="med" len="med"/>
                    </a:lnR>
                  </a:tcPr>
                </a:tc>
                <a:tc>
                  <a:txBody>
                    <a:bodyPr/>
                    <a:lstStyle/>
                    <a:p>
                      <a:pPr algn="ctr">
                        <a:lnSpc>
                          <a:spcPct val="200000"/>
                        </a:lnSpc>
                      </a:pPr>
                      <a:r>
                        <a:rPr lang="en-US" altLang="zh-TW" dirty="0" smtClean="0"/>
                        <a:t>3</a:t>
                      </a:r>
                      <a:endParaRPr lang="zh-TW" altLang="en-US" dirty="0"/>
                    </a:p>
                  </a:txBody>
                  <a:tcPr>
                    <a:lnL w="76200" cap="flat" cmpd="sng" algn="ctr">
                      <a:solidFill>
                        <a:srgbClr val="0070C0"/>
                      </a:solidFill>
                      <a:prstDash val="solid"/>
                      <a:round/>
                      <a:headEnd type="none" w="med" len="med"/>
                      <a:tailEnd type="none" w="med" len="med"/>
                    </a:lnL>
                  </a:tcPr>
                </a:tc>
                <a:tc>
                  <a:txBody>
                    <a:bodyPr/>
                    <a:lstStyle/>
                    <a:p>
                      <a:pPr algn="ctr">
                        <a:lnSpc>
                          <a:spcPct val="200000"/>
                        </a:lnSpc>
                      </a:pPr>
                      <a:r>
                        <a:rPr lang="en-US" altLang="zh-TW" dirty="0" smtClean="0"/>
                        <a:t>3</a:t>
                      </a:r>
                      <a:endParaRPr lang="zh-TW" altLang="en-US" dirty="0"/>
                    </a:p>
                  </a:txBody>
                  <a:tcPr/>
                </a:tc>
                <a:tc>
                  <a:txBody>
                    <a:bodyPr/>
                    <a:lstStyle/>
                    <a:p>
                      <a:pPr algn="ctr">
                        <a:lnSpc>
                          <a:spcPct val="200000"/>
                        </a:lnSpc>
                      </a:pPr>
                      <a:r>
                        <a:rPr lang="en-US" altLang="zh-TW" dirty="0" smtClean="0"/>
                        <a:t>3</a:t>
                      </a:r>
                      <a:endParaRPr lang="zh-TW" altLang="en-US" dirty="0"/>
                    </a:p>
                  </a:txBody>
                  <a:tcPr>
                    <a:lnR w="76200" cap="flat" cmpd="sng" algn="ctr">
                      <a:solidFill>
                        <a:srgbClr val="0070C0"/>
                      </a:solidFill>
                      <a:prstDash val="solid"/>
                      <a:round/>
                      <a:headEnd type="none" w="med" len="med"/>
                      <a:tailEnd type="none" w="med" len="med"/>
                    </a:lnR>
                  </a:tcPr>
                </a:tc>
                <a:tc>
                  <a:txBody>
                    <a:bodyPr/>
                    <a:lstStyle/>
                    <a:p>
                      <a:pPr algn="ctr">
                        <a:lnSpc>
                          <a:spcPct val="200000"/>
                        </a:lnSpc>
                      </a:pPr>
                      <a:r>
                        <a:rPr lang="en-US" altLang="zh-TW" dirty="0" smtClean="0"/>
                        <a:t>4</a:t>
                      </a:r>
                      <a:endParaRPr lang="zh-TW" altLang="en-US" dirty="0"/>
                    </a:p>
                  </a:txBody>
                  <a:tcPr>
                    <a:lnL w="76200" cap="flat" cmpd="sng" algn="ctr">
                      <a:solidFill>
                        <a:srgbClr val="0070C0"/>
                      </a:solidFill>
                      <a:prstDash val="solid"/>
                      <a:round/>
                      <a:headEnd type="none" w="med" len="med"/>
                      <a:tailEnd type="none" w="med" len="med"/>
                    </a:lnL>
                    <a:lnT w="76200" cap="flat" cmpd="sng" algn="ctr">
                      <a:solidFill>
                        <a:srgbClr val="0070C0"/>
                      </a:solidFill>
                      <a:prstDash val="solid"/>
                      <a:round/>
                      <a:headEnd type="none" w="med" len="med"/>
                      <a:tailEnd type="none" w="med" len="med"/>
                    </a:lnT>
                  </a:tcPr>
                </a:tc>
                <a:tc>
                  <a:txBody>
                    <a:bodyPr/>
                    <a:lstStyle/>
                    <a:p>
                      <a:pPr algn="ctr">
                        <a:lnSpc>
                          <a:spcPct val="200000"/>
                        </a:lnSpc>
                      </a:pPr>
                      <a:r>
                        <a:rPr lang="en-US" altLang="zh-TW" dirty="0" smtClean="0"/>
                        <a:t>4</a:t>
                      </a:r>
                      <a:endParaRPr lang="zh-TW" altLang="en-US" dirty="0"/>
                    </a:p>
                  </a:txBody>
                  <a:tcPr>
                    <a:lnT w="76200" cap="flat" cmpd="sng" algn="ctr">
                      <a:solidFill>
                        <a:srgbClr val="0070C0"/>
                      </a:solidFill>
                      <a:prstDash val="solid"/>
                      <a:round/>
                      <a:headEnd type="none" w="med" len="med"/>
                      <a:tailEnd type="none" w="med" len="med"/>
                    </a:lnT>
                  </a:tcPr>
                </a:tc>
              </a:tr>
            </a:tbl>
          </a:graphicData>
        </a:graphic>
      </p:graphicFrame>
    </p:spTree>
    <p:extLst>
      <p:ext uri="{BB962C8B-B14F-4D97-AF65-F5344CB8AC3E}">
        <p14:creationId xmlns:p14="http://schemas.microsoft.com/office/powerpoint/2010/main" val="384772081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2732056629"/>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lnSpc>
                          <a:spcPct val="200000"/>
                        </a:lnSpc>
                      </a:pPr>
                      <a:endParaRPr lang="zh-TW" altLang="en-US" dirty="0"/>
                    </a:p>
                  </a:txBody>
                  <a:tcPr/>
                </a:tc>
                <a:tc>
                  <a:txBody>
                    <a:bodyPr/>
                    <a:lstStyle/>
                    <a:p>
                      <a:pPr algn="ctr">
                        <a:lnSpc>
                          <a:spcPct val="200000"/>
                        </a:lnSpc>
                      </a:pPr>
                      <a:endParaRPr lang="zh-TW" altLang="en-US" dirty="0"/>
                    </a:p>
                  </a:txBody>
                  <a:tcPr>
                    <a:lnR w="76200" cap="flat" cmpd="sng" algn="ctr">
                      <a:solidFill>
                        <a:srgbClr val="0070C0"/>
                      </a:solidFill>
                      <a:prstDash val="solid"/>
                      <a:round/>
                      <a:headEnd type="none" w="med" len="med"/>
                      <a:tailEnd type="none" w="med" len="med"/>
                    </a:lnR>
                    <a:lnB w="76200" cap="flat" cmpd="sng" algn="ctr">
                      <a:solidFill>
                        <a:srgbClr val="0070C0"/>
                      </a:solidFill>
                      <a:prstDash val="solid"/>
                      <a:round/>
                      <a:headEnd type="none" w="med" len="med"/>
                      <a:tailEnd type="none" w="med" len="med"/>
                    </a:lnB>
                  </a:tcPr>
                </a:tc>
                <a:tc>
                  <a:txBody>
                    <a:bodyPr/>
                    <a:lstStyle/>
                    <a:p>
                      <a:pPr algn="ctr">
                        <a:lnSpc>
                          <a:spcPct val="200000"/>
                        </a:lnSpc>
                      </a:pPr>
                      <a:r>
                        <a:rPr lang="en-US" altLang="zh-TW" dirty="0" smtClean="0"/>
                        <a:t>1</a:t>
                      </a:r>
                      <a:endParaRPr lang="zh-TW" altLang="en-US" dirty="0"/>
                    </a:p>
                  </a:txBody>
                  <a:tcPr>
                    <a:lnL w="76200" cap="flat" cmpd="sng" algn="ctr">
                      <a:solidFill>
                        <a:srgbClr val="0070C0"/>
                      </a:solidFill>
                      <a:prstDash val="solid"/>
                      <a:round/>
                      <a:headEnd type="none" w="med" len="med"/>
                      <a:tailEnd type="none" w="med" len="med"/>
                    </a:lnL>
                    <a:lnT w="76200" cap="flat" cmpd="sng" algn="ctr">
                      <a:solidFill>
                        <a:srgbClr val="0070C0"/>
                      </a:solidFill>
                      <a:prstDash val="solid"/>
                      <a:round/>
                      <a:headEnd type="none" w="med" len="med"/>
                      <a:tailEnd type="none" w="med" len="med"/>
                    </a:lnT>
                  </a:tcPr>
                </a:tc>
                <a:tc>
                  <a:txBody>
                    <a:bodyPr/>
                    <a:lstStyle/>
                    <a:p>
                      <a:pPr algn="ctr">
                        <a:lnSpc>
                          <a:spcPct val="200000"/>
                        </a:lnSpc>
                      </a:pPr>
                      <a:endParaRPr lang="zh-TW" altLang="en-US" dirty="0"/>
                    </a:p>
                  </a:txBody>
                  <a:tcPr>
                    <a:lnT w="76200" cap="flat" cmpd="sng" algn="ctr">
                      <a:solidFill>
                        <a:srgbClr val="0070C0"/>
                      </a:solidFill>
                      <a:prstDash val="solid"/>
                      <a:round/>
                      <a:headEnd type="none" w="med" len="med"/>
                      <a:tailEnd type="none" w="med" len="med"/>
                    </a:lnT>
                  </a:tcPr>
                </a:tc>
                <a:tc>
                  <a:txBody>
                    <a:bodyPr/>
                    <a:lstStyle/>
                    <a:p>
                      <a:pPr algn="ctr">
                        <a:lnSpc>
                          <a:spcPct val="200000"/>
                        </a:lnSpc>
                      </a:pPr>
                      <a:endParaRPr lang="zh-TW" altLang="en-US" dirty="0"/>
                    </a:p>
                  </a:txBody>
                  <a:tcPr>
                    <a:lnT w="76200" cap="flat" cmpd="sng" algn="ctr">
                      <a:solidFill>
                        <a:srgbClr val="0070C0"/>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tc>
                  <a:txBody>
                    <a:bodyPr/>
                    <a:lstStyle/>
                    <a:p>
                      <a:pPr algn="ctr">
                        <a:lnSpc>
                          <a:spcPct val="200000"/>
                        </a:lnSpc>
                      </a:pPr>
                      <a:endParaRPr lang="zh-TW" altLang="en-US" dirty="0"/>
                    </a:p>
                  </a:txBody>
                  <a:tcPr>
                    <a:lnT w="76200" cap="flat" cmpd="sng" algn="ctr">
                      <a:solidFill>
                        <a:srgbClr val="0070C0"/>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tc>
                  <a:txBody>
                    <a:bodyPr/>
                    <a:lstStyle/>
                    <a:p>
                      <a:pPr algn="ctr">
                        <a:lnSpc>
                          <a:spcPct val="200000"/>
                        </a:lnSpc>
                      </a:pPr>
                      <a:endParaRPr lang="zh-TW" altLang="en-US" dirty="0"/>
                    </a:p>
                  </a:txBody>
                  <a:tcPr>
                    <a:lnT w="76200" cap="flat" cmpd="sng" algn="ctr">
                      <a:solidFill>
                        <a:srgbClr val="0070C0"/>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tc>
                  <a:txBody>
                    <a:bodyPr/>
                    <a:lstStyle/>
                    <a:p>
                      <a:pPr algn="ctr">
                        <a:lnSpc>
                          <a:spcPct val="200000"/>
                        </a:lnSpc>
                      </a:pPr>
                      <a:endParaRPr lang="zh-TW" altLang="en-US" dirty="0"/>
                    </a:p>
                  </a:txBody>
                  <a:tcPr>
                    <a:lnT w="76200" cap="flat" cmpd="sng" algn="ctr">
                      <a:solidFill>
                        <a:srgbClr val="0070C0"/>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tc>
                  <a:txBody>
                    <a:bodyPr/>
                    <a:lstStyle/>
                    <a:p>
                      <a:pPr algn="ctr">
                        <a:lnSpc>
                          <a:spcPct val="200000"/>
                        </a:lnSpc>
                      </a:pPr>
                      <a:endParaRPr lang="zh-TW" altLang="en-US" dirty="0"/>
                    </a:p>
                  </a:txBody>
                  <a:tcPr>
                    <a:lnT w="76200" cap="flat" cmpd="sng" algn="ctr">
                      <a:solidFill>
                        <a:srgbClr val="0070C0"/>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lnSpc>
                          <a:spcPct val="200000"/>
                        </a:lnSpc>
                      </a:pPr>
                      <a:endParaRPr lang="zh-TW" altLang="en-US" dirty="0"/>
                    </a:p>
                  </a:txBody>
                  <a:tcPr>
                    <a:lnR w="76200" cap="flat" cmpd="sng" algn="ctr">
                      <a:solidFill>
                        <a:srgbClr val="0070C0"/>
                      </a:solidFill>
                      <a:prstDash val="solid"/>
                      <a:round/>
                      <a:headEnd type="none" w="med" len="med"/>
                      <a:tailEnd type="none" w="med" len="med"/>
                    </a:lnR>
                    <a:lnB w="76200" cap="flat" cmpd="sng" algn="ctr">
                      <a:solidFill>
                        <a:srgbClr val="0070C0"/>
                      </a:solidFill>
                      <a:prstDash val="solid"/>
                      <a:round/>
                      <a:headEnd type="none" w="med" len="med"/>
                      <a:tailEnd type="none" w="med" len="med"/>
                    </a:lnB>
                  </a:tcPr>
                </a:tc>
                <a:tc>
                  <a:txBody>
                    <a:bodyPr/>
                    <a:lstStyle/>
                    <a:p>
                      <a:pPr algn="ctr">
                        <a:lnSpc>
                          <a:spcPct val="200000"/>
                        </a:lnSpc>
                      </a:pPr>
                      <a:r>
                        <a:rPr lang="en-US" altLang="zh-TW" dirty="0" smtClean="0"/>
                        <a:t>1</a:t>
                      </a:r>
                      <a:endParaRPr lang="zh-TW" altLang="en-US" dirty="0"/>
                    </a:p>
                  </a:txBody>
                  <a:tcPr>
                    <a:lnL w="76200" cap="flat" cmpd="sng" algn="ctr">
                      <a:solidFill>
                        <a:srgbClr val="0070C0"/>
                      </a:solidFill>
                      <a:prstDash val="solid"/>
                      <a:round/>
                      <a:headEnd type="none" w="med" len="med"/>
                      <a:tailEnd type="none" w="med" len="med"/>
                    </a:lnL>
                    <a:lnT w="76200" cap="flat" cmpd="sng" algn="ctr">
                      <a:solidFill>
                        <a:srgbClr val="0070C0"/>
                      </a:solidFill>
                      <a:prstDash val="solid"/>
                      <a:round/>
                      <a:headEnd type="none" w="med" len="med"/>
                      <a:tailEnd type="none" w="med" len="med"/>
                    </a:lnT>
                  </a:tcPr>
                </a:tc>
                <a:tc>
                  <a:txBody>
                    <a:bodyPr/>
                    <a:lstStyle/>
                    <a:p>
                      <a:pPr algn="ctr">
                        <a:lnSpc>
                          <a:spcPct val="200000"/>
                        </a:lnSpc>
                      </a:pPr>
                      <a:endParaRPr lang="zh-TW" altLang="en-US" dirty="0"/>
                    </a:p>
                  </a:txBody>
                  <a:tcPr/>
                </a:tc>
                <a:tc>
                  <a:txBody>
                    <a:bodyPr/>
                    <a:lstStyle/>
                    <a:p>
                      <a:pPr algn="ctr">
                        <a:lnSpc>
                          <a:spcPct val="200000"/>
                        </a:lnSpc>
                      </a:pPr>
                      <a:endParaRPr lang="zh-TW" altLang="en-US" dirty="0"/>
                    </a:p>
                  </a:txBody>
                  <a:tcPr>
                    <a:lnR w="76200" cap="flat" cmpd="sng" algn="ctr">
                      <a:solidFill>
                        <a:srgbClr val="0070C0"/>
                      </a:solidFill>
                      <a:prstDash val="solid"/>
                      <a:round/>
                      <a:headEnd type="none" w="med" len="med"/>
                      <a:tailEnd type="none" w="med" len="med"/>
                    </a:lnR>
                    <a:lnB w="76200" cap="flat" cmpd="sng" algn="ctr">
                      <a:solidFill>
                        <a:srgbClr val="0070C0"/>
                      </a:solidFill>
                      <a:prstDash val="solid"/>
                      <a:round/>
                      <a:headEnd type="none" w="med" len="med"/>
                      <a:tailEnd type="none" w="med" len="med"/>
                    </a:lnB>
                  </a:tcPr>
                </a:tc>
                <a:tc>
                  <a:txBody>
                    <a:bodyPr/>
                    <a:lstStyle/>
                    <a:p>
                      <a:pPr algn="ctr">
                        <a:lnSpc>
                          <a:spcPct val="200000"/>
                        </a:lnSpc>
                      </a:pPr>
                      <a:r>
                        <a:rPr lang="en-US" altLang="zh-TW" dirty="0" smtClean="0"/>
                        <a:t>2</a:t>
                      </a:r>
                      <a:endParaRPr lang="zh-TW" altLang="en-US" dirty="0"/>
                    </a:p>
                  </a:txBody>
                  <a:tcPr>
                    <a:lnL w="76200" cap="flat" cmpd="sng" algn="ctr">
                      <a:solidFill>
                        <a:srgbClr val="0070C0"/>
                      </a:solidFill>
                      <a:prstDash val="solid"/>
                      <a:round/>
                      <a:headEnd type="none" w="med" len="med"/>
                      <a:tailEnd type="none" w="med" len="med"/>
                    </a:lnL>
                    <a:lnT w="76200" cap="flat" cmpd="sng" algn="ctr">
                      <a:solidFill>
                        <a:srgbClr val="0070C0"/>
                      </a:solidFill>
                      <a:prstDash val="solid"/>
                      <a:round/>
                      <a:headEnd type="none" w="med" len="med"/>
                      <a:tailEnd type="none" w="med" len="med"/>
                    </a:lnT>
                  </a:tcPr>
                </a:tc>
                <a:tc>
                  <a:txBody>
                    <a:bodyPr/>
                    <a:lstStyle/>
                    <a:p>
                      <a:pPr algn="ctr">
                        <a:lnSpc>
                          <a:spcPct val="200000"/>
                        </a:lnSpc>
                      </a:pPr>
                      <a:endParaRPr lang="zh-TW" altLang="en-US" dirty="0"/>
                    </a:p>
                  </a:txBody>
                  <a:tcPr>
                    <a:lnT w="76200" cap="flat" cmpd="sng" algn="ctr">
                      <a:solidFill>
                        <a:srgbClr val="0070C0"/>
                      </a:solidFill>
                      <a:prstDash val="solid"/>
                      <a:round/>
                      <a:headEnd type="none" w="med" len="med"/>
                      <a:tailEnd type="none" w="med" len="med"/>
                    </a:lnT>
                  </a:tcPr>
                </a:tc>
                <a:tc>
                  <a:txBody>
                    <a:bodyPr/>
                    <a:lstStyle/>
                    <a:p>
                      <a:pPr algn="ctr">
                        <a:lnSpc>
                          <a:spcPct val="200000"/>
                        </a:lnSpc>
                      </a:pPr>
                      <a:endParaRPr lang="zh-TW" altLang="en-US" dirty="0"/>
                    </a:p>
                  </a:txBody>
                  <a:tcPr>
                    <a:lnT w="76200" cap="flat" cmpd="sng" algn="ctr">
                      <a:solidFill>
                        <a:srgbClr val="0070C0"/>
                      </a:solidFill>
                      <a:prstDash val="solid"/>
                      <a:round/>
                      <a:headEnd type="none" w="med" len="med"/>
                      <a:tailEnd type="none" w="med" len="med"/>
                    </a:lnT>
                  </a:tcPr>
                </a:tc>
                <a:tc>
                  <a:txBody>
                    <a:bodyPr/>
                    <a:lstStyle/>
                    <a:p>
                      <a:pPr algn="ctr">
                        <a:lnSpc>
                          <a:spcPct val="200000"/>
                        </a:lnSpc>
                      </a:pPr>
                      <a:endParaRPr lang="zh-TW" altLang="en-US" dirty="0"/>
                    </a:p>
                  </a:txBody>
                  <a:tcPr>
                    <a:lnT w="76200" cap="flat" cmpd="sng" algn="ctr">
                      <a:solidFill>
                        <a:srgbClr val="0070C0"/>
                      </a:solidFill>
                      <a:prstDash val="solid"/>
                      <a:round/>
                      <a:headEnd type="none" w="med" len="med"/>
                      <a:tailEnd type="none" w="med" len="med"/>
                    </a:lnT>
                  </a:tcPr>
                </a:tc>
                <a:tc>
                  <a:txBody>
                    <a:bodyPr/>
                    <a:lstStyle/>
                    <a:p>
                      <a:pPr algn="ctr">
                        <a:lnSpc>
                          <a:spcPct val="200000"/>
                        </a:lnSpc>
                      </a:pPr>
                      <a:endParaRPr lang="zh-TW" altLang="en-US" dirty="0"/>
                    </a:p>
                  </a:txBody>
                  <a:tcPr>
                    <a:lnT w="76200" cap="flat" cmpd="sng" algn="ctr">
                      <a:solidFill>
                        <a:srgbClr val="0070C0"/>
                      </a:solidFill>
                      <a:prstDash val="solid"/>
                      <a:round/>
                      <a:headEnd type="none" w="med" len="med"/>
                      <a:tailEnd type="none" w="med" len="med"/>
                    </a:lnT>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762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lnSpc>
                          <a:spcPct val="200000"/>
                        </a:lnSpc>
                      </a:pPr>
                      <a:r>
                        <a:rPr lang="en-US" altLang="zh-TW" dirty="0" smtClean="0"/>
                        <a:t>1</a:t>
                      </a:r>
                      <a:endParaRPr lang="zh-TW" altLang="en-US" dirty="0"/>
                    </a:p>
                  </a:txBody>
                  <a:tcPr>
                    <a:lnL w="76200" cap="flat" cmpd="sng" algn="ctr">
                      <a:solidFill>
                        <a:srgbClr val="0070C0"/>
                      </a:solidFill>
                      <a:prstDash val="solid"/>
                      <a:round/>
                      <a:headEnd type="none" w="med" len="med"/>
                      <a:tailEnd type="none" w="med" len="med"/>
                    </a:lnL>
                    <a:lnT w="76200" cap="flat" cmpd="sng" algn="ctr">
                      <a:solidFill>
                        <a:srgbClr val="0070C0"/>
                      </a:solidFill>
                      <a:prstDash val="solid"/>
                      <a:round/>
                      <a:headEnd type="none" w="med" len="med"/>
                      <a:tailEnd type="none" w="med" len="med"/>
                    </a:lnT>
                  </a:tcPr>
                </a:tc>
                <a:tc>
                  <a:txBody>
                    <a:bodyPr/>
                    <a:lstStyle/>
                    <a:p>
                      <a:pPr algn="ctr">
                        <a:lnSpc>
                          <a:spcPct val="200000"/>
                        </a:lnSpc>
                      </a:pPr>
                      <a:endParaRPr lang="zh-TW" altLang="en-US" dirty="0"/>
                    </a:p>
                  </a:txBody>
                  <a:tcPr/>
                </a:tc>
                <a:tc>
                  <a:txBody>
                    <a:bodyPr/>
                    <a:lstStyle/>
                    <a:p>
                      <a:pPr algn="ctr">
                        <a:lnSpc>
                          <a:spcPct val="200000"/>
                        </a:lnSpc>
                      </a:pPr>
                      <a:endParaRPr lang="zh-TW" altLang="en-US" dirty="0"/>
                    </a:p>
                  </a:txBody>
                  <a:tcPr>
                    <a:lnR w="76200" cap="flat" cmpd="sng" algn="ctr">
                      <a:solidFill>
                        <a:srgbClr val="0070C0"/>
                      </a:solidFill>
                      <a:prstDash val="solid"/>
                      <a:round/>
                      <a:headEnd type="none" w="med" len="med"/>
                      <a:tailEnd type="none" w="med" len="med"/>
                    </a:lnR>
                  </a:tcPr>
                </a:tc>
                <a:tc>
                  <a:txBody>
                    <a:bodyPr/>
                    <a:lstStyle/>
                    <a:p>
                      <a:pPr algn="ctr">
                        <a:lnSpc>
                          <a:spcPct val="200000"/>
                        </a:lnSpc>
                      </a:pPr>
                      <a:r>
                        <a:rPr lang="en-US" altLang="zh-TW" dirty="0" smtClean="0"/>
                        <a:t>2</a:t>
                      </a:r>
                      <a:endParaRPr lang="zh-TW" altLang="en-US" dirty="0"/>
                    </a:p>
                  </a:txBody>
                  <a:tcPr>
                    <a:lnL w="76200" cap="flat" cmpd="sng" algn="ctr">
                      <a:solidFill>
                        <a:srgbClr val="0070C0"/>
                      </a:solidFill>
                      <a:prstDash val="solid"/>
                      <a:round/>
                      <a:headEnd type="none" w="med" len="med"/>
                      <a:tailEnd type="none" w="med" len="med"/>
                    </a:lnL>
                    <a:lnT w="76200" cap="flat" cmpd="sng" algn="ctr">
                      <a:solidFill>
                        <a:srgbClr val="0070C0"/>
                      </a:solidFill>
                      <a:prstDash val="solid"/>
                      <a:round/>
                      <a:headEnd type="none" w="med" len="med"/>
                      <a:tailEnd type="none" w="med" len="med"/>
                    </a:lnT>
                  </a:tcPr>
                </a:tc>
                <a:tc>
                  <a:txBody>
                    <a:bodyPr/>
                    <a:lstStyle/>
                    <a:p>
                      <a:pPr algn="ctr">
                        <a:lnSpc>
                          <a:spcPct val="200000"/>
                        </a:lnSpc>
                      </a:pPr>
                      <a:endParaRPr lang="zh-TW" altLang="en-US" dirty="0"/>
                    </a:p>
                  </a:txBody>
                  <a:tcPr/>
                </a:tc>
                <a:tc>
                  <a:txBody>
                    <a:bodyPr/>
                    <a:lstStyle/>
                    <a:p>
                      <a:pPr algn="ctr">
                        <a:lnSpc>
                          <a:spcPct val="200000"/>
                        </a:lnSpc>
                      </a:pPr>
                      <a:endParaRPr lang="zh-TW" altLang="en-US" dirty="0"/>
                    </a:p>
                  </a:txBody>
                  <a:tcPr/>
                </a:tc>
                <a:tc>
                  <a:txBody>
                    <a:bodyPr/>
                    <a:lstStyle/>
                    <a:p>
                      <a:pPr algn="ctr">
                        <a:lnSpc>
                          <a:spcPct val="200000"/>
                        </a:lnSpc>
                      </a:pPr>
                      <a:endParaRPr lang="zh-TW" altLang="en-US" dirty="0"/>
                    </a:p>
                  </a:txBody>
                  <a:tcPr/>
                </a:tc>
                <a:tc>
                  <a:txBody>
                    <a:bodyPr/>
                    <a:lstStyle/>
                    <a:p>
                      <a:pPr algn="ctr">
                        <a:lnSpc>
                          <a:spcPct val="200000"/>
                        </a:lnSpc>
                      </a:pPr>
                      <a:endParaRPr lang="zh-TW" altLang="en-US" dirty="0"/>
                    </a:p>
                  </a:txBody>
                  <a:tcPr/>
                </a:tc>
                <a:tc>
                  <a:txBody>
                    <a:bodyPr/>
                    <a:lstStyle/>
                    <a:p>
                      <a:pPr algn="ctr">
                        <a:lnSpc>
                          <a:spcPct val="200000"/>
                        </a:lnSpc>
                      </a:pPr>
                      <a:endParaRPr lang="zh-TW" altLang="en-US" dirty="0"/>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R w="762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lnSpc>
                          <a:spcPct val="200000"/>
                        </a:lnSpc>
                      </a:pPr>
                      <a:endParaRPr lang="zh-TW" altLang="en-US" dirty="0"/>
                    </a:p>
                  </a:txBody>
                  <a:tcPr>
                    <a:lnL w="76200" cap="flat" cmpd="sng" algn="ctr">
                      <a:solidFill>
                        <a:srgbClr val="0070C0"/>
                      </a:solidFill>
                      <a:prstDash val="solid"/>
                      <a:round/>
                      <a:headEnd type="none" w="med" len="med"/>
                      <a:tailEnd type="none" w="med" len="med"/>
                    </a:lnL>
                  </a:tcPr>
                </a:tc>
                <a:tc>
                  <a:txBody>
                    <a:bodyPr/>
                    <a:lstStyle/>
                    <a:p>
                      <a:pPr algn="ctr">
                        <a:lnSpc>
                          <a:spcPct val="200000"/>
                        </a:lnSpc>
                      </a:pPr>
                      <a:endParaRPr lang="zh-TW" altLang="en-US" dirty="0"/>
                    </a:p>
                  </a:txBody>
                  <a:tcPr>
                    <a:lnB w="76200" cap="flat" cmpd="sng" algn="ctr">
                      <a:solidFill>
                        <a:srgbClr val="0070C0"/>
                      </a:solidFill>
                      <a:prstDash val="solid"/>
                      <a:round/>
                      <a:headEnd type="none" w="med" len="med"/>
                      <a:tailEnd type="none" w="med" len="med"/>
                    </a:lnB>
                  </a:tcPr>
                </a:tc>
                <a:tc>
                  <a:txBody>
                    <a:bodyPr/>
                    <a:lstStyle/>
                    <a:p>
                      <a:pPr algn="ctr">
                        <a:lnSpc>
                          <a:spcPct val="200000"/>
                        </a:lnSpc>
                      </a:pPr>
                      <a:endParaRPr lang="zh-TW" altLang="en-US" dirty="0"/>
                    </a:p>
                  </a:txBody>
                  <a:tcPr>
                    <a:lnR w="76200" cap="flat" cmpd="sng" algn="ctr">
                      <a:solidFill>
                        <a:srgbClr val="0070C0"/>
                      </a:solidFill>
                      <a:prstDash val="solid"/>
                      <a:round/>
                      <a:headEnd type="none" w="med" len="med"/>
                      <a:tailEnd type="none" w="med" len="med"/>
                    </a:lnR>
                    <a:lnB w="76200" cap="flat" cmpd="sng" algn="ctr">
                      <a:solidFill>
                        <a:srgbClr val="0070C0"/>
                      </a:solidFill>
                      <a:prstDash val="solid"/>
                      <a:round/>
                      <a:headEnd type="none" w="med" len="med"/>
                      <a:tailEnd type="none" w="med" len="med"/>
                    </a:lnB>
                  </a:tcPr>
                </a:tc>
                <a:tc>
                  <a:txBody>
                    <a:bodyPr/>
                    <a:lstStyle/>
                    <a:p>
                      <a:pPr algn="ctr">
                        <a:lnSpc>
                          <a:spcPct val="200000"/>
                        </a:lnSpc>
                      </a:pPr>
                      <a:endParaRPr lang="zh-TW" altLang="en-US" dirty="0"/>
                    </a:p>
                  </a:txBody>
                  <a:tcPr>
                    <a:lnL w="76200" cap="flat" cmpd="sng" algn="ctr">
                      <a:solidFill>
                        <a:srgbClr val="0070C0"/>
                      </a:solidFill>
                      <a:prstDash val="solid"/>
                      <a:round/>
                      <a:headEnd type="none" w="med" len="med"/>
                      <a:tailEnd type="none" w="med" len="med"/>
                    </a:lnL>
                  </a:tcPr>
                </a:tc>
                <a:tc>
                  <a:txBody>
                    <a:bodyPr/>
                    <a:lstStyle/>
                    <a:p>
                      <a:pPr algn="ctr">
                        <a:lnSpc>
                          <a:spcPct val="200000"/>
                        </a:lnSpc>
                      </a:pPr>
                      <a:endParaRPr lang="zh-TW" altLang="en-US" dirty="0"/>
                    </a:p>
                  </a:txBody>
                  <a:tcPr>
                    <a:lnB w="76200" cap="flat" cmpd="sng" algn="ctr">
                      <a:solidFill>
                        <a:srgbClr val="0070C0"/>
                      </a:solidFill>
                      <a:prstDash val="solid"/>
                      <a:round/>
                      <a:headEnd type="none" w="med" len="med"/>
                      <a:tailEnd type="none" w="med" len="med"/>
                    </a:lnB>
                  </a:tcPr>
                </a:tc>
                <a:tc>
                  <a:txBody>
                    <a:bodyPr/>
                    <a:lstStyle/>
                    <a:p>
                      <a:pPr algn="ctr">
                        <a:lnSpc>
                          <a:spcPct val="200000"/>
                        </a:lnSpc>
                      </a:pPr>
                      <a:endParaRPr lang="zh-TW" altLang="en-US" dirty="0"/>
                    </a:p>
                  </a:txBody>
                  <a:tcPr>
                    <a:lnB w="76200" cap="flat" cmpd="sng" algn="ctr">
                      <a:solidFill>
                        <a:srgbClr val="0070C0"/>
                      </a:solidFill>
                      <a:prstDash val="solid"/>
                      <a:round/>
                      <a:headEnd type="none" w="med" len="med"/>
                      <a:tailEnd type="none" w="med" len="med"/>
                    </a:lnB>
                  </a:tcPr>
                </a:tc>
                <a:tc>
                  <a:txBody>
                    <a:bodyPr/>
                    <a:lstStyle/>
                    <a:p>
                      <a:pPr algn="ctr">
                        <a:lnSpc>
                          <a:spcPct val="200000"/>
                        </a:lnSpc>
                      </a:pPr>
                      <a:endParaRPr lang="zh-TW" altLang="en-US" dirty="0"/>
                    </a:p>
                  </a:txBody>
                  <a:tcPr>
                    <a:lnB w="76200" cap="flat" cmpd="sng" algn="ctr">
                      <a:solidFill>
                        <a:srgbClr val="0070C0"/>
                      </a:solidFill>
                      <a:prstDash val="solid"/>
                      <a:round/>
                      <a:headEnd type="none" w="med" len="med"/>
                      <a:tailEnd type="none" w="med" len="med"/>
                    </a:lnB>
                  </a:tcPr>
                </a:tc>
                <a:tc>
                  <a:txBody>
                    <a:bodyPr/>
                    <a:lstStyle/>
                    <a:p>
                      <a:pPr algn="ctr">
                        <a:lnSpc>
                          <a:spcPct val="200000"/>
                        </a:lnSpc>
                      </a:pPr>
                      <a:endParaRPr lang="zh-TW" altLang="en-US" dirty="0"/>
                    </a:p>
                  </a:txBody>
                  <a:tcPr>
                    <a:lnB w="76200" cap="flat" cmpd="sng" algn="ctr">
                      <a:solidFill>
                        <a:srgbClr val="0070C0"/>
                      </a:solidFill>
                      <a:prstDash val="solid"/>
                      <a:round/>
                      <a:headEnd type="none" w="med" len="med"/>
                      <a:tailEnd type="none" w="med" len="med"/>
                    </a:lnB>
                  </a:tcPr>
                </a:tc>
                <a:tc>
                  <a:txBody>
                    <a:bodyPr/>
                    <a:lstStyle/>
                    <a:p>
                      <a:pPr algn="ctr">
                        <a:lnSpc>
                          <a:spcPct val="200000"/>
                        </a:lnSpc>
                      </a:pPr>
                      <a:endParaRPr lang="zh-TW" altLang="en-US" dirty="0"/>
                    </a:p>
                  </a:txBody>
                  <a:tcPr>
                    <a:lnB w="76200" cap="flat" cmpd="sng" algn="ctr">
                      <a:solidFill>
                        <a:srgbClr val="0070C0"/>
                      </a:solidFill>
                      <a:prstDash val="solid"/>
                      <a:round/>
                      <a:headEnd type="none" w="med" len="med"/>
                      <a:tailEnd type="none" w="med" len="med"/>
                    </a:lnB>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762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lnSpc>
                          <a:spcPct val="200000"/>
                        </a:lnSpc>
                      </a:pPr>
                      <a:endParaRPr lang="zh-TW" altLang="en-US" dirty="0"/>
                    </a:p>
                  </a:txBody>
                  <a:tcPr>
                    <a:lnL w="76200" cap="flat" cmpd="sng" algn="ctr">
                      <a:solidFill>
                        <a:srgbClr val="0070C0"/>
                      </a:solidFill>
                      <a:prstDash val="solid"/>
                      <a:round/>
                      <a:headEnd type="none" w="med" len="med"/>
                      <a:tailEnd type="none" w="med" len="med"/>
                    </a:lnL>
                    <a:lnR w="76200" cap="flat" cmpd="sng" algn="ctr">
                      <a:solidFill>
                        <a:srgbClr val="0070C0"/>
                      </a:solidFill>
                      <a:prstDash val="solid"/>
                      <a:round/>
                      <a:headEnd type="none" w="med" len="med"/>
                      <a:tailEnd type="none" w="med" len="med"/>
                    </a:lnR>
                  </a:tcPr>
                </a:tc>
                <a:tc>
                  <a:txBody>
                    <a:bodyPr/>
                    <a:lstStyle/>
                    <a:p>
                      <a:pPr algn="ctr">
                        <a:lnSpc>
                          <a:spcPct val="200000"/>
                        </a:lnSpc>
                      </a:pPr>
                      <a:r>
                        <a:rPr lang="en-US" altLang="zh-TW" dirty="0" smtClean="0"/>
                        <a:t>2</a:t>
                      </a:r>
                      <a:endParaRPr lang="zh-TW" altLang="en-US" dirty="0"/>
                    </a:p>
                  </a:txBody>
                  <a:tcPr>
                    <a:lnL w="76200" cap="flat" cmpd="sng" algn="ctr">
                      <a:solidFill>
                        <a:srgbClr val="0070C0"/>
                      </a:solidFill>
                      <a:prstDash val="solid"/>
                      <a:round/>
                      <a:headEnd type="none" w="med" len="med"/>
                      <a:tailEnd type="none" w="med" len="med"/>
                    </a:lnL>
                    <a:lnT w="76200" cap="flat" cmpd="sng" algn="ctr">
                      <a:solidFill>
                        <a:srgbClr val="0070C0"/>
                      </a:solidFill>
                      <a:prstDash val="solid"/>
                      <a:round/>
                      <a:headEnd type="none" w="med" len="med"/>
                      <a:tailEnd type="none" w="med" len="med"/>
                    </a:lnT>
                  </a:tcPr>
                </a:tc>
                <a:tc>
                  <a:txBody>
                    <a:bodyPr/>
                    <a:lstStyle/>
                    <a:p>
                      <a:pPr algn="ctr">
                        <a:lnSpc>
                          <a:spcPct val="200000"/>
                        </a:lnSpc>
                      </a:pPr>
                      <a:endParaRPr lang="zh-TW" altLang="en-US" dirty="0"/>
                    </a:p>
                  </a:txBody>
                  <a:tcPr>
                    <a:lnT w="76200" cap="flat" cmpd="sng" algn="ctr">
                      <a:solidFill>
                        <a:srgbClr val="0070C0"/>
                      </a:solidFill>
                      <a:prstDash val="solid"/>
                      <a:round/>
                      <a:headEnd type="none" w="med" len="med"/>
                      <a:tailEnd type="none" w="med" len="med"/>
                    </a:lnT>
                  </a:tcPr>
                </a:tc>
                <a:tc>
                  <a:txBody>
                    <a:bodyPr/>
                    <a:lstStyle/>
                    <a:p>
                      <a:pPr algn="ctr">
                        <a:lnSpc>
                          <a:spcPct val="200000"/>
                        </a:lnSpc>
                      </a:pPr>
                      <a:endParaRPr lang="zh-TW" altLang="en-US" dirty="0"/>
                    </a:p>
                  </a:txBody>
                  <a:tcPr>
                    <a:lnR w="76200" cap="flat" cmpd="sng" algn="ctr">
                      <a:solidFill>
                        <a:srgbClr val="0070C0"/>
                      </a:solidFill>
                      <a:prstDash val="solid"/>
                      <a:round/>
                      <a:headEnd type="none" w="med" len="med"/>
                      <a:tailEnd type="none" w="med" len="med"/>
                    </a:lnR>
                  </a:tcPr>
                </a:tc>
                <a:tc>
                  <a:txBody>
                    <a:bodyPr/>
                    <a:lstStyle/>
                    <a:p>
                      <a:pPr algn="ctr">
                        <a:lnSpc>
                          <a:spcPct val="200000"/>
                        </a:lnSpc>
                      </a:pPr>
                      <a:r>
                        <a:rPr lang="en-US" altLang="zh-TW" dirty="0" smtClean="0"/>
                        <a:t>3</a:t>
                      </a:r>
                      <a:endParaRPr lang="zh-TW" altLang="en-US" dirty="0"/>
                    </a:p>
                  </a:txBody>
                  <a:tcPr>
                    <a:lnL w="76200" cap="flat" cmpd="sng" algn="ctr">
                      <a:solidFill>
                        <a:srgbClr val="0070C0"/>
                      </a:solidFill>
                      <a:prstDash val="solid"/>
                      <a:round/>
                      <a:headEnd type="none" w="med" len="med"/>
                      <a:tailEnd type="none" w="med" len="med"/>
                    </a:lnL>
                    <a:lnT w="76200" cap="flat" cmpd="sng" algn="ctr">
                      <a:solidFill>
                        <a:srgbClr val="0070C0"/>
                      </a:solidFill>
                      <a:prstDash val="solid"/>
                      <a:round/>
                      <a:headEnd type="none" w="med" len="med"/>
                      <a:tailEnd type="none" w="med" len="med"/>
                    </a:lnT>
                  </a:tcPr>
                </a:tc>
                <a:tc>
                  <a:txBody>
                    <a:bodyPr/>
                    <a:lstStyle/>
                    <a:p>
                      <a:pPr algn="ctr">
                        <a:lnSpc>
                          <a:spcPct val="200000"/>
                        </a:lnSpc>
                      </a:pPr>
                      <a:endParaRPr lang="zh-TW" altLang="en-US" dirty="0"/>
                    </a:p>
                  </a:txBody>
                  <a:tcPr>
                    <a:lnT w="76200" cap="flat" cmpd="sng" algn="ctr">
                      <a:solidFill>
                        <a:srgbClr val="0070C0"/>
                      </a:solidFill>
                      <a:prstDash val="solid"/>
                      <a:round/>
                      <a:headEnd type="none" w="med" len="med"/>
                      <a:tailEnd type="none" w="med" len="med"/>
                    </a:lnT>
                  </a:tcPr>
                </a:tc>
                <a:tc>
                  <a:txBody>
                    <a:bodyPr/>
                    <a:lstStyle/>
                    <a:p>
                      <a:pPr algn="ctr">
                        <a:lnSpc>
                          <a:spcPct val="200000"/>
                        </a:lnSpc>
                      </a:pPr>
                      <a:endParaRPr lang="zh-TW" altLang="en-US" dirty="0"/>
                    </a:p>
                  </a:txBody>
                  <a:tcPr>
                    <a:lnT w="76200" cap="flat" cmpd="sng" algn="ctr">
                      <a:solidFill>
                        <a:srgbClr val="0070C0"/>
                      </a:solidFill>
                      <a:prstDash val="solid"/>
                      <a:round/>
                      <a:headEnd type="none" w="med" len="med"/>
                      <a:tailEnd type="none" w="med" len="med"/>
                    </a:lnT>
                  </a:tcPr>
                </a:tc>
                <a:tc>
                  <a:txBody>
                    <a:bodyPr/>
                    <a:lstStyle/>
                    <a:p>
                      <a:pPr algn="ctr">
                        <a:lnSpc>
                          <a:spcPct val="200000"/>
                        </a:lnSpc>
                      </a:pPr>
                      <a:endParaRPr lang="zh-TW" altLang="en-US" dirty="0"/>
                    </a:p>
                  </a:txBody>
                  <a:tcPr>
                    <a:lnT w="76200" cap="flat" cmpd="sng" algn="ctr">
                      <a:solidFill>
                        <a:srgbClr val="0070C0"/>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tc>
                  <a:txBody>
                    <a:bodyPr/>
                    <a:lstStyle/>
                    <a:p>
                      <a:pPr algn="ctr">
                        <a:lnSpc>
                          <a:spcPct val="200000"/>
                        </a:lnSpc>
                      </a:pPr>
                      <a:endParaRPr lang="zh-TW" altLang="en-US" dirty="0"/>
                    </a:p>
                  </a:txBody>
                  <a:tcPr>
                    <a:lnT w="76200" cap="flat" cmpd="sng" algn="ctr">
                      <a:solidFill>
                        <a:srgbClr val="0070C0"/>
                      </a:solidFill>
                      <a:prstDash val="solid"/>
                      <a:round/>
                      <a:headEnd type="none" w="med" len="med"/>
                      <a:tailEnd type="none" w="med" len="med"/>
                    </a:lnT>
                    <a:lnB w="76200" cap="flat" cmpd="sng" algn="ctr">
                      <a:solidFill>
                        <a:srgbClr val="0070C0"/>
                      </a:solidFill>
                      <a:prstDash val="solid"/>
                      <a:round/>
                      <a:headEnd type="none" w="med" len="med"/>
                      <a:tailEnd type="none" w="med" len="med"/>
                    </a:lnB>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76200" cap="flat" cmpd="sng" algn="ctr">
                      <a:solidFill>
                        <a:srgbClr val="0070C0"/>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lnSpc>
                          <a:spcPct val="200000"/>
                        </a:lnSpc>
                      </a:pPr>
                      <a:endParaRPr lang="zh-TW" altLang="en-US" dirty="0"/>
                    </a:p>
                  </a:txBody>
                  <a:tcPr>
                    <a:lnL w="76200" cap="flat" cmpd="sng" algn="ctr">
                      <a:solidFill>
                        <a:srgbClr val="0070C0"/>
                      </a:solidFill>
                      <a:prstDash val="solid"/>
                      <a:round/>
                      <a:headEnd type="none" w="med" len="med"/>
                      <a:tailEnd type="none" w="med" len="med"/>
                    </a:lnL>
                    <a:lnR w="76200" cap="flat" cmpd="sng" algn="ctr">
                      <a:solidFill>
                        <a:srgbClr val="0070C0"/>
                      </a:solidFill>
                      <a:prstDash val="solid"/>
                      <a:round/>
                      <a:headEnd type="none" w="med" len="med"/>
                      <a:tailEnd type="none" w="med" len="med"/>
                    </a:lnR>
                  </a:tcPr>
                </a:tc>
                <a:tc>
                  <a:txBody>
                    <a:bodyPr/>
                    <a:lstStyle/>
                    <a:p>
                      <a:pPr algn="ctr">
                        <a:lnSpc>
                          <a:spcPct val="200000"/>
                        </a:lnSpc>
                      </a:pPr>
                      <a:endParaRPr lang="zh-TW" altLang="en-US" dirty="0"/>
                    </a:p>
                  </a:txBody>
                  <a:tcPr>
                    <a:lnL w="76200" cap="flat" cmpd="sng" algn="ctr">
                      <a:solidFill>
                        <a:srgbClr val="0070C0"/>
                      </a:solidFill>
                      <a:prstDash val="solid"/>
                      <a:round/>
                      <a:headEnd type="none" w="med" len="med"/>
                      <a:tailEnd type="none" w="med" len="med"/>
                    </a:lnL>
                  </a:tcPr>
                </a:tc>
                <a:tc>
                  <a:txBody>
                    <a:bodyPr/>
                    <a:lstStyle/>
                    <a:p>
                      <a:pPr algn="ctr">
                        <a:lnSpc>
                          <a:spcPct val="200000"/>
                        </a:lnSpc>
                      </a:pPr>
                      <a:endParaRPr lang="zh-TW" altLang="en-US" dirty="0"/>
                    </a:p>
                  </a:txBody>
                  <a:tcPr/>
                </a:tc>
                <a:tc>
                  <a:txBody>
                    <a:bodyPr/>
                    <a:lstStyle/>
                    <a:p>
                      <a:pPr algn="ctr">
                        <a:lnSpc>
                          <a:spcPct val="200000"/>
                        </a:lnSpc>
                      </a:pPr>
                      <a:endParaRPr lang="zh-TW" altLang="en-US" dirty="0"/>
                    </a:p>
                  </a:txBody>
                  <a:tcPr>
                    <a:lnR w="76200" cap="flat" cmpd="sng" algn="ctr">
                      <a:solidFill>
                        <a:srgbClr val="0070C0"/>
                      </a:solidFill>
                      <a:prstDash val="solid"/>
                      <a:round/>
                      <a:headEnd type="none" w="med" len="med"/>
                      <a:tailEnd type="none" w="med" len="med"/>
                    </a:lnR>
                  </a:tcPr>
                </a:tc>
                <a:tc>
                  <a:txBody>
                    <a:bodyPr/>
                    <a:lstStyle/>
                    <a:p>
                      <a:pPr algn="ctr">
                        <a:lnSpc>
                          <a:spcPct val="200000"/>
                        </a:lnSpc>
                      </a:pPr>
                      <a:endParaRPr lang="zh-TW" altLang="en-US" dirty="0"/>
                    </a:p>
                  </a:txBody>
                  <a:tcPr>
                    <a:lnL w="76200" cap="flat" cmpd="sng" algn="ctr">
                      <a:solidFill>
                        <a:srgbClr val="0070C0"/>
                      </a:solidFill>
                      <a:prstDash val="solid"/>
                      <a:round/>
                      <a:headEnd type="none" w="med" len="med"/>
                      <a:tailEnd type="none" w="med" len="med"/>
                    </a:lnL>
                  </a:tcPr>
                </a:tc>
                <a:tc>
                  <a:txBody>
                    <a:bodyPr/>
                    <a:lstStyle/>
                    <a:p>
                      <a:pPr algn="ctr">
                        <a:lnSpc>
                          <a:spcPct val="200000"/>
                        </a:lnSpc>
                      </a:pPr>
                      <a:endParaRPr lang="zh-TW" altLang="en-US" dirty="0"/>
                    </a:p>
                  </a:txBody>
                  <a:tcPr/>
                </a:tc>
                <a:tc>
                  <a:txBody>
                    <a:bodyPr/>
                    <a:lstStyle/>
                    <a:p>
                      <a:pPr algn="ctr">
                        <a:lnSpc>
                          <a:spcPct val="200000"/>
                        </a:lnSpc>
                      </a:pPr>
                      <a:endParaRPr lang="zh-TW" altLang="en-US" dirty="0"/>
                    </a:p>
                  </a:txBody>
                  <a:tcPr>
                    <a:lnR w="76200" cap="flat" cmpd="sng" algn="ctr">
                      <a:solidFill>
                        <a:srgbClr val="0070C0"/>
                      </a:solidFill>
                      <a:prstDash val="solid"/>
                      <a:round/>
                      <a:headEnd type="none" w="med" len="med"/>
                      <a:tailEnd type="none" w="med" len="med"/>
                    </a:lnR>
                  </a:tcPr>
                </a:tc>
                <a:tc>
                  <a:txBody>
                    <a:bodyPr/>
                    <a:lstStyle/>
                    <a:p>
                      <a:pPr algn="ctr">
                        <a:lnSpc>
                          <a:spcPct val="200000"/>
                        </a:lnSpc>
                      </a:pPr>
                      <a:r>
                        <a:rPr lang="en-US" altLang="zh-TW" dirty="0" smtClean="0"/>
                        <a:t>4</a:t>
                      </a:r>
                      <a:endParaRPr lang="zh-TW" altLang="en-US" dirty="0"/>
                    </a:p>
                  </a:txBody>
                  <a:tcPr>
                    <a:lnL w="76200" cap="flat" cmpd="sng" algn="ctr">
                      <a:solidFill>
                        <a:srgbClr val="0070C0"/>
                      </a:solidFill>
                      <a:prstDash val="solid"/>
                      <a:round/>
                      <a:headEnd type="none" w="med" len="med"/>
                      <a:tailEnd type="none" w="med" len="med"/>
                    </a:lnL>
                    <a:lnT w="76200" cap="flat" cmpd="sng" algn="ctr">
                      <a:solidFill>
                        <a:srgbClr val="0070C0"/>
                      </a:solidFill>
                      <a:prstDash val="solid"/>
                      <a:round/>
                      <a:headEnd type="none" w="med" len="med"/>
                      <a:tailEnd type="none" w="med" len="med"/>
                    </a:lnT>
                  </a:tcPr>
                </a:tc>
                <a:tc>
                  <a:txBody>
                    <a:bodyPr/>
                    <a:lstStyle/>
                    <a:p>
                      <a:pPr algn="ctr">
                        <a:lnSpc>
                          <a:spcPct val="200000"/>
                        </a:lnSpc>
                      </a:pPr>
                      <a:endParaRPr lang="zh-TW" altLang="en-US" dirty="0"/>
                    </a:p>
                  </a:txBody>
                  <a:tcPr>
                    <a:lnT w="76200" cap="flat" cmpd="sng" algn="ctr">
                      <a:solidFill>
                        <a:srgbClr val="0070C0"/>
                      </a:solidFill>
                      <a:prstDash val="solid"/>
                      <a:round/>
                      <a:headEnd type="none" w="med" len="med"/>
                      <a:tailEnd type="none" w="med" len="med"/>
                    </a:lnT>
                  </a:tcPr>
                </a:tc>
              </a:tr>
            </a:tbl>
          </a:graphicData>
        </a:graphic>
      </p:graphicFrame>
    </p:spTree>
    <p:extLst>
      <p:ext uri="{BB962C8B-B14F-4D97-AF65-F5344CB8AC3E}">
        <p14:creationId xmlns:p14="http://schemas.microsoft.com/office/powerpoint/2010/main" val="273321653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3351081513"/>
              </p:ext>
            </p:extLst>
          </p:nvPr>
        </p:nvGraphicFramePr>
        <p:xfrm>
          <a:off x="338209"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4</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Tree>
    <p:extLst>
      <p:ext uri="{BB962C8B-B14F-4D97-AF65-F5344CB8AC3E}">
        <p14:creationId xmlns:p14="http://schemas.microsoft.com/office/powerpoint/2010/main" val="370937249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612892619"/>
              </p:ext>
            </p:extLst>
          </p:nvPr>
        </p:nvGraphicFramePr>
        <p:xfrm>
          <a:off x="338209"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4</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cxnSp>
        <p:nvCxnSpPr>
          <p:cNvPr id="3" name="直線單箭頭接點 2"/>
          <p:cNvCxnSpPr/>
          <p:nvPr/>
        </p:nvCxnSpPr>
        <p:spPr bwMode="auto">
          <a:xfrm flipH="1" flipV="1">
            <a:off x="6939419" y="5148197"/>
            <a:ext cx="2192056" cy="425886"/>
          </a:xfrm>
          <a:prstGeom prst="straightConnector1">
            <a:avLst/>
          </a:prstGeom>
          <a:solidFill>
            <a:schemeClr val="accent1"/>
          </a:solidFill>
          <a:ln w="76200" cap="flat" cmpd="sng" algn="ctr">
            <a:solidFill>
              <a:srgbClr val="0070C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直線單箭頭接點 5"/>
          <p:cNvCxnSpPr/>
          <p:nvPr/>
        </p:nvCxnSpPr>
        <p:spPr bwMode="auto">
          <a:xfrm flipH="1" flipV="1">
            <a:off x="5749447" y="3870542"/>
            <a:ext cx="561706" cy="934541"/>
          </a:xfrm>
          <a:prstGeom prst="straightConnector1">
            <a:avLst/>
          </a:prstGeom>
          <a:solidFill>
            <a:schemeClr val="accent1"/>
          </a:solidFill>
          <a:ln w="76200" cap="flat" cmpd="sng" algn="ctr">
            <a:solidFill>
              <a:srgbClr val="0070C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直線單箭頭接點 7"/>
          <p:cNvCxnSpPr/>
          <p:nvPr/>
        </p:nvCxnSpPr>
        <p:spPr bwMode="auto">
          <a:xfrm flipH="1" flipV="1">
            <a:off x="4045907" y="2931090"/>
            <a:ext cx="1297059" cy="403781"/>
          </a:xfrm>
          <a:prstGeom prst="straightConnector1">
            <a:avLst/>
          </a:prstGeom>
          <a:solidFill>
            <a:schemeClr val="accent1"/>
          </a:solidFill>
          <a:ln w="76200" cap="flat" cmpd="sng" algn="ctr">
            <a:solidFill>
              <a:srgbClr val="0070C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1851328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725956752"/>
              </p:ext>
            </p:extLst>
          </p:nvPr>
        </p:nvGraphicFramePr>
        <p:xfrm>
          <a:off x="338209"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4</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2" name="甜甜圈 1"/>
          <p:cNvSpPr/>
          <p:nvPr/>
        </p:nvSpPr>
        <p:spPr bwMode="auto">
          <a:xfrm>
            <a:off x="4208744" y="1716066"/>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3246327" y="2467628"/>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3246327" y="4624192"/>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6116876" y="2467628"/>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5154459" y="3210840"/>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2338190" y="3210840"/>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987425" y="5375754"/>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6116876" y="4626280"/>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20" name="直線單箭頭接點 19"/>
          <p:cNvCxnSpPr/>
          <p:nvPr/>
        </p:nvCxnSpPr>
        <p:spPr bwMode="auto">
          <a:xfrm flipH="1" flipV="1">
            <a:off x="4045907" y="2931090"/>
            <a:ext cx="1297059" cy="403781"/>
          </a:xfrm>
          <a:prstGeom prst="straightConnector1">
            <a:avLst/>
          </a:prstGeom>
          <a:solidFill>
            <a:schemeClr val="accent1"/>
          </a:solidFill>
          <a:ln w="76200" cap="flat" cmpd="sng" algn="ctr">
            <a:solidFill>
              <a:srgbClr val="0070C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直線單箭頭接點 20"/>
          <p:cNvCxnSpPr/>
          <p:nvPr/>
        </p:nvCxnSpPr>
        <p:spPr bwMode="auto">
          <a:xfrm flipH="1" flipV="1">
            <a:off x="5749447" y="3870542"/>
            <a:ext cx="561706" cy="934541"/>
          </a:xfrm>
          <a:prstGeom prst="straightConnector1">
            <a:avLst/>
          </a:prstGeom>
          <a:solidFill>
            <a:schemeClr val="accent1"/>
          </a:solidFill>
          <a:ln w="76200" cap="flat" cmpd="sng" algn="ctr">
            <a:solidFill>
              <a:srgbClr val="0070C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線單箭頭接點 21"/>
          <p:cNvCxnSpPr/>
          <p:nvPr/>
        </p:nvCxnSpPr>
        <p:spPr bwMode="auto">
          <a:xfrm flipH="1" flipV="1">
            <a:off x="6939419" y="5148197"/>
            <a:ext cx="2192056" cy="425886"/>
          </a:xfrm>
          <a:prstGeom prst="straightConnector1">
            <a:avLst/>
          </a:prstGeom>
          <a:solidFill>
            <a:schemeClr val="accent1"/>
          </a:solidFill>
          <a:ln w="76200" cap="flat" cmpd="sng" algn="ctr">
            <a:solidFill>
              <a:srgbClr val="0070C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487653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橢圓 17"/>
          <p:cNvSpPr/>
          <p:nvPr/>
        </p:nvSpPr>
        <p:spPr bwMode="auto">
          <a:xfrm rot="19019750">
            <a:off x="8417521" y="5228905"/>
            <a:ext cx="1916424" cy="1045261"/>
          </a:xfrm>
          <a:prstGeom prst="ellipse">
            <a:avLst/>
          </a:prstGeom>
          <a:noFill/>
          <a:ln w="76200" cap="flat" cmpd="sng" algn="ctr">
            <a:solidFill>
              <a:schemeClr val="bg2">
                <a:lumMod val="25000"/>
                <a:lumOff val="75000"/>
              </a:schemeClr>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7" name="橢圓 16"/>
          <p:cNvSpPr/>
          <p:nvPr/>
        </p:nvSpPr>
        <p:spPr bwMode="auto">
          <a:xfrm rot="19019750">
            <a:off x="5546971" y="4442594"/>
            <a:ext cx="1916424" cy="1045261"/>
          </a:xfrm>
          <a:prstGeom prst="ellipse">
            <a:avLst/>
          </a:prstGeom>
          <a:noFill/>
          <a:ln w="76200" cap="flat" cmpd="sng" algn="ctr">
            <a:solidFill>
              <a:schemeClr val="bg2">
                <a:lumMod val="25000"/>
                <a:lumOff val="75000"/>
              </a:schemeClr>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pic>
        <p:nvPicPr>
          <p:cNvPr id="14" name="圖片 13"/>
          <p:cNvPicPr>
            <a:picLocks noChangeAspect="1"/>
          </p:cNvPicPr>
          <p:nvPr/>
        </p:nvPicPr>
        <p:blipFill>
          <a:blip r:embed="rId2"/>
          <a:stretch>
            <a:fillRect/>
          </a:stretch>
        </p:blipFill>
        <p:spPr>
          <a:xfrm rot="150648">
            <a:off x="3187210" y="2175854"/>
            <a:ext cx="3909615" cy="3391263"/>
          </a:xfrm>
          <a:prstGeom prst="rect">
            <a:avLst/>
          </a:prstGeom>
        </p:spPr>
      </p:pic>
      <p:pic>
        <p:nvPicPr>
          <p:cNvPr id="12" name="圖片 11"/>
          <p:cNvPicPr>
            <a:picLocks noChangeAspect="1"/>
          </p:cNvPicPr>
          <p:nvPr/>
        </p:nvPicPr>
        <p:blipFill>
          <a:blip r:embed="rId2"/>
          <a:stretch>
            <a:fillRect/>
          </a:stretch>
        </p:blipFill>
        <p:spPr>
          <a:xfrm>
            <a:off x="2085577" y="1258005"/>
            <a:ext cx="3261643" cy="3072650"/>
          </a:xfrm>
          <a:prstGeom prst="rect">
            <a:avLst/>
          </a:prstGeom>
        </p:spPr>
      </p:pic>
      <p:graphicFrame>
        <p:nvGraphicFramePr>
          <p:cNvPr id="4" name="表格 3"/>
          <p:cNvGraphicFramePr>
            <a:graphicFrameLocks noGrp="1"/>
          </p:cNvGraphicFramePr>
          <p:nvPr>
            <p:extLst>
              <p:ext uri="{D42A27DB-BD31-4B8C-83A1-F6EECF244321}">
                <p14:modId xmlns:p14="http://schemas.microsoft.com/office/powerpoint/2010/main" val="2334168112"/>
              </p:ext>
            </p:extLst>
          </p:nvPr>
        </p:nvGraphicFramePr>
        <p:xfrm>
          <a:off x="338209"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4</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2" name="甜甜圈 1"/>
          <p:cNvSpPr/>
          <p:nvPr/>
        </p:nvSpPr>
        <p:spPr bwMode="auto">
          <a:xfrm>
            <a:off x="4208744" y="1716066"/>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3246327" y="2467628"/>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3246327" y="4624192"/>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6116876" y="2467628"/>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5154459" y="3210840"/>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2338190" y="3210840"/>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987425" y="5375754"/>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6116876" y="4626280"/>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矩形 18"/>
          <p:cNvSpPr/>
          <p:nvPr/>
        </p:nvSpPr>
        <p:spPr>
          <a:xfrm>
            <a:off x="5447977" y="1209184"/>
            <a:ext cx="4365298" cy="646331"/>
          </a:xfrm>
          <a:prstGeom prst="rect">
            <a:avLst/>
          </a:prstGeom>
          <a:solidFill>
            <a:schemeClr val="bg1"/>
          </a:solidFill>
        </p:spPr>
        <p:txBody>
          <a:bodyPr wrap="none" lIns="91440" tIns="45720" rIns="91440" bIns="45720">
            <a:spAutoFit/>
          </a:bodyPr>
          <a:lstStyle/>
          <a:p>
            <a:pPr algn="ctr"/>
            <a:r>
              <a:rPr lang="en-US" altLang="zh-TW" sz="3600" b="0" cap="none" spc="0" dirty="0" smtClean="0">
                <a:ln w="0"/>
                <a:solidFill>
                  <a:srgbClr val="FFC000"/>
                </a:solidFill>
                <a:effectLst>
                  <a:outerShdw blurRad="38100" dist="19050" dir="2700000" algn="tl" rotWithShape="0">
                    <a:schemeClr val="dk1">
                      <a:alpha val="40000"/>
                    </a:schemeClr>
                  </a:outerShdw>
                </a:effectLst>
              </a:rPr>
              <a:t>1-dominant matches</a:t>
            </a:r>
            <a:endParaRPr lang="zh-TW" altLang="en-US" sz="3600" b="0" cap="none" spc="0" dirty="0">
              <a:ln w="0"/>
              <a:solidFill>
                <a:srgbClr val="FFC000"/>
              </a:solidFill>
              <a:effectLst>
                <a:outerShdw blurRad="38100" dist="19050" dir="2700000" algn="tl" rotWithShape="0">
                  <a:schemeClr val="dk1">
                    <a:alpha val="40000"/>
                  </a:schemeClr>
                </a:outerShdw>
              </a:effectLst>
            </a:endParaRPr>
          </a:p>
        </p:txBody>
      </p:sp>
      <p:sp>
        <p:nvSpPr>
          <p:cNvPr id="20" name="矩形 19"/>
          <p:cNvSpPr/>
          <p:nvPr/>
        </p:nvSpPr>
        <p:spPr>
          <a:xfrm>
            <a:off x="7279671" y="2202359"/>
            <a:ext cx="4365298" cy="646331"/>
          </a:xfrm>
          <a:prstGeom prst="rect">
            <a:avLst/>
          </a:prstGeom>
          <a:solidFill>
            <a:schemeClr val="bg1"/>
          </a:solidFill>
        </p:spPr>
        <p:txBody>
          <a:bodyPr wrap="none" lIns="91440" tIns="45720" rIns="91440" bIns="45720">
            <a:spAutoFit/>
          </a:bodyPr>
          <a:lstStyle/>
          <a:p>
            <a:pPr algn="ctr"/>
            <a:r>
              <a:rPr lang="en-US" altLang="zh-TW" sz="3600" dirty="0" smtClean="0">
                <a:ln w="0"/>
                <a:solidFill>
                  <a:srgbClr val="FFC000"/>
                </a:solidFill>
                <a:effectLst>
                  <a:outerShdw blurRad="38100" dist="19050" dir="2700000" algn="tl" rotWithShape="0">
                    <a:schemeClr val="dk1">
                      <a:alpha val="40000"/>
                    </a:schemeClr>
                  </a:outerShdw>
                </a:effectLst>
              </a:rPr>
              <a:t>2</a:t>
            </a:r>
            <a:r>
              <a:rPr lang="en-US" altLang="zh-TW" sz="3600" b="0" cap="none" spc="0" dirty="0" smtClean="0">
                <a:ln w="0"/>
                <a:solidFill>
                  <a:srgbClr val="FFC000"/>
                </a:solidFill>
                <a:effectLst>
                  <a:outerShdw blurRad="38100" dist="19050" dir="2700000" algn="tl" rotWithShape="0">
                    <a:schemeClr val="dk1">
                      <a:alpha val="40000"/>
                    </a:schemeClr>
                  </a:outerShdw>
                </a:effectLst>
              </a:rPr>
              <a:t>-dominant matches</a:t>
            </a:r>
            <a:endParaRPr lang="zh-TW" altLang="en-US" sz="3600" b="0" cap="none" spc="0" dirty="0">
              <a:ln w="0"/>
              <a:solidFill>
                <a:srgbClr val="FFC000"/>
              </a:solidFill>
              <a:effectLst>
                <a:outerShdw blurRad="38100" dist="19050" dir="2700000" algn="tl" rotWithShape="0">
                  <a:schemeClr val="dk1">
                    <a:alpha val="40000"/>
                  </a:schemeClr>
                </a:outerShdw>
              </a:effectLst>
            </a:endParaRPr>
          </a:p>
        </p:txBody>
      </p:sp>
      <p:sp>
        <p:nvSpPr>
          <p:cNvPr id="21" name="矩形 20"/>
          <p:cNvSpPr/>
          <p:nvPr/>
        </p:nvSpPr>
        <p:spPr>
          <a:xfrm>
            <a:off x="7557538" y="3606198"/>
            <a:ext cx="4365298" cy="646331"/>
          </a:xfrm>
          <a:prstGeom prst="rect">
            <a:avLst/>
          </a:prstGeom>
          <a:solidFill>
            <a:schemeClr val="bg1"/>
          </a:solidFill>
        </p:spPr>
        <p:txBody>
          <a:bodyPr wrap="none" lIns="91440" tIns="45720" rIns="91440" bIns="45720">
            <a:spAutoFit/>
          </a:bodyPr>
          <a:lstStyle/>
          <a:p>
            <a:pPr algn="ctr"/>
            <a:r>
              <a:rPr lang="en-US" altLang="zh-TW" sz="3600" dirty="0">
                <a:ln w="0"/>
                <a:solidFill>
                  <a:srgbClr val="FFC000"/>
                </a:solidFill>
                <a:effectLst>
                  <a:outerShdw blurRad="38100" dist="19050" dir="2700000" algn="tl" rotWithShape="0">
                    <a:schemeClr val="dk1">
                      <a:alpha val="40000"/>
                    </a:schemeClr>
                  </a:outerShdw>
                </a:effectLst>
              </a:rPr>
              <a:t>3</a:t>
            </a:r>
            <a:r>
              <a:rPr lang="en-US" altLang="zh-TW" sz="3600" b="0" cap="none" spc="0" dirty="0" smtClean="0">
                <a:ln w="0"/>
                <a:solidFill>
                  <a:srgbClr val="FFC000"/>
                </a:solidFill>
                <a:effectLst>
                  <a:outerShdw blurRad="38100" dist="19050" dir="2700000" algn="tl" rotWithShape="0">
                    <a:schemeClr val="dk1">
                      <a:alpha val="40000"/>
                    </a:schemeClr>
                  </a:outerShdw>
                </a:effectLst>
              </a:rPr>
              <a:t>-dominant matches</a:t>
            </a:r>
            <a:endParaRPr lang="zh-TW" altLang="en-US" sz="3600" b="0" cap="none" spc="0" dirty="0">
              <a:ln w="0"/>
              <a:solidFill>
                <a:srgbClr val="FFC000"/>
              </a:solidFill>
              <a:effectLst>
                <a:outerShdw blurRad="38100" dist="19050" dir="2700000" algn="tl" rotWithShape="0">
                  <a:schemeClr val="dk1">
                    <a:alpha val="40000"/>
                  </a:schemeClr>
                </a:outerShdw>
              </a:effectLst>
            </a:endParaRPr>
          </a:p>
        </p:txBody>
      </p:sp>
      <p:sp>
        <p:nvSpPr>
          <p:cNvPr id="22" name="矩形 21"/>
          <p:cNvSpPr/>
          <p:nvPr/>
        </p:nvSpPr>
        <p:spPr>
          <a:xfrm rot="5400000">
            <a:off x="9417398" y="4356651"/>
            <a:ext cx="877164" cy="923330"/>
          </a:xfrm>
          <a:prstGeom prst="rect">
            <a:avLst/>
          </a:prstGeom>
          <a:noFill/>
        </p:spPr>
        <p:txBody>
          <a:bodyPr wrap="none" lIns="91440" tIns="45720" rIns="91440" bIns="45720">
            <a:spAutoFit/>
          </a:bodyPr>
          <a:lstStyle/>
          <a:p>
            <a:pPr algn="ctr"/>
            <a:r>
              <a:rPr lang="en-US" altLang="zh-TW" sz="5400" b="1" dirty="0" smtClean="0">
                <a:ln w="22225">
                  <a:solidFill>
                    <a:schemeClr val="accent2"/>
                  </a:solidFill>
                  <a:prstDash val="solid"/>
                </a:ln>
                <a:solidFill>
                  <a:schemeClr val="accent2">
                    <a:lumMod val="40000"/>
                    <a:lumOff val="60000"/>
                  </a:schemeClr>
                </a:solidFill>
              </a:rPr>
              <a:t>…</a:t>
            </a:r>
          </a:p>
        </p:txBody>
      </p:sp>
    </p:spTree>
    <p:extLst>
      <p:ext uri="{BB962C8B-B14F-4D97-AF65-F5344CB8AC3E}">
        <p14:creationId xmlns:p14="http://schemas.microsoft.com/office/powerpoint/2010/main" val="708946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1492474432"/>
              </p:ext>
            </p:extLst>
          </p:nvPr>
        </p:nvGraphicFramePr>
        <p:xfrm>
          <a:off x="338209"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4</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2" name="甜甜圈 1"/>
          <p:cNvSpPr/>
          <p:nvPr/>
        </p:nvSpPr>
        <p:spPr bwMode="auto">
          <a:xfrm>
            <a:off x="4208744" y="1716066"/>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3246327" y="2467628"/>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3246327" y="4624192"/>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6116876" y="2467628"/>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5154459" y="3210840"/>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2338190" y="3210840"/>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987425" y="5375754"/>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6116876" y="4626280"/>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12" name="直線單箭頭接點 11"/>
          <p:cNvCxnSpPr/>
          <p:nvPr/>
        </p:nvCxnSpPr>
        <p:spPr bwMode="auto">
          <a:xfrm flipH="1">
            <a:off x="3933173" y="2304789"/>
            <a:ext cx="275571" cy="250521"/>
          </a:xfrm>
          <a:prstGeom prst="straightConnector1">
            <a:avLst/>
          </a:prstGeom>
          <a:solidFill>
            <a:schemeClr val="accent1"/>
          </a:solidFill>
          <a:ln w="57150" cap="flat" cmpd="sng" algn="ctr">
            <a:solidFill>
              <a:srgbClr val="0070C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直線單箭頭接點 13"/>
          <p:cNvCxnSpPr/>
          <p:nvPr/>
        </p:nvCxnSpPr>
        <p:spPr bwMode="auto">
          <a:xfrm flipH="1">
            <a:off x="3039648" y="3131508"/>
            <a:ext cx="275571" cy="250521"/>
          </a:xfrm>
          <a:prstGeom prst="straightConnector1">
            <a:avLst/>
          </a:prstGeom>
          <a:solidFill>
            <a:schemeClr val="accent1"/>
          </a:solidFill>
          <a:ln w="57150" cap="flat" cmpd="sng" algn="ctr">
            <a:solidFill>
              <a:srgbClr val="0070C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直線單箭頭接點 14"/>
          <p:cNvCxnSpPr/>
          <p:nvPr/>
        </p:nvCxnSpPr>
        <p:spPr bwMode="auto">
          <a:xfrm flipH="1">
            <a:off x="5886190" y="3081404"/>
            <a:ext cx="275571" cy="250521"/>
          </a:xfrm>
          <a:prstGeom prst="straightConnector1">
            <a:avLst/>
          </a:prstGeom>
          <a:solidFill>
            <a:schemeClr val="accent1"/>
          </a:solidFill>
          <a:ln w="57150" cap="flat" cmpd="sng" algn="ctr">
            <a:solidFill>
              <a:srgbClr val="0070C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直線單箭頭接點 16"/>
          <p:cNvCxnSpPr/>
          <p:nvPr/>
        </p:nvCxnSpPr>
        <p:spPr bwMode="auto">
          <a:xfrm flipH="1">
            <a:off x="4070958" y="3962402"/>
            <a:ext cx="1083501" cy="880054"/>
          </a:xfrm>
          <a:prstGeom prst="straightConnector1">
            <a:avLst/>
          </a:prstGeom>
          <a:solidFill>
            <a:schemeClr val="accent1"/>
          </a:solidFill>
          <a:ln w="63500" cap="flat" cmpd="sng" algn="ctr">
            <a:solidFill>
              <a:srgbClr val="0070C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4547853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4046106137"/>
              </p:ext>
            </p:extLst>
          </p:nvPr>
        </p:nvGraphicFramePr>
        <p:xfrm>
          <a:off x="338209"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4</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2" name="甜甜圈 1"/>
          <p:cNvSpPr/>
          <p:nvPr/>
        </p:nvSpPr>
        <p:spPr bwMode="auto">
          <a:xfrm>
            <a:off x="4208744" y="1716066"/>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3246327" y="2467628"/>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3246327" y="4624192"/>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6116876" y="2467628"/>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5154459" y="3210840"/>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2338190" y="3210840"/>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987425" y="5375754"/>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6116876" y="4626280"/>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11" name="直線單箭頭接點 10"/>
          <p:cNvCxnSpPr/>
          <p:nvPr/>
        </p:nvCxnSpPr>
        <p:spPr bwMode="auto">
          <a:xfrm flipV="1">
            <a:off x="4115843" y="2830883"/>
            <a:ext cx="1908132" cy="12526"/>
          </a:xfrm>
          <a:prstGeom prst="straightConnector1">
            <a:avLst/>
          </a:prstGeom>
          <a:solidFill>
            <a:schemeClr val="accent1"/>
          </a:solidFill>
          <a:ln w="76200" cap="flat" cmpd="sng" algn="ctr">
            <a:solidFill>
              <a:srgbClr val="0070C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線單箭頭接點 19"/>
          <p:cNvCxnSpPr/>
          <p:nvPr/>
        </p:nvCxnSpPr>
        <p:spPr bwMode="auto">
          <a:xfrm flipV="1">
            <a:off x="3169606" y="3559481"/>
            <a:ext cx="1930052" cy="22964"/>
          </a:xfrm>
          <a:prstGeom prst="straightConnector1">
            <a:avLst/>
          </a:prstGeom>
          <a:solidFill>
            <a:schemeClr val="accent1"/>
          </a:solidFill>
          <a:ln w="76200" cap="flat" cmpd="sng" algn="ctr">
            <a:solidFill>
              <a:srgbClr val="0070C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線單箭頭接點 21"/>
          <p:cNvCxnSpPr/>
          <p:nvPr/>
        </p:nvCxnSpPr>
        <p:spPr bwMode="auto">
          <a:xfrm flipV="1">
            <a:off x="4134632" y="4988491"/>
            <a:ext cx="1930052" cy="22964"/>
          </a:xfrm>
          <a:prstGeom prst="straightConnector1">
            <a:avLst/>
          </a:prstGeom>
          <a:solidFill>
            <a:schemeClr val="accent1"/>
          </a:solidFill>
          <a:ln w="76200" cap="flat" cmpd="sng" algn="ctr">
            <a:solidFill>
              <a:srgbClr val="0070C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85809475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914554" y="2015357"/>
            <a:ext cx="4413003" cy="923330"/>
          </a:xfrm>
          <a:prstGeom prst="rect">
            <a:avLst/>
          </a:prstGeom>
          <a:noFill/>
        </p:spPr>
        <p:txBody>
          <a:bodyPr wrap="none" lIns="91440" tIns="45720" rIns="91440" bIns="45720">
            <a:spAutoFit/>
          </a:bodyPr>
          <a:lstStyle/>
          <a:p>
            <a:pPr algn="ctr"/>
            <a:r>
              <a:rPr lang="en-US" altLang="zh-TW" sz="5400" b="0" cap="none" spc="0" dirty="0" smtClean="0">
                <a:ln w="0"/>
                <a:solidFill>
                  <a:schemeClr val="tx1"/>
                </a:solidFill>
                <a:effectLst>
                  <a:outerShdw blurRad="38100" dist="19050" dir="2700000" algn="tl" rotWithShape="0">
                    <a:schemeClr val="dk1">
                      <a:alpha val="40000"/>
                    </a:schemeClr>
                  </a:outerShdw>
                </a:effectLst>
              </a:rPr>
              <a:t>Preprocessing</a:t>
            </a:r>
            <a:endParaRPr lang="zh-TW" alt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3371239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2935214305"/>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tx1">
              <a:lumMod val="65000"/>
              <a:lumOff val="35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Tree>
    <p:extLst>
      <p:ext uri="{BB962C8B-B14F-4D97-AF65-F5344CB8AC3E}">
        <p14:creationId xmlns:p14="http://schemas.microsoft.com/office/powerpoint/2010/main" val="225521166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2388009640"/>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tx1">
              <a:lumMod val="65000"/>
              <a:lumOff val="35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19" name="直線單箭頭接點 18"/>
          <p:cNvCxnSpPr/>
          <p:nvPr/>
        </p:nvCxnSpPr>
        <p:spPr bwMode="auto">
          <a:xfrm>
            <a:off x="3645074" y="1565753"/>
            <a:ext cx="12526" cy="845509"/>
          </a:xfrm>
          <a:prstGeom prst="straightConnector1">
            <a:avLst/>
          </a:prstGeom>
          <a:solidFill>
            <a:schemeClr val="accent1"/>
          </a:solidFill>
          <a:ln w="57150" cap="flat" cmpd="sng" algn="ctr">
            <a:solidFill>
              <a:srgbClr val="0070C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直線單箭頭接點 20"/>
          <p:cNvCxnSpPr/>
          <p:nvPr/>
        </p:nvCxnSpPr>
        <p:spPr bwMode="auto">
          <a:xfrm>
            <a:off x="2029216" y="2830882"/>
            <a:ext cx="1217111" cy="0"/>
          </a:xfrm>
          <a:prstGeom prst="straightConnector1">
            <a:avLst/>
          </a:prstGeom>
          <a:solidFill>
            <a:schemeClr val="accent1"/>
          </a:solidFill>
          <a:ln w="57150" cap="flat" cmpd="sng" algn="ctr">
            <a:solidFill>
              <a:srgbClr val="0070C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414273120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1084280090"/>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4</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4</a:t>
                      </a: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tx1">
              <a:lumMod val="65000"/>
              <a:lumOff val="35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矩形 19"/>
          <p:cNvSpPr/>
          <p:nvPr/>
        </p:nvSpPr>
        <p:spPr bwMode="auto">
          <a:xfrm>
            <a:off x="675360" y="3970752"/>
            <a:ext cx="10885117" cy="2455100"/>
          </a:xfrm>
          <a:prstGeom prst="rect">
            <a:avLst/>
          </a:prstGeom>
          <a:solidFill>
            <a:schemeClr val="bg1"/>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aphicFrame>
        <p:nvGraphicFramePr>
          <p:cNvPr id="21" name="表格 20"/>
          <p:cNvGraphicFramePr>
            <a:graphicFrameLocks noGrp="1"/>
          </p:cNvGraphicFramePr>
          <p:nvPr>
            <p:extLst>
              <p:ext uri="{D42A27DB-BD31-4B8C-83A1-F6EECF244321}">
                <p14:modId xmlns:p14="http://schemas.microsoft.com/office/powerpoint/2010/main" val="2765615679"/>
              </p:ext>
            </p:extLst>
          </p:nvPr>
        </p:nvGraphicFramePr>
        <p:xfrm>
          <a:off x="4985359" y="4228112"/>
          <a:ext cx="3592187" cy="708301"/>
        </p:xfrm>
        <a:graphic>
          <a:graphicData uri="http://schemas.openxmlformats.org/drawingml/2006/table">
            <a:tbl>
              <a:tblPr firstRow="1" bandRow="1">
                <a:tableStyleId>{5940675A-B579-460E-94D1-54222C63F5DA}</a:tableStyleId>
              </a:tblPr>
              <a:tblGrid>
                <a:gridCol w="698674"/>
                <a:gridCol w="751562"/>
                <a:gridCol w="701458"/>
                <a:gridCol w="726509"/>
                <a:gridCol w="713984"/>
              </a:tblGrid>
              <a:tr h="708301">
                <a:tc>
                  <a:txBody>
                    <a:bodyPr/>
                    <a:lstStyle/>
                    <a:p>
                      <a:pPr algn="ctr"/>
                      <a:r>
                        <a:rPr lang="en-US" altLang="zh-TW" dirty="0" smtClean="0"/>
                        <a:t>3</a:t>
                      </a:r>
                      <a:endParaRPr lang="zh-TW" altLang="en-US" dirty="0"/>
                    </a:p>
                  </a:txBody>
                  <a:tcPr anchor="ctr"/>
                </a:tc>
                <a:tc>
                  <a:txBody>
                    <a:bodyPr/>
                    <a:lstStyle/>
                    <a:p>
                      <a:pPr algn="ctr"/>
                      <a:r>
                        <a:rPr lang="en-US" altLang="zh-TW" dirty="0" smtClean="0"/>
                        <a:t>6</a:t>
                      </a:r>
                      <a:endParaRPr lang="zh-TW" altLang="en-US" dirty="0"/>
                    </a:p>
                  </a:txBody>
                  <a:tcPr anchor="ctr"/>
                </a:tc>
                <a:tc>
                  <a:txBody>
                    <a:bodyPr/>
                    <a:lstStyle/>
                    <a:p>
                      <a:pPr algn="ctr"/>
                      <a:r>
                        <a:rPr lang="en-US" altLang="zh-TW" dirty="0" smtClean="0"/>
                        <a:t>7</a:t>
                      </a:r>
                      <a:endParaRPr lang="zh-TW" altLang="en-US" dirty="0"/>
                    </a:p>
                  </a:txBody>
                  <a:tcPr anchor="ctr"/>
                </a:tc>
                <a:tc>
                  <a:txBody>
                    <a:bodyPr/>
                    <a:lstStyle/>
                    <a:p>
                      <a:pPr algn="ctr"/>
                      <a:r>
                        <a:rPr lang="en-US" altLang="zh-TW" dirty="0" smtClean="0"/>
                        <a:t>9</a:t>
                      </a:r>
                      <a:endParaRPr lang="zh-TW" altLang="en-US" dirty="0"/>
                    </a:p>
                  </a:txBody>
                  <a:tcPr anchor="ctr"/>
                </a:tc>
                <a:tc>
                  <a:txBody>
                    <a:bodyPr/>
                    <a:lstStyle/>
                    <a:p>
                      <a:endParaRPr lang="zh-TW" altLang="en-US" dirty="0"/>
                    </a:p>
                  </a:txBody>
                  <a:tcPr>
                    <a:lnR w="12700" cmpd="sng">
                      <a:noFill/>
                    </a:lnR>
                    <a:lnT w="12700" cmpd="sng">
                      <a:noFill/>
                    </a:lnT>
                    <a:lnB w="12700" cmpd="sng">
                      <a:noFill/>
                    </a:lnB>
                  </a:tcPr>
                </a:tc>
              </a:tr>
            </a:tbl>
          </a:graphicData>
        </a:graphic>
      </p:graphicFrame>
      <p:graphicFrame>
        <p:nvGraphicFramePr>
          <p:cNvPr id="22" name="表格 21"/>
          <p:cNvGraphicFramePr>
            <a:graphicFrameLocks noGrp="1"/>
          </p:cNvGraphicFramePr>
          <p:nvPr>
            <p:extLst>
              <p:ext uri="{D42A27DB-BD31-4B8C-83A1-F6EECF244321}">
                <p14:modId xmlns:p14="http://schemas.microsoft.com/office/powerpoint/2010/main" val="2322774721"/>
              </p:ext>
            </p:extLst>
          </p:nvPr>
        </p:nvGraphicFramePr>
        <p:xfrm>
          <a:off x="3913295" y="5258263"/>
          <a:ext cx="3592187" cy="708301"/>
        </p:xfrm>
        <a:graphic>
          <a:graphicData uri="http://schemas.openxmlformats.org/drawingml/2006/table">
            <a:tbl>
              <a:tblPr firstRow="1" bandRow="1">
                <a:tableStyleId>{5940675A-B579-460E-94D1-54222C63F5DA}</a:tableStyleId>
              </a:tblPr>
              <a:tblGrid>
                <a:gridCol w="698674"/>
                <a:gridCol w="751562"/>
                <a:gridCol w="701458"/>
                <a:gridCol w="1440493"/>
              </a:tblGrid>
              <a:tr h="708301">
                <a:tc>
                  <a:txBody>
                    <a:bodyPr/>
                    <a:lstStyle/>
                    <a:p>
                      <a:pPr marL="0" algn="ctr" defTabSz="914400" rtl="0" eaLnBrk="1" latinLnBrk="0" hangingPunct="1"/>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TW" sz="1800" kern="1200" dirty="0" smtClean="0">
                          <a:solidFill>
                            <a:schemeClr val="tx1"/>
                          </a:solidFill>
                          <a:latin typeface="+mn-lt"/>
                          <a:ea typeface="+mn-ea"/>
                          <a:cs typeface="+mn-cs"/>
                        </a:rPr>
                        <a:t>5</a:t>
                      </a:r>
                      <a:endParaRPr lang="zh-TW" altLang="en-US" sz="1800" kern="1200" dirty="0">
                        <a:solidFill>
                          <a:schemeClr val="tx1"/>
                        </a:solidFill>
                        <a:latin typeface="+mn-lt"/>
                        <a:ea typeface="+mn-ea"/>
                        <a:cs typeface="+mn-cs"/>
                      </a:endParaRPr>
                    </a:p>
                  </a:txBody>
                  <a:tcPr anchor="ctr"/>
                </a:tc>
                <a:tc>
                  <a:txBody>
                    <a:bodyPr/>
                    <a:lstStyle/>
                    <a:p>
                      <a:pPr marL="0" algn="ctr" defTabSz="914400" rtl="0" eaLnBrk="1" latinLnBrk="0" hangingPunct="1"/>
                      <a:r>
                        <a:rPr lang="en-US" altLang="zh-TW" sz="1800" kern="1200" dirty="0" smtClean="0">
                          <a:solidFill>
                            <a:schemeClr val="tx1"/>
                          </a:solidFill>
                          <a:latin typeface="+mn-lt"/>
                          <a:ea typeface="+mn-ea"/>
                          <a:cs typeface="+mn-cs"/>
                        </a:rPr>
                        <a:t>8</a:t>
                      </a:r>
                      <a:endParaRPr lang="zh-TW" altLang="en-US" sz="1800" kern="1200" dirty="0">
                        <a:solidFill>
                          <a:schemeClr val="tx1"/>
                        </a:solidFill>
                        <a:latin typeface="+mn-lt"/>
                        <a:ea typeface="+mn-ea"/>
                        <a:cs typeface="+mn-cs"/>
                      </a:endParaRPr>
                    </a:p>
                  </a:txBody>
                  <a:tcPr anchor="ctr"/>
                </a:tc>
                <a:tc>
                  <a:txBody>
                    <a:bodyPr/>
                    <a:lstStyle/>
                    <a:p>
                      <a:endParaRPr lang="zh-TW" altLang="en-US" dirty="0"/>
                    </a:p>
                  </a:txBody>
                  <a:tcPr>
                    <a:lnR w="12700" cmpd="sng">
                      <a:noFill/>
                    </a:lnR>
                    <a:lnT w="12700" cmpd="sng">
                      <a:noFill/>
                    </a:lnT>
                    <a:lnB w="12700" cmpd="sng">
                      <a:noFill/>
                    </a:lnB>
                  </a:tcPr>
                </a:tc>
              </a:tr>
            </a:tbl>
          </a:graphicData>
        </a:graphic>
      </p:graphicFrame>
      <p:graphicFrame>
        <p:nvGraphicFramePr>
          <p:cNvPr id="23" name="表格 22"/>
          <p:cNvGraphicFramePr>
            <a:graphicFrameLocks noGrp="1"/>
          </p:cNvGraphicFramePr>
          <p:nvPr>
            <p:extLst>
              <p:ext uri="{D42A27DB-BD31-4B8C-83A1-F6EECF244321}">
                <p14:modId xmlns:p14="http://schemas.microsoft.com/office/powerpoint/2010/main" val="2106263801"/>
              </p:ext>
            </p:extLst>
          </p:nvPr>
        </p:nvGraphicFramePr>
        <p:xfrm>
          <a:off x="8546228" y="5258263"/>
          <a:ext cx="3592187" cy="708301"/>
        </p:xfrm>
        <a:graphic>
          <a:graphicData uri="http://schemas.openxmlformats.org/drawingml/2006/table">
            <a:tbl>
              <a:tblPr firstRow="1" bandRow="1">
                <a:tableStyleId>{5940675A-B579-460E-94D1-54222C63F5DA}</a:tableStyleId>
              </a:tblPr>
              <a:tblGrid>
                <a:gridCol w="698674"/>
                <a:gridCol w="751562"/>
                <a:gridCol w="2141951"/>
              </a:tblGrid>
              <a:tr h="708301">
                <a:tc>
                  <a:txBody>
                    <a:bodyPr/>
                    <a:lstStyle/>
                    <a:p>
                      <a:pPr algn="ctr"/>
                      <a:r>
                        <a:rPr lang="en-US" altLang="zh-TW" dirty="0" smtClean="0"/>
                        <a:t>1</a:t>
                      </a:r>
                      <a:endParaRPr lang="zh-TW" altLang="en-US" dirty="0"/>
                    </a:p>
                  </a:txBody>
                  <a:tcPr anchor="ctr"/>
                </a:tc>
                <a:tc>
                  <a:txBody>
                    <a:bodyPr/>
                    <a:lstStyle/>
                    <a:p>
                      <a:pPr algn="ctr"/>
                      <a:r>
                        <a:rPr lang="en-US" altLang="zh-TW" dirty="0" smtClean="0"/>
                        <a:t>4</a:t>
                      </a:r>
                      <a:endParaRPr lang="zh-TW" altLang="en-US" dirty="0"/>
                    </a:p>
                  </a:txBody>
                  <a:tcPr anchor="ctr"/>
                </a:tc>
                <a:tc>
                  <a:txBody>
                    <a:bodyPr/>
                    <a:lstStyle/>
                    <a:p>
                      <a:endParaRPr lang="zh-TW" altLang="en-US" dirty="0"/>
                    </a:p>
                  </a:txBody>
                  <a:tcPr>
                    <a:lnR w="12700" cmpd="sng">
                      <a:noFill/>
                    </a:lnR>
                    <a:lnT w="12700" cmpd="sng">
                      <a:noFill/>
                    </a:lnT>
                    <a:lnB w="12700" cmpd="sng">
                      <a:noFill/>
                    </a:lnB>
                  </a:tcPr>
                </a:tc>
              </a:tr>
            </a:tbl>
          </a:graphicData>
        </a:graphic>
      </p:graphicFrame>
      <p:sp>
        <p:nvSpPr>
          <p:cNvPr id="24" name="矩形 23"/>
          <p:cNvSpPr/>
          <p:nvPr/>
        </p:nvSpPr>
        <p:spPr>
          <a:xfrm>
            <a:off x="2845681" y="4005632"/>
            <a:ext cx="2058128" cy="923330"/>
          </a:xfrm>
          <a:prstGeom prst="rect">
            <a:avLst/>
          </a:prstGeom>
          <a:noFill/>
        </p:spPr>
        <p:txBody>
          <a:bodyPr wrap="none" lIns="91440" tIns="45720" rIns="91440" bIns="45720">
            <a:spAutoFit/>
          </a:bodyPr>
          <a:lstStyle/>
          <a:p>
            <a:pPr algn="ctr"/>
            <a:r>
              <a:rPr lang="en-US" altLang="zh-TW" sz="5400" b="0" cap="none" spc="0" dirty="0" smtClean="0">
                <a:ln w="0"/>
                <a:solidFill>
                  <a:schemeClr val="tx1"/>
                </a:solidFill>
                <a:effectLst>
                  <a:outerShdw blurRad="38100" dist="19050" dir="2700000" algn="tl" rotWithShape="0">
                    <a:schemeClr val="dk1">
                      <a:alpha val="40000"/>
                    </a:schemeClr>
                  </a:outerShdw>
                </a:effectLst>
              </a:rPr>
              <a:t>a-</a:t>
            </a:r>
            <a:r>
              <a:rPr lang="en-US" altLang="zh-TW" sz="5400" b="0" cap="none" spc="0" dirty="0" err="1" smtClean="0">
                <a:ln w="0"/>
                <a:solidFill>
                  <a:schemeClr val="tx1"/>
                </a:solidFill>
                <a:effectLst>
                  <a:outerShdw blurRad="38100" dist="19050" dir="2700000" algn="tl" rotWithShape="0">
                    <a:schemeClr val="dk1">
                      <a:alpha val="40000"/>
                    </a:schemeClr>
                  </a:outerShdw>
                </a:effectLst>
              </a:rPr>
              <a:t>occ</a:t>
            </a:r>
            <a:r>
              <a:rPr lang="en-US" altLang="zh-TW" sz="5400" b="0" cap="none" spc="0" dirty="0" smtClean="0">
                <a:ln w="0"/>
                <a:solidFill>
                  <a:schemeClr val="tx1"/>
                </a:solidFill>
                <a:effectLst>
                  <a:outerShdw blurRad="38100" dist="19050" dir="2700000" algn="tl" rotWithShape="0">
                    <a:schemeClr val="dk1">
                      <a:alpha val="40000"/>
                    </a:schemeClr>
                  </a:outerShdw>
                </a:effectLst>
              </a:rPr>
              <a:t>:</a:t>
            </a:r>
            <a:endParaRPr lang="zh-TW" altLang="en-US" sz="5400" b="0" cap="none" spc="0" dirty="0">
              <a:ln w="0"/>
              <a:solidFill>
                <a:schemeClr val="tx1"/>
              </a:solidFill>
              <a:effectLst>
                <a:outerShdw blurRad="38100" dist="19050" dir="2700000" algn="tl" rotWithShape="0">
                  <a:schemeClr val="dk1">
                    <a:alpha val="40000"/>
                  </a:schemeClr>
                </a:outerShdw>
              </a:effectLst>
            </a:endParaRPr>
          </a:p>
        </p:txBody>
      </p:sp>
      <p:sp>
        <p:nvSpPr>
          <p:cNvPr id="25" name="矩形 24"/>
          <p:cNvSpPr/>
          <p:nvPr/>
        </p:nvSpPr>
        <p:spPr>
          <a:xfrm>
            <a:off x="1615478" y="5054542"/>
            <a:ext cx="2077364" cy="923330"/>
          </a:xfrm>
          <a:prstGeom prst="rect">
            <a:avLst/>
          </a:prstGeom>
          <a:noFill/>
        </p:spPr>
        <p:txBody>
          <a:bodyPr wrap="none" lIns="91440" tIns="45720" rIns="91440" bIns="45720">
            <a:spAutoFit/>
          </a:bodyPr>
          <a:lstStyle/>
          <a:p>
            <a:pPr algn="ctr"/>
            <a:r>
              <a:rPr lang="en-US" altLang="zh-TW" sz="5400" dirty="0" smtClean="0">
                <a:ln w="0"/>
                <a:effectLst>
                  <a:outerShdw blurRad="38100" dist="19050" dir="2700000" algn="tl" rotWithShape="0">
                    <a:schemeClr val="dk1">
                      <a:alpha val="40000"/>
                    </a:schemeClr>
                  </a:outerShdw>
                </a:effectLst>
              </a:rPr>
              <a:t>b</a:t>
            </a:r>
            <a:r>
              <a:rPr lang="en-US" altLang="zh-TW" sz="5400" b="0" cap="none" spc="0" dirty="0" smtClean="0">
                <a:ln w="0"/>
                <a:solidFill>
                  <a:schemeClr val="tx1"/>
                </a:solidFill>
                <a:effectLst>
                  <a:outerShdw blurRad="38100" dist="19050" dir="2700000" algn="tl" rotWithShape="0">
                    <a:schemeClr val="dk1">
                      <a:alpha val="40000"/>
                    </a:schemeClr>
                  </a:outerShdw>
                </a:effectLst>
              </a:rPr>
              <a:t>-</a:t>
            </a:r>
            <a:r>
              <a:rPr lang="en-US" altLang="zh-TW" sz="5400" b="0" cap="none" spc="0" dirty="0" err="1" smtClean="0">
                <a:ln w="0"/>
                <a:solidFill>
                  <a:schemeClr val="tx1"/>
                </a:solidFill>
                <a:effectLst>
                  <a:outerShdw blurRad="38100" dist="19050" dir="2700000" algn="tl" rotWithShape="0">
                    <a:schemeClr val="dk1">
                      <a:alpha val="40000"/>
                    </a:schemeClr>
                  </a:outerShdw>
                </a:effectLst>
              </a:rPr>
              <a:t>occ</a:t>
            </a:r>
            <a:r>
              <a:rPr lang="en-US" altLang="zh-TW" sz="5400" b="0" cap="none" spc="0" dirty="0" smtClean="0">
                <a:ln w="0"/>
                <a:solidFill>
                  <a:schemeClr val="tx1"/>
                </a:solidFill>
                <a:effectLst>
                  <a:outerShdw blurRad="38100" dist="19050" dir="2700000" algn="tl" rotWithShape="0">
                    <a:schemeClr val="dk1">
                      <a:alpha val="40000"/>
                    </a:schemeClr>
                  </a:outerShdw>
                </a:effectLst>
              </a:rPr>
              <a:t>:</a:t>
            </a:r>
            <a:endParaRPr lang="zh-TW" altLang="en-US" sz="5400" b="0" cap="none" spc="0" dirty="0">
              <a:ln w="0"/>
              <a:solidFill>
                <a:schemeClr val="tx1"/>
              </a:solidFill>
              <a:effectLst>
                <a:outerShdw blurRad="38100" dist="19050" dir="2700000" algn="tl" rotWithShape="0">
                  <a:schemeClr val="dk1">
                    <a:alpha val="40000"/>
                  </a:schemeClr>
                </a:outerShdw>
              </a:effectLst>
            </a:endParaRPr>
          </a:p>
        </p:txBody>
      </p:sp>
      <p:sp>
        <p:nvSpPr>
          <p:cNvPr id="26" name="矩形 25"/>
          <p:cNvSpPr/>
          <p:nvPr/>
        </p:nvSpPr>
        <p:spPr>
          <a:xfrm>
            <a:off x="6401230" y="5054542"/>
            <a:ext cx="2217145" cy="923330"/>
          </a:xfrm>
          <a:prstGeom prst="rect">
            <a:avLst/>
          </a:prstGeom>
          <a:noFill/>
        </p:spPr>
        <p:txBody>
          <a:bodyPr wrap="none" lIns="91440" tIns="45720" rIns="91440" bIns="45720">
            <a:spAutoFit/>
          </a:bodyPr>
          <a:lstStyle/>
          <a:p>
            <a:pPr algn="ctr"/>
            <a:r>
              <a:rPr lang="en-US" altLang="zh-TW" sz="5400" dirty="0" smtClean="0">
                <a:ln w="0"/>
                <a:effectLst>
                  <a:outerShdw blurRad="38100" dist="19050" dir="2700000" algn="tl" rotWithShape="0">
                    <a:schemeClr val="dk1">
                      <a:alpha val="40000"/>
                    </a:schemeClr>
                  </a:outerShdw>
                </a:effectLst>
              </a:rPr>
              <a:t>,c</a:t>
            </a:r>
            <a:r>
              <a:rPr lang="en-US" altLang="zh-TW" sz="5400" b="0" cap="none" spc="0" dirty="0" smtClean="0">
                <a:ln w="0"/>
                <a:solidFill>
                  <a:schemeClr val="tx1"/>
                </a:solidFill>
                <a:effectLst>
                  <a:outerShdw blurRad="38100" dist="19050" dir="2700000" algn="tl" rotWithShape="0">
                    <a:schemeClr val="dk1">
                      <a:alpha val="40000"/>
                    </a:schemeClr>
                  </a:outerShdw>
                </a:effectLst>
              </a:rPr>
              <a:t>-</a:t>
            </a:r>
            <a:r>
              <a:rPr lang="en-US" altLang="zh-TW" sz="5400" b="0" cap="none" spc="0" dirty="0" err="1" smtClean="0">
                <a:ln w="0"/>
                <a:solidFill>
                  <a:schemeClr val="tx1"/>
                </a:solidFill>
                <a:effectLst>
                  <a:outerShdw blurRad="38100" dist="19050" dir="2700000" algn="tl" rotWithShape="0">
                    <a:schemeClr val="dk1">
                      <a:alpha val="40000"/>
                    </a:schemeClr>
                  </a:outerShdw>
                </a:effectLst>
              </a:rPr>
              <a:t>occ</a:t>
            </a:r>
            <a:r>
              <a:rPr lang="en-US" altLang="zh-TW" sz="5400" b="0" cap="none" spc="0" dirty="0" smtClean="0">
                <a:ln w="0"/>
                <a:solidFill>
                  <a:schemeClr val="tx1"/>
                </a:solidFill>
                <a:effectLst>
                  <a:outerShdw blurRad="38100" dist="19050" dir="2700000" algn="tl" rotWithShape="0">
                    <a:schemeClr val="dk1">
                      <a:alpha val="40000"/>
                    </a:schemeClr>
                  </a:outerShdw>
                </a:effectLst>
              </a:rPr>
              <a:t>:</a:t>
            </a:r>
            <a:endParaRPr lang="zh-TW" alt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214806500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012405" y="2015357"/>
            <a:ext cx="8217313" cy="2677656"/>
          </a:xfrm>
          <a:prstGeom prst="rect">
            <a:avLst/>
          </a:prstGeom>
          <a:noFill/>
        </p:spPr>
        <p:txBody>
          <a:bodyPr wrap="none" lIns="91440" tIns="45720" rIns="91440" bIns="45720">
            <a:spAutoFit/>
          </a:bodyPr>
          <a:lstStyle/>
          <a:p>
            <a:pPr algn="ctr"/>
            <a:r>
              <a:rPr lang="en-US" altLang="zh-TW" sz="5400" dirty="0" smtClean="0">
                <a:ln w="0"/>
                <a:solidFill>
                  <a:srgbClr val="000000"/>
                </a:solidFill>
                <a:effectLst>
                  <a:outerShdw blurRad="38100" dist="19050" dir="2700000" algn="tl" rotWithShape="0">
                    <a:srgbClr val="000000">
                      <a:alpha val="40000"/>
                    </a:srgbClr>
                  </a:outerShdw>
                </a:effectLst>
              </a:rPr>
              <a:t>Preprocessing</a:t>
            </a:r>
          </a:p>
          <a:p>
            <a:pPr algn="ctr"/>
            <a:endParaRPr lang="en-US" altLang="zh-TW" sz="2000" dirty="0" smtClean="0">
              <a:ln w="0"/>
              <a:solidFill>
                <a:srgbClr val="000000"/>
              </a:solidFill>
              <a:effectLst>
                <a:outerShdw blurRad="38100" dist="19050" dir="2700000" algn="tl" rotWithShape="0">
                  <a:srgbClr val="000000">
                    <a:alpha val="40000"/>
                  </a:srgbClr>
                </a:outerShdw>
              </a:effectLst>
            </a:endParaRPr>
          </a:p>
          <a:p>
            <a:pPr algn="ctr"/>
            <a:r>
              <a:rPr lang="en-US" altLang="zh-TW" sz="4000" dirty="0" smtClean="0">
                <a:ln w="0"/>
                <a:solidFill>
                  <a:srgbClr val="000000"/>
                </a:solidFill>
                <a:effectLst>
                  <a:outerShdw blurRad="38100" dist="19050" dir="2700000" algn="tl" rotWithShape="0">
                    <a:srgbClr val="000000">
                      <a:alpha val="40000"/>
                    </a:srgbClr>
                  </a:outerShdw>
                </a:effectLst>
              </a:rPr>
              <a:t>O(n log s)</a:t>
            </a:r>
          </a:p>
          <a:p>
            <a:pPr algn="ctr"/>
            <a:endParaRPr lang="en-US" altLang="zh-TW" sz="1400" dirty="0" smtClean="0">
              <a:ln w="0"/>
              <a:solidFill>
                <a:srgbClr val="000000"/>
              </a:solidFill>
              <a:effectLst>
                <a:outerShdw blurRad="38100" dist="19050" dir="2700000" algn="tl" rotWithShape="0">
                  <a:srgbClr val="000000">
                    <a:alpha val="40000"/>
                  </a:srgbClr>
                </a:outerShdw>
              </a:effectLst>
            </a:endParaRPr>
          </a:p>
          <a:p>
            <a:pPr algn="ctr"/>
            <a:r>
              <a:rPr lang="en-US" altLang="zh-TW" sz="4000" dirty="0" smtClean="0">
                <a:ln w="0"/>
                <a:solidFill>
                  <a:srgbClr val="000000"/>
                </a:solidFill>
                <a:effectLst>
                  <a:outerShdw blurRad="38100" dist="19050" dir="2700000" algn="tl" rotWithShape="0">
                    <a:srgbClr val="000000">
                      <a:alpha val="40000"/>
                    </a:srgbClr>
                  </a:outerShdw>
                </a:effectLst>
              </a:rPr>
              <a:t>s: # of distinct symbols appear in </a:t>
            </a:r>
            <a:r>
              <a:rPr lang="el-GR" altLang="zh-TW" sz="4000" dirty="0" smtClean="0">
                <a:ln w="0"/>
                <a:effectLst>
                  <a:outerShdw blurRad="38100" dist="19050" dir="2700000" algn="tl" rotWithShape="0">
                    <a:schemeClr val="dk1">
                      <a:alpha val="40000"/>
                    </a:schemeClr>
                  </a:outerShdw>
                </a:effectLst>
              </a:rPr>
              <a:t>β</a:t>
            </a:r>
            <a:endParaRPr lang="zh-TW" altLang="en-US" sz="4000" dirty="0">
              <a:ln w="0"/>
              <a:solidFill>
                <a:srgbClr val="000000"/>
              </a:solidFill>
              <a:effectLst>
                <a:outerShdw blurRad="38100" dist="19050" dir="2700000" algn="tl" rotWithShape="0">
                  <a:srgbClr val="000000">
                    <a:alpha val="40000"/>
                  </a:srgbClr>
                </a:outerShdw>
              </a:effectLst>
            </a:endParaRPr>
          </a:p>
        </p:txBody>
      </p:sp>
    </p:spTree>
    <p:extLst>
      <p:ext uri="{BB962C8B-B14F-4D97-AF65-F5344CB8AC3E}">
        <p14:creationId xmlns:p14="http://schemas.microsoft.com/office/powerpoint/2010/main" val="152332866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744122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319400" y="1702207"/>
            <a:ext cx="3452997" cy="2000548"/>
          </a:xfrm>
          <a:prstGeom prst="rect">
            <a:avLst/>
          </a:prstGeom>
          <a:noFill/>
        </p:spPr>
        <p:txBody>
          <a:bodyPr wrap="none" lIns="91440" tIns="45720" rIns="91440" bIns="45720">
            <a:spAutoFit/>
          </a:bodyPr>
          <a:lstStyle/>
          <a:p>
            <a:pPr algn="ctr"/>
            <a:r>
              <a:rPr lang="en-US" altLang="zh-TW" sz="5400" b="0" cap="none" spc="0" dirty="0" smtClean="0">
                <a:ln w="0"/>
                <a:solidFill>
                  <a:schemeClr val="tx1"/>
                </a:solidFill>
                <a:effectLst>
                  <a:outerShdw blurRad="38100" dist="19050" dir="2700000" algn="tl" rotWithShape="0">
                    <a:schemeClr val="dk1">
                      <a:alpha val="40000"/>
                    </a:schemeClr>
                  </a:outerShdw>
                </a:effectLst>
              </a:rPr>
              <a:t>H</a:t>
            </a:r>
            <a:r>
              <a:rPr lang="en-US" altLang="zh-TW" sz="5400" b="0" cap="none" spc="0" dirty="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ea typeface="Cambria Math" panose="02040503050406030204" pitchFamily="18" charset="0"/>
              </a:rPr>
              <a:t>i</a:t>
            </a:r>
            <a:r>
              <a:rPr lang="en-US" altLang="zh-TW" sz="5400" b="0" cap="none" spc="0" dirty="0" smtClean="0">
                <a:ln w="0"/>
                <a:solidFill>
                  <a:schemeClr val="tx1"/>
                </a:solidFill>
                <a:effectLst>
                  <a:outerShdw blurRad="38100" dist="19050" dir="2700000" algn="tl" rotWithShape="0">
                    <a:schemeClr val="dk1">
                      <a:alpha val="40000"/>
                    </a:schemeClr>
                  </a:outerShdw>
                </a:effectLst>
              </a:rPr>
              <a:t>rschberg</a:t>
            </a:r>
          </a:p>
          <a:p>
            <a:pPr algn="ctr"/>
            <a:endParaRPr lang="en-US" altLang="zh-TW" sz="1600" b="0" cap="none" spc="0" dirty="0" smtClean="0">
              <a:ln w="0"/>
              <a:solidFill>
                <a:schemeClr val="tx1"/>
              </a:solidFill>
              <a:effectLst>
                <a:outerShdw blurRad="38100" dist="19050" dir="2700000" algn="tl" rotWithShape="0">
                  <a:schemeClr val="dk1">
                    <a:alpha val="40000"/>
                  </a:schemeClr>
                </a:outerShdw>
              </a:effectLst>
            </a:endParaRPr>
          </a:p>
          <a:p>
            <a:pPr algn="ctr"/>
            <a:r>
              <a:rPr lang="en-US" altLang="zh-TW" sz="5400" dirty="0" smtClean="0">
                <a:ln w="0"/>
                <a:effectLst>
                  <a:outerShdw blurRad="38100" dist="19050" dir="2700000" algn="tl" rotWithShape="0">
                    <a:schemeClr val="dk1">
                      <a:alpha val="40000"/>
                    </a:schemeClr>
                  </a:outerShdw>
                </a:effectLst>
              </a:rPr>
              <a:t>O(</a:t>
            </a:r>
            <a:r>
              <a:rPr lang="el-GR" altLang="zh-TW" sz="5400" dirty="0">
                <a:ln w="0"/>
                <a:effectLst>
                  <a:outerShdw blurRad="38100" dist="19050" dir="2700000" algn="tl" rotWithShape="0">
                    <a:schemeClr val="dk1">
                      <a:alpha val="40000"/>
                    </a:schemeClr>
                  </a:outerShdw>
                </a:effectLst>
              </a:rPr>
              <a:t>ℓ </a:t>
            </a:r>
            <a:r>
              <a:rPr lang="en-US" altLang="zh-TW" sz="5400" dirty="0" smtClean="0">
                <a:ln w="0"/>
                <a:effectLst>
                  <a:outerShdw blurRad="38100" dist="19050" dir="2700000" algn="tl" rotWithShape="0">
                    <a:schemeClr val="dk1">
                      <a:alpha val="40000"/>
                    </a:schemeClr>
                  </a:outerShdw>
                </a:effectLst>
              </a:rPr>
              <a:t>n)</a:t>
            </a:r>
            <a:endParaRPr lang="zh-TW" alt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81598278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2095181260"/>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tx1">
              <a:lumMod val="65000"/>
              <a:lumOff val="35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grpSp>
        <p:nvGrpSpPr>
          <p:cNvPr id="38" name="群組 37"/>
          <p:cNvGrpSpPr/>
          <p:nvPr/>
        </p:nvGrpSpPr>
        <p:grpSpPr>
          <a:xfrm>
            <a:off x="8750472" y="1517739"/>
            <a:ext cx="1315233" cy="263046"/>
            <a:chOff x="5460302" y="-663879"/>
            <a:chExt cx="1315233" cy="263046"/>
          </a:xfrm>
        </p:grpSpPr>
        <p:sp>
          <p:nvSpPr>
            <p:cNvPr id="24" name="手繪多邊形 23"/>
            <p:cNvSpPr/>
            <p:nvPr/>
          </p:nvSpPr>
          <p:spPr bwMode="auto">
            <a:xfrm>
              <a:off x="5460302" y="-663879"/>
              <a:ext cx="1315233" cy="263046"/>
            </a:xfrm>
            <a:custGeom>
              <a:avLst/>
              <a:gdLst>
                <a:gd name="connsiteX0" fmla="*/ 0 w 1315233"/>
                <a:gd name="connsiteY0" fmla="*/ 263046 h 263046"/>
                <a:gd name="connsiteX1" fmla="*/ 626301 w 1315233"/>
                <a:gd name="connsiteY1" fmla="*/ 0 h 263046"/>
                <a:gd name="connsiteX2" fmla="*/ 1315233 w 1315233"/>
                <a:gd name="connsiteY2" fmla="*/ 263046 h 263046"/>
              </a:gdLst>
              <a:ahLst/>
              <a:cxnLst>
                <a:cxn ang="0">
                  <a:pos x="connsiteX0" y="connsiteY0"/>
                </a:cxn>
                <a:cxn ang="0">
                  <a:pos x="connsiteX1" y="connsiteY1"/>
                </a:cxn>
                <a:cxn ang="0">
                  <a:pos x="connsiteX2" y="connsiteY2"/>
                </a:cxn>
              </a:cxnLst>
              <a:rect l="l" t="t" r="r" b="b"/>
              <a:pathLst>
                <a:path w="1315233" h="263046">
                  <a:moveTo>
                    <a:pt x="0" y="263046"/>
                  </a:moveTo>
                  <a:cubicBezTo>
                    <a:pt x="203548" y="131523"/>
                    <a:pt x="407096" y="0"/>
                    <a:pt x="626301" y="0"/>
                  </a:cubicBezTo>
                  <a:cubicBezTo>
                    <a:pt x="845506" y="0"/>
                    <a:pt x="1198323" y="215030"/>
                    <a:pt x="1315233" y="263046"/>
                  </a:cubicBezTo>
                </a:path>
              </a:pathLst>
            </a:custGeom>
            <a:no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26" name="直線接點 25"/>
            <p:cNvCxnSpPr/>
            <p:nvPr/>
          </p:nvCxnSpPr>
          <p:spPr bwMode="auto">
            <a:xfrm flipH="1">
              <a:off x="5460302" y="-588723"/>
              <a:ext cx="28705" cy="175364"/>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線接點 29"/>
            <p:cNvCxnSpPr>
              <a:stCxn id="24" idx="0"/>
            </p:cNvCxnSpPr>
            <p:nvPr/>
          </p:nvCxnSpPr>
          <p:spPr bwMode="auto">
            <a:xfrm>
              <a:off x="5460302" y="-400833"/>
              <a:ext cx="237994" cy="0"/>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7" name="群組 46"/>
          <p:cNvGrpSpPr/>
          <p:nvPr/>
        </p:nvGrpSpPr>
        <p:grpSpPr>
          <a:xfrm>
            <a:off x="7538843" y="1524002"/>
            <a:ext cx="962416" cy="250520"/>
            <a:chOff x="5460302" y="-663879"/>
            <a:chExt cx="1315233" cy="263046"/>
          </a:xfrm>
        </p:grpSpPr>
        <p:sp>
          <p:nvSpPr>
            <p:cNvPr id="48" name="手繪多邊形 47"/>
            <p:cNvSpPr/>
            <p:nvPr/>
          </p:nvSpPr>
          <p:spPr bwMode="auto">
            <a:xfrm>
              <a:off x="5460302" y="-663879"/>
              <a:ext cx="1315233" cy="263046"/>
            </a:xfrm>
            <a:custGeom>
              <a:avLst/>
              <a:gdLst>
                <a:gd name="connsiteX0" fmla="*/ 0 w 1315233"/>
                <a:gd name="connsiteY0" fmla="*/ 263046 h 263046"/>
                <a:gd name="connsiteX1" fmla="*/ 626301 w 1315233"/>
                <a:gd name="connsiteY1" fmla="*/ 0 h 263046"/>
                <a:gd name="connsiteX2" fmla="*/ 1315233 w 1315233"/>
                <a:gd name="connsiteY2" fmla="*/ 263046 h 263046"/>
              </a:gdLst>
              <a:ahLst/>
              <a:cxnLst>
                <a:cxn ang="0">
                  <a:pos x="connsiteX0" y="connsiteY0"/>
                </a:cxn>
                <a:cxn ang="0">
                  <a:pos x="connsiteX1" y="connsiteY1"/>
                </a:cxn>
                <a:cxn ang="0">
                  <a:pos x="connsiteX2" y="connsiteY2"/>
                </a:cxn>
              </a:cxnLst>
              <a:rect l="l" t="t" r="r" b="b"/>
              <a:pathLst>
                <a:path w="1315233" h="263046">
                  <a:moveTo>
                    <a:pt x="0" y="263046"/>
                  </a:moveTo>
                  <a:cubicBezTo>
                    <a:pt x="203548" y="131523"/>
                    <a:pt x="407096" y="0"/>
                    <a:pt x="626301" y="0"/>
                  </a:cubicBezTo>
                  <a:cubicBezTo>
                    <a:pt x="845506" y="0"/>
                    <a:pt x="1198323" y="215030"/>
                    <a:pt x="1315233" y="263046"/>
                  </a:cubicBezTo>
                </a:path>
              </a:pathLst>
            </a:custGeom>
            <a:no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49" name="直線接點 48"/>
            <p:cNvCxnSpPr/>
            <p:nvPr/>
          </p:nvCxnSpPr>
          <p:spPr bwMode="auto">
            <a:xfrm flipH="1">
              <a:off x="5460302" y="-588723"/>
              <a:ext cx="28705" cy="175364"/>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直線接點 49"/>
            <p:cNvCxnSpPr>
              <a:stCxn id="48" idx="0"/>
            </p:cNvCxnSpPr>
            <p:nvPr/>
          </p:nvCxnSpPr>
          <p:spPr bwMode="auto">
            <a:xfrm>
              <a:off x="5460302" y="-400833"/>
              <a:ext cx="237994" cy="0"/>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5" name="群組 54"/>
          <p:cNvGrpSpPr/>
          <p:nvPr/>
        </p:nvGrpSpPr>
        <p:grpSpPr>
          <a:xfrm>
            <a:off x="5066521" y="1511476"/>
            <a:ext cx="2091061" cy="263046"/>
            <a:chOff x="5460302" y="-663879"/>
            <a:chExt cx="1315233" cy="263046"/>
          </a:xfrm>
        </p:grpSpPr>
        <p:sp>
          <p:nvSpPr>
            <p:cNvPr id="56" name="手繪多邊形 55"/>
            <p:cNvSpPr/>
            <p:nvPr/>
          </p:nvSpPr>
          <p:spPr bwMode="auto">
            <a:xfrm>
              <a:off x="5460302" y="-663879"/>
              <a:ext cx="1315233" cy="263046"/>
            </a:xfrm>
            <a:custGeom>
              <a:avLst/>
              <a:gdLst>
                <a:gd name="connsiteX0" fmla="*/ 0 w 1315233"/>
                <a:gd name="connsiteY0" fmla="*/ 263046 h 263046"/>
                <a:gd name="connsiteX1" fmla="*/ 626301 w 1315233"/>
                <a:gd name="connsiteY1" fmla="*/ 0 h 263046"/>
                <a:gd name="connsiteX2" fmla="*/ 1315233 w 1315233"/>
                <a:gd name="connsiteY2" fmla="*/ 263046 h 263046"/>
              </a:gdLst>
              <a:ahLst/>
              <a:cxnLst>
                <a:cxn ang="0">
                  <a:pos x="connsiteX0" y="connsiteY0"/>
                </a:cxn>
                <a:cxn ang="0">
                  <a:pos x="connsiteX1" y="connsiteY1"/>
                </a:cxn>
                <a:cxn ang="0">
                  <a:pos x="connsiteX2" y="connsiteY2"/>
                </a:cxn>
              </a:cxnLst>
              <a:rect l="l" t="t" r="r" b="b"/>
              <a:pathLst>
                <a:path w="1315233" h="263046">
                  <a:moveTo>
                    <a:pt x="0" y="263046"/>
                  </a:moveTo>
                  <a:cubicBezTo>
                    <a:pt x="203548" y="131523"/>
                    <a:pt x="407096" y="0"/>
                    <a:pt x="626301" y="0"/>
                  </a:cubicBezTo>
                  <a:cubicBezTo>
                    <a:pt x="845506" y="0"/>
                    <a:pt x="1198323" y="215030"/>
                    <a:pt x="1315233" y="263046"/>
                  </a:cubicBezTo>
                </a:path>
              </a:pathLst>
            </a:custGeom>
            <a:no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57" name="直線接點 56"/>
            <p:cNvCxnSpPr/>
            <p:nvPr/>
          </p:nvCxnSpPr>
          <p:spPr bwMode="auto">
            <a:xfrm flipH="1">
              <a:off x="5460302" y="-588723"/>
              <a:ext cx="28705" cy="175364"/>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8" name="直線接點 57"/>
            <p:cNvCxnSpPr>
              <a:stCxn id="56" idx="0"/>
            </p:cNvCxnSpPr>
            <p:nvPr/>
          </p:nvCxnSpPr>
          <p:spPr bwMode="auto">
            <a:xfrm>
              <a:off x="5460302" y="-400833"/>
              <a:ext cx="237994" cy="0"/>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242363717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12954869"/>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tx1">
              <a:lumMod val="65000"/>
              <a:lumOff val="35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grpSp>
        <p:nvGrpSpPr>
          <p:cNvPr id="55" name="群組 54"/>
          <p:cNvGrpSpPr/>
          <p:nvPr/>
        </p:nvGrpSpPr>
        <p:grpSpPr>
          <a:xfrm>
            <a:off x="3942308" y="2342368"/>
            <a:ext cx="2091061" cy="263046"/>
            <a:chOff x="5460302" y="-663879"/>
            <a:chExt cx="1315233" cy="263046"/>
          </a:xfrm>
        </p:grpSpPr>
        <p:sp>
          <p:nvSpPr>
            <p:cNvPr id="56" name="手繪多邊形 55"/>
            <p:cNvSpPr/>
            <p:nvPr/>
          </p:nvSpPr>
          <p:spPr bwMode="auto">
            <a:xfrm>
              <a:off x="5460302" y="-663879"/>
              <a:ext cx="1315233" cy="263046"/>
            </a:xfrm>
            <a:custGeom>
              <a:avLst/>
              <a:gdLst>
                <a:gd name="connsiteX0" fmla="*/ 0 w 1315233"/>
                <a:gd name="connsiteY0" fmla="*/ 263046 h 263046"/>
                <a:gd name="connsiteX1" fmla="*/ 626301 w 1315233"/>
                <a:gd name="connsiteY1" fmla="*/ 0 h 263046"/>
                <a:gd name="connsiteX2" fmla="*/ 1315233 w 1315233"/>
                <a:gd name="connsiteY2" fmla="*/ 263046 h 263046"/>
              </a:gdLst>
              <a:ahLst/>
              <a:cxnLst>
                <a:cxn ang="0">
                  <a:pos x="connsiteX0" y="connsiteY0"/>
                </a:cxn>
                <a:cxn ang="0">
                  <a:pos x="connsiteX1" y="connsiteY1"/>
                </a:cxn>
                <a:cxn ang="0">
                  <a:pos x="connsiteX2" y="connsiteY2"/>
                </a:cxn>
              </a:cxnLst>
              <a:rect l="l" t="t" r="r" b="b"/>
              <a:pathLst>
                <a:path w="1315233" h="263046">
                  <a:moveTo>
                    <a:pt x="0" y="263046"/>
                  </a:moveTo>
                  <a:cubicBezTo>
                    <a:pt x="203548" y="131523"/>
                    <a:pt x="407096" y="0"/>
                    <a:pt x="626301" y="0"/>
                  </a:cubicBezTo>
                  <a:cubicBezTo>
                    <a:pt x="845506" y="0"/>
                    <a:pt x="1198323" y="215030"/>
                    <a:pt x="1315233" y="263046"/>
                  </a:cubicBezTo>
                </a:path>
              </a:pathLst>
            </a:custGeom>
            <a:no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57" name="直線接點 56"/>
            <p:cNvCxnSpPr/>
            <p:nvPr/>
          </p:nvCxnSpPr>
          <p:spPr bwMode="auto">
            <a:xfrm flipH="1">
              <a:off x="5460302" y="-588723"/>
              <a:ext cx="28705" cy="175364"/>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8" name="直線接點 57"/>
            <p:cNvCxnSpPr>
              <a:stCxn id="56" idx="0"/>
            </p:cNvCxnSpPr>
            <p:nvPr/>
          </p:nvCxnSpPr>
          <p:spPr bwMode="auto">
            <a:xfrm>
              <a:off x="5460302" y="-400833"/>
              <a:ext cx="237994" cy="0"/>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9" name="群組 58"/>
          <p:cNvGrpSpPr/>
          <p:nvPr/>
        </p:nvGrpSpPr>
        <p:grpSpPr>
          <a:xfrm>
            <a:off x="6899493" y="2342368"/>
            <a:ext cx="2091061" cy="263046"/>
            <a:chOff x="5460302" y="-663879"/>
            <a:chExt cx="1315233" cy="263046"/>
          </a:xfrm>
        </p:grpSpPr>
        <p:sp>
          <p:nvSpPr>
            <p:cNvPr id="60" name="手繪多邊形 59"/>
            <p:cNvSpPr/>
            <p:nvPr/>
          </p:nvSpPr>
          <p:spPr bwMode="auto">
            <a:xfrm>
              <a:off x="5460302" y="-663879"/>
              <a:ext cx="1315233" cy="263046"/>
            </a:xfrm>
            <a:custGeom>
              <a:avLst/>
              <a:gdLst>
                <a:gd name="connsiteX0" fmla="*/ 0 w 1315233"/>
                <a:gd name="connsiteY0" fmla="*/ 263046 h 263046"/>
                <a:gd name="connsiteX1" fmla="*/ 626301 w 1315233"/>
                <a:gd name="connsiteY1" fmla="*/ 0 h 263046"/>
                <a:gd name="connsiteX2" fmla="*/ 1315233 w 1315233"/>
                <a:gd name="connsiteY2" fmla="*/ 263046 h 263046"/>
              </a:gdLst>
              <a:ahLst/>
              <a:cxnLst>
                <a:cxn ang="0">
                  <a:pos x="connsiteX0" y="connsiteY0"/>
                </a:cxn>
                <a:cxn ang="0">
                  <a:pos x="connsiteX1" y="connsiteY1"/>
                </a:cxn>
                <a:cxn ang="0">
                  <a:pos x="connsiteX2" y="connsiteY2"/>
                </a:cxn>
              </a:cxnLst>
              <a:rect l="l" t="t" r="r" b="b"/>
              <a:pathLst>
                <a:path w="1315233" h="263046">
                  <a:moveTo>
                    <a:pt x="0" y="263046"/>
                  </a:moveTo>
                  <a:cubicBezTo>
                    <a:pt x="203548" y="131523"/>
                    <a:pt x="407096" y="0"/>
                    <a:pt x="626301" y="0"/>
                  </a:cubicBezTo>
                  <a:cubicBezTo>
                    <a:pt x="845506" y="0"/>
                    <a:pt x="1198323" y="215030"/>
                    <a:pt x="1315233" y="263046"/>
                  </a:cubicBezTo>
                </a:path>
              </a:pathLst>
            </a:custGeom>
            <a:no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61" name="直線接點 60"/>
            <p:cNvCxnSpPr/>
            <p:nvPr/>
          </p:nvCxnSpPr>
          <p:spPr bwMode="auto">
            <a:xfrm flipH="1">
              <a:off x="5460302" y="-588723"/>
              <a:ext cx="28705" cy="175364"/>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 name="直線接點 61"/>
            <p:cNvCxnSpPr>
              <a:stCxn id="60" idx="0"/>
            </p:cNvCxnSpPr>
            <p:nvPr/>
          </p:nvCxnSpPr>
          <p:spPr bwMode="auto">
            <a:xfrm>
              <a:off x="5460302" y="-400833"/>
              <a:ext cx="237994" cy="0"/>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406349800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1406933423"/>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rgbClr val="0070C0"/>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grpSp>
        <p:nvGrpSpPr>
          <p:cNvPr id="55" name="群組 54"/>
          <p:cNvGrpSpPr/>
          <p:nvPr/>
        </p:nvGrpSpPr>
        <p:grpSpPr>
          <a:xfrm>
            <a:off x="3075138" y="3135684"/>
            <a:ext cx="2091061" cy="263046"/>
            <a:chOff x="5460302" y="-663879"/>
            <a:chExt cx="1315233" cy="263046"/>
          </a:xfrm>
        </p:grpSpPr>
        <p:sp>
          <p:nvSpPr>
            <p:cNvPr id="56" name="手繪多邊形 55"/>
            <p:cNvSpPr/>
            <p:nvPr/>
          </p:nvSpPr>
          <p:spPr bwMode="auto">
            <a:xfrm>
              <a:off x="5460302" y="-663879"/>
              <a:ext cx="1315233" cy="263046"/>
            </a:xfrm>
            <a:custGeom>
              <a:avLst/>
              <a:gdLst>
                <a:gd name="connsiteX0" fmla="*/ 0 w 1315233"/>
                <a:gd name="connsiteY0" fmla="*/ 263046 h 263046"/>
                <a:gd name="connsiteX1" fmla="*/ 626301 w 1315233"/>
                <a:gd name="connsiteY1" fmla="*/ 0 h 263046"/>
                <a:gd name="connsiteX2" fmla="*/ 1315233 w 1315233"/>
                <a:gd name="connsiteY2" fmla="*/ 263046 h 263046"/>
              </a:gdLst>
              <a:ahLst/>
              <a:cxnLst>
                <a:cxn ang="0">
                  <a:pos x="connsiteX0" y="connsiteY0"/>
                </a:cxn>
                <a:cxn ang="0">
                  <a:pos x="connsiteX1" y="connsiteY1"/>
                </a:cxn>
                <a:cxn ang="0">
                  <a:pos x="connsiteX2" y="connsiteY2"/>
                </a:cxn>
              </a:cxnLst>
              <a:rect l="l" t="t" r="r" b="b"/>
              <a:pathLst>
                <a:path w="1315233" h="263046">
                  <a:moveTo>
                    <a:pt x="0" y="263046"/>
                  </a:moveTo>
                  <a:cubicBezTo>
                    <a:pt x="203548" y="131523"/>
                    <a:pt x="407096" y="0"/>
                    <a:pt x="626301" y="0"/>
                  </a:cubicBezTo>
                  <a:cubicBezTo>
                    <a:pt x="845506" y="0"/>
                    <a:pt x="1198323" y="215030"/>
                    <a:pt x="1315233" y="263046"/>
                  </a:cubicBezTo>
                </a:path>
              </a:pathLst>
            </a:custGeom>
            <a:no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57" name="直線接點 56"/>
            <p:cNvCxnSpPr/>
            <p:nvPr/>
          </p:nvCxnSpPr>
          <p:spPr bwMode="auto">
            <a:xfrm flipH="1">
              <a:off x="5460302" y="-588723"/>
              <a:ext cx="28705" cy="175364"/>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8" name="直線接點 57"/>
            <p:cNvCxnSpPr>
              <a:stCxn id="56" idx="0"/>
            </p:cNvCxnSpPr>
            <p:nvPr/>
          </p:nvCxnSpPr>
          <p:spPr bwMode="auto">
            <a:xfrm>
              <a:off x="5460302" y="-400833"/>
              <a:ext cx="237994" cy="0"/>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86098667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4245298369"/>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rgbClr val="0070C0"/>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grpSp>
        <p:nvGrpSpPr>
          <p:cNvPr id="55" name="群組 54"/>
          <p:cNvGrpSpPr/>
          <p:nvPr/>
        </p:nvGrpSpPr>
        <p:grpSpPr>
          <a:xfrm>
            <a:off x="6899493" y="2342368"/>
            <a:ext cx="2091061" cy="263046"/>
            <a:chOff x="5460302" y="-663879"/>
            <a:chExt cx="1315233" cy="263046"/>
          </a:xfrm>
        </p:grpSpPr>
        <p:sp>
          <p:nvSpPr>
            <p:cNvPr id="56" name="手繪多邊形 55"/>
            <p:cNvSpPr/>
            <p:nvPr/>
          </p:nvSpPr>
          <p:spPr bwMode="auto">
            <a:xfrm>
              <a:off x="5460302" y="-663879"/>
              <a:ext cx="1315233" cy="263046"/>
            </a:xfrm>
            <a:custGeom>
              <a:avLst/>
              <a:gdLst>
                <a:gd name="connsiteX0" fmla="*/ 0 w 1315233"/>
                <a:gd name="connsiteY0" fmla="*/ 263046 h 263046"/>
                <a:gd name="connsiteX1" fmla="*/ 626301 w 1315233"/>
                <a:gd name="connsiteY1" fmla="*/ 0 h 263046"/>
                <a:gd name="connsiteX2" fmla="*/ 1315233 w 1315233"/>
                <a:gd name="connsiteY2" fmla="*/ 263046 h 263046"/>
              </a:gdLst>
              <a:ahLst/>
              <a:cxnLst>
                <a:cxn ang="0">
                  <a:pos x="connsiteX0" y="connsiteY0"/>
                </a:cxn>
                <a:cxn ang="0">
                  <a:pos x="connsiteX1" y="connsiteY1"/>
                </a:cxn>
                <a:cxn ang="0">
                  <a:pos x="connsiteX2" y="connsiteY2"/>
                </a:cxn>
              </a:cxnLst>
              <a:rect l="l" t="t" r="r" b="b"/>
              <a:pathLst>
                <a:path w="1315233" h="263046">
                  <a:moveTo>
                    <a:pt x="0" y="263046"/>
                  </a:moveTo>
                  <a:cubicBezTo>
                    <a:pt x="203548" y="131523"/>
                    <a:pt x="407096" y="0"/>
                    <a:pt x="626301" y="0"/>
                  </a:cubicBezTo>
                  <a:cubicBezTo>
                    <a:pt x="845506" y="0"/>
                    <a:pt x="1198323" y="215030"/>
                    <a:pt x="1315233" y="263046"/>
                  </a:cubicBezTo>
                </a:path>
              </a:pathLst>
            </a:custGeom>
            <a:no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57" name="直線接點 56"/>
            <p:cNvCxnSpPr/>
            <p:nvPr/>
          </p:nvCxnSpPr>
          <p:spPr bwMode="auto">
            <a:xfrm flipH="1">
              <a:off x="5460302" y="-588723"/>
              <a:ext cx="28705" cy="175364"/>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8" name="直線接點 57"/>
            <p:cNvCxnSpPr>
              <a:stCxn id="56" idx="0"/>
            </p:cNvCxnSpPr>
            <p:nvPr/>
          </p:nvCxnSpPr>
          <p:spPr bwMode="auto">
            <a:xfrm>
              <a:off x="5460302" y="-400833"/>
              <a:ext cx="237994" cy="0"/>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336633504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1276510650"/>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rgbClr val="0070C0"/>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Tree>
    <p:extLst>
      <p:ext uri="{BB962C8B-B14F-4D97-AF65-F5344CB8AC3E}">
        <p14:creationId xmlns:p14="http://schemas.microsoft.com/office/powerpoint/2010/main" val="26038575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1851429099"/>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rgbClr val="0070C0"/>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grpSp>
        <p:nvGrpSpPr>
          <p:cNvPr id="34" name="群組 33"/>
          <p:cNvGrpSpPr/>
          <p:nvPr/>
        </p:nvGrpSpPr>
        <p:grpSpPr>
          <a:xfrm>
            <a:off x="4048779" y="4526072"/>
            <a:ext cx="2091061" cy="263046"/>
            <a:chOff x="5460302" y="-663879"/>
            <a:chExt cx="1315233" cy="263046"/>
          </a:xfrm>
        </p:grpSpPr>
        <p:sp>
          <p:nvSpPr>
            <p:cNvPr id="35" name="手繪多邊形 34"/>
            <p:cNvSpPr/>
            <p:nvPr/>
          </p:nvSpPr>
          <p:spPr bwMode="auto">
            <a:xfrm>
              <a:off x="5460302" y="-663879"/>
              <a:ext cx="1315233" cy="263046"/>
            </a:xfrm>
            <a:custGeom>
              <a:avLst/>
              <a:gdLst>
                <a:gd name="connsiteX0" fmla="*/ 0 w 1315233"/>
                <a:gd name="connsiteY0" fmla="*/ 263046 h 263046"/>
                <a:gd name="connsiteX1" fmla="*/ 626301 w 1315233"/>
                <a:gd name="connsiteY1" fmla="*/ 0 h 263046"/>
                <a:gd name="connsiteX2" fmla="*/ 1315233 w 1315233"/>
                <a:gd name="connsiteY2" fmla="*/ 263046 h 263046"/>
              </a:gdLst>
              <a:ahLst/>
              <a:cxnLst>
                <a:cxn ang="0">
                  <a:pos x="connsiteX0" y="connsiteY0"/>
                </a:cxn>
                <a:cxn ang="0">
                  <a:pos x="connsiteX1" y="connsiteY1"/>
                </a:cxn>
                <a:cxn ang="0">
                  <a:pos x="connsiteX2" y="connsiteY2"/>
                </a:cxn>
              </a:cxnLst>
              <a:rect l="l" t="t" r="r" b="b"/>
              <a:pathLst>
                <a:path w="1315233" h="263046">
                  <a:moveTo>
                    <a:pt x="0" y="263046"/>
                  </a:moveTo>
                  <a:cubicBezTo>
                    <a:pt x="203548" y="131523"/>
                    <a:pt x="407096" y="0"/>
                    <a:pt x="626301" y="0"/>
                  </a:cubicBezTo>
                  <a:cubicBezTo>
                    <a:pt x="845506" y="0"/>
                    <a:pt x="1198323" y="215030"/>
                    <a:pt x="1315233" y="263046"/>
                  </a:cubicBezTo>
                </a:path>
              </a:pathLst>
            </a:custGeom>
            <a:no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36" name="直線接點 35"/>
            <p:cNvCxnSpPr/>
            <p:nvPr/>
          </p:nvCxnSpPr>
          <p:spPr bwMode="auto">
            <a:xfrm flipH="1">
              <a:off x="5460302" y="-588723"/>
              <a:ext cx="28705" cy="175364"/>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線接點 36"/>
            <p:cNvCxnSpPr>
              <a:stCxn id="35" idx="0"/>
            </p:cNvCxnSpPr>
            <p:nvPr/>
          </p:nvCxnSpPr>
          <p:spPr bwMode="auto">
            <a:xfrm>
              <a:off x="5460302" y="-400833"/>
              <a:ext cx="237994" cy="0"/>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19" name="直線單箭頭接點 18"/>
          <p:cNvCxnSpPr/>
          <p:nvPr/>
        </p:nvCxnSpPr>
        <p:spPr bwMode="auto">
          <a:xfrm>
            <a:off x="6487959" y="3252593"/>
            <a:ext cx="12526" cy="1306882"/>
          </a:xfrm>
          <a:prstGeom prst="straightConnector1">
            <a:avLst/>
          </a:prstGeom>
          <a:solidFill>
            <a:schemeClr val="accent1"/>
          </a:solidFill>
          <a:ln w="38100" cap="flat" cmpd="sng" algn="ctr">
            <a:solidFill>
              <a:schemeClr val="bg1">
                <a:lumMod val="65000"/>
              </a:schemeClr>
            </a:solidFill>
            <a:prstDash val="sysDot"/>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51174161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607803050"/>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rgbClr val="0070C0"/>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grpSp>
        <p:nvGrpSpPr>
          <p:cNvPr id="51" name="群組 50"/>
          <p:cNvGrpSpPr/>
          <p:nvPr/>
        </p:nvGrpSpPr>
        <p:grpSpPr>
          <a:xfrm>
            <a:off x="6894534" y="4523983"/>
            <a:ext cx="2091061" cy="263046"/>
            <a:chOff x="5460302" y="-663879"/>
            <a:chExt cx="1315233" cy="263046"/>
          </a:xfrm>
        </p:grpSpPr>
        <p:sp>
          <p:nvSpPr>
            <p:cNvPr id="52" name="手繪多邊形 51"/>
            <p:cNvSpPr/>
            <p:nvPr/>
          </p:nvSpPr>
          <p:spPr bwMode="auto">
            <a:xfrm>
              <a:off x="5460302" y="-663879"/>
              <a:ext cx="1315233" cy="263046"/>
            </a:xfrm>
            <a:custGeom>
              <a:avLst/>
              <a:gdLst>
                <a:gd name="connsiteX0" fmla="*/ 0 w 1315233"/>
                <a:gd name="connsiteY0" fmla="*/ 263046 h 263046"/>
                <a:gd name="connsiteX1" fmla="*/ 626301 w 1315233"/>
                <a:gd name="connsiteY1" fmla="*/ 0 h 263046"/>
                <a:gd name="connsiteX2" fmla="*/ 1315233 w 1315233"/>
                <a:gd name="connsiteY2" fmla="*/ 263046 h 263046"/>
              </a:gdLst>
              <a:ahLst/>
              <a:cxnLst>
                <a:cxn ang="0">
                  <a:pos x="connsiteX0" y="connsiteY0"/>
                </a:cxn>
                <a:cxn ang="0">
                  <a:pos x="connsiteX1" y="connsiteY1"/>
                </a:cxn>
                <a:cxn ang="0">
                  <a:pos x="connsiteX2" y="connsiteY2"/>
                </a:cxn>
              </a:cxnLst>
              <a:rect l="l" t="t" r="r" b="b"/>
              <a:pathLst>
                <a:path w="1315233" h="263046">
                  <a:moveTo>
                    <a:pt x="0" y="263046"/>
                  </a:moveTo>
                  <a:cubicBezTo>
                    <a:pt x="203548" y="131523"/>
                    <a:pt x="407096" y="0"/>
                    <a:pt x="626301" y="0"/>
                  </a:cubicBezTo>
                  <a:cubicBezTo>
                    <a:pt x="845506" y="0"/>
                    <a:pt x="1198323" y="215030"/>
                    <a:pt x="1315233" y="263046"/>
                  </a:cubicBezTo>
                </a:path>
              </a:pathLst>
            </a:custGeom>
            <a:no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53" name="直線接點 52"/>
            <p:cNvCxnSpPr/>
            <p:nvPr/>
          </p:nvCxnSpPr>
          <p:spPr bwMode="auto">
            <a:xfrm flipH="1">
              <a:off x="5460302" y="-588723"/>
              <a:ext cx="28705" cy="175364"/>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直線接點 53"/>
            <p:cNvCxnSpPr>
              <a:stCxn id="52" idx="0"/>
            </p:cNvCxnSpPr>
            <p:nvPr/>
          </p:nvCxnSpPr>
          <p:spPr bwMode="auto">
            <a:xfrm>
              <a:off x="5460302" y="-400833"/>
              <a:ext cx="237994" cy="0"/>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69833635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3633766476"/>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rgbClr val="0070C0"/>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grpSp>
        <p:nvGrpSpPr>
          <p:cNvPr id="30" name="群組 29"/>
          <p:cNvGrpSpPr/>
          <p:nvPr/>
        </p:nvGrpSpPr>
        <p:grpSpPr>
          <a:xfrm>
            <a:off x="4048779" y="5246320"/>
            <a:ext cx="2091061" cy="263046"/>
            <a:chOff x="5460302" y="-663879"/>
            <a:chExt cx="1315233" cy="263046"/>
          </a:xfrm>
        </p:grpSpPr>
        <p:sp>
          <p:nvSpPr>
            <p:cNvPr id="31" name="手繪多邊形 30"/>
            <p:cNvSpPr/>
            <p:nvPr/>
          </p:nvSpPr>
          <p:spPr bwMode="auto">
            <a:xfrm>
              <a:off x="5460302" y="-663879"/>
              <a:ext cx="1315233" cy="263046"/>
            </a:xfrm>
            <a:custGeom>
              <a:avLst/>
              <a:gdLst>
                <a:gd name="connsiteX0" fmla="*/ 0 w 1315233"/>
                <a:gd name="connsiteY0" fmla="*/ 263046 h 263046"/>
                <a:gd name="connsiteX1" fmla="*/ 626301 w 1315233"/>
                <a:gd name="connsiteY1" fmla="*/ 0 h 263046"/>
                <a:gd name="connsiteX2" fmla="*/ 1315233 w 1315233"/>
                <a:gd name="connsiteY2" fmla="*/ 263046 h 263046"/>
              </a:gdLst>
              <a:ahLst/>
              <a:cxnLst>
                <a:cxn ang="0">
                  <a:pos x="connsiteX0" y="connsiteY0"/>
                </a:cxn>
                <a:cxn ang="0">
                  <a:pos x="connsiteX1" y="connsiteY1"/>
                </a:cxn>
                <a:cxn ang="0">
                  <a:pos x="connsiteX2" y="connsiteY2"/>
                </a:cxn>
              </a:cxnLst>
              <a:rect l="l" t="t" r="r" b="b"/>
              <a:pathLst>
                <a:path w="1315233" h="263046">
                  <a:moveTo>
                    <a:pt x="0" y="263046"/>
                  </a:moveTo>
                  <a:cubicBezTo>
                    <a:pt x="203548" y="131523"/>
                    <a:pt x="407096" y="0"/>
                    <a:pt x="626301" y="0"/>
                  </a:cubicBezTo>
                  <a:cubicBezTo>
                    <a:pt x="845506" y="0"/>
                    <a:pt x="1198323" y="215030"/>
                    <a:pt x="1315233" y="263046"/>
                  </a:cubicBezTo>
                </a:path>
              </a:pathLst>
            </a:custGeom>
            <a:no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32" name="直線接點 31"/>
            <p:cNvCxnSpPr/>
            <p:nvPr/>
          </p:nvCxnSpPr>
          <p:spPr bwMode="auto">
            <a:xfrm flipH="1">
              <a:off x="5460302" y="-588723"/>
              <a:ext cx="28705" cy="175364"/>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直線接點 32"/>
            <p:cNvCxnSpPr>
              <a:stCxn id="31" idx="0"/>
            </p:cNvCxnSpPr>
            <p:nvPr/>
          </p:nvCxnSpPr>
          <p:spPr bwMode="auto">
            <a:xfrm>
              <a:off x="5460302" y="-400833"/>
              <a:ext cx="237994" cy="0"/>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22" name="直線單箭頭接點 21"/>
          <p:cNvCxnSpPr/>
          <p:nvPr/>
        </p:nvCxnSpPr>
        <p:spPr bwMode="auto">
          <a:xfrm flipH="1">
            <a:off x="6496301" y="5246320"/>
            <a:ext cx="13049" cy="488516"/>
          </a:xfrm>
          <a:prstGeom prst="straightConnector1">
            <a:avLst/>
          </a:prstGeom>
          <a:solidFill>
            <a:schemeClr val="accent1"/>
          </a:solidFill>
          <a:ln w="38100" cap="flat" cmpd="sng" algn="ctr">
            <a:solidFill>
              <a:schemeClr val="bg1">
                <a:lumMod val="65000"/>
              </a:schemeClr>
            </a:solidFill>
            <a:prstDash val="sysDot"/>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8814706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1722878983"/>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4</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rgbClr val="0070C0"/>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30" name="直線單箭頭接點 29"/>
          <p:cNvCxnSpPr/>
          <p:nvPr/>
        </p:nvCxnSpPr>
        <p:spPr bwMode="auto">
          <a:xfrm flipH="1" flipV="1">
            <a:off x="4045907" y="2931090"/>
            <a:ext cx="1297059" cy="403781"/>
          </a:xfrm>
          <a:prstGeom prst="straightConnector1">
            <a:avLst/>
          </a:prstGeom>
          <a:solidFill>
            <a:schemeClr val="accent1"/>
          </a:solidFill>
          <a:ln w="76200" cap="flat" cmpd="sng" algn="ctr">
            <a:solidFill>
              <a:srgbClr val="0070C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直線單箭頭接點 30"/>
          <p:cNvCxnSpPr/>
          <p:nvPr/>
        </p:nvCxnSpPr>
        <p:spPr bwMode="auto">
          <a:xfrm flipH="1" flipV="1">
            <a:off x="5749447" y="3870542"/>
            <a:ext cx="561706" cy="934541"/>
          </a:xfrm>
          <a:prstGeom prst="straightConnector1">
            <a:avLst/>
          </a:prstGeom>
          <a:solidFill>
            <a:schemeClr val="accent1"/>
          </a:solidFill>
          <a:ln w="76200" cap="flat" cmpd="sng" algn="ctr">
            <a:solidFill>
              <a:srgbClr val="0070C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直線單箭頭接點 31"/>
          <p:cNvCxnSpPr/>
          <p:nvPr/>
        </p:nvCxnSpPr>
        <p:spPr bwMode="auto">
          <a:xfrm flipH="1" flipV="1">
            <a:off x="6939419" y="5148197"/>
            <a:ext cx="2192056" cy="425886"/>
          </a:xfrm>
          <a:prstGeom prst="straightConnector1">
            <a:avLst/>
          </a:prstGeom>
          <a:solidFill>
            <a:schemeClr val="accent1"/>
          </a:solidFill>
          <a:ln w="76200" cap="flat" cmpd="sng" algn="ctr">
            <a:solidFill>
              <a:srgbClr val="0070C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63642138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390743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tx1">
              <a:lumMod val="65000"/>
              <a:lumOff val="35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grpSp>
        <p:nvGrpSpPr>
          <p:cNvPr id="38" name="群組 37"/>
          <p:cNvGrpSpPr/>
          <p:nvPr/>
        </p:nvGrpSpPr>
        <p:grpSpPr>
          <a:xfrm>
            <a:off x="8750472" y="1517739"/>
            <a:ext cx="1315233" cy="263046"/>
            <a:chOff x="5460302" y="-663879"/>
            <a:chExt cx="1315233" cy="263046"/>
          </a:xfrm>
        </p:grpSpPr>
        <p:sp>
          <p:nvSpPr>
            <p:cNvPr id="24" name="手繪多邊形 23"/>
            <p:cNvSpPr/>
            <p:nvPr/>
          </p:nvSpPr>
          <p:spPr bwMode="auto">
            <a:xfrm>
              <a:off x="5460302" y="-663879"/>
              <a:ext cx="1315233" cy="263046"/>
            </a:xfrm>
            <a:custGeom>
              <a:avLst/>
              <a:gdLst>
                <a:gd name="connsiteX0" fmla="*/ 0 w 1315233"/>
                <a:gd name="connsiteY0" fmla="*/ 263046 h 263046"/>
                <a:gd name="connsiteX1" fmla="*/ 626301 w 1315233"/>
                <a:gd name="connsiteY1" fmla="*/ 0 h 263046"/>
                <a:gd name="connsiteX2" fmla="*/ 1315233 w 1315233"/>
                <a:gd name="connsiteY2" fmla="*/ 263046 h 263046"/>
              </a:gdLst>
              <a:ahLst/>
              <a:cxnLst>
                <a:cxn ang="0">
                  <a:pos x="connsiteX0" y="connsiteY0"/>
                </a:cxn>
                <a:cxn ang="0">
                  <a:pos x="connsiteX1" y="connsiteY1"/>
                </a:cxn>
                <a:cxn ang="0">
                  <a:pos x="connsiteX2" y="connsiteY2"/>
                </a:cxn>
              </a:cxnLst>
              <a:rect l="l" t="t" r="r" b="b"/>
              <a:pathLst>
                <a:path w="1315233" h="263046">
                  <a:moveTo>
                    <a:pt x="0" y="263046"/>
                  </a:moveTo>
                  <a:cubicBezTo>
                    <a:pt x="203548" y="131523"/>
                    <a:pt x="407096" y="0"/>
                    <a:pt x="626301" y="0"/>
                  </a:cubicBezTo>
                  <a:cubicBezTo>
                    <a:pt x="845506" y="0"/>
                    <a:pt x="1198323" y="215030"/>
                    <a:pt x="1315233" y="263046"/>
                  </a:cubicBezTo>
                </a:path>
              </a:pathLst>
            </a:custGeom>
            <a:no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26" name="直線接點 25"/>
            <p:cNvCxnSpPr/>
            <p:nvPr/>
          </p:nvCxnSpPr>
          <p:spPr bwMode="auto">
            <a:xfrm flipH="1">
              <a:off x="5460302" y="-588723"/>
              <a:ext cx="28705" cy="175364"/>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線接點 29"/>
            <p:cNvCxnSpPr>
              <a:stCxn id="24" idx="0"/>
            </p:cNvCxnSpPr>
            <p:nvPr/>
          </p:nvCxnSpPr>
          <p:spPr bwMode="auto">
            <a:xfrm>
              <a:off x="5460302" y="-400833"/>
              <a:ext cx="237994" cy="0"/>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7" name="群組 46"/>
          <p:cNvGrpSpPr/>
          <p:nvPr/>
        </p:nvGrpSpPr>
        <p:grpSpPr>
          <a:xfrm>
            <a:off x="7538843" y="1524002"/>
            <a:ext cx="962416" cy="250520"/>
            <a:chOff x="5460302" y="-663879"/>
            <a:chExt cx="1315233" cy="263046"/>
          </a:xfrm>
        </p:grpSpPr>
        <p:sp>
          <p:nvSpPr>
            <p:cNvPr id="48" name="手繪多邊形 47"/>
            <p:cNvSpPr/>
            <p:nvPr/>
          </p:nvSpPr>
          <p:spPr bwMode="auto">
            <a:xfrm>
              <a:off x="5460302" y="-663879"/>
              <a:ext cx="1315233" cy="263046"/>
            </a:xfrm>
            <a:custGeom>
              <a:avLst/>
              <a:gdLst>
                <a:gd name="connsiteX0" fmla="*/ 0 w 1315233"/>
                <a:gd name="connsiteY0" fmla="*/ 263046 h 263046"/>
                <a:gd name="connsiteX1" fmla="*/ 626301 w 1315233"/>
                <a:gd name="connsiteY1" fmla="*/ 0 h 263046"/>
                <a:gd name="connsiteX2" fmla="*/ 1315233 w 1315233"/>
                <a:gd name="connsiteY2" fmla="*/ 263046 h 263046"/>
              </a:gdLst>
              <a:ahLst/>
              <a:cxnLst>
                <a:cxn ang="0">
                  <a:pos x="connsiteX0" y="connsiteY0"/>
                </a:cxn>
                <a:cxn ang="0">
                  <a:pos x="connsiteX1" y="connsiteY1"/>
                </a:cxn>
                <a:cxn ang="0">
                  <a:pos x="connsiteX2" y="connsiteY2"/>
                </a:cxn>
              </a:cxnLst>
              <a:rect l="l" t="t" r="r" b="b"/>
              <a:pathLst>
                <a:path w="1315233" h="263046">
                  <a:moveTo>
                    <a:pt x="0" y="263046"/>
                  </a:moveTo>
                  <a:cubicBezTo>
                    <a:pt x="203548" y="131523"/>
                    <a:pt x="407096" y="0"/>
                    <a:pt x="626301" y="0"/>
                  </a:cubicBezTo>
                  <a:cubicBezTo>
                    <a:pt x="845506" y="0"/>
                    <a:pt x="1198323" y="215030"/>
                    <a:pt x="1315233" y="263046"/>
                  </a:cubicBezTo>
                </a:path>
              </a:pathLst>
            </a:custGeom>
            <a:no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49" name="直線接點 48"/>
            <p:cNvCxnSpPr/>
            <p:nvPr/>
          </p:nvCxnSpPr>
          <p:spPr bwMode="auto">
            <a:xfrm flipH="1">
              <a:off x="5460302" y="-588723"/>
              <a:ext cx="28705" cy="175364"/>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直線接點 49"/>
            <p:cNvCxnSpPr>
              <a:stCxn id="48" idx="0"/>
            </p:cNvCxnSpPr>
            <p:nvPr/>
          </p:nvCxnSpPr>
          <p:spPr bwMode="auto">
            <a:xfrm>
              <a:off x="5460302" y="-400833"/>
              <a:ext cx="237994" cy="0"/>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5" name="群組 54"/>
          <p:cNvGrpSpPr/>
          <p:nvPr/>
        </p:nvGrpSpPr>
        <p:grpSpPr>
          <a:xfrm>
            <a:off x="5066521" y="1511476"/>
            <a:ext cx="2091061" cy="263046"/>
            <a:chOff x="5460302" y="-663879"/>
            <a:chExt cx="1315233" cy="263046"/>
          </a:xfrm>
        </p:grpSpPr>
        <p:sp>
          <p:nvSpPr>
            <p:cNvPr id="56" name="手繪多邊形 55"/>
            <p:cNvSpPr/>
            <p:nvPr/>
          </p:nvSpPr>
          <p:spPr bwMode="auto">
            <a:xfrm>
              <a:off x="5460302" y="-663879"/>
              <a:ext cx="1315233" cy="263046"/>
            </a:xfrm>
            <a:custGeom>
              <a:avLst/>
              <a:gdLst>
                <a:gd name="connsiteX0" fmla="*/ 0 w 1315233"/>
                <a:gd name="connsiteY0" fmla="*/ 263046 h 263046"/>
                <a:gd name="connsiteX1" fmla="*/ 626301 w 1315233"/>
                <a:gd name="connsiteY1" fmla="*/ 0 h 263046"/>
                <a:gd name="connsiteX2" fmla="*/ 1315233 w 1315233"/>
                <a:gd name="connsiteY2" fmla="*/ 263046 h 263046"/>
              </a:gdLst>
              <a:ahLst/>
              <a:cxnLst>
                <a:cxn ang="0">
                  <a:pos x="connsiteX0" y="connsiteY0"/>
                </a:cxn>
                <a:cxn ang="0">
                  <a:pos x="connsiteX1" y="connsiteY1"/>
                </a:cxn>
                <a:cxn ang="0">
                  <a:pos x="connsiteX2" y="connsiteY2"/>
                </a:cxn>
              </a:cxnLst>
              <a:rect l="l" t="t" r="r" b="b"/>
              <a:pathLst>
                <a:path w="1315233" h="263046">
                  <a:moveTo>
                    <a:pt x="0" y="263046"/>
                  </a:moveTo>
                  <a:cubicBezTo>
                    <a:pt x="203548" y="131523"/>
                    <a:pt x="407096" y="0"/>
                    <a:pt x="626301" y="0"/>
                  </a:cubicBezTo>
                  <a:cubicBezTo>
                    <a:pt x="845506" y="0"/>
                    <a:pt x="1198323" y="215030"/>
                    <a:pt x="1315233" y="263046"/>
                  </a:cubicBezTo>
                </a:path>
              </a:pathLst>
            </a:custGeom>
            <a:no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57" name="直線接點 56"/>
            <p:cNvCxnSpPr/>
            <p:nvPr/>
          </p:nvCxnSpPr>
          <p:spPr bwMode="auto">
            <a:xfrm flipH="1">
              <a:off x="5460302" y="-588723"/>
              <a:ext cx="28705" cy="175364"/>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8" name="直線接點 57"/>
            <p:cNvCxnSpPr>
              <a:stCxn id="56" idx="0"/>
            </p:cNvCxnSpPr>
            <p:nvPr/>
          </p:nvCxnSpPr>
          <p:spPr bwMode="auto">
            <a:xfrm>
              <a:off x="5460302" y="-400833"/>
              <a:ext cx="237994" cy="0"/>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59" name="減號 58"/>
          <p:cNvSpPr/>
          <p:nvPr/>
        </p:nvSpPr>
        <p:spPr bwMode="auto">
          <a:xfrm rot="16200000">
            <a:off x="10221760" y="1835063"/>
            <a:ext cx="1387253" cy="513567"/>
          </a:xfrm>
          <a:prstGeom prst="mathMinus">
            <a:avLst/>
          </a:prstGeom>
          <a:solidFill>
            <a:srgbClr val="92D050"/>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1" name="減號 60"/>
          <p:cNvSpPr/>
          <p:nvPr/>
        </p:nvSpPr>
        <p:spPr bwMode="auto">
          <a:xfrm rot="16200000">
            <a:off x="-1205957" y="3713969"/>
            <a:ext cx="6311162" cy="513567"/>
          </a:xfrm>
          <a:prstGeom prst="mathMinus">
            <a:avLst/>
          </a:prstGeom>
          <a:solidFill>
            <a:srgbClr val="92D050"/>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Tree>
    <p:extLst>
      <p:ext uri="{BB962C8B-B14F-4D97-AF65-F5344CB8AC3E}">
        <p14:creationId xmlns:p14="http://schemas.microsoft.com/office/powerpoint/2010/main" val="284112211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減號 49"/>
          <p:cNvSpPr/>
          <p:nvPr/>
        </p:nvSpPr>
        <p:spPr bwMode="auto">
          <a:xfrm rot="16200000">
            <a:off x="3135026" y="2248422"/>
            <a:ext cx="2271906" cy="513567"/>
          </a:xfrm>
          <a:prstGeom prst="mathMinus">
            <a:avLst/>
          </a:prstGeom>
          <a:solidFill>
            <a:srgbClr val="92D050"/>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 name="甜甜圈 2"/>
          <p:cNvSpPr/>
          <p:nvPr/>
        </p:nvSpPr>
        <p:spPr bwMode="auto">
          <a:xfrm>
            <a:off x="4208744" y="1716066"/>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tx1">
              <a:lumMod val="65000"/>
              <a:lumOff val="35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grpSp>
        <p:nvGrpSpPr>
          <p:cNvPr id="59" name="群組 58"/>
          <p:cNvGrpSpPr/>
          <p:nvPr/>
        </p:nvGrpSpPr>
        <p:grpSpPr>
          <a:xfrm>
            <a:off x="6899493" y="2342368"/>
            <a:ext cx="2091061" cy="263046"/>
            <a:chOff x="5460302" y="-663879"/>
            <a:chExt cx="1315233" cy="263046"/>
          </a:xfrm>
        </p:grpSpPr>
        <p:sp>
          <p:nvSpPr>
            <p:cNvPr id="60" name="手繪多邊形 59"/>
            <p:cNvSpPr/>
            <p:nvPr/>
          </p:nvSpPr>
          <p:spPr bwMode="auto">
            <a:xfrm>
              <a:off x="5460302" y="-663879"/>
              <a:ext cx="1315233" cy="263046"/>
            </a:xfrm>
            <a:custGeom>
              <a:avLst/>
              <a:gdLst>
                <a:gd name="connsiteX0" fmla="*/ 0 w 1315233"/>
                <a:gd name="connsiteY0" fmla="*/ 263046 h 263046"/>
                <a:gd name="connsiteX1" fmla="*/ 626301 w 1315233"/>
                <a:gd name="connsiteY1" fmla="*/ 0 h 263046"/>
                <a:gd name="connsiteX2" fmla="*/ 1315233 w 1315233"/>
                <a:gd name="connsiteY2" fmla="*/ 263046 h 263046"/>
              </a:gdLst>
              <a:ahLst/>
              <a:cxnLst>
                <a:cxn ang="0">
                  <a:pos x="connsiteX0" y="connsiteY0"/>
                </a:cxn>
                <a:cxn ang="0">
                  <a:pos x="connsiteX1" y="connsiteY1"/>
                </a:cxn>
                <a:cxn ang="0">
                  <a:pos x="connsiteX2" y="connsiteY2"/>
                </a:cxn>
              </a:cxnLst>
              <a:rect l="l" t="t" r="r" b="b"/>
              <a:pathLst>
                <a:path w="1315233" h="263046">
                  <a:moveTo>
                    <a:pt x="0" y="263046"/>
                  </a:moveTo>
                  <a:cubicBezTo>
                    <a:pt x="203548" y="131523"/>
                    <a:pt x="407096" y="0"/>
                    <a:pt x="626301" y="0"/>
                  </a:cubicBezTo>
                  <a:cubicBezTo>
                    <a:pt x="845506" y="0"/>
                    <a:pt x="1198323" y="215030"/>
                    <a:pt x="1315233" y="263046"/>
                  </a:cubicBezTo>
                </a:path>
              </a:pathLst>
            </a:custGeom>
            <a:no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61" name="直線接點 60"/>
            <p:cNvCxnSpPr/>
            <p:nvPr/>
          </p:nvCxnSpPr>
          <p:spPr bwMode="auto">
            <a:xfrm flipH="1">
              <a:off x="5460302" y="-588723"/>
              <a:ext cx="28705" cy="175364"/>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2" name="直線接點 61"/>
            <p:cNvCxnSpPr>
              <a:stCxn id="60" idx="0"/>
            </p:cNvCxnSpPr>
            <p:nvPr/>
          </p:nvCxnSpPr>
          <p:spPr bwMode="auto">
            <a:xfrm>
              <a:off x="5460302" y="-400833"/>
              <a:ext cx="237994" cy="0"/>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5" name="群組 54"/>
          <p:cNvGrpSpPr/>
          <p:nvPr/>
        </p:nvGrpSpPr>
        <p:grpSpPr>
          <a:xfrm>
            <a:off x="3942308" y="2342368"/>
            <a:ext cx="2091061" cy="263046"/>
            <a:chOff x="5460302" y="-663879"/>
            <a:chExt cx="1315233" cy="263046"/>
          </a:xfrm>
        </p:grpSpPr>
        <p:sp>
          <p:nvSpPr>
            <p:cNvPr id="56" name="手繪多邊形 55"/>
            <p:cNvSpPr/>
            <p:nvPr/>
          </p:nvSpPr>
          <p:spPr bwMode="auto">
            <a:xfrm>
              <a:off x="5460302" y="-663879"/>
              <a:ext cx="1315233" cy="263046"/>
            </a:xfrm>
            <a:custGeom>
              <a:avLst/>
              <a:gdLst>
                <a:gd name="connsiteX0" fmla="*/ 0 w 1315233"/>
                <a:gd name="connsiteY0" fmla="*/ 263046 h 263046"/>
                <a:gd name="connsiteX1" fmla="*/ 626301 w 1315233"/>
                <a:gd name="connsiteY1" fmla="*/ 0 h 263046"/>
                <a:gd name="connsiteX2" fmla="*/ 1315233 w 1315233"/>
                <a:gd name="connsiteY2" fmla="*/ 263046 h 263046"/>
              </a:gdLst>
              <a:ahLst/>
              <a:cxnLst>
                <a:cxn ang="0">
                  <a:pos x="connsiteX0" y="connsiteY0"/>
                </a:cxn>
                <a:cxn ang="0">
                  <a:pos x="connsiteX1" y="connsiteY1"/>
                </a:cxn>
                <a:cxn ang="0">
                  <a:pos x="connsiteX2" y="connsiteY2"/>
                </a:cxn>
              </a:cxnLst>
              <a:rect l="l" t="t" r="r" b="b"/>
              <a:pathLst>
                <a:path w="1315233" h="263046">
                  <a:moveTo>
                    <a:pt x="0" y="263046"/>
                  </a:moveTo>
                  <a:cubicBezTo>
                    <a:pt x="203548" y="131523"/>
                    <a:pt x="407096" y="0"/>
                    <a:pt x="626301" y="0"/>
                  </a:cubicBezTo>
                  <a:cubicBezTo>
                    <a:pt x="845506" y="0"/>
                    <a:pt x="1198323" y="215030"/>
                    <a:pt x="1315233" y="263046"/>
                  </a:cubicBezTo>
                </a:path>
              </a:pathLst>
            </a:custGeom>
            <a:no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57" name="直線接點 56"/>
            <p:cNvCxnSpPr/>
            <p:nvPr/>
          </p:nvCxnSpPr>
          <p:spPr bwMode="auto">
            <a:xfrm flipH="1">
              <a:off x="5460302" y="-588723"/>
              <a:ext cx="28705" cy="175364"/>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8" name="直線接點 57"/>
            <p:cNvCxnSpPr>
              <a:stCxn id="56" idx="0"/>
            </p:cNvCxnSpPr>
            <p:nvPr/>
          </p:nvCxnSpPr>
          <p:spPr bwMode="auto">
            <a:xfrm>
              <a:off x="5460302" y="-400833"/>
              <a:ext cx="237994" cy="0"/>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aphicFrame>
        <p:nvGraphicFramePr>
          <p:cNvPr id="4" name="表格 3"/>
          <p:cNvGraphicFramePr>
            <a:graphicFrameLocks noGrp="1"/>
          </p:cNvGraphicFramePr>
          <p:nvPr>
            <p:extLst>
              <p:ext uri="{D42A27DB-BD31-4B8C-83A1-F6EECF244321}">
                <p14:modId xmlns:p14="http://schemas.microsoft.com/office/powerpoint/2010/main" val="1955267254"/>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49" name="減號 48"/>
          <p:cNvSpPr/>
          <p:nvPr/>
        </p:nvSpPr>
        <p:spPr bwMode="auto">
          <a:xfrm rot="16200000">
            <a:off x="-1205957" y="3713969"/>
            <a:ext cx="6311162" cy="513567"/>
          </a:xfrm>
          <a:prstGeom prst="mathMinus">
            <a:avLst/>
          </a:prstGeom>
          <a:solidFill>
            <a:srgbClr val="92D050"/>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Tree>
    <p:extLst>
      <p:ext uri="{BB962C8B-B14F-4D97-AF65-F5344CB8AC3E}">
        <p14:creationId xmlns:p14="http://schemas.microsoft.com/office/powerpoint/2010/main" val="152797350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減號 22"/>
          <p:cNvSpPr/>
          <p:nvPr/>
        </p:nvSpPr>
        <p:spPr bwMode="auto">
          <a:xfrm rot="16200000">
            <a:off x="2192304" y="2906040"/>
            <a:ext cx="2271906" cy="513567"/>
          </a:xfrm>
          <a:prstGeom prst="mathMinus">
            <a:avLst/>
          </a:prstGeom>
          <a:solidFill>
            <a:srgbClr val="92D050"/>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aphicFrame>
        <p:nvGraphicFramePr>
          <p:cNvPr id="4" name="表格 3"/>
          <p:cNvGraphicFramePr>
            <a:graphicFrameLocks noGrp="1"/>
          </p:cNvGraphicFramePr>
          <p:nvPr>
            <p:extLst>
              <p:ext uri="{D42A27DB-BD31-4B8C-83A1-F6EECF244321}">
                <p14:modId xmlns:p14="http://schemas.microsoft.com/office/powerpoint/2010/main" val="245881069"/>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rgbClr val="0070C0"/>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減號 23"/>
          <p:cNvSpPr/>
          <p:nvPr/>
        </p:nvSpPr>
        <p:spPr bwMode="auto">
          <a:xfrm rot="16200000">
            <a:off x="-1205957" y="3713969"/>
            <a:ext cx="6311162" cy="513567"/>
          </a:xfrm>
          <a:prstGeom prst="mathMinus">
            <a:avLst/>
          </a:prstGeom>
          <a:solidFill>
            <a:srgbClr val="92D050"/>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55" name="群組 54"/>
          <p:cNvGrpSpPr/>
          <p:nvPr/>
        </p:nvGrpSpPr>
        <p:grpSpPr>
          <a:xfrm>
            <a:off x="3075138" y="3135684"/>
            <a:ext cx="2091061" cy="263046"/>
            <a:chOff x="5460302" y="-663879"/>
            <a:chExt cx="1315233" cy="263046"/>
          </a:xfrm>
        </p:grpSpPr>
        <p:sp>
          <p:nvSpPr>
            <p:cNvPr id="56" name="手繪多邊形 55"/>
            <p:cNvSpPr/>
            <p:nvPr/>
          </p:nvSpPr>
          <p:spPr bwMode="auto">
            <a:xfrm>
              <a:off x="5460302" y="-663879"/>
              <a:ext cx="1315233" cy="263046"/>
            </a:xfrm>
            <a:custGeom>
              <a:avLst/>
              <a:gdLst>
                <a:gd name="connsiteX0" fmla="*/ 0 w 1315233"/>
                <a:gd name="connsiteY0" fmla="*/ 263046 h 263046"/>
                <a:gd name="connsiteX1" fmla="*/ 626301 w 1315233"/>
                <a:gd name="connsiteY1" fmla="*/ 0 h 263046"/>
                <a:gd name="connsiteX2" fmla="*/ 1315233 w 1315233"/>
                <a:gd name="connsiteY2" fmla="*/ 263046 h 263046"/>
              </a:gdLst>
              <a:ahLst/>
              <a:cxnLst>
                <a:cxn ang="0">
                  <a:pos x="connsiteX0" y="connsiteY0"/>
                </a:cxn>
                <a:cxn ang="0">
                  <a:pos x="connsiteX1" y="connsiteY1"/>
                </a:cxn>
                <a:cxn ang="0">
                  <a:pos x="connsiteX2" y="connsiteY2"/>
                </a:cxn>
              </a:cxnLst>
              <a:rect l="l" t="t" r="r" b="b"/>
              <a:pathLst>
                <a:path w="1315233" h="263046">
                  <a:moveTo>
                    <a:pt x="0" y="263046"/>
                  </a:moveTo>
                  <a:cubicBezTo>
                    <a:pt x="203548" y="131523"/>
                    <a:pt x="407096" y="0"/>
                    <a:pt x="626301" y="0"/>
                  </a:cubicBezTo>
                  <a:cubicBezTo>
                    <a:pt x="845506" y="0"/>
                    <a:pt x="1198323" y="215030"/>
                    <a:pt x="1315233" y="263046"/>
                  </a:cubicBezTo>
                </a:path>
              </a:pathLst>
            </a:custGeom>
            <a:no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57" name="直線接點 56"/>
            <p:cNvCxnSpPr/>
            <p:nvPr/>
          </p:nvCxnSpPr>
          <p:spPr bwMode="auto">
            <a:xfrm flipH="1">
              <a:off x="5460302" y="-588723"/>
              <a:ext cx="28705" cy="175364"/>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8" name="直線接點 57"/>
            <p:cNvCxnSpPr>
              <a:stCxn id="56" idx="0"/>
            </p:cNvCxnSpPr>
            <p:nvPr/>
          </p:nvCxnSpPr>
          <p:spPr bwMode="auto">
            <a:xfrm>
              <a:off x="5460302" y="-400833"/>
              <a:ext cx="237994" cy="0"/>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407143996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rgbClr val="0070C0"/>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減號 23"/>
          <p:cNvSpPr/>
          <p:nvPr/>
        </p:nvSpPr>
        <p:spPr bwMode="auto">
          <a:xfrm rot="16200000">
            <a:off x="-1205957" y="3713969"/>
            <a:ext cx="6311162" cy="513567"/>
          </a:xfrm>
          <a:prstGeom prst="mathMinus">
            <a:avLst/>
          </a:prstGeom>
          <a:solidFill>
            <a:srgbClr val="92D050"/>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5" name="減號 24"/>
          <p:cNvSpPr/>
          <p:nvPr/>
        </p:nvSpPr>
        <p:spPr bwMode="auto">
          <a:xfrm rot="16200000">
            <a:off x="-48538" y="4406030"/>
            <a:ext cx="4390372" cy="513567"/>
          </a:xfrm>
          <a:prstGeom prst="mathMinus">
            <a:avLst/>
          </a:prstGeom>
          <a:solidFill>
            <a:srgbClr val="92D050"/>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Tree>
    <p:extLst>
      <p:ext uri="{BB962C8B-B14F-4D97-AF65-F5344CB8AC3E}">
        <p14:creationId xmlns:p14="http://schemas.microsoft.com/office/powerpoint/2010/main" val="167804219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減號 35"/>
          <p:cNvSpPr/>
          <p:nvPr/>
        </p:nvSpPr>
        <p:spPr bwMode="auto">
          <a:xfrm rot="16200000">
            <a:off x="3342883" y="2586626"/>
            <a:ext cx="1387253" cy="513567"/>
          </a:xfrm>
          <a:prstGeom prst="mathMinus">
            <a:avLst/>
          </a:prstGeom>
          <a:solidFill>
            <a:srgbClr val="92D050"/>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dirty="0" smtClean="0">
              <a:ln>
                <a:noFill/>
              </a:ln>
              <a:solidFill>
                <a:schemeClr val="tx1"/>
              </a:solidFill>
              <a:effectLst/>
              <a:latin typeface="Tahoma" panose="020B0604030504040204" pitchFamily="34" charset="0"/>
              <a:ea typeface="新細明體" panose="02020500000000000000" pitchFamily="18" charset="-120"/>
            </a:endParaRPr>
          </a:p>
        </p:txBody>
      </p:sp>
      <p:graphicFrame>
        <p:nvGraphicFramePr>
          <p:cNvPr id="4" name="表格 3"/>
          <p:cNvGraphicFramePr>
            <a:graphicFrameLocks noGrp="1"/>
          </p:cNvGraphicFramePr>
          <p:nvPr>
            <p:extLst>
              <p:ext uri="{D42A27DB-BD31-4B8C-83A1-F6EECF244321}">
                <p14:modId xmlns:p14="http://schemas.microsoft.com/office/powerpoint/2010/main" val="1503223149"/>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rgbClr val="0070C0"/>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grpSp>
        <p:nvGrpSpPr>
          <p:cNvPr id="55" name="群組 54"/>
          <p:cNvGrpSpPr/>
          <p:nvPr/>
        </p:nvGrpSpPr>
        <p:grpSpPr>
          <a:xfrm>
            <a:off x="6899493" y="2342368"/>
            <a:ext cx="2091061" cy="263046"/>
            <a:chOff x="5460302" y="-663879"/>
            <a:chExt cx="1315233" cy="263046"/>
          </a:xfrm>
        </p:grpSpPr>
        <p:sp>
          <p:nvSpPr>
            <p:cNvPr id="56" name="手繪多邊形 55"/>
            <p:cNvSpPr/>
            <p:nvPr/>
          </p:nvSpPr>
          <p:spPr bwMode="auto">
            <a:xfrm>
              <a:off x="5460302" y="-663879"/>
              <a:ext cx="1315233" cy="263046"/>
            </a:xfrm>
            <a:custGeom>
              <a:avLst/>
              <a:gdLst>
                <a:gd name="connsiteX0" fmla="*/ 0 w 1315233"/>
                <a:gd name="connsiteY0" fmla="*/ 263046 h 263046"/>
                <a:gd name="connsiteX1" fmla="*/ 626301 w 1315233"/>
                <a:gd name="connsiteY1" fmla="*/ 0 h 263046"/>
                <a:gd name="connsiteX2" fmla="*/ 1315233 w 1315233"/>
                <a:gd name="connsiteY2" fmla="*/ 263046 h 263046"/>
              </a:gdLst>
              <a:ahLst/>
              <a:cxnLst>
                <a:cxn ang="0">
                  <a:pos x="connsiteX0" y="connsiteY0"/>
                </a:cxn>
                <a:cxn ang="0">
                  <a:pos x="connsiteX1" y="connsiteY1"/>
                </a:cxn>
                <a:cxn ang="0">
                  <a:pos x="connsiteX2" y="connsiteY2"/>
                </a:cxn>
              </a:cxnLst>
              <a:rect l="l" t="t" r="r" b="b"/>
              <a:pathLst>
                <a:path w="1315233" h="263046">
                  <a:moveTo>
                    <a:pt x="0" y="263046"/>
                  </a:moveTo>
                  <a:cubicBezTo>
                    <a:pt x="203548" y="131523"/>
                    <a:pt x="407096" y="0"/>
                    <a:pt x="626301" y="0"/>
                  </a:cubicBezTo>
                  <a:cubicBezTo>
                    <a:pt x="845506" y="0"/>
                    <a:pt x="1198323" y="215030"/>
                    <a:pt x="1315233" y="263046"/>
                  </a:cubicBezTo>
                </a:path>
              </a:pathLst>
            </a:custGeom>
            <a:no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57" name="直線接點 56"/>
            <p:cNvCxnSpPr/>
            <p:nvPr/>
          </p:nvCxnSpPr>
          <p:spPr bwMode="auto">
            <a:xfrm flipH="1">
              <a:off x="5460302" y="-588723"/>
              <a:ext cx="28705" cy="175364"/>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8" name="直線接點 57"/>
            <p:cNvCxnSpPr>
              <a:stCxn id="56" idx="0"/>
            </p:cNvCxnSpPr>
            <p:nvPr/>
          </p:nvCxnSpPr>
          <p:spPr bwMode="auto">
            <a:xfrm>
              <a:off x="5460302" y="-400833"/>
              <a:ext cx="237994" cy="0"/>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7" name="減號 36"/>
          <p:cNvSpPr/>
          <p:nvPr/>
        </p:nvSpPr>
        <p:spPr bwMode="auto">
          <a:xfrm rot="16200000">
            <a:off x="10217845" y="2586626"/>
            <a:ext cx="1387253" cy="513567"/>
          </a:xfrm>
          <a:prstGeom prst="mathMinus">
            <a:avLst/>
          </a:prstGeom>
          <a:solidFill>
            <a:srgbClr val="92D050"/>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Tree>
    <p:extLst>
      <p:ext uri="{BB962C8B-B14F-4D97-AF65-F5344CB8AC3E}">
        <p14:creationId xmlns:p14="http://schemas.microsoft.com/office/powerpoint/2010/main" val="333721189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減號 30"/>
          <p:cNvSpPr/>
          <p:nvPr/>
        </p:nvSpPr>
        <p:spPr bwMode="auto">
          <a:xfrm rot="16200000">
            <a:off x="5052948" y="2971016"/>
            <a:ext cx="2271906" cy="513567"/>
          </a:xfrm>
          <a:prstGeom prst="mathMinus">
            <a:avLst/>
          </a:prstGeom>
          <a:solidFill>
            <a:srgbClr val="92D050"/>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2" name="減號 31"/>
          <p:cNvSpPr/>
          <p:nvPr/>
        </p:nvSpPr>
        <p:spPr bwMode="auto">
          <a:xfrm rot="16200000">
            <a:off x="2396649" y="3280252"/>
            <a:ext cx="1387253" cy="513567"/>
          </a:xfrm>
          <a:prstGeom prst="mathMinus">
            <a:avLst/>
          </a:prstGeom>
          <a:solidFill>
            <a:srgbClr val="92D050"/>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aphicFrame>
        <p:nvGraphicFramePr>
          <p:cNvPr id="4" name="表格 3"/>
          <p:cNvGraphicFramePr>
            <a:graphicFrameLocks noGrp="1"/>
          </p:cNvGraphicFramePr>
          <p:nvPr>
            <p:extLst>
              <p:ext uri="{D42A27DB-BD31-4B8C-83A1-F6EECF244321}">
                <p14:modId xmlns:p14="http://schemas.microsoft.com/office/powerpoint/2010/main" val="3668378907"/>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rgbClr val="0070C0"/>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Tree>
    <p:extLst>
      <p:ext uri="{BB962C8B-B14F-4D97-AF65-F5344CB8AC3E}">
        <p14:creationId xmlns:p14="http://schemas.microsoft.com/office/powerpoint/2010/main" val="308931473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減號 30"/>
          <p:cNvSpPr/>
          <p:nvPr/>
        </p:nvSpPr>
        <p:spPr bwMode="auto">
          <a:xfrm rot="16200000">
            <a:off x="4056082" y="3722577"/>
            <a:ext cx="2271906" cy="513567"/>
          </a:xfrm>
          <a:prstGeom prst="mathMinus">
            <a:avLst/>
          </a:prstGeom>
          <a:solidFill>
            <a:srgbClr val="92D050"/>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aphicFrame>
        <p:nvGraphicFramePr>
          <p:cNvPr id="4" name="表格 3"/>
          <p:cNvGraphicFramePr>
            <a:graphicFrameLocks noGrp="1"/>
          </p:cNvGraphicFramePr>
          <p:nvPr>
            <p:extLst>
              <p:ext uri="{D42A27DB-BD31-4B8C-83A1-F6EECF244321}">
                <p14:modId xmlns:p14="http://schemas.microsoft.com/office/powerpoint/2010/main" val="2541500685"/>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rgbClr val="0070C0"/>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4" name="減號 33"/>
          <p:cNvSpPr/>
          <p:nvPr/>
        </p:nvSpPr>
        <p:spPr bwMode="auto">
          <a:xfrm rot="16200000">
            <a:off x="1411270" y="4018248"/>
            <a:ext cx="1387253" cy="513567"/>
          </a:xfrm>
          <a:prstGeom prst="mathMinus">
            <a:avLst/>
          </a:prstGeom>
          <a:solidFill>
            <a:srgbClr val="92D050"/>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Tree>
    <p:extLst>
      <p:ext uri="{BB962C8B-B14F-4D97-AF65-F5344CB8AC3E}">
        <p14:creationId xmlns:p14="http://schemas.microsoft.com/office/powerpoint/2010/main" val="2570598303"/>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減號 46"/>
          <p:cNvSpPr/>
          <p:nvPr/>
        </p:nvSpPr>
        <p:spPr bwMode="auto">
          <a:xfrm rot="16200000">
            <a:off x="3571742" y="4060259"/>
            <a:ext cx="3240586" cy="513567"/>
          </a:xfrm>
          <a:prstGeom prst="mathMinus">
            <a:avLst/>
          </a:prstGeom>
          <a:solidFill>
            <a:srgbClr val="92D050"/>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aphicFrame>
        <p:nvGraphicFramePr>
          <p:cNvPr id="4" name="表格 3"/>
          <p:cNvGraphicFramePr>
            <a:graphicFrameLocks noGrp="1"/>
          </p:cNvGraphicFramePr>
          <p:nvPr>
            <p:extLst>
              <p:ext uri="{D42A27DB-BD31-4B8C-83A1-F6EECF244321}">
                <p14:modId xmlns:p14="http://schemas.microsoft.com/office/powerpoint/2010/main" val="1066331203"/>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rgbClr val="0070C0"/>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8" name="減號 37"/>
          <p:cNvSpPr/>
          <p:nvPr/>
        </p:nvSpPr>
        <p:spPr bwMode="auto">
          <a:xfrm rot="16200000">
            <a:off x="1437098" y="4711874"/>
            <a:ext cx="1387253" cy="513567"/>
          </a:xfrm>
          <a:prstGeom prst="mathMinus">
            <a:avLst/>
          </a:prstGeom>
          <a:solidFill>
            <a:srgbClr val="92D050"/>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34" name="群組 33"/>
          <p:cNvGrpSpPr/>
          <p:nvPr/>
        </p:nvGrpSpPr>
        <p:grpSpPr>
          <a:xfrm>
            <a:off x="4048779" y="4526072"/>
            <a:ext cx="2091061" cy="263046"/>
            <a:chOff x="5460302" y="-663879"/>
            <a:chExt cx="1315233" cy="263046"/>
          </a:xfrm>
        </p:grpSpPr>
        <p:sp>
          <p:nvSpPr>
            <p:cNvPr id="35" name="手繪多邊形 34"/>
            <p:cNvSpPr/>
            <p:nvPr/>
          </p:nvSpPr>
          <p:spPr bwMode="auto">
            <a:xfrm>
              <a:off x="5460302" y="-663879"/>
              <a:ext cx="1315233" cy="263046"/>
            </a:xfrm>
            <a:custGeom>
              <a:avLst/>
              <a:gdLst>
                <a:gd name="connsiteX0" fmla="*/ 0 w 1315233"/>
                <a:gd name="connsiteY0" fmla="*/ 263046 h 263046"/>
                <a:gd name="connsiteX1" fmla="*/ 626301 w 1315233"/>
                <a:gd name="connsiteY1" fmla="*/ 0 h 263046"/>
                <a:gd name="connsiteX2" fmla="*/ 1315233 w 1315233"/>
                <a:gd name="connsiteY2" fmla="*/ 263046 h 263046"/>
              </a:gdLst>
              <a:ahLst/>
              <a:cxnLst>
                <a:cxn ang="0">
                  <a:pos x="connsiteX0" y="connsiteY0"/>
                </a:cxn>
                <a:cxn ang="0">
                  <a:pos x="connsiteX1" y="connsiteY1"/>
                </a:cxn>
                <a:cxn ang="0">
                  <a:pos x="connsiteX2" y="connsiteY2"/>
                </a:cxn>
              </a:cxnLst>
              <a:rect l="l" t="t" r="r" b="b"/>
              <a:pathLst>
                <a:path w="1315233" h="263046">
                  <a:moveTo>
                    <a:pt x="0" y="263046"/>
                  </a:moveTo>
                  <a:cubicBezTo>
                    <a:pt x="203548" y="131523"/>
                    <a:pt x="407096" y="0"/>
                    <a:pt x="626301" y="0"/>
                  </a:cubicBezTo>
                  <a:cubicBezTo>
                    <a:pt x="845506" y="0"/>
                    <a:pt x="1198323" y="215030"/>
                    <a:pt x="1315233" y="263046"/>
                  </a:cubicBezTo>
                </a:path>
              </a:pathLst>
            </a:custGeom>
            <a:no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36" name="直線接點 35"/>
            <p:cNvCxnSpPr/>
            <p:nvPr/>
          </p:nvCxnSpPr>
          <p:spPr bwMode="auto">
            <a:xfrm flipH="1">
              <a:off x="5460302" y="-588723"/>
              <a:ext cx="28705" cy="175364"/>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線接點 36"/>
            <p:cNvCxnSpPr>
              <a:stCxn id="35" idx="0"/>
            </p:cNvCxnSpPr>
            <p:nvPr/>
          </p:nvCxnSpPr>
          <p:spPr bwMode="auto">
            <a:xfrm>
              <a:off x="5460302" y="-400833"/>
              <a:ext cx="237994" cy="0"/>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28" name="直線單箭頭接點 27"/>
          <p:cNvCxnSpPr/>
          <p:nvPr/>
        </p:nvCxnSpPr>
        <p:spPr bwMode="auto">
          <a:xfrm>
            <a:off x="6487959" y="3252593"/>
            <a:ext cx="12526" cy="1306882"/>
          </a:xfrm>
          <a:prstGeom prst="straightConnector1">
            <a:avLst/>
          </a:prstGeom>
          <a:solidFill>
            <a:schemeClr val="accent1"/>
          </a:solidFill>
          <a:ln w="38100" cap="flat" cmpd="sng" algn="ctr">
            <a:solidFill>
              <a:schemeClr val="bg1">
                <a:lumMod val="65000"/>
              </a:schemeClr>
            </a:solidFill>
            <a:prstDash val="sysDot"/>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42511635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減號 48"/>
          <p:cNvSpPr/>
          <p:nvPr/>
        </p:nvSpPr>
        <p:spPr bwMode="auto">
          <a:xfrm rot="16200000">
            <a:off x="2183968" y="5087655"/>
            <a:ext cx="2271906" cy="513567"/>
          </a:xfrm>
          <a:prstGeom prst="mathMinus">
            <a:avLst/>
          </a:prstGeom>
          <a:solidFill>
            <a:srgbClr val="92D050"/>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aphicFrame>
        <p:nvGraphicFramePr>
          <p:cNvPr id="4" name="表格 3"/>
          <p:cNvGraphicFramePr>
            <a:graphicFrameLocks noGrp="1"/>
          </p:cNvGraphicFramePr>
          <p:nvPr>
            <p:extLst>
              <p:ext uri="{D42A27DB-BD31-4B8C-83A1-F6EECF244321}">
                <p14:modId xmlns:p14="http://schemas.microsoft.com/office/powerpoint/2010/main" val="2870520309"/>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rgbClr val="0070C0"/>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48" name="減號 47"/>
          <p:cNvSpPr/>
          <p:nvPr/>
        </p:nvSpPr>
        <p:spPr bwMode="auto">
          <a:xfrm rot="16200000">
            <a:off x="1401349" y="5405501"/>
            <a:ext cx="1387253" cy="513567"/>
          </a:xfrm>
          <a:prstGeom prst="mathMinus">
            <a:avLst/>
          </a:prstGeom>
          <a:solidFill>
            <a:srgbClr val="92D050"/>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Tree>
    <p:extLst>
      <p:ext uri="{BB962C8B-B14F-4D97-AF65-F5344CB8AC3E}">
        <p14:creationId xmlns:p14="http://schemas.microsoft.com/office/powerpoint/2010/main" val="74776665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減號 29"/>
          <p:cNvSpPr/>
          <p:nvPr/>
        </p:nvSpPr>
        <p:spPr bwMode="auto">
          <a:xfrm rot="16200000">
            <a:off x="5253102" y="3280251"/>
            <a:ext cx="1387253" cy="513567"/>
          </a:xfrm>
          <a:prstGeom prst="mathMinus">
            <a:avLst/>
          </a:prstGeom>
          <a:solidFill>
            <a:srgbClr val="92D050"/>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aphicFrame>
        <p:nvGraphicFramePr>
          <p:cNvPr id="4" name="表格 3"/>
          <p:cNvGraphicFramePr>
            <a:graphicFrameLocks noGrp="1"/>
          </p:cNvGraphicFramePr>
          <p:nvPr>
            <p:extLst>
              <p:ext uri="{D42A27DB-BD31-4B8C-83A1-F6EECF244321}">
                <p14:modId xmlns:p14="http://schemas.microsoft.com/office/powerpoint/2010/main" val="3088053728"/>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rgbClr val="0070C0"/>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1" name="減號 30"/>
          <p:cNvSpPr/>
          <p:nvPr/>
        </p:nvSpPr>
        <p:spPr bwMode="auto">
          <a:xfrm rot="16200000">
            <a:off x="10220714" y="3280252"/>
            <a:ext cx="1387253" cy="513567"/>
          </a:xfrm>
          <a:prstGeom prst="mathMinus">
            <a:avLst/>
          </a:prstGeom>
          <a:solidFill>
            <a:srgbClr val="92D050"/>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Tree>
    <p:extLst>
      <p:ext uri="{BB962C8B-B14F-4D97-AF65-F5344CB8AC3E}">
        <p14:creationId xmlns:p14="http://schemas.microsoft.com/office/powerpoint/2010/main" val="3239882162"/>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916955809"/>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rgbClr val="0070C0"/>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0" name="減號 29"/>
          <p:cNvSpPr/>
          <p:nvPr/>
        </p:nvSpPr>
        <p:spPr bwMode="auto">
          <a:xfrm rot="16200000">
            <a:off x="10266390" y="4018247"/>
            <a:ext cx="1387253" cy="513567"/>
          </a:xfrm>
          <a:prstGeom prst="mathMinus">
            <a:avLst/>
          </a:prstGeom>
          <a:solidFill>
            <a:srgbClr val="92D050"/>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1" name="減號 30"/>
          <p:cNvSpPr/>
          <p:nvPr/>
        </p:nvSpPr>
        <p:spPr bwMode="auto">
          <a:xfrm rot="16200000">
            <a:off x="1431365" y="4018248"/>
            <a:ext cx="1387253" cy="513567"/>
          </a:xfrm>
          <a:prstGeom prst="mathMinus">
            <a:avLst/>
          </a:prstGeom>
          <a:solidFill>
            <a:srgbClr val="92D050"/>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Tree>
    <p:extLst>
      <p:ext uri="{BB962C8B-B14F-4D97-AF65-F5344CB8AC3E}">
        <p14:creationId xmlns:p14="http://schemas.microsoft.com/office/powerpoint/2010/main" val="269871129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減號 29"/>
          <p:cNvSpPr/>
          <p:nvPr/>
        </p:nvSpPr>
        <p:spPr bwMode="auto">
          <a:xfrm rot="16200000">
            <a:off x="3351613" y="4711875"/>
            <a:ext cx="1387253" cy="513567"/>
          </a:xfrm>
          <a:prstGeom prst="mathMinus">
            <a:avLst/>
          </a:prstGeom>
          <a:solidFill>
            <a:srgbClr val="92D050"/>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aphicFrame>
        <p:nvGraphicFramePr>
          <p:cNvPr id="4" name="表格 3"/>
          <p:cNvGraphicFramePr>
            <a:graphicFrameLocks noGrp="1"/>
          </p:cNvGraphicFramePr>
          <p:nvPr>
            <p:extLst>
              <p:ext uri="{D42A27DB-BD31-4B8C-83A1-F6EECF244321}">
                <p14:modId xmlns:p14="http://schemas.microsoft.com/office/powerpoint/2010/main" val="4184103667"/>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rgbClr val="0070C0"/>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grpSp>
        <p:nvGrpSpPr>
          <p:cNvPr id="34" name="群組 33"/>
          <p:cNvGrpSpPr/>
          <p:nvPr/>
        </p:nvGrpSpPr>
        <p:grpSpPr>
          <a:xfrm>
            <a:off x="6894534" y="4523983"/>
            <a:ext cx="2091061" cy="263046"/>
            <a:chOff x="5460302" y="-663879"/>
            <a:chExt cx="1315233" cy="263046"/>
          </a:xfrm>
        </p:grpSpPr>
        <p:sp>
          <p:nvSpPr>
            <p:cNvPr id="35" name="手繪多邊形 34"/>
            <p:cNvSpPr/>
            <p:nvPr/>
          </p:nvSpPr>
          <p:spPr bwMode="auto">
            <a:xfrm>
              <a:off x="5460302" y="-663879"/>
              <a:ext cx="1315233" cy="263046"/>
            </a:xfrm>
            <a:custGeom>
              <a:avLst/>
              <a:gdLst>
                <a:gd name="connsiteX0" fmla="*/ 0 w 1315233"/>
                <a:gd name="connsiteY0" fmla="*/ 263046 h 263046"/>
                <a:gd name="connsiteX1" fmla="*/ 626301 w 1315233"/>
                <a:gd name="connsiteY1" fmla="*/ 0 h 263046"/>
                <a:gd name="connsiteX2" fmla="*/ 1315233 w 1315233"/>
                <a:gd name="connsiteY2" fmla="*/ 263046 h 263046"/>
              </a:gdLst>
              <a:ahLst/>
              <a:cxnLst>
                <a:cxn ang="0">
                  <a:pos x="connsiteX0" y="connsiteY0"/>
                </a:cxn>
                <a:cxn ang="0">
                  <a:pos x="connsiteX1" y="connsiteY1"/>
                </a:cxn>
                <a:cxn ang="0">
                  <a:pos x="connsiteX2" y="connsiteY2"/>
                </a:cxn>
              </a:cxnLst>
              <a:rect l="l" t="t" r="r" b="b"/>
              <a:pathLst>
                <a:path w="1315233" h="263046">
                  <a:moveTo>
                    <a:pt x="0" y="263046"/>
                  </a:moveTo>
                  <a:cubicBezTo>
                    <a:pt x="203548" y="131523"/>
                    <a:pt x="407096" y="0"/>
                    <a:pt x="626301" y="0"/>
                  </a:cubicBezTo>
                  <a:cubicBezTo>
                    <a:pt x="845506" y="0"/>
                    <a:pt x="1198323" y="215030"/>
                    <a:pt x="1315233" y="263046"/>
                  </a:cubicBezTo>
                </a:path>
              </a:pathLst>
            </a:custGeom>
            <a:no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36" name="直線接點 35"/>
            <p:cNvCxnSpPr/>
            <p:nvPr/>
          </p:nvCxnSpPr>
          <p:spPr bwMode="auto">
            <a:xfrm flipH="1">
              <a:off x="5460302" y="-588723"/>
              <a:ext cx="28705" cy="175364"/>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線接點 36"/>
            <p:cNvCxnSpPr>
              <a:stCxn id="35" idx="0"/>
            </p:cNvCxnSpPr>
            <p:nvPr/>
          </p:nvCxnSpPr>
          <p:spPr bwMode="auto">
            <a:xfrm>
              <a:off x="5460302" y="-400833"/>
              <a:ext cx="237994" cy="0"/>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8" name="減號 37"/>
          <p:cNvSpPr/>
          <p:nvPr/>
        </p:nvSpPr>
        <p:spPr bwMode="auto">
          <a:xfrm rot="16200000">
            <a:off x="10266390" y="4769809"/>
            <a:ext cx="1387253" cy="513567"/>
          </a:xfrm>
          <a:prstGeom prst="mathMinus">
            <a:avLst/>
          </a:prstGeom>
          <a:solidFill>
            <a:srgbClr val="92D050"/>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Tree>
    <p:extLst>
      <p:ext uri="{BB962C8B-B14F-4D97-AF65-F5344CB8AC3E}">
        <p14:creationId xmlns:p14="http://schemas.microsoft.com/office/powerpoint/2010/main" val="270998753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減號 31"/>
          <p:cNvSpPr/>
          <p:nvPr/>
        </p:nvSpPr>
        <p:spPr bwMode="auto">
          <a:xfrm rot="16200000">
            <a:off x="4789121" y="5087654"/>
            <a:ext cx="2271906" cy="513567"/>
          </a:xfrm>
          <a:prstGeom prst="mathMinus">
            <a:avLst/>
          </a:prstGeom>
          <a:solidFill>
            <a:srgbClr val="92D050"/>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aphicFrame>
        <p:nvGraphicFramePr>
          <p:cNvPr id="4" name="表格 3"/>
          <p:cNvGraphicFramePr>
            <a:graphicFrameLocks noGrp="1"/>
          </p:cNvGraphicFramePr>
          <p:nvPr>
            <p:extLst>
              <p:ext uri="{D42A27DB-BD31-4B8C-83A1-F6EECF244321}">
                <p14:modId xmlns:p14="http://schemas.microsoft.com/office/powerpoint/2010/main" val="1054149414"/>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3" name="減號 32"/>
          <p:cNvSpPr/>
          <p:nvPr/>
        </p:nvSpPr>
        <p:spPr bwMode="auto">
          <a:xfrm rot="16200000">
            <a:off x="1437098" y="5405501"/>
            <a:ext cx="1387253" cy="513567"/>
          </a:xfrm>
          <a:prstGeom prst="mathMinus">
            <a:avLst/>
          </a:prstGeom>
          <a:solidFill>
            <a:srgbClr val="92D050"/>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 name="甜甜圈 2"/>
          <p:cNvSpPr/>
          <p:nvPr/>
        </p:nvSpPr>
        <p:spPr bwMode="auto">
          <a:xfrm>
            <a:off x="4208744" y="1716066"/>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rgbClr val="0070C0"/>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grpSp>
        <p:nvGrpSpPr>
          <p:cNvPr id="34" name="群組 33"/>
          <p:cNvGrpSpPr/>
          <p:nvPr/>
        </p:nvGrpSpPr>
        <p:grpSpPr>
          <a:xfrm>
            <a:off x="3939828" y="5325651"/>
            <a:ext cx="2091061" cy="263046"/>
            <a:chOff x="5460302" y="-663879"/>
            <a:chExt cx="1315233" cy="263046"/>
          </a:xfrm>
        </p:grpSpPr>
        <p:sp>
          <p:nvSpPr>
            <p:cNvPr id="35" name="手繪多邊形 34"/>
            <p:cNvSpPr/>
            <p:nvPr/>
          </p:nvSpPr>
          <p:spPr bwMode="auto">
            <a:xfrm>
              <a:off x="5460302" y="-663879"/>
              <a:ext cx="1315233" cy="263046"/>
            </a:xfrm>
            <a:custGeom>
              <a:avLst/>
              <a:gdLst>
                <a:gd name="connsiteX0" fmla="*/ 0 w 1315233"/>
                <a:gd name="connsiteY0" fmla="*/ 263046 h 263046"/>
                <a:gd name="connsiteX1" fmla="*/ 626301 w 1315233"/>
                <a:gd name="connsiteY1" fmla="*/ 0 h 263046"/>
                <a:gd name="connsiteX2" fmla="*/ 1315233 w 1315233"/>
                <a:gd name="connsiteY2" fmla="*/ 263046 h 263046"/>
              </a:gdLst>
              <a:ahLst/>
              <a:cxnLst>
                <a:cxn ang="0">
                  <a:pos x="connsiteX0" y="connsiteY0"/>
                </a:cxn>
                <a:cxn ang="0">
                  <a:pos x="connsiteX1" y="connsiteY1"/>
                </a:cxn>
                <a:cxn ang="0">
                  <a:pos x="connsiteX2" y="connsiteY2"/>
                </a:cxn>
              </a:cxnLst>
              <a:rect l="l" t="t" r="r" b="b"/>
              <a:pathLst>
                <a:path w="1315233" h="263046">
                  <a:moveTo>
                    <a:pt x="0" y="263046"/>
                  </a:moveTo>
                  <a:cubicBezTo>
                    <a:pt x="203548" y="131523"/>
                    <a:pt x="407096" y="0"/>
                    <a:pt x="626301" y="0"/>
                  </a:cubicBezTo>
                  <a:cubicBezTo>
                    <a:pt x="845506" y="0"/>
                    <a:pt x="1198323" y="215030"/>
                    <a:pt x="1315233" y="263046"/>
                  </a:cubicBezTo>
                </a:path>
              </a:pathLst>
            </a:custGeom>
            <a:no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36" name="直線接點 35"/>
            <p:cNvCxnSpPr/>
            <p:nvPr/>
          </p:nvCxnSpPr>
          <p:spPr bwMode="auto">
            <a:xfrm flipH="1">
              <a:off x="5460302" y="-588723"/>
              <a:ext cx="28705" cy="175364"/>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線接點 36"/>
            <p:cNvCxnSpPr>
              <a:stCxn id="35" idx="0"/>
            </p:cNvCxnSpPr>
            <p:nvPr/>
          </p:nvCxnSpPr>
          <p:spPr bwMode="auto">
            <a:xfrm>
              <a:off x="5460302" y="-400833"/>
              <a:ext cx="237994" cy="0"/>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24" name="直線單箭頭接點 23"/>
          <p:cNvCxnSpPr/>
          <p:nvPr/>
        </p:nvCxnSpPr>
        <p:spPr bwMode="auto">
          <a:xfrm flipH="1">
            <a:off x="6496301" y="5246320"/>
            <a:ext cx="13049" cy="488516"/>
          </a:xfrm>
          <a:prstGeom prst="straightConnector1">
            <a:avLst/>
          </a:prstGeom>
          <a:solidFill>
            <a:schemeClr val="accent1"/>
          </a:solidFill>
          <a:ln w="38100" cap="flat" cmpd="sng" algn="ctr">
            <a:solidFill>
              <a:schemeClr val="bg1">
                <a:lumMod val="65000"/>
              </a:schemeClr>
            </a:solidFill>
            <a:prstDash val="sysDot"/>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80332285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減號 31"/>
          <p:cNvSpPr/>
          <p:nvPr/>
        </p:nvSpPr>
        <p:spPr bwMode="auto">
          <a:xfrm rot="16200000">
            <a:off x="5759103" y="5068867"/>
            <a:ext cx="2271906" cy="513567"/>
          </a:xfrm>
          <a:prstGeom prst="mathMinus">
            <a:avLst/>
          </a:prstGeom>
          <a:solidFill>
            <a:srgbClr val="92D050"/>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 name="甜甜圈 2"/>
          <p:cNvSpPr/>
          <p:nvPr/>
        </p:nvSpPr>
        <p:spPr bwMode="auto">
          <a:xfrm>
            <a:off x="4208744" y="1716066"/>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rgbClr val="0070C0"/>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3" name="減號 32"/>
          <p:cNvSpPr/>
          <p:nvPr/>
        </p:nvSpPr>
        <p:spPr bwMode="auto">
          <a:xfrm rot="16200000">
            <a:off x="10293787" y="5388800"/>
            <a:ext cx="1387253" cy="513567"/>
          </a:xfrm>
          <a:prstGeom prst="mathMinus">
            <a:avLst/>
          </a:prstGeom>
          <a:solidFill>
            <a:srgbClr val="92D050"/>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aphicFrame>
        <p:nvGraphicFramePr>
          <p:cNvPr id="4" name="表格 3"/>
          <p:cNvGraphicFramePr>
            <a:graphicFrameLocks noGrp="1"/>
          </p:cNvGraphicFramePr>
          <p:nvPr>
            <p:extLst>
              <p:ext uri="{D42A27DB-BD31-4B8C-83A1-F6EECF244321}">
                <p14:modId xmlns:p14="http://schemas.microsoft.com/office/powerpoint/2010/main" val="1639048312"/>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4</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Tree>
    <p:extLst>
      <p:ext uri="{BB962C8B-B14F-4D97-AF65-F5344CB8AC3E}">
        <p14:creationId xmlns:p14="http://schemas.microsoft.com/office/powerpoint/2010/main" val="415663570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2032547287"/>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4</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rgbClr val="0070C0"/>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30" name="直線單箭頭接點 29"/>
          <p:cNvCxnSpPr/>
          <p:nvPr/>
        </p:nvCxnSpPr>
        <p:spPr bwMode="auto">
          <a:xfrm flipH="1" flipV="1">
            <a:off x="4045907" y="2931090"/>
            <a:ext cx="1297059" cy="403781"/>
          </a:xfrm>
          <a:prstGeom prst="straightConnector1">
            <a:avLst/>
          </a:prstGeom>
          <a:solidFill>
            <a:schemeClr val="accent1"/>
          </a:solidFill>
          <a:ln w="76200" cap="flat" cmpd="sng" algn="ctr">
            <a:solidFill>
              <a:srgbClr val="0070C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直線單箭頭接點 30"/>
          <p:cNvCxnSpPr/>
          <p:nvPr/>
        </p:nvCxnSpPr>
        <p:spPr bwMode="auto">
          <a:xfrm flipH="1" flipV="1">
            <a:off x="5749447" y="3870542"/>
            <a:ext cx="561706" cy="934541"/>
          </a:xfrm>
          <a:prstGeom prst="straightConnector1">
            <a:avLst/>
          </a:prstGeom>
          <a:solidFill>
            <a:schemeClr val="accent1"/>
          </a:solidFill>
          <a:ln w="76200" cap="flat" cmpd="sng" algn="ctr">
            <a:solidFill>
              <a:srgbClr val="0070C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直線單箭頭接點 31"/>
          <p:cNvCxnSpPr/>
          <p:nvPr/>
        </p:nvCxnSpPr>
        <p:spPr bwMode="auto">
          <a:xfrm flipH="1" flipV="1">
            <a:off x="6939419" y="5148197"/>
            <a:ext cx="2192056" cy="425886"/>
          </a:xfrm>
          <a:prstGeom prst="straightConnector1">
            <a:avLst/>
          </a:prstGeom>
          <a:solidFill>
            <a:schemeClr val="accent1"/>
          </a:solidFill>
          <a:ln w="76200" cap="flat" cmpd="sng" algn="ctr">
            <a:solidFill>
              <a:srgbClr val="0070C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41947702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27026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095139" y="1702207"/>
            <a:ext cx="7901522" cy="1723549"/>
          </a:xfrm>
          <a:prstGeom prst="rect">
            <a:avLst/>
          </a:prstGeom>
          <a:noFill/>
        </p:spPr>
        <p:txBody>
          <a:bodyPr wrap="none" lIns="91440" tIns="45720" rIns="91440" bIns="45720">
            <a:spAutoFit/>
          </a:bodyPr>
          <a:lstStyle/>
          <a:p>
            <a:pPr algn="ctr"/>
            <a:r>
              <a:rPr lang="en-US" altLang="zh-TW" sz="5400" dirty="0" smtClean="0">
                <a:ln w="0"/>
                <a:effectLst>
                  <a:outerShdw blurRad="38100" dist="19050" dir="2700000" algn="tl" rotWithShape="0">
                    <a:schemeClr val="dk1">
                      <a:alpha val="40000"/>
                    </a:schemeClr>
                  </a:outerShdw>
                </a:effectLst>
              </a:rPr>
              <a:t>H1</a:t>
            </a:r>
            <a:endParaRPr lang="en-US" altLang="zh-TW" sz="5400" b="0" cap="none" spc="0" dirty="0" smtClean="0">
              <a:ln w="0"/>
              <a:solidFill>
                <a:schemeClr val="tx1"/>
              </a:solidFill>
              <a:effectLst>
                <a:outerShdw blurRad="38100" dist="19050" dir="2700000" algn="tl" rotWithShape="0">
                  <a:schemeClr val="dk1">
                    <a:alpha val="40000"/>
                  </a:schemeClr>
                </a:outerShdw>
              </a:effectLst>
            </a:endParaRPr>
          </a:p>
          <a:p>
            <a:pPr algn="ctr"/>
            <a:endParaRPr lang="en-US" altLang="zh-TW" sz="1600" b="0" cap="none" spc="0" dirty="0" smtClean="0">
              <a:ln w="0"/>
              <a:solidFill>
                <a:schemeClr val="tx1"/>
              </a:solidFill>
              <a:effectLst>
                <a:outerShdw blurRad="38100" dist="19050" dir="2700000" algn="tl" rotWithShape="0">
                  <a:schemeClr val="dk1">
                    <a:alpha val="40000"/>
                  </a:schemeClr>
                </a:outerShdw>
              </a:effectLst>
            </a:endParaRPr>
          </a:p>
          <a:p>
            <a:pPr algn="ctr"/>
            <a:r>
              <a:rPr lang="pt-BR" altLang="zh-TW" sz="3600" dirty="0" smtClean="0">
                <a:ln w="0"/>
                <a:effectLst>
                  <a:outerShdw blurRad="38100" dist="19050" dir="2700000" algn="tl" rotWithShape="0">
                    <a:schemeClr val="dk1">
                      <a:alpha val="40000"/>
                    </a:schemeClr>
                  </a:outerShdw>
                </a:effectLst>
              </a:rPr>
              <a:t>O(</a:t>
            </a:r>
            <a:r>
              <a:rPr lang="el-GR" altLang="zh-TW" sz="3600" dirty="0">
                <a:ln w="0"/>
                <a:effectLst>
                  <a:outerShdw blurRad="38100" dist="19050" dir="2700000" algn="tl" rotWithShape="0">
                    <a:schemeClr val="dk1">
                      <a:alpha val="40000"/>
                    </a:schemeClr>
                  </a:outerShdw>
                </a:effectLst>
              </a:rPr>
              <a:t>ℓ </a:t>
            </a:r>
            <a:r>
              <a:rPr lang="pt-BR" altLang="zh-TW" sz="3600" dirty="0" smtClean="0">
                <a:ln w="0"/>
                <a:effectLst>
                  <a:outerShdw blurRad="38100" dist="19050" dir="2700000" algn="tl" rotWithShape="0">
                    <a:schemeClr val="dk1">
                      <a:alpha val="40000"/>
                    </a:schemeClr>
                  </a:outerShdw>
                </a:effectLst>
              </a:rPr>
              <a:t>m · min{log s, log m, log(2n/m)})</a:t>
            </a:r>
            <a:endParaRPr lang="zh-TW" altLang="en-US" sz="36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85430267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rgbClr val="0070C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tx1">
              <a:lumMod val="65000"/>
              <a:lumOff val="35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grpSp>
        <p:nvGrpSpPr>
          <p:cNvPr id="38" name="群組 37"/>
          <p:cNvGrpSpPr/>
          <p:nvPr/>
        </p:nvGrpSpPr>
        <p:grpSpPr>
          <a:xfrm>
            <a:off x="8750472" y="1517739"/>
            <a:ext cx="1315233" cy="263046"/>
            <a:chOff x="5460302" y="-663879"/>
            <a:chExt cx="1315233" cy="263046"/>
          </a:xfrm>
        </p:grpSpPr>
        <p:sp>
          <p:nvSpPr>
            <p:cNvPr id="24" name="手繪多邊形 23"/>
            <p:cNvSpPr/>
            <p:nvPr/>
          </p:nvSpPr>
          <p:spPr bwMode="auto">
            <a:xfrm>
              <a:off x="5460302" y="-663879"/>
              <a:ext cx="1315233" cy="263046"/>
            </a:xfrm>
            <a:custGeom>
              <a:avLst/>
              <a:gdLst>
                <a:gd name="connsiteX0" fmla="*/ 0 w 1315233"/>
                <a:gd name="connsiteY0" fmla="*/ 263046 h 263046"/>
                <a:gd name="connsiteX1" fmla="*/ 626301 w 1315233"/>
                <a:gd name="connsiteY1" fmla="*/ 0 h 263046"/>
                <a:gd name="connsiteX2" fmla="*/ 1315233 w 1315233"/>
                <a:gd name="connsiteY2" fmla="*/ 263046 h 263046"/>
              </a:gdLst>
              <a:ahLst/>
              <a:cxnLst>
                <a:cxn ang="0">
                  <a:pos x="connsiteX0" y="connsiteY0"/>
                </a:cxn>
                <a:cxn ang="0">
                  <a:pos x="connsiteX1" y="connsiteY1"/>
                </a:cxn>
                <a:cxn ang="0">
                  <a:pos x="connsiteX2" y="connsiteY2"/>
                </a:cxn>
              </a:cxnLst>
              <a:rect l="l" t="t" r="r" b="b"/>
              <a:pathLst>
                <a:path w="1315233" h="263046">
                  <a:moveTo>
                    <a:pt x="0" y="263046"/>
                  </a:moveTo>
                  <a:cubicBezTo>
                    <a:pt x="203548" y="131523"/>
                    <a:pt x="407096" y="0"/>
                    <a:pt x="626301" y="0"/>
                  </a:cubicBezTo>
                  <a:cubicBezTo>
                    <a:pt x="845506" y="0"/>
                    <a:pt x="1198323" y="215030"/>
                    <a:pt x="1315233" y="263046"/>
                  </a:cubicBezTo>
                </a:path>
              </a:pathLst>
            </a:custGeom>
            <a:no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smtClean="0">
                <a:solidFill>
                  <a:srgbClr val="000000"/>
                </a:solidFill>
              </a:endParaRPr>
            </a:p>
          </p:txBody>
        </p:sp>
        <p:cxnSp>
          <p:nvCxnSpPr>
            <p:cNvPr id="26" name="直線接點 25"/>
            <p:cNvCxnSpPr/>
            <p:nvPr/>
          </p:nvCxnSpPr>
          <p:spPr bwMode="auto">
            <a:xfrm flipH="1">
              <a:off x="5460302" y="-588723"/>
              <a:ext cx="28705" cy="175364"/>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線接點 29"/>
            <p:cNvCxnSpPr>
              <a:stCxn id="24" idx="0"/>
            </p:cNvCxnSpPr>
            <p:nvPr/>
          </p:nvCxnSpPr>
          <p:spPr bwMode="auto">
            <a:xfrm>
              <a:off x="5460302" y="-400833"/>
              <a:ext cx="237994" cy="0"/>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7" name="群組 46"/>
          <p:cNvGrpSpPr/>
          <p:nvPr/>
        </p:nvGrpSpPr>
        <p:grpSpPr>
          <a:xfrm>
            <a:off x="7538843" y="1524002"/>
            <a:ext cx="962416" cy="250520"/>
            <a:chOff x="5460302" y="-663879"/>
            <a:chExt cx="1315233" cy="263046"/>
          </a:xfrm>
        </p:grpSpPr>
        <p:sp>
          <p:nvSpPr>
            <p:cNvPr id="48" name="手繪多邊形 47"/>
            <p:cNvSpPr/>
            <p:nvPr/>
          </p:nvSpPr>
          <p:spPr bwMode="auto">
            <a:xfrm>
              <a:off x="5460302" y="-663879"/>
              <a:ext cx="1315233" cy="263046"/>
            </a:xfrm>
            <a:custGeom>
              <a:avLst/>
              <a:gdLst>
                <a:gd name="connsiteX0" fmla="*/ 0 w 1315233"/>
                <a:gd name="connsiteY0" fmla="*/ 263046 h 263046"/>
                <a:gd name="connsiteX1" fmla="*/ 626301 w 1315233"/>
                <a:gd name="connsiteY1" fmla="*/ 0 h 263046"/>
                <a:gd name="connsiteX2" fmla="*/ 1315233 w 1315233"/>
                <a:gd name="connsiteY2" fmla="*/ 263046 h 263046"/>
              </a:gdLst>
              <a:ahLst/>
              <a:cxnLst>
                <a:cxn ang="0">
                  <a:pos x="connsiteX0" y="connsiteY0"/>
                </a:cxn>
                <a:cxn ang="0">
                  <a:pos x="connsiteX1" y="connsiteY1"/>
                </a:cxn>
                <a:cxn ang="0">
                  <a:pos x="connsiteX2" y="connsiteY2"/>
                </a:cxn>
              </a:cxnLst>
              <a:rect l="l" t="t" r="r" b="b"/>
              <a:pathLst>
                <a:path w="1315233" h="263046">
                  <a:moveTo>
                    <a:pt x="0" y="263046"/>
                  </a:moveTo>
                  <a:cubicBezTo>
                    <a:pt x="203548" y="131523"/>
                    <a:pt x="407096" y="0"/>
                    <a:pt x="626301" y="0"/>
                  </a:cubicBezTo>
                  <a:cubicBezTo>
                    <a:pt x="845506" y="0"/>
                    <a:pt x="1198323" y="215030"/>
                    <a:pt x="1315233" y="263046"/>
                  </a:cubicBezTo>
                </a:path>
              </a:pathLst>
            </a:custGeom>
            <a:no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smtClean="0">
                <a:solidFill>
                  <a:srgbClr val="000000"/>
                </a:solidFill>
              </a:endParaRPr>
            </a:p>
          </p:txBody>
        </p:sp>
        <p:cxnSp>
          <p:nvCxnSpPr>
            <p:cNvPr id="49" name="直線接點 48"/>
            <p:cNvCxnSpPr/>
            <p:nvPr/>
          </p:nvCxnSpPr>
          <p:spPr bwMode="auto">
            <a:xfrm flipH="1">
              <a:off x="5460302" y="-588723"/>
              <a:ext cx="28705" cy="175364"/>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0" name="直線接點 49"/>
            <p:cNvCxnSpPr>
              <a:stCxn id="48" idx="0"/>
            </p:cNvCxnSpPr>
            <p:nvPr/>
          </p:nvCxnSpPr>
          <p:spPr bwMode="auto">
            <a:xfrm>
              <a:off x="5460302" y="-400833"/>
              <a:ext cx="237994" cy="0"/>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5" name="群組 54"/>
          <p:cNvGrpSpPr/>
          <p:nvPr/>
        </p:nvGrpSpPr>
        <p:grpSpPr>
          <a:xfrm>
            <a:off x="5066521" y="1511476"/>
            <a:ext cx="2091061" cy="263046"/>
            <a:chOff x="5460302" y="-663879"/>
            <a:chExt cx="1315233" cy="263046"/>
          </a:xfrm>
        </p:grpSpPr>
        <p:sp>
          <p:nvSpPr>
            <p:cNvPr id="56" name="手繪多邊形 55"/>
            <p:cNvSpPr/>
            <p:nvPr/>
          </p:nvSpPr>
          <p:spPr bwMode="auto">
            <a:xfrm>
              <a:off x="5460302" y="-663879"/>
              <a:ext cx="1315233" cy="263046"/>
            </a:xfrm>
            <a:custGeom>
              <a:avLst/>
              <a:gdLst>
                <a:gd name="connsiteX0" fmla="*/ 0 w 1315233"/>
                <a:gd name="connsiteY0" fmla="*/ 263046 h 263046"/>
                <a:gd name="connsiteX1" fmla="*/ 626301 w 1315233"/>
                <a:gd name="connsiteY1" fmla="*/ 0 h 263046"/>
                <a:gd name="connsiteX2" fmla="*/ 1315233 w 1315233"/>
                <a:gd name="connsiteY2" fmla="*/ 263046 h 263046"/>
              </a:gdLst>
              <a:ahLst/>
              <a:cxnLst>
                <a:cxn ang="0">
                  <a:pos x="connsiteX0" y="connsiteY0"/>
                </a:cxn>
                <a:cxn ang="0">
                  <a:pos x="connsiteX1" y="connsiteY1"/>
                </a:cxn>
                <a:cxn ang="0">
                  <a:pos x="connsiteX2" y="connsiteY2"/>
                </a:cxn>
              </a:cxnLst>
              <a:rect l="l" t="t" r="r" b="b"/>
              <a:pathLst>
                <a:path w="1315233" h="263046">
                  <a:moveTo>
                    <a:pt x="0" y="263046"/>
                  </a:moveTo>
                  <a:cubicBezTo>
                    <a:pt x="203548" y="131523"/>
                    <a:pt x="407096" y="0"/>
                    <a:pt x="626301" y="0"/>
                  </a:cubicBezTo>
                  <a:cubicBezTo>
                    <a:pt x="845506" y="0"/>
                    <a:pt x="1198323" y="215030"/>
                    <a:pt x="1315233" y="263046"/>
                  </a:cubicBezTo>
                </a:path>
              </a:pathLst>
            </a:custGeom>
            <a:no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smtClean="0">
                <a:solidFill>
                  <a:srgbClr val="000000"/>
                </a:solidFill>
              </a:endParaRPr>
            </a:p>
          </p:txBody>
        </p:sp>
        <p:cxnSp>
          <p:nvCxnSpPr>
            <p:cNvPr id="57" name="直線接點 56"/>
            <p:cNvCxnSpPr/>
            <p:nvPr/>
          </p:nvCxnSpPr>
          <p:spPr bwMode="auto">
            <a:xfrm flipH="1">
              <a:off x="5460302" y="-588723"/>
              <a:ext cx="28705" cy="175364"/>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8" name="直線接點 57"/>
            <p:cNvCxnSpPr>
              <a:stCxn id="56" idx="0"/>
            </p:cNvCxnSpPr>
            <p:nvPr/>
          </p:nvCxnSpPr>
          <p:spPr bwMode="auto">
            <a:xfrm>
              <a:off x="5460302" y="-400833"/>
              <a:ext cx="237994" cy="0"/>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59" name="減號 58"/>
          <p:cNvSpPr/>
          <p:nvPr/>
        </p:nvSpPr>
        <p:spPr bwMode="auto">
          <a:xfrm rot="16200000">
            <a:off x="10221760" y="1835063"/>
            <a:ext cx="1387253" cy="513567"/>
          </a:xfrm>
          <a:prstGeom prst="mathMinus">
            <a:avLst/>
          </a:prstGeom>
          <a:solidFill>
            <a:srgbClr val="92D050"/>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smtClean="0">
              <a:solidFill>
                <a:srgbClr val="000000"/>
              </a:solidFill>
            </a:endParaRPr>
          </a:p>
        </p:txBody>
      </p:sp>
      <p:sp>
        <p:nvSpPr>
          <p:cNvPr id="61" name="減號 60"/>
          <p:cNvSpPr/>
          <p:nvPr/>
        </p:nvSpPr>
        <p:spPr bwMode="auto">
          <a:xfrm rot="16200000">
            <a:off x="-1205957" y="3713969"/>
            <a:ext cx="6311162" cy="513567"/>
          </a:xfrm>
          <a:prstGeom prst="mathMinus">
            <a:avLst/>
          </a:prstGeom>
          <a:solidFill>
            <a:srgbClr val="92D050"/>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smtClean="0">
              <a:solidFill>
                <a:srgbClr val="000000"/>
              </a:solidFill>
            </a:endParaRPr>
          </a:p>
        </p:txBody>
      </p:sp>
    </p:spTree>
    <p:extLst>
      <p:ext uri="{BB962C8B-B14F-4D97-AF65-F5344CB8AC3E}">
        <p14:creationId xmlns:p14="http://schemas.microsoft.com/office/powerpoint/2010/main" val="109043827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338208" y="288096"/>
          <a:ext cx="10471764" cy="5787032"/>
        </p:xfrm>
        <a:graphic>
          <a:graphicData uri="http://schemas.openxmlformats.org/drawingml/2006/table">
            <a:tbl>
              <a:tblPr firstRow="1" bandRow="1">
                <a:tableStyleId>{5940675A-B579-460E-94D1-54222C63F5DA}</a:tableStyleId>
              </a:tblPr>
              <a:tblGrid>
                <a:gridCol w="872647"/>
                <a:gridCol w="872647"/>
                <a:gridCol w="872647"/>
                <a:gridCol w="872647"/>
                <a:gridCol w="872647"/>
                <a:gridCol w="872647"/>
                <a:gridCol w="872647"/>
                <a:gridCol w="872647"/>
                <a:gridCol w="872647"/>
                <a:gridCol w="872647"/>
                <a:gridCol w="872647"/>
                <a:gridCol w="872647"/>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3858015"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6490568"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7379916"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123121"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9997856"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2968667" y="2480154"/>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229589"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9989500" y="322962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4749447" y="319831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2102281" y="319831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9991591" y="247806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248386" y="247806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5601220" y="2480154"/>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5599127"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968664"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250474"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5601219"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2968665"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9985317" y="467012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3" name="甜甜圈 22"/>
          <p:cNvSpPr/>
          <p:nvPr/>
        </p:nvSpPr>
        <p:spPr bwMode="auto">
          <a:xfrm>
            <a:off x="9987409" y="3949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9983225"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 name="矩形 1"/>
          <p:cNvSpPr/>
          <p:nvPr/>
        </p:nvSpPr>
        <p:spPr>
          <a:xfrm>
            <a:off x="9959621" y="370870"/>
            <a:ext cx="800219" cy="1446550"/>
          </a:xfrm>
          <a:prstGeom prst="rect">
            <a:avLst/>
          </a:prstGeom>
          <a:noFill/>
        </p:spPr>
        <p:txBody>
          <a:bodyPr wrap="none" lIns="91440" tIns="45720" rIns="91440" bIns="45720">
            <a:spAutoFit/>
          </a:bodyPr>
          <a:lstStyle/>
          <a:p>
            <a:pPr algn="ctr"/>
            <a:r>
              <a:rPr lang="en-US" altLang="zh-TW" sz="8800" dirty="0" smtClean="0">
                <a:ln w="0"/>
                <a:solidFill>
                  <a:srgbClr val="92D050"/>
                </a:solidFill>
                <a:effectLst>
                  <a:outerShdw blurRad="38100" dist="19050" dir="2700000" algn="tl" rotWithShape="0">
                    <a:srgbClr val="000000">
                      <a:alpha val="40000"/>
                    </a:srgbClr>
                  </a:outerShdw>
                </a:effectLst>
              </a:rPr>
              <a:t>$</a:t>
            </a:r>
            <a:endParaRPr lang="zh-TW" altLang="en-US" sz="8800" dirty="0">
              <a:ln w="0"/>
              <a:solidFill>
                <a:srgbClr val="92D050"/>
              </a:solidFill>
              <a:effectLst>
                <a:outerShdw blurRad="38100" dist="19050" dir="2700000" algn="tl" rotWithShape="0">
                  <a:srgbClr val="000000">
                    <a:alpha val="40000"/>
                  </a:srgbClr>
                </a:outerShdw>
              </a:effectLst>
            </a:endParaRPr>
          </a:p>
        </p:txBody>
      </p:sp>
    </p:spTree>
    <p:extLst>
      <p:ext uri="{BB962C8B-B14F-4D97-AF65-F5344CB8AC3E}">
        <p14:creationId xmlns:p14="http://schemas.microsoft.com/office/powerpoint/2010/main" val="401633458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338208" y="288096"/>
          <a:ext cx="10471764" cy="5787032"/>
        </p:xfrm>
        <a:graphic>
          <a:graphicData uri="http://schemas.openxmlformats.org/drawingml/2006/table">
            <a:tbl>
              <a:tblPr firstRow="1" bandRow="1">
                <a:tableStyleId>{5940675A-B579-460E-94D1-54222C63F5DA}</a:tableStyleId>
              </a:tblPr>
              <a:tblGrid>
                <a:gridCol w="872647"/>
                <a:gridCol w="872647"/>
                <a:gridCol w="872647"/>
                <a:gridCol w="872647"/>
                <a:gridCol w="872647"/>
                <a:gridCol w="872647"/>
                <a:gridCol w="872647"/>
                <a:gridCol w="872647"/>
                <a:gridCol w="872647"/>
                <a:gridCol w="872647"/>
                <a:gridCol w="872647"/>
                <a:gridCol w="872647"/>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3858015"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6490568"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7379916"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123121"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9997856" y="1728592"/>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2968667" y="2480154"/>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229589"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9989500" y="3229629"/>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4749447" y="319831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2102281" y="319831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9991591" y="247806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248386" y="247806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5601220" y="2480154"/>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5599127"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968664"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250474"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5601219"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2968665"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9985317" y="4670125"/>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3" name="甜甜圈 22"/>
          <p:cNvSpPr/>
          <p:nvPr/>
        </p:nvSpPr>
        <p:spPr bwMode="auto">
          <a:xfrm>
            <a:off x="9987409" y="394987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9983225" y="5359059"/>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 name="矩形 1"/>
          <p:cNvSpPr/>
          <p:nvPr/>
        </p:nvSpPr>
        <p:spPr>
          <a:xfrm>
            <a:off x="9959621" y="370870"/>
            <a:ext cx="800219" cy="1446550"/>
          </a:xfrm>
          <a:prstGeom prst="rect">
            <a:avLst/>
          </a:prstGeom>
          <a:noFill/>
        </p:spPr>
        <p:txBody>
          <a:bodyPr wrap="none" lIns="91440" tIns="45720" rIns="91440" bIns="45720">
            <a:spAutoFit/>
          </a:bodyPr>
          <a:lstStyle/>
          <a:p>
            <a:pPr algn="ctr"/>
            <a:r>
              <a:rPr lang="en-US" altLang="zh-TW" sz="8800" b="0" cap="none" spc="0" dirty="0" smtClean="0">
                <a:ln w="0"/>
                <a:solidFill>
                  <a:srgbClr val="92D050"/>
                </a:solidFill>
                <a:effectLst>
                  <a:outerShdw blurRad="38100" dist="19050" dir="2700000" algn="tl" rotWithShape="0">
                    <a:schemeClr val="dk1">
                      <a:alpha val="40000"/>
                    </a:schemeClr>
                  </a:outerShdw>
                </a:effectLst>
              </a:rPr>
              <a:t>$</a:t>
            </a:r>
            <a:endParaRPr lang="zh-TW" altLang="en-US" sz="8800" b="0" cap="none" spc="0" dirty="0">
              <a:ln w="0"/>
              <a:solidFill>
                <a:srgbClr val="92D050"/>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62518287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減號 44"/>
          <p:cNvSpPr/>
          <p:nvPr/>
        </p:nvSpPr>
        <p:spPr bwMode="auto">
          <a:xfrm rot="16200000">
            <a:off x="6667794" y="3606172"/>
            <a:ext cx="6660123" cy="687409"/>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aphicFrame>
        <p:nvGraphicFramePr>
          <p:cNvPr id="4" name="表格 3"/>
          <p:cNvGraphicFramePr>
            <a:graphicFrameLocks noGrp="1"/>
          </p:cNvGraphicFramePr>
          <p:nvPr>
            <p:extLst>
              <p:ext uri="{D42A27DB-BD31-4B8C-83A1-F6EECF244321}">
                <p14:modId xmlns:p14="http://schemas.microsoft.com/office/powerpoint/2010/main" val="2835157287"/>
              </p:ext>
            </p:extLst>
          </p:nvPr>
        </p:nvGraphicFramePr>
        <p:xfrm>
          <a:off x="338208" y="288096"/>
          <a:ext cx="10471764" cy="5787032"/>
        </p:xfrm>
        <a:graphic>
          <a:graphicData uri="http://schemas.openxmlformats.org/drawingml/2006/table">
            <a:tbl>
              <a:tblPr firstRow="1" bandRow="1">
                <a:tableStyleId>{5940675A-B579-460E-94D1-54222C63F5DA}</a:tableStyleId>
              </a:tblPr>
              <a:tblGrid>
                <a:gridCol w="872647"/>
                <a:gridCol w="872647"/>
                <a:gridCol w="872647"/>
                <a:gridCol w="872647"/>
                <a:gridCol w="872647"/>
                <a:gridCol w="872647"/>
                <a:gridCol w="872647"/>
                <a:gridCol w="872647"/>
                <a:gridCol w="872647"/>
                <a:gridCol w="872647"/>
                <a:gridCol w="872647"/>
                <a:gridCol w="872647"/>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3858015"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6490568"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7379916"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123121"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9997856" y="1728592"/>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2968667" y="2480154"/>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229589"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9989500" y="3229629"/>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4749447" y="319831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2102281" y="319831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9991591" y="247806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248386" y="247806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5601220" y="2480154"/>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5599127"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968664"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250474"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5601219"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2968665"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9985317" y="4670125"/>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3" name="甜甜圈 22"/>
          <p:cNvSpPr/>
          <p:nvPr/>
        </p:nvSpPr>
        <p:spPr bwMode="auto">
          <a:xfrm>
            <a:off x="9987409" y="394987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9983225" y="5359059"/>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 name="矩形 1"/>
          <p:cNvSpPr/>
          <p:nvPr/>
        </p:nvSpPr>
        <p:spPr>
          <a:xfrm>
            <a:off x="9959621" y="370870"/>
            <a:ext cx="800219" cy="1446550"/>
          </a:xfrm>
          <a:prstGeom prst="rect">
            <a:avLst/>
          </a:prstGeom>
          <a:noFill/>
        </p:spPr>
        <p:txBody>
          <a:bodyPr wrap="none" lIns="91440" tIns="45720" rIns="91440" bIns="45720">
            <a:spAutoFit/>
          </a:bodyPr>
          <a:lstStyle/>
          <a:p>
            <a:pPr algn="ctr"/>
            <a:r>
              <a:rPr lang="en-US" altLang="zh-TW" sz="8800" b="0" cap="none" spc="0" dirty="0" smtClean="0">
                <a:ln w="0"/>
                <a:solidFill>
                  <a:srgbClr val="92D050"/>
                </a:solidFill>
                <a:effectLst>
                  <a:outerShdw blurRad="38100" dist="19050" dir="2700000" algn="tl" rotWithShape="0">
                    <a:schemeClr val="dk1">
                      <a:alpha val="40000"/>
                    </a:schemeClr>
                  </a:outerShdw>
                </a:effectLst>
              </a:rPr>
              <a:t>$</a:t>
            </a:r>
            <a:endParaRPr lang="zh-TW" altLang="en-US" sz="8800" b="0" cap="none" spc="0" dirty="0">
              <a:ln w="0"/>
              <a:solidFill>
                <a:srgbClr val="92D050"/>
              </a:solidFill>
              <a:effectLst>
                <a:outerShdw blurRad="38100" dist="19050" dir="2700000" algn="tl" rotWithShape="0">
                  <a:schemeClr val="dk1">
                    <a:alpha val="40000"/>
                  </a:schemeClr>
                </a:outerShdw>
              </a:effectLst>
            </a:endParaRPr>
          </a:p>
        </p:txBody>
      </p:sp>
      <p:grpSp>
        <p:nvGrpSpPr>
          <p:cNvPr id="25" name="群組 24"/>
          <p:cNvGrpSpPr/>
          <p:nvPr/>
        </p:nvGrpSpPr>
        <p:grpSpPr>
          <a:xfrm flipH="1">
            <a:off x="4634630" y="1529218"/>
            <a:ext cx="1841307" cy="288202"/>
            <a:chOff x="5460302" y="-663879"/>
            <a:chExt cx="1315233" cy="263046"/>
          </a:xfrm>
        </p:grpSpPr>
        <p:sp>
          <p:nvSpPr>
            <p:cNvPr id="26" name="手繪多邊形 25"/>
            <p:cNvSpPr/>
            <p:nvPr/>
          </p:nvSpPr>
          <p:spPr bwMode="auto">
            <a:xfrm>
              <a:off x="5460302" y="-663879"/>
              <a:ext cx="1315233" cy="263046"/>
            </a:xfrm>
            <a:custGeom>
              <a:avLst/>
              <a:gdLst>
                <a:gd name="connsiteX0" fmla="*/ 0 w 1315233"/>
                <a:gd name="connsiteY0" fmla="*/ 263046 h 263046"/>
                <a:gd name="connsiteX1" fmla="*/ 626301 w 1315233"/>
                <a:gd name="connsiteY1" fmla="*/ 0 h 263046"/>
                <a:gd name="connsiteX2" fmla="*/ 1315233 w 1315233"/>
                <a:gd name="connsiteY2" fmla="*/ 263046 h 263046"/>
              </a:gdLst>
              <a:ahLst/>
              <a:cxnLst>
                <a:cxn ang="0">
                  <a:pos x="connsiteX0" y="connsiteY0"/>
                </a:cxn>
                <a:cxn ang="0">
                  <a:pos x="connsiteX1" y="connsiteY1"/>
                </a:cxn>
                <a:cxn ang="0">
                  <a:pos x="connsiteX2" y="connsiteY2"/>
                </a:cxn>
              </a:cxnLst>
              <a:rect l="l" t="t" r="r" b="b"/>
              <a:pathLst>
                <a:path w="1315233" h="263046">
                  <a:moveTo>
                    <a:pt x="0" y="263046"/>
                  </a:moveTo>
                  <a:cubicBezTo>
                    <a:pt x="203548" y="131523"/>
                    <a:pt x="407096" y="0"/>
                    <a:pt x="626301" y="0"/>
                  </a:cubicBezTo>
                  <a:cubicBezTo>
                    <a:pt x="845506" y="0"/>
                    <a:pt x="1198323" y="215030"/>
                    <a:pt x="1315233" y="263046"/>
                  </a:cubicBezTo>
                </a:path>
              </a:pathLst>
            </a:custGeom>
            <a:no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27" name="直線接點 26"/>
            <p:cNvCxnSpPr/>
            <p:nvPr/>
          </p:nvCxnSpPr>
          <p:spPr bwMode="auto">
            <a:xfrm flipH="1">
              <a:off x="5460302" y="-588723"/>
              <a:ext cx="28705" cy="175364"/>
            </a:xfrm>
            <a:prstGeom prst="line">
              <a:avLst/>
            </a:prstGeom>
            <a:solidFill>
              <a:schemeClr val="accent1"/>
            </a:solid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接點 27"/>
            <p:cNvCxnSpPr>
              <a:stCxn id="26" idx="0"/>
            </p:cNvCxnSpPr>
            <p:nvPr/>
          </p:nvCxnSpPr>
          <p:spPr bwMode="auto">
            <a:xfrm>
              <a:off x="5460302" y="-400833"/>
              <a:ext cx="237994" cy="0"/>
            </a:xfrm>
            <a:prstGeom prst="line">
              <a:avLst/>
            </a:prstGeom>
            <a:solidFill>
              <a:schemeClr val="accent1"/>
            </a:solid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3" name="群組 32"/>
          <p:cNvGrpSpPr/>
          <p:nvPr/>
        </p:nvGrpSpPr>
        <p:grpSpPr>
          <a:xfrm flipH="1">
            <a:off x="7977837" y="1529218"/>
            <a:ext cx="1190538" cy="274478"/>
            <a:chOff x="5460302" y="-663879"/>
            <a:chExt cx="1315233" cy="263046"/>
          </a:xfrm>
        </p:grpSpPr>
        <p:sp>
          <p:nvSpPr>
            <p:cNvPr id="34" name="手繪多邊形 33"/>
            <p:cNvSpPr/>
            <p:nvPr/>
          </p:nvSpPr>
          <p:spPr bwMode="auto">
            <a:xfrm>
              <a:off x="5460302" y="-663879"/>
              <a:ext cx="1315233" cy="263046"/>
            </a:xfrm>
            <a:custGeom>
              <a:avLst/>
              <a:gdLst>
                <a:gd name="connsiteX0" fmla="*/ 0 w 1315233"/>
                <a:gd name="connsiteY0" fmla="*/ 263046 h 263046"/>
                <a:gd name="connsiteX1" fmla="*/ 626301 w 1315233"/>
                <a:gd name="connsiteY1" fmla="*/ 0 h 263046"/>
                <a:gd name="connsiteX2" fmla="*/ 1315233 w 1315233"/>
                <a:gd name="connsiteY2" fmla="*/ 263046 h 263046"/>
              </a:gdLst>
              <a:ahLst/>
              <a:cxnLst>
                <a:cxn ang="0">
                  <a:pos x="connsiteX0" y="connsiteY0"/>
                </a:cxn>
                <a:cxn ang="0">
                  <a:pos x="connsiteX1" y="connsiteY1"/>
                </a:cxn>
                <a:cxn ang="0">
                  <a:pos x="connsiteX2" y="connsiteY2"/>
                </a:cxn>
              </a:cxnLst>
              <a:rect l="l" t="t" r="r" b="b"/>
              <a:pathLst>
                <a:path w="1315233" h="263046">
                  <a:moveTo>
                    <a:pt x="0" y="263046"/>
                  </a:moveTo>
                  <a:cubicBezTo>
                    <a:pt x="203548" y="131523"/>
                    <a:pt x="407096" y="0"/>
                    <a:pt x="626301" y="0"/>
                  </a:cubicBezTo>
                  <a:cubicBezTo>
                    <a:pt x="845506" y="0"/>
                    <a:pt x="1198323" y="215030"/>
                    <a:pt x="1315233" y="263046"/>
                  </a:cubicBezTo>
                </a:path>
              </a:pathLst>
            </a:custGeom>
            <a:no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35" name="直線接點 34"/>
            <p:cNvCxnSpPr/>
            <p:nvPr/>
          </p:nvCxnSpPr>
          <p:spPr bwMode="auto">
            <a:xfrm flipH="1">
              <a:off x="5460302" y="-588723"/>
              <a:ext cx="28705" cy="175364"/>
            </a:xfrm>
            <a:prstGeom prst="line">
              <a:avLst/>
            </a:prstGeom>
            <a:solidFill>
              <a:schemeClr val="accent1"/>
            </a:solid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直線接點 35"/>
            <p:cNvCxnSpPr>
              <a:stCxn id="34" idx="0"/>
            </p:cNvCxnSpPr>
            <p:nvPr/>
          </p:nvCxnSpPr>
          <p:spPr bwMode="auto">
            <a:xfrm>
              <a:off x="5460302" y="-400833"/>
              <a:ext cx="237994" cy="0"/>
            </a:xfrm>
            <a:prstGeom prst="line">
              <a:avLst/>
            </a:prstGeom>
            <a:solidFill>
              <a:schemeClr val="accent1"/>
            </a:solid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7" name="群組 36"/>
          <p:cNvGrpSpPr/>
          <p:nvPr/>
        </p:nvGrpSpPr>
        <p:grpSpPr>
          <a:xfrm flipH="1">
            <a:off x="6776581" y="1529219"/>
            <a:ext cx="864296" cy="288201"/>
            <a:chOff x="5460302" y="-663879"/>
            <a:chExt cx="1315233" cy="263046"/>
          </a:xfrm>
        </p:grpSpPr>
        <p:sp>
          <p:nvSpPr>
            <p:cNvPr id="38" name="手繪多邊形 37"/>
            <p:cNvSpPr/>
            <p:nvPr/>
          </p:nvSpPr>
          <p:spPr bwMode="auto">
            <a:xfrm>
              <a:off x="5460302" y="-663879"/>
              <a:ext cx="1315233" cy="263046"/>
            </a:xfrm>
            <a:custGeom>
              <a:avLst/>
              <a:gdLst>
                <a:gd name="connsiteX0" fmla="*/ 0 w 1315233"/>
                <a:gd name="connsiteY0" fmla="*/ 263046 h 263046"/>
                <a:gd name="connsiteX1" fmla="*/ 626301 w 1315233"/>
                <a:gd name="connsiteY1" fmla="*/ 0 h 263046"/>
                <a:gd name="connsiteX2" fmla="*/ 1315233 w 1315233"/>
                <a:gd name="connsiteY2" fmla="*/ 263046 h 263046"/>
              </a:gdLst>
              <a:ahLst/>
              <a:cxnLst>
                <a:cxn ang="0">
                  <a:pos x="connsiteX0" y="connsiteY0"/>
                </a:cxn>
                <a:cxn ang="0">
                  <a:pos x="connsiteX1" y="connsiteY1"/>
                </a:cxn>
                <a:cxn ang="0">
                  <a:pos x="connsiteX2" y="connsiteY2"/>
                </a:cxn>
              </a:cxnLst>
              <a:rect l="l" t="t" r="r" b="b"/>
              <a:pathLst>
                <a:path w="1315233" h="263046">
                  <a:moveTo>
                    <a:pt x="0" y="263046"/>
                  </a:moveTo>
                  <a:cubicBezTo>
                    <a:pt x="203548" y="131523"/>
                    <a:pt x="407096" y="0"/>
                    <a:pt x="626301" y="0"/>
                  </a:cubicBezTo>
                  <a:cubicBezTo>
                    <a:pt x="845506" y="0"/>
                    <a:pt x="1198323" y="215030"/>
                    <a:pt x="1315233" y="263046"/>
                  </a:cubicBezTo>
                </a:path>
              </a:pathLst>
            </a:custGeom>
            <a:no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39" name="直線接點 38"/>
            <p:cNvCxnSpPr/>
            <p:nvPr/>
          </p:nvCxnSpPr>
          <p:spPr bwMode="auto">
            <a:xfrm flipH="1">
              <a:off x="5460302" y="-588723"/>
              <a:ext cx="28705" cy="175364"/>
            </a:xfrm>
            <a:prstGeom prst="line">
              <a:avLst/>
            </a:prstGeom>
            <a:solidFill>
              <a:schemeClr val="accent1"/>
            </a:solid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線接點 39"/>
            <p:cNvCxnSpPr>
              <a:stCxn id="38" idx="0"/>
            </p:cNvCxnSpPr>
            <p:nvPr/>
          </p:nvCxnSpPr>
          <p:spPr bwMode="auto">
            <a:xfrm>
              <a:off x="5460302" y="-400833"/>
              <a:ext cx="237994" cy="0"/>
            </a:xfrm>
            <a:prstGeom prst="line">
              <a:avLst/>
            </a:prstGeom>
            <a:solidFill>
              <a:schemeClr val="accent1"/>
            </a:solid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1" name="群組 40"/>
          <p:cNvGrpSpPr/>
          <p:nvPr/>
        </p:nvGrpSpPr>
        <p:grpSpPr>
          <a:xfrm flipH="1">
            <a:off x="9505335" y="1529217"/>
            <a:ext cx="680046" cy="197287"/>
            <a:chOff x="5460302" y="-663879"/>
            <a:chExt cx="1315233" cy="263046"/>
          </a:xfrm>
        </p:grpSpPr>
        <p:sp>
          <p:nvSpPr>
            <p:cNvPr id="42" name="手繪多邊形 41"/>
            <p:cNvSpPr/>
            <p:nvPr/>
          </p:nvSpPr>
          <p:spPr bwMode="auto">
            <a:xfrm>
              <a:off x="5460302" y="-663879"/>
              <a:ext cx="1315233" cy="263046"/>
            </a:xfrm>
            <a:custGeom>
              <a:avLst/>
              <a:gdLst>
                <a:gd name="connsiteX0" fmla="*/ 0 w 1315233"/>
                <a:gd name="connsiteY0" fmla="*/ 263046 h 263046"/>
                <a:gd name="connsiteX1" fmla="*/ 626301 w 1315233"/>
                <a:gd name="connsiteY1" fmla="*/ 0 h 263046"/>
                <a:gd name="connsiteX2" fmla="*/ 1315233 w 1315233"/>
                <a:gd name="connsiteY2" fmla="*/ 263046 h 263046"/>
              </a:gdLst>
              <a:ahLst/>
              <a:cxnLst>
                <a:cxn ang="0">
                  <a:pos x="connsiteX0" y="connsiteY0"/>
                </a:cxn>
                <a:cxn ang="0">
                  <a:pos x="connsiteX1" y="connsiteY1"/>
                </a:cxn>
                <a:cxn ang="0">
                  <a:pos x="connsiteX2" y="connsiteY2"/>
                </a:cxn>
              </a:cxnLst>
              <a:rect l="l" t="t" r="r" b="b"/>
              <a:pathLst>
                <a:path w="1315233" h="263046">
                  <a:moveTo>
                    <a:pt x="0" y="263046"/>
                  </a:moveTo>
                  <a:cubicBezTo>
                    <a:pt x="203548" y="131523"/>
                    <a:pt x="407096" y="0"/>
                    <a:pt x="626301" y="0"/>
                  </a:cubicBezTo>
                  <a:cubicBezTo>
                    <a:pt x="845506" y="0"/>
                    <a:pt x="1198323" y="215030"/>
                    <a:pt x="1315233" y="263046"/>
                  </a:cubicBezTo>
                </a:path>
              </a:pathLst>
            </a:custGeom>
            <a:no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43" name="直線接點 42"/>
            <p:cNvCxnSpPr/>
            <p:nvPr/>
          </p:nvCxnSpPr>
          <p:spPr bwMode="auto">
            <a:xfrm flipH="1">
              <a:off x="5460302" y="-588723"/>
              <a:ext cx="28705" cy="175364"/>
            </a:xfrm>
            <a:prstGeom prst="line">
              <a:avLst/>
            </a:prstGeom>
            <a:solidFill>
              <a:schemeClr val="accent1"/>
            </a:solid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直線接點 43"/>
            <p:cNvCxnSpPr>
              <a:stCxn id="42" idx="0"/>
            </p:cNvCxnSpPr>
            <p:nvPr/>
          </p:nvCxnSpPr>
          <p:spPr bwMode="auto">
            <a:xfrm>
              <a:off x="5460302" y="-400833"/>
              <a:ext cx="237994" cy="0"/>
            </a:xfrm>
            <a:prstGeom prst="line">
              <a:avLst/>
            </a:prstGeom>
            <a:solidFill>
              <a:schemeClr val="accent1"/>
            </a:solid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166834646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4013280"/>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減號 25"/>
          <p:cNvSpPr/>
          <p:nvPr/>
        </p:nvSpPr>
        <p:spPr bwMode="auto">
          <a:xfrm rot="16200000">
            <a:off x="6667794" y="3606172"/>
            <a:ext cx="6660123" cy="687409"/>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aphicFrame>
        <p:nvGraphicFramePr>
          <p:cNvPr id="4" name="表格 3"/>
          <p:cNvGraphicFramePr>
            <a:graphicFrameLocks noGrp="1"/>
          </p:cNvGraphicFramePr>
          <p:nvPr>
            <p:extLst>
              <p:ext uri="{D42A27DB-BD31-4B8C-83A1-F6EECF244321}">
                <p14:modId xmlns:p14="http://schemas.microsoft.com/office/powerpoint/2010/main" val="1113806949"/>
              </p:ext>
            </p:extLst>
          </p:nvPr>
        </p:nvGraphicFramePr>
        <p:xfrm>
          <a:off x="338208" y="288096"/>
          <a:ext cx="10471764" cy="5787032"/>
        </p:xfrm>
        <a:graphic>
          <a:graphicData uri="http://schemas.openxmlformats.org/drawingml/2006/table">
            <a:tbl>
              <a:tblPr firstRow="1" bandRow="1">
                <a:tableStyleId>{5940675A-B579-460E-94D1-54222C63F5DA}</a:tableStyleId>
              </a:tblPr>
              <a:tblGrid>
                <a:gridCol w="872647"/>
                <a:gridCol w="872647"/>
                <a:gridCol w="872647"/>
                <a:gridCol w="872647"/>
                <a:gridCol w="872647"/>
                <a:gridCol w="872647"/>
                <a:gridCol w="872647"/>
                <a:gridCol w="872647"/>
                <a:gridCol w="872647"/>
                <a:gridCol w="872647"/>
                <a:gridCol w="872647"/>
                <a:gridCol w="872647"/>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3858015" y="1728592"/>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6490568"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7379916"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123121"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9997856"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2968667" y="2480154"/>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229589"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9989500" y="322962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4749447" y="319831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2102281" y="3198315"/>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9991591" y="247806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248386" y="247806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5601220" y="2480154"/>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5599127"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968664" y="5359059"/>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250474"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5601219"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2968665" y="460749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9985317" y="467012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9983225"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5" name="甜甜圈 24"/>
          <p:cNvSpPr/>
          <p:nvPr/>
        </p:nvSpPr>
        <p:spPr bwMode="auto">
          <a:xfrm>
            <a:off x="9987409" y="394987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Tree>
    <p:extLst>
      <p:ext uri="{BB962C8B-B14F-4D97-AF65-F5344CB8AC3E}">
        <p14:creationId xmlns:p14="http://schemas.microsoft.com/office/powerpoint/2010/main" val="3928044630"/>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減號 29"/>
          <p:cNvSpPr/>
          <p:nvPr/>
        </p:nvSpPr>
        <p:spPr bwMode="auto">
          <a:xfrm rot="16200000">
            <a:off x="6667794" y="3606172"/>
            <a:ext cx="6660123" cy="687409"/>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aphicFrame>
        <p:nvGraphicFramePr>
          <p:cNvPr id="4" name="表格 3"/>
          <p:cNvGraphicFramePr>
            <a:graphicFrameLocks noGrp="1"/>
          </p:cNvGraphicFramePr>
          <p:nvPr>
            <p:extLst>
              <p:ext uri="{D42A27DB-BD31-4B8C-83A1-F6EECF244321}">
                <p14:modId xmlns:p14="http://schemas.microsoft.com/office/powerpoint/2010/main" val="3190858698"/>
              </p:ext>
            </p:extLst>
          </p:nvPr>
        </p:nvGraphicFramePr>
        <p:xfrm>
          <a:off x="338208" y="288096"/>
          <a:ext cx="10471764" cy="5787032"/>
        </p:xfrm>
        <a:graphic>
          <a:graphicData uri="http://schemas.openxmlformats.org/drawingml/2006/table">
            <a:tbl>
              <a:tblPr firstRow="1" bandRow="1">
                <a:tableStyleId>{5940675A-B579-460E-94D1-54222C63F5DA}</a:tableStyleId>
              </a:tblPr>
              <a:tblGrid>
                <a:gridCol w="872647"/>
                <a:gridCol w="872647"/>
                <a:gridCol w="872647"/>
                <a:gridCol w="872647"/>
                <a:gridCol w="872647"/>
                <a:gridCol w="872647"/>
                <a:gridCol w="872647"/>
                <a:gridCol w="872647"/>
                <a:gridCol w="872647"/>
                <a:gridCol w="872647"/>
                <a:gridCol w="872647"/>
                <a:gridCol w="872647"/>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3858015" y="1728592"/>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6490568"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7379916"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123121"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9997856"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2968667" y="2480154"/>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229589"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9989500" y="322962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4749447" y="319831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2102281" y="3198315"/>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9991591" y="247806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248386" y="247806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5601220" y="2480154"/>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5599127"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968664" y="5359059"/>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250474"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5601219"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2968665" y="460749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9985317" y="467012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9983225"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5" name="甜甜圈 24"/>
          <p:cNvSpPr/>
          <p:nvPr/>
        </p:nvSpPr>
        <p:spPr bwMode="auto">
          <a:xfrm>
            <a:off x="9987409" y="394987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grpSp>
        <p:nvGrpSpPr>
          <p:cNvPr id="26" name="群組 25"/>
          <p:cNvGrpSpPr/>
          <p:nvPr/>
        </p:nvGrpSpPr>
        <p:grpSpPr>
          <a:xfrm flipH="1">
            <a:off x="4634629" y="1529218"/>
            <a:ext cx="5265106" cy="197287"/>
            <a:chOff x="5460302" y="-663879"/>
            <a:chExt cx="1315233" cy="263046"/>
          </a:xfrm>
        </p:grpSpPr>
        <p:sp>
          <p:nvSpPr>
            <p:cNvPr id="27" name="手繪多邊形 26"/>
            <p:cNvSpPr/>
            <p:nvPr/>
          </p:nvSpPr>
          <p:spPr bwMode="auto">
            <a:xfrm>
              <a:off x="5460302" y="-663879"/>
              <a:ext cx="1315233" cy="263046"/>
            </a:xfrm>
            <a:custGeom>
              <a:avLst/>
              <a:gdLst>
                <a:gd name="connsiteX0" fmla="*/ 0 w 1315233"/>
                <a:gd name="connsiteY0" fmla="*/ 263046 h 263046"/>
                <a:gd name="connsiteX1" fmla="*/ 626301 w 1315233"/>
                <a:gd name="connsiteY1" fmla="*/ 0 h 263046"/>
                <a:gd name="connsiteX2" fmla="*/ 1315233 w 1315233"/>
                <a:gd name="connsiteY2" fmla="*/ 263046 h 263046"/>
              </a:gdLst>
              <a:ahLst/>
              <a:cxnLst>
                <a:cxn ang="0">
                  <a:pos x="connsiteX0" y="connsiteY0"/>
                </a:cxn>
                <a:cxn ang="0">
                  <a:pos x="connsiteX1" y="connsiteY1"/>
                </a:cxn>
                <a:cxn ang="0">
                  <a:pos x="connsiteX2" y="connsiteY2"/>
                </a:cxn>
              </a:cxnLst>
              <a:rect l="l" t="t" r="r" b="b"/>
              <a:pathLst>
                <a:path w="1315233" h="263046">
                  <a:moveTo>
                    <a:pt x="0" y="263046"/>
                  </a:moveTo>
                  <a:cubicBezTo>
                    <a:pt x="203548" y="131523"/>
                    <a:pt x="407096" y="0"/>
                    <a:pt x="626301" y="0"/>
                  </a:cubicBezTo>
                  <a:cubicBezTo>
                    <a:pt x="845506" y="0"/>
                    <a:pt x="1198323" y="215030"/>
                    <a:pt x="1315233" y="263046"/>
                  </a:cubicBezTo>
                </a:path>
              </a:pathLst>
            </a:custGeom>
            <a:no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28" name="直線接點 27"/>
            <p:cNvCxnSpPr/>
            <p:nvPr/>
          </p:nvCxnSpPr>
          <p:spPr bwMode="auto">
            <a:xfrm flipH="1">
              <a:off x="5460302" y="-588723"/>
              <a:ext cx="28705" cy="175364"/>
            </a:xfrm>
            <a:prstGeom prst="line">
              <a:avLst/>
            </a:prstGeom>
            <a:solidFill>
              <a:schemeClr val="accent1"/>
            </a:solid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線接點 28"/>
            <p:cNvCxnSpPr>
              <a:stCxn id="27" idx="0"/>
            </p:cNvCxnSpPr>
            <p:nvPr/>
          </p:nvCxnSpPr>
          <p:spPr bwMode="auto">
            <a:xfrm>
              <a:off x="5460302" y="-400833"/>
              <a:ext cx="237994" cy="0"/>
            </a:xfrm>
            <a:prstGeom prst="line">
              <a:avLst/>
            </a:prstGeom>
            <a:solidFill>
              <a:schemeClr val="accent1"/>
            </a:solid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199204751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減號 30"/>
          <p:cNvSpPr/>
          <p:nvPr/>
        </p:nvSpPr>
        <p:spPr bwMode="auto">
          <a:xfrm rot="16200000">
            <a:off x="478894" y="3606172"/>
            <a:ext cx="6660123" cy="687409"/>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aphicFrame>
        <p:nvGraphicFramePr>
          <p:cNvPr id="4" name="表格 3"/>
          <p:cNvGraphicFramePr>
            <a:graphicFrameLocks noGrp="1"/>
          </p:cNvGraphicFramePr>
          <p:nvPr>
            <p:extLst>
              <p:ext uri="{D42A27DB-BD31-4B8C-83A1-F6EECF244321}">
                <p14:modId xmlns:p14="http://schemas.microsoft.com/office/powerpoint/2010/main" val="2317544413"/>
              </p:ext>
            </p:extLst>
          </p:nvPr>
        </p:nvGraphicFramePr>
        <p:xfrm>
          <a:off x="338208" y="288096"/>
          <a:ext cx="10471764" cy="5787032"/>
        </p:xfrm>
        <a:graphic>
          <a:graphicData uri="http://schemas.openxmlformats.org/drawingml/2006/table">
            <a:tbl>
              <a:tblPr firstRow="1" bandRow="1">
                <a:tableStyleId>{5940675A-B579-460E-94D1-54222C63F5DA}</a:tableStyleId>
              </a:tblPr>
              <a:tblGrid>
                <a:gridCol w="872647"/>
                <a:gridCol w="872647"/>
                <a:gridCol w="872647"/>
                <a:gridCol w="872647"/>
                <a:gridCol w="872647"/>
                <a:gridCol w="872647"/>
                <a:gridCol w="872647"/>
                <a:gridCol w="872647"/>
                <a:gridCol w="872647"/>
                <a:gridCol w="872647"/>
                <a:gridCol w="872647"/>
                <a:gridCol w="872647"/>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3858015"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6490568"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7379916"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123121"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9997856" y="1728592"/>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2968667" y="2480154"/>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229589"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9989500" y="322962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4749447" y="319831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2102281" y="3198315"/>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9991591" y="247806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248386" y="247806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5601220" y="2480154"/>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5599127"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968664" y="5359059"/>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250474"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5601219"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2968665" y="460749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9985317" y="467012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9983225"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5" name="甜甜圈 24"/>
          <p:cNvSpPr/>
          <p:nvPr/>
        </p:nvSpPr>
        <p:spPr bwMode="auto">
          <a:xfrm>
            <a:off x="9987409" y="394987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Tree>
    <p:extLst>
      <p:ext uri="{BB962C8B-B14F-4D97-AF65-F5344CB8AC3E}">
        <p14:creationId xmlns:p14="http://schemas.microsoft.com/office/powerpoint/2010/main" val="221758701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減號 30"/>
          <p:cNvSpPr/>
          <p:nvPr/>
        </p:nvSpPr>
        <p:spPr bwMode="auto">
          <a:xfrm rot="16200000">
            <a:off x="478894" y="3606172"/>
            <a:ext cx="6660123" cy="687409"/>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aphicFrame>
        <p:nvGraphicFramePr>
          <p:cNvPr id="4" name="表格 3"/>
          <p:cNvGraphicFramePr>
            <a:graphicFrameLocks noGrp="1"/>
          </p:cNvGraphicFramePr>
          <p:nvPr>
            <p:extLst>
              <p:ext uri="{D42A27DB-BD31-4B8C-83A1-F6EECF244321}">
                <p14:modId xmlns:p14="http://schemas.microsoft.com/office/powerpoint/2010/main" val="2448574796"/>
              </p:ext>
            </p:extLst>
          </p:nvPr>
        </p:nvGraphicFramePr>
        <p:xfrm>
          <a:off x="338208" y="288096"/>
          <a:ext cx="10471764" cy="5787032"/>
        </p:xfrm>
        <a:graphic>
          <a:graphicData uri="http://schemas.openxmlformats.org/drawingml/2006/table">
            <a:tbl>
              <a:tblPr firstRow="1" bandRow="1">
                <a:tableStyleId>{5940675A-B579-460E-94D1-54222C63F5DA}</a:tableStyleId>
              </a:tblPr>
              <a:tblGrid>
                <a:gridCol w="872647"/>
                <a:gridCol w="872647"/>
                <a:gridCol w="872647"/>
                <a:gridCol w="872647"/>
                <a:gridCol w="872647"/>
                <a:gridCol w="872647"/>
                <a:gridCol w="872647"/>
                <a:gridCol w="872647"/>
                <a:gridCol w="872647"/>
                <a:gridCol w="872647"/>
                <a:gridCol w="872647"/>
                <a:gridCol w="872647"/>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3858015"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6490568"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7379916"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123121"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9997856" y="1728592"/>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2968667" y="2480154"/>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229589"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9989500" y="322962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4749447" y="319831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2102281" y="3198315"/>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9991591" y="247806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248386" y="247806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5601220" y="2480154"/>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5599127"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968664" y="5359059"/>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250474"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5601219"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2968665" y="460749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9985317" y="467012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9983225"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5" name="甜甜圈 24"/>
          <p:cNvSpPr/>
          <p:nvPr/>
        </p:nvSpPr>
        <p:spPr bwMode="auto">
          <a:xfrm>
            <a:off x="9987409" y="394987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grpSp>
        <p:nvGrpSpPr>
          <p:cNvPr id="26" name="群組 25"/>
          <p:cNvGrpSpPr/>
          <p:nvPr/>
        </p:nvGrpSpPr>
        <p:grpSpPr>
          <a:xfrm flipH="1">
            <a:off x="3721292" y="2302652"/>
            <a:ext cx="1841307" cy="288202"/>
            <a:chOff x="5460302" y="-663879"/>
            <a:chExt cx="1315233" cy="263046"/>
          </a:xfrm>
        </p:grpSpPr>
        <p:sp>
          <p:nvSpPr>
            <p:cNvPr id="27" name="手繪多邊形 26"/>
            <p:cNvSpPr/>
            <p:nvPr/>
          </p:nvSpPr>
          <p:spPr bwMode="auto">
            <a:xfrm>
              <a:off x="5460302" y="-663879"/>
              <a:ext cx="1315233" cy="263046"/>
            </a:xfrm>
            <a:custGeom>
              <a:avLst/>
              <a:gdLst>
                <a:gd name="connsiteX0" fmla="*/ 0 w 1315233"/>
                <a:gd name="connsiteY0" fmla="*/ 263046 h 263046"/>
                <a:gd name="connsiteX1" fmla="*/ 626301 w 1315233"/>
                <a:gd name="connsiteY1" fmla="*/ 0 h 263046"/>
                <a:gd name="connsiteX2" fmla="*/ 1315233 w 1315233"/>
                <a:gd name="connsiteY2" fmla="*/ 263046 h 263046"/>
              </a:gdLst>
              <a:ahLst/>
              <a:cxnLst>
                <a:cxn ang="0">
                  <a:pos x="connsiteX0" y="connsiteY0"/>
                </a:cxn>
                <a:cxn ang="0">
                  <a:pos x="connsiteX1" y="connsiteY1"/>
                </a:cxn>
                <a:cxn ang="0">
                  <a:pos x="connsiteX2" y="connsiteY2"/>
                </a:cxn>
              </a:cxnLst>
              <a:rect l="l" t="t" r="r" b="b"/>
              <a:pathLst>
                <a:path w="1315233" h="263046">
                  <a:moveTo>
                    <a:pt x="0" y="263046"/>
                  </a:moveTo>
                  <a:cubicBezTo>
                    <a:pt x="203548" y="131523"/>
                    <a:pt x="407096" y="0"/>
                    <a:pt x="626301" y="0"/>
                  </a:cubicBezTo>
                  <a:cubicBezTo>
                    <a:pt x="845506" y="0"/>
                    <a:pt x="1198323" y="215030"/>
                    <a:pt x="1315233" y="263046"/>
                  </a:cubicBezTo>
                </a:path>
              </a:pathLst>
            </a:custGeom>
            <a:no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28" name="直線接點 27"/>
            <p:cNvCxnSpPr/>
            <p:nvPr/>
          </p:nvCxnSpPr>
          <p:spPr bwMode="auto">
            <a:xfrm flipH="1">
              <a:off x="5460302" y="-588723"/>
              <a:ext cx="28705" cy="175364"/>
            </a:xfrm>
            <a:prstGeom prst="line">
              <a:avLst/>
            </a:prstGeom>
            <a:solidFill>
              <a:schemeClr val="accent1"/>
            </a:solid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線接點 28"/>
            <p:cNvCxnSpPr>
              <a:stCxn id="27" idx="0"/>
            </p:cNvCxnSpPr>
            <p:nvPr/>
          </p:nvCxnSpPr>
          <p:spPr bwMode="auto">
            <a:xfrm>
              <a:off x="5460302" y="-400833"/>
              <a:ext cx="237994" cy="0"/>
            </a:xfrm>
            <a:prstGeom prst="line">
              <a:avLst/>
            </a:prstGeom>
            <a:solidFill>
              <a:schemeClr val="accent1"/>
            </a:solid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264860202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減號 29"/>
          <p:cNvSpPr/>
          <p:nvPr/>
        </p:nvSpPr>
        <p:spPr bwMode="auto">
          <a:xfrm rot="16200000">
            <a:off x="-349130" y="3606171"/>
            <a:ext cx="6660123" cy="687409"/>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aphicFrame>
        <p:nvGraphicFramePr>
          <p:cNvPr id="4" name="表格 3"/>
          <p:cNvGraphicFramePr>
            <a:graphicFrameLocks noGrp="1"/>
          </p:cNvGraphicFramePr>
          <p:nvPr>
            <p:extLst>
              <p:ext uri="{D42A27DB-BD31-4B8C-83A1-F6EECF244321}">
                <p14:modId xmlns:p14="http://schemas.microsoft.com/office/powerpoint/2010/main" val="2981689057"/>
              </p:ext>
            </p:extLst>
          </p:nvPr>
        </p:nvGraphicFramePr>
        <p:xfrm>
          <a:off x="338208" y="288096"/>
          <a:ext cx="10471764" cy="5787032"/>
        </p:xfrm>
        <a:graphic>
          <a:graphicData uri="http://schemas.openxmlformats.org/drawingml/2006/table">
            <a:tbl>
              <a:tblPr firstRow="1" bandRow="1">
                <a:tableStyleId>{5940675A-B579-460E-94D1-54222C63F5DA}</a:tableStyleId>
              </a:tblPr>
              <a:tblGrid>
                <a:gridCol w="872647"/>
                <a:gridCol w="872647"/>
                <a:gridCol w="872647"/>
                <a:gridCol w="872647"/>
                <a:gridCol w="872647"/>
                <a:gridCol w="872647"/>
                <a:gridCol w="872647"/>
                <a:gridCol w="872647"/>
                <a:gridCol w="872647"/>
                <a:gridCol w="872647"/>
                <a:gridCol w="872647"/>
                <a:gridCol w="872647"/>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3858015"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6490568"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7379916"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123121"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9997856" y="1728592"/>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2968667" y="2480154"/>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229589"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9989500" y="322962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4749447" y="319831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2102281" y="3198315"/>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9991591" y="247806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248386" y="247806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5601220" y="2480154"/>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5599127"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968664" y="5359059"/>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250474"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5601219"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2968665" y="460749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9985317" y="467012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9983225"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5" name="甜甜圈 24"/>
          <p:cNvSpPr/>
          <p:nvPr/>
        </p:nvSpPr>
        <p:spPr bwMode="auto">
          <a:xfrm>
            <a:off x="9987409" y="394987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Tree>
    <p:extLst>
      <p:ext uri="{BB962C8B-B14F-4D97-AF65-F5344CB8AC3E}">
        <p14:creationId xmlns:p14="http://schemas.microsoft.com/office/powerpoint/2010/main" val="1566750922"/>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減號 30"/>
          <p:cNvSpPr/>
          <p:nvPr/>
        </p:nvSpPr>
        <p:spPr bwMode="auto">
          <a:xfrm rot="16200000">
            <a:off x="-349130" y="3606171"/>
            <a:ext cx="6660123" cy="687409"/>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aphicFrame>
        <p:nvGraphicFramePr>
          <p:cNvPr id="4" name="表格 3"/>
          <p:cNvGraphicFramePr>
            <a:graphicFrameLocks noGrp="1"/>
          </p:cNvGraphicFramePr>
          <p:nvPr>
            <p:extLst>
              <p:ext uri="{D42A27DB-BD31-4B8C-83A1-F6EECF244321}">
                <p14:modId xmlns:p14="http://schemas.microsoft.com/office/powerpoint/2010/main" val="3512068246"/>
              </p:ext>
            </p:extLst>
          </p:nvPr>
        </p:nvGraphicFramePr>
        <p:xfrm>
          <a:off x="338208" y="288096"/>
          <a:ext cx="10471764" cy="5787032"/>
        </p:xfrm>
        <a:graphic>
          <a:graphicData uri="http://schemas.openxmlformats.org/drawingml/2006/table">
            <a:tbl>
              <a:tblPr firstRow="1" bandRow="1">
                <a:tableStyleId>{5940675A-B579-460E-94D1-54222C63F5DA}</a:tableStyleId>
              </a:tblPr>
              <a:tblGrid>
                <a:gridCol w="872647"/>
                <a:gridCol w="872647"/>
                <a:gridCol w="872647"/>
                <a:gridCol w="872647"/>
                <a:gridCol w="872647"/>
                <a:gridCol w="872647"/>
                <a:gridCol w="872647"/>
                <a:gridCol w="872647"/>
                <a:gridCol w="872647"/>
                <a:gridCol w="872647"/>
                <a:gridCol w="872647"/>
                <a:gridCol w="872647"/>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3858015"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6490568"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7379916"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123121"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9997856" y="1728592"/>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2968667" y="2480154"/>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229589"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9989500" y="322962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4749447" y="319831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2102281" y="3198315"/>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9991591" y="247806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248386" y="247806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5601220" y="2480154"/>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5599127"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968664" y="5359059"/>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250474"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5601219"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2968665" y="460749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9985317" y="467012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9983225"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5" name="甜甜圈 24"/>
          <p:cNvSpPr/>
          <p:nvPr/>
        </p:nvSpPr>
        <p:spPr bwMode="auto">
          <a:xfrm>
            <a:off x="9987409" y="394987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grpSp>
        <p:nvGrpSpPr>
          <p:cNvPr id="26" name="群組 25"/>
          <p:cNvGrpSpPr/>
          <p:nvPr/>
        </p:nvGrpSpPr>
        <p:grpSpPr>
          <a:xfrm flipH="1">
            <a:off x="2831944" y="3023943"/>
            <a:ext cx="1841307" cy="288202"/>
            <a:chOff x="5460302" y="-663879"/>
            <a:chExt cx="1315233" cy="263046"/>
          </a:xfrm>
        </p:grpSpPr>
        <p:sp>
          <p:nvSpPr>
            <p:cNvPr id="27" name="手繪多邊形 26"/>
            <p:cNvSpPr/>
            <p:nvPr/>
          </p:nvSpPr>
          <p:spPr bwMode="auto">
            <a:xfrm>
              <a:off x="5460302" y="-663879"/>
              <a:ext cx="1315233" cy="263046"/>
            </a:xfrm>
            <a:custGeom>
              <a:avLst/>
              <a:gdLst>
                <a:gd name="connsiteX0" fmla="*/ 0 w 1315233"/>
                <a:gd name="connsiteY0" fmla="*/ 263046 h 263046"/>
                <a:gd name="connsiteX1" fmla="*/ 626301 w 1315233"/>
                <a:gd name="connsiteY1" fmla="*/ 0 h 263046"/>
                <a:gd name="connsiteX2" fmla="*/ 1315233 w 1315233"/>
                <a:gd name="connsiteY2" fmla="*/ 263046 h 263046"/>
              </a:gdLst>
              <a:ahLst/>
              <a:cxnLst>
                <a:cxn ang="0">
                  <a:pos x="connsiteX0" y="connsiteY0"/>
                </a:cxn>
                <a:cxn ang="0">
                  <a:pos x="connsiteX1" y="connsiteY1"/>
                </a:cxn>
                <a:cxn ang="0">
                  <a:pos x="connsiteX2" y="connsiteY2"/>
                </a:cxn>
              </a:cxnLst>
              <a:rect l="l" t="t" r="r" b="b"/>
              <a:pathLst>
                <a:path w="1315233" h="263046">
                  <a:moveTo>
                    <a:pt x="0" y="263046"/>
                  </a:moveTo>
                  <a:cubicBezTo>
                    <a:pt x="203548" y="131523"/>
                    <a:pt x="407096" y="0"/>
                    <a:pt x="626301" y="0"/>
                  </a:cubicBezTo>
                  <a:cubicBezTo>
                    <a:pt x="845506" y="0"/>
                    <a:pt x="1198323" y="215030"/>
                    <a:pt x="1315233" y="263046"/>
                  </a:cubicBezTo>
                </a:path>
              </a:pathLst>
            </a:custGeom>
            <a:no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28" name="直線接點 27"/>
            <p:cNvCxnSpPr/>
            <p:nvPr/>
          </p:nvCxnSpPr>
          <p:spPr bwMode="auto">
            <a:xfrm flipH="1">
              <a:off x="5460302" y="-588723"/>
              <a:ext cx="28705" cy="175364"/>
            </a:xfrm>
            <a:prstGeom prst="line">
              <a:avLst/>
            </a:prstGeom>
            <a:solidFill>
              <a:schemeClr val="accent1"/>
            </a:solid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線接點 28"/>
            <p:cNvCxnSpPr>
              <a:stCxn id="27" idx="0"/>
            </p:cNvCxnSpPr>
            <p:nvPr/>
          </p:nvCxnSpPr>
          <p:spPr bwMode="auto">
            <a:xfrm>
              <a:off x="5460302" y="-400833"/>
              <a:ext cx="237994" cy="0"/>
            </a:xfrm>
            <a:prstGeom prst="line">
              <a:avLst/>
            </a:prstGeom>
            <a:solidFill>
              <a:schemeClr val="accent1"/>
            </a:solid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2485077382"/>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減號 27"/>
          <p:cNvSpPr/>
          <p:nvPr/>
        </p:nvSpPr>
        <p:spPr bwMode="auto">
          <a:xfrm rot="16200000">
            <a:off x="-1297717" y="3606172"/>
            <a:ext cx="6660123" cy="687409"/>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aphicFrame>
        <p:nvGraphicFramePr>
          <p:cNvPr id="4" name="表格 3"/>
          <p:cNvGraphicFramePr>
            <a:graphicFrameLocks noGrp="1"/>
          </p:cNvGraphicFramePr>
          <p:nvPr>
            <p:extLst>
              <p:ext uri="{D42A27DB-BD31-4B8C-83A1-F6EECF244321}">
                <p14:modId xmlns:p14="http://schemas.microsoft.com/office/powerpoint/2010/main" val="3512068246"/>
              </p:ext>
            </p:extLst>
          </p:nvPr>
        </p:nvGraphicFramePr>
        <p:xfrm>
          <a:off x="338208" y="288096"/>
          <a:ext cx="10471764" cy="5787032"/>
        </p:xfrm>
        <a:graphic>
          <a:graphicData uri="http://schemas.openxmlformats.org/drawingml/2006/table">
            <a:tbl>
              <a:tblPr firstRow="1" bandRow="1">
                <a:tableStyleId>{5940675A-B579-460E-94D1-54222C63F5DA}</a:tableStyleId>
              </a:tblPr>
              <a:tblGrid>
                <a:gridCol w="872647"/>
                <a:gridCol w="872647"/>
                <a:gridCol w="872647"/>
                <a:gridCol w="872647"/>
                <a:gridCol w="872647"/>
                <a:gridCol w="872647"/>
                <a:gridCol w="872647"/>
                <a:gridCol w="872647"/>
                <a:gridCol w="872647"/>
                <a:gridCol w="872647"/>
                <a:gridCol w="872647"/>
                <a:gridCol w="872647"/>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3858015"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6490568"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7379916"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123121"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9997856" y="1728592"/>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2968667" y="2480154"/>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229589"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9989500" y="322962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4749447" y="3198315"/>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2102281" y="319831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9991591" y="247806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248386" y="247806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5601220" y="2480154"/>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5599127"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968664" y="5359059"/>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250474"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5601219"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2968665" y="460749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9985317" y="467012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9983225"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5" name="甜甜圈 24"/>
          <p:cNvSpPr/>
          <p:nvPr/>
        </p:nvSpPr>
        <p:spPr bwMode="auto">
          <a:xfrm>
            <a:off x="9987409" y="394987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Tree>
    <p:extLst>
      <p:ext uri="{BB962C8B-B14F-4D97-AF65-F5344CB8AC3E}">
        <p14:creationId xmlns:p14="http://schemas.microsoft.com/office/powerpoint/2010/main" val="2926783909"/>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減號 29"/>
          <p:cNvSpPr/>
          <p:nvPr/>
        </p:nvSpPr>
        <p:spPr bwMode="auto">
          <a:xfrm rot="16200000">
            <a:off x="6667794" y="3606172"/>
            <a:ext cx="6660123" cy="687409"/>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aphicFrame>
        <p:nvGraphicFramePr>
          <p:cNvPr id="4" name="表格 3"/>
          <p:cNvGraphicFramePr>
            <a:graphicFrameLocks noGrp="1"/>
          </p:cNvGraphicFramePr>
          <p:nvPr>
            <p:extLst>
              <p:ext uri="{D42A27DB-BD31-4B8C-83A1-F6EECF244321}">
                <p14:modId xmlns:p14="http://schemas.microsoft.com/office/powerpoint/2010/main" val="722750970"/>
              </p:ext>
            </p:extLst>
          </p:nvPr>
        </p:nvGraphicFramePr>
        <p:xfrm>
          <a:off x="338208" y="288096"/>
          <a:ext cx="10471764" cy="5787032"/>
        </p:xfrm>
        <a:graphic>
          <a:graphicData uri="http://schemas.openxmlformats.org/drawingml/2006/table">
            <a:tbl>
              <a:tblPr firstRow="1" bandRow="1">
                <a:tableStyleId>{5940675A-B579-460E-94D1-54222C63F5DA}</a:tableStyleId>
              </a:tblPr>
              <a:tblGrid>
                <a:gridCol w="872647"/>
                <a:gridCol w="872647"/>
                <a:gridCol w="872647"/>
                <a:gridCol w="872647"/>
                <a:gridCol w="872647"/>
                <a:gridCol w="872647"/>
                <a:gridCol w="872647"/>
                <a:gridCol w="872647"/>
                <a:gridCol w="872647"/>
                <a:gridCol w="872647"/>
                <a:gridCol w="872647"/>
                <a:gridCol w="872647"/>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3858015"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6490568"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7379916"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123121"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9997856" y="1728592"/>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2968667" y="2480154"/>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229589"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9989500" y="322962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4749447" y="3198315"/>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2102281" y="319831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9991591" y="247806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248386" y="247806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5601220" y="2480154"/>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5599127"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968664" y="5359059"/>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250474"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5601219"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2968665" y="460749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9985317" y="467012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9983225"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5" name="甜甜圈 24"/>
          <p:cNvSpPr/>
          <p:nvPr/>
        </p:nvSpPr>
        <p:spPr bwMode="auto">
          <a:xfrm>
            <a:off x="9987409" y="394987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grpSp>
        <p:nvGrpSpPr>
          <p:cNvPr id="26" name="群組 25"/>
          <p:cNvGrpSpPr/>
          <p:nvPr/>
        </p:nvGrpSpPr>
        <p:grpSpPr>
          <a:xfrm flipH="1">
            <a:off x="6267203" y="2333966"/>
            <a:ext cx="3724387" cy="238043"/>
            <a:chOff x="5460302" y="-663879"/>
            <a:chExt cx="1315233" cy="263046"/>
          </a:xfrm>
        </p:grpSpPr>
        <p:sp>
          <p:nvSpPr>
            <p:cNvPr id="27" name="手繪多邊形 26"/>
            <p:cNvSpPr/>
            <p:nvPr/>
          </p:nvSpPr>
          <p:spPr bwMode="auto">
            <a:xfrm>
              <a:off x="5460302" y="-663879"/>
              <a:ext cx="1315233" cy="263046"/>
            </a:xfrm>
            <a:custGeom>
              <a:avLst/>
              <a:gdLst>
                <a:gd name="connsiteX0" fmla="*/ 0 w 1315233"/>
                <a:gd name="connsiteY0" fmla="*/ 263046 h 263046"/>
                <a:gd name="connsiteX1" fmla="*/ 626301 w 1315233"/>
                <a:gd name="connsiteY1" fmla="*/ 0 h 263046"/>
                <a:gd name="connsiteX2" fmla="*/ 1315233 w 1315233"/>
                <a:gd name="connsiteY2" fmla="*/ 263046 h 263046"/>
              </a:gdLst>
              <a:ahLst/>
              <a:cxnLst>
                <a:cxn ang="0">
                  <a:pos x="connsiteX0" y="connsiteY0"/>
                </a:cxn>
                <a:cxn ang="0">
                  <a:pos x="connsiteX1" y="connsiteY1"/>
                </a:cxn>
                <a:cxn ang="0">
                  <a:pos x="connsiteX2" y="connsiteY2"/>
                </a:cxn>
              </a:cxnLst>
              <a:rect l="l" t="t" r="r" b="b"/>
              <a:pathLst>
                <a:path w="1315233" h="263046">
                  <a:moveTo>
                    <a:pt x="0" y="263046"/>
                  </a:moveTo>
                  <a:cubicBezTo>
                    <a:pt x="203548" y="131523"/>
                    <a:pt x="407096" y="0"/>
                    <a:pt x="626301" y="0"/>
                  </a:cubicBezTo>
                  <a:cubicBezTo>
                    <a:pt x="845506" y="0"/>
                    <a:pt x="1198323" y="215030"/>
                    <a:pt x="1315233" y="263046"/>
                  </a:cubicBezTo>
                </a:path>
              </a:pathLst>
            </a:custGeom>
            <a:no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28" name="直線接點 27"/>
            <p:cNvCxnSpPr/>
            <p:nvPr/>
          </p:nvCxnSpPr>
          <p:spPr bwMode="auto">
            <a:xfrm flipH="1">
              <a:off x="5460302" y="-588723"/>
              <a:ext cx="28705" cy="175364"/>
            </a:xfrm>
            <a:prstGeom prst="line">
              <a:avLst/>
            </a:prstGeom>
            <a:solidFill>
              <a:schemeClr val="accent1"/>
            </a:solid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線接點 28"/>
            <p:cNvCxnSpPr>
              <a:stCxn id="27" idx="0"/>
            </p:cNvCxnSpPr>
            <p:nvPr/>
          </p:nvCxnSpPr>
          <p:spPr bwMode="auto">
            <a:xfrm>
              <a:off x="5460302" y="-400833"/>
              <a:ext cx="237994" cy="0"/>
            </a:xfrm>
            <a:prstGeom prst="line">
              <a:avLst/>
            </a:prstGeom>
            <a:solidFill>
              <a:schemeClr val="accent1"/>
            </a:solid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2634523468"/>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減號 26"/>
          <p:cNvSpPr/>
          <p:nvPr/>
        </p:nvSpPr>
        <p:spPr bwMode="auto">
          <a:xfrm rot="16200000">
            <a:off x="2239176" y="3606172"/>
            <a:ext cx="6660123" cy="687409"/>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aphicFrame>
        <p:nvGraphicFramePr>
          <p:cNvPr id="4" name="表格 3"/>
          <p:cNvGraphicFramePr>
            <a:graphicFrameLocks noGrp="1"/>
          </p:cNvGraphicFramePr>
          <p:nvPr>
            <p:extLst>
              <p:ext uri="{D42A27DB-BD31-4B8C-83A1-F6EECF244321}">
                <p14:modId xmlns:p14="http://schemas.microsoft.com/office/powerpoint/2010/main" val="722750970"/>
              </p:ext>
            </p:extLst>
          </p:nvPr>
        </p:nvGraphicFramePr>
        <p:xfrm>
          <a:off x="338208" y="288096"/>
          <a:ext cx="10471764" cy="5787032"/>
        </p:xfrm>
        <a:graphic>
          <a:graphicData uri="http://schemas.openxmlformats.org/drawingml/2006/table">
            <a:tbl>
              <a:tblPr firstRow="1" bandRow="1">
                <a:tableStyleId>{5940675A-B579-460E-94D1-54222C63F5DA}</a:tableStyleId>
              </a:tblPr>
              <a:tblGrid>
                <a:gridCol w="872647"/>
                <a:gridCol w="872647"/>
                <a:gridCol w="872647"/>
                <a:gridCol w="872647"/>
                <a:gridCol w="872647"/>
                <a:gridCol w="872647"/>
                <a:gridCol w="872647"/>
                <a:gridCol w="872647"/>
                <a:gridCol w="872647"/>
                <a:gridCol w="872647"/>
                <a:gridCol w="872647"/>
                <a:gridCol w="872647"/>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3858015"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6490568"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7379916"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123121"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9997856" y="1728592"/>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2968667" y="2480154"/>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229589"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9989500" y="322962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4749447" y="3198315"/>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2102281" y="319831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9991591" y="247806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248386" y="247806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5601220" y="2480154"/>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5599127"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968664" y="5359059"/>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250474"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5601219"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2968665" y="460749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9985317" y="467012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9983225"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6" name="甜甜圈 25"/>
          <p:cNvSpPr/>
          <p:nvPr/>
        </p:nvSpPr>
        <p:spPr bwMode="auto">
          <a:xfrm>
            <a:off x="9987409" y="394987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Tree>
    <p:extLst>
      <p:ext uri="{BB962C8B-B14F-4D97-AF65-F5344CB8AC3E}">
        <p14:creationId xmlns:p14="http://schemas.microsoft.com/office/powerpoint/2010/main" val="3338566573"/>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減號 31"/>
          <p:cNvSpPr/>
          <p:nvPr/>
        </p:nvSpPr>
        <p:spPr bwMode="auto">
          <a:xfrm rot="16200000">
            <a:off x="2239176" y="3606172"/>
            <a:ext cx="6660123" cy="687409"/>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aphicFrame>
        <p:nvGraphicFramePr>
          <p:cNvPr id="4" name="表格 3"/>
          <p:cNvGraphicFramePr>
            <a:graphicFrameLocks noGrp="1"/>
          </p:cNvGraphicFramePr>
          <p:nvPr>
            <p:extLst>
              <p:ext uri="{D42A27DB-BD31-4B8C-83A1-F6EECF244321}">
                <p14:modId xmlns:p14="http://schemas.microsoft.com/office/powerpoint/2010/main" val="986649066"/>
              </p:ext>
            </p:extLst>
          </p:nvPr>
        </p:nvGraphicFramePr>
        <p:xfrm>
          <a:off x="338208" y="288096"/>
          <a:ext cx="10471764" cy="5787032"/>
        </p:xfrm>
        <a:graphic>
          <a:graphicData uri="http://schemas.openxmlformats.org/drawingml/2006/table">
            <a:tbl>
              <a:tblPr firstRow="1" bandRow="1">
                <a:tableStyleId>{5940675A-B579-460E-94D1-54222C63F5DA}</a:tableStyleId>
              </a:tblPr>
              <a:tblGrid>
                <a:gridCol w="872647"/>
                <a:gridCol w="872647"/>
                <a:gridCol w="872647"/>
                <a:gridCol w="872647"/>
                <a:gridCol w="872647"/>
                <a:gridCol w="872647"/>
                <a:gridCol w="872647"/>
                <a:gridCol w="872647"/>
                <a:gridCol w="872647"/>
                <a:gridCol w="872647"/>
                <a:gridCol w="872647"/>
                <a:gridCol w="872647"/>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3858015"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6490568"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7379916"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123121"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9997856" y="1728592"/>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2968667" y="2480154"/>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229589"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9989500" y="322962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4749447" y="3198315"/>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2102281" y="319831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9991591" y="247806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248386" y="247806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5601220" y="2480154"/>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5599127"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968664" y="5359059"/>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250474"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5601219"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2968665" y="460749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9985317" y="467012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9983225"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5" name="甜甜圈 24"/>
          <p:cNvSpPr/>
          <p:nvPr/>
        </p:nvSpPr>
        <p:spPr bwMode="auto">
          <a:xfrm>
            <a:off x="9987409" y="394987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grpSp>
        <p:nvGrpSpPr>
          <p:cNvPr id="26" name="群組 25"/>
          <p:cNvGrpSpPr/>
          <p:nvPr/>
        </p:nvGrpSpPr>
        <p:grpSpPr>
          <a:xfrm flipH="1">
            <a:off x="5440488" y="3006247"/>
            <a:ext cx="4551102" cy="305898"/>
            <a:chOff x="5460302" y="-663879"/>
            <a:chExt cx="1315233" cy="263046"/>
          </a:xfrm>
        </p:grpSpPr>
        <p:sp>
          <p:nvSpPr>
            <p:cNvPr id="27" name="手繪多邊形 26"/>
            <p:cNvSpPr/>
            <p:nvPr/>
          </p:nvSpPr>
          <p:spPr bwMode="auto">
            <a:xfrm>
              <a:off x="5460302" y="-663879"/>
              <a:ext cx="1315233" cy="263046"/>
            </a:xfrm>
            <a:custGeom>
              <a:avLst/>
              <a:gdLst>
                <a:gd name="connsiteX0" fmla="*/ 0 w 1315233"/>
                <a:gd name="connsiteY0" fmla="*/ 263046 h 263046"/>
                <a:gd name="connsiteX1" fmla="*/ 626301 w 1315233"/>
                <a:gd name="connsiteY1" fmla="*/ 0 h 263046"/>
                <a:gd name="connsiteX2" fmla="*/ 1315233 w 1315233"/>
                <a:gd name="connsiteY2" fmla="*/ 263046 h 263046"/>
              </a:gdLst>
              <a:ahLst/>
              <a:cxnLst>
                <a:cxn ang="0">
                  <a:pos x="connsiteX0" y="connsiteY0"/>
                </a:cxn>
                <a:cxn ang="0">
                  <a:pos x="connsiteX1" y="connsiteY1"/>
                </a:cxn>
                <a:cxn ang="0">
                  <a:pos x="connsiteX2" y="connsiteY2"/>
                </a:cxn>
              </a:cxnLst>
              <a:rect l="l" t="t" r="r" b="b"/>
              <a:pathLst>
                <a:path w="1315233" h="263046">
                  <a:moveTo>
                    <a:pt x="0" y="263046"/>
                  </a:moveTo>
                  <a:cubicBezTo>
                    <a:pt x="203548" y="131523"/>
                    <a:pt x="407096" y="0"/>
                    <a:pt x="626301" y="0"/>
                  </a:cubicBezTo>
                  <a:cubicBezTo>
                    <a:pt x="845506" y="0"/>
                    <a:pt x="1198323" y="215030"/>
                    <a:pt x="1315233" y="263046"/>
                  </a:cubicBezTo>
                </a:path>
              </a:pathLst>
            </a:custGeom>
            <a:no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28" name="直線接點 27"/>
            <p:cNvCxnSpPr/>
            <p:nvPr/>
          </p:nvCxnSpPr>
          <p:spPr bwMode="auto">
            <a:xfrm flipH="1">
              <a:off x="5460302" y="-588723"/>
              <a:ext cx="28705" cy="175364"/>
            </a:xfrm>
            <a:prstGeom prst="line">
              <a:avLst/>
            </a:prstGeom>
            <a:solidFill>
              <a:schemeClr val="accent1"/>
            </a:solid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線接點 28"/>
            <p:cNvCxnSpPr>
              <a:stCxn id="27" idx="0"/>
            </p:cNvCxnSpPr>
            <p:nvPr/>
          </p:nvCxnSpPr>
          <p:spPr bwMode="auto">
            <a:xfrm>
              <a:off x="5460302" y="-400833"/>
              <a:ext cx="237994" cy="0"/>
            </a:xfrm>
            <a:prstGeom prst="line">
              <a:avLst/>
            </a:prstGeom>
            <a:solidFill>
              <a:schemeClr val="accent1"/>
            </a:solid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1696894865"/>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減號 27"/>
          <p:cNvSpPr/>
          <p:nvPr/>
        </p:nvSpPr>
        <p:spPr bwMode="auto">
          <a:xfrm rot="16200000">
            <a:off x="1370326" y="3606171"/>
            <a:ext cx="6660123" cy="687409"/>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aphicFrame>
        <p:nvGraphicFramePr>
          <p:cNvPr id="4" name="表格 3"/>
          <p:cNvGraphicFramePr>
            <a:graphicFrameLocks noGrp="1"/>
          </p:cNvGraphicFramePr>
          <p:nvPr>
            <p:extLst>
              <p:ext uri="{D42A27DB-BD31-4B8C-83A1-F6EECF244321}">
                <p14:modId xmlns:p14="http://schemas.microsoft.com/office/powerpoint/2010/main" val="986649066"/>
              </p:ext>
            </p:extLst>
          </p:nvPr>
        </p:nvGraphicFramePr>
        <p:xfrm>
          <a:off x="338208" y="288096"/>
          <a:ext cx="10471764" cy="5787032"/>
        </p:xfrm>
        <a:graphic>
          <a:graphicData uri="http://schemas.openxmlformats.org/drawingml/2006/table">
            <a:tbl>
              <a:tblPr firstRow="1" bandRow="1">
                <a:tableStyleId>{5940675A-B579-460E-94D1-54222C63F5DA}</a:tableStyleId>
              </a:tblPr>
              <a:tblGrid>
                <a:gridCol w="872647"/>
                <a:gridCol w="872647"/>
                <a:gridCol w="872647"/>
                <a:gridCol w="872647"/>
                <a:gridCol w="872647"/>
                <a:gridCol w="872647"/>
                <a:gridCol w="872647"/>
                <a:gridCol w="872647"/>
                <a:gridCol w="872647"/>
                <a:gridCol w="872647"/>
                <a:gridCol w="872647"/>
                <a:gridCol w="872647"/>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3858015"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6490568"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7379916"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123121"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9997856" y="1728592"/>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2968667" y="2480154"/>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229589"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9989500" y="3229629"/>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4749447" y="319831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2102281" y="319831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9991591" y="247806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248386" y="247806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5601220" y="2480154"/>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5599127"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968664" y="5359059"/>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250474"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5601219"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2968665" y="460749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9985317" y="467012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9983225"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5" name="甜甜圈 24"/>
          <p:cNvSpPr/>
          <p:nvPr/>
        </p:nvSpPr>
        <p:spPr bwMode="auto">
          <a:xfrm>
            <a:off x="9987409" y="394987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Tree>
    <p:extLst>
      <p:ext uri="{BB962C8B-B14F-4D97-AF65-F5344CB8AC3E}">
        <p14:creationId xmlns:p14="http://schemas.microsoft.com/office/powerpoint/2010/main" val="3382332370"/>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減號 30"/>
          <p:cNvSpPr/>
          <p:nvPr/>
        </p:nvSpPr>
        <p:spPr bwMode="auto">
          <a:xfrm rot="16200000">
            <a:off x="1370326" y="3606171"/>
            <a:ext cx="6660123" cy="687409"/>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aphicFrame>
        <p:nvGraphicFramePr>
          <p:cNvPr id="4" name="表格 3"/>
          <p:cNvGraphicFramePr>
            <a:graphicFrameLocks noGrp="1"/>
          </p:cNvGraphicFramePr>
          <p:nvPr>
            <p:extLst>
              <p:ext uri="{D42A27DB-BD31-4B8C-83A1-F6EECF244321}">
                <p14:modId xmlns:p14="http://schemas.microsoft.com/office/powerpoint/2010/main" val="1115404586"/>
              </p:ext>
            </p:extLst>
          </p:nvPr>
        </p:nvGraphicFramePr>
        <p:xfrm>
          <a:off x="338208" y="288096"/>
          <a:ext cx="10471764" cy="5787032"/>
        </p:xfrm>
        <a:graphic>
          <a:graphicData uri="http://schemas.openxmlformats.org/drawingml/2006/table">
            <a:tbl>
              <a:tblPr firstRow="1" bandRow="1">
                <a:tableStyleId>{5940675A-B579-460E-94D1-54222C63F5DA}</a:tableStyleId>
              </a:tblPr>
              <a:tblGrid>
                <a:gridCol w="872647"/>
                <a:gridCol w="872647"/>
                <a:gridCol w="872647"/>
                <a:gridCol w="872647"/>
                <a:gridCol w="872647"/>
                <a:gridCol w="872647"/>
                <a:gridCol w="872647"/>
                <a:gridCol w="872647"/>
                <a:gridCol w="872647"/>
                <a:gridCol w="872647"/>
                <a:gridCol w="872647"/>
                <a:gridCol w="872647"/>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3858015"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6490568"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7379916"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123121"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9997856" y="1728592"/>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2968667" y="2480154"/>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229589"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9989500" y="3229629"/>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4749447" y="319831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2102281" y="319831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9991591" y="247806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248386" y="247806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5601220" y="2480154"/>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5599127"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968664" y="5359059"/>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250474"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5601219"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2968665" y="460749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9985317" y="467012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9983225"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5" name="甜甜圈 24"/>
          <p:cNvSpPr/>
          <p:nvPr/>
        </p:nvSpPr>
        <p:spPr bwMode="auto">
          <a:xfrm>
            <a:off x="9987409" y="394987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grpSp>
        <p:nvGrpSpPr>
          <p:cNvPr id="26" name="群組 25"/>
          <p:cNvGrpSpPr/>
          <p:nvPr/>
        </p:nvGrpSpPr>
        <p:grpSpPr>
          <a:xfrm flipH="1">
            <a:off x="3744246" y="4463396"/>
            <a:ext cx="1841307" cy="288202"/>
            <a:chOff x="5460302" y="-663879"/>
            <a:chExt cx="1315233" cy="263046"/>
          </a:xfrm>
        </p:grpSpPr>
        <p:sp>
          <p:nvSpPr>
            <p:cNvPr id="27" name="手繪多邊形 26"/>
            <p:cNvSpPr/>
            <p:nvPr/>
          </p:nvSpPr>
          <p:spPr bwMode="auto">
            <a:xfrm>
              <a:off x="5460302" y="-663879"/>
              <a:ext cx="1315233" cy="263046"/>
            </a:xfrm>
            <a:custGeom>
              <a:avLst/>
              <a:gdLst>
                <a:gd name="connsiteX0" fmla="*/ 0 w 1315233"/>
                <a:gd name="connsiteY0" fmla="*/ 263046 h 263046"/>
                <a:gd name="connsiteX1" fmla="*/ 626301 w 1315233"/>
                <a:gd name="connsiteY1" fmla="*/ 0 h 263046"/>
                <a:gd name="connsiteX2" fmla="*/ 1315233 w 1315233"/>
                <a:gd name="connsiteY2" fmla="*/ 263046 h 263046"/>
              </a:gdLst>
              <a:ahLst/>
              <a:cxnLst>
                <a:cxn ang="0">
                  <a:pos x="connsiteX0" y="connsiteY0"/>
                </a:cxn>
                <a:cxn ang="0">
                  <a:pos x="connsiteX1" y="connsiteY1"/>
                </a:cxn>
                <a:cxn ang="0">
                  <a:pos x="connsiteX2" y="connsiteY2"/>
                </a:cxn>
              </a:cxnLst>
              <a:rect l="l" t="t" r="r" b="b"/>
              <a:pathLst>
                <a:path w="1315233" h="263046">
                  <a:moveTo>
                    <a:pt x="0" y="263046"/>
                  </a:moveTo>
                  <a:cubicBezTo>
                    <a:pt x="203548" y="131523"/>
                    <a:pt x="407096" y="0"/>
                    <a:pt x="626301" y="0"/>
                  </a:cubicBezTo>
                  <a:cubicBezTo>
                    <a:pt x="845506" y="0"/>
                    <a:pt x="1198323" y="215030"/>
                    <a:pt x="1315233" y="263046"/>
                  </a:cubicBezTo>
                </a:path>
              </a:pathLst>
            </a:custGeom>
            <a:no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28" name="直線接點 27"/>
            <p:cNvCxnSpPr/>
            <p:nvPr/>
          </p:nvCxnSpPr>
          <p:spPr bwMode="auto">
            <a:xfrm flipH="1">
              <a:off x="5460302" y="-588723"/>
              <a:ext cx="28705" cy="175364"/>
            </a:xfrm>
            <a:prstGeom prst="line">
              <a:avLst/>
            </a:prstGeom>
            <a:solidFill>
              <a:schemeClr val="accent1"/>
            </a:solid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線接點 28"/>
            <p:cNvCxnSpPr>
              <a:stCxn id="27" idx="0"/>
            </p:cNvCxnSpPr>
            <p:nvPr/>
          </p:nvCxnSpPr>
          <p:spPr bwMode="auto">
            <a:xfrm>
              <a:off x="5460302" y="-400833"/>
              <a:ext cx="237994" cy="0"/>
            </a:xfrm>
            <a:prstGeom prst="line">
              <a:avLst/>
            </a:prstGeom>
            <a:solidFill>
              <a:schemeClr val="accent1"/>
            </a:solid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452575100"/>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減號 28"/>
          <p:cNvSpPr/>
          <p:nvPr/>
        </p:nvSpPr>
        <p:spPr bwMode="auto">
          <a:xfrm rot="16200000">
            <a:off x="-410457" y="3606172"/>
            <a:ext cx="6660123" cy="687409"/>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aphicFrame>
        <p:nvGraphicFramePr>
          <p:cNvPr id="4" name="表格 3"/>
          <p:cNvGraphicFramePr>
            <a:graphicFrameLocks noGrp="1"/>
          </p:cNvGraphicFramePr>
          <p:nvPr>
            <p:extLst>
              <p:ext uri="{D42A27DB-BD31-4B8C-83A1-F6EECF244321}">
                <p14:modId xmlns:p14="http://schemas.microsoft.com/office/powerpoint/2010/main" val="1115404586"/>
              </p:ext>
            </p:extLst>
          </p:nvPr>
        </p:nvGraphicFramePr>
        <p:xfrm>
          <a:off x="338208" y="288096"/>
          <a:ext cx="10471764" cy="5787032"/>
        </p:xfrm>
        <a:graphic>
          <a:graphicData uri="http://schemas.openxmlformats.org/drawingml/2006/table">
            <a:tbl>
              <a:tblPr firstRow="1" bandRow="1">
                <a:tableStyleId>{5940675A-B579-460E-94D1-54222C63F5DA}</a:tableStyleId>
              </a:tblPr>
              <a:tblGrid>
                <a:gridCol w="872647"/>
                <a:gridCol w="872647"/>
                <a:gridCol w="872647"/>
                <a:gridCol w="872647"/>
                <a:gridCol w="872647"/>
                <a:gridCol w="872647"/>
                <a:gridCol w="872647"/>
                <a:gridCol w="872647"/>
                <a:gridCol w="872647"/>
                <a:gridCol w="872647"/>
                <a:gridCol w="872647"/>
                <a:gridCol w="872647"/>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3858015"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6490568"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7379916"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123121"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9997856" y="1728592"/>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2968667" y="2480154"/>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229589"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9989500" y="3229629"/>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4749447" y="319831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2102281" y="319831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9991591" y="247806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248386" y="247806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5601220" y="2480154"/>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5599127"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968664" y="5359059"/>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250474"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5601219" y="460749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2968665"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9985317" y="467012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9983225"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5" name="甜甜圈 24"/>
          <p:cNvSpPr/>
          <p:nvPr/>
        </p:nvSpPr>
        <p:spPr bwMode="auto">
          <a:xfrm>
            <a:off x="9987409" y="394987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grpSp>
        <p:nvGrpSpPr>
          <p:cNvPr id="30" name="群組 29"/>
          <p:cNvGrpSpPr/>
          <p:nvPr/>
        </p:nvGrpSpPr>
        <p:grpSpPr>
          <a:xfrm flipH="1">
            <a:off x="3736935" y="5181557"/>
            <a:ext cx="1841307" cy="288202"/>
            <a:chOff x="5460302" y="-663879"/>
            <a:chExt cx="1315233" cy="263046"/>
          </a:xfrm>
        </p:grpSpPr>
        <p:sp>
          <p:nvSpPr>
            <p:cNvPr id="31" name="手繪多邊形 30"/>
            <p:cNvSpPr/>
            <p:nvPr/>
          </p:nvSpPr>
          <p:spPr bwMode="auto">
            <a:xfrm>
              <a:off x="5460302" y="-663879"/>
              <a:ext cx="1315233" cy="263046"/>
            </a:xfrm>
            <a:custGeom>
              <a:avLst/>
              <a:gdLst>
                <a:gd name="connsiteX0" fmla="*/ 0 w 1315233"/>
                <a:gd name="connsiteY0" fmla="*/ 263046 h 263046"/>
                <a:gd name="connsiteX1" fmla="*/ 626301 w 1315233"/>
                <a:gd name="connsiteY1" fmla="*/ 0 h 263046"/>
                <a:gd name="connsiteX2" fmla="*/ 1315233 w 1315233"/>
                <a:gd name="connsiteY2" fmla="*/ 263046 h 263046"/>
              </a:gdLst>
              <a:ahLst/>
              <a:cxnLst>
                <a:cxn ang="0">
                  <a:pos x="connsiteX0" y="connsiteY0"/>
                </a:cxn>
                <a:cxn ang="0">
                  <a:pos x="connsiteX1" y="connsiteY1"/>
                </a:cxn>
                <a:cxn ang="0">
                  <a:pos x="connsiteX2" y="connsiteY2"/>
                </a:cxn>
              </a:cxnLst>
              <a:rect l="l" t="t" r="r" b="b"/>
              <a:pathLst>
                <a:path w="1315233" h="263046">
                  <a:moveTo>
                    <a:pt x="0" y="263046"/>
                  </a:moveTo>
                  <a:cubicBezTo>
                    <a:pt x="203548" y="131523"/>
                    <a:pt x="407096" y="0"/>
                    <a:pt x="626301" y="0"/>
                  </a:cubicBezTo>
                  <a:cubicBezTo>
                    <a:pt x="845506" y="0"/>
                    <a:pt x="1198323" y="215030"/>
                    <a:pt x="1315233" y="263046"/>
                  </a:cubicBezTo>
                </a:path>
              </a:pathLst>
            </a:custGeom>
            <a:no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32" name="直線接點 31"/>
            <p:cNvCxnSpPr/>
            <p:nvPr/>
          </p:nvCxnSpPr>
          <p:spPr bwMode="auto">
            <a:xfrm flipH="1">
              <a:off x="5460302" y="-588723"/>
              <a:ext cx="28705" cy="175364"/>
            </a:xfrm>
            <a:prstGeom prst="line">
              <a:avLst/>
            </a:prstGeom>
            <a:solidFill>
              <a:schemeClr val="accent1"/>
            </a:solid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直線接點 32"/>
            <p:cNvCxnSpPr>
              <a:stCxn id="31" idx="0"/>
            </p:cNvCxnSpPr>
            <p:nvPr/>
          </p:nvCxnSpPr>
          <p:spPr bwMode="auto">
            <a:xfrm>
              <a:off x="5460302" y="-400833"/>
              <a:ext cx="237994" cy="0"/>
            </a:xfrm>
            <a:prstGeom prst="line">
              <a:avLst/>
            </a:prstGeom>
            <a:solidFill>
              <a:schemeClr val="accent1"/>
            </a:solid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23" name="直線單箭頭接點 22"/>
          <p:cNvCxnSpPr/>
          <p:nvPr/>
        </p:nvCxnSpPr>
        <p:spPr bwMode="auto">
          <a:xfrm>
            <a:off x="3858015" y="5060515"/>
            <a:ext cx="1578281" cy="676406"/>
          </a:xfrm>
          <a:prstGeom prst="straightConnector1">
            <a:avLst/>
          </a:prstGeom>
          <a:solidFill>
            <a:schemeClr val="accent1"/>
          </a:solidFill>
          <a:ln w="38100" cap="flat" cmpd="sng" algn="ctr">
            <a:solidFill>
              <a:schemeClr val="bg1">
                <a:lumMod val="75000"/>
              </a:schemeClr>
            </a:solidFill>
            <a:prstDash val="sysDot"/>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179380"/>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減號 26"/>
          <p:cNvSpPr/>
          <p:nvPr/>
        </p:nvSpPr>
        <p:spPr bwMode="auto">
          <a:xfrm rot="16200000">
            <a:off x="-410457" y="3606172"/>
            <a:ext cx="6660123" cy="687409"/>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aphicFrame>
        <p:nvGraphicFramePr>
          <p:cNvPr id="4" name="表格 3"/>
          <p:cNvGraphicFramePr>
            <a:graphicFrameLocks noGrp="1"/>
          </p:cNvGraphicFramePr>
          <p:nvPr>
            <p:extLst>
              <p:ext uri="{D42A27DB-BD31-4B8C-83A1-F6EECF244321}">
                <p14:modId xmlns:p14="http://schemas.microsoft.com/office/powerpoint/2010/main" val="1115404586"/>
              </p:ext>
            </p:extLst>
          </p:nvPr>
        </p:nvGraphicFramePr>
        <p:xfrm>
          <a:off x="338208" y="288096"/>
          <a:ext cx="10471764" cy="5787032"/>
        </p:xfrm>
        <a:graphic>
          <a:graphicData uri="http://schemas.openxmlformats.org/drawingml/2006/table">
            <a:tbl>
              <a:tblPr firstRow="1" bandRow="1">
                <a:tableStyleId>{5940675A-B579-460E-94D1-54222C63F5DA}</a:tableStyleId>
              </a:tblPr>
              <a:tblGrid>
                <a:gridCol w="872647"/>
                <a:gridCol w="872647"/>
                <a:gridCol w="872647"/>
                <a:gridCol w="872647"/>
                <a:gridCol w="872647"/>
                <a:gridCol w="872647"/>
                <a:gridCol w="872647"/>
                <a:gridCol w="872647"/>
                <a:gridCol w="872647"/>
                <a:gridCol w="872647"/>
                <a:gridCol w="872647"/>
                <a:gridCol w="872647"/>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3858015"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6490568"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7379916"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123121"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9997856" y="1728592"/>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2968667" y="2480154"/>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229589"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9989500" y="3229629"/>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4749447" y="319831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2102281" y="319831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9991591" y="247806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248386" y="247806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5601220" y="2480154"/>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5599127" y="5359059"/>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968664"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250474"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5601219" y="460749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2968665"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9985317" y="467012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9983225"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5" name="甜甜圈 24"/>
          <p:cNvSpPr/>
          <p:nvPr/>
        </p:nvSpPr>
        <p:spPr bwMode="auto">
          <a:xfrm>
            <a:off x="9987409" y="394987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Tree>
    <p:extLst>
      <p:ext uri="{BB962C8B-B14F-4D97-AF65-F5344CB8AC3E}">
        <p14:creationId xmlns:p14="http://schemas.microsoft.com/office/powerpoint/2010/main" val="515728632"/>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減號 29"/>
          <p:cNvSpPr/>
          <p:nvPr/>
        </p:nvSpPr>
        <p:spPr bwMode="auto">
          <a:xfrm rot="16200000">
            <a:off x="6667794" y="3606172"/>
            <a:ext cx="6660123" cy="687409"/>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aphicFrame>
        <p:nvGraphicFramePr>
          <p:cNvPr id="4" name="表格 3"/>
          <p:cNvGraphicFramePr>
            <a:graphicFrameLocks noGrp="1"/>
          </p:cNvGraphicFramePr>
          <p:nvPr>
            <p:extLst>
              <p:ext uri="{D42A27DB-BD31-4B8C-83A1-F6EECF244321}">
                <p14:modId xmlns:p14="http://schemas.microsoft.com/office/powerpoint/2010/main" val="2008505711"/>
              </p:ext>
            </p:extLst>
          </p:nvPr>
        </p:nvGraphicFramePr>
        <p:xfrm>
          <a:off x="338208" y="288096"/>
          <a:ext cx="10471764" cy="5787032"/>
        </p:xfrm>
        <a:graphic>
          <a:graphicData uri="http://schemas.openxmlformats.org/drawingml/2006/table">
            <a:tbl>
              <a:tblPr firstRow="1" bandRow="1">
                <a:tableStyleId>{5940675A-B579-460E-94D1-54222C63F5DA}</a:tableStyleId>
              </a:tblPr>
              <a:tblGrid>
                <a:gridCol w="872647"/>
                <a:gridCol w="872647"/>
                <a:gridCol w="872647"/>
                <a:gridCol w="872647"/>
                <a:gridCol w="872647"/>
                <a:gridCol w="872647"/>
                <a:gridCol w="872647"/>
                <a:gridCol w="872647"/>
                <a:gridCol w="872647"/>
                <a:gridCol w="872647"/>
                <a:gridCol w="872647"/>
                <a:gridCol w="872647"/>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3858015"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6490568"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7379916"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123121"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9997856" y="1728592"/>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2968667" y="2480154"/>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229589"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9989500" y="3229629"/>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4749447" y="319831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2102281" y="319831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9991591" y="247806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248386" y="247806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5601220" y="2480154"/>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5599127" y="5359059"/>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968664"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250474"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5601219" y="460749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2968665"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9985317" y="467012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9983225"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5" name="甜甜圈 24"/>
          <p:cNvSpPr/>
          <p:nvPr/>
        </p:nvSpPr>
        <p:spPr bwMode="auto">
          <a:xfrm>
            <a:off x="9987409" y="394987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grpSp>
        <p:nvGrpSpPr>
          <p:cNvPr id="26" name="群組 25"/>
          <p:cNvGrpSpPr/>
          <p:nvPr/>
        </p:nvGrpSpPr>
        <p:grpSpPr>
          <a:xfrm flipH="1">
            <a:off x="6375741" y="4413236"/>
            <a:ext cx="3607482" cy="317430"/>
            <a:chOff x="5460302" y="-663879"/>
            <a:chExt cx="1315233" cy="263046"/>
          </a:xfrm>
        </p:grpSpPr>
        <p:sp>
          <p:nvSpPr>
            <p:cNvPr id="27" name="手繪多邊形 26"/>
            <p:cNvSpPr/>
            <p:nvPr/>
          </p:nvSpPr>
          <p:spPr bwMode="auto">
            <a:xfrm>
              <a:off x="5460302" y="-663879"/>
              <a:ext cx="1315233" cy="263046"/>
            </a:xfrm>
            <a:custGeom>
              <a:avLst/>
              <a:gdLst>
                <a:gd name="connsiteX0" fmla="*/ 0 w 1315233"/>
                <a:gd name="connsiteY0" fmla="*/ 263046 h 263046"/>
                <a:gd name="connsiteX1" fmla="*/ 626301 w 1315233"/>
                <a:gd name="connsiteY1" fmla="*/ 0 h 263046"/>
                <a:gd name="connsiteX2" fmla="*/ 1315233 w 1315233"/>
                <a:gd name="connsiteY2" fmla="*/ 263046 h 263046"/>
              </a:gdLst>
              <a:ahLst/>
              <a:cxnLst>
                <a:cxn ang="0">
                  <a:pos x="connsiteX0" y="connsiteY0"/>
                </a:cxn>
                <a:cxn ang="0">
                  <a:pos x="connsiteX1" y="connsiteY1"/>
                </a:cxn>
                <a:cxn ang="0">
                  <a:pos x="connsiteX2" y="connsiteY2"/>
                </a:cxn>
              </a:cxnLst>
              <a:rect l="l" t="t" r="r" b="b"/>
              <a:pathLst>
                <a:path w="1315233" h="263046">
                  <a:moveTo>
                    <a:pt x="0" y="263046"/>
                  </a:moveTo>
                  <a:cubicBezTo>
                    <a:pt x="203548" y="131523"/>
                    <a:pt x="407096" y="0"/>
                    <a:pt x="626301" y="0"/>
                  </a:cubicBezTo>
                  <a:cubicBezTo>
                    <a:pt x="845506" y="0"/>
                    <a:pt x="1198323" y="215030"/>
                    <a:pt x="1315233" y="263046"/>
                  </a:cubicBezTo>
                </a:path>
              </a:pathLst>
            </a:custGeom>
            <a:no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28" name="直線接點 27"/>
            <p:cNvCxnSpPr/>
            <p:nvPr/>
          </p:nvCxnSpPr>
          <p:spPr bwMode="auto">
            <a:xfrm flipH="1">
              <a:off x="5460302" y="-588723"/>
              <a:ext cx="28705" cy="175364"/>
            </a:xfrm>
            <a:prstGeom prst="line">
              <a:avLst/>
            </a:prstGeom>
            <a:solidFill>
              <a:schemeClr val="accent1"/>
            </a:solid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線接點 28"/>
            <p:cNvCxnSpPr>
              <a:stCxn id="27" idx="0"/>
            </p:cNvCxnSpPr>
            <p:nvPr/>
          </p:nvCxnSpPr>
          <p:spPr bwMode="auto">
            <a:xfrm>
              <a:off x="5460302" y="-400833"/>
              <a:ext cx="237994" cy="0"/>
            </a:xfrm>
            <a:prstGeom prst="line">
              <a:avLst/>
            </a:prstGeom>
            <a:solidFill>
              <a:schemeClr val="accent1"/>
            </a:solid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3066580846"/>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減號 29"/>
          <p:cNvSpPr/>
          <p:nvPr/>
        </p:nvSpPr>
        <p:spPr bwMode="auto">
          <a:xfrm rot="16200000">
            <a:off x="2224166" y="3606171"/>
            <a:ext cx="6660123" cy="687409"/>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aphicFrame>
        <p:nvGraphicFramePr>
          <p:cNvPr id="4" name="表格 3"/>
          <p:cNvGraphicFramePr>
            <a:graphicFrameLocks noGrp="1"/>
          </p:cNvGraphicFramePr>
          <p:nvPr>
            <p:extLst>
              <p:ext uri="{D42A27DB-BD31-4B8C-83A1-F6EECF244321}">
                <p14:modId xmlns:p14="http://schemas.microsoft.com/office/powerpoint/2010/main" val="2008505711"/>
              </p:ext>
            </p:extLst>
          </p:nvPr>
        </p:nvGraphicFramePr>
        <p:xfrm>
          <a:off x="338208" y="288096"/>
          <a:ext cx="10471764" cy="5787032"/>
        </p:xfrm>
        <a:graphic>
          <a:graphicData uri="http://schemas.openxmlformats.org/drawingml/2006/table">
            <a:tbl>
              <a:tblPr firstRow="1" bandRow="1">
                <a:tableStyleId>{5940675A-B579-460E-94D1-54222C63F5DA}</a:tableStyleId>
              </a:tblPr>
              <a:tblGrid>
                <a:gridCol w="872647"/>
                <a:gridCol w="872647"/>
                <a:gridCol w="872647"/>
                <a:gridCol w="872647"/>
                <a:gridCol w="872647"/>
                <a:gridCol w="872647"/>
                <a:gridCol w="872647"/>
                <a:gridCol w="872647"/>
                <a:gridCol w="872647"/>
                <a:gridCol w="872647"/>
                <a:gridCol w="872647"/>
                <a:gridCol w="872647"/>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3858015"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6490568"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7379916"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123121"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9997856" y="1728592"/>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2968667" y="2480154"/>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229589"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9989500" y="3229629"/>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4749447" y="319831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2102281" y="319831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9991591" y="247806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248386" y="247806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5601220" y="2480154"/>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5599127" y="5359059"/>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968664"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250474"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5601219"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2968665"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9985317" y="4670125"/>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9983225"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5" name="甜甜圈 24"/>
          <p:cNvSpPr/>
          <p:nvPr/>
        </p:nvSpPr>
        <p:spPr bwMode="auto">
          <a:xfrm>
            <a:off x="9987409" y="394987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grpSp>
        <p:nvGrpSpPr>
          <p:cNvPr id="34" name="群組 33"/>
          <p:cNvGrpSpPr/>
          <p:nvPr/>
        </p:nvGrpSpPr>
        <p:grpSpPr>
          <a:xfrm flipH="1">
            <a:off x="6391408" y="5131507"/>
            <a:ext cx="1841307" cy="288202"/>
            <a:chOff x="5460302" y="-663879"/>
            <a:chExt cx="1315233" cy="263046"/>
          </a:xfrm>
        </p:grpSpPr>
        <p:sp>
          <p:nvSpPr>
            <p:cNvPr id="35" name="手繪多邊形 34"/>
            <p:cNvSpPr/>
            <p:nvPr/>
          </p:nvSpPr>
          <p:spPr bwMode="auto">
            <a:xfrm>
              <a:off x="5460302" y="-663879"/>
              <a:ext cx="1315233" cy="263046"/>
            </a:xfrm>
            <a:custGeom>
              <a:avLst/>
              <a:gdLst>
                <a:gd name="connsiteX0" fmla="*/ 0 w 1315233"/>
                <a:gd name="connsiteY0" fmla="*/ 263046 h 263046"/>
                <a:gd name="connsiteX1" fmla="*/ 626301 w 1315233"/>
                <a:gd name="connsiteY1" fmla="*/ 0 h 263046"/>
                <a:gd name="connsiteX2" fmla="*/ 1315233 w 1315233"/>
                <a:gd name="connsiteY2" fmla="*/ 263046 h 263046"/>
              </a:gdLst>
              <a:ahLst/>
              <a:cxnLst>
                <a:cxn ang="0">
                  <a:pos x="connsiteX0" y="connsiteY0"/>
                </a:cxn>
                <a:cxn ang="0">
                  <a:pos x="connsiteX1" y="connsiteY1"/>
                </a:cxn>
                <a:cxn ang="0">
                  <a:pos x="connsiteX2" y="connsiteY2"/>
                </a:cxn>
              </a:cxnLst>
              <a:rect l="l" t="t" r="r" b="b"/>
              <a:pathLst>
                <a:path w="1315233" h="263046">
                  <a:moveTo>
                    <a:pt x="0" y="263046"/>
                  </a:moveTo>
                  <a:cubicBezTo>
                    <a:pt x="203548" y="131523"/>
                    <a:pt x="407096" y="0"/>
                    <a:pt x="626301" y="0"/>
                  </a:cubicBezTo>
                  <a:cubicBezTo>
                    <a:pt x="845506" y="0"/>
                    <a:pt x="1198323" y="215030"/>
                    <a:pt x="1315233" y="263046"/>
                  </a:cubicBezTo>
                </a:path>
              </a:pathLst>
            </a:custGeom>
            <a:no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36" name="直線接點 35"/>
            <p:cNvCxnSpPr/>
            <p:nvPr/>
          </p:nvCxnSpPr>
          <p:spPr bwMode="auto">
            <a:xfrm flipH="1">
              <a:off x="5460302" y="-588723"/>
              <a:ext cx="28705" cy="175364"/>
            </a:xfrm>
            <a:prstGeom prst="line">
              <a:avLst/>
            </a:prstGeom>
            <a:solidFill>
              <a:schemeClr val="accent1"/>
            </a:solid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線接點 36"/>
            <p:cNvCxnSpPr>
              <a:stCxn id="35" idx="0"/>
            </p:cNvCxnSpPr>
            <p:nvPr/>
          </p:nvCxnSpPr>
          <p:spPr bwMode="auto">
            <a:xfrm>
              <a:off x="5460302" y="-400833"/>
              <a:ext cx="237994" cy="0"/>
            </a:xfrm>
            <a:prstGeom prst="line">
              <a:avLst/>
            </a:prstGeom>
            <a:solidFill>
              <a:schemeClr val="accent1"/>
            </a:solid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31" name="直線單箭頭接點 30"/>
          <p:cNvCxnSpPr/>
          <p:nvPr/>
        </p:nvCxnSpPr>
        <p:spPr bwMode="auto">
          <a:xfrm>
            <a:off x="6515499" y="5060515"/>
            <a:ext cx="1578281" cy="676406"/>
          </a:xfrm>
          <a:prstGeom prst="straightConnector1">
            <a:avLst/>
          </a:prstGeom>
          <a:solidFill>
            <a:schemeClr val="accent1"/>
          </a:solidFill>
          <a:ln w="38100" cap="flat" cmpd="sng" algn="ctr">
            <a:solidFill>
              <a:schemeClr val="bg1">
                <a:lumMod val="75000"/>
              </a:schemeClr>
            </a:solidFill>
            <a:prstDash val="sysDot"/>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652639483"/>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減號 26"/>
          <p:cNvSpPr/>
          <p:nvPr/>
        </p:nvSpPr>
        <p:spPr bwMode="auto">
          <a:xfrm rot="16200000">
            <a:off x="2224166" y="3606171"/>
            <a:ext cx="6660123" cy="687409"/>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aphicFrame>
        <p:nvGraphicFramePr>
          <p:cNvPr id="4" name="表格 3"/>
          <p:cNvGraphicFramePr>
            <a:graphicFrameLocks noGrp="1"/>
          </p:cNvGraphicFramePr>
          <p:nvPr>
            <p:extLst>
              <p:ext uri="{D42A27DB-BD31-4B8C-83A1-F6EECF244321}">
                <p14:modId xmlns:p14="http://schemas.microsoft.com/office/powerpoint/2010/main" val="2008505711"/>
              </p:ext>
            </p:extLst>
          </p:nvPr>
        </p:nvGraphicFramePr>
        <p:xfrm>
          <a:off x="338208" y="288096"/>
          <a:ext cx="10471764" cy="5787032"/>
        </p:xfrm>
        <a:graphic>
          <a:graphicData uri="http://schemas.openxmlformats.org/drawingml/2006/table">
            <a:tbl>
              <a:tblPr firstRow="1" bandRow="1">
                <a:tableStyleId>{5940675A-B579-460E-94D1-54222C63F5DA}</a:tableStyleId>
              </a:tblPr>
              <a:tblGrid>
                <a:gridCol w="872647"/>
                <a:gridCol w="872647"/>
                <a:gridCol w="872647"/>
                <a:gridCol w="872647"/>
                <a:gridCol w="872647"/>
                <a:gridCol w="872647"/>
                <a:gridCol w="872647"/>
                <a:gridCol w="872647"/>
                <a:gridCol w="872647"/>
                <a:gridCol w="872647"/>
                <a:gridCol w="872647"/>
                <a:gridCol w="872647"/>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3858015"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6490568"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7379916"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123121"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9997856" y="1728592"/>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2968667" y="2480154"/>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229589" y="5359059"/>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9989500" y="3229629"/>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4749447" y="319831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2102281" y="319831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9991591" y="247806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248386" y="247806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5601220" y="2480154"/>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5599127"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968664"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250474"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5601219"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2968665"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9985317" y="4670125"/>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9983225"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5" name="甜甜圈 24"/>
          <p:cNvSpPr/>
          <p:nvPr/>
        </p:nvSpPr>
        <p:spPr bwMode="auto">
          <a:xfrm>
            <a:off x="9987409" y="394987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Tree>
    <p:extLst>
      <p:ext uri="{BB962C8B-B14F-4D97-AF65-F5344CB8AC3E}">
        <p14:creationId xmlns:p14="http://schemas.microsoft.com/office/powerpoint/2010/main" val="1561139448"/>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減號 29"/>
          <p:cNvSpPr/>
          <p:nvPr/>
        </p:nvSpPr>
        <p:spPr bwMode="auto">
          <a:xfrm rot="16200000">
            <a:off x="6667794" y="3606172"/>
            <a:ext cx="6660123" cy="687409"/>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aphicFrame>
        <p:nvGraphicFramePr>
          <p:cNvPr id="4" name="表格 3"/>
          <p:cNvGraphicFramePr>
            <a:graphicFrameLocks noGrp="1"/>
          </p:cNvGraphicFramePr>
          <p:nvPr>
            <p:extLst>
              <p:ext uri="{D42A27DB-BD31-4B8C-83A1-F6EECF244321}">
                <p14:modId xmlns:p14="http://schemas.microsoft.com/office/powerpoint/2010/main" val="3100904532"/>
              </p:ext>
            </p:extLst>
          </p:nvPr>
        </p:nvGraphicFramePr>
        <p:xfrm>
          <a:off x="338208" y="288096"/>
          <a:ext cx="10471764" cy="5787032"/>
        </p:xfrm>
        <a:graphic>
          <a:graphicData uri="http://schemas.openxmlformats.org/drawingml/2006/table">
            <a:tbl>
              <a:tblPr firstRow="1" bandRow="1">
                <a:tableStyleId>{5940675A-B579-460E-94D1-54222C63F5DA}</a:tableStyleId>
              </a:tblPr>
              <a:tblGrid>
                <a:gridCol w="872647"/>
                <a:gridCol w="872647"/>
                <a:gridCol w="872647"/>
                <a:gridCol w="872647"/>
                <a:gridCol w="872647"/>
                <a:gridCol w="872647"/>
                <a:gridCol w="872647"/>
                <a:gridCol w="872647"/>
                <a:gridCol w="872647"/>
                <a:gridCol w="872647"/>
                <a:gridCol w="872647"/>
                <a:gridCol w="872647"/>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4</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3858015"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6490568"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7379916"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123121"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9997856" y="1728592"/>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2968667" y="2480154"/>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229589" y="5359059"/>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9989500" y="3229629"/>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4749447" y="319831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2102281" y="319831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9991591" y="247806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248386" y="247806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5601220" y="2480154"/>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5599127"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968664"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250474"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5601219"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2968665"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9985317" y="4670125"/>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9983225"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5" name="甜甜圈 24"/>
          <p:cNvSpPr/>
          <p:nvPr/>
        </p:nvSpPr>
        <p:spPr bwMode="auto">
          <a:xfrm>
            <a:off x="9987409" y="394987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grpSp>
        <p:nvGrpSpPr>
          <p:cNvPr id="26" name="群組 25"/>
          <p:cNvGrpSpPr/>
          <p:nvPr/>
        </p:nvGrpSpPr>
        <p:grpSpPr>
          <a:xfrm flipH="1">
            <a:off x="8979082" y="5223353"/>
            <a:ext cx="1018774" cy="229647"/>
            <a:chOff x="5460302" y="-663879"/>
            <a:chExt cx="1315233" cy="263046"/>
          </a:xfrm>
        </p:grpSpPr>
        <p:sp>
          <p:nvSpPr>
            <p:cNvPr id="27" name="手繪多邊形 26"/>
            <p:cNvSpPr/>
            <p:nvPr/>
          </p:nvSpPr>
          <p:spPr bwMode="auto">
            <a:xfrm>
              <a:off x="5460302" y="-663879"/>
              <a:ext cx="1315233" cy="263046"/>
            </a:xfrm>
            <a:custGeom>
              <a:avLst/>
              <a:gdLst>
                <a:gd name="connsiteX0" fmla="*/ 0 w 1315233"/>
                <a:gd name="connsiteY0" fmla="*/ 263046 h 263046"/>
                <a:gd name="connsiteX1" fmla="*/ 626301 w 1315233"/>
                <a:gd name="connsiteY1" fmla="*/ 0 h 263046"/>
                <a:gd name="connsiteX2" fmla="*/ 1315233 w 1315233"/>
                <a:gd name="connsiteY2" fmla="*/ 263046 h 263046"/>
              </a:gdLst>
              <a:ahLst/>
              <a:cxnLst>
                <a:cxn ang="0">
                  <a:pos x="connsiteX0" y="connsiteY0"/>
                </a:cxn>
                <a:cxn ang="0">
                  <a:pos x="connsiteX1" y="connsiteY1"/>
                </a:cxn>
                <a:cxn ang="0">
                  <a:pos x="connsiteX2" y="connsiteY2"/>
                </a:cxn>
              </a:cxnLst>
              <a:rect l="l" t="t" r="r" b="b"/>
              <a:pathLst>
                <a:path w="1315233" h="263046">
                  <a:moveTo>
                    <a:pt x="0" y="263046"/>
                  </a:moveTo>
                  <a:cubicBezTo>
                    <a:pt x="203548" y="131523"/>
                    <a:pt x="407096" y="0"/>
                    <a:pt x="626301" y="0"/>
                  </a:cubicBezTo>
                  <a:cubicBezTo>
                    <a:pt x="845506" y="0"/>
                    <a:pt x="1198323" y="215030"/>
                    <a:pt x="1315233" y="263046"/>
                  </a:cubicBezTo>
                </a:path>
              </a:pathLst>
            </a:custGeom>
            <a:no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28" name="直線接點 27"/>
            <p:cNvCxnSpPr/>
            <p:nvPr/>
          </p:nvCxnSpPr>
          <p:spPr bwMode="auto">
            <a:xfrm flipH="1">
              <a:off x="5460302" y="-588723"/>
              <a:ext cx="28705" cy="175364"/>
            </a:xfrm>
            <a:prstGeom prst="line">
              <a:avLst/>
            </a:prstGeom>
            <a:solidFill>
              <a:schemeClr val="accent1"/>
            </a:solid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線接點 28"/>
            <p:cNvCxnSpPr>
              <a:stCxn id="27" idx="0"/>
            </p:cNvCxnSpPr>
            <p:nvPr/>
          </p:nvCxnSpPr>
          <p:spPr bwMode="auto">
            <a:xfrm>
              <a:off x="5460302" y="-400833"/>
              <a:ext cx="237994" cy="0"/>
            </a:xfrm>
            <a:prstGeom prst="line">
              <a:avLst/>
            </a:prstGeom>
            <a:solidFill>
              <a:schemeClr val="accent1"/>
            </a:solid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1287362490"/>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減號 25"/>
          <p:cNvSpPr/>
          <p:nvPr/>
        </p:nvSpPr>
        <p:spPr bwMode="auto">
          <a:xfrm rot="16200000">
            <a:off x="6667794" y="3606172"/>
            <a:ext cx="6660123" cy="687409"/>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aphicFrame>
        <p:nvGraphicFramePr>
          <p:cNvPr id="4" name="表格 3"/>
          <p:cNvGraphicFramePr>
            <a:graphicFrameLocks noGrp="1"/>
          </p:cNvGraphicFramePr>
          <p:nvPr>
            <p:extLst>
              <p:ext uri="{D42A27DB-BD31-4B8C-83A1-F6EECF244321}">
                <p14:modId xmlns:p14="http://schemas.microsoft.com/office/powerpoint/2010/main" val="3100904532"/>
              </p:ext>
            </p:extLst>
          </p:nvPr>
        </p:nvGraphicFramePr>
        <p:xfrm>
          <a:off x="338208" y="288096"/>
          <a:ext cx="10471764" cy="5787032"/>
        </p:xfrm>
        <a:graphic>
          <a:graphicData uri="http://schemas.openxmlformats.org/drawingml/2006/table">
            <a:tbl>
              <a:tblPr firstRow="1" bandRow="1">
                <a:tableStyleId>{5940675A-B579-460E-94D1-54222C63F5DA}</a:tableStyleId>
              </a:tblPr>
              <a:tblGrid>
                <a:gridCol w="872647"/>
                <a:gridCol w="872647"/>
                <a:gridCol w="872647"/>
                <a:gridCol w="872647"/>
                <a:gridCol w="872647"/>
                <a:gridCol w="872647"/>
                <a:gridCol w="872647"/>
                <a:gridCol w="872647"/>
                <a:gridCol w="872647"/>
                <a:gridCol w="872647"/>
                <a:gridCol w="872647"/>
                <a:gridCol w="872647"/>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4</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3858015"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6490568"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7379916"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123121"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9997856" y="1728592"/>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2968667" y="2480154"/>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229589"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9989500" y="3229629"/>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4749447" y="319831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2102281" y="319831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9991591" y="247806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248386" y="247806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5601220" y="2480154"/>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5599127"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968664"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250474"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5601219"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2968665"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9985317" y="4670125"/>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9983225" y="5359059"/>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5" name="甜甜圈 24"/>
          <p:cNvSpPr/>
          <p:nvPr/>
        </p:nvSpPr>
        <p:spPr bwMode="auto">
          <a:xfrm>
            <a:off x="9987409" y="394987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Tree>
    <p:extLst>
      <p:ext uri="{BB962C8B-B14F-4D97-AF65-F5344CB8AC3E}">
        <p14:creationId xmlns:p14="http://schemas.microsoft.com/office/powerpoint/2010/main" val="3973323978"/>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3100904532"/>
              </p:ext>
            </p:extLst>
          </p:nvPr>
        </p:nvGraphicFramePr>
        <p:xfrm>
          <a:off x="338208" y="288096"/>
          <a:ext cx="10471764" cy="5787032"/>
        </p:xfrm>
        <a:graphic>
          <a:graphicData uri="http://schemas.openxmlformats.org/drawingml/2006/table">
            <a:tbl>
              <a:tblPr firstRow="1" bandRow="1">
                <a:tableStyleId>{5940675A-B579-460E-94D1-54222C63F5DA}</a:tableStyleId>
              </a:tblPr>
              <a:tblGrid>
                <a:gridCol w="872647"/>
                <a:gridCol w="872647"/>
                <a:gridCol w="872647"/>
                <a:gridCol w="872647"/>
                <a:gridCol w="872647"/>
                <a:gridCol w="872647"/>
                <a:gridCol w="872647"/>
                <a:gridCol w="872647"/>
                <a:gridCol w="872647"/>
                <a:gridCol w="872647"/>
                <a:gridCol w="872647"/>
                <a:gridCol w="872647"/>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4</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3858015"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6490568"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7379916"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123121"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9997856" y="1728592"/>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2968667" y="2480154"/>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229589"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9989500" y="3229629"/>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4749447" y="319831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2102281" y="319831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9991591" y="247806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248386" y="247806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5601220" y="2480154"/>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5599127"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968664"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250474"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5601219"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2968665"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9985317" y="4670125"/>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9983225" y="5359059"/>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5" name="甜甜圈 24"/>
          <p:cNvSpPr/>
          <p:nvPr/>
        </p:nvSpPr>
        <p:spPr bwMode="auto">
          <a:xfrm>
            <a:off x="9987409" y="3949877"/>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23" name="直線單箭頭接點 22"/>
          <p:cNvCxnSpPr/>
          <p:nvPr/>
        </p:nvCxnSpPr>
        <p:spPr bwMode="auto">
          <a:xfrm flipH="1" flipV="1">
            <a:off x="6375742" y="5110619"/>
            <a:ext cx="1853847" cy="450937"/>
          </a:xfrm>
          <a:prstGeom prst="straightConnector1">
            <a:avLst/>
          </a:prstGeom>
          <a:solidFill>
            <a:schemeClr val="accent1"/>
          </a:solidFill>
          <a:ln w="76200" cap="flat" cmpd="sng" algn="ctr">
            <a:solidFill>
              <a:srgbClr val="92D05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單箭頭接點 27"/>
          <p:cNvCxnSpPr/>
          <p:nvPr/>
        </p:nvCxnSpPr>
        <p:spPr bwMode="auto">
          <a:xfrm flipH="1" flipV="1">
            <a:off x="5373666" y="3949877"/>
            <a:ext cx="225461" cy="720248"/>
          </a:xfrm>
          <a:prstGeom prst="straightConnector1">
            <a:avLst/>
          </a:prstGeom>
          <a:solidFill>
            <a:schemeClr val="accent1"/>
          </a:solidFill>
          <a:ln w="76200" cap="flat" cmpd="sng" algn="ctr">
            <a:solidFill>
              <a:srgbClr val="92D05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線單箭頭接點 29"/>
          <p:cNvCxnSpPr/>
          <p:nvPr/>
        </p:nvCxnSpPr>
        <p:spPr bwMode="auto">
          <a:xfrm flipH="1" flipV="1">
            <a:off x="3745279" y="3006247"/>
            <a:ext cx="1004168" cy="313150"/>
          </a:xfrm>
          <a:prstGeom prst="straightConnector1">
            <a:avLst/>
          </a:prstGeom>
          <a:solidFill>
            <a:schemeClr val="accent1"/>
          </a:solidFill>
          <a:ln w="76200" cap="flat" cmpd="sng" algn="ctr">
            <a:solidFill>
              <a:srgbClr val="92D05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550161692"/>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8487146"/>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減號 29"/>
          <p:cNvSpPr/>
          <p:nvPr/>
        </p:nvSpPr>
        <p:spPr bwMode="auto">
          <a:xfrm rot="16200000">
            <a:off x="6667794" y="3606172"/>
            <a:ext cx="6660123" cy="687409"/>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aphicFrame>
        <p:nvGraphicFramePr>
          <p:cNvPr id="4" name="表格 3"/>
          <p:cNvGraphicFramePr>
            <a:graphicFrameLocks noGrp="1"/>
          </p:cNvGraphicFramePr>
          <p:nvPr>
            <p:extLst>
              <p:ext uri="{D42A27DB-BD31-4B8C-83A1-F6EECF244321}">
                <p14:modId xmlns:p14="http://schemas.microsoft.com/office/powerpoint/2010/main" val="722750970"/>
              </p:ext>
            </p:extLst>
          </p:nvPr>
        </p:nvGraphicFramePr>
        <p:xfrm>
          <a:off x="338208" y="288096"/>
          <a:ext cx="10471764" cy="5787032"/>
        </p:xfrm>
        <a:graphic>
          <a:graphicData uri="http://schemas.openxmlformats.org/drawingml/2006/table">
            <a:tbl>
              <a:tblPr firstRow="1" bandRow="1">
                <a:tableStyleId>{5940675A-B579-460E-94D1-54222C63F5DA}</a:tableStyleId>
              </a:tblPr>
              <a:tblGrid>
                <a:gridCol w="872647"/>
                <a:gridCol w="872647"/>
                <a:gridCol w="872647"/>
                <a:gridCol w="872647"/>
                <a:gridCol w="872647"/>
                <a:gridCol w="872647"/>
                <a:gridCol w="872647"/>
                <a:gridCol w="872647"/>
                <a:gridCol w="872647"/>
                <a:gridCol w="872647"/>
                <a:gridCol w="872647"/>
                <a:gridCol w="872647"/>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3858015"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6490568"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7379916"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123121"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9997856" y="1728592"/>
            <a:ext cx="776615" cy="751562"/>
          </a:xfrm>
          <a:prstGeom prst="donut">
            <a:avLst/>
          </a:prstGeom>
          <a:solidFill>
            <a:schemeClr val="bg2">
              <a:lumMod val="75000"/>
              <a:lumOff val="2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2968667" y="2480154"/>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229589"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9989500" y="322962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4749447" y="3198315"/>
            <a:ext cx="776615" cy="751562"/>
          </a:xfrm>
          <a:prstGeom prst="donut">
            <a:avLst/>
          </a:prstGeom>
          <a:solidFill>
            <a:schemeClr val="bg2">
              <a:lumMod val="75000"/>
              <a:lumOff val="2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2102281" y="319831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9991591" y="247806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248386" y="247806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5601220" y="2480154"/>
            <a:ext cx="776615" cy="751562"/>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5599127"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968664" y="5359059"/>
            <a:ext cx="776615" cy="751562"/>
          </a:xfrm>
          <a:prstGeom prst="donut">
            <a:avLst/>
          </a:prstGeom>
          <a:solidFill>
            <a:schemeClr val="bg2">
              <a:lumMod val="75000"/>
              <a:lumOff val="2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250474"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5601219"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2968665" y="4607497"/>
            <a:ext cx="776615" cy="751562"/>
          </a:xfrm>
          <a:prstGeom prst="donut">
            <a:avLst/>
          </a:prstGeom>
          <a:solidFill>
            <a:schemeClr val="bg2">
              <a:lumMod val="75000"/>
              <a:lumOff val="2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9985317" y="467012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9983225"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5" name="甜甜圈 24"/>
          <p:cNvSpPr/>
          <p:nvPr/>
        </p:nvSpPr>
        <p:spPr bwMode="auto">
          <a:xfrm>
            <a:off x="9987409" y="3949877"/>
            <a:ext cx="776615" cy="751562"/>
          </a:xfrm>
          <a:prstGeom prst="donut">
            <a:avLst/>
          </a:prstGeom>
          <a:solidFill>
            <a:schemeClr val="bg2">
              <a:lumMod val="75000"/>
              <a:lumOff val="2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grpSp>
        <p:nvGrpSpPr>
          <p:cNvPr id="26" name="群組 25"/>
          <p:cNvGrpSpPr/>
          <p:nvPr/>
        </p:nvGrpSpPr>
        <p:grpSpPr>
          <a:xfrm flipH="1">
            <a:off x="6267203" y="2333966"/>
            <a:ext cx="3724387" cy="238043"/>
            <a:chOff x="5460302" y="-663879"/>
            <a:chExt cx="1315233" cy="263046"/>
          </a:xfrm>
        </p:grpSpPr>
        <p:sp>
          <p:nvSpPr>
            <p:cNvPr id="27" name="手繪多邊形 26"/>
            <p:cNvSpPr/>
            <p:nvPr/>
          </p:nvSpPr>
          <p:spPr bwMode="auto">
            <a:xfrm>
              <a:off x="5460302" y="-663879"/>
              <a:ext cx="1315233" cy="263046"/>
            </a:xfrm>
            <a:custGeom>
              <a:avLst/>
              <a:gdLst>
                <a:gd name="connsiteX0" fmla="*/ 0 w 1315233"/>
                <a:gd name="connsiteY0" fmla="*/ 263046 h 263046"/>
                <a:gd name="connsiteX1" fmla="*/ 626301 w 1315233"/>
                <a:gd name="connsiteY1" fmla="*/ 0 h 263046"/>
                <a:gd name="connsiteX2" fmla="*/ 1315233 w 1315233"/>
                <a:gd name="connsiteY2" fmla="*/ 263046 h 263046"/>
              </a:gdLst>
              <a:ahLst/>
              <a:cxnLst>
                <a:cxn ang="0">
                  <a:pos x="connsiteX0" y="connsiteY0"/>
                </a:cxn>
                <a:cxn ang="0">
                  <a:pos x="connsiteX1" y="connsiteY1"/>
                </a:cxn>
                <a:cxn ang="0">
                  <a:pos x="connsiteX2" y="connsiteY2"/>
                </a:cxn>
              </a:cxnLst>
              <a:rect l="l" t="t" r="r" b="b"/>
              <a:pathLst>
                <a:path w="1315233" h="263046">
                  <a:moveTo>
                    <a:pt x="0" y="263046"/>
                  </a:moveTo>
                  <a:cubicBezTo>
                    <a:pt x="203548" y="131523"/>
                    <a:pt x="407096" y="0"/>
                    <a:pt x="626301" y="0"/>
                  </a:cubicBezTo>
                  <a:cubicBezTo>
                    <a:pt x="845506" y="0"/>
                    <a:pt x="1198323" y="215030"/>
                    <a:pt x="1315233" y="263046"/>
                  </a:cubicBezTo>
                </a:path>
              </a:pathLst>
            </a:custGeom>
            <a:no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28" name="直線接點 27"/>
            <p:cNvCxnSpPr/>
            <p:nvPr/>
          </p:nvCxnSpPr>
          <p:spPr bwMode="auto">
            <a:xfrm flipH="1">
              <a:off x="5460302" y="-588723"/>
              <a:ext cx="28705" cy="175364"/>
            </a:xfrm>
            <a:prstGeom prst="line">
              <a:avLst/>
            </a:prstGeom>
            <a:solidFill>
              <a:schemeClr val="accent1"/>
            </a:solid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線接點 28"/>
            <p:cNvCxnSpPr>
              <a:stCxn id="27" idx="0"/>
            </p:cNvCxnSpPr>
            <p:nvPr/>
          </p:nvCxnSpPr>
          <p:spPr bwMode="auto">
            <a:xfrm>
              <a:off x="5460302" y="-400833"/>
              <a:ext cx="237994" cy="0"/>
            </a:xfrm>
            <a:prstGeom prst="line">
              <a:avLst/>
            </a:prstGeom>
            <a:solidFill>
              <a:schemeClr val="accent1"/>
            </a:solidFill>
            <a:ln w="38100" cap="flat" cmpd="sng" algn="ctr">
              <a:solidFill>
                <a:srgbClr val="92D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1824065911"/>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983346" y="725176"/>
            <a:ext cx="3536417" cy="769441"/>
          </a:xfrm>
          <a:prstGeom prst="rect">
            <a:avLst/>
          </a:prstGeom>
          <a:noFill/>
        </p:spPr>
        <p:txBody>
          <a:bodyPr wrap="none" lIns="91440" tIns="45720" rIns="91440" bIns="45720">
            <a:spAutoFit/>
          </a:bodyPr>
          <a:lstStyle/>
          <a:p>
            <a:pPr algn="ctr"/>
            <a:r>
              <a:rPr lang="en-US" altLang="zh-TW" sz="4400" b="0" cap="none" spc="0" dirty="0" smtClean="0">
                <a:ln w="0"/>
                <a:solidFill>
                  <a:schemeClr val="tx1"/>
                </a:solidFill>
                <a:effectLst>
                  <a:outerShdw blurRad="38100" dist="19050" dir="2700000" algn="tl" rotWithShape="0">
                    <a:schemeClr val="dk1">
                      <a:alpha val="40000"/>
                    </a:schemeClr>
                  </a:outerShdw>
                </a:effectLst>
              </a:rPr>
              <a:t>CLOSEST[</a:t>
            </a:r>
            <a:r>
              <a:rPr lang="en-US" altLang="zh-TW" sz="4400" dirty="0" smtClean="0">
                <a:ln w="0"/>
                <a:effectLst>
                  <a:outerShdw blurRad="38100" dist="19050" dir="2700000" algn="tl" rotWithShape="0">
                    <a:schemeClr val="dk1">
                      <a:alpha val="40000"/>
                    </a:schemeClr>
                  </a:outerShdw>
                </a:effectLst>
              </a:rPr>
              <a:t>][</a:t>
            </a:r>
            <a:r>
              <a:rPr lang="en-US" altLang="zh-TW" sz="4400" b="0" cap="none" spc="0" dirty="0" smtClean="0">
                <a:ln w="0"/>
                <a:solidFill>
                  <a:schemeClr val="tx1"/>
                </a:solidFill>
                <a:effectLst>
                  <a:outerShdw blurRad="38100" dist="19050" dir="2700000" algn="tl" rotWithShape="0">
                    <a:schemeClr val="dk1">
                      <a:alpha val="40000"/>
                    </a:schemeClr>
                  </a:outerShdw>
                </a:effectLst>
              </a:rPr>
              <a:t>]:</a:t>
            </a:r>
            <a:endParaRPr lang="zh-TW" altLang="en-US" sz="4400" b="0" cap="none" spc="0" dirty="0">
              <a:ln w="0"/>
              <a:solidFill>
                <a:schemeClr val="tx1"/>
              </a:solidFill>
              <a:effectLst>
                <a:outerShdw blurRad="38100" dist="19050" dir="2700000" algn="tl" rotWithShape="0">
                  <a:schemeClr val="dk1">
                    <a:alpha val="40000"/>
                  </a:schemeClr>
                </a:outerShdw>
              </a:effectLst>
            </a:endParaRPr>
          </a:p>
        </p:txBody>
      </p:sp>
      <p:graphicFrame>
        <p:nvGraphicFramePr>
          <p:cNvPr id="3" name="表格 2"/>
          <p:cNvGraphicFramePr>
            <a:graphicFrameLocks noGrp="1"/>
          </p:cNvGraphicFramePr>
          <p:nvPr>
            <p:extLst>
              <p:ext uri="{D42A27DB-BD31-4B8C-83A1-F6EECF244321}">
                <p14:modId xmlns:p14="http://schemas.microsoft.com/office/powerpoint/2010/main" val="2324027771"/>
              </p:ext>
            </p:extLst>
          </p:nvPr>
        </p:nvGraphicFramePr>
        <p:xfrm>
          <a:off x="1189972" y="1778695"/>
          <a:ext cx="9156532" cy="3469710"/>
        </p:xfrm>
        <a:graphic>
          <a:graphicData uri="http://schemas.openxmlformats.org/drawingml/2006/table">
            <a:tbl>
              <a:tblPr firstRow="1" bandRow="1">
                <a:tableStyleId>{5940675A-B579-460E-94D1-54222C63F5DA}</a:tableStyleId>
              </a:tblPr>
              <a:tblGrid>
                <a:gridCol w="832412"/>
                <a:gridCol w="832412"/>
                <a:gridCol w="832412"/>
                <a:gridCol w="832412"/>
                <a:gridCol w="832412"/>
                <a:gridCol w="832412"/>
                <a:gridCol w="832412"/>
                <a:gridCol w="832412"/>
                <a:gridCol w="832412"/>
                <a:gridCol w="832412"/>
                <a:gridCol w="832412"/>
              </a:tblGrid>
              <a:tr h="693942">
                <a:tc>
                  <a:txBody>
                    <a:bodyPr/>
                    <a:lstStyle/>
                    <a:p>
                      <a:pPr algn="ct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1</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2</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3</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4</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5</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6</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7</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8</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9</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10</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693942">
                <a:tc>
                  <a:txBody>
                    <a:bodyPr/>
                    <a:lstStyle/>
                    <a:p>
                      <a:pPr algn="ct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c</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c</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693942">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3</a:t>
                      </a:r>
                      <a:endParaRPr lang="zh-TW" altLang="en-US" sz="3200" dirty="0"/>
                    </a:p>
                  </a:txBody>
                  <a:tcPr/>
                </a:tc>
                <a:tc>
                  <a:txBody>
                    <a:bodyPr/>
                    <a:lstStyle/>
                    <a:p>
                      <a:pPr algn="ctr"/>
                      <a:r>
                        <a:rPr lang="en-US" altLang="zh-TW" sz="3200" dirty="0" smtClean="0"/>
                        <a:t>3</a:t>
                      </a:r>
                      <a:endParaRPr lang="zh-TW" altLang="en-US" sz="3200" dirty="0"/>
                    </a:p>
                  </a:txBody>
                  <a:tcPr/>
                </a:tc>
                <a:tc>
                  <a:txBody>
                    <a:bodyPr/>
                    <a:lstStyle/>
                    <a:p>
                      <a:pPr algn="ctr"/>
                      <a:r>
                        <a:rPr lang="en-US" altLang="zh-TW" sz="3200" dirty="0" smtClean="0"/>
                        <a:t>3</a:t>
                      </a:r>
                      <a:endParaRPr lang="zh-TW" altLang="en-US" sz="3200" dirty="0"/>
                    </a:p>
                  </a:txBody>
                  <a:tcPr/>
                </a:tc>
                <a:tc>
                  <a:txBody>
                    <a:bodyPr/>
                    <a:lstStyle/>
                    <a:p>
                      <a:pPr algn="ctr"/>
                      <a:r>
                        <a:rPr lang="en-US" altLang="zh-TW" sz="3200" dirty="0" smtClean="0"/>
                        <a:t>6</a:t>
                      </a:r>
                      <a:endParaRPr lang="zh-TW" altLang="en-US" sz="3200" dirty="0"/>
                    </a:p>
                  </a:txBody>
                  <a:tcPr/>
                </a:tc>
                <a:tc>
                  <a:txBody>
                    <a:bodyPr/>
                    <a:lstStyle/>
                    <a:p>
                      <a:pPr algn="ctr"/>
                      <a:r>
                        <a:rPr lang="en-US" altLang="zh-TW" sz="3200" dirty="0" smtClean="0"/>
                        <a:t>6</a:t>
                      </a:r>
                      <a:endParaRPr lang="zh-TW" altLang="en-US" sz="3200" dirty="0"/>
                    </a:p>
                  </a:txBody>
                  <a:tcPr/>
                </a:tc>
                <a:tc>
                  <a:txBody>
                    <a:bodyPr/>
                    <a:lstStyle/>
                    <a:p>
                      <a:pPr algn="ctr"/>
                      <a:r>
                        <a:rPr lang="en-US" altLang="zh-TW" sz="3200" dirty="0" smtClean="0"/>
                        <a:t>6</a:t>
                      </a:r>
                      <a:endParaRPr lang="zh-TW" altLang="en-US" sz="3200" dirty="0"/>
                    </a:p>
                  </a:txBody>
                  <a:tcPr/>
                </a:tc>
                <a:tc>
                  <a:txBody>
                    <a:bodyPr/>
                    <a:lstStyle/>
                    <a:p>
                      <a:pPr algn="ctr"/>
                      <a:r>
                        <a:rPr lang="en-US" altLang="zh-TW" sz="3200" dirty="0" smtClean="0"/>
                        <a:t>7</a:t>
                      </a:r>
                      <a:endParaRPr lang="zh-TW" altLang="en-US" sz="3200" dirty="0"/>
                    </a:p>
                  </a:txBody>
                  <a:tcPr/>
                </a:tc>
                <a:tc>
                  <a:txBody>
                    <a:bodyPr/>
                    <a:lstStyle/>
                    <a:p>
                      <a:pPr algn="ctr"/>
                      <a:r>
                        <a:rPr lang="en-US" altLang="zh-TW" sz="3200" dirty="0" smtClean="0"/>
                        <a:t>9</a:t>
                      </a:r>
                      <a:endParaRPr lang="zh-TW" altLang="en-US" sz="3200" dirty="0"/>
                    </a:p>
                  </a:txBody>
                  <a:tcPr/>
                </a:tc>
                <a:tc>
                  <a:txBody>
                    <a:bodyPr/>
                    <a:lstStyle/>
                    <a:p>
                      <a:pPr algn="ctr"/>
                      <a:r>
                        <a:rPr lang="en-US" altLang="zh-TW" sz="3200" dirty="0" smtClean="0"/>
                        <a:t>9</a:t>
                      </a:r>
                      <a:endParaRPr lang="zh-TW" altLang="en-US" sz="3200" dirty="0"/>
                    </a:p>
                  </a:txBody>
                  <a:tcPr/>
                </a:tc>
                <a:tc>
                  <a:txBody>
                    <a:bodyPr/>
                    <a:lstStyle/>
                    <a:p>
                      <a:pPr algn="ctr"/>
                      <a:r>
                        <a:rPr lang="en-US" altLang="zh-TW" sz="3200" dirty="0" smtClean="0"/>
                        <a:t>10</a:t>
                      </a:r>
                      <a:endParaRPr lang="zh-TW" altLang="en-US" sz="3200" dirty="0"/>
                    </a:p>
                  </a:txBody>
                  <a:tcPr/>
                </a:tc>
              </a:tr>
              <a:tr h="693942">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2</a:t>
                      </a:r>
                      <a:endParaRPr lang="zh-TW" altLang="en-US" sz="3200" dirty="0"/>
                    </a:p>
                  </a:txBody>
                  <a:tcPr/>
                </a:tc>
                <a:tc>
                  <a:txBody>
                    <a:bodyPr/>
                    <a:lstStyle/>
                    <a:p>
                      <a:pPr algn="ctr"/>
                      <a:r>
                        <a:rPr lang="en-US" altLang="zh-TW" sz="3200" dirty="0" smtClean="0"/>
                        <a:t>2</a:t>
                      </a:r>
                      <a:endParaRPr lang="zh-TW" altLang="en-US" sz="3200" dirty="0"/>
                    </a:p>
                  </a:txBody>
                  <a:tcPr/>
                </a:tc>
                <a:tc>
                  <a:txBody>
                    <a:bodyPr/>
                    <a:lstStyle/>
                    <a:p>
                      <a:pPr algn="ctr"/>
                      <a:r>
                        <a:rPr lang="en-US" altLang="zh-TW" sz="3200" dirty="0" smtClean="0"/>
                        <a:t>5</a:t>
                      </a:r>
                      <a:endParaRPr lang="zh-TW" altLang="en-US" sz="3200" dirty="0"/>
                    </a:p>
                  </a:txBody>
                  <a:tcPr/>
                </a:tc>
                <a:tc>
                  <a:txBody>
                    <a:bodyPr/>
                    <a:lstStyle/>
                    <a:p>
                      <a:pPr algn="ctr"/>
                      <a:r>
                        <a:rPr lang="en-US" altLang="zh-TW" sz="3200" dirty="0" smtClean="0"/>
                        <a:t>5</a:t>
                      </a:r>
                      <a:endParaRPr lang="zh-TW" altLang="en-US" sz="3200" dirty="0"/>
                    </a:p>
                  </a:txBody>
                  <a:tcPr/>
                </a:tc>
                <a:tc>
                  <a:txBody>
                    <a:bodyPr/>
                    <a:lstStyle/>
                    <a:p>
                      <a:pPr algn="ctr"/>
                      <a:r>
                        <a:rPr lang="en-US" altLang="zh-TW" sz="3200" dirty="0" smtClean="0"/>
                        <a:t>5</a:t>
                      </a:r>
                      <a:endParaRPr lang="zh-TW" altLang="en-US" sz="3200" dirty="0"/>
                    </a:p>
                  </a:txBody>
                  <a:tcPr/>
                </a:tc>
                <a:tc>
                  <a:txBody>
                    <a:bodyPr/>
                    <a:lstStyle/>
                    <a:p>
                      <a:pPr algn="ctr"/>
                      <a:r>
                        <a:rPr lang="en-US" altLang="zh-TW" sz="3200" dirty="0" smtClean="0"/>
                        <a:t>8</a:t>
                      </a:r>
                      <a:endParaRPr lang="zh-TW" altLang="en-US" sz="3200" dirty="0"/>
                    </a:p>
                  </a:txBody>
                  <a:tcPr/>
                </a:tc>
                <a:tc>
                  <a:txBody>
                    <a:bodyPr/>
                    <a:lstStyle/>
                    <a:p>
                      <a:pPr algn="ctr"/>
                      <a:r>
                        <a:rPr lang="en-US" altLang="zh-TW" sz="3200" dirty="0" smtClean="0"/>
                        <a:t>8</a:t>
                      </a:r>
                      <a:endParaRPr lang="zh-TW" altLang="en-US" sz="3200" dirty="0"/>
                    </a:p>
                  </a:txBody>
                  <a:tcPr/>
                </a:tc>
                <a:tc>
                  <a:txBody>
                    <a:bodyPr/>
                    <a:lstStyle/>
                    <a:p>
                      <a:pPr algn="ctr"/>
                      <a:r>
                        <a:rPr lang="en-US" altLang="zh-TW" sz="3200" dirty="0" smtClean="0"/>
                        <a:t>8</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r>
              <a:tr h="693942">
                <a:tc>
                  <a:txBody>
                    <a:bodyPr/>
                    <a:lstStyle/>
                    <a:p>
                      <a:pPr algn="ctr"/>
                      <a:r>
                        <a:rPr lang="en-US" altLang="zh-TW" sz="3200" dirty="0" smtClean="0"/>
                        <a:t>c</a:t>
                      </a:r>
                      <a:endParaRPr lang="zh-TW" altLang="en-US" sz="3200" dirty="0"/>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1</a:t>
                      </a:r>
                      <a:endParaRPr lang="zh-TW" altLang="en-US" sz="3200" dirty="0"/>
                    </a:p>
                  </a:txBody>
                  <a:tcPr/>
                </a:tc>
                <a:tc>
                  <a:txBody>
                    <a:bodyPr/>
                    <a:lstStyle/>
                    <a:p>
                      <a:pPr algn="ctr"/>
                      <a:r>
                        <a:rPr lang="en-US" altLang="zh-TW" sz="3200" dirty="0" smtClean="0"/>
                        <a:t>4</a:t>
                      </a:r>
                      <a:endParaRPr lang="zh-TW" altLang="en-US" sz="3200" dirty="0"/>
                    </a:p>
                  </a:txBody>
                  <a:tcPr>
                    <a:noFill/>
                  </a:tcPr>
                </a:tc>
                <a:tc>
                  <a:txBody>
                    <a:bodyPr/>
                    <a:lstStyle/>
                    <a:p>
                      <a:pPr algn="ctr"/>
                      <a:r>
                        <a:rPr lang="en-US" altLang="zh-TW" sz="3200" dirty="0" smtClean="0"/>
                        <a:t>4</a:t>
                      </a:r>
                      <a:endParaRPr lang="zh-TW" altLang="en-US" sz="3200" dirty="0"/>
                    </a:p>
                  </a:txBody>
                  <a:tcPr>
                    <a:noFill/>
                  </a:tcPr>
                </a:tc>
                <a:tc>
                  <a:txBody>
                    <a:bodyPr/>
                    <a:lstStyle/>
                    <a:p>
                      <a:pPr algn="ctr"/>
                      <a:r>
                        <a:rPr lang="en-US" altLang="zh-TW" sz="3200" dirty="0" smtClean="0"/>
                        <a:t>4</a:t>
                      </a:r>
                      <a:endParaRPr lang="zh-TW" altLang="en-US" sz="3200" dirty="0"/>
                    </a:p>
                  </a:txBody>
                  <a:tcPr>
                    <a:noFill/>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r>
            </a:tbl>
          </a:graphicData>
        </a:graphic>
      </p:graphicFrame>
    </p:spTree>
    <p:extLst>
      <p:ext uri="{BB962C8B-B14F-4D97-AF65-F5344CB8AC3E}">
        <p14:creationId xmlns:p14="http://schemas.microsoft.com/office/powerpoint/2010/main" val="1196738229"/>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extLst>
              <p:ext uri="{D42A27DB-BD31-4B8C-83A1-F6EECF244321}">
                <p14:modId xmlns:p14="http://schemas.microsoft.com/office/powerpoint/2010/main" val="2402797368"/>
              </p:ext>
            </p:extLst>
          </p:nvPr>
        </p:nvGraphicFramePr>
        <p:xfrm>
          <a:off x="1189972" y="1778695"/>
          <a:ext cx="9156532" cy="3469710"/>
        </p:xfrm>
        <a:graphic>
          <a:graphicData uri="http://schemas.openxmlformats.org/drawingml/2006/table">
            <a:tbl>
              <a:tblPr firstRow="1" bandRow="1">
                <a:tableStyleId>{5940675A-B579-460E-94D1-54222C63F5DA}</a:tableStyleId>
              </a:tblPr>
              <a:tblGrid>
                <a:gridCol w="832412"/>
                <a:gridCol w="832412"/>
                <a:gridCol w="832412"/>
                <a:gridCol w="832412"/>
                <a:gridCol w="832412"/>
                <a:gridCol w="832412"/>
                <a:gridCol w="832412"/>
                <a:gridCol w="832412"/>
                <a:gridCol w="832412"/>
                <a:gridCol w="832412"/>
                <a:gridCol w="832412"/>
              </a:tblGrid>
              <a:tr h="693942">
                <a:tc>
                  <a:txBody>
                    <a:bodyPr/>
                    <a:lstStyle/>
                    <a:p>
                      <a:pPr algn="ct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1</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2</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3</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4</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5</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6</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7</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8</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9</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10</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693942">
                <a:tc>
                  <a:txBody>
                    <a:bodyPr/>
                    <a:lstStyle/>
                    <a:p>
                      <a:pPr algn="ct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c</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c</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693942">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3</a:t>
                      </a:r>
                      <a:endParaRPr lang="zh-TW" altLang="en-US" sz="3200" dirty="0"/>
                    </a:p>
                  </a:txBody>
                  <a:tcPr/>
                </a:tc>
                <a:tc>
                  <a:txBody>
                    <a:bodyPr/>
                    <a:lstStyle/>
                    <a:p>
                      <a:pPr algn="ctr"/>
                      <a:r>
                        <a:rPr lang="en-US" altLang="zh-TW" sz="3200" dirty="0" smtClean="0"/>
                        <a:t>3</a:t>
                      </a:r>
                      <a:endParaRPr lang="zh-TW" altLang="en-US" sz="3200" dirty="0"/>
                    </a:p>
                  </a:txBody>
                  <a:tcPr/>
                </a:tc>
                <a:tc>
                  <a:txBody>
                    <a:bodyPr/>
                    <a:lstStyle/>
                    <a:p>
                      <a:pPr algn="ctr"/>
                      <a:r>
                        <a:rPr lang="en-US" altLang="zh-TW" sz="3200" dirty="0" smtClean="0"/>
                        <a:t>3</a:t>
                      </a:r>
                      <a:endParaRPr lang="zh-TW" altLang="en-US" sz="3200" dirty="0"/>
                    </a:p>
                  </a:txBody>
                  <a:tcPr/>
                </a:tc>
                <a:tc>
                  <a:txBody>
                    <a:bodyPr/>
                    <a:lstStyle/>
                    <a:p>
                      <a:pPr algn="ctr"/>
                      <a:r>
                        <a:rPr lang="en-US" altLang="zh-TW" sz="3200" dirty="0" smtClean="0"/>
                        <a:t>6</a:t>
                      </a:r>
                      <a:endParaRPr lang="zh-TW" altLang="en-US" sz="3200" dirty="0"/>
                    </a:p>
                  </a:txBody>
                  <a:tcPr/>
                </a:tc>
                <a:tc>
                  <a:txBody>
                    <a:bodyPr/>
                    <a:lstStyle/>
                    <a:p>
                      <a:pPr algn="ctr"/>
                      <a:r>
                        <a:rPr lang="en-US" altLang="zh-TW" sz="3200" dirty="0" smtClean="0"/>
                        <a:t>6</a:t>
                      </a:r>
                      <a:endParaRPr lang="zh-TW" altLang="en-US" sz="3200" dirty="0"/>
                    </a:p>
                  </a:txBody>
                  <a:tcPr/>
                </a:tc>
                <a:tc>
                  <a:txBody>
                    <a:bodyPr/>
                    <a:lstStyle/>
                    <a:p>
                      <a:pPr algn="ctr"/>
                      <a:r>
                        <a:rPr lang="en-US" altLang="zh-TW" sz="3200" dirty="0" smtClean="0"/>
                        <a:t>6</a:t>
                      </a:r>
                      <a:endParaRPr lang="zh-TW" altLang="en-US" sz="3200" dirty="0"/>
                    </a:p>
                  </a:txBody>
                  <a:tcPr/>
                </a:tc>
                <a:tc>
                  <a:txBody>
                    <a:bodyPr/>
                    <a:lstStyle/>
                    <a:p>
                      <a:pPr algn="ctr"/>
                      <a:r>
                        <a:rPr lang="en-US" altLang="zh-TW" sz="3200" dirty="0" smtClean="0"/>
                        <a:t>7</a:t>
                      </a:r>
                      <a:endParaRPr lang="zh-TW" altLang="en-US" sz="3200" dirty="0"/>
                    </a:p>
                  </a:txBody>
                  <a:tcPr/>
                </a:tc>
                <a:tc>
                  <a:txBody>
                    <a:bodyPr/>
                    <a:lstStyle/>
                    <a:p>
                      <a:pPr algn="ctr"/>
                      <a:r>
                        <a:rPr lang="en-US" altLang="zh-TW" sz="3200" dirty="0" smtClean="0"/>
                        <a:t>9</a:t>
                      </a:r>
                      <a:endParaRPr lang="zh-TW" altLang="en-US" sz="3200" dirty="0"/>
                    </a:p>
                  </a:txBody>
                  <a:tcPr/>
                </a:tc>
                <a:tc>
                  <a:txBody>
                    <a:bodyPr/>
                    <a:lstStyle/>
                    <a:p>
                      <a:pPr algn="ctr"/>
                      <a:r>
                        <a:rPr lang="en-US" altLang="zh-TW" sz="3200" dirty="0" smtClean="0"/>
                        <a:t>9</a:t>
                      </a:r>
                      <a:endParaRPr lang="zh-TW" altLang="en-US" sz="3200" dirty="0"/>
                    </a:p>
                  </a:txBody>
                  <a:tcPr/>
                </a:tc>
                <a:tc>
                  <a:txBody>
                    <a:bodyPr/>
                    <a:lstStyle/>
                    <a:p>
                      <a:pPr algn="ctr"/>
                      <a:r>
                        <a:rPr lang="en-US" altLang="zh-TW" sz="3200" dirty="0" smtClean="0"/>
                        <a:t>10</a:t>
                      </a:r>
                      <a:endParaRPr lang="zh-TW" altLang="en-US" sz="3200" dirty="0"/>
                    </a:p>
                  </a:txBody>
                  <a:tcPr/>
                </a:tc>
              </a:tr>
              <a:tr h="693942">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2</a:t>
                      </a:r>
                      <a:endParaRPr lang="zh-TW" altLang="en-US" sz="3200" dirty="0"/>
                    </a:p>
                  </a:txBody>
                  <a:tcPr/>
                </a:tc>
                <a:tc>
                  <a:txBody>
                    <a:bodyPr/>
                    <a:lstStyle/>
                    <a:p>
                      <a:pPr algn="ctr"/>
                      <a:r>
                        <a:rPr lang="en-US" altLang="zh-TW" sz="3200" dirty="0" smtClean="0"/>
                        <a:t>2</a:t>
                      </a:r>
                      <a:endParaRPr lang="zh-TW" altLang="en-US" sz="3200" dirty="0"/>
                    </a:p>
                  </a:txBody>
                  <a:tcPr/>
                </a:tc>
                <a:tc>
                  <a:txBody>
                    <a:bodyPr/>
                    <a:lstStyle/>
                    <a:p>
                      <a:pPr algn="ctr"/>
                      <a:r>
                        <a:rPr lang="en-US" altLang="zh-TW" sz="3200" dirty="0" smtClean="0"/>
                        <a:t>5</a:t>
                      </a:r>
                      <a:endParaRPr lang="zh-TW" altLang="en-US" sz="3200" dirty="0"/>
                    </a:p>
                  </a:txBody>
                  <a:tcPr>
                    <a:solidFill>
                      <a:srgbClr val="FFC000">
                        <a:alpha val="56078"/>
                      </a:srgbClr>
                    </a:solidFill>
                  </a:tcPr>
                </a:tc>
                <a:tc>
                  <a:txBody>
                    <a:bodyPr/>
                    <a:lstStyle/>
                    <a:p>
                      <a:pPr algn="ctr"/>
                      <a:r>
                        <a:rPr lang="en-US" altLang="zh-TW" sz="3200" dirty="0" smtClean="0"/>
                        <a:t>5</a:t>
                      </a:r>
                      <a:endParaRPr lang="zh-TW" altLang="en-US" sz="3200" dirty="0"/>
                    </a:p>
                  </a:txBody>
                  <a:tcPr>
                    <a:solidFill>
                      <a:srgbClr val="FFC000">
                        <a:alpha val="56078"/>
                      </a:srgbClr>
                    </a:solidFill>
                  </a:tcPr>
                </a:tc>
                <a:tc>
                  <a:txBody>
                    <a:bodyPr/>
                    <a:lstStyle/>
                    <a:p>
                      <a:pPr algn="ctr"/>
                      <a:r>
                        <a:rPr lang="en-US" altLang="zh-TW" sz="3200" dirty="0" smtClean="0"/>
                        <a:t>5</a:t>
                      </a:r>
                      <a:endParaRPr lang="zh-TW" altLang="en-US" sz="3200" dirty="0"/>
                    </a:p>
                  </a:txBody>
                  <a:tcPr>
                    <a:solidFill>
                      <a:srgbClr val="FFC000">
                        <a:alpha val="56078"/>
                      </a:srgbClr>
                    </a:solidFill>
                  </a:tcPr>
                </a:tc>
                <a:tc>
                  <a:txBody>
                    <a:bodyPr/>
                    <a:lstStyle/>
                    <a:p>
                      <a:pPr algn="ctr"/>
                      <a:r>
                        <a:rPr lang="en-US" altLang="zh-TW" sz="3200" dirty="0" smtClean="0"/>
                        <a:t>8</a:t>
                      </a:r>
                      <a:endParaRPr lang="zh-TW" altLang="en-US" sz="3200" dirty="0"/>
                    </a:p>
                  </a:txBody>
                  <a:tcPr/>
                </a:tc>
                <a:tc>
                  <a:txBody>
                    <a:bodyPr/>
                    <a:lstStyle/>
                    <a:p>
                      <a:pPr algn="ctr"/>
                      <a:r>
                        <a:rPr lang="en-US" altLang="zh-TW" sz="3200" dirty="0" smtClean="0"/>
                        <a:t>8</a:t>
                      </a:r>
                      <a:endParaRPr lang="zh-TW" altLang="en-US" sz="3200" dirty="0"/>
                    </a:p>
                  </a:txBody>
                  <a:tcPr/>
                </a:tc>
                <a:tc>
                  <a:txBody>
                    <a:bodyPr/>
                    <a:lstStyle/>
                    <a:p>
                      <a:pPr algn="ctr"/>
                      <a:r>
                        <a:rPr lang="en-US" altLang="zh-TW" sz="3200" dirty="0" smtClean="0"/>
                        <a:t>8</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r>
              <a:tr h="693942">
                <a:tc>
                  <a:txBody>
                    <a:bodyPr/>
                    <a:lstStyle/>
                    <a:p>
                      <a:pPr algn="ctr"/>
                      <a:r>
                        <a:rPr lang="en-US" altLang="zh-TW" sz="3200" dirty="0" smtClean="0"/>
                        <a:t>c</a:t>
                      </a:r>
                      <a:endParaRPr lang="zh-TW" altLang="en-US" sz="3200" dirty="0"/>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1</a:t>
                      </a:r>
                      <a:endParaRPr lang="zh-TW" altLang="en-US" sz="3200" dirty="0"/>
                    </a:p>
                  </a:txBody>
                  <a:tcPr/>
                </a:tc>
                <a:tc>
                  <a:txBody>
                    <a:bodyPr/>
                    <a:lstStyle/>
                    <a:p>
                      <a:pPr algn="ctr"/>
                      <a:r>
                        <a:rPr lang="en-US" altLang="zh-TW" sz="3200" dirty="0" smtClean="0"/>
                        <a:t>4</a:t>
                      </a:r>
                      <a:endParaRPr lang="zh-TW" altLang="en-US" sz="3200" dirty="0"/>
                    </a:p>
                  </a:txBody>
                  <a:tcPr>
                    <a:noFill/>
                  </a:tcPr>
                </a:tc>
                <a:tc>
                  <a:txBody>
                    <a:bodyPr/>
                    <a:lstStyle/>
                    <a:p>
                      <a:pPr algn="ctr"/>
                      <a:r>
                        <a:rPr lang="en-US" altLang="zh-TW" sz="3200" dirty="0" smtClean="0"/>
                        <a:t>4</a:t>
                      </a:r>
                      <a:endParaRPr lang="zh-TW" altLang="en-US" sz="3200" dirty="0"/>
                    </a:p>
                  </a:txBody>
                  <a:tcPr>
                    <a:noFill/>
                  </a:tcPr>
                </a:tc>
                <a:tc>
                  <a:txBody>
                    <a:bodyPr/>
                    <a:lstStyle/>
                    <a:p>
                      <a:pPr algn="ctr"/>
                      <a:r>
                        <a:rPr lang="en-US" altLang="zh-TW" sz="3200" dirty="0" smtClean="0"/>
                        <a:t>4</a:t>
                      </a:r>
                      <a:endParaRPr lang="zh-TW" altLang="en-US" sz="3200" dirty="0"/>
                    </a:p>
                  </a:txBody>
                  <a:tcPr>
                    <a:noFill/>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r>
            </a:tbl>
          </a:graphicData>
        </a:graphic>
      </p:graphicFrame>
      <p:sp>
        <p:nvSpPr>
          <p:cNvPr id="4" name="矩形 3"/>
          <p:cNvSpPr/>
          <p:nvPr/>
        </p:nvSpPr>
        <p:spPr>
          <a:xfrm>
            <a:off x="982800" y="725176"/>
            <a:ext cx="9825190" cy="600164"/>
          </a:xfrm>
          <a:prstGeom prst="rect">
            <a:avLst/>
          </a:prstGeom>
          <a:noFill/>
        </p:spPr>
        <p:txBody>
          <a:bodyPr wrap="none" lIns="91440" tIns="45720" rIns="91440" bIns="45720">
            <a:spAutoFit/>
          </a:bodyPr>
          <a:lstStyle/>
          <a:p>
            <a:pPr algn="ctr"/>
            <a:r>
              <a:rPr lang="en-US" altLang="zh-TW" sz="3300" b="0" cap="none" spc="0" dirty="0" smtClean="0">
                <a:ln w="0"/>
                <a:solidFill>
                  <a:schemeClr val="tx1"/>
                </a:solidFill>
                <a:effectLst>
                  <a:outerShdw blurRad="38100" dist="19050" dir="2700000" algn="tl" rotWithShape="0">
                    <a:schemeClr val="dk1">
                      <a:alpha val="40000"/>
                    </a:schemeClr>
                  </a:outerShdw>
                </a:effectLst>
              </a:rPr>
              <a:t>CLOSEST[b</a:t>
            </a:r>
            <a:r>
              <a:rPr lang="en-US" altLang="zh-TW" sz="3300" dirty="0" smtClean="0">
                <a:ln w="0"/>
                <a:effectLst>
                  <a:outerShdw blurRad="38100" dist="19050" dir="2700000" algn="tl" rotWithShape="0">
                    <a:schemeClr val="dk1">
                      <a:alpha val="40000"/>
                    </a:schemeClr>
                  </a:outerShdw>
                </a:effectLst>
              </a:rPr>
              <a:t>][3</a:t>
            </a:r>
            <a:r>
              <a:rPr lang="en-US" altLang="zh-TW" sz="3300" b="0" cap="none" spc="0" dirty="0" smtClean="0">
                <a:ln w="0"/>
                <a:solidFill>
                  <a:schemeClr val="tx1"/>
                </a:solidFill>
                <a:effectLst>
                  <a:outerShdw blurRad="38100" dist="19050" dir="2700000" algn="tl" rotWithShape="0">
                    <a:schemeClr val="dk1">
                      <a:alpha val="40000"/>
                    </a:schemeClr>
                  </a:outerShdw>
                </a:effectLst>
              </a:rPr>
              <a:t>]=CLOSEST[b][4]=CLOSEST[b][5]=5</a:t>
            </a:r>
            <a:endParaRPr lang="zh-TW" altLang="en-US" sz="33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340169121"/>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減號 29"/>
          <p:cNvSpPr/>
          <p:nvPr/>
        </p:nvSpPr>
        <p:spPr bwMode="auto">
          <a:xfrm rot="16200000">
            <a:off x="3233794" y="2582451"/>
            <a:ext cx="3281822" cy="400833"/>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9" name="減號 28"/>
          <p:cNvSpPr/>
          <p:nvPr/>
        </p:nvSpPr>
        <p:spPr bwMode="auto">
          <a:xfrm rot="16200000">
            <a:off x="2319400" y="2582451"/>
            <a:ext cx="3281822" cy="400833"/>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1" name="減號 30"/>
          <p:cNvSpPr/>
          <p:nvPr/>
        </p:nvSpPr>
        <p:spPr bwMode="auto">
          <a:xfrm rot="16200000">
            <a:off x="4047994" y="2602059"/>
            <a:ext cx="3281822" cy="400833"/>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aphicFrame>
        <p:nvGraphicFramePr>
          <p:cNvPr id="4" name="表格 3"/>
          <p:cNvGraphicFramePr>
            <a:graphicFrameLocks noGrp="1"/>
          </p:cNvGraphicFramePr>
          <p:nvPr>
            <p:extLst>
              <p:ext uri="{D42A27DB-BD31-4B8C-83A1-F6EECF244321}">
                <p14:modId xmlns:p14="http://schemas.microsoft.com/office/powerpoint/2010/main" val="4274396107"/>
              </p:ext>
            </p:extLst>
          </p:nvPr>
        </p:nvGraphicFramePr>
        <p:xfrm>
          <a:off x="338208" y="288096"/>
          <a:ext cx="10471764" cy="5787032"/>
        </p:xfrm>
        <a:graphic>
          <a:graphicData uri="http://schemas.openxmlformats.org/drawingml/2006/table">
            <a:tbl>
              <a:tblPr firstRow="1" bandRow="1">
                <a:tableStyleId>{5940675A-B579-460E-94D1-54222C63F5DA}</a:tableStyleId>
              </a:tblPr>
              <a:tblGrid>
                <a:gridCol w="872647"/>
                <a:gridCol w="872647"/>
                <a:gridCol w="872647"/>
                <a:gridCol w="872647"/>
                <a:gridCol w="872647"/>
                <a:gridCol w="872647"/>
                <a:gridCol w="872647"/>
                <a:gridCol w="872647"/>
                <a:gridCol w="872647"/>
                <a:gridCol w="872647"/>
                <a:gridCol w="872647"/>
                <a:gridCol w="872647"/>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algn="ctr" defTabSz="914400" rtl="0" eaLnBrk="1" latinLnBrk="0" hangingPunct="1"/>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algn="ctr" defTabSz="914400" rtl="0" eaLnBrk="1" latinLnBrk="0" hangingPunct="1"/>
                      <a:r>
                        <a:rPr lang="en-US" altLang="zh-TW" sz="1800" kern="1200" dirty="0" smtClean="0">
                          <a:solidFill>
                            <a:schemeClr val="tx1"/>
                          </a:solidFill>
                          <a:latin typeface="+mn-lt"/>
                          <a:ea typeface="+mn-ea"/>
                          <a:cs typeface="+mn-cs"/>
                        </a:rPr>
                        <a:t>4</a:t>
                      </a:r>
                      <a:endParaRPr lang="zh-TW" altLang="en-US" sz="1800" kern="1200" dirty="0">
                        <a:solidFill>
                          <a:schemeClr val="tx1"/>
                        </a:solidFill>
                        <a:latin typeface="+mn-lt"/>
                        <a:ea typeface="+mn-ea"/>
                        <a:cs typeface="+mn-cs"/>
                      </a:endParaRPr>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algn="ctr" defTabSz="914400" rtl="0" eaLnBrk="1" latinLnBrk="0" hangingPunct="1"/>
                      <a:r>
                        <a:rPr lang="en-US" altLang="zh-TW" sz="1800" kern="1200" dirty="0" smtClean="0">
                          <a:solidFill>
                            <a:schemeClr val="tx1"/>
                          </a:solidFill>
                          <a:latin typeface="+mn-lt"/>
                          <a:ea typeface="+mn-ea"/>
                          <a:cs typeface="+mn-cs"/>
                        </a:rPr>
                        <a:t>5</a:t>
                      </a:r>
                      <a:endParaRPr lang="zh-TW" altLang="en-US" sz="1800" kern="1200" dirty="0">
                        <a:solidFill>
                          <a:schemeClr val="tx1"/>
                        </a:solidFill>
                        <a:latin typeface="+mn-lt"/>
                        <a:ea typeface="+mn-ea"/>
                        <a:cs typeface="+mn-cs"/>
                      </a:endParaRPr>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3858015"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6490568"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7379916"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123121"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9997856"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2968667" y="2480154"/>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229589"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9989500" y="322962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4749447" y="319831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2102281" y="319831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9991591" y="247806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248386" y="247806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5601220" y="2480154"/>
            <a:ext cx="776615" cy="751562"/>
          </a:xfrm>
          <a:prstGeom prst="donut">
            <a:avLst/>
          </a:prstGeom>
          <a:solidFill>
            <a:schemeClr val="accent2">
              <a:lumMod val="60000"/>
              <a:lumOff val="40000"/>
            </a:schemeClr>
          </a:solidFill>
          <a:ln w="952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5599127"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968664"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250474"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5601219"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2968665"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9985317" y="467012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3" name="甜甜圈 22"/>
          <p:cNvSpPr/>
          <p:nvPr/>
        </p:nvSpPr>
        <p:spPr bwMode="auto">
          <a:xfrm>
            <a:off x="9987409" y="3949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9983225"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 name="矩形 1"/>
          <p:cNvSpPr/>
          <p:nvPr/>
        </p:nvSpPr>
        <p:spPr bwMode="auto">
          <a:xfrm>
            <a:off x="739036" y="3949877"/>
            <a:ext cx="10860065" cy="2613761"/>
          </a:xfrm>
          <a:prstGeom prst="rect">
            <a:avLst/>
          </a:prstGeom>
          <a:solidFill>
            <a:schemeClr val="bg1"/>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6" name="矩形 25"/>
          <p:cNvSpPr/>
          <p:nvPr/>
        </p:nvSpPr>
        <p:spPr>
          <a:xfrm>
            <a:off x="982800" y="4752000"/>
            <a:ext cx="9825190" cy="600164"/>
          </a:xfrm>
          <a:prstGeom prst="rect">
            <a:avLst/>
          </a:prstGeom>
          <a:noFill/>
        </p:spPr>
        <p:txBody>
          <a:bodyPr wrap="none" lIns="91440" tIns="45720" rIns="91440" bIns="45720">
            <a:spAutoFit/>
          </a:bodyPr>
          <a:lstStyle/>
          <a:p>
            <a:pPr algn="ctr"/>
            <a:r>
              <a:rPr lang="en-US" altLang="zh-TW" sz="3300" b="0" cap="none" spc="0" dirty="0" smtClean="0">
                <a:ln w="0"/>
                <a:solidFill>
                  <a:schemeClr val="tx1"/>
                </a:solidFill>
                <a:effectLst>
                  <a:outerShdw blurRad="38100" dist="19050" dir="2700000" algn="tl" rotWithShape="0">
                    <a:schemeClr val="dk1">
                      <a:alpha val="40000"/>
                    </a:schemeClr>
                  </a:outerShdw>
                </a:effectLst>
              </a:rPr>
              <a:t>CLOSEST[b</a:t>
            </a:r>
            <a:r>
              <a:rPr lang="en-US" altLang="zh-TW" sz="3300" dirty="0" smtClean="0">
                <a:ln w="0"/>
                <a:effectLst>
                  <a:outerShdw blurRad="38100" dist="19050" dir="2700000" algn="tl" rotWithShape="0">
                    <a:schemeClr val="dk1">
                      <a:alpha val="40000"/>
                    </a:schemeClr>
                  </a:outerShdw>
                </a:effectLst>
              </a:rPr>
              <a:t>][3</a:t>
            </a:r>
            <a:r>
              <a:rPr lang="en-US" altLang="zh-TW" sz="3300" b="0" cap="none" spc="0" dirty="0" smtClean="0">
                <a:ln w="0"/>
                <a:solidFill>
                  <a:schemeClr val="tx1"/>
                </a:solidFill>
                <a:effectLst>
                  <a:outerShdw blurRad="38100" dist="19050" dir="2700000" algn="tl" rotWithShape="0">
                    <a:schemeClr val="dk1">
                      <a:alpha val="40000"/>
                    </a:schemeClr>
                  </a:outerShdw>
                </a:effectLst>
              </a:rPr>
              <a:t>]=CLOSEST[b][4]=CLOSEST[b][5]=5</a:t>
            </a:r>
            <a:endParaRPr lang="zh-TW" altLang="en-US" sz="3300" b="0" cap="none" spc="0" dirty="0">
              <a:ln w="0"/>
              <a:solidFill>
                <a:schemeClr val="tx1"/>
              </a:solidFill>
              <a:effectLst>
                <a:outerShdw blurRad="38100" dist="19050" dir="2700000" algn="tl" rotWithShape="0">
                  <a:schemeClr val="dk1">
                    <a:alpha val="40000"/>
                  </a:schemeClr>
                </a:outerShdw>
              </a:effectLst>
            </a:endParaRPr>
          </a:p>
        </p:txBody>
      </p:sp>
      <p:sp>
        <p:nvSpPr>
          <p:cNvPr id="27" name="矩形 26"/>
          <p:cNvSpPr/>
          <p:nvPr/>
        </p:nvSpPr>
        <p:spPr bwMode="auto">
          <a:xfrm>
            <a:off x="501041" y="1615858"/>
            <a:ext cx="801666" cy="2334019"/>
          </a:xfrm>
          <a:prstGeom prst="rect">
            <a:avLst/>
          </a:prstGeom>
          <a:solidFill>
            <a:schemeClr val="bg1"/>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Tree>
    <p:extLst>
      <p:ext uri="{BB962C8B-B14F-4D97-AF65-F5344CB8AC3E}">
        <p14:creationId xmlns:p14="http://schemas.microsoft.com/office/powerpoint/2010/main" val="2459426799"/>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514659" y="3892898"/>
            <a:ext cx="1500924" cy="677108"/>
          </a:xfrm>
          <a:prstGeom prst="rect">
            <a:avLst/>
          </a:prstGeom>
          <a:noFill/>
        </p:spPr>
        <p:txBody>
          <a:bodyPr wrap="none" lIns="91440" tIns="45720" rIns="91440" bIns="45720">
            <a:spAutoFit/>
          </a:bodyPr>
          <a:lstStyle/>
          <a:p>
            <a:pPr algn="ctr"/>
            <a:r>
              <a:rPr lang="en-US" altLang="zh-TW" sz="3800" b="0" cap="none" spc="0" dirty="0" smtClean="0">
                <a:ln w="0"/>
                <a:solidFill>
                  <a:schemeClr val="tx1"/>
                </a:solidFill>
                <a:effectLst>
                  <a:outerShdw blurRad="38100" dist="19050" dir="2700000" algn="tl" rotWithShape="0">
                    <a:schemeClr val="dk1">
                      <a:alpha val="40000"/>
                    </a:schemeClr>
                  </a:outerShdw>
                </a:effectLst>
              </a:rPr>
              <a:t>a-</a:t>
            </a:r>
            <a:r>
              <a:rPr lang="en-US" altLang="zh-TW" sz="3800" b="0" cap="none" spc="0" dirty="0" err="1" smtClean="0">
                <a:ln w="0"/>
                <a:solidFill>
                  <a:schemeClr val="tx1"/>
                </a:solidFill>
                <a:effectLst>
                  <a:outerShdw blurRad="38100" dist="19050" dir="2700000" algn="tl" rotWithShape="0">
                    <a:schemeClr val="dk1">
                      <a:alpha val="40000"/>
                    </a:schemeClr>
                  </a:outerShdw>
                </a:effectLst>
              </a:rPr>
              <a:t>occ</a:t>
            </a:r>
            <a:r>
              <a:rPr lang="en-US" altLang="zh-TW" sz="3800" b="0" cap="none" spc="0" dirty="0" smtClean="0">
                <a:ln w="0"/>
                <a:solidFill>
                  <a:schemeClr val="tx1"/>
                </a:solidFill>
                <a:effectLst>
                  <a:outerShdw blurRad="38100" dist="19050" dir="2700000" algn="tl" rotWithShape="0">
                    <a:schemeClr val="dk1">
                      <a:alpha val="40000"/>
                    </a:schemeClr>
                  </a:outerShdw>
                </a:effectLst>
              </a:rPr>
              <a:t>:</a:t>
            </a:r>
            <a:endParaRPr lang="zh-TW" altLang="en-US" sz="3800" b="0" cap="none" spc="0" dirty="0">
              <a:ln w="0"/>
              <a:solidFill>
                <a:schemeClr val="tx1"/>
              </a:solidFill>
              <a:effectLst>
                <a:outerShdw blurRad="38100" dist="19050" dir="2700000" algn="tl" rotWithShape="0">
                  <a:schemeClr val="dk1">
                    <a:alpha val="40000"/>
                  </a:schemeClr>
                </a:outerShdw>
              </a:effectLst>
            </a:endParaRPr>
          </a:p>
        </p:txBody>
      </p:sp>
      <p:graphicFrame>
        <p:nvGraphicFramePr>
          <p:cNvPr id="6" name="表格 5"/>
          <p:cNvGraphicFramePr>
            <a:graphicFrameLocks noGrp="1"/>
          </p:cNvGraphicFramePr>
          <p:nvPr>
            <p:extLst>
              <p:ext uri="{D42A27DB-BD31-4B8C-83A1-F6EECF244321}">
                <p14:modId xmlns:p14="http://schemas.microsoft.com/office/powerpoint/2010/main" val="4005014914"/>
              </p:ext>
            </p:extLst>
          </p:nvPr>
        </p:nvGraphicFramePr>
        <p:xfrm>
          <a:off x="2845681" y="488514"/>
          <a:ext cx="8066762" cy="2993720"/>
        </p:xfrm>
        <a:graphic>
          <a:graphicData uri="http://schemas.openxmlformats.org/drawingml/2006/table">
            <a:tbl>
              <a:tblPr firstRow="1" bandRow="1">
                <a:tableStyleId>{5940675A-B579-460E-94D1-54222C63F5DA}</a:tableStyleId>
              </a:tblPr>
              <a:tblGrid>
                <a:gridCol w="733342"/>
                <a:gridCol w="733342"/>
                <a:gridCol w="733342"/>
                <a:gridCol w="733342"/>
                <a:gridCol w="733342"/>
                <a:gridCol w="733342"/>
                <a:gridCol w="733342"/>
                <a:gridCol w="733342"/>
                <a:gridCol w="733342"/>
                <a:gridCol w="733342"/>
                <a:gridCol w="733342"/>
              </a:tblGrid>
              <a:tr h="598744">
                <a:tc>
                  <a:txBody>
                    <a:bodyPr/>
                    <a:lstStyle/>
                    <a:p>
                      <a:pPr algn="ct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1</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2</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3</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4</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5</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6</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7</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8</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9</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10</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598744">
                <a:tc>
                  <a:txBody>
                    <a:bodyPr/>
                    <a:lstStyle/>
                    <a:p>
                      <a:pPr algn="ct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c</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c</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598744">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3</a:t>
                      </a:r>
                      <a:endParaRPr lang="zh-TW" altLang="en-US" sz="3200" dirty="0"/>
                    </a:p>
                  </a:txBody>
                  <a:tcPr/>
                </a:tc>
                <a:tc>
                  <a:txBody>
                    <a:bodyPr/>
                    <a:lstStyle/>
                    <a:p>
                      <a:pPr algn="ctr"/>
                      <a:r>
                        <a:rPr lang="en-US" altLang="zh-TW" sz="3200" dirty="0" smtClean="0"/>
                        <a:t>3</a:t>
                      </a:r>
                      <a:endParaRPr lang="zh-TW" altLang="en-US" sz="3200" dirty="0"/>
                    </a:p>
                  </a:txBody>
                  <a:tcPr/>
                </a:tc>
                <a:tc>
                  <a:txBody>
                    <a:bodyPr/>
                    <a:lstStyle/>
                    <a:p>
                      <a:pPr algn="ctr"/>
                      <a:r>
                        <a:rPr lang="en-US" altLang="zh-TW" sz="3200" dirty="0" smtClean="0"/>
                        <a:t>3</a:t>
                      </a:r>
                      <a:endParaRPr lang="zh-TW" altLang="en-US" sz="3200" dirty="0"/>
                    </a:p>
                  </a:txBody>
                  <a:tcPr/>
                </a:tc>
                <a:tc>
                  <a:txBody>
                    <a:bodyPr/>
                    <a:lstStyle/>
                    <a:p>
                      <a:pPr algn="ctr"/>
                      <a:r>
                        <a:rPr lang="en-US" altLang="zh-TW" sz="3200" dirty="0" smtClean="0"/>
                        <a:t>6</a:t>
                      </a:r>
                      <a:endParaRPr lang="zh-TW" altLang="en-US" sz="3200" dirty="0"/>
                    </a:p>
                  </a:txBody>
                  <a:tcPr/>
                </a:tc>
                <a:tc>
                  <a:txBody>
                    <a:bodyPr/>
                    <a:lstStyle/>
                    <a:p>
                      <a:pPr algn="ctr"/>
                      <a:r>
                        <a:rPr lang="en-US" altLang="zh-TW" sz="3200" dirty="0" smtClean="0"/>
                        <a:t>6</a:t>
                      </a:r>
                      <a:endParaRPr lang="zh-TW" altLang="en-US" sz="3200" dirty="0"/>
                    </a:p>
                  </a:txBody>
                  <a:tcPr/>
                </a:tc>
                <a:tc>
                  <a:txBody>
                    <a:bodyPr/>
                    <a:lstStyle/>
                    <a:p>
                      <a:pPr algn="ctr"/>
                      <a:r>
                        <a:rPr lang="en-US" altLang="zh-TW" sz="3200" dirty="0" smtClean="0"/>
                        <a:t>6</a:t>
                      </a:r>
                      <a:endParaRPr lang="zh-TW" altLang="en-US" sz="3200" dirty="0"/>
                    </a:p>
                  </a:txBody>
                  <a:tcPr/>
                </a:tc>
                <a:tc>
                  <a:txBody>
                    <a:bodyPr/>
                    <a:lstStyle/>
                    <a:p>
                      <a:pPr algn="ctr"/>
                      <a:r>
                        <a:rPr lang="en-US" altLang="zh-TW" sz="3200" dirty="0" smtClean="0"/>
                        <a:t>7</a:t>
                      </a:r>
                      <a:endParaRPr lang="zh-TW" altLang="en-US" sz="3200" dirty="0"/>
                    </a:p>
                  </a:txBody>
                  <a:tcPr/>
                </a:tc>
                <a:tc>
                  <a:txBody>
                    <a:bodyPr/>
                    <a:lstStyle/>
                    <a:p>
                      <a:pPr algn="ctr"/>
                      <a:r>
                        <a:rPr lang="en-US" altLang="zh-TW" sz="3200" dirty="0" smtClean="0"/>
                        <a:t>9</a:t>
                      </a:r>
                      <a:endParaRPr lang="zh-TW" altLang="en-US" sz="3200" dirty="0"/>
                    </a:p>
                  </a:txBody>
                  <a:tcPr/>
                </a:tc>
                <a:tc>
                  <a:txBody>
                    <a:bodyPr/>
                    <a:lstStyle/>
                    <a:p>
                      <a:pPr algn="ctr"/>
                      <a:r>
                        <a:rPr lang="en-US" altLang="zh-TW" sz="3200" dirty="0" smtClean="0"/>
                        <a:t>9</a:t>
                      </a:r>
                      <a:endParaRPr lang="zh-TW" altLang="en-US" sz="3200" dirty="0"/>
                    </a:p>
                  </a:txBody>
                  <a:tcPr/>
                </a:tc>
                <a:tc>
                  <a:txBody>
                    <a:bodyPr/>
                    <a:lstStyle/>
                    <a:p>
                      <a:pPr algn="ctr"/>
                      <a:r>
                        <a:rPr lang="en-US" altLang="zh-TW" sz="3200" dirty="0" smtClean="0"/>
                        <a:t>10</a:t>
                      </a:r>
                      <a:endParaRPr lang="zh-TW" altLang="en-US" sz="3200" dirty="0"/>
                    </a:p>
                  </a:txBody>
                  <a:tcPr/>
                </a:tc>
              </a:tr>
              <a:tr h="598744">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2</a:t>
                      </a:r>
                      <a:endParaRPr lang="zh-TW" altLang="en-US" sz="3200" dirty="0"/>
                    </a:p>
                  </a:txBody>
                  <a:tcPr/>
                </a:tc>
                <a:tc>
                  <a:txBody>
                    <a:bodyPr/>
                    <a:lstStyle/>
                    <a:p>
                      <a:pPr algn="ctr"/>
                      <a:r>
                        <a:rPr lang="en-US" altLang="zh-TW" sz="3200" dirty="0" smtClean="0"/>
                        <a:t>2</a:t>
                      </a:r>
                      <a:endParaRPr lang="zh-TW" altLang="en-US" sz="3200" dirty="0"/>
                    </a:p>
                  </a:txBody>
                  <a:tcPr/>
                </a:tc>
                <a:tc>
                  <a:txBody>
                    <a:bodyPr/>
                    <a:lstStyle/>
                    <a:p>
                      <a:pPr algn="ctr"/>
                      <a:r>
                        <a:rPr lang="en-US" altLang="zh-TW" sz="3200" dirty="0" smtClean="0"/>
                        <a:t>5</a:t>
                      </a:r>
                      <a:endParaRPr lang="zh-TW" altLang="en-US" sz="3200" dirty="0"/>
                    </a:p>
                  </a:txBody>
                  <a:tcPr/>
                </a:tc>
                <a:tc>
                  <a:txBody>
                    <a:bodyPr/>
                    <a:lstStyle/>
                    <a:p>
                      <a:pPr algn="ctr"/>
                      <a:r>
                        <a:rPr lang="en-US" altLang="zh-TW" sz="3200" dirty="0" smtClean="0"/>
                        <a:t>5</a:t>
                      </a:r>
                      <a:endParaRPr lang="zh-TW" altLang="en-US" sz="3200" dirty="0"/>
                    </a:p>
                  </a:txBody>
                  <a:tcPr/>
                </a:tc>
                <a:tc>
                  <a:txBody>
                    <a:bodyPr/>
                    <a:lstStyle/>
                    <a:p>
                      <a:pPr algn="ctr"/>
                      <a:r>
                        <a:rPr lang="en-US" altLang="zh-TW" sz="3200" dirty="0" smtClean="0"/>
                        <a:t>5</a:t>
                      </a:r>
                      <a:endParaRPr lang="zh-TW" altLang="en-US" sz="3200" dirty="0"/>
                    </a:p>
                  </a:txBody>
                  <a:tcPr/>
                </a:tc>
                <a:tc>
                  <a:txBody>
                    <a:bodyPr/>
                    <a:lstStyle/>
                    <a:p>
                      <a:pPr algn="ctr"/>
                      <a:r>
                        <a:rPr lang="en-US" altLang="zh-TW" sz="3200" dirty="0" smtClean="0"/>
                        <a:t>8</a:t>
                      </a:r>
                      <a:endParaRPr lang="zh-TW" altLang="en-US" sz="3200" dirty="0"/>
                    </a:p>
                  </a:txBody>
                  <a:tcPr/>
                </a:tc>
                <a:tc>
                  <a:txBody>
                    <a:bodyPr/>
                    <a:lstStyle/>
                    <a:p>
                      <a:pPr algn="ctr"/>
                      <a:r>
                        <a:rPr lang="en-US" altLang="zh-TW" sz="3200" dirty="0" smtClean="0"/>
                        <a:t>8</a:t>
                      </a:r>
                      <a:endParaRPr lang="zh-TW" altLang="en-US" sz="3200" dirty="0"/>
                    </a:p>
                  </a:txBody>
                  <a:tcPr/>
                </a:tc>
                <a:tc>
                  <a:txBody>
                    <a:bodyPr/>
                    <a:lstStyle/>
                    <a:p>
                      <a:pPr algn="ctr"/>
                      <a:r>
                        <a:rPr lang="en-US" altLang="zh-TW" sz="3200" dirty="0" smtClean="0"/>
                        <a:t>8</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r>
              <a:tr h="598744">
                <a:tc>
                  <a:txBody>
                    <a:bodyPr/>
                    <a:lstStyle/>
                    <a:p>
                      <a:pPr algn="ctr"/>
                      <a:r>
                        <a:rPr lang="en-US" altLang="zh-TW" sz="3200" dirty="0" smtClean="0"/>
                        <a:t>c</a:t>
                      </a:r>
                      <a:endParaRPr lang="zh-TW" altLang="en-US" sz="3200" dirty="0"/>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1</a:t>
                      </a:r>
                      <a:endParaRPr lang="zh-TW" altLang="en-US" sz="3200" dirty="0"/>
                    </a:p>
                  </a:txBody>
                  <a:tcPr/>
                </a:tc>
                <a:tc>
                  <a:txBody>
                    <a:bodyPr/>
                    <a:lstStyle/>
                    <a:p>
                      <a:pPr algn="ctr"/>
                      <a:r>
                        <a:rPr lang="en-US" altLang="zh-TW" sz="3200" dirty="0" smtClean="0"/>
                        <a:t>4</a:t>
                      </a:r>
                      <a:endParaRPr lang="zh-TW" altLang="en-US" sz="3200" dirty="0"/>
                    </a:p>
                  </a:txBody>
                  <a:tcPr>
                    <a:noFill/>
                  </a:tcPr>
                </a:tc>
                <a:tc>
                  <a:txBody>
                    <a:bodyPr/>
                    <a:lstStyle/>
                    <a:p>
                      <a:pPr algn="ctr"/>
                      <a:r>
                        <a:rPr lang="en-US" altLang="zh-TW" sz="3200" dirty="0" smtClean="0"/>
                        <a:t>4</a:t>
                      </a:r>
                      <a:endParaRPr lang="zh-TW" altLang="en-US" sz="3200" dirty="0"/>
                    </a:p>
                  </a:txBody>
                  <a:tcPr>
                    <a:noFill/>
                  </a:tcPr>
                </a:tc>
                <a:tc>
                  <a:txBody>
                    <a:bodyPr/>
                    <a:lstStyle/>
                    <a:p>
                      <a:pPr algn="ctr"/>
                      <a:r>
                        <a:rPr lang="en-US" altLang="zh-TW" sz="3200" dirty="0" smtClean="0"/>
                        <a:t>4</a:t>
                      </a:r>
                      <a:endParaRPr lang="zh-TW" altLang="en-US" sz="3200" dirty="0"/>
                    </a:p>
                  </a:txBody>
                  <a:tcPr>
                    <a:noFill/>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r>
            </a:tbl>
          </a:graphicData>
        </a:graphic>
      </p:graphicFrame>
      <p:sp>
        <p:nvSpPr>
          <p:cNvPr id="7" name="矩形 6"/>
          <p:cNvSpPr/>
          <p:nvPr/>
        </p:nvSpPr>
        <p:spPr>
          <a:xfrm>
            <a:off x="423917" y="737702"/>
            <a:ext cx="3076996" cy="677108"/>
          </a:xfrm>
          <a:prstGeom prst="rect">
            <a:avLst/>
          </a:prstGeom>
          <a:noFill/>
        </p:spPr>
        <p:txBody>
          <a:bodyPr wrap="none" lIns="91440" tIns="45720" rIns="91440" bIns="45720">
            <a:spAutoFit/>
          </a:bodyPr>
          <a:lstStyle/>
          <a:p>
            <a:pPr algn="ctr"/>
            <a:r>
              <a:rPr lang="en-US" altLang="zh-TW" sz="3800" b="0" cap="none" spc="0" dirty="0" smtClean="0">
                <a:ln w="0"/>
                <a:solidFill>
                  <a:schemeClr val="tx1"/>
                </a:solidFill>
                <a:effectLst>
                  <a:outerShdw blurRad="38100" dist="19050" dir="2700000" algn="tl" rotWithShape="0">
                    <a:schemeClr val="dk1">
                      <a:alpha val="40000"/>
                    </a:schemeClr>
                  </a:outerShdw>
                </a:effectLst>
              </a:rPr>
              <a:t>CLOSEST[</a:t>
            </a:r>
            <a:r>
              <a:rPr lang="en-US" altLang="zh-TW" sz="3800" dirty="0" smtClean="0">
                <a:ln w="0"/>
                <a:effectLst>
                  <a:outerShdw blurRad="38100" dist="19050" dir="2700000" algn="tl" rotWithShape="0">
                    <a:schemeClr val="dk1">
                      <a:alpha val="40000"/>
                    </a:schemeClr>
                  </a:outerShdw>
                </a:effectLst>
              </a:rPr>
              <a:t>][</a:t>
            </a:r>
            <a:r>
              <a:rPr lang="en-US" altLang="zh-TW" sz="3800" b="0" cap="none" spc="0" dirty="0" smtClean="0">
                <a:ln w="0"/>
                <a:solidFill>
                  <a:schemeClr val="tx1"/>
                </a:solidFill>
                <a:effectLst>
                  <a:outerShdw blurRad="38100" dist="19050" dir="2700000" algn="tl" rotWithShape="0">
                    <a:schemeClr val="dk1">
                      <a:alpha val="40000"/>
                    </a:schemeClr>
                  </a:outerShdw>
                </a:effectLst>
              </a:rPr>
              <a:t>]:</a:t>
            </a:r>
            <a:endParaRPr lang="zh-TW" altLang="en-US" sz="3800" b="0" cap="none" spc="0" dirty="0">
              <a:ln w="0"/>
              <a:solidFill>
                <a:schemeClr val="tx1"/>
              </a:solidFill>
              <a:effectLst>
                <a:outerShdw blurRad="38100" dist="19050" dir="2700000" algn="tl" rotWithShape="0">
                  <a:schemeClr val="dk1">
                    <a:alpha val="40000"/>
                  </a:schemeClr>
                </a:outerShdw>
              </a:effectLst>
            </a:endParaRPr>
          </a:p>
        </p:txBody>
      </p:sp>
      <p:graphicFrame>
        <p:nvGraphicFramePr>
          <p:cNvPr id="9" name="表格 8"/>
          <p:cNvGraphicFramePr>
            <a:graphicFrameLocks noGrp="1"/>
          </p:cNvGraphicFramePr>
          <p:nvPr>
            <p:extLst>
              <p:ext uri="{D42A27DB-BD31-4B8C-83A1-F6EECF244321}">
                <p14:modId xmlns:p14="http://schemas.microsoft.com/office/powerpoint/2010/main" val="3375755238"/>
              </p:ext>
            </p:extLst>
          </p:nvPr>
        </p:nvGraphicFramePr>
        <p:xfrm>
          <a:off x="4160032" y="3971262"/>
          <a:ext cx="3666710" cy="598744"/>
        </p:xfrm>
        <a:graphic>
          <a:graphicData uri="http://schemas.openxmlformats.org/drawingml/2006/table">
            <a:tbl>
              <a:tblPr firstRow="1" bandRow="1">
                <a:tableStyleId>{5940675A-B579-460E-94D1-54222C63F5DA}</a:tableStyleId>
              </a:tblPr>
              <a:tblGrid>
                <a:gridCol w="733342"/>
                <a:gridCol w="733342"/>
                <a:gridCol w="733342"/>
                <a:gridCol w="733342"/>
                <a:gridCol w="733342"/>
              </a:tblGrid>
              <a:tr h="598744">
                <a:tc>
                  <a:txBody>
                    <a:bodyPr/>
                    <a:lstStyle/>
                    <a:p>
                      <a:pPr algn="ctr"/>
                      <a:r>
                        <a:rPr lang="en-US" altLang="zh-TW" sz="3200" dirty="0" smtClean="0"/>
                        <a:t>3</a:t>
                      </a:r>
                      <a:endParaRPr lang="zh-TW" altLang="en-US" sz="3200" dirty="0"/>
                    </a:p>
                  </a:txBody>
                  <a:tcPr/>
                </a:tc>
                <a:tc>
                  <a:txBody>
                    <a:bodyPr/>
                    <a:lstStyle/>
                    <a:p>
                      <a:pPr algn="ctr"/>
                      <a:r>
                        <a:rPr lang="en-US" altLang="zh-TW" sz="3200" dirty="0" smtClean="0"/>
                        <a:t>6</a:t>
                      </a:r>
                      <a:endParaRPr lang="zh-TW" altLang="en-US" sz="3200" dirty="0"/>
                    </a:p>
                  </a:txBody>
                  <a:tcPr/>
                </a:tc>
                <a:tc>
                  <a:txBody>
                    <a:bodyPr/>
                    <a:lstStyle/>
                    <a:p>
                      <a:pPr algn="ctr"/>
                      <a:r>
                        <a:rPr lang="en-US" altLang="zh-TW" sz="3200" dirty="0" smtClean="0"/>
                        <a:t>7</a:t>
                      </a:r>
                      <a:endParaRPr lang="zh-TW" altLang="en-US" sz="3200" dirty="0"/>
                    </a:p>
                  </a:txBody>
                  <a:tcPr/>
                </a:tc>
                <a:tc>
                  <a:txBody>
                    <a:bodyPr/>
                    <a:lstStyle/>
                    <a:p>
                      <a:pPr algn="ctr"/>
                      <a:r>
                        <a:rPr lang="en-US" altLang="zh-TW" sz="3200" dirty="0" smtClean="0"/>
                        <a:t>9</a:t>
                      </a:r>
                      <a:endParaRPr lang="zh-TW" altLang="en-US" sz="3200" dirty="0"/>
                    </a:p>
                  </a:txBody>
                  <a:tcPr/>
                </a:tc>
                <a:tc>
                  <a:txBody>
                    <a:bodyPr/>
                    <a:lstStyle/>
                    <a:p>
                      <a:pPr algn="ctr"/>
                      <a:r>
                        <a:rPr lang="en-US" altLang="zh-TW" sz="3200" dirty="0" smtClean="0"/>
                        <a:t>10</a:t>
                      </a:r>
                      <a:endParaRPr lang="zh-TW" altLang="en-US" sz="3200" dirty="0"/>
                    </a:p>
                  </a:txBody>
                  <a:tcPr/>
                </a:tc>
              </a:tr>
            </a:tbl>
          </a:graphicData>
        </a:graphic>
      </p:graphicFrame>
      <p:sp>
        <p:nvSpPr>
          <p:cNvPr id="10" name="矩形 9"/>
          <p:cNvSpPr/>
          <p:nvPr/>
        </p:nvSpPr>
        <p:spPr>
          <a:xfrm>
            <a:off x="2508247" y="4570006"/>
            <a:ext cx="1513748" cy="677108"/>
          </a:xfrm>
          <a:prstGeom prst="rect">
            <a:avLst/>
          </a:prstGeom>
          <a:noFill/>
        </p:spPr>
        <p:txBody>
          <a:bodyPr wrap="none" lIns="91440" tIns="45720" rIns="91440" bIns="45720">
            <a:spAutoFit/>
          </a:bodyPr>
          <a:lstStyle/>
          <a:p>
            <a:pPr algn="ctr"/>
            <a:r>
              <a:rPr lang="en-US" altLang="zh-TW" sz="3800" dirty="0">
                <a:ln w="0"/>
                <a:effectLst>
                  <a:outerShdw blurRad="38100" dist="19050" dir="2700000" algn="tl" rotWithShape="0">
                    <a:schemeClr val="dk1">
                      <a:alpha val="40000"/>
                    </a:schemeClr>
                  </a:outerShdw>
                </a:effectLst>
              </a:rPr>
              <a:t>b</a:t>
            </a:r>
            <a:r>
              <a:rPr lang="en-US" altLang="zh-TW" sz="3800" b="0" cap="none" spc="0" dirty="0" smtClean="0">
                <a:ln w="0"/>
                <a:solidFill>
                  <a:schemeClr val="tx1"/>
                </a:solidFill>
                <a:effectLst>
                  <a:outerShdw blurRad="38100" dist="19050" dir="2700000" algn="tl" rotWithShape="0">
                    <a:schemeClr val="dk1">
                      <a:alpha val="40000"/>
                    </a:schemeClr>
                  </a:outerShdw>
                </a:effectLst>
              </a:rPr>
              <a:t>-</a:t>
            </a:r>
            <a:r>
              <a:rPr lang="en-US" altLang="zh-TW" sz="3800" b="0" cap="none" spc="0" dirty="0" err="1" smtClean="0">
                <a:ln w="0"/>
                <a:solidFill>
                  <a:schemeClr val="tx1"/>
                </a:solidFill>
                <a:effectLst>
                  <a:outerShdw blurRad="38100" dist="19050" dir="2700000" algn="tl" rotWithShape="0">
                    <a:schemeClr val="dk1">
                      <a:alpha val="40000"/>
                    </a:schemeClr>
                  </a:outerShdw>
                </a:effectLst>
              </a:rPr>
              <a:t>occ</a:t>
            </a:r>
            <a:r>
              <a:rPr lang="en-US" altLang="zh-TW" sz="3800" b="0" cap="none" spc="0" dirty="0" smtClean="0">
                <a:ln w="0"/>
                <a:solidFill>
                  <a:schemeClr val="tx1"/>
                </a:solidFill>
                <a:effectLst>
                  <a:outerShdw blurRad="38100" dist="19050" dir="2700000" algn="tl" rotWithShape="0">
                    <a:schemeClr val="dk1">
                      <a:alpha val="40000"/>
                    </a:schemeClr>
                  </a:outerShdw>
                </a:effectLst>
              </a:rPr>
              <a:t>:</a:t>
            </a:r>
            <a:endParaRPr lang="zh-TW" altLang="en-US" sz="3800" b="0" cap="none" spc="0" dirty="0">
              <a:ln w="0"/>
              <a:solidFill>
                <a:schemeClr val="tx1"/>
              </a:solidFill>
              <a:effectLst>
                <a:outerShdw blurRad="38100" dist="19050" dir="2700000" algn="tl" rotWithShape="0">
                  <a:schemeClr val="dk1">
                    <a:alpha val="40000"/>
                  </a:schemeClr>
                </a:outerShdw>
              </a:effectLst>
            </a:endParaRPr>
          </a:p>
        </p:txBody>
      </p:sp>
      <p:graphicFrame>
        <p:nvGraphicFramePr>
          <p:cNvPr id="11" name="表格 10"/>
          <p:cNvGraphicFramePr>
            <a:graphicFrameLocks noGrp="1"/>
          </p:cNvGraphicFramePr>
          <p:nvPr>
            <p:extLst>
              <p:ext uri="{D42A27DB-BD31-4B8C-83A1-F6EECF244321}">
                <p14:modId xmlns:p14="http://schemas.microsoft.com/office/powerpoint/2010/main" val="1427920155"/>
              </p:ext>
            </p:extLst>
          </p:nvPr>
        </p:nvGraphicFramePr>
        <p:xfrm>
          <a:off x="4162824" y="4684305"/>
          <a:ext cx="2933368" cy="598744"/>
        </p:xfrm>
        <a:graphic>
          <a:graphicData uri="http://schemas.openxmlformats.org/drawingml/2006/table">
            <a:tbl>
              <a:tblPr firstRow="1" bandRow="1">
                <a:tableStyleId>{5940675A-B579-460E-94D1-54222C63F5DA}</a:tableStyleId>
              </a:tblPr>
              <a:tblGrid>
                <a:gridCol w="733342"/>
                <a:gridCol w="733342"/>
                <a:gridCol w="733342"/>
                <a:gridCol w="733342"/>
              </a:tblGrid>
              <a:tr h="598744">
                <a:tc>
                  <a:txBody>
                    <a:bodyPr/>
                    <a:lstStyle/>
                    <a:p>
                      <a:pPr algn="ctr"/>
                      <a:r>
                        <a:rPr lang="en-US" altLang="zh-TW" sz="3200" dirty="0" smtClean="0"/>
                        <a:t>2</a:t>
                      </a:r>
                      <a:endParaRPr lang="zh-TW" altLang="en-US" sz="3200" dirty="0"/>
                    </a:p>
                  </a:txBody>
                  <a:tcPr/>
                </a:tc>
                <a:tc>
                  <a:txBody>
                    <a:bodyPr/>
                    <a:lstStyle/>
                    <a:p>
                      <a:pPr algn="ctr"/>
                      <a:r>
                        <a:rPr lang="en-US" altLang="zh-TW" sz="3200" dirty="0" smtClean="0"/>
                        <a:t>5</a:t>
                      </a:r>
                      <a:endParaRPr lang="zh-TW" altLang="en-US" sz="3200" dirty="0"/>
                    </a:p>
                  </a:txBody>
                  <a:tcPr/>
                </a:tc>
                <a:tc>
                  <a:txBody>
                    <a:bodyPr/>
                    <a:lstStyle/>
                    <a:p>
                      <a:pPr algn="ctr"/>
                      <a:r>
                        <a:rPr lang="en-US" altLang="zh-TW" sz="3200" dirty="0" smtClean="0"/>
                        <a:t>8</a:t>
                      </a:r>
                      <a:endParaRPr lang="zh-TW" altLang="en-US" sz="3200" dirty="0"/>
                    </a:p>
                  </a:txBody>
                  <a:tcPr/>
                </a:tc>
                <a:tc>
                  <a:txBody>
                    <a:bodyPr/>
                    <a:lstStyle/>
                    <a:p>
                      <a:pPr algn="ctr"/>
                      <a:r>
                        <a:rPr lang="en-US" altLang="zh-TW" sz="3200" dirty="0" smtClean="0"/>
                        <a:t>10</a:t>
                      </a:r>
                      <a:endParaRPr lang="zh-TW" altLang="en-US" sz="3200" dirty="0"/>
                    </a:p>
                  </a:txBody>
                  <a:tcPr/>
                </a:tc>
              </a:tr>
            </a:tbl>
          </a:graphicData>
        </a:graphic>
      </p:graphicFrame>
      <p:graphicFrame>
        <p:nvGraphicFramePr>
          <p:cNvPr id="12" name="表格 11"/>
          <p:cNvGraphicFramePr>
            <a:graphicFrameLocks noGrp="1"/>
          </p:cNvGraphicFramePr>
          <p:nvPr>
            <p:extLst>
              <p:ext uri="{D42A27DB-BD31-4B8C-83A1-F6EECF244321}">
                <p14:modId xmlns:p14="http://schemas.microsoft.com/office/powerpoint/2010/main" val="1848325981"/>
              </p:ext>
            </p:extLst>
          </p:nvPr>
        </p:nvGraphicFramePr>
        <p:xfrm>
          <a:off x="4172558" y="5422830"/>
          <a:ext cx="2200026" cy="598744"/>
        </p:xfrm>
        <a:graphic>
          <a:graphicData uri="http://schemas.openxmlformats.org/drawingml/2006/table">
            <a:tbl>
              <a:tblPr firstRow="1" bandRow="1">
                <a:tableStyleId>{5940675A-B579-460E-94D1-54222C63F5DA}</a:tableStyleId>
              </a:tblPr>
              <a:tblGrid>
                <a:gridCol w="733342"/>
                <a:gridCol w="733342"/>
                <a:gridCol w="733342"/>
              </a:tblGrid>
              <a:tr h="598744">
                <a:tc>
                  <a:txBody>
                    <a:bodyPr/>
                    <a:lstStyle/>
                    <a:p>
                      <a:pPr algn="ctr"/>
                      <a:r>
                        <a:rPr lang="en-US" altLang="zh-TW" sz="3200" dirty="0" smtClean="0"/>
                        <a:t>1</a:t>
                      </a:r>
                      <a:endParaRPr lang="zh-TW" altLang="en-US" sz="3200" dirty="0"/>
                    </a:p>
                  </a:txBody>
                  <a:tcPr/>
                </a:tc>
                <a:tc>
                  <a:txBody>
                    <a:bodyPr/>
                    <a:lstStyle/>
                    <a:p>
                      <a:pPr algn="ctr"/>
                      <a:r>
                        <a:rPr lang="en-US" altLang="zh-TW" sz="3200" dirty="0" smtClean="0"/>
                        <a:t>4</a:t>
                      </a:r>
                      <a:endParaRPr lang="zh-TW" altLang="en-US" sz="3200" dirty="0"/>
                    </a:p>
                  </a:txBody>
                  <a:tcPr>
                    <a:noFill/>
                  </a:tcPr>
                </a:tc>
                <a:tc>
                  <a:txBody>
                    <a:bodyPr/>
                    <a:lstStyle/>
                    <a:p>
                      <a:pPr algn="ctr"/>
                      <a:r>
                        <a:rPr lang="en-US" altLang="zh-TW" sz="3200" dirty="0" smtClean="0"/>
                        <a:t>10</a:t>
                      </a:r>
                      <a:endParaRPr lang="zh-TW" altLang="en-US" sz="3200" dirty="0"/>
                    </a:p>
                  </a:txBody>
                  <a:tcPr>
                    <a:noFill/>
                  </a:tcPr>
                </a:tc>
              </a:tr>
            </a:tbl>
          </a:graphicData>
        </a:graphic>
      </p:graphicFrame>
      <p:sp>
        <p:nvSpPr>
          <p:cNvPr id="13" name="矩形 12"/>
          <p:cNvSpPr/>
          <p:nvPr/>
        </p:nvSpPr>
        <p:spPr>
          <a:xfrm>
            <a:off x="2526425" y="5247114"/>
            <a:ext cx="1464568" cy="677108"/>
          </a:xfrm>
          <a:prstGeom prst="rect">
            <a:avLst/>
          </a:prstGeom>
          <a:noFill/>
        </p:spPr>
        <p:txBody>
          <a:bodyPr wrap="none" lIns="91440" tIns="45720" rIns="91440" bIns="45720">
            <a:spAutoFit/>
          </a:bodyPr>
          <a:lstStyle/>
          <a:p>
            <a:pPr algn="ctr"/>
            <a:r>
              <a:rPr lang="en-US" altLang="zh-TW" sz="3800" dirty="0" smtClean="0">
                <a:ln w="0"/>
                <a:effectLst>
                  <a:outerShdw blurRad="38100" dist="19050" dir="2700000" algn="tl" rotWithShape="0">
                    <a:schemeClr val="dk1">
                      <a:alpha val="40000"/>
                    </a:schemeClr>
                  </a:outerShdw>
                </a:effectLst>
              </a:rPr>
              <a:t>c</a:t>
            </a:r>
            <a:r>
              <a:rPr lang="en-US" altLang="zh-TW" sz="3800" b="0" cap="none" spc="0" dirty="0" smtClean="0">
                <a:ln w="0"/>
                <a:solidFill>
                  <a:schemeClr val="tx1"/>
                </a:solidFill>
                <a:effectLst>
                  <a:outerShdw blurRad="38100" dist="19050" dir="2700000" algn="tl" rotWithShape="0">
                    <a:schemeClr val="dk1">
                      <a:alpha val="40000"/>
                    </a:schemeClr>
                  </a:outerShdw>
                </a:effectLst>
              </a:rPr>
              <a:t>-</a:t>
            </a:r>
            <a:r>
              <a:rPr lang="en-US" altLang="zh-TW" sz="3800" b="0" cap="none" spc="0" dirty="0" err="1" smtClean="0">
                <a:ln w="0"/>
                <a:solidFill>
                  <a:schemeClr val="tx1"/>
                </a:solidFill>
                <a:effectLst>
                  <a:outerShdw blurRad="38100" dist="19050" dir="2700000" algn="tl" rotWithShape="0">
                    <a:schemeClr val="dk1">
                      <a:alpha val="40000"/>
                    </a:schemeClr>
                  </a:outerShdw>
                </a:effectLst>
              </a:rPr>
              <a:t>occ</a:t>
            </a:r>
            <a:r>
              <a:rPr lang="en-US" altLang="zh-TW" sz="3800" b="0" cap="none" spc="0" dirty="0" smtClean="0">
                <a:ln w="0"/>
                <a:solidFill>
                  <a:schemeClr val="tx1"/>
                </a:solidFill>
                <a:effectLst>
                  <a:outerShdw blurRad="38100" dist="19050" dir="2700000" algn="tl" rotWithShape="0">
                    <a:schemeClr val="dk1">
                      <a:alpha val="40000"/>
                    </a:schemeClr>
                  </a:outerShdw>
                </a:effectLst>
              </a:rPr>
              <a:t>:</a:t>
            </a:r>
            <a:endParaRPr lang="zh-TW" altLang="en-US" sz="3800" b="0" cap="none" spc="0" dirty="0">
              <a:ln w="0"/>
              <a:solidFill>
                <a:schemeClr val="tx1"/>
              </a:solidFill>
              <a:effectLst>
                <a:outerShdw blurRad="38100" dist="19050" dir="2700000" algn="tl" rotWithShape="0">
                  <a:schemeClr val="dk1">
                    <a:alpha val="40000"/>
                  </a:schemeClr>
                </a:outerShdw>
              </a:effectLst>
            </a:endParaRPr>
          </a:p>
        </p:txBody>
      </p:sp>
      <p:cxnSp>
        <p:nvCxnSpPr>
          <p:cNvPr id="15" name="直線單箭頭接點 14"/>
          <p:cNvCxnSpPr/>
          <p:nvPr/>
        </p:nvCxnSpPr>
        <p:spPr bwMode="auto">
          <a:xfrm flipH="1">
            <a:off x="4171167" y="6288066"/>
            <a:ext cx="4308954" cy="37578"/>
          </a:xfrm>
          <a:prstGeom prst="straightConnector1">
            <a:avLst/>
          </a:prstGeom>
          <a:solidFill>
            <a:schemeClr val="accent1"/>
          </a:solidFill>
          <a:ln w="76200" cap="flat" cmpd="sng" algn="ctr">
            <a:solidFill>
              <a:srgbClr val="0070C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466065807"/>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996024" y="1702207"/>
            <a:ext cx="6099747" cy="2092881"/>
          </a:xfrm>
          <a:prstGeom prst="rect">
            <a:avLst/>
          </a:prstGeom>
          <a:noFill/>
        </p:spPr>
        <p:txBody>
          <a:bodyPr wrap="none" lIns="91440" tIns="45720" rIns="91440" bIns="45720">
            <a:spAutoFit/>
          </a:bodyPr>
          <a:lstStyle/>
          <a:p>
            <a:pPr algn="ctr"/>
            <a:r>
              <a:rPr lang="en-US" altLang="zh-TW" sz="5400" dirty="0" smtClean="0">
                <a:ln w="0"/>
                <a:effectLst>
                  <a:outerShdw blurRad="38100" dist="19050" dir="2700000" algn="tl" rotWithShape="0">
                    <a:schemeClr val="dk1">
                      <a:alpha val="40000"/>
                    </a:schemeClr>
                  </a:outerShdw>
                </a:effectLst>
              </a:rPr>
              <a:t>H1</a:t>
            </a:r>
            <a:endParaRPr lang="en-US" altLang="zh-TW" sz="5400" b="0" cap="none" spc="0" dirty="0" smtClean="0">
              <a:ln w="0"/>
              <a:solidFill>
                <a:schemeClr val="tx1"/>
              </a:solidFill>
              <a:effectLst>
                <a:outerShdw blurRad="38100" dist="19050" dir="2700000" algn="tl" rotWithShape="0">
                  <a:schemeClr val="dk1">
                    <a:alpha val="40000"/>
                  </a:schemeClr>
                </a:outerShdw>
              </a:effectLst>
            </a:endParaRPr>
          </a:p>
          <a:p>
            <a:pPr algn="ctr"/>
            <a:endParaRPr lang="en-US" altLang="zh-TW" sz="2800" b="0" cap="none" spc="0" dirty="0" smtClean="0">
              <a:ln w="0"/>
              <a:solidFill>
                <a:schemeClr val="tx1"/>
              </a:solidFill>
              <a:effectLst>
                <a:outerShdw blurRad="38100" dist="19050" dir="2700000" algn="tl" rotWithShape="0">
                  <a:schemeClr val="dk1">
                    <a:alpha val="40000"/>
                  </a:schemeClr>
                </a:outerShdw>
              </a:effectLst>
            </a:endParaRPr>
          </a:p>
          <a:p>
            <a:pPr algn="ctr"/>
            <a:r>
              <a:rPr lang="pt-BR" altLang="zh-TW" sz="4800" dirty="0" smtClean="0">
                <a:ln w="0"/>
                <a:effectLst>
                  <a:outerShdw blurRad="38100" dist="19050" dir="2700000" algn="tl" rotWithShape="0">
                    <a:schemeClr val="dk1">
                      <a:alpha val="40000"/>
                    </a:schemeClr>
                  </a:outerShdw>
                </a:effectLst>
              </a:rPr>
              <a:t>O(</a:t>
            </a:r>
            <a:r>
              <a:rPr lang="el-GR" altLang="zh-TW" sz="4800" dirty="0">
                <a:ln w="0"/>
                <a:effectLst>
                  <a:outerShdw blurRad="38100" dist="19050" dir="2700000" algn="tl" rotWithShape="0">
                    <a:schemeClr val="dk1">
                      <a:alpha val="40000"/>
                    </a:schemeClr>
                  </a:outerShdw>
                </a:effectLst>
              </a:rPr>
              <a:t>ℓ </a:t>
            </a:r>
            <a:r>
              <a:rPr lang="pt-BR" altLang="zh-TW" sz="4800" dirty="0" smtClean="0">
                <a:ln w="0"/>
                <a:effectLst>
                  <a:outerShdw blurRad="38100" dist="19050" dir="2700000" algn="tl" rotWithShape="0">
                    <a:schemeClr val="dk1">
                      <a:alpha val="40000"/>
                    </a:schemeClr>
                  </a:outerShdw>
                </a:effectLst>
              </a:rPr>
              <a:t>m + </a:t>
            </a:r>
            <a:r>
              <a:rPr lang="pt-BR" altLang="zh-TW" sz="4800" dirty="0" smtClean="0">
                <a:ln w="0"/>
                <a:solidFill>
                  <a:srgbClr val="0070C0"/>
                </a:solidFill>
                <a:effectLst>
                  <a:outerShdw blurRad="38100" dist="19050" dir="2700000" algn="tl" rotWithShape="0">
                    <a:schemeClr val="dk1">
                      <a:alpha val="40000"/>
                    </a:schemeClr>
                  </a:outerShdw>
                </a:effectLst>
              </a:rPr>
              <a:t>sn</a:t>
            </a:r>
            <a:r>
              <a:rPr lang="pt-BR" altLang="zh-TW" sz="4800" dirty="0" smtClean="0">
                <a:ln w="0"/>
                <a:effectLst>
                  <a:outerShdw blurRad="38100" dist="19050" dir="2700000" algn="tl" rotWithShape="0">
                    <a:schemeClr val="dk1">
                      <a:alpha val="40000"/>
                    </a:schemeClr>
                  </a:outerShdw>
                </a:effectLst>
              </a:rPr>
              <a:t> + n log s)</a:t>
            </a:r>
            <a:endParaRPr lang="zh-TW" altLang="en-US" sz="48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373881893"/>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直線單箭頭接點 4"/>
          <p:cNvCxnSpPr/>
          <p:nvPr/>
        </p:nvCxnSpPr>
        <p:spPr bwMode="auto">
          <a:xfrm flipV="1">
            <a:off x="5398718" y="3018483"/>
            <a:ext cx="475989" cy="804592"/>
          </a:xfrm>
          <a:prstGeom prst="straightConnector1">
            <a:avLst/>
          </a:prstGeom>
          <a:solidFill>
            <a:schemeClr val="accent1"/>
          </a:solidFill>
          <a:ln w="57150" cap="flat" cmpd="sng" algn="ctr">
            <a:solidFill>
              <a:srgbClr val="0070C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矩形 2"/>
          <p:cNvSpPr/>
          <p:nvPr/>
        </p:nvSpPr>
        <p:spPr>
          <a:xfrm>
            <a:off x="2996024" y="1702207"/>
            <a:ext cx="6099747" cy="2092881"/>
          </a:xfrm>
          <a:prstGeom prst="rect">
            <a:avLst/>
          </a:prstGeom>
          <a:noFill/>
        </p:spPr>
        <p:txBody>
          <a:bodyPr wrap="none" lIns="91440" tIns="45720" rIns="91440" bIns="45720">
            <a:spAutoFit/>
          </a:bodyPr>
          <a:lstStyle/>
          <a:p>
            <a:pPr algn="ctr"/>
            <a:r>
              <a:rPr lang="en-US" altLang="zh-TW" sz="5400" dirty="0" smtClean="0">
                <a:ln w="0"/>
                <a:effectLst>
                  <a:outerShdw blurRad="38100" dist="19050" dir="2700000" algn="tl" rotWithShape="0">
                    <a:schemeClr val="dk1">
                      <a:alpha val="40000"/>
                    </a:schemeClr>
                  </a:outerShdw>
                </a:effectLst>
              </a:rPr>
              <a:t>H1</a:t>
            </a:r>
            <a:endParaRPr lang="en-US" altLang="zh-TW" sz="5400" b="0" cap="none" spc="0" dirty="0" smtClean="0">
              <a:ln w="0"/>
              <a:solidFill>
                <a:schemeClr val="tx1"/>
              </a:solidFill>
              <a:effectLst>
                <a:outerShdw blurRad="38100" dist="19050" dir="2700000" algn="tl" rotWithShape="0">
                  <a:schemeClr val="dk1">
                    <a:alpha val="40000"/>
                  </a:schemeClr>
                </a:outerShdw>
              </a:effectLst>
            </a:endParaRPr>
          </a:p>
          <a:p>
            <a:pPr algn="ctr"/>
            <a:endParaRPr lang="en-US" altLang="zh-TW" sz="2800" b="0" cap="none" spc="0" dirty="0" smtClean="0">
              <a:ln w="0"/>
              <a:solidFill>
                <a:schemeClr val="tx1"/>
              </a:solidFill>
              <a:effectLst>
                <a:outerShdw blurRad="38100" dist="19050" dir="2700000" algn="tl" rotWithShape="0">
                  <a:schemeClr val="dk1">
                    <a:alpha val="40000"/>
                  </a:schemeClr>
                </a:outerShdw>
              </a:effectLst>
            </a:endParaRPr>
          </a:p>
          <a:p>
            <a:pPr algn="ctr"/>
            <a:r>
              <a:rPr lang="pt-BR" altLang="zh-TW" sz="4800" dirty="0" smtClean="0">
                <a:ln w="0"/>
                <a:effectLst>
                  <a:outerShdw blurRad="38100" dist="19050" dir="2700000" algn="tl" rotWithShape="0">
                    <a:schemeClr val="dk1">
                      <a:alpha val="40000"/>
                    </a:schemeClr>
                  </a:outerShdw>
                </a:effectLst>
              </a:rPr>
              <a:t>O(</a:t>
            </a:r>
            <a:r>
              <a:rPr lang="el-GR" altLang="zh-TW" sz="4800" dirty="0">
                <a:ln w="0"/>
                <a:effectLst>
                  <a:outerShdw blurRad="38100" dist="19050" dir="2700000" algn="tl" rotWithShape="0">
                    <a:schemeClr val="dk1">
                      <a:alpha val="40000"/>
                    </a:schemeClr>
                  </a:outerShdw>
                </a:effectLst>
              </a:rPr>
              <a:t>ℓ </a:t>
            </a:r>
            <a:r>
              <a:rPr lang="pt-BR" altLang="zh-TW" sz="4800" dirty="0" smtClean="0">
                <a:ln w="0"/>
                <a:effectLst>
                  <a:outerShdw blurRad="38100" dist="19050" dir="2700000" algn="tl" rotWithShape="0">
                    <a:schemeClr val="dk1">
                      <a:alpha val="40000"/>
                    </a:schemeClr>
                  </a:outerShdw>
                </a:effectLst>
              </a:rPr>
              <a:t>m + sn + n log s)</a:t>
            </a:r>
            <a:endParaRPr lang="zh-TW" altLang="en-US" sz="4800" b="0" cap="none" spc="0" dirty="0">
              <a:ln w="0"/>
              <a:solidFill>
                <a:schemeClr val="tx1"/>
              </a:solidFill>
              <a:effectLst>
                <a:outerShdw blurRad="38100" dist="19050" dir="2700000" algn="tl" rotWithShape="0">
                  <a:schemeClr val="dk1">
                    <a:alpha val="40000"/>
                  </a:schemeClr>
                </a:outerShdw>
              </a:effectLst>
            </a:endParaRPr>
          </a:p>
        </p:txBody>
      </p:sp>
      <p:sp>
        <p:nvSpPr>
          <p:cNvPr id="6" name="矩形 5"/>
          <p:cNvSpPr/>
          <p:nvPr/>
        </p:nvSpPr>
        <p:spPr>
          <a:xfrm>
            <a:off x="5874707" y="2333148"/>
            <a:ext cx="597562" cy="830997"/>
          </a:xfrm>
          <a:prstGeom prst="rect">
            <a:avLst/>
          </a:prstGeom>
          <a:noFill/>
        </p:spPr>
        <p:txBody>
          <a:bodyPr wrap="square" lIns="91440" tIns="45720" rIns="91440" bIns="45720">
            <a:spAutoFit/>
          </a:bodyPr>
          <a:lstStyle/>
          <a:p>
            <a:pPr algn="ctr"/>
            <a:r>
              <a:rPr lang="en-US" altLang="zh-TW" sz="4800" b="0" cap="none" spc="0" dirty="0" smtClean="0">
                <a:ln w="0"/>
                <a:solidFill>
                  <a:srgbClr val="0070C0"/>
                </a:solidFill>
                <a:effectLst>
                  <a:outerShdw blurRad="38100" dist="19050" dir="2700000" algn="tl" rotWithShape="0">
                    <a:schemeClr val="dk1">
                      <a:alpha val="40000"/>
                    </a:schemeClr>
                  </a:outerShdw>
                </a:effectLst>
              </a:rPr>
              <a:t>m</a:t>
            </a:r>
            <a:endParaRPr lang="zh-TW" altLang="en-US" sz="4800" b="0" cap="none" spc="0" dirty="0">
              <a:ln w="0"/>
              <a:solidFill>
                <a:srgbClr val="0070C0"/>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766273224"/>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extLst>
              <p:ext uri="{D42A27DB-BD31-4B8C-83A1-F6EECF244321}">
                <p14:modId xmlns:p14="http://schemas.microsoft.com/office/powerpoint/2010/main" val="3704194405"/>
              </p:ext>
            </p:extLst>
          </p:nvPr>
        </p:nvGraphicFramePr>
        <p:xfrm>
          <a:off x="3071150" y="313150"/>
          <a:ext cx="8066762" cy="2993720"/>
        </p:xfrm>
        <a:graphic>
          <a:graphicData uri="http://schemas.openxmlformats.org/drawingml/2006/table">
            <a:tbl>
              <a:tblPr firstRow="1" bandRow="1">
                <a:tableStyleId>{5940675A-B579-460E-94D1-54222C63F5DA}</a:tableStyleId>
              </a:tblPr>
              <a:tblGrid>
                <a:gridCol w="733342"/>
                <a:gridCol w="733342"/>
                <a:gridCol w="733342"/>
                <a:gridCol w="733342"/>
                <a:gridCol w="733342"/>
                <a:gridCol w="733342"/>
                <a:gridCol w="733342"/>
                <a:gridCol w="733342"/>
                <a:gridCol w="733342"/>
                <a:gridCol w="733342"/>
                <a:gridCol w="733342"/>
              </a:tblGrid>
              <a:tr h="598744">
                <a:tc>
                  <a:txBody>
                    <a:bodyPr/>
                    <a:lstStyle/>
                    <a:p>
                      <a:pPr algn="ct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1</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2</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3</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4</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5</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6</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7</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8</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9</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10</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598744">
                <a:tc>
                  <a:txBody>
                    <a:bodyPr/>
                    <a:lstStyle/>
                    <a:p>
                      <a:pPr algn="ct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c</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c</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598744">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3</a:t>
                      </a:r>
                      <a:endParaRPr lang="zh-TW" altLang="en-US" sz="3200" dirty="0"/>
                    </a:p>
                  </a:txBody>
                  <a:tcPr/>
                </a:tc>
                <a:tc>
                  <a:txBody>
                    <a:bodyPr/>
                    <a:lstStyle/>
                    <a:p>
                      <a:pPr algn="ctr"/>
                      <a:r>
                        <a:rPr lang="en-US" altLang="zh-TW" sz="3200" dirty="0" smtClean="0"/>
                        <a:t>3</a:t>
                      </a:r>
                      <a:endParaRPr lang="zh-TW" altLang="en-US" sz="3200" dirty="0"/>
                    </a:p>
                  </a:txBody>
                  <a:tcPr/>
                </a:tc>
                <a:tc>
                  <a:txBody>
                    <a:bodyPr/>
                    <a:lstStyle/>
                    <a:p>
                      <a:pPr algn="ctr"/>
                      <a:r>
                        <a:rPr lang="en-US" altLang="zh-TW" sz="3200" dirty="0" smtClean="0"/>
                        <a:t>3</a:t>
                      </a:r>
                      <a:endParaRPr lang="zh-TW" altLang="en-US" sz="3200" dirty="0"/>
                    </a:p>
                  </a:txBody>
                  <a:tcPr/>
                </a:tc>
                <a:tc>
                  <a:txBody>
                    <a:bodyPr/>
                    <a:lstStyle/>
                    <a:p>
                      <a:pPr algn="ctr"/>
                      <a:r>
                        <a:rPr lang="en-US" altLang="zh-TW" sz="3200" dirty="0" smtClean="0"/>
                        <a:t>6</a:t>
                      </a:r>
                      <a:endParaRPr lang="zh-TW" altLang="en-US" sz="3200" dirty="0"/>
                    </a:p>
                  </a:txBody>
                  <a:tcPr/>
                </a:tc>
                <a:tc>
                  <a:txBody>
                    <a:bodyPr/>
                    <a:lstStyle/>
                    <a:p>
                      <a:pPr algn="ctr"/>
                      <a:r>
                        <a:rPr lang="en-US" altLang="zh-TW" sz="3200" dirty="0" smtClean="0"/>
                        <a:t>6</a:t>
                      </a:r>
                      <a:endParaRPr lang="zh-TW" altLang="en-US" sz="3200" dirty="0"/>
                    </a:p>
                  </a:txBody>
                  <a:tcPr/>
                </a:tc>
                <a:tc>
                  <a:txBody>
                    <a:bodyPr/>
                    <a:lstStyle/>
                    <a:p>
                      <a:pPr algn="ctr"/>
                      <a:r>
                        <a:rPr lang="en-US" altLang="zh-TW" sz="3200" dirty="0" smtClean="0"/>
                        <a:t>6</a:t>
                      </a:r>
                      <a:endParaRPr lang="zh-TW" altLang="en-US" sz="3200" dirty="0"/>
                    </a:p>
                  </a:txBody>
                  <a:tcPr/>
                </a:tc>
                <a:tc>
                  <a:txBody>
                    <a:bodyPr/>
                    <a:lstStyle/>
                    <a:p>
                      <a:pPr algn="ctr"/>
                      <a:r>
                        <a:rPr lang="en-US" altLang="zh-TW" sz="3200" dirty="0" smtClean="0"/>
                        <a:t>7</a:t>
                      </a:r>
                      <a:endParaRPr lang="zh-TW" altLang="en-US" sz="3200" dirty="0"/>
                    </a:p>
                  </a:txBody>
                  <a:tcPr/>
                </a:tc>
                <a:tc>
                  <a:txBody>
                    <a:bodyPr/>
                    <a:lstStyle/>
                    <a:p>
                      <a:pPr algn="ctr"/>
                      <a:r>
                        <a:rPr lang="en-US" altLang="zh-TW" sz="3200" dirty="0" smtClean="0"/>
                        <a:t>9</a:t>
                      </a:r>
                      <a:endParaRPr lang="zh-TW" altLang="en-US" sz="3200" dirty="0"/>
                    </a:p>
                  </a:txBody>
                  <a:tcPr/>
                </a:tc>
                <a:tc>
                  <a:txBody>
                    <a:bodyPr/>
                    <a:lstStyle/>
                    <a:p>
                      <a:pPr algn="ctr"/>
                      <a:r>
                        <a:rPr lang="en-US" altLang="zh-TW" sz="3200" dirty="0" smtClean="0"/>
                        <a:t>9</a:t>
                      </a:r>
                      <a:endParaRPr lang="zh-TW" altLang="en-US" sz="3200" dirty="0"/>
                    </a:p>
                  </a:txBody>
                  <a:tcPr/>
                </a:tc>
                <a:tc>
                  <a:txBody>
                    <a:bodyPr/>
                    <a:lstStyle/>
                    <a:p>
                      <a:pPr algn="ctr"/>
                      <a:r>
                        <a:rPr lang="en-US" altLang="zh-TW" sz="3200" dirty="0" smtClean="0"/>
                        <a:t>10</a:t>
                      </a:r>
                      <a:endParaRPr lang="zh-TW" altLang="en-US" sz="3200" dirty="0"/>
                    </a:p>
                  </a:txBody>
                  <a:tcPr/>
                </a:tc>
              </a:tr>
              <a:tr h="598744">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2</a:t>
                      </a:r>
                      <a:endParaRPr lang="zh-TW" altLang="en-US" sz="3200" dirty="0"/>
                    </a:p>
                  </a:txBody>
                  <a:tcPr/>
                </a:tc>
                <a:tc>
                  <a:txBody>
                    <a:bodyPr/>
                    <a:lstStyle/>
                    <a:p>
                      <a:pPr algn="ctr"/>
                      <a:r>
                        <a:rPr lang="en-US" altLang="zh-TW" sz="3200" dirty="0" smtClean="0"/>
                        <a:t>2</a:t>
                      </a:r>
                      <a:endParaRPr lang="zh-TW" altLang="en-US" sz="3200" dirty="0"/>
                    </a:p>
                  </a:txBody>
                  <a:tcPr/>
                </a:tc>
                <a:tc>
                  <a:txBody>
                    <a:bodyPr/>
                    <a:lstStyle/>
                    <a:p>
                      <a:pPr algn="ctr"/>
                      <a:r>
                        <a:rPr lang="en-US" altLang="zh-TW" sz="3200" dirty="0" smtClean="0"/>
                        <a:t>5</a:t>
                      </a:r>
                      <a:endParaRPr lang="zh-TW" altLang="en-US" sz="3200" dirty="0"/>
                    </a:p>
                  </a:txBody>
                  <a:tcPr/>
                </a:tc>
                <a:tc>
                  <a:txBody>
                    <a:bodyPr/>
                    <a:lstStyle/>
                    <a:p>
                      <a:pPr algn="ctr"/>
                      <a:r>
                        <a:rPr lang="en-US" altLang="zh-TW" sz="3200" dirty="0" smtClean="0"/>
                        <a:t>5</a:t>
                      </a:r>
                      <a:endParaRPr lang="zh-TW" altLang="en-US" sz="3200" dirty="0"/>
                    </a:p>
                  </a:txBody>
                  <a:tcPr/>
                </a:tc>
                <a:tc>
                  <a:txBody>
                    <a:bodyPr/>
                    <a:lstStyle/>
                    <a:p>
                      <a:pPr algn="ctr"/>
                      <a:r>
                        <a:rPr lang="en-US" altLang="zh-TW" sz="3200" dirty="0" smtClean="0"/>
                        <a:t>5</a:t>
                      </a:r>
                      <a:endParaRPr lang="zh-TW" altLang="en-US" sz="3200" dirty="0"/>
                    </a:p>
                  </a:txBody>
                  <a:tcPr/>
                </a:tc>
                <a:tc>
                  <a:txBody>
                    <a:bodyPr/>
                    <a:lstStyle/>
                    <a:p>
                      <a:pPr algn="ctr"/>
                      <a:r>
                        <a:rPr lang="en-US" altLang="zh-TW" sz="3200" dirty="0" smtClean="0"/>
                        <a:t>8</a:t>
                      </a:r>
                      <a:endParaRPr lang="zh-TW" altLang="en-US" sz="3200" dirty="0"/>
                    </a:p>
                  </a:txBody>
                  <a:tcPr/>
                </a:tc>
                <a:tc>
                  <a:txBody>
                    <a:bodyPr/>
                    <a:lstStyle/>
                    <a:p>
                      <a:pPr algn="ctr"/>
                      <a:r>
                        <a:rPr lang="en-US" altLang="zh-TW" sz="3200" dirty="0" smtClean="0"/>
                        <a:t>8</a:t>
                      </a:r>
                      <a:endParaRPr lang="zh-TW" altLang="en-US" sz="3200" dirty="0"/>
                    </a:p>
                  </a:txBody>
                  <a:tcPr/>
                </a:tc>
                <a:tc>
                  <a:txBody>
                    <a:bodyPr/>
                    <a:lstStyle/>
                    <a:p>
                      <a:pPr algn="ctr"/>
                      <a:r>
                        <a:rPr lang="en-US" altLang="zh-TW" sz="3200" dirty="0" smtClean="0"/>
                        <a:t>8</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r>
              <a:tr h="598744">
                <a:tc>
                  <a:txBody>
                    <a:bodyPr/>
                    <a:lstStyle/>
                    <a:p>
                      <a:pPr algn="ctr"/>
                      <a:r>
                        <a:rPr lang="en-US" altLang="zh-TW" sz="3200" dirty="0" smtClean="0"/>
                        <a:t>c</a:t>
                      </a:r>
                      <a:endParaRPr lang="zh-TW" altLang="en-US" sz="3200" dirty="0"/>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1</a:t>
                      </a:r>
                      <a:endParaRPr lang="zh-TW" altLang="en-US" sz="3200" dirty="0"/>
                    </a:p>
                  </a:txBody>
                  <a:tcPr/>
                </a:tc>
                <a:tc>
                  <a:txBody>
                    <a:bodyPr/>
                    <a:lstStyle/>
                    <a:p>
                      <a:pPr algn="ctr"/>
                      <a:r>
                        <a:rPr lang="en-US" altLang="zh-TW" sz="3200" dirty="0" smtClean="0"/>
                        <a:t>4</a:t>
                      </a:r>
                      <a:endParaRPr lang="zh-TW" altLang="en-US" sz="3200" dirty="0"/>
                    </a:p>
                  </a:txBody>
                  <a:tcPr>
                    <a:noFill/>
                  </a:tcPr>
                </a:tc>
                <a:tc>
                  <a:txBody>
                    <a:bodyPr/>
                    <a:lstStyle/>
                    <a:p>
                      <a:pPr algn="ctr"/>
                      <a:r>
                        <a:rPr lang="en-US" altLang="zh-TW" sz="3200" dirty="0" smtClean="0"/>
                        <a:t>4</a:t>
                      </a:r>
                      <a:endParaRPr lang="zh-TW" altLang="en-US" sz="3200" dirty="0"/>
                    </a:p>
                  </a:txBody>
                  <a:tcPr>
                    <a:noFill/>
                  </a:tcPr>
                </a:tc>
                <a:tc>
                  <a:txBody>
                    <a:bodyPr/>
                    <a:lstStyle/>
                    <a:p>
                      <a:pPr algn="ctr"/>
                      <a:r>
                        <a:rPr lang="en-US" altLang="zh-TW" sz="3200" dirty="0" smtClean="0"/>
                        <a:t>4</a:t>
                      </a:r>
                      <a:endParaRPr lang="zh-TW" altLang="en-US" sz="3200" dirty="0"/>
                    </a:p>
                  </a:txBody>
                  <a:tcPr>
                    <a:noFill/>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r>
            </a:tbl>
          </a:graphicData>
        </a:graphic>
      </p:graphicFrame>
      <p:sp>
        <p:nvSpPr>
          <p:cNvPr id="4" name="矩形 3"/>
          <p:cNvSpPr/>
          <p:nvPr/>
        </p:nvSpPr>
        <p:spPr>
          <a:xfrm>
            <a:off x="649386" y="562338"/>
            <a:ext cx="3076996" cy="677108"/>
          </a:xfrm>
          <a:prstGeom prst="rect">
            <a:avLst/>
          </a:prstGeom>
          <a:noFill/>
        </p:spPr>
        <p:txBody>
          <a:bodyPr wrap="none" lIns="91440" tIns="45720" rIns="91440" bIns="45720">
            <a:spAutoFit/>
          </a:bodyPr>
          <a:lstStyle/>
          <a:p>
            <a:pPr algn="ctr"/>
            <a:r>
              <a:rPr lang="en-US" altLang="zh-TW" sz="3800" b="0" cap="none" spc="0" dirty="0" smtClean="0">
                <a:ln w="0"/>
                <a:solidFill>
                  <a:schemeClr val="tx1"/>
                </a:solidFill>
                <a:effectLst>
                  <a:outerShdw blurRad="38100" dist="19050" dir="2700000" algn="tl" rotWithShape="0">
                    <a:schemeClr val="dk1">
                      <a:alpha val="40000"/>
                    </a:schemeClr>
                  </a:outerShdw>
                </a:effectLst>
              </a:rPr>
              <a:t>CLOSEST[</a:t>
            </a:r>
            <a:r>
              <a:rPr lang="en-US" altLang="zh-TW" sz="3800" dirty="0" smtClean="0">
                <a:ln w="0"/>
                <a:effectLst>
                  <a:outerShdw blurRad="38100" dist="19050" dir="2700000" algn="tl" rotWithShape="0">
                    <a:schemeClr val="dk1">
                      <a:alpha val="40000"/>
                    </a:schemeClr>
                  </a:outerShdw>
                </a:effectLst>
              </a:rPr>
              <a:t>][</a:t>
            </a:r>
            <a:r>
              <a:rPr lang="en-US" altLang="zh-TW" sz="3800" b="0" cap="none" spc="0" dirty="0" smtClean="0">
                <a:ln w="0"/>
                <a:solidFill>
                  <a:schemeClr val="tx1"/>
                </a:solidFill>
                <a:effectLst>
                  <a:outerShdw blurRad="38100" dist="19050" dir="2700000" algn="tl" rotWithShape="0">
                    <a:schemeClr val="dk1">
                      <a:alpha val="40000"/>
                    </a:schemeClr>
                  </a:outerShdw>
                </a:effectLst>
              </a:rPr>
              <a:t>]:</a:t>
            </a:r>
            <a:endParaRPr lang="zh-TW" altLang="en-US" sz="3800" b="0" cap="none" spc="0" dirty="0">
              <a:ln w="0"/>
              <a:solidFill>
                <a:schemeClr val="tx1"/>
              </a:solidFill>
              <a:effectLst>
                <a:outerShdw blurRad="38100" dist="19050" dir="2700000" algn="tl" rotWithShape="0">
                  <a:schemeClr val="dk1">
                    <a:alpha val="40000"/>
                  </a:schemeClr>
                </a:outerShdw>
              </a:effectLst>
            </a:endParaRPr>
          </a:p>
        </p:txBody>
      </p:sp>
      <p:graphicFrame>
        <p:nvGraphicFramePr>
          <p:cNvPr id="5" name="表格 4"/>
          <p:cNvGraphicFramePr>
            <a:graphicFrameLocks noGrp="1"/>
          </p:cNvGraphicFramePr>
          <p:nvPr>
            <p:extLst>
              <p:ext uri="{D42A27DB-BD31-4B8C-83A1-F6EECF244321}">
                <p14:modId xmlns:p14="http://schemas.microsoft.com/office/powerpoint/2010/main" val="4010934540"/>
              </p:ext>
            </p:extLst>
          </p:nvPr>
        </p:nvGraphicFramePr>
        <p:xfrm>
          <a:off x="3821831" y="3966575"/>
          <a:ext cx="7333420" cy="598744"/>
        </p:xfrm>
        <a:graphic>
          <a:graphicData uri="http://schemas.openxmlformats.org/drawingml/2006/table">
            <a:tbl>
              <a:tblPr firstRow="1" bandRow="1">
                <a:tableStyleId>{5940675A-B579-460E-94D1-54222C63F5DA}</a:tableStyleId>
              </a:tblPr>
              <a:tblGrid>
                <a:gridCol w="733342"/>
                <a:gridCol w="733342"/>
                <a:gridCol w="733342"/>
                <a:gridCol w="733342"/>
                <a:gridCol w="733342"/>
                <a:gridCol w="733342"/>
                <a:gridCol w="733342"/>
                <a:gridCol w="733342"/>
                <a:gridCol w="733342"/>
                <a:gridCol w="733342"/>
              </a:tblGrid>
              <a:tr h="598744">
                <a:tc>
                  <a:txBody>
                    <a:bodyPr/>
                    <a:lstStyle/>
                    <a:p>
                      <a:pPr algn="ctr"/>
                      <a:r>
                        <a:rPr lang="en-US" altLang="zh-TW" sz="3200" dirty="0" smtClean="0"/>
                        <a:t>3</a:t>
                      </a:r>
                      <a:endParaRPr lang="zh-TW" altLang="en-US" sz="3200" dirty="0"/>
                    </a:p>
                  </a:txBody>
                  <a:tcPr/>
                </a:tc>
                <a:tc>
                  <a:txBody>
                    <a:bodyPr/>
                    <a:lstStyle/>
                    <a:p>
                      <a:pPr algn="ctr"/>
                      <a:r>
                        <a:rPr lang="en-US" altLang="zh-TW" sz="3200" dirty="0" smtClean="0"/>
                        <a:t>2</a:t>
                      </a:r>
                      <a:endParaRPr lang="zh-TW" altLang="en-US" sz="3200" dirty="0"/>
                    </a:p>
                  </a:txBody>
                  <a:tcPr/>
                </a:tc>
                <a:tc>
                  <a:txBody>
                    <a:bodyPr/>
                    <a:lstStyle/>
                    <a:p>
                      <a:pPr algn="ctr"/>
                      <a:r>
                        <a:rPr lang="en-US" altLang="zh-TW" sz="3200" dirty="0" smtClean="0"/>
                        <a:t>4</a:t>
                      </a:r>
                      <a:endParaRPr lang="zh-TW" altLang="en-US" sz="3200" dirty="0"/>
                    </a:p>
                  </a:txBody>
                  <a:tcPr/>
                </a:tc>
                <a:tc>
                  <a:txBody>
                    <a:bodyPr/>
                    <a:lstStyle/>
                    <a:p>
                      <a:pPr algn="ctr"/>
                      <a:r>
                        <a:rPr lang="en-US" altLang="zh-TW" sz="3200" dirty="0" smtClean="0"/>
                        <a:t>6</a:t>
                      </a:r>
                      <a:endParaRPr lang="zh-TW" altLang="en-US" sz="3200" dirty="0"/>
                    </a:p>
                  </a:txBody>
                  <a:tcPr/>
                </a:tc>
                <a:tc>
                  <a:txBody>
                    <a:bodyPr/>
                    <a:lstStyle/>
                    <a:p>
                      <a:pPr algn="ctr"/>
                      <a:r>
                        <a:rPr lang="en-US" altLang="zh-TW" sz="3200" dirty="0" smtClean="0"/>
                        <a:t>5</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7</a:t>
                      </a:r>
                      <a:endParaRPr lang="zh-TW" altLang="en-US" sz="3200" dirty="0"/>
                    </a:p>
                  </a:txBody>
                  <a:tcPr/>
                </a:tc>
                <a:tc>
                  <a:txBody>
                    <a:bodyPr/>
                    <a:lstStyle/>
                    <a:p>
                      <a:pPr algn="ctr"/>
                      <a:r>
                        <a:rPr lang="en-US" altLang="zh-TW" sz="3200" dirty="0" smtClean="0"/>
                        <a:t>8</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r>
            </a:tbl>
          </a:graphicData>
        </a:graphic>
      </p:graphicFrame>
      <p:sp>
        <p:nvSpPr>
          <p:cNvPr id="7" name="矩形 6"/>
          <p:cNvSpPr/>
          <p:nvPr/>
        </p:nvSpPr>
        <p:spPr>
          <a:xfrm>
            <a:off x="650269" y="3608250"/>
            <a:ext cx="2301143" cy="677108"/>
          </a:xfrm>
          <a:prstGeom prst="rect">
            <a:avLst/>
          </a:prstGeom>
          <a:noFill/>
        </p:spPr>
        <p:txBody>
          <a:bodyPr wrap="none" lIns="91440" tIns="45720" rIns="91440" bIns="45720">
            <a:spAutoFit/>
          </a:bodyPr>
          <a:lstStyle/>
          <a:p>
            <a:pPr algn="ctr"/>
            <a:r>
              <a:rPr lang="en-US" altLang="zh-TW" sz="3800" b="0" cap="none" spc="0" dirty="0" smtClean="0">
                <a:ln w="0"/>
                <a:solidFill>
                  <a:schemeClr val="tx1"/>
                </a:solidFill>
                <a:effectLst>
                  <a:outerShdw blurRad="38100" dist="19050" dir="2700000" algn="tl" rotWithShape="0">
                    <a:schemeClr val="dk1">
                      <a:alpha val="40000"/>
                    </a:schemeClr>
                  </a:outerShdw>
                </a:effectLst>
              </a:rPr>
              <a:t>CLOSE[</a:t>
            </a:r>
            <a:r>
              <a:rPr lang="en-US" altLang="zh-TW" sz="3800" dirty="0" smtClean="0">
                <a:ln w="0"/>
                <a:effectLst>
                  <a:outerShdw blurRad="38100" dist="19050" dir="2700000" algn="tl" rotWithShape="0">
                    <a:schemeClr val="dk1">
                      <a:alpha val="40000"/>
                    </a:schemeClr>
                  </a:outerShdw>
                </a:effectLst>
              </a:rPr>
              <a:t>] </a:t>
            </a:r>
            <a:r>
              <a:rPr lang="en-US" altLang="zh-TW" sz="3800" b="0" cap="none" spc="0" dirty="0" smtClean="0">
                <a:ln w="0"/>
                <a:solidFill>
                  <a:schemeClr val="tx1"/>
                </a:solidFill>
                <a:effectLst>
                  <a:outerShdw blurRad="38100" dist="19050" dir="2700000" algn="tl" rotWithShape="0">
                    <a:schemeClr val="dk1">
                      <a:alpha val="40000"/>
                    </a:schemeClr>
                  </a:outerShdw>
                </a:effectLst>
              </a:rPr>
              <a:t>:</a:t>
            </a:r>
            <a:endParaRPr lang="zh-TW" altLang="en-US" sz="3800" b="0" cap="none" spc="0" dirty="0">
              <a:ln w="0"/>
              <a:solidFill>
                <a:schemeClr val="tx1"/>
              </a:solidFill>
              <a:effectLst>
                <a:outerShdw blurRad="38100" dist="19050" dir="2700000" algn="tl" rotWithShape="0">
                  <a:schemeClr val="dk1">
                    <a:alpha val="40000"/>
                  </a:schemeClr>
                </a:outerShdw>
              </a:effectLst>
            </a:endParaRPr>
          </a:p>
        </p:txBody>
      </p:sp>
      <p:grpSp>
        <p:nvGrpSpPr>
          <p:cNvPr id="8" name="群組 7"/>
          <p:cNvGrpSpPr/>
          <p:nvPr/>
        </p:nvGrpSpPr>
        <p:grpSpPr>
          <a:xfrm rot="5963443" flipH="1" flipV="1">
            <a:off x="323931" y="2267344"/>
            <a:ext cx="2147198" cy="313005"/>
            <a:chOff x="5460302" y="-663879"/>
            <a:chExt cx="1315233" cy="263046"/>
          </a:xfrm>
          <a:noFill/>
        </p:grpSpPr>
        <p:sp>
          <p:nvSpPr>
            <p:cNvPr id="9" name="手繪多邊形 8"/>
            <p:cNvSpPr/>
            <p:nvPr/>
          </p:nvSpPr>
          <p:spPr bwMode="auto">
            <a:xfrm>
              <a:off x="5460302" y="-663879"/>
              <a:ext cx="1315233" cy="263046"/>
            </a:xfrm>
            <a:custGeom>
              <a:avLst/>
              <a:gdLst>
                <a:gd name="connsiteX0" fmla="*/ 0 w 1315233"/>
                <a:gd name="connsiteY0" fmla="*/ 263046 h 263046"/>
                <a:gd name="connsiteX1" fmla="*/ 626301 w 1315233"/>
                <a:gd name="connsiteY1" fmla="*/ 0 h 263046"/>
                <a:gd name="connsiteX2" fmla="*/ 1315233 w 1315233"/>
                <a:gd name="connsiteY2" fmla="*/ 263046 h 263046"/>
              </a:gdLst>
              <a:ahLst/>
              <a:cxnLst>
                <a:cxn ang="0">
                  <a:pos x="connsiteX0" y="connsiteY0"/>
                </a:cxn>
                <a:cxn ang="0">
                  <a:pos x="connsiteX1" y="connsiteY1"/>
                </a:cxn>
                <a:cxn ang="0">
                  <a:pos x="connsiteX2" y="connsiteY2"/>
                </a:cxn>
              </a:cxnLst>
              <a:rect l="l" t="t" r="r" b="b"/>
              <a:pathLst>
                <a:path w="1315233" h="263046">
                  <a:moveTo>
                    <a:pt x="0" y="263046"/>
                  </a:moveTo>
                  <a:cubicBezTo>
                    <a:pt x="203548" y="131523"/>
                    <a:pt x="407096" y="0"/>
                    <a:pt x="626301" y="0"/>
                  </a:cubicBezTo>
                  <a:cubicBezTo>
                    <a:pt x="845506" y="0"/>
                    <a:pt x="1198323" y="215030"/>
                    <a:pt x="1315233" y="263046"/>
                  </a:cubicBezTo>
                </a:path>
              </a:pathLst>
            </a:custGeom>
            <a:grp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10" name="直線接點 9"/>
            <p:cNvCxnSpPr/>
            <p:nvPr/>
          </p:nvCxnSpPr>
          <p:spPr bwMode="auto">
            <a:xfrm flipH="1">
              <a:off x="5460302" y="-588723"/>
              <a:ext cx="28705" cy="175364"/>
            </a:xfrm>
            <a:prstGeom prst="line">
              <a:avLst/>
            </a:prstGeom>
            <a:grp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直線接點 10"/>
            <p:cNvCxnSpPr>
              <a:stCxn id="9" idx="0"/>
            </p:cNvCxnSpPr>
            <p:nvPr/>
          </p:nvCxnSpPr>
          <p:spPr bwMode="auto">
            <a:xfrm>
              <a:off x="5460302" y="-400833"/>
              <a:ext cx="237994" cy="0"/>
            </a:xfrm>
            <a:prstGeom prst="line">
              <a:avLst/>
            </a:prstGeom>
            <a:grp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6" name="直線接點 5"/>
          <p:cNvCxnSpPr/>
          <p:nvPr/>
        </p:nvCxnSpPr>
        <p:spPr bwMode="auto">
          <a:xfrm flipV="1">
            <a:off x="471818" y="900892"/>
            <a:ext cx="3432131" cy="12526"/>
          </a:xfrm>
          <a:prstGeom prst="line">
            <a:avLst/>
          </a:prstGeom>
          <a:solidFill>
            <a:schemeClr val="accent1"/>
          </a:solidFill>
          <a:ln w="5715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541263994"/>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extLst>
              <p:ext uri="{D42A27DB-BD31-4B8C-83A1-F6EECF244321}">
                <p14:modId xmlns:p14="http://schemas.microsoft.com/office/powerpoint/2010/main" val="3628229534"/>
              </p:ext>
            </p:extLst>
          </p:nvPr>
        </p:nvGraphicFramePr>
        <p:xfrm>
          <a:off x="3071150" y="313150"/>
          <a:ext cx="8066762" cy="2993720"/>
        </p:xfrm>
        <a:graphic>
          <a:graphicData uri="http://schemas.openxmlformats.org/drawingml/2006/table">
            <a:tbl>
              <a:tblPr firstRow="1" bandRow="1">
                <a:tableStyleId>{5940675A-B579-460E-94D1-54222C63F5DA}</a:tableStyleId>
              </a:tblPr>
              <a:tblGrid>
                <a:gridCol w="733342"/>
                <a:gridCol w="733342"/>
                <a:gridCol w="733342"/>
                <a:gridCol w="733342"/>
                <a:gridCol w="733342"/>
                <a:gridCol w="733342"/>
                <a:gridCol w="733342"/>
                <a:gridCol w="733342"/>
                <a:gridCol w="733342"/>
                <a:gridCol w="733342"/>
                <a:gridCol w="733342"/>
              </a:tblGrid>
              <a:tr h="598744">
                <a:tc>
                  <a:txBody>
                    <a:bodyPr/>
                    <a:lstStyle/>
                    <a:p>
                      <a:pPr algn="ct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1</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2</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3</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4</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5</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6</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7</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8</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9</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10</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598744">
                <a:tc>
                  <a:txBody>
                    <a:bodyPr/>
                    <a:lstStyle/>
                    <a:p>
                      <a:pPr algn="ct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c</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c</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598744">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3</a:t>
                      </a:r>
                      <a:endParaRPr lang="zh-TW" altLang="en-US" sz="3200" dirty="0"/>
                    </a:p>
                  </a:txBody>
                  <a:tcPr>
                    <a:solidFill>
                      <a:schemeClr val="accent2">
                        <a:lumMod val="60000"/>
                        <a:lumOff val="40000"/>
                      </a:schemeClr>
                    </a:solidFill>
                  </a:tcPr>
                </a:tc>
                <a:tc>
                  <a:txBody>
                    <a:bodyPr/>
                    <a:lstStyle/>
                    <a:p>
                      <a:pPr algn="ctr"/>
                      <a:r>
                        <a:rPr lang="en-US" altLang="zh-TW" sz="3200" dirty="0" smtClean="0"/>
                        <a:t>3</a:t>
                      </a:r>
                      <a:endParaRPr lang="zh-TW" altLang="en-US" sz="3200" dirty="0"/>
                    </a:p>
                  </a:txBody>
                  <a:tcPr/>
                </a:tc>
                <a:tc>
                  <a:txBody>
                    <a:bodyPr/>
                    <a:lstStyle/>
                    <a:p>
                      <a:pPr algn="ctr"/>
                      <a:r>
                        <a:rPr lang="en-US" altLang="zh-TW" sz="3200" dirty="0" smtClean="0"/>
                        <a:t>3</a:t>
                      </a:r>
                      <a:endParaRPr lang="zh-TW" altLang="en-US" sz="3200" dirty="0"/>
                    </a:p>
                  </a:txBody>
                  <a:tcPr/>
                </a:tc>
                <a:tc>
                  <a:txBody>
                    <a:bodyPr/>
                    <a:lstStyle/>
                    <a:p>
                      <a:pPr algn="ctr"/>
                      <a:r>
                        <a:rPr lang="en-US" altLang="zh-TW" sz="3200" dirty="0" smtClean="0"/>
                        <a:t>6</a:t>
                      </a:r>
                      <a:endParaRPr lang="zh-TW" altLang="en-US" sz="3200" dirty="0"/>
                    </a:p>
                  </a:txBody>
                  <a:tcPr>
                    <a:solidFill>
                      <a:schemeClr val="accent2">
                        <a:lumMod val="60000"/>
                        <a:lumOff val="40000"/>
                      </a:schemeClr>
                    </a:solidFill>
                  </a:tcPr>
                </a:tc>
                <a:tc>
                  <a:txBody>
                    <a:bodyPr/>
                    <a:lstStyle/>
                    <a:p>
                      <a:pPr algn="ctr"/>
                      <a:r>
                        <a:rPr lang="en-US" altLang="zh-TW" sz="3200" dirty="0" smtClean="0"/>
                        <a:t>6</a:t>
                      </a:r>
                      <a:endParaRPr lang="zh-TW" altLang="en-US" sz="3200" dirty="0"/>
                    </a:p>
                  </a:txBody>
                  <a:tcPr/>
                </a:tc>
                <a:tc>
                  <a:txBody>
                    <a:bodyPr/>
                    <a:lstStyle/>
                    <a:p>
                      <a:pPr algn="ctr"/>
                      <a:r>
                        <a:rPr lang="en-US" altLang="zh-TW" sz="3200" dirty="0" smtClean="0"/>
                        <a:t>6</a:t>
                      </a:r>
                      <a:endParaRPr lang="zh-TW" altLang="en-US" sz="3200" dirty="0"/>
                    </a:p>
                  </a:txBody>
                  <a:tcPr/>
                </a:tc>
                <a:tc>
                  <a:txBody>
                    <a:bodyPr/>
                    <a:lstStyle/>
                    <a:p>
                      <a:pPr algn="ctr"/>
                      <a:r>
                        <a:rPr lang="en-US" altLang="zh-TW" sz="3200" dirty="0" smtClean="0"/>
                        <a:t>7</a:t>
                      </a:r>
                      <a:endParaRPr lang="zh-TW" altLang="en-US" sz="3200" dirty="0"/>
                    </a:p>
                  </a:txBody>
                  <a:tcPr>
                    <a:solidFill>
                      <a:schemeClr val="accent2">
                        <a:lumMod val="60000"/>
                        <a:lumOff val="40000"/>
                      </a:schemeClr>
                    </a:solidFill>
                  </a:tcPr>
                </a:tc>
                <a:tc>
                  <a:txBody>
                    <a:bodyPr/>
                    <a:lstStyle/>
                    <a:p>
                      <a:pPr algn="ctr"/>
                      <a:r>
                        <a:rPr lang="en-US" altLang="zh-TW" sz="3200" dirty="0" smtClean="0"/>
                        <a:t>9</a:t>
                      </a:r>
                      <a:endParaRPr lang="zh-TW" altLang="en-US" sz="3200" dirty="0"/>
                    </a:p>
                  </a:txBody>
                  <a:tcPr/>
                </a:tc>
                <a:tc>
                  <a:txBody>
                    <a:bodyPr/>
                    <a:lstStyle/>
                    <a:p>
                      <a:pPr algn="ctr"/>
                      <a:r>
                        <a:rPr lang="en-US" altLang="zh-TW" sz="3200" dirty="0" smtClean="0"/>
                        <a:t>9</a:t>
                      </a:r>
                      <a:endParaRPr lang="zh-TW" altLang="en-US" sz="3200" dirty="0"/>
                    </a:p>
                  </a:txBody>
                  <a:tcPr/>
                </a:tc>
                <a:tc>
                  <a:txBody>
                    <a:bodyPr/>
                    <a:lstStyle/>
                    <a:p>
                      <a:pPr algn="ctr"/>
                      <a:r>
                        <a:rPr lang="en-US" altLang="zh-TW" sz="3200" dirty="0" smtClean="0"/>
                        <a:t>10</a:t>
                      </a:r>
                      <a:endParaRPr lang="zh-TW" altLang="en-US" sz="3200" dirty="0"/>
                    </a:p>
                  </a:txBody>
                  <a:tcPr/>
                </a:tc>
              </a:tr>
              <a:tr h="598744">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2</a:t>
                      </a:r>
                      <a:endParaRPr lang="zh-TW" altLang="en-US" sz="3200" dirty="0"/>
                    </a:p>
                  </a:txBody>
                  <a:tcPr/>
                </a:tc>
                <a:tc>
                  <a:txBody>
                    <a:bodyPr/>
                    <a:lstStyle/>
                    <a:p>
                      <a:pPr algn="ctr"/>
                      <a:r>
                        <a:rPr lang="en-US" altLang="zh-TW" sz="3200" dirty="0" smtClean="0"/>
                        <a:t>2</a:t>
                      </a:r>
                      <a:endParaRPr lang="zh-TW" altLang="en-US" sz="3200" dirty="0"/>
                    </a:p>
                  </a:txBody>
                  <a:tcPr>
                    <a:solidFill>
                      <a:schemeClr val="accent2">
                        <a:lumMod val="60000"/>
                        <a:lumOff val="40000"/>
                      </a:schemeClr>
                    </a:solidFill>
                  </a:tcPr>
                </a:tc>
                <a:tc>
                  <a:txBody>
                    <a:bodyPr/>
                    <a:lstStyle/>
                    <a:p>
                      <a:pPr algn="ctr"/>
                      <a:r>
                        <a:rPr lang="en-US" altLang="zh-TW" sz="3200" dirty="0" smtClean="0"/>
                        <a:t>5</a:t>
                      </a:r>
                      <a:endParaRPr lang="zh-TW" altLang="en-US" sz="3200" dirty="0"/>
                    </a:p>
                  </a:txBody>
                  <a:tcPr/>
                </a:tc>
                <a:tc>
                  <a:txBody>
                    <a:bodyPr/>
                    <a:lstStyle/>
                    <a:p>
                      <a:pPr algn="ctr"/>
                      <a:r>
                        <a:rPr lang="en-US" altLang="zh-TW" sz="3200" dirty="0" smtClean="0"/>
                        <a:t>5</a:t>
                      </a:r>
                      <a:endParaRPr lang="zh-TW" altLang="en-US" sz="3200" dirty="0"/>
                    </a:p>
                  </a:txBody>
                  <a:tcPr/>
                </a:tc>
                <a:tc>
                  <a:txBody>
                    <a:bodyPr/>
                    <a:lstStyle/>
                    <a:p>
                      <a:pPr algn="ctr"/>
                      <a:r>
                        <a:rPr lang="en-US" altLang="zh-TW" sz="3200" dirty="0" smtClean="0"/>
                        <a:t>5</a:t>
                      </a:r>
                      <a:endParaRPr lang="zh-TW" altLang="en-US" sz="3200" dirty="0"/>
                    </a:p>
                  </a:txBody>
                  <a:tcPr>
                    <a:solidFill>
                      <a:schemeClr val="accent2">
                        <a:lumMod val="60000"/>
                        <a:lumOff val="40000"/>
                      </a:schemeClr>
                    </a:solidFill>
                  </a:tcPr>
                </a:tc>
                <a:tc>
                  <a:txBody>
                    <a:bodyPr/>
                    <a:lstStyle/>
                    <a:p>
                      <a:pPr algn="ctr"/>
                      <a:r>
                        <a:rPr lang="en-US" altLang="zh-TW" sz="3200" dirty="0" smtClean="0"/>
                        <a:t>8</a:t>
                      </a:r>
                      <a:endParaRPr lang="zh-TW" altLang="en-US" sz="3200" dirty="0"/>
                    </a:p>
                  </a:txBody>
                  <a:tcPr/>
                </a:tc>
                <a:tc>
                  <a:txBody>
                    <a:bodyPr/>
                    <a:lstStyle/>
                    <a:p>
                      <a:pPr algn="ctr"/>
                      <a:r>
                        <a:rPr lang="en-US" altLang="zh-TW" sz="3200" dirty="0" smtClean="0"/>
                        <a:t>8</a:t>
                      </a:r>
                      <a:endParaRPr lang="zh-TW" altLang="en-US" sz="3200" dirty="0"/>
                    </a:p>
                  </a:txBody>
                  <a:tcPr/>
                </a:tc>
                <a:tc>
                  <a:txBody>
                    <a:bodyPr/>
                    <a:lstStyle/>
                    <a:p>
                      <a:pPr algn="ctr"/>
                      <a:r>
                        <a:rPr lang="en-US" altLang="zh-TW" sz="3200" dirty="0" smtClean="0"/>
                        <a:t>8</a:t>
                      </a:r>
                      <a:endParaRPr lang="zh-TW" altLang="en-US" sz="3200" dirty="0"/>
                    </a:p>
                  </a:txBody>
                  <a:tcPr>
                    <a:solidFill>
                      <a:schemeClr val="accent2">
                        <a:lumMod val="60000"/>
                        <a:lumOff val="40000"/>
                      </a:schemeClr>
                    </a:solidFill>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r>
              <a:tr h="598744">
                <a:tc>
                  <a:txBody>
                    <a:bodyPr/>
                    <a:lstStyle/>
                    <a:p>
                      <a:pPr algn="ctr"/>
                      <a:r>
                        <a:rPr lang="en-US" altLang="zh-TW" sz="3200" dirty="0" smtClean="0"/>
                        <a:t>c</a:t>
                      </a:r>
                      <a:endParaRPr lang="zh-TW" altLang="en-US" sz="3200" dirty="0"/>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1</a:t>
                      </a:r>
                      <a:endParaRPr lang="zh-TW" altLang="en-US" sz="3200" dirty="0"/>
                    </a:p>
                  </a:txBody>
                  <a:tcPr/>
                </a:tc>
                <a:tc>
                  <a:txBody>
                    <a:bodyPr/>
                    <a:lstStyle/>
                    <a:p>
                      <a:pPr algn="ctr"/>
                      <a:r>
                        <a:rPr lang="en-US" altLang="zh-TW" sz="3200" dirty="0" smtClean="0"/>
                        <a:t>4</a:t>
                      </a:r>
                      <a:endParaRPr lang="zh-TW" altLang="en-US" sz="3200" dirty="0"/>
                    </a:p>
                  </a:txBody>
                  <a:tcPr>
                    <a:noFill/>
                  </a:tcPr>
                </a:tc>
                <a:tc>
                  <a:txBody>
                    <a:bodyPr/>
                    <a:lstStyle/>
                    <a:p>
                      <a:pPr algn="ctr"/>
                      <a:r>
                        <a:rPr lang="en-US" altLang="zh-TW" sz="3200" dirty="0" smtClean="0"/>
                        <a:t>4</a:t>
                      </a:r>
                      <a:endParaRPr lang="zh-TW" altLang="en-US" sz="3200" dirty="0"/>
                    </a:p>
                  </a:txBody>
                  <a:tcPr>
                    <a:solidFill>
                      <a:schemeClr val="accent2">
                        <a:lumMod val="60000"/>
                        <a:lumOff val="40000"/>
                      </a:schemeClr>
                    </a:solidFill>
                  </a:tcPr>
                </a:tc>
                <a:tc>
                  <a:txBody>
                    <a:bodyPr/>
                    <a:lstStyle/>
                    <a:p>
                      <a:pPr algn="ctr"/>
                      <a:r>
                        <a:rPr lang="en-US" altLang="zh-TW" sz="3200" dirty="0" smtClean="0"/>
                        <a:t>4</a:t>
                      </a:r>
                      <a:endParaRPr lang="zh-TW" altLang="en-US" sz="3200" dirty="0"/>
                    </a:p>
                  </a:txBody>
                  <a:tcPr>
                    <a:noFill/>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solidFill>
                      <a:schemeClr val="accent2">
                        <a:lumMod val="60000"/>
                        <a:lumOff val="40000"/>
                      </a:schemeClr>
                    </a:solidFill>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solidFill>
                      <a:schemeClr val="accent2">
                        <a:lumMod val="60000"/>
                        <a:lumOff val="40000"/>
                      </a:schemeClr>
                    </a:solidFill>
                  </a:tcPr>
                </a:tc>
                <a:tc>
                  <a:txBody>
                    <a:bodyPr/>
                    <a:lstStyle/>
                    <a:p>
                      <a:pPr algn="ctr"/>
                      <a:r>
                        <a:rPr lang="en-US" altLang="zh-TW" sz="3200" dirty="0" smtClean="0"/>
                        <a:t>10</a:t>
                      </a:r>
                      <a:endParaRPr lang="zh-TW" altLang="en-US" sz="3200" dirty="0"/>
                    </a:p>
                  </a:txBody>
                  <a:tcPr/>
                </a:tc>
              </a:tr>
            </a:tbl>
          </a:graphicData>
        </a:graphic>
      </p:graphicFrame>
      <p:sp>
        <p:nvSpPr>
          <p:cNvPr id="4" name="矩形 3"/>
          <p:cNvSpPr/>
          <p:nvPr/>
        </p:nvSpPr>
        <p:spPr>
          <a:xfrm>
            <a:off x="649386" y="562338"/>
            <a:ext cx="3076996" cy="677108"/>
          </a:xfrm>
          <a:prstGeom prst="rect">
            <a:avLst/>
          </a:prstGeom>
          <a:noFill/>
        </p:spPr>
        <p:txBody>
          <a:bodyPr wrap="none" lIns="91440" tIns="45720" rIns="91440" bIns="45720">
            <a:spAutoFit/>
          </a:bodyPr>
          <a:lstStyle/>
          <a:p>
            <a:pPr algn="ctr"/>
            <a:r>
              <a:rPr lang="en-US" altLang="zh-TW" sz="3800" b="0" cap="none" spc="0" dirty="0" smtClean="0">
                <a:ln w="0"/>
                <a:solidFill>
                  <a:schemeClr val="tx1"/>
                </a:solidFill>
                <a:effectLst>
                  <a:outerShdw blurRad="38100" dist="19050" dir="2700000" algn="tl" rotWithShape="0">
                    <a:schemeClr val="dk1">
                      <a:alpha val="40000"/>
                    </a:schemeClr>
                  </a:outerShdw>
                </a:effectLst>
              </a:rPr>
              <a:t>CLOSEST[</a:t>
            </a:r>
            <a:r>
              <a:rPr lang="en-US" altLang="zh-TW" sz="3800" dirty="0" smtClean="0">
                <a:ln w="0"/>
                <a:effectLst>
                  <a:outerShdw blurRad="38100" dist="19050" dir="2700000" algn="tl" rotWithShape="0">
                    <a:schemeClr val="dk1">
                      <a:alpha val="40000"/>
                    </a:schemeClr>
                  </a:outerShdw>
                </a:effectLst>
              </a:rPr>
              <a:t>][</a:t>
            </a:r>
            <a:r>
              <a:rPr lang="en-US" altLang="zh-TW" sz="3800" b="0" cap="none" spc="0" dirty="0" smtClean="0">
                <a:ln w="0"/>
                <a:solidFill>
                  <a:schemeClr val="tx1"/>
                </a:solidFill>
                <a:effectLst>
                  <a:outerShdw blurRad="38100" dist="19050" dir="2700000" algn="tl" rotWithShape="0">
                    <a:schemeClr val="dk1">
                      <a:alpha val="40000"/>
                    </a:schemeClr>
                  </a:outerShdw>
                </a:effectLst>
              </a:rPr>
              <a:t>]:</a:t>
            </a:r>
            <a:endParaRPr lang="zh-TW" altLang="en-US" sz="3800" b="0" cap="none" spc="0" dirty="0">
              <a:ln w="0"/>
              <a:solidFill>
                <a:schemeClr val="tx1"/>
              </a:solidFill>
              <a:effectLst>
                <a:outerShdw blurRad="38100" dist="19050" dir="2700000" algn="tl" rotWithShape="0">
                  <a:schemeClr val="dk1">
                    <a:alpha val="40000"/>
                  </a:schemeClr>
                </a:outerShdw>
              </a:effectLst>
            </a:endParaRPr>
          </a:p>
        </p:txBody>
      </p:sp>
      <p:graphicFrame>
        <p:nvGraphicFramePr>
          <p:cNvPr id="5" name="表格 4"/>
          <p:cNvGraphicFramePr>
            <a:graphicFrameLocks noGrp="1"/>
          </p:cNvGraphicFramePr>
          <p:nvPr>
            <p:extLst>
              <p:ext uri="{D42A27DB-BD31-4B8C-83A1-F6EECF244321}">
                <p14:modId xmlns:p14="http://schemas.microsoft.com/office/powerpoint/2010/main" val="4010934540"/>
              </p:ext>
            </p:extLst>
          </p:nvPr>
        </p:nvGraphicFramePr>
        <p:xfrm>
          <a:off x="3821831" y="3966575"/>
          <a:ext cx="7333420" cy="598744"/>
        </p:xfrm>
        <a:graphic>
          <a:graphicData uri="http://schemas.openxmlformats.org/drawingml/2006/table">
            <a:tbl>
              <a:tblPr firstRow="1" bandRow="1">
                <a:tableStyleId>{5940675A-B579-460E-94D1-54222C63F5DA}</a:tableStyleId>
              </a:tblPr>
              <a:tblGrid>
                <a:gridCol w="733342"/>
                <a:gridCol w="733342"/>
                <a:gridCol w="733342"/>
                <a:gridCol w="733342"/>
                <a:gridCol w="733342"/>
                <a:gridCol w="733342"/>
                <a:gridCol w="733342"/>
                <a:gridCol w="733342"/>
                <a:gridCol w="733342"/>
                <a:gridCol w="733342"/>
              </a:tblGrid>
              <a:tr h="598744">
                <a:tc>
                  <a:txBody>
                    <a:bodyPr/>
                    <a:lstStyle/>
                    <a:p>
                      <a:pPr algn="ctr"/>
                      <a:r>
                        <a:rPr lang="en-US" altLang="zh-TW" sz="3200" dirty="0" smtClean="0"/>
                        <a:t>3</a:t>
                      </a:r>
                      <a:endParaRPr lang="zh-TW" altLang="en-US" sz="3200" dirty="0"/>
                    </a:p>
                  </a:txBody>
                  <a:tcPr/>
                </a:tc>
                <a:tc>
                  <a:txBody>
                    <a:bodyPr/>
                    <a:lstStyle/>
                    <a:p>
                      <a:pPr algn="ctr"/>
                      <a:r>
                        <a:rPr lang="en-US" altLang="zh-TW" sz="3200" dirty="0" smtClean="0"/>
                        <a:t>2</a:t>
                      </a:r>
                      <a:endParaRPr lang="zh-TW" altLang="en-US" sz="3200" dirty="0"/>
                    </a:p>
                  </a:txBody>
                  <a:tcPr/>
                </a:tc>
                <a:tc>
                  <a:txBody>
                    <a:bodyPr/>
                    <a:lstStyle/>
                    <a:p>
                      <a:pPr algn="ctr"/>
                      <a:r>
                        <a:rPr lang="en-US" altLang="zh-TW" sz="3200" dirty="0" smtClean="0"/>
                        <a:t>4</a:t>
                      </a:r>
                      <a:endParaRPr lang="zh-TW" altLang="en-US" sz="3200" dirty="0"/>
                    </a:p>
                  </a:txBody>
                  <a:tcPr/>
                </a:tc>
                <a:tc>
                  <a:txBody>
                    <a:bodyPr/>
                    <a:lstStyle/>
                    <a:p>
                      <a:pPr algn="ctr"/>
                      <a:r>
                        <a:rPr lang="en-US" altLang="zh-TW" sz="3200" dirty="0" smtClean="0"/>
                        <a:t>6</a:t>
                      </a:r>
                      <a:endParaRPr lang="zh-TW" altLang="en-US" sz="3200" dirty="0"/>
                    </a:p>
                  </a:txBody>
                  <a:tcPr/>
                </a:tc>
                <a:tc>
                  <a:txBody>
                    <a:bodyPr/>
                    <a:lstStyle/>
                    <a:p>
                      <a:pPr algn="ctr"/>
                      <a:r>
                        <a:rPr lang="en-US" altLang="zh-TW" sz="3200" dirty="0" smtClean="0"/>
                        <a:t>5</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7</a:t>
                      </a:r>
                      <a:endParaRPr lang="zh-TW" altLang="en-US" sz="3200" dirty="0"/>
                    </a:p>
                  </a:txBody>
                  <a:tcPr/>
                </a:tc>
                <a:tc>
                  <a:txBody>
                    <a:bodyPr/>
                    <a:lstStyle/>
                    <a:p>
                      <a:pPr algn="ctr"/>
                      <a:r>
                        <a:rPr lang="en-US" altLang="zh-TW" sz="3200" dirty="0" smtClean="0"/>
                        <a:t>8</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r>
            </a:tbl>
          </a:graphicData>
        </a:graphic>
      </p:graphicFrame>
      <p:sp>
        <p:nvSpPr>
          <p:cNvPr id="7" name="矩形 6"/>
          <p:cNvSpPr/>
          <p:nvPr/>
        </p:nvSpPr>
        <p:spPr>
          <a:xfrm>
            <a:off x="650269" y="3608250"/>
            <a:ext cx="2301143" cy="677108"/>
          </a:xfrm>
          <a:prstGeom prst="rect">
            <a:avLst/>
          </a:prstGeom>
          <a:noFill/>
        </p:spPr>
        <p:txBody>
          <a:bodyPr wrap="none" lIns="91440" tIns="45720" rIns="91440" bIns="45720">
            <a:spAutoFit/>
          </a:bodyPr>
          <a:lstStyle/>
          <a:p>
            <a:pPr algn="ctr"/>
            <a:r>
              <a:rPr lang="en-US" altLang="zh-TW" sz="3800" b="0" cap="none" spc="0" dirty="0" smtClean="0">
                <a:ln w="0"/>
                <a:solidFill>
                  <a:schemeClr val="tx1"/>
                </a:solidFill>
                <a:effectLst>
                  <a:outerShdw blurRad="38100" dist="19050" dir="2700000" algn="tl" rotWithShape="0">
                    <a:schemeClr val="dk1">
                      <a:alpha val="40000"/>
                    </a:schemeClr>
                  </a:outerShdw>
                </a:effectLst>
              </a:rPr>
              <a:t>CLOSE[</a:t>
            </a:r>
            <a:r>
              <a:rPr lang="en-US" altLang="zh-TW" sz="3800" dirty="0" smtClean="0">
                <a:ln w="0"/>
                <a:effectLst>
                  <a:outerShdw blurRad="38100" dist="19050" dir="2700000" algn="tl" rotWithShape="0">
                    <a:schemeClr val="dk1">
                      <a:alpha val="40000"/>
                    </a:schemeClr>
                  </a:outerShdw>
                </a:effectLst>
              </a:rPr>
              <a:t>] </a:t>
            </a:r>
            <a:r>
              <a:rPr lang="en-US" altLang="zh-TW" sz="3800" b="0" cap="none" spc="0" dirty="0" smtClean="0">
                <a:ln w="0"/>
                <a:solidFill>
                  <a:schemeClr val="tx1"/>
                </a:solidFill>
                <a:effectLst>
                  <a:outerShdw blurRad="38100" dist="19050" dir="2700000" algn="tl" rotWithShape="0">
                    <a:schemeClr val="dk1">
                      <a:alpha val="40000"/>
                    </a:schemeClr>
                  </a:outerShdw>
                </a:effectLst>
              </a:rPr>
              <a:t>:</a:t>
            </a:r>
            <a:endParaRPr lang="zh-TW" altLang="en-US" sz="38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273749165"/>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extLst>
              <p:ext uri="{D42A27DB-BD31-4B8C-83A1-F6EECF244321}">
                <p14:modId xmlns:p14="http://schemas.microsoft.com/office/powerpoint/2010/main" val="3814359348"/>
              </p:ext>
            </p:extLst>
          </p:nvPr>
        </p:nvGraphicFramePr>
        <p:xfrm>
          <a:off x="3071150" y="313150"/>
          <a:ext cx="8066762" cy="2993720"/>
        </p:xfrm>
        <a:graphic>
          <a:graphicData uri="http://schemas.openxmlformats.org/drawingml/2006/table">
            <a:tbl>
              <a:tblPr firstRow="1" bandRow="1">
                <a:tableStyleId>{5940675A-B579-460E-94D1-54222C63F5DA}</a:tableStyleId>
              </a:tblPr>
              <a:tblGrid>
                <a:gridCol w="733342"/>
                <a:gridCol w="733342"/>
                <a:gridCol w="733342"/>
                <a:gridCol w="733342"/>
                <a:gridCol w="733342"/>
                <a:gridCol w="733342"/>
                <a:gridCol w="733342"/>
                <a:gridCol w="733342"/>
                <a:gridCol w="733342"/>
                <a:gridCol w="733342"/>
                <a:gridCol w="733342"/>
              </a:tblGrid>
              <a:tr h="598744">
                <a:tc>
                  <a:txBody>
                    <a:bodyPr/>
                    <a:lstStyle/>
                    <a:p>
                      <a:pPr algn="ct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1</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2</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3</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4</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5</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6</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7</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8</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9</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10</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598744">
                <a:tc>
                  <a:txBody>
                    <a:bodyPr/>
                    <a:lstStyle/>
                    <a:p>
                      <a:pPr algn="ct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c</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c</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598744">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3</a:t>
                      </a:r>
                      <a:endParaRPr lang="zh-TW" altLang="en-US" sz="3200" dirty="0"/>
                    </a:p>
                  </a:txBody>
                  <a:tcPr>
                    <a:solidFill>
                      <a:schemeClr val="accent2">
                        <a:lumMod val="60000"/>
                        <a:lumOff val="40000"/>
                      </a:schemeClr>
                    </a:solidFill>
                  </a:tcPr>
                </a:tc>
                <a:tc>
                  <a:txBody>
                    <a:bodyPr/>
                    <a:lstStyle/>
                    <a:p>
                      <a:pPr algn="ctr"/>
                      <a:r>
                        <a:rPr lang="en-US" altLang="zh-TW" sz="3200" dirty="0" smtClean="0"/>
                        <a:t>3</a:t>
                      </a:r>
                      <a:endParaRPr lang="zh-TW" altLang="en-US" sz="3200" dirty="0"/>
                    </a:p>
                  </a:txBody>
                  <a:tcPr/>
                </a:tc>
                <a:tc>
                  <a:txBody>
                    <a:bodyPr/>
                    <a:lstStyle/>
                    <a:p>
                      <a:pPr algn="ctr"/>
                      <a:r>
                        <a:rPr lang="en-US" altLang="zh-TW" sz="3200" dirty="0" smtClean="0"/>
                        <a:t>3</a:t>
                      </a:r>
                      <a:endParaRPr lang="zh-TW" altLang="en-US" sz="3200" dirty="0"/>
                    </a:p>
                  </a:txBody>
                  <a:tcPr/>
                </a:tc>
                <a:tc>
                  <a:txBody>
                    <a:bodyPr/>
                    <a:lstStyle/>
                    <a:p>
                      <a:pPr algn="ctr"/>
                      <a:r>
                        <a:rPr lang="en-US" altLang="zh-TW" sz="3200" dirty="0" smtClean="0"/>
                        <a:t>6</a:t>
                      </a:r>
                      <a:endParaRPr lang="zh-TW" altLang="en-US" sz="3200" dirty="0"/>
                    </a:p>
                  </a:txBody>
                  <a:tcPr>
                    <a:solidFill>
                      <a:schemeClr val="accent2">
                        <a:lumMod val="60000"/>
                        <a:lumOff val="40000"/>
                      </a:schemeClr>
                    </a:solidFill>
                  </a:tcPr>
                </a:tc>
                <a:tc>
                  <a:txBody>
                    <a:bodyPr/>
                    <a:lstStyle/>
                    <a:p>
                      <a:pPr algn="ctr"/>
                      <a:r>
                        <a:rPr lang="en-US" altLang="zh-TW" sz="3200" dirty="0" smtClean="0"/>
                        <a:t>6</a:t>
                      </a:r>
                      <a:endParaRPr lang="zh-TW" altLang="en-US" sz="3200" dirty="0"/>
                    </a:p>
                  </a:txBody>
                  <a:tcPr/>
                </a:tc>
                <a:tc>
                  <a:txBody>
                    <a:bodyPr/>
                    <a:lstStyle/>
                    <a:p>
                      <a:pPr algn="ctr"/>
                      <a:r>
                        <a:rPr lang="en-US" altLang="zh-TW" sz="3200" dirty="0" smtClean="0"/>
                        <a:t>6</a:t>
                      </a:r>
                      <a:endParaRPr lang="zh-TW" altLang="en-US" sz="3200" dirty="0"/>
                    </a:p>
                  </a:txBody>
                  <a:tcPr/>
                </a:tc>
                <a:tc>
                  <a:txBody>
                    <a:bodyPr/>
                    <a:lstStyle/>
                    <a:p>
                      <a:pPr algn="ctr"/>
                      <a:r>
                        <a:rPr lang="en-US" altLang="zh-TW" sz="3200" dirty="0" smtClean="0"/>
                        <a:t>7</a:t>
                      </a:r>
                      <a:endParaRPr lang="zh-TW" altLang="en-US" sz="3200" dirty="0"/>
                    </a:p>
                  </a:txBody>
                  <a:tcPr>
                    <a:solidFill>
                      <a:schemeClr val="accent2">
                        <a:lumMod val="60000"/>
                        <a:lumOff val="40000"/>
                      </a:schemeClr>
                    </a:solidFill>
                  </a:tcPr>
                </a:tc>
                <a:tc>
                  <a:txBody>
                    <a:bodyPr/>
                    <a:lstStyle/>
                    <a:p>
                      <a:pPr algn="ctr"/>
                      <a:r>
                        <a:rPr lang="en-US" altLang="zh-TW" sz="3200" dirty="0" smtClean="0"/>
                        <a:t>9</a:t>
                      </a:r>
                      <a:endParaRPr lang="zh-TW" altLang="en-US" sz="3200" dirty="0"/>
                    </a:p>
                  </a:txBody>
                  <a:tcPr/>
                </a:tc>
                <a:tc>
                  <a:txBody>
                    <a:bodyPr/>
                    <a:lstStyle/>
                    <a:p>
                      <a:pPr algn="ctr"/>
                      <a:r>
                        <a:rPr lang="en-US" altLang="zh-TW" sz="3200" dirty="0" smtClean="0"/>
                        <a:t>9</a:t>
                      </a:r>
                      <a:endParaRPr lang="zh-TW" altLang="en-US" sz="3200" dirty="0"/>
                    </a:p>
                  </a:txBody>
                  <a:tcPr/>
                </a:tc>
                <a:tc>
                  <a:txBody>
                    <a:bodyPr/>
                    <a:lstStyle/>
                    <a:p>
                      <a:pPr algn="ctr"/>
                      <a:r>
                        <a:rPr lang="en-US" altLang="zh-TW" sz="3200" dirty="0" smtClean="0"/>
                        <a:t>10</a:t>
                      </a:r>
                      <a:endParaRPr lang="zh-TW" altLang="en-US" sz="3200" dirty="0"/>
                    </a:p>
                  </a:txBody>
                  <a:tcPr/>
                </a:tc>
              </a:tr>
              <a:tr h="598744">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2</a:t>
                      </a:r>
                      <a:endParaRPr lang="zh-TW" altLang="en-US" sz="3200" dirty="0"/>
                    </a:p>
                  </a:txBody>
                  <a:tcPr/>
                </a:tc>
                <a:tc>
                  <a:txBody>
                    <a:bodyPr/>
                    <a:lstStyle/>
                    <a:p>
                      <a:pPr algn="ctr"/>
                      <a:r>
                        <a:rPr lang="en-US" altLang="zh-TW" sz="3200" dirty="0" smtClean="0"/>
                        <a:t>2</a:t>
                      </a:r>
                      <a:endParaRPr lang="zh-TW" altLang="en-US" sz="3200" dirty="0"/>
                    </a:p>
                  </a:txBody>
                  <a:tcPr>
                    <a:solidFill>
                      <a:schemeClr val="accent2">
                        <a:lumMod val="60000"/>
                        <a:lumOff val="40000"/>
                      </a:schemeClr>
                    </a:solidFill>
                  </a:tcPr>
                </a:tc>
                <a:tc>
                  <a:txBody>
                    <a:bodyPr/>
                    <a:lstStyle/>
                    <a:p>
                      <a:pPr algn="ctr"/>
                      <a:r>
                        <a:rPr lang="en-US" altLang="zh-TW" sz="3200" dirty="0" smtClean="0"/>
                        <a:t>5</a:t>
                      </a:r>
                      <a:endParaRPr lang="zh-TW" altLang="en-US" sz="3200" dirty="0"/>
                    </a:p>
                  </a:txBody>
                  <a:tcPr/>
                </a:tc>
                <a:tc>
                  <a:txBody>
                    <a:bodyPr/>
                    <a:lstStyle/>
                    <a:p>
                      <a:pPr algn="ctr"/>
                      <a:r>
                        <a:rPr lang="en-US" altLang="zh-TW" sz="3200" dirty="0" smtClean="0"/>
                        <a:t>5</a:t>
                      </a:r>
                      <a:endParaRPr lang="zh-TW" altLang="en-US" sz="3200" dirty="0"/>
                    </a:p>
                  </a:txBody>
                  <a:tcPr/>
                </a:tc>
                <a:tc>
                  <a:txBody>
                    <a:bodyPr/>
                    <a:lstStyle/>
                    <a:p>
                      <a:pPr algn="ctr"/>
                      <a:r>
                        <a:rPr lang="en-US" altLang="zh-TW" sz="3200" dirty="0" smtClean="0">
                          <a:solidFill>
                            <a:srgbClr val="0070C0"/>
                          </a:solidFill>
                        </a:rPr>
                        <a:t>5</a:t>
                      </a:r>
                      <a:endParaRPr lang="zh-TW" altLang="en-US" sz="3200" dirty="0">
                        <a:solidFill>
                          <a:srgbClr val="0070C0"/>
                        </a:solidFill>
                      </a:endParaRPr>
                    </a:p>
                  </a:txBody>
                  <a:tcPr>
                    <a:solidFill>
                      <a:schemeClr val="accent2">
                        <a:lumMod val="60000"/>
                        <a:lumOff val="40000"/>
                      </a:schemeClr>
                    </a:solidFill>
                  </a:tcPr>
                </a:tc>
                <a:tc>
                  <a:txBody>
                    <a:bodyPr/>
                    <a:lstStyle/>
                    <a:p>
                      <a:pPr algn="ctr"/>
                      <a:r>
                        <a:rPr lang="en-US" altLang="zh-TW" sz="3200" dirty="0" smtClean="0"/>
                        <a:t>8</a:t>
                      </a:r>
                      <a:endParaRPr lang="zh-TW" altLang="en-US" sz="3200" dirty="0"/>
                    </a:p>
                  </a:txBody>
                  <a:tcPr/>
                </a:tc>
                <a:tc>
                  <a:txBody>
                    <a:bodyPr/>
                    <a:lstStyle/>
                    <a:p>
                      <a:pPr algn="ctr"/>
                      <a:r>
                        <a:rPr lang="en-US" altLang="zh-TW" sz="3200" dirty="0" smtClean="0"/>
                        <a:t>8</a:t>
                      </a:r>
                      <a:endParaRPr lang="zh-TW" altLang="en-US" sz="3200" dirty="0"/>
                    </a:p>
                  </a:txBody>
                  <a:tcPr/>
                </a:tc>
                <a:tc>
                  <a:txBody>
                    <a:bodyPr/>
                    <a:lstStyle/>
                    <a:p>
                      <a:pPr algn="ctr"/>
                      <a:r>
                        <a:rPr lang="en-US" altLang="zh-TW" sz="3200" dirty="0" smtClean="0"/>
                        <a:t>8</a:t>
                      </a:r>
                      <a:endParaRPr lang="zh-TW" altLang="en-US" sz="3200" dirty="0"/>
                    </a:p>
                  </a:txBody>
                  <a:tcPr>
                    <a:solidFill>
                      <a:schemeClr val="accent2">
                        <a:lumMod val="60000"/>
                        <a:lumOff val="40000"/>
                      </a:schemeClr>
                    </a:solidFill>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r>
              <a:tr h="598744">
                <a:tc>
                  <a:txBody>
                    <a:bodyPr/>
                    <a:lstStyle/>
                    <a:p>
                      <a:pPr algn="ctr"/>
                      <a:r>
                        <a:rPr lang="en-US" altLang="zh-TW" sz="3200" dirty="0" smtClean="0"/>
                        <a:t>c</a:t>
                      </a:r>
                      <a:endParaRPr lang="zh-TW" altLang="en-US" sz="3200" dirty="0"/>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1</a:t>
                      </a:r>
                      <a:endParaRPr lang="zh-TW" altLang="en-US" sz="3200" dirty="0"/>
                    </a:p>
                  </a:txBody>
                  <a:tcPr/>
                </a:tc>
                <a:tc>
                  <a:txBody>
                    <a:bodyPr/>
                    <a:lstStyle/>
                    <a:p>
                      <a:pPr algn="ctr"/>
                      <a:r>
                        <a:rPr lang="en-US" altLang="zh-TW" sz="3200" dirty="0" smtClean="0"/>
                        <a:t>4</a:t>
                      </a:r>
                      <a:endParaRPr lang="zh-TW" altLang="en-US" sz="3200" dirty="0"/>
                    </a:p>
                  </a:txBody>
                  <a:tcPr>
                    <a:noFill/>
                  </a:tcPr>
                </a:tc>
                <a:tc>
                  <a:txBody>
                    <a:bodyPr/>
                    <a:lstStyle/>
                    <a:p>
                      <a:pPr algn="ctr"/>
                      <a:r>
                        <a:rPr lang="en-US" altLang="zh-TW" sz="3200" dirty="0" smtClean="0"/>
                        <a:t>4</a:t>
                      </a:r>
                      <a:endParaRPr lang="zh-TW" altLang="en-US" sz="3200" dirty="0"/>
                    </a:p>
                  </a:txBody>
                  <a:tcPr>
                    <a:solidFill>
                      <a:schemeClr val="accent2">
                        <a:lumMod val="60000"/>
                        <a:lumOff val="40000"/>
                      </a:schemeClr>
                    </a:solidFill>
                  </a:tcPr>
                </a:tc>
                <a:tc>
                  <a:txBody>
                    <a:bodyPr/>
                    <a:lstStyle/>
                    <a:p>
                      <a:pPr algn="ctr"/>
                      <a:r>
                        <a:rPr lang="en-US" altLang="zh-TW" sz="3200" dirty="0" smtClean="0"/>
                        <a:t>4</a:t>
                      </a:r>
                      <a:endParaRPr lang="zh-TW" altLang="en-US" sz="3200" dirty="0"/>
                    </a:p>
                  </a:txBody>
                  <a:tcPr>
                    <a:noFill/>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solidFill>
                      <a:schemeClr val="accent2">
                        <a:lumMod val="60000"/>
                        <a:lumOff val="40000"/>
                      </a:schemeClr>
                    </a:solidFill>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solidFill>
                      <a:schemeClr val="accent2">
                        <a:lumMod val="60000"/>
                        <a:lumOff val="40000"/>
                      </a:schemeClr>
                    </a:solidFill>
                  </a:tcPr>
                </a:tc>
                <a:tc>
                  <a:txBody>
                    <a:bodyPr/>
                    <a:lstStyle/>
                    <a:p>
                      <a:pPr algn="ctr"/>
                      <a:r>
                        <a:rPr lang="en-US" altLang="zh-TW" sz="3200" dirty="0" smtClean="0"/>
                        <a:t>10</a:t>
                      </a:r>
                      <a:endParaRPr lang="zh-TW" altLang="en-US" sz="3200" dirty="0"/>
                    </a:p>
                  </a:txBody>
                  <a:tcPr/>
                </a:tc>
              </a:tr>
            </a:tbl>
          </a:graphicData>
        </a:graphic>
      </p:graphicFrame>
      <p:sp>
        <p:nvSpPr>
          <p:cNvPr id="4" name="矩形 3"/>
          <p:cNvSpPr/>
          <p:nvPr/>
        </p:nvSpPr>
        <p:spPr>
          <a:xfrm>
            <a:off x="649386" y="562338"/>
            <a:ext cx="3076996" cy="677108"/>
          </a:xfrm>
          <a:prstGeom prst="rect">
            <a:avLst/>
          </a:prstGeom>
          <a:noFill/>
        </p:spPr>
        <p:txBody>
          <a:bodyPr wrap="none" lIns="91440" tIns="45720" rIns="91440" bIns="45720">
            <a:spAutoFit/>
          </a:bodyPr>
          <a:lstStyle/>
          <a:p>
            <a:pPr algn="ctr"/>
            <a:r>
              <a:rPr lang="en-US" altLang="zh-TW" sz="3800" b="0" cap="none" spc="0" dirty="0" smtClean="0">
                <a:ln w="0"/>
                <a:solidFill>
                  <a:schemeClr val="tx1"/>
                </a:solidFill>
                <a:effectLst>
                  <a:outerShdw blurRad="38100" dist="19050" dir="2700000" algn="tl" rotWithShape="0">
                    <a:schemeClr val="dk1">
                      <a:alpha val="40000"/>
                    </a:schemeClr>
                  </a:outerShdw>
                </a:effectLst>
              </a:rPr>
              <a:t>CLOSEST[</a:t>
            </a:r>
            <a:r>
              <a:rPr lang="en-US" altLang="zh-TW" sz="3800" dirty="0" smtClean="0">
                <a:ln w="0"/>
                <a:effectLst>
                  <a:outerShdw blurRad="38100" dist="19050" dir="2700000" algn="tl" rotWithShape="0">
                    <a:schemeClr val="dk1">
                      <a:alpha val="40000"/>
                    </a:schemeClr>
                  </a:outerShdw>
                </a:effectLst>
              </a:rPr>
              <a:t>][</a:t>
            </a:r>
            <a:r>
              <a:rPr lang="en-US" altLang="zh-TW" sz="3800" b="0" cap="none" spc="0" dirty="0" smtClean="0">
                <a:ln w="0"/>
                <a:solidFill>
                  <a:schemeClr val="tx1"/>
                </a:solidFill>
                <a:effectLst>
                  <a:outerShdw blurRad="38100" dist="19050" dir="2700000" algn="tl" rotWithShape="0">
                    <a:schemeClr val="dk1">
                      <a:alpha val="40000"/>
                    </a:schemeClr>
                  </a:outerShdw>
                </a:effectLst>
              </a:rPr>
              <a:t>]:</a:t>
            </a:r>
            <a:endParaRPr lang="zh-TW" altLang="en-US" sz="3800" b="0" cap="none" spc="0" dirty="0">
              <a:ln w="0"/>
              <a:solidFill>
                <a:schemeClr val="tx1"/>
              </a:solidFill>
              <a:effectLst>
                <a:outerShdw blurRad="38100" dist="19050" dir="2700000" algn="tl" rotWithShape="0">
                  <a:schemeClr val="dk1">
                    <a:alpha val="40000"/>
                  </a:schemeClr>
                </a:outerShdw>
              </a:effectLst>
            </a:endParaRPr>
          </a:p>
        </p:txBody>
      </p:sp>
      <p:graphicFrame>
        <p:nvGraphicFramePr>
          <p:cNvPr id="5" name="表格 4"/>
          <p:cNvGraphicFramePr>
            <a:graphicFrameLocks noGrp="1"/>
          </p:cNvGraphicFramePr>
          <p:nvPr>
            <p:extLst>
              <p:ext uri="{D42A27DB-BD31-4B8C-83A1-F6EECF244321}">
                <p14:modId xmlns:p14="http://schemas.microsoft.com/office/powerpoint/2010/main" val="4010934540"/>
              </p:ext>
            </p:extLst>
          </p:nvPr>
        </p:nvGraphicFramePr>
        <p:xfrm>
          <a:off x="3821831" y="3966575"/>
          <a:ext cx="7333420" cy="598744"/>
        </p:xfrm>
        <a:graphic>
          <a:graphicData uri="http://schemas.openxmlformats.org/drawingml/2006/table">
            <a:tbl>
              <a:tblPr firstRow="1" bandRow="1">
                <a:tableStyleId>{5940675A-B579-460E-94D1-54222C63F5DA}</a:tableStyleId>
              </a:tblPr>
              <a:tblGrid>
                <a:gridCol w="733342"/>
                <a:gridCol w="733342"/>
                <a:gridCol w="733342"/>
                <a:gridCol w="733342"/>
                <a:gridCol w="733342"/>
                <a:gridCol w="733342"/>
                <a:gridCol w="733342"/>
                <a:gridCol w="733342"/>
                <a:gridCol w="733342"/>
                <a:gridCol w="733342"/>
              </a:tblGrid>
              <a:tr h="598744">
                <a:tc>
                  <a:txBody>
                    <a:bodyPr/>
                    <a:lstStyle/>
                    <a:p>
                      <a:pPr algn="ctr"/>
                      <a:r>
                        <a:rPr lang="en-US" altLang="zh-TW" sz="3200" dirty="0" smtClean="0"/>
                        <a:t>3</a:t>
                      </a:r>
                      <a:endParaRPr lang="zh-TW" altLang="en-US" sz="3200" dirty="0"/>
                    </a:p>
                  </a:txBody>
                  <a:tcPr/>
                </a:tc>
                <a:tc>
                  <a:txBody>
                    <a:bodyPr/>
                    <a:lstStyle/>
                    <a:p>
                      <a:pPr algn="ctr"/>
                      <a:r>
                        <a:rPr lang="en-US" altLang="zh-TW" sz="3200" dirty="0" smtClean="0"/>
                        <a:t>2</a:t>
                      </a:r>
                      <a:endParaRPr lang="zh-TW" altLang="en-US" sz="3200" dirty="0"/>
                    </a:p>
                  </a:txBody>
                  <a:tcPr/>
                </a:tc>
                <a:tc>
                  <a:txBody>
                    <a:bodyPr/>
                    <a:lstStyle/>
                    <a:p>
                      <a:pPr algn="ctr"/>
                      <a:r>
                        <a:rPr lang="en-US" altLang="zh-TW" sz="3200" dirty="0" smtClean="0"/>
                        <a:t>4</a:t>
                      </a:r>
                      <a:endParaRPr lang="zh-TW" altLang="en-US" sz="3200" dirty="0"/>
                    </a:p>
                  </a:txBody>
                  <a:tcPr/>
                </a:tc>
                <a:tc>
                  <a:txBody>
                    <a:bodyPr/>
                    <a:lstStyle/>
                    <a:p>
                      <a:pPr algn="ctr"/>
                      <a:r>
                        <a:rPr lang="en-US" altLang="zh-TW" sz="3200" dirty="0" smtClean="0"/>
                        <a:t>6</a:t>
                      </a:r>
                      <a:endParaRPr lang="zh-TW" altLang="en-US" sz="3200" dirty="0"/>
                    </a:p>
                  </a:txBody>
                  <a:tcPr/>
                </a:tc>
                <a:tc>
                  <a:txBody>
                    <a:bodyPr/>
                    <a:lstStyle/>
                    <a:p>
                      <a:pPr algn="ctr"/>
                      <a:r>
                        <a:rPr lang="en-US" altLang="zh-TW" sz="3200" dirty="0" smtClean="0"/>
                        <a:t>5</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7</a:t>
                      </a:r>
                      <a:endParaRPr lang="zh-TW" altLang="en-US" sz="3200" dirty="0"/>
                    </a:p>
                  </a:txBody>
                  <a:tcPr/>
                </a:tc>
                <a:tc>
                  <a:txBody>
                    <a:bodyPr/>
                    <a:lstStyle/>
                    <a:p>
                      <a:pPr algn="ctr"/>
                      <a:r>
                        <a:rPr lang="en-US" altLang="zh-TW" sz="3200" dirty="0" smtClean="0"/>
                        <a:t>8</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r>
            </a:tbl>
          </a:graphicData>
        </a:graphic>
      </p:graphicFrame>
      <p:sp>
        <p:nvSpPr>
          <p:cNvPr id="7" name="矩形 6"/>
          <p:cNvSpPr/>
          <p:nvPr/>
        </p:nvSpPr>
        <p:spPr>
          <a:xfrm>
            <a:off x="650269" y="3608250"/>
            <a:ext cx="2301143" cy="677108"/>
          </a:xfrm>
          <a:prstGeom prst="rect">
            <a:avLst/>
          </a:prstGeom>
          <a:noFill/>
        </p:spPr>
        <p:txBody>
          <a:bodyPr wrap="none" lIns="91440" tIns="45720" rIns="91440" bIns="45720">
            <a:spAutoFit/>
          </a:bodyPr>
          <a:lstStyle/>
          <a:p>
            <a:pPr algn="ctr"/>
            <a:r>
              <a:rPr lang="en-US" altLang="zh-TW" sz="3800" b="0" cap="none" spc="0" dirty="0" smtClean="0">
                <a:ln w="0"/>
                <a:solidFill>
                  <a:schemeClr val="tx1"/>
                </a:solidFill>
                <a:effectLst>
                  <a:outerShdw blurRad="38100" dist="19050" dir="2700000" algn="tl" rotWithShape="0">
                    <a:schemeClr val="dk1">
                      <a:alpha val="40000"/>
                    </a:schemeClr>
                  </a:outerShdw>
                </a:effectLst>
              </a:rPr>
              <a:t>CLOSE[</a:t>
            </a:r>
            <a:r>
              <a:rPr lang="en-US" altLang="zh-TW" sz="3800" dirty="0" smtClean="0">
                <a:ln w="0"/>
                <a:effectLst>
                  <a:outerShdw blurRad="38100" dist="19050" dir="2700000" algn="tl" rotWithShape="0">
                    <a:schemeClr val="dk1">
                      <a:alpha val="40000"/>
                    </a:schemeClr>
                  </a:outerShdw>
                </a:effectLst>
              </a:rPr>
              <a:t>] </a:t>
            </a:r>
            <a:r>
              <a:rPr lang="en-US" altLang="zh-TW" sz="3800" b="0" cap="none" spc="0" dirty="0" smtClean="0">
                <a:ln w="0"/>
                <a:solidFill>
                  <a:schemeClr val="tx1"/>
                </a:solidFill>
                <a:effectLst>
                  <a:outerShdw blurRad="38100" dist="19050" dir="2700000" algn="tl" rotWithShape="0">
                    <a:schemeClr val="dk1">
                      <a:alpha val="40000"/>
                    </a:schemeClr>
                  </a:outerShdw>
                </a:effectLst>
              </a:rPr>
              <a:t>:</a:t>
            </a:r>
            <a:endParaRPr lang="zh-TW" altLang="en-US" sz="3800" b="0" cap="none" spc="0" dirty="0">
              <a:ln w="0"/>
              <a:solidFill>
                <a:schemeClr val="tx1"/>
              </a:solidFill>
              <a:effectLst>
                <a:outerShdw blurRad="38100" dist="19050" dir="2700000" algn="tl" rotWithShape="0">
                  <a:schemeClr val="dk1">
                    <a:alpha val="40000"/>
                  </a:schemeClr>
                </a:outerShdw>
              </a:effectLst>
            </a:endParaRPr>
          </a:p>
        </p:txBody>
      </p:sp>
      <p:sp>
        <p:nvSpPr>
          <p:cNvPr id="22" name="矩形 21"/>
          <p:cNvSpPr/>
          <p:nvPr/>
        </p:nvSpPr>
        <p:spPr>
          <a:xfrm>
            <a:off x="651600" y="4910957"/>
            <a:ext cx="4178260" cy="677108"/>
          </a:xfrm>
          <a:prstGeom prst="rect">
            <a:avLst/>
          </a:prstGeom>
          <a:noFill/>
        </p:spPr>
        <p:txBody>
          <a:bodyPr wrap="none" lIns="91440" tIns="45720" rIns="91440" bIns="45720">
            <a:spAutoFit/>
          </a:bodyPr>
          <a:lstStyle/>
          <a:p>
            <a:pPr algn="ctr"/>
            <a:r>
              <a:rPr lang="en-US" altLang="zh-TW" sz="3800" b="0" cap="none" spc="0" dirty="0" smtClean="0">
                <a:ln w="0"/>
                <a:solidFill>
                  <a:srgbClr val="0070C0"/>
                </a:solidFill>
                <a:effectLst>
                  <a:outerShdw blurRad="38100" dist="19050" dir="2700000" algn="tl" rotWithShape="0">
                    <a:schemeClr val="dk1">
                      <a:alpha val="40000"/>
                    </a:schemeClr>
                  </a:outerShdw>
                </a:effectLst>
              </a:rPr>
              <a:t>CLOSEST[b</a:t>
            </a:r>
            <a:r>
              <a:rPr lang="en-US" altLang="zh-TW" sz="3800" dirty="0" smtClean="0">
                <a:ln w="0"/>
                <a:solidFill>
                  <a:srgbClr val="0070C0"/>
                </a:solidFill>
                <a:effectLst>
                  <a:outerShdw blurRad="38100" dist="19050" dir="2700000" algn="tl" rotWithShape="0">
                    <a:schemeClr val="dk1">
                      <a:alpha val="40000"/>
                    </a:schemeClr>
                  </a:outerShdw>
                </a:effectLst>
              </a:rPr>
              <a:t>][5</a:t>
            </a:r>
            <a:r>
              <a:rPr lang="en-US" altLang="zh-TW" sz="3800" b="0" cap="none" spc="0" dirty="0" smtClean="0">
                <a:ln w="0"/>
                <a:solidFill>
                  <a:srgbClr val="0070C0"/>
                </a:solidFill>
                <a:effectLst>
                  <a:outerShdw blurRad="38100" dist="19050" dir="2700000" algn="tl" rotWithShape="0">
                    <a:schemeClr val="dk1">
                      <a:alpha val="40000"/>
                    </a:schemeClr>
                  </a:outerShdw>
                </a:effectLst>
              </a:rPr>
              <a:t>]= ?</a:t>
            </a:r>
            <a:endParaRPr lang="zh-TW" altLang="en-US" sz="3800" b="0" cap="none" spc="0" dirty="0">
              <a:ln w="0"/>
              <a:solidFill>
                <a:srgbClr val="0070C0"/>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76157986"/>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直線接點 11"/>
          <p:cNvCxnSpPr>
            <a:stCxn id="6" idx="4"/>
            <a:endCxn id="11" idx="0"/>
          </p:cNvCxnSpPr>
          <p:nvPr/>
        </p:nvCxnSpPr>
        <p:spPr bwMode="auto">
          <a:xfrm>
            <a:off x="7109859" y="2684501"/>
            <a:ext cx="0" cy="1262303"/>
          </a:xfrm>
          <a:prstGeom prst="line">
            <a:avLst/>
          </a:prstGeom>
          <a:solidFill>
            <a:schemeClr val="accent1"/>
          </a:solidFill>
          <a:ln w="5715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4" name="表格 13"/>
          <p:cNvGraphicFramePr>
            <a:graphicFrameLocks noGrp="1"/>
          </p:cNvGraphicFramePr>
          <p:nvPr>
            <p:extLst>
              <p:ext uri="{D42A27DB-BD31-4B8C-83A1-F6EECF244321}">
                <p14:modId xmlns:p14="http://schemas.microsoft.com/office/powerpoint/2010/main" val="1545975136"/>
              </p:ext>
            </p:extLst>
          </p:nvPr>
        </p:nvGraphicFramePr>
        <p:xfrm>
          <a:off x="3071150" y="313150"/>
          <a:ext cx="8066762" cy="2993720"/>
        </p:xfrm>
        <a:graphic>
          <a:graphicData uri="http://schemas.openxmlformats.org/drawingml/2006/table">
            <a:tbl>
              <a:tblPr firstRow="1" bandRow="1">
                <a:tableStyleId>{5940675A-B579-460E-94D1-54222C63F5DA}</a:tableStyleId>
              </a:tblPr>
              <a:tblGrid>
                <a:gridCol w="733342"/>
                <a:gridCol w="733342"/>
                <a:gridCol w="733342"/>
                <a:gridCol w="733342"/>
                <a:gridCol w="733342"/>
                <a:gridCol w="733342"/>
                <a:gridCol w="733342"/>
                <a:gridCol w="733342"/>
                <a:gridCol w="733342"/>
                <a:gridCol w="733342"/>
                <a:gridCol w="733342"/>
              </a:tblGrid>
              <a:tr h="598744">
                <a:tc>
                  <a:txBody>
                    <a:bodyPr/>
                    <a:lstStyle/>
                    <a:p>
                      <a:pPr algn="ct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1</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2</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3</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4</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5</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6</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7</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8</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9</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10</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598744">
                <a:tc>
                  <a:txBody>
                    <a:bodyPr/>
                    <a:lstStyle/>
                    <a:p>
                      <a:pPr algn="ct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c</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c</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598744">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3</a:t>
                      </a:r>
                      <a:endParaRPr lang="zh-TW" altLang="en-US" sz="3200" dirty="0"/>
                    </a:p>
                  </a:txBody>
                  <a:tcPr>
                    <a:solidFill>
                      <a:schemeClr val="accent2">
                        <a:lumMod val="60000"/>
                        <a:lumOff val="40000"/>
                      </a:schemeClr>
                    </a:solidFill>
                  </a:tcPr>
                </a:tc>
                <a:tc>
                  <a:txBody>
                    <a:bodyPr/>
                    <a:lstStyle/>
                    <a:p>
                      <a:pPr algn="ctr"/>
                      <a:r>
                        <a:rPr lang="en-US" altLang="zh-TW" sz="3200" dirty="0" smtClean="0"/>
                        <a:t>3</a:t>
                      </a:r>
                      <a:endParaRPr lang="zh-TW" altLang="en-US" sz="3200" dirty="0"/>
                    </a:p>
                  </a:txBody>
                  <a:tcPr/>
                </a:tc>
                <a:tc>
                  <a:txBody>
                    <a:bodyPr/>
                    <a:lstStyle/>
                    <a:p>
                      <a:pPr algn="ctr"/>
                      <a:r>
                        <a:rPr lang="en-US" altLang="zh-TW" sz="3200" dirty="0" smtClean="0"/>
                        <a:t>3</a:t>
                      </a:r>
                      <a:endParaRPr lang="zh-TW" altLang="en-US" sz="3200" dirty="0"/>
                    </a:p>
                  </a:txBody>
                  <a:tcPr/>
                </a:tc>
                <a:tc>
                  <a:txBody>
                    <a:bodyPr/>
                    <a:lstStyle/>
                    <a:p>
                      <a:pPr algn="ctr"/>
                      <a:r>
                        <a:rPr lang="en-US" altLang="zh-TW" sz="3200" dirty="0" smtClean="0"/>
                        <a:t>6</a:t>
                      </a:r>
                      <a:endParaRPr lang="zh-TW" altLang="en-US" sz="3200" dirty="0"/>
                    </a:p>
                  </a:txBody>
                  <a:tcPr>
                    <a:solidFill>
                      <a:schemeClr val="accent2">
                        <a:lumMod val="60000"/>
                        <a:lumOff val="40000"/>
                      </a:schemeClr>
                    </a:solidFill>
                  </a:tcPr>
                </a:tc>
                <a:tc>
                  <a:txBody>
                    <a:bodyPr/>
                    <a:lstStyle/>
                    <a:p>
                      <a:pPr algn="ctr"/>
                      <a:r>
                        <a:rPr lang="en-US" altLang="zh-TW" sz="3200" dirty="0" smtClean="0"/>
                        <a:t>6</a:t>
                      </a:r>
                      <a:endParaRPr lang="zh-TW" altLang="en-US" sz="3200" dirty="0"/>
                    </a:p>
                  </a:txBody>
                  <a:tcPr/>
                </a:tc>
                <a:tc>
                  <a:txBody>
                    <a:bodyPr/>
                    <a:lstStyle/>
                    <a:p>
                      <a:pPr algn="ctr"/>
                      <a:r>
                        <a:rPr lang="en-US" altLang="zh-TW" sz="3200" dirty="0" smtClean="0"/>
                        <a:t>6</a:t>
                      </a:r>
                      <a:endParaRPr lang="zh-TW" altLang="en-US" sz="3200" dirty="0"/>
                    </a:p>
                  </a:txBody>
                  <a:tcPr/>
                </a:tc>
                <a:tc>
                  <a:txBody>
                    <a:bodyPr/>
                    <a:lstStyle/>
                    <a:p>
                      <a:pPr algn="ctr"/>
                      <a:r>
                        <a:rPr lang="en-US" altLang="zh-TW" sz="3200" dirty="0" smtClean="0"/>
                        <a:t>7</a:t>
                      </a:r>
                      <a:endParaRPr lang="zh-TW" altLang="en-US" sz="3200" dirty="0"/>
                    </a:p>
                  </a:txBody>
                  <a:tcPr>
                    <a:solidFill>
                      <a:schemeClr val="accent2">
                        <a:lumMod val="60000"/>
                        <a:lumOff val="40000"/>
                      </a:schemeClr>
                    </a:solidFill>
                  </a:tcPr>
                </a:tc>
                <a:tc>
                  <a:txBody>
                    <a:bodyPr/>
                    <a:lstStyle/>
                    <a:p>
                      <a:pPr algn="ctr"/>
                      <a:r>
                        <a:rPr lang="en-US" altLang="zh-TW" sz="3200" dirty="0" smtClean="0"/>
                        <a:t>9</a:t>
                      </a:r>
                      <a:endParaRPr lang="zh-TW" altLang="en-US" sz="3200" dirty="0"/>
                    </a:p>
                  </a:txBody>
                  <a:tcPr/>
                </a:tc>
                <a:tc>
                  <a:txBody>
                    <a:bodyPr/>
                    <a:lstStyle/>
                    <a:p>
                      <a:pPr algn="ctr"/>
                      <a:r>
                        <a:rPr lang="en-US" altLang="zh-TW" sz="3200" dirty="0" smtClean="0"/>
                        <a:t>9</a:t>
                      </a:r>
                      <a:endParaRPr lang="zh-TW" altLang="en-US" sz="3200" dirty="0"/>
                    </a:p>
                  </a:txBody>
                  <a:tcPr/>
                </a:tc>
                <a:tc>
                  <a:txBody>
                    <a:bodyPr/>
                    <a:lstStyle/>
                    <a:p>
                      <a:pPr algn="ctr"/>
                      <a:r>
                        <a:rPr lang="en-US" altLang="zh-TW" sz="3200" dirty="0" smtClean="0"/>
                        <a:t>10</a:t>
                      </a:r>
                      <a:endParaRPr lang="zh-TW" altLang="en-US" sz="3200" dirty="0"/>
                    </a:p>
                  </a:txBody>
                  <a:tcPr/>
                </a:tc>
              </a:tr>
              <a:tr h="598744">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2</a:t>
                      </a:r>
                      <a:endParaRPr lang="zh-TW" altLang="en-US" sz="3200" dirty="0"/>
                    </a:p>
                  </a:txBody>
                  <a:tcPr/>
                </a:tc>
                <a:tc>
                  <a:txBody>
                    <a:bodyPr/>
                    <a:lstStyle/>
                    <a:p>
                      <a:pPr algn="ctr"/>
                      <a:r>
                        <a:rPr lang="en-US" altLang="zh-TW" sz="3200" dirty="0" smtClean="0"/>
                        <a:t>2</a:t>
                      </a:r>
                      <a:endParaRPr lang="zh-TW" altLang="en-US" sz="3200" dirty="0"/>
                    </a:p>
                  </a:txBody>
                  <a:tcPr>
                    <a:solidFill>
                      <a:schemeClr val="accent2">
                        <a:lumMod val="60000"/>
                        <a:lumOff val="40000"/>
                      </a:schemeClr>
                    </a:solidFill>
                  </a:tcPr>
                </a:tc>
                <a:tc>
                  <a:txBody>
                    <a:bodyPr/>
                    <a:lstStyle/>
                    <a:p>
                      <a:pPr algn="ctr"/>
                      <a:r>
                        <a:rPr lang="en-US" altLang="zh-TW" sz="3200" dirty="0" smtClean="0"/>
                        <a:t>5</a:t>
                      </a:r>
                      <a:endParaRPr lang="zh-TW" altLang="en-US" sz="3200" dirty="0"/>
                    </a:p>
                  </a:txBody>
                  <a:tcPr/>
                </a:tc>
                <a:tc>
                  <a:txBody>
                    <a:bodyPr/>
                    <a:lstStyle/>
                    <a:p>
                      <a:pPr algn="ctr"/>
                      <a:r>
                        <a:rPr lang="en-US" altLang="zh-TW" sz="3200" dirty="0" smtClean="0"/>
                        <a:t>5</a:t>
                      </a:r>
                      <a:endParaRPr lang="zh-TW" altLang="en-US" sz="3200" dirty="0"/>
                    </a:p>
                  </a:txBody>
                  <a:tcPr/>
                </a:tc>
                <a:tc>
                  <a:txBody>
                    <a:bodyPr/>
                    <a:lstStyle/>
                    <a:p>
                      <a:pPr algn="ctr"/>
                      <a:r>
                        <a:rPr lang="en-US" altLang="zh-TW" sz="3200" dirty="0" smtClean="0">
                          <a:solidFill>
                            <a:srgbClr val="0070C0"/>
                          </a:solidFill>
                        </a:rPr>
                        <a:t>5</a:t>
                      </a:r>
                      <a:endParaRPr lang="zh-TW" altLang="en-US" sz="3200" dirty="0">
                        <a:solidFill>
                          <a:srgbClr val="0070C0"/>
                        </a:solidFill>
                      </a:endParaRPr>
                    </a:p>
                  </a:txBody>
                  <a:tcPr>
                    <a:solidFill>
                      <a:schemeClr val="accent2">
                        <a:lumMod val="60000"/>
                        <a:lumOff val="40000"/>
                      </a:schemeClr>
                    </a:solidFill>
                  </a:tcPr>
                </a:tc>
                <a:tc>
                  <a:txBody>
                    <a:bodyPr/>
                    <a:lstStyle/>
                    <a:p>
                      <a:pPr algn="ctr"/>
                      <a:r>
                        <a:rPr lang="en-US" altLang="zh-TW" sz="3200" dirty="0" smtClean="0"/>
                        <a:t>8</a:t>
                      </a:r>
                      <a:endParaRPr lang="zh-TW" altLang="en-US" sz="3200" dirty="0"/>
                    </a:p>
                  </a:txBody>
                  <a:tcPr/>
                </a:tc>
                <a:tc>
                  <a:txBody>
                    <a:bodyPr/>
                    <a:lstStyle/>
                    <a:p>
                      <a:pPr algn="ctr"/>
                      <a:r>
                        <a:rPr lang="en-US" altLang="zh-TW" sz="3200" dirty="0" smtClean="0"/>
                        <a:t>8</a:t>
                      </a:r>
                      <a:endParaRPr lang="zh-TW" altLang="en-US" sz="3200" dirty="0"/>
                    </a:p>
                  </a:txBody>
                  <a:tcPr/>
                </a:tc>
                <a:tc>
                  <a:txBody>
                    <a:bodyPr/>
                    <a:lstStyle/>
                    <a:p>
                      <a:pPr algn="ctr"/>
                      <a:r>
                        <a:rPr lang="en-US" altLang="zh-TW" sz="3200" dirty="0" smtClean="0"/>
                        <a:t>8</a:t>
                      </a:r>
                      <a:endParaRPr lang="zh-TW" altLang="en-US" sz="3200" dirty="0"/>
                    </a:p>
                  </a:txBody>
                  <a:tcPr>
                    <a:solidFill>
                      <a:schemeClr val="accent2">
                        <a:lumMod val="60000"/>
                        <a:lumOff val="40000"/>
                      </a:schemeClr>
                    </a:solidFill>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r>
              <a:tr h="598744">
                <a:tc>
                  <a:txBody>
                    <a:bodyPr/>
                    <a:lstStyle/>
                    <a:p>
                      <a:pPr algn="ctr"/>
                      <a:r>
                        <a:rPr lang="en-US" altLang="zh-TW" sz="3200" dirty="0" smtClean="0"/>
                        <a:t>c</a:t>
                      </a:r>
                      <a:endParaRPr lang="zh-TW" altLang="en-US" sz="3200" dirty="0"/>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1</a:t>
                      </a:r>
                      <a:endParaRPr lang="zh-TW" altLang="en-US" sz="3200" dirty="0"/>
                    </a:p>
                  </a:txBody>
                  <a:tcPr/>
                </a:tc>
                <a:tc>
                  <a:txBody>
                    <a:bodyPr/>
                    <a:lstStyle/>
                    <a:p>
                      <a:pPr algn="ctr"/>
                      <a:r>
                        <a:rPr lang="en-US" altLang="zh-TW" sz="3200" dirty="0" smtClean="0"/>
                        <a:t>4</a:t>
                      </a:r>
                      <a:endParaRPr lang="zh-TW" altLang="en-US" sz="3200" dirty="0"/>
                    </a:p>
                  </a:txBody>
                  <a:tcPr>
                    <a:noFill/>
                  </a:tcPr>
                </a:tc>
                <a:tc>
                  <a:txBody>
                    <a:bodyPr/>
                    <a:lstStyle/>
                    <a:p>
                      <a:pPr algn="ctr"/>
                      <a:r>
                        <a:rPr lang="en-US" altLang="zh-TW" sz="3200" dirty="0" smtClean="0"/>
                        <a:t>4</a:t>
                      </a:r>
                      <a:endParaRPr lang="zh-TW" altLang="en-US" sz="3200" dirty="0"/>
                    </a:p>
                  </a:txBody>
                  <a:tcPr>
                    <a:solidFill>
                      <a:schemeClr val="accent2">
                        <a:lumMod val="60000"/>
                        <a:lumOff val="40000"/>
                      </a:schemeClr>
                    </a:solidFill>
                  </a:tcPr>
                </a:tc>
                <a:tc>
                  <a:txBody>
                    <a:bodyPr/>
                    <a:lstStyle/>
                    <a:p>
                      <a:pPr algn="ctr"/>
                      <a:r>
                        <a:rPr lang="en-US" altLang="zh-TW" sz="3200" dirty="0" smtClean="0"/>
                        <a:t>4</a:t>
                      </a:r>
                      <a:endParaRPr lang="zh-TW" altLang="en-US" sz="3200" dirty="0"/>
                    </a:p>
                  </a:txBody>
                  <a:tcPr>
                    <a:noFill/>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solidFill>
                      <a:schemeClr val="accent2">
                        <a:lumMod val="60000"/>
                        <a:lumOff val="40000"/>
                      </a:schemeClr>
                    </a:solidFill>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solidFill>
                      <a:schemeClr val="accent2">
                        <a:lumMod val="60000"/>
                        <a:lumOff val="40000"/>
                      </a:schemeClr>
                    </a:solidFill>
                  </a:tcPr>
                </a:tc>
                <a:tc>
                  <a:txBody>
                    <a:bodyPr/>
                    <a:lstStyle/>
                    <a:p>
                      <a:pPr algn="ctr"/>
                      <a:r>
                        <a:rPr lang="en-US" altLang="zh-TW" sz="3200" dirty="0" smtClean="0"/>
                        <a:t>10</a:t>
                      </a:r>
                      <a:endParaRPr lang="zh-TW" altLang="en-US" sz="3200" dirty="0"/>
                    </a:p>
                  </a:txBody>
                  <a:tcPr/>
                </a:tc>
              </a:tr>
            </a:tbl>
          </a:graphicData>
        </a:graphic>
      </p:graphicFrame>
      <p:sp>
        <p:nvSpPr>
          <p:cNvPr id="6" name="橢圓 5"/>
          <p:cNvSpPr/>
          <p:nvPr/>
        </p:nvSpPr>
        <p:spPr bwMode="auto">
          <a:xfrm>
            <a:off x="6802971" y="2070725"/>
            <a:ext cx="613775" cy="613776"/>
          </a:xfrm>
          <a:prstGeom prst="ellipse">
            <a:avLst/>
          </a:prstGeom>
          <a:noFill/>
          <a:ln w="5715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1" name="橢圓 10"/>
          <p:cNvSpPr/>
          <p:nvPr/>
        </p:nvSpPr>
        <p:spPr bwMode="auto">
          <a:xfrm>
            <a:off x="6802971" y="3946804"/>
            <a:ext cx="613775" cy="613776"/>
          </a:xfrm>
          <a:prstGeom prst="ellipse">
            <a:avLst/>
          </a:prstGeom>
          <a:noFill/>
          <a:ln w="5715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4" name="矩形 3"/>
          <p:cNvSpPr/>
          <p:nvPr/>
        </p:nvSpPr>
        <p:spPr>
          <a:xfrm>
            <a:off x="649386" y="562338"/>
            <a:ext cx="3076996" cy="677108"/>
          </a:xfrm>
          <a:prstGeom prst="rect">
            <a:avLst/>
          </a:prstGeom>
          <a:noFill/>
        </p:spPr>
        <p:txBody>
          <a:bodyPr wrap="none" lIns="91440" tIns="45720" rIns="91440" bIns="45720">
            <a:spAutoFit/>
          </a:bodyPr>
          <a:lstStyle/>
          <a:p>
            <a:pPr algn="ctr"/>
            <a:r>
              <a:rPr lang="en-US" altLang="zh-TW" sz="3800" b="0" cap="none" spc="0" dirty="0" smtClean="0">
                <a:ln w="0"/>
                <a:solidFill>
                  <a:schemeClr val="tx1"/>
                </a:solidFill>
                <a:effectLst>
                  <a:outerShdw blurRad="38100" dist="19050" dir="2700000" algn="tl" rotWithShape="0">
                    <a:schemeClr val="dk1">
                      <a:alpha val="40000"/>
                    </a:schemeClr>
                  </a:outerShdw>
                </a:effectLst>
              </a:rPr>
              <a:t>CLOSEST[</a:t>
            </a:r>
            <a:r>
              <a:rPr lang="en-US" altLang="zh-TW" sz="3800" dirty="0" smtClean="0">
                <a:ln w="0"/>
                <a:effectLst>
                  <a:outerShdw blurRad="38100" dist="19050" dir="2700000" algn="tl" rotWithShape="0">
                    <a:schemeClr val="dk1">
                      <a:alpha val="40000"/>
                    </a:schemeClr>
                  </a:outerShdw>
                </a:effectLst>
              </a:rPr>
              <a:t>][</a:t>
            </a:r>
            <a:r>
              <a:rPr lang="en-US" altLang="zh-TW" sz="3800" b="0" cap="none" spc="0" dirty="0" smtClean="0">
                <a:ln w="0"/>
                <a:solidFill>
                  <a:schemeClr val="tx1"/>
                </a:solidFill>
                <a:effectLst>
                  <a:outerShdw blurRad="38100" dist="19050" dir="2700000" algn="tl" rotWithShape="0">
                    <a:schemeClr val="dk1">
                      <a:alpha val="40000"/>
                    </a:schemeClr>
                  </a:outerShdw>
                </a:effectLst>
              </a:rPr>
              <a:t>]:</a:t>
            </a:r>
            <a:endParaRPr lang="zh-TW" altLang="en-US" sz="3800" b="0" cap="none" spc="0" dirty="0">
              <a:ln w="0"/>
              <a:solidFill>
                <a:schemeClr val="tx1"/>
              </a:solidFill>
              <a:effectLst>
                <a:outerShdw blurRad="38100" dist="19050" dir="2700000" algn="tl" rotWithShape="0">
                  <a:schemeClr val="dk1">
                    <a:alpha val="40000"/>
                  </a:schemeClr>
                </a:outerShdw>
              </a:effectLst>
            </a:endParaRPr>
          </a:p>
        </p:txBody>
      </p:sp>
      <p:graphicFrame>
        <p:nvGraphicFramePr>
          <p:cNvPr id="5" name="表格 4"/>
          <p:cNvGraphicFramePr>
            <a:graphicFrameLocks noGrp="1"/>
          </p:cNvGraphicFramePr>
          <p:nvPr>
            <p:extLst>
              <p:ext uri="{D42A27DB-BD31-4B8C-83A1-F6EECF244321}">
                <p14:modId xmlns:p14="http://schemas.microsoft.com/office/powerpoint/2010/main" val="4010934540"/>
              </p:ext>
            </p:extLst>
          </p:nvPr>
        </p:nvGraphicFramePr>
        <p:xfrm>
          <a:off x="3821831" y="3966575"/>
          <a:ext cx="7333420" cy="598744"/>
        </p:xfrm>
        <a:graphic>
          <a:graphicData uri="http://schemas.openxmlformats.org/drawingml/2006/table">
            <a:tbl>
              <a:tblPr firstRow="1" bandRow="1">
                <a:tableStyleId>{5940675A-B579-460E-94D1-54222C63F5DA}</a:tableStyleId>
              </a:tblPr>
              <a:tblGrid>
                <a:gridCol w="733342"/>
                <a:gridCol w="733342"/>
                <a:gridCol w="733342"/>
                <a:gridCol w="733342"/>
                <a:gridCol w="733342"/>
                <a:gridCol w="733342"/>
                <a:gridCol w="733342"/>
                <a:gridCol w="733342"/>
                <a:gridCol w="733342"/>
                <a:gridCol w="733342"/>
              </a:tblGrid>
              <a:tr h="598744">
                <a:tc>
                  <a:txBody>
                    <a:bodyPr/>
                    <a:lstStyle/>
                    <a:p>
                      <a:pPr algn="ctr"/>
                      <a:r>
                        <a:rPr lang="en-US" altLang="zh-TW" sz="3200" dirty="0" smtClean="0"/>
                        <a:t>3</a:t>
                      </a:r>
                      <a:endParaRPr lang="zh-TW" altLang="en-US" sz="3200" dirty="0"/>
                    </a:p>
                  </a:txBody>
                  <a:tcPr/>
                </a:tc>
                <a:tc>
                  <a:txBody>
                    <a:bodyPr/>
                    <a:lstStyle/>
                    <a:p>
                      <a:pPr algn="ctr"/>
                      <a:r>
                        <a:rPr lang="en-US" altLang="zh-TW" sz="3200" dirty="0" smtClean="0"/>
                        <a:t>2</a:t>
                      </a:r>
                      <a:endParaRPr lang="zh-TW" altLang="en-US" sz="3200" dirty="0"/>
                    </a:p>
                  </a:txBody>
                  <a:tcPr/>
                </a:tc>
                <a:tc>
                  <a:txBody>
                    <a:bodyPr/>
                    <a:lstStyle/>
                    <a:p>
                      <a:pPr algn="ctr"/>
                      <a:r>
                        <a:rPr lang="en-US" altLang="zh-TW" sz="3200" dirty="0" smtClean="0"/>
                        <a:t>4</a:t>
                      </a:r>
                      <a:endParaRPr lang="zh-TW" altLang="en-US" sz="3200" dirty="0"/>
                    </a:p>
                  </a:txBody>
                  <a:tcPr/>
                </a:tc>
                <a:tc>
                  <a:txBody>
                    <a:bodyPr/>
                    <a:lstStyle/>
                    <a:p>
                      <a:pPr algn="ctr"/>
                      <a:r>
                        <a:rPr lang="en-US" altLang="zh-TW" sz="3200" dirty="0" smtClean="0"/>
                        <a:t>6</a:t>
                      </a:r>
                      <a:endParaRPr lang="zh-TW" altLang="en-US" sz="3200" dirty="0"/>
                    </a:p>
                  </a:txBody>
                  <a:tcPr/>
                </a:tc>
                <a:tc>
                  <a:txBody>
                    <a:bodyPr/>
                    <a:lstStyle/>
                    <a:p>
                      <a:pPr algn="ctr"/>
                      <a:r>
                        <a:rPr lang="en-US" altLang="zh-TW" sz="3200" dirty="0" smtClean="0"/>
                        <a:t>5</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7</a:t>
                      </a:r>
                      <a:endParaRPr lang="zh-TW" altLang="en-US" sz="3200" dirty="0"/>
                    </a:p>
                  </a:txBody>
                  <a:tcPr/>
                </a:tc>
                <a:tc>
                  <a:txBody>
                    <a:bodyPr/>
                    <a:lstStyle/>
                    <a:p>
                      <a:pPr algn="ctr"/>
                      <a:r>
                        <a:rPr lang="en-US" altLang="zh-TW" sz="3200" dirty="0" smtClean="0"/>
                        <a:t>8</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r>
            </a:tbl>
          </a:graphicData>
        </a:graphic>
      </p:graphicFrame>
      <p:sp>
        <p:nvSpPr>
          <p:cNvPr id="7" name="矩形 6"/>
          <p:cNvSpPr/>
          <p:nvPr/>
        </p:nvSpPr>
        <p:spPr>
          <a:xfrm>
            <a:off x="650269" y="3608250"/>
            <a:ext cx="2301143" cy="677108"/>
          </a:xfrm>
          <a:prstGeom prst="rect">
            <a:avLst/>
          </a:prstGeom>
          <a:noFill/>
        </p:spPr>
        <p:txBody>
          <a:bodyPr wrap="none" lIns="91440" tIns="45720" rIns="91440" bIns="45720">
            <a:spAutoFit/>
          </a:bodyPr>
          <a:lstStyle/>
          <a:p>
            <a:pPr algn="ctr"/>
            <a:r>
              <a:rPr lang="en-US" altLang="zh-TW" sz="3800" b="0" cap="none" spc="0" dirty="0" smtClean="0">
                <a:ln w="0"/>
                <a:solidFill>
                  <a:schemeClr val="tx1"/>
                </a:solidFill>
                <a:effectLst>
                  <a:outerShdw blurRad="38100" dist="19050" dir="2700000" algn="tl" rotWithShape="0">
                    <a:schemeClr val="dk1">
                      <a:alpha val="40000"/>
                    </a:schemeClr>
                  </a:outerShdw>
                </a:effectLst>
              </a:rPr>
              <a:t>CLOSE[</a:t>
            </a:r>
            <a:r>
              <a:rPr lang="en-US" altLang="zh-TW" sz="3800" dirty="0" smtClean="0">
                <a:ln w="0"/>
                <a:effectLst>
                  <a:outerShdw blurRad="38100" dist="19050" dir="2700000" algn="tl" rotWithShape="0">
                    <a:schemeClr val="dk1">
                      <a:alpha val="40000"/>
                    </a:schemeClr>
                  </a:outerShdw>
                </a:effectLst>
              </a:rPr>
              <a:t>] </a:t>
            </a:r>
            <a:r>
              <a:rPr lang="en-US" altLang="zh-TW" sz="3800" b="0" cap="none" spc="0" dirty="0" smtClean="0">
                <a:ln w="0"/>
                <a:solidFill>
                  <a:schemeClr val="tx1"/>
                </a:solidFill>
                <a:effectLst>
                  <a:outerShdw blurRad="38100" dist="19050" dir="2700000" algn="tl" rotWithShape="0">
                    <a:schemeClr val="dk1">
                      <a:alpha val="40000"/>
                    </a:schemeClr>
                  </a:outerShdw>
                </a:effectLst>
              </a:rPr>
              <a:t>:</a:t>
            </a:r>
            <a:endParaRPr lang="zh-TW" altLang="en-US" sz="3800" b="0" cap="none" spc="0" dirty="0">
              <a:ln w="0"/>
              <a:solidFill>
                <a:schemeClr val="tx1"/>
              </a:solidFill>
              <a:effectLst>
                <a:outerShdw blurRad="38100" dist="19050" dir="2700000" algn="tl" rotWithShape="0">
                  <a:schemeClr val="dk1">
                    <a:alpha val="40000"/>
                  </a:schemeClr>
                </a:outerShdw>
              </a:effectLst>
            </a:endParaRPr>
          </a:p>
        </p:txBody>
      </p:sp>
      <p:sp>
        <p:nvSpPr>
          <p:cNvPr id="23" name="矩形 22"/>
          <p:cNvSpPr/>
          <p:nvPr/>
        </p:nvSpPr>
        <p:spPr>
          <a:xfrm>
            <a:off x="649386" y="4991603"/>
            <a:ext cx="6931128" cy="677108"/>
          </a:xfrm>
          <a:prstGeom prst="rect">
            <a:avLst/>
          </a:prstGeom>
          <a:noFill/>
        </p:spPr>
        <p:txBody>
          <a:bodyPr wrap="none" lIns="91440" tIns="45720" rIns="91440" bIns="45720">
            <a:spAutoFit/>
          </a:bodyPr>
          <a:lstStyle/>
          <a:p>
            <a:pPr algn="ctr"/>
            <a:r>
              <a:rPr lang="en-US" altLang="zh-TW" sz="3800" b="0" cap="none" spc="0" dirty="0" smtClean="0">
                <a:ln w="0"/>
                <a:solidFill>
                  <a:srgbClr val="0070C0"/>
                </a:solidFill>
                <a:effectLst>
                  <a:outerShdw blurRad="38100" dist="19050" dir="2700000" algn="tl" rotWithShape="0">
                    <a:schemeClr val="dk1">
                      <a:alpha val="40000"/>
                    </a:schemeClr>
                  </a:outerShdw>
                </a:effectLst>
              </a:rPr>
              <a:t>CLOSEST[b</a:t>
            </a:r>
            <a:r>
              <a:rPr lang="en-US" altLang="zh-TW" sz="3800" dirty="0" smtClean="0">
                <a:ln w="0"/>
                <a:solidFill>
                  <a:srgbClr val="0070C0"/>
                </a:solidFill>
                <a:effectLst>
                  <a:outerShdw blurRad="38100" dist="19050" dir="2700000" algn="tl" rotWithShape="0">
                    <a:schemeClr val="dk1">
                      <a:alpha val="40000"/>
                    </a:schemeClr>
                  </a:outerShdw>
                </a:effectLst>
              </a:rPr>
              <a:t>][5</a:t>
            </a:r>
            <a:r>
              <a:rPr lang="en-US" altLang="zh-TW" sz="3800" b="0" cap="none" spc="0" dirty="0" smtClean="0">
                <a:ln w="0"/>
                <a:solidFill>
                  <a:srgbClr val="0070C0"/>
                </a:solidFill>
                <a:effectLst>
                  <a:outerShdw blurRad="38100" dist="19050" dir="2700000" algn="tl" rotWithShape="0">
                    <a:schemeClr val="dk1">
                      <a:alpha val="40000"/>
                    </a:schemeClr>
                  </a:outerShdw>
                </a:effectLst>
              </a:rPr>
              <a:t>]= CLOSE[5]= 5</a:t>
            </a:r>
            <a:endParaRPr lang="zh-TW" altLang="en-US" sz="3800" b="0" cap="none" spc="0" dirty="0">
              <a:ln w="0"/>
              <a:solidFill>
                <a:srgbClr val="0070C0"/>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676355766"/>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49386" y="562338"/>
            <a:ext cx="3076996" cy="677108"/>
          </a:xfrm>
          <a:prstGeom prst="rect">
            <a:avLst/>
          </a:prstGeom>
          <a:noFill/>
        </p:spPr>
        <p:txBody>
          <a:bodyPr wrap="none" lIns="91440" tIns="45720" rIns="91440" bIns="45720">
            <a:spAutoFit/>
          </a:bodyPr>
          <a:lstStyle/>
          <a:p>
            <a:pPr algn="ctr"/>
            <a:r>
              <a:rPr lang="en-US" altLang="zh-TW" sz="3800" b="0" cap="none" spc="0" dirty="0" smtClean="0">
                <a:ln w="0"/>
                <a:solidFill>
                  <a:schemeClr val="tx1"/>
                </a:solidFill>
                <a:effectLst>
                  <a:outerShdw blurRad="38100" dist="19050" dir="2700000" algn="tl" rotWithShape="0">
                    <a:schemeClr val="dk1">
                      <a:alpha val="40000"/>
                    </a:schemeClr>
                  </a:outerShdw>
                </a:effectLst>
              </a:rPr>
              <a:t>CLOSEST[</a:t>
            </a:r>
            <a:r>
              <a:rPr lang="en-US" altLang="zh-TW" sz="3800" dirty="0" smtClean="0">
                <a:ln w="0"/>
                <a:effectLst>
                  <a:outerShdw blurRad="38100" dist="19050" dir="2700000" algn="tl" rotWithShape="0">
                    <a:schemeClr val="dk1">
                      <a:alpha val="40000"/>
                    </a:schemeClr>
                  </a:outerShdw>
                </a:effectLst>
              </a:rPr>
              <a:t>][</a:t>
            </a:r>
            <a:r>
              <a:rPr lang="en-US" altLang="zh-TW" sz="3800" b="0" cap="none" spc="0" dirty="0" smtClean="0">
                <a:ln w="0"/>
                <a:solidFill>
                  <a:schemeClr val="tx1"/>
                </a:solidFill>
                <a:effectLst>
                  <a:outerShdw blurRad="38100" dist="19050" dir="2700000" algn="tl" rotWithShape="0">
                    <a:schemeClr val="dk1">
                      <a:alpha val="40000"/>
                    </a:schemeClr>
                  </a:outerShdw>
                </a:effectLst>
              </a:rPr>
              <a:t>]:</a:t>
            </a:r>
            <a:endParaRPr lang="zh-TW" altLang="en-US" sz="3800" b="0" cap="none" spc="0" dirty="0">
              <a:ln w="0"/>
              <a:solidFill>
                <a:schemeClr val="tx1"/>
              </a:solidFill>
              <a:effectLst>
                <a:outerShdw blurRad="38100" dist="19050" dir="2700000" algn="tl" rotWithShape="0">
                  <a:schemeClr val="dk1">
                    <a:alpha val="40000"/>
                  </a:schemeClr>
                </a:outerShdw>
              </a:effectLst>
            </a:endParaRPr>
          </a:p>
        </p:txBody>
      </p:sp>
      <p:graphicFrame>
        <p:nvGraphicFramePr>
          <p:cNvPr id="5" name="表格 4"/>
          <p:cNvGraphicFramePr>
            <a:graphicFrameLocks noGrp="1"/>
          </p:cNvGraphicFramePr>
          <p:nvPr>
            <p:extLst>
              <p:ext uri="{D42A27DB-BD31-4B8C-83A1-F6EECF244321}">
                <p14:modId xmlns:p14="http://schemas.microsoft.com/office/powerpoint/2010/main" val="4010934540"/>
              </p:ext>
            </p:extLst>
          </p:nvPr>
        </p:nvGraphicFramePr>
        <p:xfrm>
          <a:off x="3821831" y="3966575"/>
          <a:ext cx="7333420" cy="598744"/>
        </p:xfrm>
        <a:graphic>
          <a:graphicData uri="http://schemas.openxmlformats.org/drawingml/2006/table">
            <a:tbl>
              <a:tblPr firstRow="1" bandRow="1">
                <a:tableStyleId>{5940675A-B579-460E-94D1-54222C63F5DA}</a:tableStyleId>
              </a:tblPr>
              <a:tblGrid>
                <a:gridCol w="733342"/>
                <a:gridCol w="733342"/>
                <a:gridCol w="733342"/>
                <a:gridCol w="733342"/>
                <a:gridCol w="733342"/>
                <a:gridCol w="733342"/>
                <a:gridCol w="733342"/>
                <a:gridCol w="733342"/>
                <a:gridCol w="733342"/>
                <a:gridCol w="733342"/>
              </a:tblGrid>
              <a:tr h="598744">
                <a:tc>
                  <a:txBody>
                    <a:bodyPr/>
                    <a:lstStyle/>
                    <a:p>
                      <a:pPr algn="ctr"/>
                      <a:r>
                        <a:rPr lang="en-US" altLang="zh-TW" sz="3200" dirty="0" smtClean="0"/>
                        <a:t>3</a:t>
                      </a:r>
                      <a:endParaRPr lang="zh-TW" altLang="en-US" sz="3200" dirty="0"/>
                    </a:p>
                  </a:txBody>
                  <a:tcPr/>
                </a:tc>
                <a:tc>
                  <a:txBody>
                    <a:bodyPr/>
                    <a:lstStyle/>
                    <a:p>
                      <a:pPr algn="ctr"/>
                      <a:r>
                        <a:rPr lang="en-US" altLang="zh-TW" sz="3200" dirty="0" smtClean="0"/>
                        <a:t>2</a:t>
                      </a:r>
                      <a:endParaRPr lang="zh-TW" altLang="en-US" sz="3200" dirty="0"/>
                    </a:p>
                  </a:txBody>
                  <a:tcPr/>
                </a:tc>
                <a:tc>
                  <a:txBody>
                    <a:bodyPr/>
                    <a:lstStyle/>
                    <a:p>
                      <a:pPr algn="ctr"/>
                      <a:r>
                        <a:rPr lang="en-US" altLang="zh-TW" sz="3200" dirty="0" smtClean="0"/>
                        <a:t>4</a:t>
                      </a:r>
                      <a:endParaRPr lang="zh-TW" altLang="en-US" sz="3200" dirty="0"/>
                    </a:p>
                  </a:txBody>
                  <a:tcPr/>
                </a:tc>
                <a:tc>
                  <a:txBody>
                    <a:bodyPr/>
                    <a:lstStyle/>
                    <a:p>
                      <a:pPr algn="ctr"/>
                      <a:r>
                        <a:rPr lang="en-US" altLang="zh-TW" sz="3200" dirty="0" smtClean="0"/>
                        <a:t>6</a:t>
                      </a:r>
                      <a:endParaRPr lang="zh-TW" altLang="en-US" sz="3200" dirty="0"/>
                    </a:p>
                  </a:txBody>
                  <a:tcPr/>
                </a:tc>
                <a:tc>
                  <a:txBody>
                    <a:bodyPr/>
                    <a:lstStyle/>
                    <a:p>
                      <a:pPr algn="ctr"/>
                      <a:r>
                        <a:rPr lang="en-US" altLang="zh-TW" sz="3200" dirty="0" smtClean="0"/>
                        <a:t>5</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7</a:t>
                      </a:r>
                      <a:endParaRPr lang="zh-TW" altLang="en-US" sz="3200" dirty="0"/>
                    </a:p>
                  </a:txBody>
                  <a:tcPr/>
                </a:tc>
                <a:tc>
                  <a:txBody>
                    <a:bodyPr/>
                    <a:lstStyle/>
                    <a:p>
                      <a:pPr algn="ctr"/>
                      <a:r>
                        <a:rPr lang="en-US" altLang="zh-TW" sz="3200" dirty="0" smtClean="0"/>
                        <a:t>8</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r>
            </a:tbl>
          </a:graphicData>
        </a:graphic>
      </p:graphicFrame>
      <p:sp>
        <p:nvSpPr>
          <p:cNvPr id="7" name="矩形 6"/>
          <p:cNvSpPr/>
          <p:nvPr/>
        </p:nvSpPr>
        <p:spPr>
          <a:xfrm>
            <a:off x="650269" y="3608250"/>
            <a:ext cx="2301143" cy="677108"/>
          </a:xfrm>
          <a:prstGeom prst="rect">
            <a:avLst/>
          </a:prstGeom>
          <a:noFill/>
        </p:spPr>
        <p:txBody>
          <a:bodyPr wrap="none" lIns="91440" tIns="45720" rIns="91440" bIns="45720">
            <a:spAutoFit/>
          </a:bodyPr>
          <a:lstStyle/>
          <a:p>
            <a:pPr algn="ctr"/>
            <a:r>
              <a:rPr lang="en-US" altLang="zh-TW" sz="3800" b="0" cap="none" spc="0" dirty="0" smtClean="0">
                <a:ln w="0"/>
                <a:solidFill>
                  <a:schemeClr val="tx1"/>
                </a:solidFill>
                <a:effectLst>
                  <a:outerShdw blurRad="38100" dist="19050" dir="2700000" algn="tl" rotWithShape="0">
                    <a:schemeClr val="dk1">
                      <a:alpha val="40000"/>
                    </a:schemeClr>
                  </a:outerShdw>
                </a:effectLst>
              </a:rPr>
              <a:t>CLOSE[</a:t>
            </a:r>
            <a:r>
              <a:rPr lang="en-US" altLang="zh-TW" sz="3800" dirty="0" smtClean="0">
                <a:ln w="0"/>
                <a:effectLst>
                  <a:outerShdw blurRad="38100" dist="19050" dir="2700000" algn="tl" rotWithShape="0">
                    <a:schemeClr val="dk1">
                      <a:alpha val="40000"/>
                    </a:schemeClr>
                  </a:outerShdw>
                </a:effectLst>
              </a:rPr>
              <a:t>] </a:t>
            </a:r>
            <a:r>
              <a:rPr lang="en-US" altLang="zh-TW" sz="3800" b="0" cap="none" spc="0" dirty="0" smtClean="0">
                <a:ln w="0"/>
                <a:solidFill>
                  <a:schemeClr val="tx1"/>
                </a:solidFill>
                <a:effectLst>
                  <a:outerShdw blurRad="38100" dist="19050" dir="2700000" algn="tl" rotWithShape="0">
                    <a:schemeClr val="dk1">
                      <a:alpha val="40000"/>
                    </a:schemeClr>
                  </a:outerShdw>
                </a:effectLst>
              </a:rPr>
              <a:t>:</a:t>
            </a:r>
            <a:endParaRPr lang="zh-TW" altLang="en-US" sz="3800" b="0" cap="none" spc="0" dirty="0">
              <a:ln w="0"/>
              <a:solidFill>
                <a:schemeClr val="tx1"/>
              </a:solidFill>
              <a:effectLst>
                <a:outerShdw blurRad="38100" dist="19050" dir="2700000" algn="tl" rotWithShape="0">
                  <a:schemeClr val="dk1">
                    <a:alpha val="40000"/>
                  </a:schemeClr>
                </a:outerShdw>
              </a:effectLst>
            </a:endParaRPr>
          </a:p>
        </p:txBody>
      </p:sp>
      <p:sp>
        <p:nvSpPr>
          <p:cNvPr id="23" name="矩形 22"/>
          <p:cNvSpPr/>
          <p:nvPr/>
        </p:nvSpPr>
        <p:spPr>
          <a:xfrm>
            <a:off x="658012" y="4910957"/>
            <a:ext cx="4165435" cy="677108"/>
          </a:xfrm>
          <a:prstGeom prst="rect">
            <a:avLst/>
          </a:prstGeom>
          <a:noFill/>
        </p:spPr>
        <p:txBody>
          <a:bodyPr wrap="none" lIns="91440" tIns="45720" rIns="91440" bIns="45720">
            <a:spAutoFit/>
          </a:bodyPr>
          <a:lstStyle/>
          <a:p>
            <a:pPr algn="ctr"/>
            <a:r>
              <a:rPr lang="en-US" altLang="zh-TW" sz="3800" b="0" cap="none" spc="0" dirty="0" smtClean="0">
                <a:ln w="0"/>
                <a:solidFill>
                  <a:srgbClr val="0070C0"/>
                </a:solidFill>
                <a:effectLst>
                  <a:outerShdw blurRad="38100" dist="19050" dir="2700000" algn="tl" rotWithShape="0">
                    <a:schemeClr val="dk1">
                      <a:alpha val="40000"/>
                    </a:schemeClr>
                  </a:outerShdw>
                </a:effectLst>
              </a:rPr>
              <a:t>CLOSEST[a</a:t>
            </a:r>
            <a:r>
              <a:rPr lang="en-US" altLang="zh-TW" sz="3800" dirty="0" smtClean="0">
                <a:ln w="0"/>
                <a:solidFill>
                  <a:srgbClr val="0070C0"/>
                </a:solidFill>
                <a:effectLst>
                  <a:outerShdw blurRad="38100" dist="19050" dir="2700000" algn="tl" rotWithShape="0">
                    <a:schemeClr val="dk1">
                      <a:alpha val="40000"/>
                    </a:schemeClr>
                  </a:outerShdw>
                </a:effectLst>
              </a:rPr>
              <a:t>][5</a:t>
            </a:r>
            <a:r>
              <a:rPr lang="en-US" altLang="zh-TW" sz="3800" b="0" cap="none" spc="0" dirty="0" smtClean="0">
                <a:ln w="0"/>
                <a:solidFill>
                  <a:srgbClr val="0070C0"/>
                </a:solidFill>
                <a:effectLst>
                  <a:outerShdw blurRad="38100" dist="19050" dir="2700000" algn="tl" rotWithShape="0">
                    <a:schemeClr val="dk1">
                      <a:alpha val="40000"/>
                    </a:schemeClr>
                  </a:outerShdw>
                </a:effectLst>
              </a:rPr>
              <a:t>]= ?</a:t>
            </a:r>
            <a:endParaRPr lang="zh-TW" altLang="en-US" sz="3800" b="0" cap="none" spc="0" dirty="0">
              <a:ln w="0"/>
              <a:solidFill>
                <a:srgbClr val="0070C0"/>
              </a:solidFill>
              <a:effectLst>
                <a:outerShdw blurRad="38100" dist="19050" dir="2700000" algn="tl" rotWithShape="0">
                  <a:schemeClr val="dk1">
                    <a:alpha val="40000"/>
                  </a:schemeClr>
                </a:outerShdw>
              </a:effectLst>
            </a:endParaRPr>
          </a:p>
        </p:txBody>
      </p:sp>
      <p:graphicFrame>
        <p:nvGraphicFramePr>
          <p:cNvPr id="10" name="表格 9"/>
          <p:cNvGraphicFramePr>
            <a:graphicFrameLocks noGrp="1"/>
          </p:cNvGraphicFramePr>
          <p:nvPr>
            <p:extLst>
              <p:ext uri="{D42A27DB-BD31-4B8C-83A1-F6EECF244321}">
                <p14:modId xmlns:p14="http://schemas.microsoft.com/office/powerpoint/2010/main" val="3845191712"/>
              </p:ext>
            </p:extLst>
          </p:nvPr>
        </p:nvGraphicFramePr>
        <p:xfrm>
          <a:off x="3071150" y="313150"/>
          <a:ext cx="8066762" cy="2993720"/>
        </p:xfrm>
        <a:graphic>
          <a:graphicData uri="http://schemas.openxmlformats.org/drawingml/2006/table">
            <a:tbl>
              <a:tblPr firstRow="1" bandRow="1">
                <a:tableStyleId>{5940675A-B579-460E-94D1-54222C63F5DA}</a:tableStyleId>
              </a:tblPr>
              <a:tblGrid>
                <a:gridCol w="733342"/>
                <a:gridCol w="733342"/>
                <a:gridCol w="733342"/>
                <a:gridCol w="733342"/>
                <a:gridCol w="733342"/>
                <a:gridCol w="733342"/>
                <a:gridCol w="733342"/>
                <a:gridCol w="733342"/>
                <a:gridCol w="733342"/>
                <a:gridCol w="733342"/>
                <a:gridCol w="733342"/>
              </a:tblGrid>
              <a:tr h="598744">
                <a:tc>
                  <a:txBody>
                    <a:bodyPr/>
                    <a:lstStyle/>
                    <a:p>
                      <a:pPr algn="ct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1</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2</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3</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4</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5</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6</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7</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8</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9</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10</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598744">
                <a:tc>
                  <a:txBody>
                    <a:bodyPr/>
                    <a:lstStyle/>
                    <a:p>
                      <a:pPr algn="ct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c</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c</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598744">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3</a:t>
                      </a:r>
                      <a:endParaRPr lang="zh-TW" altLang="en-US" sz="3200" dirty="0"/>
                    </a:p>
                  </a:txBody>
                  <a:tcPr>
                    <a:solidFill>
                      <a:schemeClr val="accent2">
                        <a:lumMod val="60000"/>
                        <a:lumOff val="40000"/>
                      </a:schemeClr>
                    </a:solidFill>
                  </a:tcPr>
                </a:tc>
                <a:tc>
                  <a:txBody>
                    <a:bodyPr/>
                    <a:lstStyle/>
                    <a:p>
                      <a:pPr algn="ctr"/>
                      <a:r>
                        <a:rPr lang="en-US" altLang="zh-TW" sz="3200" dirty="0" smtClean="0"/>
                        <a:t>3</a:t>
                      </a:r>
                      <a:endParaRPr lang="zh-TW" altLang="en-US" sz="3200" dirty="0"/>
                    </a:p>
                  </a:txBody>
                  <a:tcPr/>
                </a:tc>
                <a:tc>
                  <a:txBody>
                    <a:bodyPr/>
                    <a:lstStyle/>
                    <a:p>
                      <a:pPr algn="ctr"/>
                      <a:r>
                        <a:rPr lang="en-US" altLang="zh-TW" sz="3200" dirty="0" smtClean="0"/>
                        <a:t>3</a:t>
                      </a:r>
                      <a:endParaRPr lang="zh-TW" altLang="en-US" sz="3200" dirty="0"/>
                    </a:p>
                  </a:txBody>
                  <a:tcPr/>
                </a:tc>
                <a:tc>
                  <a:txBody>
                    <a:bodyPr/>
                    <a:lstStyle/>
                    <a:p>
                      <a:pPr algn="ctr"/>
                      <a:r>
                        <a:rPr lang="en-US" altLang="zh-TW" sz="3200" dirty="0" smtClean="0"/>
                        <a:t>6</a:t>
                      </a:r>
                      <a:endParaRPr lang="zh-TW" altLang="en-US" sz="3200" dirty="0"/>
                    </a:p>
                  </a:txBody>
                  <a:tcPr>
                    <a:solidFill>
                      <a:schemeClr val="accent2">
                        <a:lumMod val="60000"/>
                        <a:lumOff val="40000"/>
                      </a:schemeClr>
                    </a:solidFill>
                  </a:tcPr>
                </a:tc>
                <a:tc>
                  <a:txBody>
                    <a:bodyPr/>
                    <a:lstStyle/>
                    <a:p>
                      <a:pPr algn="ctr"/>
                      <a:r>
                        <a:rPr lang="en-US" altLang="zh-TW" sz="3200" dirty="0" smtClean="0">
                          <a:solidFill>
                            <a:srgbClr val="0070C0"/>
                          </a:solidFill>
                        </a:rPr>
                        <a:t>6</a:t>
                      </a:r>
                      <a:endParaRPr lang="zh-TW" altLang="en-US" sz="3200" dirty="0">
                        <a:solidFill>
                          <a:srgbClr val="0070C0"/>
                        </a:solidFill>
                      </a:endParaRPr>
                    </a:p>
                  </a:txBody>
                  <a:tcPr/>
                </a:tc>
                <a:tc>
                  <a:txBody>
                    <a:bodyPr/>
                    <a:lstStyle/>
                    <a:p>
                      <a:pPr algn="ctr"/>
                      <a:r>
                        <a:rPr lang="en-US" altLang="zh-TW" sz="3200" dirty="0" smtClean="0"/>
                        <a:t>6</a:t>
                      </a:r>
                      <a:endParaRPr lang="zh-TW" altLang="en-US" sz="3200" dirty="0"/>
                    </a:p>
                  </a:txBody>
                  <a:tcPr/>
                </a:tc>
                <a:tc>
                  <a:txBody>
                    <a:bodyPr/>
                    <a:lstStyle/>
                    <a:p>
                      <a:pPr algn="ctr"/>
                      <a:r>
                        <a:rPr lang="en-US" altLang="zh-TW" sz="3200" dirty="0" smtClean="0"/>
                        <a:t>7</a:t>
                      </a:r>
                      <a:endParaRPr lang="zh-TW" altLang="en-US" sz="3200" dirty="0"/>
                    </a:p>
                  </a:txBody>
                  <a:tcPr>
                    <a:solidFill>
                      <a:schemeClr val="accent2">
                        <a:lumMod val="60000"/>
                        <a:lumOff val="40000"/>
                      </a:schemeClr>
                    </a:solidFill>
                  </a:tcPr>
                </a:tc>
                <a:tc>
                  <a:txBody>
                    <a:bodyPr/>
                    <a:lstStyle/>
                    <a:p>
                      <a:pPr algn="ctr"/>
                      <a:r>
                        <a:rPr lang="en-US" altLang="zh-TW" sz="3200" dirty="0" smtClean="0"/>
                        <a:t>9</a:t>
                      </a:r>
                      <a:endParaRPr lang="zh-TW" altLang="en-US" sz="3200" dirty="0"/>
                    </a:p>
                  </a:txBody>
                  <a:tcPr/>
                </a:tc>
                <a:tc>
                  <a:txBody>
                    <a:bodyPr/>
                    <a:lstStyle/>
                    <a:p>
                      <a:pPr algn="ctr"/>
                      <a:r>
                        <a:rPr lang="en-US" altLang="zh-TW" sz="3200" dirty="0" smtClean="0"/>
                        <a:t>9</a:t>
                      </a:r>
                      <a:endParaRPr lang="zh-TW" altLang="en-US" sz="3200" dirty="0"/>
                    </a:p>
                  </a:txBody>
                  <a:tcPr/>
                </a:tc>
                <a:tc>
                  <a:txBody>
                    <a:bodyPr/>
                    <a:lstStyle/>
                    <a:p>
                      <a:pPr algn="ctr"/>
                      <a:r>
                        <a:rPr lang="en-US" altLang="zh-TW" sz="3200" dirty="0" smtClean="0"/>
                        <a:t>10</a:t>
                      </a:r>
                      <a:endParaRPr lang="zh-TW" altLang="en-US" sz="3200" dirty="0"/>
                    </a:p>
                  </a:txBody>
                  <a:tcPr/>
                </a:tc>
              </a:tr>
              <a:tr h="598744">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2</a:t>
                      </a:r>
                      <a:endParaRPr lang="zh-TW" altLang="en-US" sz="3200" dirty="0"/>
                    </a:p>
                  </a:txBody>
                  <a:tcPr/>
                </a:tc>
                <a:tc>
                  <a:txBody>
                    <a:bodyPr/>
                    <a:lstStyle/>
                    <a:p>
                      <a:pPr algn="ctr"/>
                      <a:r>
                        <a:rPr lang="en-US" altLang="zh-TW" sz="3200" dirty="0" smtClean="0"/>
                        <a:t>2</a:t>
                      </a:r>
                      <a:endParaRPr lang="zh-TW" altLang="en-US" sz="3200" dirty="0"/>
                    </a:p>
                  </a:txBody>
                  <a:tcPr>
                    <a:solidFill>
                      <a:schemeClr val="accent2">
                        <a:lumMod val="60000"/>
                        <a:lumOff val="40000"/>
                      </a:schemeClr>
                    </a:solidFill>
                  </a:tcPr>
                </a:tc>
                <a:tc>
                  <a:txBody>
                    <a:bodyPr/>
                    <a:lstStyle/>
                    <a:p>
                      <a:pPr algn="ctr"/>
                      <a:r>
                        <a:rPr lang="en-US" altLang="zh-TW" sz="3200" dirty="0" smtClean="0"/>
                        <a:t>5</a:t>
                      </a:r>
                      <a:endParaRPr lang="zh-TW" altLang="en-US" sz="3200" dirty="0"/>
                    </a:p>
                  </a:txBody>
                  <a:tcPr/>
                </a:tc>
                <a:tc>
                  <a:txBody>
                    <a:bodyPr/>
                    <a:lstStyle/>
                    <a:p>
                      <a:pPr algn="ctr"/>
                      <a:r>
                        <a:rPr lang="en-US" altLang="zh-TW" sz="3200" dirty="0" smtClean="0"/>
                        <a:t>5</a:t>
                      </a:r>
                      <a:endParaRPr lang="zh-TW" altLang="en-US" sz="3200" dirty="0"/>
                    </a:p>
                  </a:txBody>
                  <a:tcPr/>
                </a:tc>
                <a:tc>
                  <a:txBody>
                    <a:bodyPr/>
                    <a:lstStyle/>
                    <a:p>
                      <a:pPr algn="ctr"/>
                      <a:r>
                        <a:rPr lang="en-US" altLang="zh-TW" sz="3200" dirty="0" smtClean="0"/>
                        <a:t>5</a:t>
                      </a:r>
                      <a:endParaRPr lang="zh-TW" altLang="en-US" sz="3200" dirty="0"/>
                    </a:p>
                  </a:txBody>
                  <a:tcPr>
                    <a:solidFill>
                      <a:schemeClr val="accent2">
                        <a:lumMod val="60000"/>
                        <a:lumOff val="40000"/>
                      </a:schemeClr>
                    </a:solidFill>
                  </a:tcPr>
                </a:tc>
                <a:tc>
                  <a:txBody>
                    <a:bodyPr/>
                    <a:lstStyle/>
                    <a:p>
                      <a:pPr algn="ctr"/>
                      <a:r>
                        <a:rPr lang="en-US" altLang="zh-TW" sz="3200" dirty="0" smtClean="0"/>
                        <a:t>8</a:t>
                      </a:r>
                      <a:endParaRPr lang="zh-TW" altLang="en-US" sz="3200" dirty="0"/>
                    </a:p>
                  </a:txBody>
                  <a:tcPr/>
                </a:tc>
                <a:tc>
                  <a:txBody>
                    <a:bodyPr/>
                    <a:lstStyle/>
                    <a:p>
                      <a:pPr algn="ctr"/>
                      <a:r>
                        <a:rPr lang="en-US" altLang="zh-TW" sz="3200" dirty="0" smtClean="0"/>
                        <a:t>8</a:t>
                      </a:r>
                      <a:endParaRPr lang="zh-TW" altLang="en-US" sz="3200" dirty="0"/>
                    </a:p>
                  </a:txBody>
                  <a:tcPr/>
                </a:tc>
                <a:tc>
                  <a:txBody>
                    <a:bodyPr/>
                    <a:lstStyle/>
                    <a:p>
                      <a:pPr algn="ctr"/>
                      <a:r>
                        <a:rPr lang="en-US" altLang="zh-TW" sz="3200" dirty="0" smtClean="0"/>
                        <a:t>8</a:t>
                      </a:r>
                      <a:endParaRPr lang="zh-TW" altLang="en-US" sz="3200" dirty="0"/>
                    </a:p>
                  </a:txBody>
                  <a:tcPr>
                    <a:solidFill>
                      <a:schemeClr val="accent2">
                        <a:lumMod val="60000"/>
                        <a:lumOff val="40000"/>
                      </a:schemeClr>
                    </a:solidFill>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r>
              <a:tr h="598744">
                <a:tc>
                  <a:txBody>
                    <a:bodyPr/>
                    <a:lstStyle/>
                    <a:p>
                      <a:pPr algn="ctr"/>
                      <a:r>
                        <a:rPr lang="en-US" altLang="zh-TW" sz="3200" dirty="0" smtClean="0"/>
                        <a:t>c</a:t>
                      </a:r>
                      <a:endParaRPr lang="zh-TW" altLang="en-US" sz="3200" dirty="0"/>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1</a:t>
                      </a:r>
                      <a:endParaRPr lang="zh-TW" altLang="en-US" sz="3200" dirty="0"/>
                    </a:p>
                  </a:txBody>
                  <a:tcPr/>
                </a:tc>
                <a:tc>
                  <a:txBody>
                    <a:bodyPr/>
                    <a:lstStyle/>
                    <a:p>
                      <a:pPr algn="ctr"/>
                      <a:r>
                        <a:rPr lang="en-US" altLang="zh-TW" sz="3200" dirty="0" smtClean="0"/>
                        <a:t>4</a:t>
                      </a:r>
                      <a:endParaRPr lang="zh-TW" altLang="en-US" sz="3200" dirty="0"/>
                    </a:p>
                  </a:txBody>
                  <a:tcPr>
                    <a:noFill/>
                  </a:tcPr>
                </a:tc>
                <a:tc>
                  <a:txBody>
                    <a:bodyPr/>
                    <a:lstStyle/>
                    <a:p>
                      <a:pPr algn="ctr"/>
                      <a:r>
                        <a:rPr lang="en-US" altLang="zh-TW" sz="3200" dirty="0" smtClean="0"/>
                        <a:t>4</a:t>
                      </a:r>
                      <a:endParaRPr lang="zh-TW" altLang="en-US" sz="3200" dirty="0"/>
                    </a:p>
                  </a:txBody>
                  <a:tcPr>
                    <a:solidFill>
                      <a:schemeClr val="accent2">
                        <a:lumMod val="60000"/>
                        <a:lumOff val="40000"/>
                      </a:schemeClr>
                    </a:solidFill>
                  </a:tcPr>
                </a:tc>
                <a:tc>
                  <a:txBody>
                    <a:bodyPr/>
                    <a:lstStyle/>
                    <a:p>
                      <a:pPr algn="ctr"/>
                      <a:r>
                        <a:rPr lang="en-US" altLang="zh-TW" sz="3200" dirty="0" smtClean="0"/>
                        <a:t>4</a:t>
                      </a:r>
                      <a:endParaRPr lang="zh-TW" altLang="en-US" sz="3200" dirty="0"/>
                    </a:p>
                  </a:txBody>
                  <a:tcPr>
                    <a:noFill/>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solidFill>
                      <a:schemeClr val="accent2">
                        <a:lumMod val="60000"/>
                        <a:lumOff val="40000"/>
                      </a:schemeClr>
                    </a:solidFill>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solidFill>
                      <a:schemeClr val="accent2">
                        <a:lumMod val="60000"/>
                        <a:lumOff val="40000"/>
                      </a:schemeClr>
                    </a:solidFill>
                  </a:tcPr>
                </a:tc>
                <a:tc>
                  <a:txBody>
                    <a:bodyPr/>
                    <a:lstStyle/>
                    <a:p>
                      <a:pPr algn="ctr"/>
                      <a:r>
                        <a:rPr lang="en-US" altLang="zh-TW" sz="3200" dirty="0" smtClean="0"/>
                        <a:t>10</a:t>
                      </a:r>
                      <a:endParaRPr lang="zh-TW" altLang="en-US" sz="3200" dirty="0"/>
                    </a:p>
                  </a:txBody>
                  <a:tcPr/>
                </a:tc>
              </a:tr>
            </a:tbl>
          </a:graphicData>
        </a:graphic>
      </p:graphicFrame>
    </p:spTree>
    <p:extLst>
      <p:ext uri="{BB962C8B-B14F-4D97-AF65-F5344CB8AC3E}">
        <p14:creationId xmlns:p14="http://schemas.microsoft.com/office/powerpoint/2010/main" val="3383689970"/>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直線接點 11"/>
          <p:cNvCxnSpPr/>
          <p:nvPr/>
        </p:nvCxnSpPr>
        <p:spPr bwMode="auto">
          <a:xfrm>
            <a:off x="6370823" y="2111049"/>
            <a:ext cx="0" cy="1835755"/>
          </a:xfrm>
          <a:prstGeom prst="line">
            <a:avLst/>
          </a:prstGeom>
          <a:solidFill>
            <a:schemeClr val="accent1"/>
          </a:solidFill>
          <a:ln w="5715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3" name="表格 12"/>
          <p:cNvGraphicFramePr>
            <a:graphicFrameLocks noGrp="1"/>
          </p:cNvGraphicFramePr>
          <p:nvPr>
            <p:extLst>
              <p:ext uri="{D42A27DB-BD31-4B8C-83A1-F6EECF244321}">
                <p14:modId xmlns:p14="http://schemas.microsoft.com/office/powerpoint/2010/main" val="3212267803"/>
              </p:ext>
            </p:extLst>
          </p:nvPr>
        </p:nvGraphicFramePr>
        <p:xfrm>
          <a:off x="3071150" y="313150"/>
          <a:ext cx="8066762" cy="2993720"/>
        </p:xfrm>
        <a:graphic>
          <a:graphicData uri="http://schemas.openxmlformats.org/drawingml/2006/table">
            <a:tbl>
              <a:tblPr firstRow="1" bandRow="1">
                <a:tableStyleId>{5940675A-B579-460E-94D1-54222C63F5DA}</a:tableStyleId>
              </a:tblPr>
              <a:tblGrid>
                <a:gridCol w="733342"/>
                <a:gridCol w="733342"/>
                <a:gridCol w="733342"/>
                <a:gridCol w="733342"/>
                <a:gridCol w="733342"/>
                <a:gridCol w="733342"/>
                <a:gridCol w="733342"/>
                <a:gridCol w="733342"/>
                <a:gridCol w="733342"/>
                <a:gridCol w="733342"/>
                <a:gridCol w="733342"/>
              </a:tblGrid>
              <a:tr h="598744">
                <a:tc>
                  <a:txBody>
                    <a:bodyPr/>
                    <a:lstStyle/>
                    <a:p>
                      <a:pPr algn="ct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1</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2</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3</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4</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5</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6</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7</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8</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9</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10</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598744">
                <a:tc>
                  <a:txBody>
                    <a:bodyPr/>
                    <a:lstStyle/>
                    <a:p>
                      <a:pPr algn="ct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c</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c</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598744">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3</a:t>
                      </a:r>
                      <a:endParaRPr lang="zh-TW" altLang="en-US" sz="3200" dirty="0"/>
                    </a:p>
                  </a:txBody>
                  <a:tcPr>
                    <a:solidFill>
                      <a:schemeClr val="accent2">
                        <a:lumMod val="60000"/>
                        <a:lumOff val="40000"/>
                      </a:schemeClr>
                    </a:solidFill>
                  </a:tcPr>
                </a:tc>
                <a:tc>
                  <a:txBody>
                    <a:bodyPr/>
                    <a:lstStyle/>
                    <a:p>
                      <a:pPr algn="ctr"/>
                      <a:r>
                        <a:rPr lang="en-US" altLang="zh-TW" sz="3200" dirty="0" smtClean="0"/>
                        <a:t>3</a:t>
                      </a:r>
                      <a:endParaRPr lang="zh-TW" altLang="en-US" sz="3200" dirty="0"/>
                    </a:p>
                  </a:txBody>
                  <a:tcPr/>
                </a:tc>
                <a:tc>
                  <a:txBody>
                    <a:bodyPr/>
                    <a:lstStyle/>
                    <a:p>
                      <a:pPr algn="ctr"/>
                      <a:r>
                        <a:rPr lang="en-US" altLang="zh-TW" sz="3200" dirty="0" smtClean="0"/>
                        <a:t>3</a:t>
                      </a:r>
                      <a:endParaRPr lang="zh-TW" altLang="en-US" sz="3200" dirty="0"/>
                    </a:p>
                  </a:txBody>
                  <a:tcPr/>
                </a:tc>
                <a:tc>
                  <a:txBody>
                    <a:bodyPr/>
                    <a:lstStyle/>
                    <a:p>
                      <a:pPr algn="ctr"/>
                      <a:r>
                        <a:rPr lang="en-US" altLang="zh-TW" sz="3200" dirty="0" smtClean="0">
                          <a:solidFill>
                            <a:srgbClr val="0070C0"/>
                          </a:solidFill>
                        </a:rPr>
                        <a:t>6</a:t>
                      </a:r>
                      <a:endParaRPr lang="zh-TW" altLang="en-US" sz="3200" dirty="0">
                        <a:solidFill>
                          <a:srgbClr val="0070C0"/>
                        </a:solidFill>
                      </a:endParaRPr>
                    </a:p>
                  </a:txBody>
                  <a:tcPr>
                    <a:solidFill>
                      <a:schemeClr val="accent2">
                        <a:lumMod val="60000"/>
                        <a:lumOff val="40000"/>
                      </a:schemeClr>
                    </a:solidFill>
                  </a:tcPr>
                </a:tc>
                <a:tc>
                  <a:txBody>
                    <a:bodyPr/>
                    <a:lstStyle/>
                    <a:p>
                      <a:pPr algn="ctr"/>
                      <a:r>
                        <a:rPr lang="en-US" altLang="zh-TW" sz="3200" dirty="0" smtClean="0">
                          <a:solidFill>
                            <a:srgbClr val="0070C0"/>
                          </a:solidFill>
                        </a:rPr>
                        <a:t>6</a:t>
                      </a:r>
                      <a:endParaRPr lang="zh-TW" altLang="en-US" sz="3200" dirty="0">
                        <a:solidFill>
                          <a:srgbClr val="0070C0"/>
                        </a:solidFill>
                      </a:endParaRPr>
                    </a:p>
                  </a:txBody>
                  <a:tcPr/>
                </a:tc>
                <a:tc>
                  <a:txBody>
                    <a:bodyPr/>
                    <a:lstStyle/>
                    <a:p>
                      <a:pPr algn="ctr"/>
                      <a:r>
                        <a:rPr lang="en-US" altLang="zh-TW" sz="3200" dirty="0" smtClean="0">
                          <a:solidFill>
                            <a:srgbClr val="0070C0"/>
                          </a:solidFill>
                        </a:rPr>
                        <a:t>6</a:t>
                      </a:r>
                      <a:endParaRPr lang="zh-TW" altLang="en-US" sz="3200" dirty="0">
                        <a:solidFill>
                          <a:srgbClr val="0070C0"/>
                        </a:solidFill>
                      </a:endParaRPr>
                    </a:p>
                  </a:txBody>
                  <a:tcPr/>
                </a:tc>
                <a:tc>
                  <a:txBody>
                    <a:bodyPr/>
                    <a:lstStyle/>
                    <a:p>
                      <a:pPr algn="ctr"/>
                      <a:r>
                        <a:rPr lang="en-US" altLang="zh-TW" sz="3200" dirty="0" smtClean="0"/>
                        <a:t>7</a:t>
                      </a:r>
                      <a:endParaRPr lang="zh-TW" altLang="en-US" sz="3200" dirty="0"/>
                    </a:p>
                  </a:txBody>
                  <a:tcPr>
                    <a:solidFill>
                      <a:schemeClr val="accent2">
                        <a:lumMod val="60000"/>
                        <a:lumOff val="40000"/>
                      </a:schemeClr>
                    </a:solidFill>
                  </a:tcPr>
                </a:tc>
                <a:tc>
                  <a:txBody>
                    <a:bodyPr/>
                    <a:lstStyle/>
                    <a:p>
                      <a:pPr algn="ctr"/>
                      <a:r>
                        <a:rPr lang="en-US" altLang="zh-TW" sz="3200" dirty="0" smtClean="0"/>
                        <a:t>9</a:t>
                      </a:r>
                      <a:endParaRPr lang="zh-TW" altLang="en-US" sz="3200" dirty="0"/>
                    </a:p>
                  </a:txBody>
                  <a:tcPr/>
                </a:tc>
                <a:tc>
                  <a:txBody>
                    <a:bodyPr/>
                    <a:lstStyle/>
                    <a:p>
                      <a:pPr algn="ctr"/>
                      <a:r>
                        <a:rPr lang="en-US" altLang="zh-TW" sz="3200" dirty="0" smtClean="0"/>
                        <a:t>9</a:t>
                      </a:r>
                      <a:endParaRPr lang="zh-TW" altLang="en-US" sz="3200" dirty="0"/>
                    </a:p>
                  </a:txBody>
                  <a:tcPr/>
                </a:tc>
                <a:tc>
                  <a:txBody>
                    <a:bodyPr/>
                    <a:lstStyle/>
                    <a:p>
                      <a:pPr algn="ctr"/>
                      <a:r>
                        <a:rPr lang="en-US" altLang="zh-TW" sz="3200" dirty="0" smtClean="0"/>
                        <a:t>10</a:t>
                      </a:r>
                      <a:endParaRPr lang="zh-TW" altLang="en-US" sz="3200" dirty="0"/>
                    </a:p>
                  </a:txBody>
                  <a:tcPr/>
                </a:tc>
              </a:tr>
              <a:tr h="598744">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2</a:t>
                      </a:r>
                      <a:endParaRPr lang="zh-TW" altLang="en-US" sz="3200" dirty="0"/>
                    </a:p>
                  </a:txBody>
                  <a:tcPr/>
                </a:tc>
                <a:tc>
                  <a:txBody>
                    <a:bodyPr/>
                    <a:lstStyle/>
                    <a:p>
                      <a:pPr algn="ctr"/>
                      <a:r>
                        <a:rPr lang="en-US" altLang="zh-TW" sz="3200" dirty="0" smtClean="0"/>
                        <a:t>2</a:t>
                      </a:r>
                      <a:endParaRPr lang="zh-TW" altLang="en-US" sz="3200" dirty="0"/>
                    </a:p>
                  </a:txBody>
                  <a:tcPr>
                    <a:solidFill>
                      <a:schemeClr val="accent2">
                        <a:lumMod val="60000"/>
                        <a:lumOff val="40000"/>
                      </a:schemeClr>
                    </a:solidFill>
                  </a:tcPr>
                </a:tc>
                <a:tc>
                  <a:txBody>
                    <a:bodyPr/>
                    <a:lstStyle/>
                    <a:p>
                      <a:pPr algn="ctr"/>
                      <a:r>
                        <a:rPr lang="en-US" altLang="zh-TW" sz="3200" dirty="0" smtClean="0"/>
                        <a:t>5</a:t>
                      </a:r>
                      <a:endParaRPr lang="zh-TW" altLang="en-US" sz="3200" dirty="0"/>
                    </a:p>
                  </a:txBody>
                  <a:tcPr/>
                </a:tc>
                <a:tc>
                  <a:txBody>
                    <a:bodyPr/>
                    <a:lstStyle/>
                    <a:p>
                      <a:pPr algn="ctr"/>
                      <a:r>
                        <a:rPr lang="en-US" altLang="zh-TW" sz="3200" dirty="0" smtClean="0"/>
                        <a:t>5</a:t>
                      </a:r>
                      <a:endParaRPr lang="zh-TW" altLang="en-US" sz="3200" dirty="0"/>
                    </a:p>
                  </a:txBody>
                  <a:tcPr/>
                </a:tc>
                <a:tc>
                  <a:txBody>
                    <a:bodyPr/>
                    <a:lstStyle/>
                    <a:p>
                      <a:pPr algn="ctr"/>
                      <a:r>
                        <a:rPr lang="en-US" altLang="zh-TW" sz="3200" dirty="0" smtClean="0"/>
                        <a:t>5</a:t>
                      </a:r>
                      <a:endParaRPr lang="zh-TW" altLang="en-US" sz="3200" dirty="0"/>
                    </a:p>
                  </a:txBody>
                  <a:tcPr>
                    <a:solidFill>
                      <a:schemeClr val="accent2">
                        <a:lumMod val="60000"/>
                        <a:lumOff val="40000"/>
                      </a:schemeClr>
                    </a:solidFill>
                  </a:tcPr>
                </a:tc>
                <a:tc>
                  <a:txBody>
                    <a:bodyPr/>
                    <a:lstStyle/>
                    <a:p>
                      <a:pPr algn="ctr"/>
                      <a:r>
                        <a:rPr lang="en-US" altLang="zh-TW" sz="3200" dirty="0" smtClean="0"/>
                        <a:t>8</a:t>
                      </a:r>
                      <a:endParaRPr lang="zh-TW" altLang="en-US" sz="3200" dirty="0"/>
                    </a:p>
                  </a:txBody>
                  <a:tcPr/>
                </a:tc>
                <a:tc>
                  <a:txBody>
                    <a:bodyPr/>
                    <a:lstStyle/>
                    <a:p>
                      <a:pPr algn="ctr"/>
                      <a:r>
                        <a:rPr lang="en-US" altLang="zh-TW" sz="3200" dirty="0" smtClean="0"/>
                        <a:t>8</a:t>
                      </a:r>
                      <a:endParaRPr lang="zh-TW" altLang="en-US" sz="3200" dirty="0"/>
                    </a:p>
                  </a:txBody>
                  <a:tcPr/>
                </a:tc>
                <a:tc>
                  <a:txBody>
                    <a:bodyPr/>
                    <a:lstStyle/>
                    <a:p>
                      <a:pPr algn="ctr"/>
                      <a:r>
                        <a:rPr lang="en-US" altLang="zh-TW" sz="3200" dirty="0" smtClean="0"/>
                        <a:t>8</a:t>
                      </a:r>
                      <a:endParaRPr lang="zh-TW" altLang="en-US" sz="3200" dirty="0"/>
                    </a:p>
                  </a:txBody>
                  <a:tcPr>
                    <a:solidFill>
                      <a:schemeClr val="accent2">
                        <a:lumMod val="60000"/>
                        <a:lumOff val="40000"/>
                      </a:schemeClr>
                    </a:solidFill>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r>
              <a:tr h="598744">
                <a:tc>
                  <a:txBody>
                    <a:bodyPr/>
                    <a:lstStyle/>
                    <a:p>
                      <a:pPr algn="ctr"/>
                      <a:r>
                        <a:rPr lang="en-US" altLang="zh-TW" sz="3200" dirty="0" smtClean="0"/>
                        <a:t>c</a:t>
                      </a:r>
                      <a:endParaRPr lang="zh-TW" altLang="en-US" sz="3200" dirty="0"/>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1</a:t>
                      </a:r>
                      <a:endParaRPr lang="zh-TW" altLang="en-US" sz="3200" dirty="0"/>
                    </a:p>
                  </a:txBody>
                  <a:tcPr/>
                </a:tc>
                <a:tc>
                  <a:txBody>
                    <a:bodyPr/>
                    <a:lstStyle/>
                    <a:p>
                      <a:pPr algn="ctr"/>
                      <a:r>
                        <a:rPr lang="en-US" altLang="zh-TW" sz="3200" dirty="0" smtClean="0"/>
                        <a:t>4</a:t>
                      </a:r>
                      <a:endParaRPr lang="zh-TW" altLang="en-US" sz="3200" dirty="0"/>
                    </a:p>
                  </a:txBody>
                  <a:tcPr>
                    <a:noFill/>
                  </a:tcPr>
                </a:tc>
                <a:tc>
                  <a:txBody>
                    <a:bodyPr/>
                    <a:lstStyle/>
                    <a:p>
                      <a:pPr algn="ctr"/>
                      <a:r>
                        <a:rPr lang="en-US" altLang="zh-TW" sz="3200" dirty="0" smtClean="0"/>
                        <a:t>4</a:t>
                      </a:r>
                      <a:endParaRPr lang="zh-TW" altLang="en-US" sz="3200" dirty="0"/>
                    </a:p>
                  </a:txBody>
                  <a:tcPr>
                    <a:solidFill>
                      <a:schemeClr val="accent2">
                        <a:lumMod val="60000"/>
                        <a:lumOff val="40000"/>
                      </a:schemeClr>
                    </a:solidFill>
                  </a:tcPr>
                </a:tc>
                <a:tc>
                  <a:txBody>
                    <a:bodyPr/>
                    <a:lstStyle/>
                    <a:p>
                      <a:pPr algn="ctr"/>
                      <a:r>
                        <a:rPr lang="en-US" altLang="zh-TW" sz="3200" dirty="0" smtClean="0"/>
                        <a:t>4</a:t>
                      </a:r>
                      <a:endParaRPr lang="zh-TW" altLang="en-US" sz="3200" dirty="0"/>
                    </a:p>
                  </a:txBody>
                  <a:tcPr>
                    <a:noFill/>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solidFill>
                      <a:schemeClr val="accent2">
                        <a:lumMod val="60000"/>
                        <a:lumOff val="40000"/>
                      </a:schemeClr>
                    </a:solidFill>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solidFill>
                      <a:schemeClr val="accent2">
                        <a:lumMod val="60000"/>
                        <a:lumOff val="40000"/>
                      </a:schemeClr>
                    </a:solidFill>
                  </a:tcPr>
                </a:tc>
                <a:tc>
                  <a:txBody>
                    <a:bodyPr/>
                    <a:lstStyle/>
                    <a:p>
                      <a:pPr algn="ctr"/>
                      <a:r>
                        <a:rPr lang="en-US" altLang="zh-TW" sz="3200" dirty="0" smtClean="0"/>
                        <a:t>10</a:t>
                      </a:r>
                      <a:endParaRPr lang="zh-TW" altLang="en-US" sz="3200" dirty="0"/>
                    </a:p>
                  </a:txBody>
                  <a:tcPr/>
                </a:tc>
              </a:tr>
            </a:tbl>
          </a:graphicData>
        </a:graphic>
      </p:graphicFrame>
      <p:sp>
        <p:nvSpPr>
          <p:cNvPr id="4" name="矩形 3"/>
          <p:cNvSpPr/>
          <p:nvPr/>
        </p:nvSpPr>
        <p:spPr>
          <a:xfrm>
            <a:off x="649386" y="562338"/>
            <a:ext cx="3076996" cy="677108"/>
          </a:xfrm>
          <a:prstGeom prst="rect">
            <a:avLst/>
          </a:prstGeom>
          <a:noFill/>
        </p:spPr>
        <p:txBody>
          <a:bodyPr wrap="none" lIns="91440" tIns="45720" rIns="91440" bIns="45720">
            <a:spAutoFit/>
          </a:bodyPr>
          <a:lstStyle/>
          <a:p>
            <a:pPr algn="ctr"/>
            <a:r>
              <a:rPr lang="en-US" altLang="zh-TW" sz="3800" b="0" cap="none" spc="0" dirty="0" smtClean="0">
                <a:ln w="0"/>
                <a:solidFill>
                  <a:schemeClr val="tx1"/>
                </a:solidFill>
                <a:effectLst>
                  <a:outerShdw blurRad="38100" dist="19050" dir="2700000" algn="tl" rotWithShape="0">
                    <a:schemeClr val="dk1">
                      <a:alpha val="40000"/>
                    </a:schemeClr>
                  </a:outerShdw>
                </a:effectLst>
              </a:rPr>
              <a:t>CLOSEST[</a:t>
            </a:r>
            <a:r>
              <a:rPr lang="en-US" altLang="zh-TW" sz="3800" dirty="0" smtClean="0">
                <a:ln w="0"/>
                <a:effectLst>
                  <a:outerShdw blurRad="38100" dist="19050" dir="2700000" algn="tl" rotWithShape="0">
                    <a:schemeClr val="dk1">
                      <a:alpha val="40000"/>
                    </a:schemeClr>
                  </a:outerShdw>
                </a:effectLst>
              </a:rPr>
              <a:t>][</a:t>
            </a:r>
            <a:r>
              <a:rPr lang="en-US" altLang="zh-TW" sz="3800" b="0" cap="none" spc="0" dirty="0" smtClean="0">
                <a:ln w="0"/>
                <a:solidFill>
                  <a:schemeClr val="tx1"/>
                </a:solidFill>
                <a:effectLst>
                  <a:outerShdw blurRad="38100" dist="19050" dir="2700000" algn="tl" rotWithShape="0">
                    <a:schemeClr val="dk1">
                      <a:alpha val="40000"/>
                    </a:schemeClr>
                  </a:outerShdw>
                </a:effectLst>
              </a:rPr>
              <a:t>]:</a:t>
            </a:r>
            <a:endParaRPr lang="zh-TW" altLang="en-US" sz="3800" b="0" cap="none" spc="0" dirty="0">
              <a:ln w="0"/>
              <a:solidFill>
                <a:schemeClr val="tx1"/>
              </a:solidFill>
              <a:effectLst>
                <a:outerShdw blurRad="38100" dist="19050" dir="2700000" algn="tl" rotWithShape="0">
                  <a:schemeClr val="dk1">
                    <a:alpha val="40000"/>
                  </a:schemeClr>
                </a:outerShdw>
              </a:effectLst>
            </a:endParaRPr>
          </a:p>
        </p:txBody>
      </p:sp>
      <p:graphicFrame>
        <p:nvGraphicFramePr>
          <p:cNvPr id="5" name="表格 4"/>
          <p:cNvGraphicFramePr>
            <a:graphicFrameLocks noGrp="1"/>
          </p:cNvGraphicFramePr>
          <p:nvPr>
            <p:extLst>
              <p:ext uri="{D42A27DB-BD31-4B8C-83A1-F6EECF244321}">
                <p14:modId xmlns:p14="http://schemas.microsoft.com/office/powerpoint/2010/main" val="4010934540"/>
              </p:ext>
            </p:extLst>
          </p:nvPr>
        </p:nvGraphicFramePr>
        <p:xfrm>
          <a:off x="3821831" y="3966575"/>
          <a:ext cx="7333420" cy="598744"/>
        </p:xfrm>
        <a:graphic>
          <a:graphicData uri="http://schemas.openxmlformats.org/drawingml/2006/table">
            <a:tbl>
              <a:tblPr firstRow="1" bandRow="1">
                <a:tableStyleId>{5940675A-B579-460E-94D1-54222C63F5DA}</a:tableStyleId>
              </a:tblPr>
              <a:tblGrid>
                <a:gridCol w="733342"/>
                <a:gridCol w="733342"/>
                <a:gridCol w="733342"/>
                <a:gridCol w="733342"/>
                <a:gridCol w="733342"/>
                <a:gridCol w="733342"/>
                <a:gridCol w="733342"/>
                <a:gridCol w="733342"/>
                <a:gridCol w="733342"/>
                <a:gridCol w="733342"/>
              </a:tblGrid>
              <a:tr h="598744">
                <a:tc>
                  <a:txBody>
                    <a:bodyPr/>
                    <a:lstStyle/>
                    <a:p>
                      <a:pPr algn="ctr"/>
                      <a:r>
                        <a:rPr lang="en-US" altLang="zh-TW" sz="3200" dirty="0" smtClean="0"/>
                        <a:t>3</a:t>
                      </a:r>
                      <a:endParaRPr lang="zh-TW" altLang="en-US" sz="3200" dirty="0"/>
                    </a:p>
                  </a:txBody>
                  <a:tcPr/>
                </a:tc>
                <a:tc>
                  <a:txBody>
                    <a:bodyPr/>
                    <a:lstStyle/>
                    <a:p>
                      <a:pPr algn="ctr"/>
                      <a:r>
                        <a:rPr lang="en-US" altLang="zh-TW" sz="3200" dirty="0" smtClean="0"/>
                        <a:t>2</a:t>
                      </a:r>
                      <a:endParaRPr lang="zh-TW" altLang="en-US" sz="3200" dirty="0"/>
                    </a:p>
                  </a:txBody>
                  <a:tcPr/>
                </a:tc>
                <a:tc>
                  <a:txBody>
                    <a:bodyPr/>
                    <a:lstStyle/>
                    <a:p>
                      <a:pPr algn="ctr"/>
                      <a:r>
                        <a:rPr lang="en-US" altLang="zh-TW" sz="3200" dirty="0" smtClean="0"/>
                        <a:t>4</a:t>
                      </a:r>
                      <a:endParaRPr lang="zh-TW" altLang="en-US" sz="3200" dirty="0"/>
                    </a:p>
                  </a:txBody>
                  <a:tcPr/>
                </a:tc>
                <a:tc>
                  <a:txBody>
                    <a:bodyPr/>
                    <a:lstStyle/>
                    <a:p>
                      <a:pPr algn="ctr"/>
                      <a:r>
                        <a:rPr lang="en-US" altLang="zh-TW" sz="3200" dirty="0" smtClean="0"/>
                        <a:t>6</a:t>
                      </a:r>
                      <a:endParaRPr lang="zh-TW" altLang="en-US" sz="3200" dirty="0"/>
                    </a:p>
                  </a:txBody>
                  <a:tcPr/>
                </a:tc>
                <a:tc>
                  <a:txBody>
                    <a:bodyPr/>
                    <a:lstStyle/>
                    <a:p>
                      <a:pPr algn="ctr"/>
                      <a:r>
                        <a:rPr lang="en-US" altLang="zh-TW" sz="3200" dirty="0" smtClean="0"/>
                        <a:t>5</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7</a:t>
                      </a:r>
                      <a:endParaRPr lang="zh-TW" altLang="en-US" sz="3200" dirty="0"/>
                    </a:p>
                  </a:txBody>
                  <a:tcPr/>
                </a:tc>
                <a:tc>
                  <a:txBody>
                    <a:bodyPr/>
                    <a:lstStyle/>
                    <a:p>
                      <a:pPr algn="ctr"/>
                      <a:r>
                        <a:rPr lang="en-US" altLang="zh-TW" sz="3200" dirty="0" smtClean="0"/>
                        <a:t>8</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r>
            </a:tbl>
          </a:graphicData>
        </a:graphic>
      </p:graphicFrame>
      <p:sp>
        <p:nvSpPr>
          <p:cNvPr id="7" name="矩形 6"/>
          <p:cNvSpPr/>
          <p:nvPr/>
        </p:nvSpPr>
        <p:spPr>
          <a:xfrm>
            <a:off x="650269" y="3608250"/>
            <a:ext cx="2301143" cy="677108"/>
          </a:xfrm>
          <a:prstGeom prst="rect">
            <a:avLst/>
          </a:prstGeom>
          <a:noFill/>
        </p:spPr>
        <p:txBody>
          <a:bodyPr wrap="none" lIns="91440" tIns="45720" rIns="91440" bIns="45720">
            <a:spAutoFit/>
          </a:bodyPr>
          <a:lstStyle/>
          <a:p>
            <a:pPr algn="ctr"/>
            <a:r>
              <a:rPr lang="en-US" altLang="zh-TW" sz="3800" b="0" cap="none" spc="0" dirty="0" smtClean="0">
                <a:ln w="0"/>
                <a:solidFill>
                  <a:schemeClr val="tx1"/>
                </a:solidFill>
                <a:effectLst>
                  <a:outerShdw blurRad="38100" dist="19050" dir="2700000" algn="tl" rotWithShape="0">
                    <a:schemeClr val="dk1">
                      <a:alpha val="40000"/>
                    </a:schemeClr>
                  </a:outerShdw>
                </a:effectLst>
              </a:rPr>
              <a:t>CLOSE[</a:t>
            </a:r>
            <a:r>
              <a:rPr lang="en-US" altLang="zh-TW" sz="3800" dirty="0" smtClean="0">
                <a:ln w="0"/>
                <a:effectLst>
                  <a:outerShdw blurRad="38100" dist="19050" dir="2700000" algn="tl" rotWithShape="0">
                    <a:schemeClr val="dk1">
                      <a:alpha val="40000"/>
                    </a:schemeClr>
                  </a:outerShdw>
                </a:effectLst>
              </a:rPr>
              <a:t>] </a:t>
            </a:r>
            <a:r>
              <a:rPr lang="en-US" altLang="zh-TW" sz="3800" b="0" cap="none" spc="0" dirty="0" smtClean="0">
                <a:ln w="0"/>
                <a:solidFill>
                  <a:schemeClr val="tx1"/>
                </a:solidFill>
                <a:effectLst>
                  <a:outerShdw blurRad="38100" dist="19050" dir="2700000" algn="tl" rotWithShape="0">
                    <a:schemeClr val="dk1">
                      <a:alpha val="40000"/>
                    </a:schemeClr>
                  </a:outerShdw>
                </a:effectLst>
              </a:rPr>
              <a:t>:</a:t>
            </a:r>
            <a:endParaRPr lang="zh-TW" altLang="en-US" sz="3800" b="0" cap="none" spc="0" dirty="0">
              <a:ln w="0"/>
              <a:solidFill>
                <a:schemeClr val="tx1"/>
              </a:solidFill>
              <a:effectLst>
                <a:outerShdw blurRad="38100" dist="19050" dir="2700000" algn="tl" rotWithShape="0">
                  <a:schemeClr val="dk1">
                    <a:alpha val="40000"/>
                  </a:schemeClr>
                </a:outerShdw>
              </a:effectLst>
            </a:endParaRPr>
          </a:p>
        </p:txBody>
      </p:sp>
      <p:sp>
        <p:nvSpPr>
          <p:cNvPr id="23" name="矩形 22"/>
          <p:cNvSpPr/>
          <p:nvPr/>
        </p:nvSpPr>
        <p:spPr>
          <a:xfrm>
            <a:off x="860792" y="4910957"/>
            <a:ext cx="6766019" cy="677108"/>
          </a:xfrm>
          <a:prstGeom prst="rect">
            <a:avLst/>
          </a:prstGeom>
          <a:noFill/>
        </p:spPr>
        <p:txBody>
          <a:bodyPr wrap="none" lIns="91440" tIns="45720" rIns="91440" bIns="45720">
            <a:spAutoFit/>
          </a:bodyPr>
          <a:lstStyle/>
          <a:p>
            <a:pPr algn="ctr"/>
            <a:r>
              <a:rPr lang="en-US" altLang="zh-TW" sz="3800" b="0" cap="none" spc="0" dirty="0" smtClean="0">
                <a:ln w="0"/>
                <a:solidFill>
                  <a:srgbClr val="0070C0"/>
                </a:solidFill>
                <a:effectLst>
                  <a:outerShdw blurRad="38100" dist="19050" dir="2700000" algn="tl" rotWithShape="0">
                    <a:schemeClr val="dk1">
                      <a:alpha val="40000"/>
                    </a:schemeClr>
                  </a:outerShdw>
                </a:effectLst>
              </a:rPr>
              <a:t>CLOSEST[a</a:t>
            </a:r>
            <a:r>
              <a:rPr lang="en-US" altLang="zh-TW" sz="3800" dirty="0" smtClean="0">
                <a:ln w="0"/>
                <a:solidFill>
                  <a:srgbClr val="0070C0"/>
                </a:solidFill>
                <a:effectLst>
                  <a:outerShdw blurRad="38100" dist="19050" dir="2700000" algn="tl" rotWithShape="0">
                    <a:schemeClr val="dk1">
                      <a:alpha val="40000"/>
                    </a:schemeClr>
                  </a:outerShdw>
                </a:effectLst>
              </a:rPr>
              <a:t>][5</a:t>
            </a:r>
            <a:r>
              <a:rPr lang="en-US" altLang="zh-TW" sz="3800" b="0" cap="none" spc="0" dirty="0" smtClean="0">
                <a:ln w="0"/>
                <a:solidFill>
                  <a:srgbClr val="0070C0"/>
                </a:solidFill>
                <a:effectLst>
                  <a:outerShdw blurRad="38100" dist="19050" dir="2700000" algn="tl" rotWithShape="0">
                    <a:schemeClr val="dk1">
                      <a:alpha val="40000"/>
                    </a:schemeClr>
                  </a:outerShdw>
                </a:effectLst>
              </a:rPr>
              <a:t>]= CLOSE[4]= 6</a:t>
            </a:r>
            <a:endParaRPr lang="zh-TW" altLang="en-US" sz="3800" b="0" cap="none" spc="0" dirty="0">
              <a:ln w="0"/>
              <a:solidFill>
                <a:srgbClr val="0070C0"/>
              </a:solidFill>
              <a:effectLst>
                <a:outerShdw blurRad="38100" dist="19050" dir="2700000" algn="tl" rotWithShape="0">
                  <a:schemeClr val="dk1">
                    <a:alpha val="40000"/>
                  </a:schemeClr>
                </a:outerShdw>
              </a:effectLst>
            </a:endParaRPr>
          </a:p>
        </p:txBody>
      </p:sp>
      <p:sp>
        <p:nvSpPr>
          <p:cNvPr id="11" name="橢圓 10"/>
          <p:cNvSpPr/>
          <p:nvPr/>
        </p:nvSpPr>
        <p:spPr bwMode="auto">
          <a:xfrm>
            <a:off x="6063935" y="3946804"/>
            <a:ext cx="613775" cy="613776"/>
          </a:xfrm>
          <a:prstGeom prst="ellipse">
            <a:avLst/>
          </a:prstGeom>
          <a:noFill/>
          <a:ln w="5715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7" name="橢圓 16"/>
          <p:cNvSpPr/>
          <p:nvPr/>
        </p:nvSpPr>
        <p:spPr bwMode="auto">
          <a:xfrm>
            <a:off x="6078845" y="1497273"/>
            <a:ext cx="613775" cy="613776"/>
          </a:xfrm>
          <a:prstGeom prst="ellipse">
            <a:avLst/>
          </a:prstGeom>
          <a:noFill/>
          <a:ln w="5715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Tree>
    <p:extLst>
      <p:ext uri="{BB962C8B-B14F-4D97-AF65-F5344CB8AC3E}">
        <p14:creationId xmlns:p14="http://schemas.microsoft.com/office/powerpoint/2010/main" val="27269397"/>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49386" y="562338"/>
            <a:ext cx="3076996" cy="677108"/>
          </a:xfrm>
          <a:prstGeom prst="rect">
            <a:avLst/>
          </a:prstGeom>
          <a:noFill/>
        </p:spPr>
        <p:txBody>
          <a:bodyPr wrap="none" lIns="91440" tIns="45720" rIns="91440" bIns="45720">
            <a:spAutoFit/>
          </a:bodyPr>
          <a:lstStyle/>
          <a:p>
            <a:pPr algn="ctr"/>
            <a:r>
              <a:rPr lang="en-US" altLang="zh-TW" sz="3800" b="0" cap="none" spc="0" dirty="0" smtClean="0">
                <a:ln w="0"/>
                <a:solidFill>
                  <a:schemeClr val="tx1"/>
                </a:solidFill>
                <a:effectLst>
                  <a:outerShdw blurRad="38100" dist="19050" dir="2700000" algn="tl" rotWithShape="0">
                    <a:schemeClr val="dk1">
                      <a:alpha val="40000"/>
                    </a:schemeClr>
                  </a:outerShdw>
                </a:effectLst>
              </a:rPr>
              <a:t>CLOSEST[</a:t>
            </a:r>
            <a:r>
              <a:rPr lang="en-US" altLang="zh-TW" sz="3800" dirty="0" smtClean="0">
                <a:ln w="0"/>
                <a:effectLst>
                  <a:outerShdw blurRad="38100" dist="19050" dir="2700000" algn="tl" rotWithShape="0">
                    <a:schemeClr val="dk1">
                      <a:alpha val="40000"/>
                    </a:schemeClr>
                  </a:outerShdw>
                </a:effectLst>
              </a:rPr>
              <a:t>][</a:t>
            </a:r>
            <a:r>
              <a:rPr lang="en-US" altLang="zh-TW" sz="3800" b="0" cap="none" spc="0" dirty="0" smtClean="0">
                <a:ln w="0"/>
                <a:solidFill>
                  <a:schemeClr val="tx1"/>
                </a:solidFill>
                <a:effectLst>
                  <a:outerShdw blurRad="38100" dist="19050" dir="2700000" algn="tl" rotWithShape="0">
                    <a:schemeClr val="dk1">
                      <a:alpha val="40000"/>
                    </a:schemeClr>
                  </a:outerShdw>
                </a:effectLst>
              </a:rPr>
              <a:t>]:</a:t>
            </a:r>
            <a:endParaRPr lang="zh-TW" altLang="en-US" sz="3800" b="0" cap="none" spc="0" dirty="0">
              <a:ln w="0"/>
              <a:solidFill>
                <a:schemeClr val="tx1"/>
              </a:solidFill>
              <a:effectLst>
                <a:outerShdw blurRad="38100" dist="19050" dir="2700000" algn="tl" rotWithShape="0">
                  <a:schemeClr val="dk1">
                    <a:alpha val="40000"/>
                  </a:schemeClr>
                </a:outerShdw>
              </a:effectLst>
            </a:endParaRPr>
          </a:p>
        </p:txBody>
      </p:sp>
      <p:graphicFrame>
        <p:nvGraphicFramePr>
          <p:cNvPr id="5" name="表格 4"/>
          <p:cNvGraphicFramePr>
            <a:graphicFrameLocks noGrp="1"/>
          </p:cNvGraphicFramePr>
          <p:nvPr>
            <p:extLst>
              <p:ext uri="{D42A27DB-BD31-4B8C-83A1-F6EECF244321}">
                <p14:modId xmlns:p14="http://schemas.microsoft.com/office/powerpoint/2010/main" val="4010934540"/>
              </p:ext>
            </p:extLst>
          </p:nvPr>
        </p:nvGraphicFramePr>
        <p:xfrm>
          <a:off x="3821831" y="3966575"/>
          <a:ext cx="7333420" cy="598744"/>
        </p:xfrm>
        <a:graphic>
          <a:graphicData uri="http://schemas.openxmlformats.org/drawingml/2006/table">
            <a:tbl>
              <a:tblPr firstRow="1" bandRow="1">
                <a:tableStyleId>{5940675A-B579-460E-94D1-54222C63F5DA}</a:tableStyleId>
              </a:tblPr>
              <a:tblGrid>
                <a:gridCol w="733342"/>
                <a:gridCol w="733342"/>
                <a:gridCol w="733342"/>
                <a:gridCol w="733342"/>
                <a:gridCol w="733342"/>
                <a:gridCol w="733342"/>
                <a:gridCol w="733342"/>
                <a:gridCol w="733342"/>
                <a:gridCol w="733342"/>
                <a:gridCol w="733342"/>
              </a:tblGrid>
              <a:tr h="598744">
                <a:tc>
                  <a:txBody>
                    <a:bodyPr/>
                    <a:lstStyle/>
                    <a:p>
                      <a:pPr algn="ctr"/>
                      <a:r>
                        <a:rPr lang="en-US" altLang="zh-TW" sz="3200" dirty="0" smtClean="0"/>
                        <a:t>3</a:t>
                      </a:r>
                      <a:endParaRPr lang="zh-TW" altLang="en-US" sz="3200" dirty="0"/>
                    </a:p>
                  </a:txBody>
                  <a:tcPr/>
                </a:tc>
                <a:tc>
                  <a:txBody>
                    <a:bodyPr/>
                    <a:lstStyle/>
                    <a:p>
                      <a:pPr algn="ctr"/>
                      <a:r>
                        <a:rPr lang="en-US" altLang="zh-TW" sz="3200" dirty="0" smtClean="0"/>
                        <a:t>2</a:t>
                      </a:r>
                      <a:endParaRPr lang="zh-TW" altLang="en-US" sz="3200" dirty="0"/>
                    </a:p>
                  </a:txBody>
                  <a:tcPr/>
                </a:tc>
                <a:tc>
                  <a:txBody>
                    <a:bodyPr/>
                    <a:lstStyle/>
                    <a:p>
                      <a:pPr algn="ctr"/>
                      <a:r>
                        <a:rPr lang="en-US" altLang="zh-TW" sz="3200" dirty="0" smtClean="0"/>
                        <a:t>4</a:t>
                      </a:r>
                      <a:endParaRPr lang="zh-TW" altLang="en-US" sz="3200" dirty="0"/>
                    </a:p>
                  </a:txBody>
                  <a:tcPr/>
                </a:tc>
                <a:tc>
                  <a:txBody>
                    <a:bodyPr/>
                    <a:lstStyle/>
                    <a:p>
                      <a:pPr algn="ctr"/>
                      <a:r>
                        <a:rPr lang="en-US" altLang="zh-TW" sz="3200" dirty="0" smtClean="0"/>
                        <a:t>6</a:t>
                      </a:r>
                      <a:endParaRPr lang="zh-TW" altLang="en-US" sz="3200" dirty="0"/>
                    </a:p>
                  </a:txBody>
                  <a:tcPr/>
                </a:tc>
                <a:tc>
                  <a:txBody>
                    <a:bodyPr/>
                    <a:lstStyle/>
                    <a:p>
                      <a:pPr algn="ctr"/>
                      <a:r>
                        <a:rPr lang="en-US" altLang="zh-TW" sz="3200" dirty="0" smtClean="0"/>
                        <a:t>5</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7</a:t>
                      </a:r>
                      <a:endParaRPr lang="zh-TW" altLang="en-US" sz="3200" dirty="0"/>
                    </a:p>
                  </a:txBody>
                  <a:tcPr/>
                </a:tc>
                <a:tc>
                  <a:txBody>
                    <a:bodyPr/>
                    <a:lstStyle/>
                    <a:p>
                      <a:pPr algn="ctr"/>
                      <a:r>
                        <a:rPr lang="en-US" altLang="zh-TW" sz="3200" dirty="0" smtClean="0"/>
                        <a:t>8</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r>
            </a:tbl>
          </a:graphicData>
        </a:graphic>
      </p:graphicFrame>
      <p:sp>
        <p:nvSpPr>
          <p:cNvPr id="7" name="矩形 6"/>
          <p:cNvSpPr/>
          <p:nvPr/>
        </p:nvSpPr>
        <p:spPr>
          <a:xfrm>
            <a:off x="650269" y="3608250"/>
            <a:ext cx="2301143" cy="677108"/>
          </a:xfrm>
          <a:prstGeom prst="rect">
            <a:avLst/>
          </a:prstGeom>
          <a:noFill/>
        </p:spPr>
        <p:txBody>
          <a:bodyPr wrap="none" lIns="91440" tIns="45720" rIns="91440" bIns="45720">
            <a:spAutoFit/>
          </a:bodyPr>
          <a:lstStyle/>
          <a:p>
            <a:pPr algn="ctr"/>
            <a:r>
              <a:rPr lang="en-US" altLang="zh-TW" sz="3800" b="0" cap="none" spc="0" dirty="0" smtClean="0">
                <a:ln w="0"/>
                <a:solidFill>
                  <a:schemeClr val="tx1"/>
                </a:solidFill>
                <a:effectLst>
                  <a:outerShdw blurRad="38100" dist="19050" dir="2700000" algn="tl" rotWithShape="0">
                    <a:schemeClr val="dk1">
                      <a:alpha val="40000"/>
                    </a:schemeClr>
                  </a:outerShdw>
                </a:effectLst>
              </a:rPr>
              <a:t>CLOSE[</a:t>
            </a:r>
            <a:r>
              <a:rPr lang="en-US" altLang="zh-TW" sz="3800" dirty="0" smtClean="0">
                <a:ln w="0"/>
                <a:effectLst>
                  <a:outerShdw blurRad="38100" dist="19050" dir="2700000" algn="tl" rotWithShape="0">
                    <a:schemeClr val="dk1">
                      <a:alpha val="40000"/>
                    </a:schemeClr>
                  </a:outerShdw>
                </a:effectLst>
              </a:rPr>
              <a:t>] </a:t>
            </a:r>
            <a:r>
              <a:rPr lang="en-US" altLang="zh-TW" sz="3800" b="0" cap="none" spc="0" dirty="0" smtClean="0">
                <a:ln w="0"/>
                <a:solidFill>
                  <a:schemeClr val="tx1"/>
                </a:solidFill>
                <a:effectLst>
                  <a:outerShdw blurRad="38100" dist="19050" dir="2700000" algn="tl" rotWithShape="0">
                    <a:schemeClr val="dk1">
                      <a:alpha val="40000"/>
                    </a:schemeClr>
                  </a:outerShdw>
                </a:effectLst>
              </a:rPr>
              <a:t>:</a:t>
            </a:r>
            <a:endParaRPr lang="zh-TW" altLang="en-US" sz="3800" b="0" cap="none" spc="0" dirty="0">
              <a:ln w="0"/>
              <a:solidFill>
                <a:schemeClr val="tx1"/>
              </a:solidFill>
              <a:effectLst>
                <a:outerShdw blurRad="38100" dist="19050" dir="2700000" algn="tl" rotWithShape="0">
                  <a:schemeClr val="dk1">
                    <a:alpha val="40000"/>
                  </a:schemeClr>
                </a:outerShdw>
              </a:effectLst>
            </a:endParaRPr>
          </a:p>
        </p:txBody>
      </p:sp>
      <p:sp>
        <p:nvSpPr>
          <p:cNvPr id="23" name="矩形 22"/>
          <p:cNvSpPr/>
          <p:nvPr/>
        </p:nvSpPr>
        <p:spPr>
          <a:xfrm>
            <a:off x="651599" y="4910957"/>
            <a:ext cx="4178260" cy="677108"/>
          </a:xfrm>
          <a:prstGeom prst="rect">
            <a:avLst/>
          </a:prstGeom>
          <a:noFill/>
        </p:spPr>
        <p:txBody>
          <a:bodyPr wrap="none" lIns="91440" tIns="45720" rIns="91440" bIns="45720">
            <a:spAutoFit/>
          </a:bodyPr>
          <a:lstStyle/>
          <a:p>
            <a:pPr algn="ctr"/>
            <a:r>
              <a:rPr lang="en-US" altLang="zh-TW" sz="3800" b="0" cap="none" spc="0" dirty="0" smtClean="0">
                <a:ln w="0"/>
                <a:solidFill>
                  <a:srgbClr val="0070C0"/>
                </a:solidFill>
                <a:effectLst>
                  <a:outerShdw blurRad="38100" dist="19050" dir="2700000" algn="tl" rotWithShape="0">
                    <a:schemeClr val="dk1">
                      <a:alpha val="40000"/>
                    </a:schemeClr>
                  </a:outerShdw>
                </a:effectLst>
              </a:rPr>
              <a:t>CLOSEST[b</a:t>
            </a:r>
            <a:r>
              <a:rPr lang="en-US" altLang="zh-TW" sz="3800" dirty="0" smtClean="0">
                <a:ln w="0"/>
                <a:solidFill>
                  <a:srgbClr val="0070C0"/>
                </a:solidFill>
                <a:effectLst>
                  <a:outerShdw blurRad="38100" dist="19050" dir="2700000" algn="tl" rotWithShape="0">
                    <a:schemeClr val="dk1">
                      <a:alpha val="40000"/>
                    </a:schemeClr>
                  </a:outerShdw>
                </a:effectLst>
              </a:rPr>
              <a:t>][6</a:t>
            </a:r>
            <a:r>
              <a:rPr lang="en-US" altLang="zh-TW" sz="3800" b="0" cap="none" spc="0" dirty="0" smtClean="0">
                <a:ln w="0"/>
                <a:solidFill>
                  <a:srgbClr val="0070C0"/>
                </a:solidFill>
                <a:effectLst>
                  <a:outerShdw blurRad="38100" dist="19050" dir="2700000" algn="tl" rotWithShape="0">
                    <a:schemeClr val="dk1">
                      <a:alpha val="40000"/>
                    </a:schemeClr>
                  </a:outerShdw>
                </a:effectLst>
              </a:rPr>
              <a:t>]= ?</a:t>
            </a:r>
            <a:endParaRPr lang="zh-TW" altLang="en-US" sz="3800" b="0" cap="none" spc="0" dirty="0">
              <a:ln w="0"/>
              <a:solidFill>
                <a:srgbClr val="0070C0"/>
              </a:solidFill>
              <a:effectLst>
                <a:outerShdw blurRad="38100" dist="19050" dir="2700000" algn="tl" rotWithShape="0">
                  <a:schemeClr val="dk1">
                    <a:alpha val="40000"/>
                  </a:schemeClr>
                </a:outerShdw>
              </a:effectLst>
            </a:endParaRPr>
          </a:p>
        </p:txBody>
      </p:sp>
      <p:graphicFrame>
        <p:nvGraphicFramePr>
          <p:cNvPr id="10" name="表格 9"/>
          <p:cNvGraphicFramePr>
            <a:graphicFrameLocks noGrp="1"/>
          </p:cNvGraphicFramePr>
          <p:nvPr>
            <p:extLst>
              <p:ext uri="{D42A27DB-BD31-4B8C-83A1-F6EECF244321}">
                <p14:modId xmlns:p14="http://schemas.microsoft.com/office/powerpoint/2010/main" val="2252034325"/>
              </p:ext>
            </p:extLst>
          </p:nvPr>
        </p:nvGraphicFramePr>
        <p:xfrm>
          <a:off x="3071150" y="313150"/>
          <a:ext cx="8066762" cy="2993720"/>
        </p:xfrm>
        <a:graphic>
          <a:graphicData uri="http://schemas.openxmlformats.org/drawingml/2006/table">
            <a:tbl>
              <a:tblPr firstRow="1" bandRow="1">
                <a:tableStyleId>{5940675A-B579-460E-94D1-54222C63F5DA}</a:tableStyleId>
              </a:tblPr>
              <a:tblGrid>
                <a:gridCol w="733342"/>
                <a:gridCol w="733342"/>
                <a:gridCol w="733342"/>
                <a:gridCol w="733342"/>
                <a:gridCol w="733342"/>
                <a:gridCol w="733342"/>
                <a:gridCol w="733342"/>
                <a:gridCol w="733342"/>
                <a:gridCol w="733342"/>
                <a:gridCol w="733342"/>
                <a:gridCol w="733342"/>
              </a:tblGrid>
              <a:tr h="598744">
                <a:tc>
                  <a:txBody>
                    <a:bodyPr/>
                    <a:lstStyle/>
                    <a:p>
                      <a:pPr algn="ct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1</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2</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3</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4</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5</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6</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7</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8</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9</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10</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598744">
                <a:tc>
                  <a:txBody>
                    <a:bodyPr/>
                    <a:lstStyle/>
                    <a:p>
                      <a:pPr algn="ct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c</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c</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598744">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3</a:t>
                      </a:r>
                      <a:endParaRPr lang="zh-TW" altLang="en-US" sz="3200" dirty="0"/>
                    </a:p>
                  </a:txBody>
                  <a:tcPr>
                    <a:solidFill>
                      <a:schemeClr val="accent2">
                        <a:lumMod val="60000"/>
                        <a:lumOff val="40000"/>
                      </a:schemeClr>
                    </a:solidFill>
                  </a:tcPr>
                </a:tc>
                <a:tc>
                  <a:txBody>
                    <a:bodyPr/>
                    <a:lstStyle/>
                    <a:p>
                      <a:pPr algn="ctr"/>
                      <a:r>
                        <a:rPr lang="en-US" altLang="zh-TW" sz="3200" dirty="0" smtClean="0"/>
                        <a:t>3</a:t>
                      </a:r>
                      <a:endParaRPr lang="zh-TW" altLang="en-US" sz="3200" dirty="0"/>
                    </a:p>
                  </a:txBody>
                  <a:tcPr/>
                </a:tc>
                <a:tc>
                  <a:txBody>
                    <a:bodyPr/>
                    <a:lstStyle/>
                    <a:p>
                      <a:pPr algn="ctr"/>
                      <a:r>
                        <a:rPr lang="en-US" altLang="zh-TW" sz="3200" dirty="0" smtClean="0"/>
                        <a:t>3</a:t>
                      </a:r>
                      <a:endParaRPr lang="zh-TW" altLang="en-US" sz="3200" dirty="0"/>
                    </a:p>
                  </a:txBody>
                  <a:tcPr/>
                </a:tc>
                <a:tc>
                  <a:txBody>
                    <a:bodyPr/>
                    <a:lstStyle/>
                    <a:p>
                      <a:pPr algn="ctr"/>
                      <a:r>
                        <a:rPr lang="en-US" altLang="zh-TW" sz="3200" dirty="0" smtClean="0"/>
                        <a:t>6</a:t>
                      </a:r>
                      <a:endParaRPr lang="zh-TW" altLang="en-US" sz="3200" dirty="0"/>
                    </a:p>
                  </a:txBody>
                  <a:tcPr>
                    <a:solidFill>
                      <a:schemeClr val="accent2">
                        <a:lumMod val="60000"/>
                        <a:lumOff val="40000"/>
                      </a:schemeClr>
                    </a:solidFill>
                  </a:tcPr>
                </a:tc>
                <a:tc>
                  <a:txBody>
                    <a:bodyPr/>
                    <a:lstStyle/>
                    <a:p>
                      <a:pPr algn="ctr"/>
                      <a:r>
                        <a:rPr lang="en-US" altLang="zh-TW" sz="3200" dirty="0" smtClean="0"/>
                        <a:t>6</a:t>
                      </a:r>
                      <a:endParaRPr lang="zh-TW" altLang="en-US" sz="3200" dirty="0"/>
                    </a:p>
                  </a:txBody>
                  <a:tcPr/>
                </a:tc>
                <a:tc>
                  <a:txBody>
                    <a:bodyPr/>
                    <a:lstStyle/>
                    <a:p>
                      <a:pPr algn="ctr"/>
                      <a:r>
                        <a:rPr lang="en-US" altLang="zh-TW" sz="3200" dirty="0" smtClean="0"/>
                        <a:t>6</a:t>
                      </a:r>
                      <a:endParaRPr lang="zh-TW" altLang="en-US" sz="3200" dirty="0"/>
                    </a:p>
                  </a:txBody>
                  <a:tcPr/>
                </a:tc>
                <a:tc>
                  <a:txBody>
                    <a:bodyPr/>
                    <a:lstStyle/>
                    <a:p>
                      <a:pPr algn="ctr"/>
                      <a:r>
                        <a:rPr lang="en-US" altLang="zh-TW" sz="3200" dirty="0" smtClean="0"/>
                        <a:t>7</a:t>
                      </a:r>
                      <a:endParaRPr lang="zh-TW" altLang="en-US" sz="3200" dirty="0"/>
                    </a:p>
                  </a:txBody>
                  <a:tcPr>
                    <a:solidFill>
                      <a:schemeClr val="accent2">
                        <a:lumMod val="60000"/>
                        <a:lumOff val="40000"/>
                      </a:schemeClr>
                    </a:solidFill>
                  </a:tcPr>
                </a:tc>
                <a:tc>
                  <a:txBody>
                    <a:bodyPr/>
                    <a:lstStyle/>
                    <a:p>
                      <a:pPr algn="ctr"/>
                      <a:r>
                        <a:rPr lang="en-US" altLang="zh-TW" sz="3200" dirty="0" smtClean="0"/>
                        <a:t>9</a:t>
                      </a:r>
                      <a:endParaRPr lang="zh-TW" altLang="en-US" sz="3200" dirty="0"/>
                    </a:p>
                  </a:txBody>
                  <a:tcPr/>
                </a:tc>
                <a:tc>
                  <a:txBody>
                    <a:bodyPr/>
                    <a:lstStyle/>
                    <a:p>
                      <a:pPr algn="ctr"/>
                      <a:r>
                        <a:rPr lang="en-US" altLang="zh-TW" sz="3200" dirty="0" smtClean="0"/>
                        <a:t>9</a:t>
                      </a:r>
                      <a:endParaRPr lang="zh-TW" altLang="en-US" sz="3200" dirty="0"/>
                    </a:p>
                  </a:txBody>
                  <a:tcPr/>
                </a:tc>
                <a:tc>
                  <a:txBody>
                    <a:bodyPr/>
                    <a:lstStyle/>
                    <a:p>
                      <a:pPr algn="ctr"/>
                      <a:r>
                        <a:rPr lang="en-US" altLang="zh-TW" sz="3200" dirty="0" smtClean="0"/>
                        <a:t>10</a:t>
                      </a:r>
                      <a:endParaRPr lang="zh-TW" altLang="en-US" sz="3200" dirty="0"/>
                    </a:p>
                  </a:txBody>
                  <a:tcPr/>
                </a:tc>
              </a:tr>
              <a:tr h="598744">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2</a:t>
                      </a:r>
                      <a:endParaRPr lang="zh-TW" altLang="en-US" sz="3200" dirty="0"/>
                    </a:p>
                  </a:txBody>
                  <a:tcPr/>
                </a:tc>
                <a:tc>
                  <a:txBody>
                    <a:bodyPr/>
                    <a:lstStyle/>
                    <a:p>
                      <a:pPr algn="ctr"/>
                      <a:r>
                        <a:rPr lang="en-US" altLang="zh-TW" sz="3200" dirty="0" smtClean="0"/>
                        <a:t>2</a:t>
                      </a:r>
                      <a:endParaRPr lang="zh-TW" altLang="en-US" sz="3200" dirty="0"/>
                    </a:p>
                  </a:txBody>
                  <a:tcPr>
                    <a:solidFill>
                      <a:schemeClr val="accent2">
                        <a:lumMod val="60000"/>
                        <a:lumOff val="40000"/>
                      </a:schemeClr>
                    </a:solidFill>
                  </a:tcPr>
                </a:tc>
                <a:tc>
                  <a:txBody>
                    <a:bodyPr/>
                    <a:lstStyle/>
                    <a:p>
                      <a:pPr algn="ctr"/>
                      <a:r>
                        <a:rPr lang="en-US" altLang="zh-TW" sz="3200" dirty="0" smtClean="0"/>
                        <a:t>5</a:t>
                      </a:r>
                      <a:endParaRPr lang="zh-TW" altLang="en-US" sz="3200" dirty="0"/>
                    </a:p>
                  </a:txBody>
                  <a:tcPr/>
                </a:tc>
                <a:tc>
                  <a:txBody>
                    <a:bodyPr/>
                    <a:lstStyle/>
                    <a:p>
                      <a:pPr algn="ctr"/>
                      <a:r>
                        <a:rPr lang="en-US" altLang="zh-TW" sz="3200" dirty="0" smtClean="0"/>
                        <a:t>5</a:t>
                      </a:r>
                      <a:endParaRPr lang="zh-TW" altLang="en-US" sz="3200" dirty="0"/>
                    </a:p>
                  </a:txBody>
                  <a:tcPr/>
                </a:tc>
                <a:tc>
                  <a:txBody>
                    <a:bodyPr/>
                    <a:lstStyle/>
                    <a:p>
                      <a:pPr algn="ctr"/>
                      <a:r>
                        <a:rPr lang="en-US" altLang="zh-TW" sz="3200" dirty="0" smtClean="0"/>
                        <a:t>5</a:t>
                      </a:r>
                      <a:endParaRPr lang="zh-TW" altLang="en-US" sz="3200" dirty="0"/>
                    </a:p>
                  </a:txBody>
                  <a:tcPr>
                    <a:solidFill>
                      <a:schemeClr val="accent2">
                        <a:lumMod val="60000"/>
                        <a:lumOff val="40000"/>
                      </a:schemeClr>
                    </a:solidFill>
                  </a:tcPr>
                </a:tc>
                <a:tc>
                  <a:txBody>
                    <a:bodyPr/>
                    <a:lstStyle/>
                    <a:p>
                      <a:pPr algn="ctr"/>
                      <a:r>
                        <a:rPr lang="en-US" altLang="zh-TW" sz="3200" dirty="0" smtClean="0">
                          <a:solidFill>
                            <a:srgbClr val="0070C0"/>
                          </a:solidFill>
                        </a:rPr>
                        <a:t>8</a:t>
                      </a:r>
                      <a:endParaRPr lang="zh-TW" altLang="en-US" sz="3200" dirty="0">
                        <a:solidFill>
                          <a:srgbClr val="0070C0"/>
                        </a:solidFill>
                      </a:endParaRPr>
                    </a:p>
                  </a:txBody>
                  <a:tcPr/>
                </a:tc>
                <a:tc>
                  <a:txBody>
                    <a:bodyPr/>
                    <a:lstStyle/>
                    <a:p>
                      <a:pPr algn="ctr"/>
                      <a:r>
                        <a:rPr lang="en-US" altLang="zh-TW" sz="3200" dirty="0" smtClean="0"/>
                        <a:t>8</a:t>
                      </a:r>
                      <a:endParaRPr lang="zh-TW" altLang="en-US" sz="3200" dirty="0"/>
                    </a:p>
                  </a:txBody>
                  <a:tcPr/>
                </a:tc>
                <a:tc>
                  <a:txBody>
                    <a:bodyPr/>
                    <a:lstStyle/>
                    <a:p>
                      <a:pPr algn="ctr"/>
                      <a:r>
                        <a:rPr lang="en-US" altLang="zh-TW" sz="3200" dirty="0" smtClean="0"/>
                        <a:t>8</a:t>
                      </a:r>
                      <a:endParaRPr lang="zh-TW" altLang="en-US" sz="3200" dirty="0"/>
                    </a:p>
                  </a:txBody>
                  <a:tcPr>
                    <a:solidFill>
                      <a:schemeClr val="accent2">
                        <a:lumMod val="60000"/>
                        <a:lumOff val="40000"/>
                      </a:schemeClr>
                    </a:solidFill>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r>
              <a:tr h="598744">
                <a:tc>
                  <a:txBody>
                    <a:bodyPr/>
                    <a:lstStyle/>
                    <a:p>
                      <a:pPr algn="ctr"/>
                      <a:r>
                        <a:rPr lang="en-US" altLang="zh-TW" sz="3200" dirty="0" smtClean="0"/>
                        <a:t>c</a:t>
                      </a:r>
                      <a:endParaRPr lang="zh-TW" altLang="en-US" sz="3200" dirty="0"/>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1</a:t>
                      </a:r>
                      <a:endParaRPr lang="zh-TW" altLang="en-US" sz="3200" dirty="0"/>
                    </a:p>
                  </a:txBody>
                  <a:tcPr/>
                </a:tc>
                <a:tc>
                  <a:txBody>
                    <a:bodyPr/>
                    <a:lstStyle/>
                    <a:p>
                      <a:pPr algn="ctr"/>
                      <a:r>
                        <a:rPr lang="en-US" altLang="zh-TW" sz="3200" dirty="0" smtClean="0"/>
                        <a:t>4</a:t>
                      </a:r>
                      <a:endParaRPr lang="zh-TW" altLang="en-US" sz="3200" dirty="0"/>
                    </a:p>
                  </a:txBody>
                  <a:tcPr>
                    <a:noFill/>
                  </a:tcPr>
                </a:tc>
                <a:tc>
                  <a:txBody>
                    <a:bodyPr/>
                    <a:lstStyle/>
                    <a:p>
                      <a:pPr algn="ctr"/>
                      <a:r>
                        <a:rPr lang="en-US" altLang="zh-TW" sz="3200" dirty="0" smtClean="0"/>
                        <a:t>4</a:t>
                      </a:r>
                      <a:endParaRPr lang="zh-TW" altLang="en-US" sz="3200" dirty="0"/>
                    </a:p>
                  </a:txBody>
                  <a:tcPr>
                    <a:solidFill>
                      <a:schemeClr val="accent2">
                        <a:lumMod val="60000"/>
                        <a:lumOff val="40000"/>
                      </a:schemeClr>
                    </a:solidFill>
                  </a:tcPr>
                </a:tc>
                <a:tc>
                  <a:txBody>
                    <a:bodyPr/>
                    <a:lstStyle/>
                    <a:p>
                      <a:pPr algn="ctr"/>
                      <a:r>
                        <a:rPr lang="en-US" altLang="zh-TW" sz="3200" dirty="0" smtClean="0"/>
                        <a:t>4</a:t>
                      </a:r>
                      <a:endParaRPr lang="zh-TW" altLang="en-US" sz="3200" dirty="0"/>
                    </a:p>
                  </a:txBody>
                  <a:tcPr>
                    <a:noFill/>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solidFill>
                      <a:schemeClr val="accent2">
                        <a:lumMod val="60000"/>
                        <a:lumOff val="40000"/>
                      </a:schemeClr>
                    </a:solidFill>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solidFill>
                      <a:schemeClr val="accent2">
                        <a:lumMod val="60000"/>
                        <a:lumOff val="40000"/>
                      </a:schemeClr>
                    </a:solidFill>
                  </a:tcPr>
                </a:tc>
                <a:tc>
                  <a:txBody>
                    <a:bodyPr/>
                    <a:lstStyle/>
                    <a:p>
                      <a:pPr algn="ctr"/>
                      <a:r>
                        <a:rPr lang="en-US" altLang="zh-TW" sz="3200" dirty="0" smtClean="0"/>
                        <a:t>10</a:t>
                      </a:r>
                      <a:endParaRPr lang="zh-TW" altLang="en-US" sz="3200" dirty="0"/>
                    </a:p>
                  </a:txBody>
                  <a:tcPr/>
                </a:tc>
              </a:tr>
            </a:tbl>
          </a:graphicData>
        </a:graphic>
      </p:graphicFrame>
    </p:spTree>
    <p:extLst>
      <p:ext uri="{BB962C8B-B14F-4D97-AF65-F5344CB8AC3E}">
        <p14:creationId xmlns:p14="http://schemas.microsoft.com/office/powerpoint/2010/main" val="1663951420"/>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表格 11"/>
          <p:cNvGraphicFramePr>
            <a:graphicFrameLocks noGrp="1"/>
          </p:cNvGraphicFramePr>
          <p:nvPr>
            <p:extLst>
              <p:ext uri="{D42A27DB-BD31-4B8C-83A1-F6EECF244321}">
                <p14:modId xmlns:p14="http://schemas.microsoft.com/office/powerpoint/2010/main" val="3594784798"/>
              </p:ext>
            </p:extLst>
          </p:nvPr>
        </p:nvGraphicFramePr>
        <p:xfrm>
          <a:off x="6805354" y="5763187"/>
          <a:ext cx="2933368" cy="598744"/>
        </p:xfrm>
        <a:graphic>
          <a:graphicData uri="http://schemas.openxmlformats.org/drawingml/2006/table">
            <a:tbl>
              <a:tblPr firstRow="1" bandRow="1">
                <a:tableStyleId>{5940675A-B579-460E-94D1-54222C63F5DA}</a:tableStyleId>
              </a:tblPr>
              <a:tblGrid>
                <a:gridCol w="733342"/>
                <a:gridCol w="733342"/>
                <a:gridCol w="733342"/>
                <a:gridCol w="733342"/>
              </a:tblGrid>
              <a:tr h="598744">
                <a:tc>
                  <a:txBody>
                    <a:bodyPr/>
                    <a:lstStyle/>
                    <a:p>
                      <a:pPr algn="ctr"/>
                      <a:r>
                        <a:rPr lang="en-US" altLang="zh-TW" sz="3200" dirty="0" smtClean="0"/>
                        <a:t>2</a:t>
                      </a:r>
                      <a:endParaRPr lang="zh-TW" altLang="en-US" sz="3200" dirty="0"/>
                    </a:p>
                  </a:txBody>
                  <a:tcPr/>
                </a:tc>
                <a:tc>
                  <a:txBody>
                    <a:bodyPr/>
                    <a:lstStyle/>
                    <a:p>
                      <a:pPr algn="ctr"/>
                      <a:r>
                        <a:rPr lang="en-US" altLang="zh-TW" sz="3200" dirty="0" smtClean="0"/>
                        <a:t>5</a:t>
                      </a:r>
                      <a:endParaRPr lang="zh-TW" altLang="en-US" sz="3200" dirty="0"/>
                    </a:p>
                  </a:txBody>
                  <a:tcPr/>
                </a:tc>
                <a:tc>
                  <a:txBody>
                    <a:bodyPr/>
                    <a:lstStyle/>
                    <a:p>
                      <a:pPr algn="ctr"/>
                      <a:r>
                        <a:rPr lang="en-US" altLang="zh-TW" sz="3200" dirty="0" smtClean="0"/>
                        <a:t>8</a:t>
                      </a:r>
                      <a:endParaRPr lang="zh-TW" altLang="en-US" sz="3200" dirty="0"/>
                    </a:p>
                  </a:txBody>
                  <a:tcPr/>
                </a:tc>
                <a:tc>
                  <a:txBody>
                    <a:bodyPr/>
                    <a:lstStyle/>
                    <a:p>
                      <a:pPr algn="ctr"/>
                      <a:r>
                        <a:rPr lang="en-US" altLang="zh-TW" sz="3200" dirty="0" smtClean="0"/>
                        <a:t>10</a:t>
                      </a:r>
                      <a:endParaRPr lang="zh-TW" altLang="en-US" sz="3200" dirty="0"/>
                    </a:p>
                  </a:txBody>
                  <a:tcPr/>
                </a:tc>
              </a:tr>
            </a:tbl>
          </a:graphicData>
        </a:graphic>
      </p:graphicFrame>
      <p:sp>
        <p:nvSpPr>
          <p:cNvPr id="4" name="矩形 3"/>
          <p:cNvSpPr/>
          <p:nvPr/>
        </p:nvSpPr>
        <p:spPr>
          <a:xfrm>
            <a:off x="649386" y="562338"/>
            <a:ext cx="3076996" cy="677108"/>
          </a:xfrm>
          <a:prstGeom prst="rect">
            <a:avLst/>
          </a:prstGeom>
          <a:noFill/>
        </p:spPr>
        <p:txBody>
          <a:bodyPr wrap="none" lIns="91440" tIns="45720" rIns="91440" bIns="45720">
            <a:spAutoFit/>
          </a:bodyPr>
          <a:lstStyle/>
          <a:p>
            <a:pPr algn="ctr"/>
            <a:r>
              <a:rPr lang="en-US" altLang="zh-TW" sz="3800" b="0" cap="none" spc="0" dirty="0" smtClean="0">
                <a:ln w="0"/>
                <a:solidFill>
                  <a:schemeClr val="tx1"/>
                </a:solidFill>
                <a:effectLst>
                  <a:outerShdw blurRad="38100" dist="19050" dir="2700000" algn="tl" rotWithShape="0">
                    <a:schemeClr val="dk1">
                      <a:alpha val="40000"/>
                    </a:schemeClr>
                  </a:outerShdw>
                </a:effectLst>
              </a:rPr>
              <a:t>CLOSEST[</a:t>
            </a:r>
            <a:r>
              <a:rPr lang="en-US" altLang="zh-TW" sz="3800" dirty="0" smtClean="0">
                <a:ln w="0"/>
                <a:effectLst>
                  <a:outerShdw blurRad="38100" dist="19050" dir="2700000" algn="tl" rotWithShape="0">
                    <a:schemeClr val="dk1">
                      <a:alpha val="40000"/>
                    </a:schemeClr>
                  </a:outerShdw>
                </a:effectLst>
              </a:rPr>
              <a:t>][</a:t>
            </a:r>
            <a:r>
              <a:rPr lang="en-US" altLang="zh-TW" sz="3800" b="0" cap="none" spc="0" dirty="0" smtClean="0">
                <a:ln w="0"/>
                <a:solidFill>
                  <a:schemeClr val="tx1"/>
                </a:solidFill>
                <a:effectLst>
                  <a:outerShdw blurRad="38100" dist="19050" dir="2700000" algn="tl" rotWithShape="0">
                    <a:schemeClr val="dk1">
                      <a:alpha val="40000"/>
                    </a:schemeClr>
                  </a:outerShdw>
                </a:effectLst>
              </a:rPr>
              <a:t>]:</a:t>
            </a:r>
            <a:endParaRPr lang="zh-TW" altLang="en-US" sz="3800" b="0" cap="none" spc="0" dirty="0">
              <a:ln w="0"/>
              <a:solidFill>
                <a:schemeClr val="tx1"/>
              </a:solidFill>
              <a:effectLst>
                <a:outerShdw blurRad="38100" dist="19050" dir="2700000" algn="tl" rotWithShape="0">
                  <a:schemeClr val="dk1">
                    <a:alpha val="40000"/>
                  </a:schemeClr>
                </a:outerShdw>
              </a:effectLst>
            </a:endParaRPr>
          </a:p>
        </p:txBody>
      </p:sp>
      <p:graphicFrame>
        <p:nvGraphicFramePr>
          <p:cNvPr id="5" name="表格 4"/>
          <p:cNvGraphicFramePr>
            <a:graphicFrameLocks noGrp="1"/>
          </p:cNvGraphicFramePr>
          <p:nvPr>
            <p:extLst>
              <p:ext uri="{D42A27DB-BD31-4B8C-83A1-F6EECF244321}">
                <p14:modId xmlns:p14="http://schemas.microsoft.com/office/powerpoint/2010/main" val="4010934540"/>
              </p:ext>
            </p:extLst>
          </p:nvPr>
        </p:nvGraphicFramePr>
        <p:xfrm>
          <a:off x="3821831" y="3966575"/>
          <a:ext cx="7333420" cy="598744"/>
        </p:xfrm>
        <a:graphic>
          <a:graphicData uri="http://schemas.openxmlformats.org/drawingml/2006/table">
            <a:tbl>
              <a:tblPr firstRow="1" bandRow="1">
                <a:tableStyleId>{5940675A-B579-460E-94D1-54222C63F5DA}</a:tableStyleId>
              </a:tblPr>
              <a:tblGrid>
                <a:gridCol w="733342"/>
                <a:gridCol w="733342"/>
                <a:gridCol w="733342"/>
                <a:gridCol w="733342"/>
                <a:gridCol w="733342"/>
                <a:gridCol w="733342"/>
                <a:gridCol w="733342"/>
                <a:gridCol w="733342"/>
                <a:gridCol w="733342"/>
                <a:gridCol w="733342"/>
              </a:tblGrid>
              <a:tr h="598744">
                <a:tc>
                  <a:txBody>
                    <a:bodyPr/>
                    <a:lstStyle/>
                    <a:p>
                      <a:pPr algn="ctr"/>
                      <a:r>
                        <a:rPr lang="en-US" altLang="zh-TW" sz="3200" dirty="0" smtClean="0"/>
                        <a:t>3</a:t>
                      </a:r>
                      <a:endParaRPr lang="zh-TW" altLang="en-US" sz="3200" dirty="0"/>
                    </a:p>
                  </a:txBody>
                  <a:tcPr/>
                </a:tc>
                <a:tc>
                  <a:txBody>
                    <a:bodyPr/>
                    <a:lstStyle/>
                    <a:p>
                      <a:pPr algn="ctr"/>
                      <a:r>
                        <a:rPr lang="en-US" altLang="zh-TW" sz="3200" dirty="0" smtClean="0"/>
                        <a:t>2</a:t>
                      </a:r>
                      <a:endParaRPr lang="zh-TW" altLang="en-US" sz="3200" dirty="0"/>
                    </a:p>
                  </a:txBody>
                  <a:tcPr/>
                </a:tc>
                <a:tc>
                  <a:txBody>
                    <a:bodyPr/>
                    <a:lstStyle/>
                    <a:p>
                      <a:pPr algn="ctr"/>
                      <a:r>
                        <a:rPr lang="en-US" altLang="zh-TW" sz="3200" dirty="0" smtClean="0"/>
                        <a:t>4</a:t>
                      </a:r>
                      <a:endParaRPr lang="zh-TW" altLang="en-US" sz="3200" dirty="0"/>
                    </a:p>
                  </a:txBody>
                  <a:tcPr/>
                </a:tc>
                <a:tc>
                  <a:txBody>
                    <a:bodyPr/>
                    <a:lstStyle/>
                    <a:p>
                      <a:pPr algn="ctr"/>
                      <a:r>
                        <a:rPr lang="en-US" altLang="zh-TW" sz="3200" dirty="0" smtClean="0"/>
                        <a:t>6</a:t>
                      </a:r>
                      <a:endParaRPr lang="zh-TW" altLang="en-US" sz="3200" dirty="0"/>
                    </a:p>
                  </a:txBody>
                  <a:tcPr/>
                </a:tc>
                <a:tc>
                  <a:txBody>
                    <a:bodyPr/>
                    <a:lstStyle/>
                    <a:p>
                      <a:pPr algn="ctr"/>
                      <a:r>
                        <a:rPr lang="en-US" altLang="zh-TW" sz="3200" dirty="0" smtClean="0"/>
                        <a:t>5</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7</a:t>
                      </a:r>
                      <a:endParaRPr lang="zh-TW" altLang="en-US" sz="3200" dirty="0"/>
                    </a:p>
                  </a:txBody>
                  <a:tcPr/>
                </a:tc>
                <a:tc>
                  <a:txBody>
                    <a:bodyPr/>
                    <a:lstStyle/>
                    <a:p>
                      <a:pPr algn="ctr"/>
                      <a:r>
                        <a:rPr lang="en-US" altLang="zh-TW" sz="3200" dirty="0" smtClean="0"/>
                        <a:t>8</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r>
            </a:tbl>
          </a:graphicData>
        </a:graphic>
      </p:graphicFrame>
      <p:sp>
        <p:nvSpPr>
          <p:cNvPr id="7" name="矩形 6"/>
          <p:cNvSpPr/>
          <p:nvPr/>
        </p:nvSpPr>
        <p:spPr>
          <a:xfrm>
            <a:off x="650269" y="3608250"/>
            <a:ext cx="2301143" cy="677108"/>
          </a:xfrm>
          <a:prstGeom prst="rect">
            <a:avLst/>
          </a:prstGeom>
          <a:noFill/>
        </p:spPr>
        <p:txBody>
          <a:bodyPr wrap="none" lIns="91440" tIns="45720" rIns="91440" bIns="45720">
            <a:spAutoFit/>
          </a:bodyPr>
          <a:lstStyle/>
          <a:p>
            <a:pPr algn="ctr"/>
            <a:r>
              <a:rPr lang="en-US" altLang="zh-TW" sz="3800" b="0" cap="none" spc="0" dirty="0" smtClean="0">
                <a:ln w="0"/>
                <a:solidFill>
                  <a:schemeClr val="tx1"/>
                </a:solidFill>
                <a:effectLst>
                  <a:outerShdw blurRad="38100" dist="19050" dir="2700000" algn="tl" rotWithShape="0">
                    <a:schemeClr val="dk1">
                      <a:alpha val="40000"/>
                    </a:schemeClr>
                  </a:outerShdw>
                </a:effectLst>
              </a:rPr>
              <a:t>CLOSE[</a:t>
            </a:r>
            <a:r>
              <a:rPr lang="en-US" altLang="zh-TW" sz="3800" dirty="0" smtClean="0">
                <a:ln w="0"/>
                <a:effectLst>
                  <a:outerShdw blurRad="38100" dist="19050" dir="2700000" algn="tl" rotWithShape="0">
                    <a:schemeClr val="dk1">
                      <a:alpha val="40000"/>
                    </a:schemeClr>
                  </a:outerShdw>
                </a:effectLst>
              </a:rPr>
              <a:t>] </a:t>
            </a:r>
            <a:r>
              <a:rPr lang="en-US" altLang="zh-TW" sz="3800" b="0" cap="none" spc="0" dirty="0" smtClean="0">
                <a:ln w="0"/>
                <a:solidFill>
                  <a:schemeClr val="tx1"/>
                </a:solidFill>
                <a:effectLst>
                  <a:outerShdw blurRad="38100" dist="19050" dir="2700000" algn="tl" rotWithShape="0">
                    <a:schemeClr val="dk1">
                      <a:alpha val="40000"/>
                    </a:schemeClr>
                  </a:outerShdw>
                </a:effectLst>
              </a:rPr>
              <a:t>:</a:t>
            </a:r>
            <a:endParaRPr lang="zh-TW" altLang="en-US" sz="3800" b="0" cap="none" spc="0" dirty="0">
              <a:ln w="0"/>
              <a:solidFill>
                <a:schemeClr val="tx1"/>
              </a:solidFill>
              <a:effectLst>
                <a:outerShdw blurRad="38100" dist="19050" dir="2700000" algn="tl" rotWithShape="0">
                  <a:schemeClr val="dk1">
                    <a:alpha val="40000"/>
                  </a:schemeClr>
                </a:outerShdw>
              </a:effectLst>
            </a:endParaRPr>
          </a:p>
        </p:txBody>
      </p:sp>
      <p:sp>
        <p:nvSpPr>
          <p:cNvPr id="23" name="矩形 22"/>
          <p:cNvSpPr/>
          <p:nvPr/>
        </p:nvSpPr>
        <p:spPr>
          <a:xfrm>
            <a:off x="633966" y="4910957"/>
            <a:ext cx="4213526" cy="677108"/>
          </a:xfrm>
          <a:prstGeom prst="rect">
            <a:avLst/>
          </a:prstGeom>
          <a:noFill/>
        </p:spPr>
        <p:txBody>
          <a:bodyPr wrap="none" lIns="91440" tIns="45720" rIns="91440" bIns="45720">
            <a:spAutoFit/>
          </a:bodyPr>
          <a:lstStyle/>
          <a:p>
            <a:pPr algn="ctr"/>
            <a:r>
              <a:rPr lang="en-US" altLang="zh-TW" sz="3800" b="0" cap="none" spc="0" dirty="0" smtClean="0">
                <a:ln w="0"/>
                <a:solidFill>
                  <a:srgbClr val="0070C0"/>
                </a:solidFill>
                <a:effectLst>
                  <a:outerShdw blurRad="38100" dist="19050" dir="2700000" algn="tl" rotWithShape="0">
                    <a:schemeClr val="dk1">
                      <a:alpha val="40000"/>
                    </a:schemeClr>
                  </a:outerShdw>
                </a:effectLst>
              </a:rPr>
              <a:t>CLOSEST[b</a:t>
            </a:r>
            <a:r>
              <a:rPr lang="en-US" altLang="zh-TW" sz="3800" dirty="0" smtClean="0">
                <a:ln w="0"/>
                <a:solidFill>
                  <a:srgbClr val="0070C0"/>
                </a:solidFill>
                <a:effectLst>
                  <a:outerShdw blurRad="38100" dist="19050" dir="2700000" algn="tl" rotWithShape="0">
                    <a:schemeClr val="dk1">
                      <a:alpha val="40000"/>
                    </a:schemeClr>
                  </a:outerShdw>
                </a:effectLst>
              </a:rPr>
              <a:t>][6</a:t>
            </a:r>
            <a:r>
              <a:rPr lang="en-US" altLang="zh-TW" sz="3800" b="0" cap="none" spc="0" dirty="0" smtClean="0">
                <a:ln w="0"/>
                <a:solidFill>
                  <a:srgbClr val="0070C0"/>
                </a:solidFill>
                <a:effectLst>
                  <a:outerShdw blurRad="38100" dist="19050" dir="2700000" algn="tl" rotWithShape="0">
                    <a:schemeClr val="dk1">
                      <a:alpha val="40000"/>
                    </a:schemeClr>
                  </a:outerShdw>
                </a:effectLst>
              </a:rPr>
              <a:t>]= </a:t>
            </a:r>
            <a:r>
              <a:rPr lang="en-US" altLang="zh-TW" sz="3800" dirty="0" smtClean="0">
                <a:ln w="0"/>
                <a:solidFill>
                  <a:srgbClr val="0070C0"/>
                </a:solidFill>
                <a:effectLst>
                  <a:outerShdw blurRad="38100" dist="19050" dir="2700000" algn="tl" rotWithShape="0">
                    <a:schemeClr val="dk1">
                      <a:alpha val="40000"/>
                    </a:schemeClr>
                  </a:outerShdw>
                </a:effectLst>
              </a:rPr>
              <a:t>8</a:t>
            </a:r>
            <a:endParaRPr lang="zh-TW" altLang="en-US" sz="3800" b="0" cap="none" spc="0" dirty="0">
              <a:ln w="0"/>
              <a:solidFill>
                <a:srgbClr val="0070C0"/>
              </a:solidFill>
              <a:effectLst>
                <a:outerShdw blurRad="38100" dist="19050" dir="2700000" algn="tl" rotWithShape="0">
                  <a:schemeClr val="dk1">
                    <a:alpha val="40000"/>
                  </a:schemeClr>
                </a:outerShdw>
              </a:effectLst>
            </a:endParaRPr>
          </a:p>
        </p:txBody>
      </p:sp>
      <p:graphicFrame>
        <p:nvGraphicFramePr>
          <p:cNvPr id="10" name="表格 9"/>
          <p:cNvGraphicFramePr>
            <a:graphicFrameLocks noGrp="1"/>
          </p:cNvGraphicFramePr>
          <p:nvPr>
            <p:extLst>
              <p:ext uri="{D42A27DB-BD31-4B8C-83A1-F6EECF244321}">
                <p14:modId xmlns:p14="http://schemas.microsoft.com/office/powerpoint/2010/main" val="3895750831"/>
              </p:ext>
            </p:extLst>
          </p:nvPr>
        </p:nvGraphicFramePr>
        <p:xfrm>
          <a:off x="3071150" y="313150"/>
          <a:ext cx="8066762" cy="2993720"/>
        </p:xfrm>
        <a:graphic>
          <a:graphicData uri="http://schemas.openxmlformats.org/drawingml/2006/table">
            <a:tbl>
              <a:tblPr firstRow="1" bandRow="1">
                <a:tableStyleId>{5940675A-B579-460E-94D1-54222C63F5DA}</a:tableStyleId>
              </a:tblPr>
              <a:tblGrid>
                <a:gridCol w="733342"/>
                <a:gridCol w="733342"/>
                <a:gridCol w="733342"/>
                <a:gridCol w="733342"/>
                <a:gridCol w="733342"/>
                <a:gridCol w="733342"/>
                <a:gridCol w="733342"/>
                <a:gridCol w="733342"/>
                <a:gridCol w="733342"/>
                <a:gridCol w="733342"/>
                <a:gridCol w="733342"/>
              </a:tblGrid>
              <a:tr h="598744">
                <a:tc>
                  <a:txBody>
                    <a:bodyPr/>
                    <a:lstStyle/>
                    <a:p>
                      <a:pPr algn="ct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1</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2</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3</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4</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5</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6</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7</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8</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9</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2000" dirty="0" smtClean="0"/>
                        <a:t>10</a:t>
                      </a:r>
                      <a:endParaRPr lang="zh-TW" altLang="en-US" sz="2000"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598744">
                <a:tc>
                  <a:txBody>
                    <a:bodyPr/>
                    <a:lstStyle/>
                    <a:p>
                      <a:pPr algn="ct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c</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c</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sz="3200" dirty="0" smtClean="0"/>
                        <a:t>$</a:t>
                      </a:r>
                      <a:endParaRPr lang="zh-TW" altLang="en-US" sz="3200"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598744">
                <a:tc>
                  <a:txBody>
                    <a:bodyPr/>
                    <a:lstStyle/>
                    <a:p>
                      <a:pPr algn="ctr"/>
                      <a:r>
                        <a:rPr lang="en-US" altLang="zh-TW" sz="3200" dirty="0" smtClean="0"/>
                        <a:t>a</a:t>
                      </a:r>
                      <a:endParaRPr lang="zh-TW" altLang="en-US" sz="3200" dirty="0"/>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3</a:t>
                      </a:r>
                      <a:endParaRPr lang="zh-TW" altLang="en-US" sz="3200" dirty="0"/>
                    </a:p>
                  </a:txBody>
                  <a:tcPr>
                    <a:solidFill>
                      <a:schemeClr val="accent2">
                        <a:lumMod val="60000"/>
                        <a:lumOff val="40000"/>
                      </a:schemeClr>
                    </a:solidFill>
                  </a:tcPr>
                </a:tc>
                <a:tc>
                  <a:txBody>
                    <a:bodyPr/>
                    <a:lstStyle/>
                    <a:p>
                      <a:pPr algn="ctr"/>
                      <a:r>
                        <a:rPr lang="en-US" altLang="zh-TW" sz="3200" dirty="0" smtClean="0"/>
                        <a:t>3</a:t>
                      </a:r>
                      <a:endParaRPr lang="zh-TW" altLang="en-US" sz="3200" dirty="0"/>
                    </a:p>
                  </a:txBody>
                  <a:tcPr/>
                </a:tc>
                <a:tc>
                  <a:txBody>
                    <a:bodyPr/>
                    <a:lstStyle/>
                    <a:p>
                      <a:pPr algn="ctr"/>
                      <a:r>
                        <a:rPr lang="en-US" altLang="zh-TW" sz="3200" dirty="0" smtClean="0"/>
                        <a:t>3</a:t>
                      </a:r>
                      <a:endParaRPr lang="zh-TW" altLang="en-US" sz="3200" dirty="0"/>
                    </a:p>
                  </a:txBody>
                  <a:tcPr/>
                </a:tc>
                <a:tc>
                  <a:txBody>
                    <a:bodyPr/>
                    <a:lstStyle/>
                    <a:p>
                      <a:pPr algn="ctr"/>
                      <a:r>
                        <a:rPr lang="en-US" altLang="zh-TW" sz="3200" dirty="0" smtClean="0"/>
                        <a:t>6</a:t>
                      </a:r>
                      <a:endParaRPr lang="zh-TW" altLang="en-US" sz="3200" dirty="0"/>
                    </a:p>
                  </a:txBody>
                  <a:tcPr>
                    <a:solidFill>
                      <a:schemeClr val="accent2">
                        <a:lumMod val="60000"/>
                        <a:lumOff val="40000"/>
                      </a:schemeClr>
                    </a:solidFill>
                  </a:tcPr>
                </a:tc>
                <a:tc>
                  <a:txBody>
                    <a:bodyPr/>
                    <a:lstStyle/>
                    <a:p>
                      <a:pPr algn="ctr"/>
                      <a:r>
                        <a:rPr lang="en-US" altLang="zh-TW" sz="3200" dirty="0" smtClean="0"/>
                        <a:t>6</a:t>
                      </a:r>
                      <a:endParaRPr lang="zh-TW" altLang="en-US" sz="3200" dirty="0"/>
                    </a:p>
                  </a:txBody>
                  <a:tcPr/>
                </a:tc>
                <a:tc>
                  <a:txBody>
                    <a:bodyPr/>
                    <a:lstStyle/>
                    <a:p>
                      <a:pPr algn="ctr"/>
                      <a:r>
                        <a:rPr lang="en-US" altLang="zh-TW" sz="3200" dirty="0" smtClean="0"/>
                        <a:t>6</a:t>
                      </a:r>
                      <a:endParaRPr lang="zh-TW" altLang="en-US" sz="3200" dirty="0"/>
                    </a:p>
                  </a:txBody>
                  <a:tcPr/>
                </a:tc>
                <a:tc>
                  <a:txBody>
                    <a:bodyPr/>
                    <a:lstStyle/>
                    <a:p>
                      <a:pPr algn="ctr"/>
                      <a:r>
                        <a:rPr lang="en-US" altLang="zh-TW" sz="3200" dirty="0" smtClean="0"/>
                        <a:t>7</a:t>
                      </a:r>
                      <a:endParaRPr lang="zh-TW" altLang="en-US" sz="3200" dirty="0"/>
                    </a:p>
                  </a:txBody>
                  <a:tcPr>
                    <a:solidFill>
                      <a:schemeClr val="accent2">
                        <a:lumMod val="60000"/>
                        <a:lumOff val="40000"/>
                      </a:schemeClr>
                    </a:solidFill>
                  </a:tcPr>
                </a:tc>
                <a:tc>
                  <a:txBody>
                    <a:bodyPr/>
                    <a:lstStyle/>
                    <a:p>
                      <a:pPr algn="ctr"/>
                      <a:r>
                        <a:rPr lang="en-US" altLang="zh-TW" sz="3200" dirty="0" smtClean="0"/>
                        <a:t>9</a:t>
                      </a:r>
                      <a:endParaRPr lang="zh-TW" altLang="en-US" sz="3200" dirty="0"/>
                    </a:p>
                  </a:txBody>
                  <a:tcPr/>
                </a:tc>
                <a:tc>
                  <a:txBody>
                    <a:bodyPr/>
                    <a:lstStyle/>
                    <a:p>
                      <a:pPr algn="ctr"/>
                      <a:r>
                        <a:rPr lang="en-US" altLang="zh-TW" sz="3200" dirty="0" smtClean="0"/>
                        <a:t>9</a:t>
                      </a:r>
                      <a:endParaRPr lang="zh-TW" altLang="en-US" sz="3200" dirty="0"/>
                    </a:p>
                  </a:txBody>
                  <a:tcPr/>
                </a:tc>
                <a:tc>
                  <a:txBody>
                    <a:bodyPr/>
                    <a:lstStyle/>
                    <a:p>
                      <a:pPr algn="ctr"/>
                      <a:r>
                        <a:rPr lang="en-US" altLang="zh-TW" sz="3200" dirty="0" smtClean="0"/>
                        <a:t>10</a:t>
                      </a:r>
                      <a:endParaRPr lang="zh-TW" altLang="en-US" sz="3200" dirty="0"/>
                    </a:p>
                  </a:txBody>
                  <a:tcPr/>
                </a:tc>
              </a:tr>
              <a:tr h="598744">
                <a:tc>
                  <a:txBody>
                    <a:bodyPr/>
                    <a:lstStyle/>
                    <a:p>
                      <a:pPr algn="ctr"/>
                      <a:r>
                        <a:rPr lang="en-US" altLang="zh-TW" sz="3200" dirty="0" smtClean="0"/>
                        <a:t>b</a:t>
                      </a:r>
                      <a:endParaRPr lang="zh-TW" altLang="en-US" sz="3200" dirty="0"/>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2</a:t>
                      </a:r>
                      <a:endParaRPr lang="zh-TW" altLang="en-US" sz="3200" dirty="0"/>
                    </a:p>
                  </a:txBody>
                  <a:tcPr/>
                </a:tc>
                <a:tc>
                  <a:txBody>
                    <a:bodyPr/>
                    <a:lstStyle/>
                    <a:p>
                      <a:pPr algn="ctr"/>
                      <a:r>
                        <a:rPr lang="en-US" altLang="zh-TW" sz="3200" dirty="0" smtClean="0"/>
                        <a:t>2</a:t>
                      </a:r>
                      <a:endParaRPr lang="zh-TW" altLang="en-US" sz="3200" dirty="0"/>
                    </a:p>
                  </a:txBody>
                  <a:tcPr>
                    <a:solidFill>
                      <a:schemeClr val="accent2">
                        <a:lumMod val="60000"/>
                        <a:lumOff val="40000"/>
                      </a:schemeClr>
                    </a:solidFill>
                  </a:tcPr>
                </a:tc>
                <a:tc>
                  <a:txBody>
                    <a:bodyPr/>
                    <a:lstStyle/>
                    <a:p>
                      <a:pPr algn="ctr"/>
                      <a:r>
                        <a:rPr lang="en-US" altLang="zh-TW" sz="3200" dirty="0" smtClean="0"/>
                        <a:t>5</a:t>
                      </a:r>
                      <a:endParaRPr lang="zh-TW" altLang="en-US" sz="3200" dirty="0"/>
                    </a:p>
                  </a:txBody>
                  <a:tcPr/>
                </a:tc>
                <a:tc>
                  <a:txBody>
                    <a:bodyPr/>
                    <a:lstStyle/>
                    <a:p>
                      <a:pPr algn="ctr"/>
                      <a:r>
                        <a:rPr lang="en-US" altLang="zh-TW" sz="3200" dirty="0" smtClean="0"/>
                        <a:t>5</a:t>
                      </a:r>
                      <a:endParaRPr lang="zh-TW" altLang="en-US" sz="3200" dirty="0"/>
                    </a:p>
                  </a:txBody>
                  <a:tcPr/>
                </a:tc>
                <a:tc>
                  <a:txBody>
                    <a:bodyPr/>
                    <a:lstStyle/>
                    <a:p>
                      <a:pPr algn="ctr"/>
                      <a:r>
                        <a:rPr lang="en-US" altLang="zh-TW" sz="3200" dirty="0" smtClean="0"/>
                        <a:t>5</a:t>
                      </a:r>
                      <a:endParaRPr lang="zh-TW" altLang="en-US" sz="3200" dirty="0"/>
                    </a:p>
                  </a:txBody>
                  <a:tcPr>
                    <a:solidFill>
                      <a:schemeClr val="accent2">
                        <a:lumMod val="60000"/>
                        <a:lumOff val="40000"/>
                      </a:schemeClr>
                    </a:solidFill>
                  </a:tcPr>
                </a:tc>
                <a:tc>
                  <a:txBody>
                    <a:bodyPr/>
                    <a:lstStyle/>
                    <a:p>
                      <a:pPr algn="ctr"/>
                      <a:r>
                        <a:rPr lang="en-US" altLang="zh-TW" sz="3200" dirty="0" smtClean="0">
                          <a:solidFill>
                            <a:srgbClr val="0070C0"/>
                          </a:solidFill>
                        </a:rPr>
                        <a:t>8</a:t>
                      </a:r>
                      <a:endParaRPr lang="zh-TW" altLang="en-US" sz="3200" dirty="0">
                        <a:solidFill>
                          <a:srgbClr val="0070C0"/>
                        </a:solidFill>
                      </a:endParaRPr>
                    </a:p>
                  </a:txBody>
                  <a:tcPr/>
                </a:tc>
                <a:tc>
                  <a:txBody>
                    <a:bodyPr/>
                    <a:lstStyle/>
                    <a:p>
                      <a:pPr algn="ctr"/>
                      <a:r>
                        <a:rPr lang="en-US" altLang="zh-TW" sz="3200" dirty="0" smtClean="0"/>
                        <a:t>8</a:t>
                      </a:r>
                      <a:endParaRPr lang="zh-TW" altLang="en-US" sz="3200" dirty="0"/>
                    </a:p>
                  </a:txBody>
                  <a:tcPr/>
                </a:tc>
                <a:tc>
                  <a:txBody>
                    <a:bodyPr/>
                    <a:lstStyle/>
                    <a:p>
                      <a:pPr algn="ctr"/>
                      <a:r>
                        <a:rPr lang="en-US" altLang="zh-TW" sz="3200" dirty="0" smtClean="0"/>
                        <a:t>8</a:t>
                      </a:r>
                      <a:endParaRPr lang="zh-TW" altLang="en-US" sz="3200" dirty="0"/>
                    </a:p>
                  </a:txBody>
                  <a:tcPr>
                    <a:solidFill>
                      <a:schemeClr val="accent2">
                        <a:lumMod val="60000"/>
                        <a:lumOff val="40000"/>
                      </a:schemeClr>
                    </a:solidFill>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r>
              <a:tr h="598744">
                <a:tc>
                  <a:txBody>
                    <a:bodyPr/>
                    <a:lstStyle/>
                    <a:p>
                      <a:pPr algn="ctr"/>
                      <a:r>
                        <a:rPr lang="en-US" altLang="zh-TW" sz="3200" dirty="0" smtClean="0"/>
                        <a:t>c</a:t>
                      </a:r>
                      <a:endParaRPr lang="zh-TW" altLang="en-US" sz="3200" dirty="0"/>
                    </a:p>
                  </a:txBody>
                  <a:tcP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sz="3200" dirty="0" smtClean="0"/>
                        <a:t>1</a:t>
                      </a:r>
                      <a:endParaRPr lang="zh-TW" altLang="en-US" sz="3200" dirty="0"/>
                    </a:p>
                  </a:txBody>
                  <a:tcPr/>
                </a:tc>
                <a:tc>
                  <a:txBody>
                    <a:bodyPr/>
                    <a:lstStyle/>
                    <a:p>
                      <a:pPr algn="ctr"/>
                      <a:r>
                        <a:rPr lang="en-US" altLang="zh-TW" sz="3200" dirty="0" smtClean="0"/>
                        <a:t>4</a:t>
                      </a:r>
                      <a:endParaRPr lang="zh-TW" altLang="en-US" sz="3200" dirty="0"/>
                    </a:p>
                  </a:txBody>
                  <a:tcPr>
                    <a:noFill/>
                  </a:tcPr>
                </a:tc>
                <a:tc>
                  <a:txBody>
                    <a:bodyPr/>
                    <a:lstStyle/>
                    <a:p>
                      <a:pPr algn="ctr"/>
                      <a:r>
                        <a:rPr lang="en-US" altLang="zh-TW" sz="3200" dirty="0" smtClean="0"/>
                        <a:t>4</a:t>
                      </a:r>
                      <a:endParaRPr lang="zh-TW" altLang="en-US" sz="3200" dirty="0"/>
                    </a:p>
                  </a:txBody>
                  <a:tcPr>
                    <a:solidFill>
                      <a:schemeClr val="accent2">
                        <a:lumMod val="60000"/>
                        <a:lumOff val="40000"/>
                      </a:schemeClr>
                    </a:solidFill>
                  </a:tcPr>
                </a:tc>
                <a:tc>
                  <a:txBody>
                    <a:bodyPr/>
                    <a:lstStyle/>
                    <a:p>
                      <a:pPr algn="ctr"/>
                      <a:r>
                        <a:rPr lang="en-US" altLang="zh-TW" sz="3200" dirty="0" smtClean="0"/>
                        <a:t>4</a:t>
                      </a:r>
                      <a:endParaRPr lang="zh-TW" altLang="en-US" sz="3200" dirty="0"/>
                    </a:p>
                  </a:txBody>
                  <a:tcPr>
                    <a:noFill/>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solidFill>
                      <a:schemeClr val="accent2">
                        <a:lumMod val="60000"/>
                        <a:lumOff val="40000"/>
                      </a:schemeClr>
                    </a:solidFill>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solidFill>
                      <a:schemeClr val="accent2">
                        <a:lumMod val="60000"/>
                        <a:lumOff val="40000"/>
                      </a:schemeClr>
                    </a:solidFill>
                  </a:tcPr>
                </a:tc>
                <a:tc>
                  <a:txBody>
                    <a:bodyPr/>
                    <a:lstStyle/>
                    <a:p>
                      <a:pPr algn="ctr"/>
                      <a:r>
                        <a:rPr lang="en-US" altLang="zh-TW" sz="3200" dirty="0" smtClean="0"/>
                        <a:t>10</a:t>
                      </a:r>
                      <a:endParaRPr lang="zh-TW" altLang="en-US" sz="3200" dirty="0"/>
                    </a:p>
                  </a:txBody>
                  <a:tcPr/>
                </a:tc>
              </a:tr>
            </a:tbl>
          </a:graphicData>
        </a:graphic>
      </p:graphicFrame>
      <p:sp>
        <p:nvSpPr>
          <p:cNvPr id="8" name="橢圓 7"/>
          <p:cNvSpPr/>
          <p:nvPr/>
        </p:nvSpPr>
        <p:spPr bwMode="auto">
          <a:xfrm>
            <a:off x="6805354" y="2098522"/>
            <a:ext cx="613775" cy="613776"/>
          </a:xfrm>
          <a:prstGeom prst="ellipse">
            <a:avLst/>
          </a:prstGeom>
          <a:noFill/>
          <a:ln w="5715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9" name="橢圓 8"/>
          <p:cNvSpPr/>
          <p:nvPr/>
        </p:nvSpPr>
        <p:spPr bwMode="auto">
          <a:xfrm>
            <a:off x="8321004" y="5723165"/>
            <a:ext cx="613775" cy="613776"/>
          </a:xfrm>
          <a:prstGeom prst="ellipse">
            <a:avLst/>
          </a:prstGeom>
          <a:noFill/>
          <a:ln w="5715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1" name="矩形 10"/>
          <p:cNvSpPr/>
          <p:nvPr/>
        </p:nvSpPr>
        <p:spPr>
          <a:xfrm>
            <a:off x="5291606" y="5684823"/>
            <a:ext cx="1513748" cy="677108"/>
          </a:xfrm>
          <a:prstGeom prst="rect">
            <a:avLst/>
          </a:prstGeom>
          <a:noFill/>
        </p:spPr>
        <p:txBody>
          <a:bodyPr wrap="none" lIns="91440" tIns="45720" rIns="91440" bIns="45720">
            <a:spAutoFit/>
          </a:bodyPr>
          <a:lstStyle/>
          <a:p>
            <a:pPr algn="ctr"/>
            <a:r>
              <a:rPr lang="en-US" altLang="zh-TW" sz="3800" dirty="0">
                <a:ln w="0"/>
                <a:effectLst>
                  <a:outerShdw blurRad="38100" dist="19050" dir="2700000" algn="tl" rotWithShape="0">
                    <a:schemeClr val="dk1">
                      <a:alpha val="40000"/>
                    </a:schemeClr>
                  </a:outerShdw>
                </a:effectLst>
              </a:rPr>
              <a:t>b</a:t>
            </a:r>
            <a:r>
              <a:rPr lang="en-US" altLang="zh-TW" sz="3800" b="0" cap="none" spc="0" dirty="0" smtClean="0">
                <a:ln w="0"/>
                <a:solidFill>
                  <a:schemeClr val="tx1"/>
                </a:solidFill>
                <a:effectLst>
                  <a:outerShdw blurRad="38100" dist="19050" dir="2700000" algn="tl" rotWithShape="0">
                    <a:schemeClr val="dk1">
                      <a:alpha val="40000"/>
                    </a:schemeClr>
                  </a:outerShdw>
                </a:effectLst>
              </a:rPr>
              <a:t>-</a:t>
            </a:r>
            <a:r>
              <a:rPr lang="en-US" altLang="zh-TW" sz="3800" b="0" cap="none" spc="0" dirty="0" err="1" smtClean="0">
                <a:ln w="0"/>
                <a:solidFill>
                  <a:schemeClr val="tx1"/>
                </a:solidFill>
                <a:effectLst>
                  <a:outerShdw blurRad="38100" dist="19050" dir="2700000" algn="tl" rotWithShape="0">
                    <a:schemeClr val="dk1">
                      <a:alpha val="40000"/>
                    </a:schemeClr>
                  </a:outerShdw>
                </a:effectLst>
              </a:rPr>
              <a:t>occ</a:t>
            </a:r>
            <a:r>
              <a:rPr lang="en-US" altLang="zh-TW" sz="3800" b="0" cap="none" spc="0" dirty="0" smtClean="0">
                <a:ln w="0"/>
                <a:solidFill>
                  <a:schemeClr val="tx1"/>
                </a:solidFill>
                <a:effectLst>
                  <a:outerShdw blurRad="38100" dist="19050" dir="2700000" algn="tl" rotWithShape="0">
                    <a:schemeClr val="dk1">
                      <a:alpha val="40000"/>
                    </a:schemeClr>
                  </a:outerShdw>
                </a:effectLst>
              </a:rPr>
              <a:t>:</a:t>
            </a:r>
            <a:endParaRPr lang="zh-TW" altLang="en-US" sz="3800" b="0" cap="none" spc="0" dirty="0">
              <a:ln w="0"/>
              <a:solidFill>
                <a:schemeClr val="tx1"/>
              </a:solidFill>
              <a:effectLst>
                <a:outerShdw blurRad="38100" dist="19050" dir="2700000" algn="tl" rotWithShape="0">
                  <a:schemeClr val="dk1">
                    <a:alpha val="40000"/>
                  </a:schemeClr>
                </a:outerShdw>
              </a:effectLst>
            </a:endParaRPr>
          </a:p>
        </p:txBody>
      </p:sp>
      <p:sp>
        <p:nvSpPr>
          <p:cNvPr id="13" name="橢圓 12"/>
          <p:cNvSpPr/>
          <p:nvPr/>
        </p:nvSpPr>
        <p:spPr bwMode="auto">
          <a:xfrm>
            <a:off x="7609108" y="5716489"/>
            <a:ext cx="613775" cy="613776"/>
          </a:xfrm>
          <a:prstGeom prst="ellipse">
            <a:avLst/>
          </a:prstGeom>
          <a:noFill/>
          <a:ln w="5715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4" name="橢圓 13"/>
          <p:cNvSpPr/>
          <p:nvPr/>
        </p:nvSpPr>
        <p:spPr bwMode="auto">
          <a:xfrm>
            <a:off x="9024549" y="2098522"/>
            <a:ext cx="613775" cy="613776"/>
          </a:xfrm>
          <a:prstGeom prst="ellipse">
            <a:avLst/>
          </a:prstGeom>
          <a:noFill/>
          <a:ln w="5715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5" name="橢圓 14"/>
          <p:cNvSpPr/>
          <p:nvPr/>
        </p:nvSpPr>
        <p:spPr bwMode="auto">
          <a:xfrm>
            <a:off x="6805353" y="3891672"/>
            <a:ext cx="613775" cy="613776"/>
          </a:xfrm>
          <a:prstGeom prst="ellipse">
            <a:avLst/>
          </a:prstGeom>
          <a:noFill/>
          <a:ln w="5715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6" name="橢圓 15"/>
          <p:cNvSpPr/>
          <p:nvPr/>
        </p:nvSpPr>
        <p:spPr bwMode="auto">
          <a:xfrm>
            <a:off x="9024549" y="3946804"/>
            <a:ext cx="613775" cy="613776"/>
          </a:xfrm>
          <a:prstGeom prst="ellipse">
            <a:avLst/>
          </a:prstGeom>
          <a:noFill/>
          <a:ln w="5715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17" name="直線接點 16"/>
          <p:cNvCxnSpPr>
            <a:stCxn id="8" idx="4"/>
            <a:endCxn id="15" idx="0"/>
          </p:cNvCxnSpPr>
          <p:nvPr/>
        </p:nvCxnSpPr>
        <p:spPr bwMode="auto">
          <a:xfrm flipH="1">
            <a:off x="7112241" y="2712298"/>
            <a:ext cx="1" cy="1179374"/>
          </a:xfrm>
          <a:prstGeom prst="line">
            <a:avLst/>
          </a:prstGeom>
          <a:solidFill>
            <a:schemeClr val="accent1"/>
          </a:solidFill>
          <a:ln w="5715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直線接點 18"/>
          <p:cNvCxnSpPr/>
          <p:nvPr/>
        </p:nvCxnSpPr>
        <p:spPr bwMode="auto">
          <a:xfrm flipH="1">
            <a:off x="9331436" y="2739864"/>
            <a:ext cx="1" cy="1179374"/>
          </a:xfrm>
          <a:prstGeom prst="line">
            <a:avLst/>
          </a:prstGeom>
          <a:solidFill>
            <a:schemeClr val="accent1"/>
          </a:solidFill>
          <a:ln w="5715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線接點 19"/>
          <p:cNvCxnSpPr>
            <a:stCxn id="15" idx="4"/>
            <a:endCxn id="13" idx="0"/>
          </p:cNvCxnSpPr>
          <p:nvPr/>
        </p:nvCxnSpPr>
        <p:spPr bwMode="auto">
          <a:xfrm>
            <a:off x="7112241" y="4505448"/>
            <a:ext cx="803755" cy="1211041"/>
          </a:xfrm>
          <a:prstGeom prst="line">
            <a:avLst/>
          </a:prstGeom>
          <a:solidFill>
            <a:schemeClr val="accent1"/>
          </a:solidFill>
          <a:ln w="5715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線接點 21"/>
          <p:cNvCxnSpPr>
            <a:stCxn id="16" idx="4"/>
            <a:endCxn id="9" idx="0"/>
          </p:cNvCxnSpPr>
          <p:nvPr/>
        </p:nvCxnSpPr>
        <p:spPr bwMode="auto">
          <a:xfrm flipH="1">
            <a:off x="8627892" y="4560580"/>
            <a:ext cx="703545" cy="1162585"/>
          </a:xfrm>
          <a:prstGeom prst="line">
            <a:avLst/>
          </a:prstGeom>
          <a:solidFill>
            <a:schemeClr val="accent1"/>
          </a:solidFill>
          <a:ln w="5715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192505829"/>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514659" y="3892898"/>
            <a:ext cx="1500924" cy="677108"/>
          </a:xfrm>
          <a:prstGeom prst="rect">
            <a:avLst/>
          </a:prstGeom>
          <a:noFill/>
        </p:spPr>
        <p:txBody>
          <a:bodyPr wrap="none" lIns="91440" tIns="45720" rIns="91440" bIns="45720">
            <a:spAutoFit/>
          </a:bodyPr>
          <a:lstStyle/>
          <a:p>
            <a:pPr algn="ctr"/>
            <a:r>
              <a:rPr lang="en-US" altLang="zh-TW" sz="3800" b="0" cap="none" spc="0" dirty="0" smtClean="0">
                <a:ln w="0"/>
                <a:solidFill>
                  <a:schemeClr val="tx1"/>
                </a:solidFill>
                <a:effectLst>
                  <a:outerShdw blurRad="38100" dist="19050" dir="2700000" algn="tl" rotWithShape="0">
                    <a:schemeClr val="dk1">
                      <a:alpha val="40000"/>
                    </a:schemeClr>
                  </a:outerShdw>
                </a:effectLst>
              </a:rPr>
              <a:t>a-</a:t>
            </a:r>
            <a:r>
              <a:rPr lang="en-US" altLang="zh-TW" sz="3800" b="0" cap="none" spc="0" dirty="0" err="1" smtClean="0">
                <a:ln w="0"/>
                <a:solidFill>
                  <a:schemeClr val="tx1"/>
                </a:solidFill>
                <a:effectLst>
                  <a:outerShdw blurRad="38100" dist="19050" dir="2700000" algn="tl" rotWithShape="0">
                    <a:schemeClr val="dk1">
                      <a:alpha val="40000"/>
                    </a:schemeClr>
                  </a:outerShdw>
                </a:effectLst>
              </a:rPr>
              <a:t>occ</a:t>
            </a:r>
            <a:r>
              <a:rPr lang="en-US" altLang="zh-TW" sz="3800" b="0" cap="none" spc="0" dirty="0" smtClean="0">
                <a:ln w="0"/>
                <a:solidFill>
                  <a:schemeClr val="tx1"/>
                </a:solidFill>
                <a:effectLst>
                  <a:outerShdw blurRad="38100" dist="19050" dir="2700000" algn="tl" rotWithShape="0">
                    <a:schemeClr val="dk1">
                      <a:alpha val="40000"/>
                    </a:schemeClr>
                  </a:outerShdw>
                </a:effectLst>
              </a:rPr>
              <a:t>:</a:t>
            </a:r>
            <a:endParaRPr lang="zh-TW" altLang="en-US" sz="3800" b="0" cap="none" spc="0" dirty="0">
              <a:ln w="0"/>
              <a:solidFill>
                <a:schemeClr val="tx1"/>
              </a:solidFill>
              <a:effectLst>
                <a:outerShdw blurRad="38100" dist="19050" dir="2700000" algn="tl" rotWithShape="0">
                  <a:schemeClr val="dk1">
                    <a:alpha val="40000"/>
                  </a:schemeClr>
                </a:outerShdw>
              </a:effectLst>
            </a:endParaRPr>
          </a:p>
        </p:txBody>
      </p:sp>
      <p:graphicFrame>
        <p:nvGraphicFramePr>
          <p:cNvPr id="9" name="表格 8"/>
          <p:cNvGraphicFramePr>
            <a:graphicFrameLocks noGrp="1"/>
          </p:cNvGraphicFramePr>
          <p:nvPr>
            <p:extLst>
              <p:ext uri="{D42A27DB-BD31-4B8C-83A1-F6EECF244321}">
                <p14:modId xmlns:p14="http://schemas.microsoft.com/office/powerpoint/2010/main" val="3375755238"/>
              </p:ext>
            </p:extLst>
          </p:nvPr>
        </p:nvGraphicFramePr>
        <p:xfrm>
          <a:off x="4160032" y="3971262"/>
          <a:ext cx="3666710" cy="598744"/>
        </p:xfrm>
        <a:graphic>
          <a:graphicData uri="http://schemas.openxmlformats.org/drawingml/2006/table">
            <a:tbl>
              <a:tblPr firstRow="1" bandRow="1">
                <a:tableStyleId>{5940675A-B579-460E-94D1-54222C63F5DA}</a:tableStyleId>
              </a:tblPr>
              <a:tblGrid>
                <a:gridCol w="733342"/>
                <a:gridCol w="733342"/>
                <a:gridCol w="733342"/>
                <a:gridCol w="733342"/>
                <a:gridCol w="733342"/>
              </a:tblGrid>
              <a:tr h="598744">
                <a:tc>
                  <a:txBody>
                    <a:bodyPr/>
                    <a:lstStyle/>
                    <a:p>
                      <a:pPr algn="ctr"/>
                      <a:r>
                        <a:rPr lang="en-US" altLang="zh-TW" sz="3200" dirty="0" smtClean="0"/>
                        <a:t>3</a:t>
                      </a:r>
                      <a:endParaRPr lang="zh-TW" altLang="en-US" sz="3200" dirty="0"/>
                    </a:p>
                  </a:txBody>
                  <a:tcPr/>
                </a:tc>
                <a:tc>
                  <a:txBody>
                    <a:bodyPr/>
                    <a:lstStyle/>
                    <a:p>
                      <a:pPr algn="ctr"/>
                      <a:r>
                        <a:rPr lang="en-US" altLang="zh-TW" sz="3200" dirty="0" smtClean="0"/>
                        <a:t>6</a:t>
                      </a:r>
                      <a:endParaRPr lang="zh-TW" altLang="en-US" sz="3200" dirty="0"/>
                    </a:p>
                  </a:txBody>
                  <a:tcPr/>
                </a:tc>
                <a:tc>
                  <a:txBody>
                    <a:bodyPr/>
                    <a:lstStyle/>
                    <a:p>
                      <a:pPr algn="ctr"/>
                      <a:r>
                        <a:rPr lang="en-US" altLang="zh-TW" sz="3200" dirty="0" smtClean="0"/>
                        <a:t>7</a:t>
                      </a:r>
                      <a:endParaRPr lang="zh-TW" altLang="en-US" sz="3200" dirty="0"/>
                    </a:p>
                  </a:txBody>
                  <a:tcPr/>
                </a:tc>
                <a:tc>
                  <a:txBody>
                    <a:bodyPr/>
                    <a:lstStyle/>
                    <a:p>
                      <a:pPr algn="ctr"/>
                      <a:r>
                        <a:rPr lang="en-US" altLang="zh-TW" sz="3200" dirty="0" smtClean="0"/>
                        <a:t>9</a:t>
                      </a:r>
                      <a:endParaRPr lang="zh-TW" altLang="en-US" sz="3200" dirty="0"/>
                    </a:p>
                  </a:txBody>
                  <a:tcPr/>
                </a:tc>
                <a:tc>
                  <a:txBody>
                    <a:bodyPr/>
                    <a:lstStyle/>
                    <a:p>
                      <a:pPr algn="ctr"/>
                      <a:r>
                        <a:rPr lang="en-US" altLang="zh-TW" sz="3200" dirty="0" smtClean="0"/>
                        <a:t>10</a:t>
                      </a:r>
                      <a:endParaRPr lang="zh-TW" altLang="en-US" sz="3200" dirty="0"/>
                    </a:p>
                  </a:txBody>
                  <a:tcPr/>
                </a:tc>
              </a:tr>
            </a:tbl>
          </a:graphicData>
        </a:graphic>
      </p:graphicFrame>
      <p:sp>
        <p:nvSpPr>
          <p:cNvPr id="10" name="矩形 9"/>
          <p:cNvSpPr/>
          <p:nvPr/>
        </p:nvSpPr>
        <p:spPr>
          <a:xfrm>
            <a:off x="2508247" y="4570006"/>
            <a:ext cx="1513748" cy="677108"/>
          </a:xfrm>
          <a:prstGeom prst="rect">
            <a:avLst/>
          </a:prstGeom>
          <a:noFill/>
        </p:spPr>
        <p:txBody>
          <a:bodyPr wrap="none" lIns="91440" tIns="45720" rIns="91440" bIns="45720">
            <a:spAutoFit/>
          </a:bodyPr>
          <a:lstStyle/>
          <a:p>
            <a:pPr algn="ctr"/>
            <a:r>
              <a:rPr lang="en-US" altLang="zh-TW" sz="3800" dirty="0">
                <a:ln w="0"/>
                <a:effectLst>
                  <a:outerShdw blurRad="38100" dist="19050" dir="2700000" algn="tl" rotWithShape="0">
                    <a:schemeClr val="dk1">
                      <a:alpha val="40000"/>
                    </a:schemeClr>
                  </a:outerShdw>
                </a:effectLst>
              </a:rPr>
              <a:t>b</a:t>
            </a:r>
            <a:r>
              <a:rPr lang="en-US" altLang="zh-TW" sz="3800" b="0" cap="none" spc="0" dirty="0" smtClean="0">
                <a:ln w="0"/>
                <a:solidFill>
                  <a:schemeClr val="tx1"/>
                </a:solidFill>
                <a:effectLst>
                  <a:outerShdw blurRad="38100" dist="19050" dir="2700000" algn="tl" rotWithShape="0">
                    <a:schemeClr val="dk1">
                      <a:alpha val="40000"/>
                    </a:schemeClr>
                  </a:outerShdw>
                </a:effectLst>
              </a:rPr>
              <a:t>-</a:t>
            </a:r>
            <a:r>
              <a:rPr lang="en-US" altLang="zh-TW" sz="3800" b="0" cap="none" spc="0" dirty="0" err="1" smtClean="0">
                <a:ln w="0"/>
                <a:solidFill>
                  <a:schemeClr val="tx1"/>
                </a:solidFill>
                <a:effectLst>
                  <a:outerShdw blurRad="38100" dist="19050" dir="2700000" algn="tl" rotWithShape="0">
                    <a:schemeClr val="dk1">
                      <a:alpha val="40000"/>
                    </a:schemeClr>
                  </a:outerShdw>
                </a:effectLst>
              </a:rPr>
              <a:t>occ</a:t>
            </a:r>
            <a:r>
              <a:rPr lang="en-US" altLang="zh-TW" sz="3800" b="0" cap="none" spc="0" dirty="0" smtClean="0">
                <a:ln w="0"/>
                <a:solidFill>
                  <a:schemeClr val="tx1"/>
                </a:solidFill>
                <a:effectLst>
                  <a:outerShdw blurRad="38100" dist="19050" dir="2700000" algn="tl" rotWithShape="0">
                    <a:schemeClr val="dk1">
                      <a:alpha val="40000"/>
                    </a:schemeClr>
                  </a:outerShdw>
                </a:effectLst>
              </a:rPr>
              <a:t>:</a:t>
            </a:r>
            <a:endParaRPr lang="zh-TW" altLang="en-US" sz="3800" b="0" cap="none" spc="0" dirty="0">
              <a:ln w="0"/>
              <a:solidFill>
                <a:schemeClr val="tx1"/>
              </a:solidFill>
              <a:effectLst>
                <a:outerShdw blurRad="38100" dist="19050" dir="2700000" algn="tl" rotWithShape="0">
                  <a:schemeClr val="dk1">
                    <a:alpha val="40000"/>
                  </a:schemeClr>
                </a:outerShdw>
              </a:effectLst>
            </a:endParaRPr>
          </a:p>
        </p:txBody>
      </p:sp>
      <p:graphicFrame>
        <p:nvGraphicFramePr>
          <p:cNvPr id="11" name="表格 10"/>
          <p:cNvGraphicFramePr>
            <a:graphicFrameLocks noGrp="1"/>
          </p:cNvGraphicFramePr>
          <p:nvPr>
            <p:extLst>
              <p:ext uri="{D42A27DB-BD31-4B8C-83A1-F6EECF244321}">
                <p14:modId xmlns:p14="http://schemas.microsoft.com/office/powerpoint/2010/main" val="1427920155"/>
              </p:ext>
            </p:extLst>
          </p:nvPr>
        </p:nvGraphicFramePr>
        <p:xfrm>
          <a:off x="4162824" y="4684305"/>
          <a:ext cx="2933368" cy="598744"/>
        </p:xfrm>
        <a:graphic>
          <a:graphicData uri="http://schemas.openxmlformats.org/drawingml/2006/table">
            <a:tbl>
              <a:tblPr firstRow="1" bandRow="1">
                <a:tableStyleId>{5940675A-B579-460E-94D1-54222C63F5DA}</a:tableStyleId>
              </a:tblPr>
              <a:tblGrid>
                <a:gridCol w="733342"/>
                <a:gridCol w="733342"/>
                <a:gridCol w="733342"/>
                <a:gridCol w="733342"/>
              </a:tblGrid>
              <a:tr h="598744">
                <a:tc>
                  <a:txBody>
                    <a:bodyPr/>
                    <a:lstStyle/>
                    <a:p>
                      <a:pPr algn="ctr"/>
                      <a:r>
                        <a:rPr lang="en-US" altLang="zh-TW" sz="3200" dirty="0" smtClean="0"/>
                        <a:t>2</a:t>
                      </a:r>
                      <a:endParaRPr lang="zh-TW" altLang="en-US" sz="3200" dirty="0"/>
                    </a:p>
                  </a:txBody>
                  <a:tcPr/>
                </a:tc>
                <a:tc>
                  <a:txBody>
                    <a:bodyPr/>
                    <a:lstStyle/>
                    <a:p>
                      <a:pPr algn="ctr"/>
                      <a:r>
                        <a:rPr lang="en-US" altLang="zh-TW" sz="3200" dirty="0" smtClean="0"/>
                        <a:t>5</a:t>
                      </a:r>
                      <a:endParaRPr lang="zh-TW" altLang="en-US" sz="3200" dirty="0"/>
                    </a:p>
                  </a:txBody>
                  <a:tcPr/>
                </a:tc>
                <a:tc>
                  <a:txBody>
                    <a:bodyPr/>
                    <a:lstStyle/>
                    <a:p>
                      <a:pPr algn="ctr"/>
                      <a:r>
                        <a:rPr lang="en-US" altLang="zh-TW" sz="3200" dirty="0" smtClean="0"/>
                        <a:t>8</a:t>
                      </a:r>
                      <a:endParaRPr lang="zh-TW" altLang="en-US" sz="3200" dirty="0"/>
                    </a:p>
                  </a:txBody>
                  <a:tcPr/>
                </a:tc>
                <a:tc>
                  <a:txBody>
                    <a:bodyPr/>
                    <a:lstStyle/>
                    <a:p>
                      <a:pPr algn="ctr"/>
                      <a:r>
                        <a:rPr lang="en-US" altLang="zh-TW" sz="3200" dirty="0" smtClean="0"/>
                        <a:t>10</a:t>
                      </a:r>
                      <a:endParaRPr lang="zh-TW" altLang="en-US" sz="3200" dirty="0"/>
                    </a:p>
                  </a:txBody>
                  <a:tcPr/>
                </a:tc>
              </a:tr>
            </a:tbl>
          </a:graphicData>
        </a:graphic>
      </p:graphicFrame>
      <p:graphicFrame>
        <p:nvGraphicFramePr>
          <p:cNvPr id="12" name="表格 11"/>
          <p:cNvGraphicFramePr>
            <a:graphicFrameLocks noGrp="1"/>
          </p:cNvGraphicFramePr>
          <p:nvPr>
            <p:extLst>
              <p:ext uri="{D42A27DB-BD31-4B8C-83A1-F6EECF244321}">
                <p14:modId xmlns:p14="http://schemas.microsoft.com/office/powerpoint/2010/main" val="1848325981"/>
              </p:ext>
            </p:extLst>
          </p:nvPr>
        </p:nvGraphicFramePr>
        <p:xfrm>
          <a:off x="4172558" y="5422830"/>
          <a:ext cx="2200026" cy="598744"/>
        </p:xfrm>
        <a:graphic>
          <a:graphicData uri="http://schemas.openxmlformats.org/drawingml/2006/table">
            <a:tbl>
              <a:tblPr firstRow="1" bandRow="1">
                <a:tableStyleId>{5940675A-B579-460E-94D1-54222C63F5DA}</a:tableStyleId>
              </a:tblPr>
              <a:tblGrid>
                <a:gridCol w="733342"/>
                <a:gridCol w="733342"/>
                <a:gridCol w="733342"/>
              </a:tblGrid>
              <a:tr h="598744">
                <a:tc>
                  <a:txBody>
                    <a:bodyPr/>
                    <a:lstStyle/>
                    <a:p>
                      <a:pPr algn="ctr"/>
                      <a:r>
                        <a:rPr lang="en-US" altLang="zh-TW" sz="3200" dirty="0" smtClean="0"/>
                        <a:t>1</a:t>
                      </a:r>
                      <a:endParaRPr lang="zh-TW" altLang="en-US" sz="3200" dirty="0"/>
                    </a:p>
                  </a:txBody>
                  <a:tcPr/>
                </a:tc>
                <a:tc>
                  <a:txBody>
                    <a:bodyPr/>
                    <a:lstStyle/>
                    <a:p>
                      <a:pPr algn="ctr"/>
                      <a:r>
                        <a:rPr lang="en-US" altLang="zh-TW" sz="3200" dirty="0" smtClean="0"/>
                        <a:t>4</a:t>
                      </a:r>
                      <a:endParaRPr lang="zh-TW" altLang="en-US" sz="3200" dirty="0"/>
                    </a:p>
                  </a:txBody>
                  <a:tcPr>
                    <a:noFill/>
                  </a:tcPr>
                </a:tc>
                <a:tc>
                  <a:txBody>
                    <a:bodyPr/>
                    <a:lstStyle/>
                    <a:p>
                      <a:pPr algn="ctr"/>
                      <a:r>
                        <a:rPr lang="en-US" altLang="zh-TW" sz="3200" dirty="0" smtClean="0"/>
                        <a:t>10</a:t>
                      </a:r>
                      <a:endParaRPr lang="zh-TW" altLang="en-US" sz="3200" dirty="0"/>
                    </a:p>
                  </a:txBody>
                  <a:tcPr>
                    <a:noFill/>
                  </a:tcPr>
                </a:tc>
              </a:tr>
            </a:tbl>
          </a:graphicData>
        </a:graphic>
      </p:graphicFrame>
      <p:sp>
        <p:nvSpPr>
          <p:cNvPr id="13" name="矩形 12"/>
          <p:cNvSpPr/>
          <p:nvPr/>
        </p:nvSpPr>
        <p:spPr>
          <a:xfrm>
            <a:off x="2526425" y="5247114"/>
            <a:ext cx="1464568" cy="677108"/>
          </a:xfrm>
          <a:prstGeom prst="rect">
            <a:avLst/>
          </a:prstGeom>
          <a:noFill/>
        </p:spPr>
        <p:txBody>
          <a:bodyPr wrap="none" lIns="91440" tIns="45720" rIns="91440" bIns="45720">
            <a:spAutoFit/>
          </a:bodyPr>
          <a:lstStyle/>
          <a:p>
            <a:pPr algn="ctr"/>
            <a:r>
              <a:rPr lang="en-US" altLang="zh-TW" sz="3800" dirty="0" smtClean="0">
                <a:ln w="0"/>
                <a:effectLst>
                  <a:outerShdw blurRad="38100" dist="19050" dir="2700000" algn="tl" rotWithShape="0">
                    <a:schemeClr val="dk1">
                      <a:alpha val="40000"/>
                    </a:schemeClr>
                  </a:outerShdw>
                </a:effectLst>
              </a:rPr>
              <a:t>c</a:t>
            </a:r>
            <a:r>
              <a:rPr lang="en-US" altLang="zh-TW" sz="3800" b="0" cap="none" spc="0" dirty="0" smtClean="0">
                <a:ln w="0"/>
                <a:solidFill>
                  <a:schemeClr val="tx1"/>
                </a:solidFill>
                <a:effectLst>
                  <a:outerShdw blurRad="38100" dist="19050" dir="2700000" algn="tl" rotWithShape="0">
                    <a:schemeClr val="dk1">
                      <a:alpha val="40000"/>
                    </a:schemeClr>
                  </a:outerShdw>
                </a:effectLst>
              </a:rPr>
              <a:t>-</a:t>
            </a:r>
            <a:r>
              <a:rPr lang="en-US" altLang="zh-TW" sz="3800" b="0" cap="none" spc="0" dirty="0" err="1" smtClean="0">
                <a:ln w="0"/>
                <a:solidFill>
                  <a:schemeClr val="tx1"/>
                </a:solidFill>
                <a:effectLst>
                  <a:outerShdw blurRad="38100" dist="19050" dir="2700000" algn="tl" rotWithShape="0">
                    <a:schemeClr val="dk1">
                      <a:alpha val="40000"/>
                    </a:schemeClr>
                  </a:outerShdw>
                </a:effectLst>
              </a:rPr>
              <a:t>occ</a:t>
            </a:r>
            <a:r>
              <a:rPr lang="en-US" altLang="zh-TW" sz="3800" b="0" cap="none" spc="0" dirty="0" smtClean="0">
                <a:ln w="0"/>
                <a:solidFill>
                  <a:schemeClr val="tx1"/>
                </a:solidFill>
                <a:effectLst>
                  <a:outerShdw blurRad="38100" dist="19050" dir="2700000" algn="tl" rotWithShape="0">
                    <a:schemeClr val="dk1">
                      <a:alpha val="40000"/>
                    </a:schemeClr>
                  </a:outerShdw>
                </a:effectLst>
              </a:rPr>
              <a:t>:</a:t>
            </a:r>
            <a:endParaRPr lang="zh-TW" altLang="en-US" sz="3800" b="0" cap="none" spc="0" dirty="0">
              <a:ln w="0"/>
              <a:solidFill>
                <a:schemeClr val="tx1"/>
              </a:solidFill>
              <a:effectLst>
                <a:outerShdw blurRad="38100" dist="19050" dir="2700000" algn="tl" rotWithShape="0">
                  <a:schemeClr val="dk1">
                    <a:alpha val="40000"/>
                  </a:schemeClr>
                </a:outerShdw>
              </a:effectLst>
            </a:endParaRPr>
          </a:p>
        </p:txBody>
      </p:sp>
      <p:sp>
        <p:nvSpPr>
          <p:cNvPr id="14" name="矩形 13"/>
          <p:cNvSpPr/>
          <p:nvPr/>
        </p:nvSpPr>
        <p:spPr>
          <a:xfrm>
            <a:off x="1357675" y="1040414"/>
            <a:ext cx="2301143" cy="677108"/>
          </a:xfrm>
          <a:prstGeom prst="rect">
            <a:avLst/>
          </a:prstGeom>
          <a:noFill/>
        </p:spPr>
        <p:txBody>
          <a:bodyPr wrap="none" lIns="91440" tIns="45720" rIns="91440" bIns="45720">
            <a:spAutoFit/>
          </a:bodyPr>
          <a:lstStyle/>
          <a:p>
            <a:pPr algn="ctr"/>
            <a:r>
              <a:rPr lang="en-US" altLang="zh-TW" sz="3800" b="0" cap="none" spc="0" dirty="0" smtClean="0">
                <a:ln w="0"/>
                <a:solidFill>
                  <a:schemeClr val="tx1"/>
                </a:solidFill>
                <a:effectLst>
                  <a:outerShdw blurRad="38100" dist="19050" dir="2700000" algn="tl" rotWithShape="0">
                    <a:schemeClr val="dk1">
                      <a:alpha val="40000"/>
                    </a:schemeClr>
                  </a:outerShdw>
                </a:effectLst>
              </a:rPr>
              <a:t>CLOSE[</a:t>
            </a:r>
            <a:r>
              <a:rPr lang="en-US" altLang="zh-TW" sz="3800" dirty="0" smtClean="0">
                <a:ln w="0"/>
                <a:effectLst>
                  <a:outerShdw blurRad="38100" dist="19050" dir="2700000" algn="tl" rotWithShape="0">
                    <a:schemeClr val="dk1">
                      <a:alpha val="40000"/>
                    </a:schemeClr>
                  </a:outerShdw>
                </a:effectLst>
              </a:rPr>
              <a:t>] </a:t>
            </a:r>
            <a:r>
              <a:rPr lang="en-US" altLang="zh-TW" sz="3800" b="0" cap="none" spc="0" dirty="0" smtClean="0">
                <a:ln w="0"/>
                <a:solidFill>
                  <a:schemeClr val="tx1"/>
                </a:solidFill>
                <a:effectLst>
                  <a:outerShdw blurRad="38100" dist="19050" dir="2700000" algn="tl" rotWithShape="0">
                    <a:schemeClr val="dk1">
                      <a:alpha val="40000"/>
                    </a:schemeClr>
                  </a:outerShdw>
                </a:effectLst>
              </a:rPr>
              <a:t>:</a:t>
            </a:r>
            <a:endParaRPr lang="zh-TW" altLang="en-US" sz="3800" b="0" cap="none" spc="0" dirty="0">
              <a:ln w="0"/>
              <a:solidFill>
                <a:schemeClr val="tx1"/>
              </a:solidFill>
              <a:effectLst>
                <a:outerShdw blurRad="38100" dist="19050" dir="2700000" algn="tl" rotWithShape="0">
                  <a:schemeClr val="dk1">
                    <a:alpha val="40000"/>
                  </a:schemeClr>
                </a:outerShdw>
              </a:effectLst>
            </a:endParaRPr>
          </a:p>
        </p:txBody>
      </p:sp>
      <p:graphicFrame>
        <p:nvGraphicFramePr>
          <p:cNvPr id="16" name="表格 15"/>
          <p:cNvGraphicFramePr>
            <a:graphicFrameLocks noGrp="1"/>
          </p:cNvGraphicFramePr>
          <p:nvPr>
            <p:extLst>
              <p:ext uri="{D42A27DB-BD31-4B8C-83A1-F6EECF244321}">
                <p14:modId xmlns:p14="http://schemas.microsoft.com/office/powerpoint/2010/main" val="1452710388"/>
              </p:ext>
            </p:extLst>
          </p:nvPr>
        </p:nvGraphicFramePr>
        <p:xfrm>
          <a:off x="2440643" y="2008127"/>
          <a:ext cx="7333420" cy="598744"/>
        </p:xfrm>
        <a:graphic>
          <a:graphicData uri="http://schemas.openxmlformats.org/drawingml/2006/table">
            <a:tbl>
              <a:tblPr firstRow="1" bandRow="1">
                <a:tableStyleId>{5940675A-B579-460E-94D1-54222C63F5DA}</a:tableStyleId>
              </a:tblPr>
              <a:tblGrid>
                <a:gridCol w="733342"/>
                <a:gridCol w="733342"/>
                <a:gridCol w="733342"/>
                <a:gridCol w="733342"/>
                <a:gridCol w="733342"/>
                <a:gridCol w="733342"/>
                <a:gridCol w="733342"/>
                <a:gridCol w="733342"/>
                <a:gridCol w="733342"/>
                <a:gridCol w="733342"/>
              </a:tblGrid>
              <a:tr h="598744">
                <a:tc>
                  <a:txBody>
                    <a:bodyPr/>
                    <a:lstStyle/>
                    <a:p>
                      <a:pPr algn="ctr"/>
                      <a:r>
                        <a:rPr lang="en-US" altLang="zh-TW" sz="3200" dirty="0" smtClean="0"/>
                        <a:t>3</a:t>
                      </a:r>
                      <a:endParaRPr lang="zh-TW" altLang="en-US" sz="3200" dirty="0"/>
                    </a:p>
                  </a:txBody>
                  <a:tcPr/>
                </a:tc>
                <a:tc>
                  <a:txBody>
                    <a:bodyPr/>
                    <a:lstStyle/>
                    <a:p>
                      <a:pPr algn="ctr"/>
                      <a:r>
                        <a:rPr lang="en-US" altLang="zh-TW" sz="3200" dirty="0" smtClean="0"/>
                        <a:t>2</a:t>
                      </a:r>
                      <a:endParaRPr lang="zh-TW" altLang="en-US" sz="3200" dirty="0"/>
                    </a:p>
                  </a:txBody>
                  <a:tcPr/>
                </a:tc>
                <a:tc>
                  <a:txBody>
                    <a:bodyPr/>
                    <a:lstStyle/>
                    <a:p>
                      <a:pPr algn="ctr"/>
                      <a:r>
                        <a:rPr lang="en-US" altLang="zh-TW" sz="3200" dirty="0" smtClean="0"/>
                        <a:t>4</a:t>
                      </a:r>
                      <a:endParaRPr lang="zh-TW" altLang="en-US" sz="3200" dirty="0"/>
                    </a:p>
                  </a:txBody>
                  <a:tcPr/>
                </a:tc>
                <a:tc>
                  <a:txBody>
                    <a:bodyPr/>
                    <a:lstStyle/>
                    <a:p>
                      <a:pPr algn="ctr"/>
                      <a:r>
                        <a:rPr lang="en-US" altLang="zh-TW" sz="3200" dirty="0" smtClean="0"/>
                        <a:t>6</a:t>
                      </a:r>
                      <a:endParaRPr lang="zh-TW" altLang="en-US" sz="3200" dirty="0"/>
                    </a:p>
                  </a:txBody>
                  <a:tcPr/>
                </a:tc>
                <a:tc>
                  <a:txBody>
                    <a:bodyPr/>
                    <a:lstStyle/>
                    <a:p>
                      <a:pPr algn="ctr"/>
                      <a:r>
                        <a:rPr lang="en-US" altLang="zh-TW" sz="3200" dirty="0" smtClean="0"/>
                        <a:t>5</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7</a:t>
                      </a:r>
                      <a:endParaRPr lang="zh-TW" altLang="en-US" sz="3200" dirty="0"/>
                    </a:p>
                  </a:txBody>
                  <a:tcPr/>
                </a:tc>
                <a:tc>
                  <a:txBody>
                    <a:bodyPr/>
                    <a:lstStyle/>
                    <a:p>
                      <a:pPr algn="ctr"/>
                      <a:r>
                        <a:rPr lang="en-US" altLang="zh-TW" sz="3200" dirty="0" smtClean="0"/>
                        <a:t>8</a:t>
                      </a:r>
                      <a:endParaRPr lang="zh-TW" altLang="en-US" sz="3200" dirty="0"/>
                    </a:p>
                  </a:txBody>
                  <a:tcPr/>
                </a:tc>
                <a:tc>
                  <a:txBody>
                    <a:bodyPr/>
                    <a:lstStyle/>
                    <a:p>
                      <a:pPr algn="ctr"/>
                      <a:r>
                        <a:rPr lang="en-US" altLang="zh-TW" sz="3200" dirty="0" smtClean="0"/>
                        <a:t>10</a:t>
                      </a:r>
                      <a:endParaRPr lang="zh-TW" altLang="en-US" sz="3200" dirty="0"/>
                    </a:p>
                  </a:txBody>
                  <a:tcPr/>
                </a:tc>
                <a:tc>
                  <a:txBody>
                    <a:bodyPr/>
                    <a:lstStyle/>
                    <a:p>
                      <a:pPr algn="ctr"/>
                      <a:r>
                        <a:rPr lang="en-US" altLang="zh-TW" sz="3200" dirty="0" smtClean="0"/>
                        <a:t>10</a:t>
                      </a:r>
                      <a:endParaRPr lang="zh-TW" altLang="en-US" sz="3200" dirty="0"/>
                    </a:p>
                  </a:txBody>
                  <a:tcPr/>
                </a:tc>
              </a:tr>
            </a:tbl>
          </a:graphicData>
        </a:graphic>
      </p:graphicFrame>
    </p:spTree>
    <p:extLst>
      <p:ext uri="{BB962C8B-B14F-4D97-AF65-F5344CB8AC3E}">
        <p14:creationId xmlns:p14="http://schemas.microsoft.com/office/powerpoint/2010/main" val="1093866260"/>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079381" y="1702207"/>
            <a:ext cx="5933034" cy="1908215"/>
          </a:xfrm>
          <a:prstGeom prst="rect">
            <a:avLst/>
          </a:prstGeom>
          <a:noFill/>
        </p:spPr>
        <p:txBody>
          <a:bodyPr wrap="none" lIns="91440" tIns="45720" rIns="91440" bIns="45720">
            <a:spAutoFit/>
          </a:bodyPr>
          <a:lstStyle/>
          <a:p>
            <a:pPr algn="ctr"/>
            <a:r>
              <a:rPr lang="en-US" altLang="zh-TW" sz="5400" dirty="0" smtClean="0">
                <a:ln w="0"/>
                <a:effectLst>
                  <a:outerShdw blurRad="38100" dist="19050" dir="2700000" algn="tl" rotWithShape="0">
                    <a:schemeClr val="dk1">
                      <a:alpha val="40000"/>
                    </a:schemeClr>
                  </a:outerShdw>
                </a:effectLst>
              </a:rPr>
              <a:t>H1</a:t>
            </a:r>
            <a:endParaRPr lang="en-US" altLang="zh-TW" sz="5400" b="0" cap="none" spc="0" dirty="0" smtClean="0">
              <a:ln w="0"/>
              <a:solidFill>
                <a:schemeClr val="tx1"/>
              </a:solidFill>
              <a:effectLst>
                <a:outerShdw blurRad="38100" dist="19050" dir="2700000" algn="tl" rotWithShape="0">
                  <a:schemeClr val="dk1">
                    <a:alpha val="40000"/>
                  </a:schemeClr>
                </a:outerShdw>
              </a:effectLst>
            </a:endParaRPr>
          </a:p>
          <a:p>
            <a:pPr algn="ctr"/>
            <a:endParaRPr lang="en-US" altLang="zh-TW" sz="1600" b="0" cap="none" spc="0" dirty="0" smtClean="0">
              <a:ln w="0"/>
              <a:solidFill>
                <a:schemeClr val="tx1"/>
              </a:solidFill>
              <a:effectLst>
                <a:outerShdw blurRad="38100" dist="19050" dir="2700000" algn="tl" rotWithShape="0">
                  <a:schemeClr val="dk1">
                    <a:alpha val="40000"/>
                  </a:schemeClr>
                </a:outerShdw>
              </a:effectLst>
            </a:endParaRPr>
          </a:p>
          <a:p>
            <a:pPr algn="ctr"/>
            <a:r>
              <a:rPr lang="pt-BR" altLang="zh-TW" sz="4800" dirty="0" smtClean="0">
                <a:ln w="0"/>
                <a:effectLst>
                  <a:outerShdw blurRad="38100" dist="19050" dir="2700000" algn="tl" rotWithShape="0">
                    <a:schemeClr val="dk1">
                      <a:alpha val="40000"/>
                    </a:schemeClr>
                  </a:outerShdw>
                </a:effectLst>
              </a:rPr>
              <a:t>O(</a:t>
            </a:r>
            <a:r>
              <a:rPr lang="el-GR" altLang="zh-TW" sz="4800" dirty="0">
                <a:ln w="0"/>
                <a:effectLst>
                  <a:outerShdw blurRad="38100" dist="19050" dir="2700000" algn="tl" rotWithShape="0">
                    <a:schemeClr val="dk1">
                      <a:alpha val="40000"/>
                    </a:schemeClr>
                  </a:outerShdw>
                </a:effectLst>
              </a:rPr>
              <a:t>ℓ </a:t>
            </a:r>
            <a:r>
              <a:rPr lang="pt-BR" altLang="zh-TW" sz="4800" dirty="0" smtClean="0">
                <a:ln w="0"/>
                <a:effectLst>
                  <a:outerShdw blurRad="38100" dist="19050" dir="2700000" algn="tl" rotWithShape="0">
                    <a:schemeClr val="dk1">
                      <a:alpha val="40000"/>
                    </a:schemeClr>
                  </a:outerShdw>
                </a:effectLst>
              </a:rPr>
              <a:t>m </a:t>
            </a:r>
            <a:r>
              <a:rPr lang="pt-BR" altLang="zh-TW" sz="4800" dirty="0" smtClean="0">
                <a:ln w="0"/>
                <a:solidFill>
                  <a:srgbClr val="0070C0"/>
                </a:solidFill>
                <a:effectLst>
                  <a:outerShdw blurRad="38100" dist="19050" dir="2700000" algn="tl" rotWithShape="0">
                    <a:schemeClr val="dk1">
                      <a:alpha val="40000"/>
                    </a:schemeClr>
                  </a:outerShdw>
                </a:effectLst>
              </a:rPr>
              <a:t>log s</a:t>
            </a:r>
            <a:r>
              <a:rPr lang="pt-BR" altLang="zh-TW" sz="4800" dirty="0" smtClean="0">
                <a:ln w="0"/>
                <a:effectLst>
                  <a:outerShdw blurRad="38100" dist="19050" dir="2700000" algn="tl" rotWithShape="0">
                    <a:schemeClr val="dk1">
                      <a:alpha val="40000"/>
                    </a:schemeClr>
                  </a:outerShdw>
                </a:effectLst>
              </a:rPr>
              <a:t>+ n log s)</a:t>
            </a:r>
            <a:endParaRPr lang="zh-TW" altLang="en-US" sz="48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062944817"/>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079381" y="1702207"/>
            <a:ext cx="5933034" cy="1908215"/>
          </a:xfrm>
          <a:prstGeom prst="rect">
            <a:avLst/>
          </a:prstGeom>
          <a:noFill/>
        </p:spPr>
        <p:txBody>
          <a:bodyPr wrap="none" lIns="91440" tIns="45720" rIns="91440" bIns="45720">
            <a:spAutoFit/>
          </a:bodyPr>
          <a:lstStyle/>
          <a:p>
            <a:pPr algn="ctr"/>
            <a:r>
              <a:rPr lang="en-US" altLang="zh-TW" sz="5400" dirty="0" smtClean="0">
                <a:ln w="0"/>
                <a:effectLst>
                  <a:outerShdw blurRad="38100" dist="19050" dir="2700000" algn="tl" rotWithShape="0">
                    <a:schemeClr val="dk1">
                      <a:alpha val="40000"/>
                    </a:schemeClr>
                  </a:outerShdw>
                </a:effectLst>
              </a:rPr>
              <a:t>H1</a:t>
            </a:r>
            <a:endParaRPr lang="en-US" altLang="zh-TW" sz="5400" b="0" cap="none" spc="0" dirty="0" smtClean="0">
              <a:ln w="0"/>
              <a:solidFill>
                <a:schemeClr val="tx1"/>
              </a:solidFill>
              <a:effectLst>
                <a:outerShdw blurRad="38100" dist="19050" dir="2700000" algn="tl" rotWithShape="0">
                  <a:schemeClr val="dk1">
                    <a:alpha val="40000"/>
                  </a:schemeClr>
                </a:outerShdw>
              </a:effectLst>
            </a:endParaRPr>
          </a:p>
          <a:p>
            <a:pPr algn="ctr"/>
            <a:endParaRPr lang="en-US" altLang="zh-TW" sz="1600" b="0" cap="none" spc="0" dirty="0" smtClean="0">
              <a:ln w="0"/>
              <a:solidFill>
                <a:schemeClr val="tx1"/>
              </a:solidFill>
              <a:effectLst>
                <a:outerShdw blurRad="38100" dist="19050" dir="2700000" algn="tl" rotWithShape="0">
                  <a:schemeClr val="dk1">
                    <a:alpha val="40000"/>
                  </a:schemeClr>
                </a:outerShdw>
              </a:effectLst>
            </a:endParaRPr>
          </a:p>
          <a:p>
            <a:pPr algn="ctr"/>
            <a:r>
              <a:rPr lang="pt-BR" altLang="zh-TW" sz="4800" dirty="0" smtClean="0">
                <a:ln w="0"/>
                <a:effectLst>
                  <a:outerShdw blurRad="38100" dist="19050" dir="2700000" algn="tl" rotWithShape="0">
                    <a:schemeClr val="dk1">
                      <a:alpha val="40000"/>
                    </a:schemeClr>
                  </a:outerShdw>
                </a:effectLst>
              </a:rPr>
              <a:t>O(</a:t>
            </a:r>
            <a:r>
              <a:rPr lang="el-GR" altLang="zh-TW" sz="4800" dirty="0">
                <a:ln w="0"/>
                <a:effectLst>
                  <a:outerShdw blurRad="38100" dist="19050" dir="2700000" algn="tl" rotWithShape="0">
                    <a:schemeClr val="dk1">
                      <a:alpha val="40000"/>
                    </a:schemeClr>
                  </a:outerShdw>
                </a:effectLst>
              </a:rPr>
              <a:t>ℓ </a:t>
            </a:r>
            <a:r>
              <a:rPr lang="pt-BR" altLang="zh-TW" sz="4800" dirty="0" smtClean="0">
                <a:ln w="0"/>
                <a:effectLst>
                  <a:outerShdw blurRad="38100" dist="19050" dir="2700000" algn="tl" rotWithShape="0">
                    <a:schemeClr val="dk1">
                      <a:alpha val="40000"/>
                    </a:schemeClr>
                  </a:outerShdw>
                </a:effectLst>
              </a:rPr>
              <a:t>m log s+ n log s)</a:t>
            </a:r>
            <a:endParaRPr lang="zh-TW" altLang="en-US" sz="4800" b="0" cap="none" spc="0" dirty="0">
              <a:ln w="0"/>
              <a:solidFill>
                <a:schemeClr val="tx1"/>
              </a:solidFill>
              <a:effectLst>
                <a:outerShdw blurRad="38100" dist="19050" dir="2700000" algn="tl" rotWithShape="0">
                  <a:schemeClr val="dk1">
                    <a:alpha val="40000"/>
                  </a:schemeClr>
                </a:outerShdw>
              </a:effectLst>
            </a:endParaRPr>
          </a:p>
        </p:txBody>
      </p:sp>
      <p:sp>
        <p:nvSpPr>
          <p:cNvPr id="2" name="矩形 1"/>
          <p:cNvSpPr/>
          <p:nvPr/>
        </p:nvSpPr>
        <p:spPr>
          <a:xfrm>
            <a:off x="1125179" y="4828452"/>
            <a:ext cx="7901522" cy="646331"/>
          </a:xfrm>
          <a:prstGeom prst="rect">
            <a:avLst/>
          </a:prstGeom>
          <a:noFill/>
        </p:spPr>
        <p:txBody>
          <a:bodyPr wrap="none" lIns="91440" tIns="45720" rIns="91440" bIns="45720">
            <a:spAutoFit/>
          </a:bodyPr>
          <a:lstStyle/>
          <a:p>
            <a:pPr algn="ctr"/>
            <a:r>
              <a:rPr lang="pt-BR" altLang="zh-TW" sz="3600" dirty="0">
                <a:ln w="0"/>
                <a:effectLst>
                  <a:outerShdw blurRad="38100" dist="19050" dir="2700000" algn="tl" rotWithShape="0">
                    <a:schemeClr val="dk1">
                      <a:alpha val="40000"/>
                    </a:schemeClr>
                  </a:outerShdw>
                </a:effectLst>
              </a:rPr>
              <a:t>O(</a:t>
            </a:r>
            <a:r>
              <a:rPr lang="el-GR" altLang="zh-TW" sz="3600" dirty="0">
                <a:ln w="0"/>
                <a:effectLst>
                  <a:outerShdw blurRad="38100" dist="19050" dir="2700000" algn="tl" rotWithShape="0">
                    <a:schemeClr val="dk1">
                      <a:alpha val="40000"/>
                    </a:schemeClr>
                  </a:outerShdw>
                </a:effectLst>
              </a:rPr>
              <a:t>ℓ </a:t>
            </a:r>
            <a:r>
              <a:rPr lang="pt-BR" altLang="zh-TW" sz="3600" dirty="0">
                <a:ln w="0"/>
                <a:effectLst>
                  <a:outerShdw blurRad="38100" dist="19050" dir="2700000" algn="tl" rotWithShape="0">
                    <a:schemeClr val="dk1">
                      <a:alpha val="40000"/>
                    </a:schemeClr>
                  </a:outerShdw>
                </a:effectLst>
              </a:rPr>
              <a:t>m · min{log s, log m, log(2n/m)})</a:t>
            </a:r>
            <a:endParaRPr lang="zh-TW" altLang="en-US" sz="3600" dirty="0">
              <a:ln w="0"/>
              <a:effectLst>
                <a:outerShdw blurRad="38100" dist="19050" dir="2700000" algn="tl" rotWithShape="0">
                  <a:schemeClr val="dk1">
                    <a:alpha val="40000"/>
                  </a:schemeClr>
                </a:outerShdw>
              </a:effectLst>
            </a:endParaRPr>
          </a:p>
        </p:txBody>
      </p:sp>
      <p:sp>
        <p:nvSpPr>
          <p:cNvPr id="4" name="矩形 3"/>
          <p:cNvSpPr/>
          <p:nvPr/>
        </p:nvSpPr>
        <p:spPr>
          <a:xfrm>
            <a:off x="5358571" y="3831048"/>
            <a:ext cx="4778296" cy="769441"/>
          </a:xfrm>
          <a:prstGeom prst="rect">
            <a:avLst/>
          </a:prstGeom>
          <a:noFill/>
        </p:spPr>
        <p:txBody>
          <a:bodyPr wrap="none" lIns="91440" tIns="45720" rIns="91440" bIns="45720">
            <a:spAutoFit/>
          </a:bodyPr>
          <a:lstStyle/>
          <a:p>
            <a:pPr algn="ctr"/>
            <a:r>
              <a:rPr lang="en-US" altLang="zh-TW" sz="4300" b="0" cap="none" spc="0" dirty="0" smtClean="0">
                <a:ln w="0"/>
                <a:solidFill>
                  <a:srgbClr val="0070C0"/>
                </a:solidFill>
                <a:effectLst>
                  <a:outerShdw blurRad="38100" dist="19050" dir="2700000" algn="tl" rotWithShape="0">
                    <a:schemeClr val="dk1">
                      <a:alpha val="40000"/>
                    </a:schemeClr>
                  </a:outerShdw>
                </a:effectLst>
                <a:latin typeface="Algerian" panose="04020705040A02060702" pitchFamily="82" charset="0"/>
              </a:rPr>
              <a:t>C</a:t>
            </a:r>
            <a:r>
              <a:rPr lang="en-US" altLang="zh-TW" sz="4300" b="0" cap="none" spc="0" dirty="0" smtClean="0">
                <a:ln w="0"/>
                <a:solidFill>
                  <a:srgbClr val="0070C0"/>
                </a:solidFill>
                <a:effectLst>
                  <a:outerShdw blurRad="38100" dist="19050" dir="2700000" algn="tl" rotWithShape="0">
                    <a:schemeClr val="dk1">
                      <a:alpha val="40000"/>
                    </a:schemeClr>
                  </a:outerShdw>
                </a:effectLst>
              </a:rPr>
              <a:t>haracteristic Tree</a:t>
            </a:r>
            <a:endParaRPr lang="zh-TW" altLang="en-US" sz="4300" b="0" cap="none" spc="0" dirty="0">
              <a:ln w="0"/>
              <a:solidFill>
                <a:srgbClr val="0070C0"/>
              </a:solidFill>
              <a:effectLst>
                <a:outerShdw blurRad="38100" dist="19050" dir="2700000" algn="tl" rotWithShape="0">
                  <a:schemeClr val="dk1">
                    <a:alpha val="40000"/>
                  </a:schemeClr>
                </a:outerShdw>
              </a:effectLst>
            </a:endParaRPr>
          </a:p>
        </p:txBody>
      </p:sp>
      <p:grpSp>
        <p:nvGrpSpPr>
          <p:cNvPr id="5" name="群組 4"/>
          <p:cNvGrpSpPr/>
          <p:nvPr/>
        </p:nvGrpSpPr>
        <p:grpSpPr>
          <a:xfrm rot="7105921" flipH="1" flipV="1">
            <a:off x="4209925" y="4170202"/>
            <a:ext cx="977888" cy="98470"/>
            <a:chOff x="5460302" y="-663879"/>
            <a:chExt cx="1315233" cy="263046"/>
          </a:xfrm>
          <a:noFill/>
        </p:grpSpPr>
        <p:sp>
          <p:nvSpPr>
            <p:cNvPr id="6" name="手繪多邊形 5"/>
            <p:cNvSpPr/>
            <p:nvPr/>
          </p:nvSpPr>
          <p:spPr bwMode="auto">
            <a:xfrm>
              <a:off x="5460302" y="-663879"/>
              <a:ext cx="1315233" cy="263046"/>
            </a:xfrm>
            <a:custGeom>
              <a:avLst/>
              <a:gdLst>
                <a:gd name="connsiteX0" fmla="*/ 0 w 1315233"/>
                <a:gd name="connsiteY0" fmla="*/ 263046 h 263046"/>
                <a:gd name="connsiteX1" fmla="*/ 626301 w 1315233"/>
                <a:gd name="connsiteY1" fmla="*/ 0 h 263046"/>
                <a:gd name="connsiteX2" fmla="*/ 1315233 w 1315233"/>
                <a:gd name="connsiteY2" fmla="*/ 263046 h 263046"/>
              </a:gdLst>
              <a:ahLst/>
              <a:cxnLst>
                <a:cxn ang="0">
                  <a:pos x="connsiteX0" y="connsiteY0"/>
                </a:cxn>
                <a:cxn ang="0">
                  <a:pos x="connsiteX1" y="connsiteY1"/>
                </a:cxn>
                <a:cxn ang="0">
                  <a:pos x="connsiteX2" y="connsiteY2"/>
                </a:cxn>
              </a:cxnLst>
              <a:rect l="l" t="t" r="r" b="b"/>
              <a:pathLst>
                <a:path w="1315233" h="263046">
                  <a:moveTo>
                    <a:pt x="0" y="263046"/>
                  </a:moveTo>
                  <a:cubicBezTo>
                    <a:pt x="203548" y="131523"/>
                    <a:pt x="407096" y="0"/>
                    <a:pt x="626301" y="0"/>
                  </a:cubicBezTo>
                  <a:cubicBezTo>
                    <a:pt x="845506" y="0"/>
                    <a:pt x="1198323" y="215030"/>
                    <a:pt x="1315233" y="263046"/>
                  </a:cubicBezTo>
                </a:path>
              </a:pathLst>
            </a:custGeom>
            <a:grp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7" name="直線接點 6"/>
            <p:cNvCxnSpPr/>
            <p:nvPr/>
          </p:nvCxnSpPr>
          <p:spPr bwMode="auto">
            <a:xfrm flipH="1">
              <a:off x="5460302" y="-588723"/>
              <a:ext cx="28705" cy="175364"/>
            </a:xfrm>
            <a:prstGeom prst="line">
              <a:avLst/>
            </a:prstGeom>
            <a:grp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直線接點 7"/>
            <p:cNvCxnSpPr>
              <a:stCxn id="6" idx="0"/>
            </p:cNvCxnSpPr>
            <p:nvPr/>
          </p:nvCxnSpPr>
          <p:spPr bwMode="auto">
            <a:xfrm>
              <a:off x="5460302" y="-400833"/>
              <a:ext cx="237994" cy="0"/>
            </a:xfrm>
            <a:prstGeom prst="line">
              <a:avLst/>
            </a:prstGeom>
            <a:grp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1444500216"/>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300552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509820" y="1702207"/>
            <a:ext cx="5072158" cy="1908215"/>
          </a:xfrm>
          <a:prstGeom prst="rect">
            <a:avLst/>
          </a:prstGeom>
          <a:noFill/>
        </p:spPr>
        <p:txBody>
          <a:bodyPr wrap="none" lIns="91440" tIns="45720" rIns="91440" bIns="45720">
            <a:spAutoFit/>
          </a:bodyPr>
          <a:lstStyle/>
          <a:p>
            <a:pPr algn="ctr"/>
            <a:r>
              <a:rPr lang="en-US" altLang="zh-TW" sz="5400" dirty="0" smtClean="0">
                <a:ln w="0"/>
                <a:solidFill>
                  <a:srgbClr val="000000"/>
                </a:solidFill>
                <a:effectLst>
                  <a:outerShdw blurRad="38100" dist="19050" dir="2700000" algn="tl" rotWithShape="0">
                    <a:srgbClr val="000000">
                      <a:alpha val="40000"/>
                    </a:srgbClr>
                  </a:outerShdw>
                </a:effectLst>
              </a:rPr>
              <a:t>Hunt-Szymanski</a:t>
            </a:r>
          </a:p>
          <a:p>
            <a:pPr algn="ctr"/>
            <a:endParaRPr lang="en-US" altLang="zh-TW" sz="1600" dirty="0" smtClean="0">
              <a:ln w="0"/>
              <a:solidFill>
                <a:srgbClr val="000000"/>
              </a:solidFill>
              <a:effectLst>
                <a:outerShdw blurRad="38100" dist="19050" dir="2700000" algn="tl" rotWithShape="0">
                  <a:srgbClr val="000000">
                    <a:alpha val="40000"/>
                  </a:srgbClr>
                </a:outerShdw>
              </a:effectLst>
            </a:endParaRPr>
          </a:p>
          <a:p>
            <a:pPr algn="ctr"/>
            <a:r>
              <a:rPr lang="pt-BR" altLang="zh-TW" sz="4800" dirty="0" smtClean="0">
                <a:ln w="0"/>
                <a:solidFill>
                  <a:srgbClr val="000000"/>
                </a:solidFill>
                <a:effectLst>
                  <a:outerShdw blurRad="38100" dist="19050" dir="2700000" algn="tl" rotWithShape="0">
                    <a:srgbClr val="000000">
                      <a:alpha val="40000"/>
                    </a:srgbClr>
                  </a:outerShdw>
                </a:effectLst>
              </a:rPr>
              <a:t>O((r +n) log n)</a:t>
            </a:r>
          </a:p>
        </p:txBody>
      </p:sp>
    </p:spTree>
    <p:extLst>
      <p:ext uri="{BB962C8B-B14F-4D97-AF65-F5344CB8AC3E}">
        <p14:creationId xmlns:p14="http://schemas.microsoft.com/office/powerpoint/2010/main" val="3608190296"/>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2471940142"/>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9954015" y="1716066"/>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tx1">
              <a:lumMod val="65000"/>
              <a:lumOff val="35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9" name="甜甜圈 58"/>
          <p:cNvSpPr/>
          <p:nvPr/>
        </p:nvSpPr>
        <p:spPr bwMode="auto">
          <a:xfrm>
            <a:off x="1304794" y="313151"/>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文字方塊 20"/>
          <p:cNvSpPr txBox="1"/>
          <p:nvPr/>
        </p:nvSpPr>
        <p:spPr>
          <a:xfrm>
            <a:off x="1554532" y="504266"/>
            <a:ext cx="661792" cy="369332"/>
          </a:xfrm>
          <a:prstGeom prst="rect">
            <a:avLst/>
          </a:prstGeom>
          <a:noFill/>
        </p:spPr>
        <p:txBody>
          <a:bodyPr wrap="square" rtlCol="0">
            <a:spAutoFit/>
          </a:bodyPr>
          <a:lstStyle/>
          <a:p>
            <a:r>
              <a:rPr lang="en-US" altLang="zh-TW" dirty="0" smtClean="0"/>
              <a:t>0</a:t>
            </a:r>
            <a:endParaRPr lang="zh-TW" altLang="en-US" dirty="0"/>
          </a:p>
        </p:txBody>
      </p:sp>
      <p:cxnSp>
        <p:nvCxnSpPr>
          <p:cNvPr id="60" name="直線單箭頭接點 59"/>
          <p:cNvCxnSpPr/>
          <p:nvPr/>
        </p:nvCxnSpPr>
        <p:spPr bwMode="auto">
          <a:xfrm flipH="1" flipV="1">
            <a:off x="2216324" y="776614"/>
            <a:ext cx="7737691" cy="1077238"/>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713747019"/>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2577676207"/>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8043796" y="1716068"/>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tx1">
              <a:lumMod val="65000"/>
              <a:lumOff val="35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9" name="甜甜圈 58"/>
          <p:cNvSpPr/>
          <p:nvPr/>
        </p:nvSpPr>
        <p:spPr bwMode="auto">
          <a:xfrm>
            <a:off x="1304794" y="313151"/>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文字方塊 20"/>
          <p:cNvSpPr txBox="1"/>
          <p:nvPr/>
        </p:nvSpPr>
        <p:spPr>
          <a:xfrm>
            <a:off x="1554532" y="504266"/>
            <a:ext cx="661792" cy="369332"/>
          </a:xfrm>
          <a:prstGeom prst="rect">
            <a:avLst/>
          </a:prstGeom>
          <a:noFill/>
        </p:spPr>
        <p:txBody>
          <a:bodyPr wrap="square" rtlCol="0">
            <a:spAutoFit/>
          </a:bodyPr>
          <a:lstStyle/>
          <a:p>
            <a:r>
              <a:rPr lang="en-US" altLang="zh-TW" dirty="0" smtClean="0">
                <a:solidFill>
                  <a:srgbClr val="000000"/>
                </a:solidFill>
              </a:rPr>
              <a:t>0</a:t>
            </a:r>
            <a:endParaRPr lang="zh-TW" altLang="en-US" dirty="0">
              <a:solidFill>
                <a:srgbClr val="000000"/>
              </a:solidFill>
            </a:endParaRPr>
          </a:p>
        </p:txBody>
      </p:sp>
      <p:cxnSp>
        <p:nvCxnSpPr>
          <p:cNvPr id="23" name="直線單箭頭接點 22"/>
          <p:cNvCxnSpPr/>
          <p:nvPr/>
        </p:nvCxnSpPr>
        <p:spPr bwMode="auto">
          <a:xfrm flipH="1" flipV="1">
            <a:off x="2216324" y="776614"/>
            <a:ext cx="7737691" cy="1077238"/>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直線單箭頭接點 18"/>
          <p:cNvCxnSpPr/>
          <p:nvPr/>
        </p:nvCxnSpPr>
        <p:spPr bwMode="auto">
          <a:xfrm flipH="1" flipV="1">
            <a:off x="2216325" y="873598"/>
            <a:ext cx="5827471" cy="98025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甜甜圈 24"/>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Tree>
    <p:extLst>
      <p:ext uri="{BB962C8B-B14F-4D97-AF65-F5344CB8AC3E}">
        <p14:creationId xmlns:p14="http://schemas.microsoft.com/office/powerpoint/2010/main" val="3366941802"/>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1822430067"/>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7081380" y="1716066"/>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tx1">
              <a:lumMod val="65000"/>
              <a:lumOff val="35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9" name="甜甜圈 58"/>
          <p:cNvSpPr/>
          <p:nvPr/>
        </p:nvSpPr>
        <p:spPr bwMode="auto">
          <a:xfrm>
            <a:off x="1304794" y="313151"/>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文字方塊 20"/>
          <p:cNvSpPr txBox="1"/>
          <p:nvPr/>
        </p:nvSpPr>
        <p:spPr>
          <a:xfrm>
            <a:off x="1554532" y="504266"/>
            <a:ext cx="661792" cy="369332"/>
          </a:xfrm>
          <a:prstGeom prst="rect">
            <a:avLst/>
          </a:prstGeom>
          <a:noFill/>
        </p:spPr>
        <p:txBody>
          <a:bodyPr wrap="square" rtlCol="0">
            <a:spAutoFit/>
          </a:bodyPr>
          <a:lstStyle/>
          <a:p>
            <a:r>
              <a:rPr lang="en-US" altLang="zh-TW" dirty="0" smtClean="0">
                <a:solidFill>
                  <a:srgbClr val="000000"/>
                </a:solidFill>
              </a:rPr>
              <a:t>0</a:t>
            </a:r>
            <a:endParaRPr lang="zh-TW" altLang="en-US" dirty="0">
              <a:solidFill>
                <a:srgbClr val="000000"/>
              </a:solidFill>
            </a:endParaRPr>
          </a:p>
        </p:txBody>
      </p:sp>
      <p:cxnSp>
        <p:nvCxnSpPr>
          <p:cNvPr id="23" name="直線單箭頭接點 22"/>
          <p:cNvCxnSpPr/>
          <p:nvPr/>
        </p:nvCxnSpPr>
        <p:spPr bwMode="auto">
          <a:xfrm flipH="1" flipV="1">
            <a:off x="2216324" y="776614"/>
            <a:ext cx="7737691" cy="1077238"/>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直線單箭頭接點 18"/>
          <p:cNvCxnSpPr/>
          <p:nvPr/>
        </p:nvCxnSpPr>
        <p:spPr bwMode="auto">
          <a:xfrm flipH="1" flipV="1">
            <a:off x="2216325" y="873598"/>
            <a:ext cx="5827471" cy="98025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線單箭頭接點 19"/>
          <p:cNvCxnSpPr/>
          <p:nvPr/>
        </p:nvCxnSpPr>
        <p:spPr bwMode="auto">
          <a:xfrm flipH="1" flipV="1">
            <a:off x="2167524" y="986334"/>
            <a:ext cx="4913855" cy="964502"/>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甜甜圈 25"/>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7" name="甜甜圈 26"/>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Tree>
    <p:extLst>
      <p:ext uri="{BB962C8B-B14F-4D97-AF65-F5344CB8AC3E}">
        <p14:creationId xmlns:p14="http://schemas.microsoft.com/office/powerpoint/2010/main" val="970693880"/>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90758263"/>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tx1">
              <a:lumMod val="65000"/>
              <a:lumOff val="35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9" name="甜甜圈 58"/>
          <p:cNvSpPr/>
          <p:nvPr/>
        </p:nvSpPr>
        <p:spPr bwMode="auto">
          <a:xfrm>
            <a:off x="1304794" y="313151"/>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文字方塊 20"/>
          <p:cNvSpPr txBox="1"/>
          <p:nvPr/>
        </p:nvSpPr>
        <p:spPr>
          <a:xfrm>
            <a:off x="1554532" y="504266"/>
            <a:ext cx="661792" cy="369332"/>
          </a:xfrm>
          <a:prstGeom prst="rect">
            <a:avLst/>
          </a:prstGeom>
          <a:noFill/>
        </p:spPr>
        <p:txBody>
          <a:bodyPr wrap="square" rtlCol="0">
            <a:spAutoFit/>
          </a:bodyPr>
          <a:lstStyle/>
          <a:p>
            <a:r>
              <a:rPr lang="en-US" altLang="zh-TW" dirty="0" smtClean="0">
                <a:solidFill>
                  <a:srgbClr val="000000"/>
                </a:solidFill>
              </a:rPr>
              <a:t>0</a:t>
            </a:r>
            <a:endParaRPr lang="zh-TW" altLang="en-US" dirty="0">
              <a:solidFill>
                <a:srgbClr val="000000"/>
              </a:solidFill>
            </a:endParaRPr>
          </a:p>
        </p:txBody>
      </p:sp>
      <p:cxnSp>
        <p:nvCxnSpPr>
          <p:cNvPr id="23" name="直線單箭頭接點 22"/>
          <p:cNvCxnSpPr/>
          <p:nvPr/>
        </p:nvCxnSpPr>
        <p:spPr bwMode="auto">
          <a:xfrm flipH="1" flipV="1">
            <a:off x="2216324" y="776614"/>
            <a:ext cx="7737691" cy="1077238"/>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線單箭頭接點 19"/>
          <p:cNvCxnSpPr/>
          <p:nvPr/>
        </p:nvCxnSpPr>
        <p:spPr bwMode="auto">
          <a:xfrm flipH="1" flipV="1">
            <a:off x="2167524" y="986334"/>
            <a:ext cx="4913855" cy="964502"/>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線單箭頭接點 21"/>
          <p:cNvCxnSpPr/>
          <p:nvPr/>
        </p:nvCxnSpPr>
        <p:spPr bwMode="auto">
          <a:xfrm flipH="1" flipV="1">
            <a:off x="2081409" y="1064713"/>
            <a:ext cx="2127335" cy="789139"/>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甜甜圈 24"/>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6" name="甜甜圈 25"/>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7" name="甜甜圈 26"/>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19" name="直線單箭頭接點 18"/>
          <p:cNvCxnSpPr/>
          <p:nvPr/>
        </p:nvCxnSpPr>
        <p:spPr bwMode="auto">
          <a:xfrm flipH="1" flipV="1">
            <a:off x="2216325" y="873598"/>
            <a:ext cx="5827471" cy="98025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107874693"/>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90347169"/>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tx1">
              <a:lumMod val="65000"/>
              <a:lumOff val="35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9" name="甜甜圈 58"/>
          <p:cNvSpPr/>
          <p:nvPr/>
        </p:nvSpPr>
        <p:spPr bwMode="auto">
          <a:xfrm>
            <a:off x="1304794" y="313151"/>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文字方塊 20"/>
          <p:cNvSpPr txBox="1"/>
          <p:nvPr/>
        </p:nvSpPr>
        <p:spPr>
          <a:xfrm>
            <a:off x="1554532" y="504266"/>
            <a:ext cx="661792" cy="369332"/>
          </a:xfrm>
          <a:prstGeom prst="rect">
            <a:avLst/>
          </a:prstGeom>
          <a:noFill/>
        </p:spPr>
        <p:txBody>
          <a:bodyPr wrap="square" rtlCol="0">
            <a:spAutoFit/>
          </a:bodyPr>
          <a:lstStyle/>
          <a:p>
            <a:r>
              <a:rPr lang="en-US" altLang="zh-TW" dirty="0" smtClean="0">
                <a:solidFill>
                  <a:srgbClr val="000000"/>
                </a:solidFill>
              </a:rPr>
              <a:t>0</a:t>
            </a:r>
            <a:endParaRPr lang="zh-TW" altLang="en-US" dirty="0">
              <a:solidFill>
                <a:srgbClr val="000000"/>
              </a:solidFill>
            </a:endParaRPr>
          </a:p>
        </p:txBody>
      </p:sp>
      <p:cxnSp>
        <p:nvCxnSpPr>
          <p:cNvPr id="23" name="直線單箭頭接點 22"/>
          <p:cNvCxnSpPr/>
          <p:nvPr/>
        </p:nvCxnSpPr>
        <p:spPr bwMode="auto">
          <a:xfrm flipH="1" flipV="1">
            <a:off x="2216324" y="776614"/>
            <a:ext cx="7737691" cy="1077238"/>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線單箭頭接點 19"/>
          <p:cNvCxnSpPr/>
          <p:nvPr/>
        </p:nvCxnSpPr>
        <p:spPr bwMode="auto">
          <a:xfrm flipH="1" flipV="1">
            <a:off x="2167524" y="986334"/>
            <a:ext cx="4913855" cy="964502"/>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線單箭頭接點 21"/>
          <p:cNvCxnSpPr/>
          <p:nvPr/>
        </p:nvCxnSpPr>
        <p:spPr bwMode="auto">
          <a:xfrm flipH="1" flipV="1">
            <a:off x="2081409" y="1064713"/>
            <a:ext cx="2127335" cy="789139"/>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線單箭頭接點 25"/>
          <p:cNvCxnSpPr>
            <a:endCxn id="3" idx="6"/>
          </p:cNvCxnSpPr>
          <p:nvPr/>
        </p:nvCxnSpPr>
        <p:spPr bwMode="auto">
          <a:xfrm flipH="1" flipV="1">
            <a:off x="4985359" y="2091847"/>
            <a:ext cx="4005195" cy="713983"/>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 name="甜甜圈 27"/>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9" name="甜甜圈 28"/>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0" name="甜甜圈 29"/>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19" name="直線單箭頭接點 18"/>
          <p:cNvCxnSpPr/>
          <p:nvPr/>
        </p:nvCxnSpPr>
        <p:spPr bwMode="auto">
          <a:xfrm flipH="1" flipV="1">
            <a:off x="2216325" y="873598"/>
            <a:ext cx="5827471" cy="98025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411345928"/>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1820232160"/>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tx1">
              <a:lumMod val="65000"/>
              <a:lumOff val="35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9" name="甜甜圈 58"/>
          <p:cNvSpPr/>
          <p:nvPr/>
        </p:nvSpPr>
        <p:spPr bwMode="auto">
          <a:xfrm>
            <a:off x="1304794" y="313151"/>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文字方塊 20"/>
          <p:cNvSpPr txBox="1"/>
          <p:nvPr/>
        </p:nvSpPr>
        <p:spPr>
          <a:xfrm>
            <a:off x="1554532" y="504266"/>
            <a:ext cx="661792" cy="369332"/>
          </a:xfrm>
          <a:prstGeom prst="rect">
            <a:avLst/>
          </a:prstGeom>
          <a:noFill/>
        </p:spPr>
        <p:txBody>
          <a:bodyPr wrap="square" rtlCol="0">
            <a:spAutoFit/>
          </a:bodyPr>
          <a:lstStyle/>
          <a:p>
            <a:r>
              <a:rPr lang="en-US" altLang="zh-TW" dirty="0" smtClean="0">
                <a:solidFill>
                  <a:srgbClr val="000000"/>
                </a:solidFill>
              </a:rPr>
              <a:t>0</a:t>
            </a:r>
            <a:endParaRPr lang="zh-TW" altLang="en-US" dirty="0">
              <a:solidFill>
                <a:srgbClr val="000000"/>
              </a:solidFill>
            </a:endParaRPr>
          </a:p>
        </p:txBody>
      </p:sp>
      <p:cxnSp>
        <p:nvCxnSpPr>
          <p:cNvPr id="23" name="直線單箭頭接點 22"/>
          <p:cNvCxnSpPr/>
          <p:nvPr/>
        </p:nvCxnSpPr>
        <p:spPr bwMode="auto">
          <a:xfrm flipH="1" flipV="1">
            <a:off x="2216324" y="776614"/>
            <a:ext cx="7737691" cy="1077238"/>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線單箭頭接點 19"/>
          <p:cNvCxnSpPr/>
          <p:nvPr/>
        </p:nvCxnSpPr>
        <p:spPr bwMode="auto">
          <a:xfrm flipH="1" flipV="1">
            <a:off x="2167524" y="986334"/>
            <a:ext cx="4913855" cy="964502"/>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線單箭頭接點 21"/>
          <p:cNvCxnSpPr/>
          <p:nvPr/>
        </p:nvCxnSpPr>
        <p:spPr bwMode="auto">
          <a:xfrm flipH="1" flipV="1">
            <a:off x="2081409" y="1064713"/>
            <a:ext cx="2127335" cy="789139"/>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線單箭頭接點 25"/>
          <p:cNvCxnSpPr>
            <a:endCxn id="3" idx="6"/>
          </p:cNvCxnSpPr>
          <p:nvPr/>
        </p:nvCxnSpPr>
        <p:spPr bwMode="auto">
          <a:xfrm flipH="1" flipV="1">
            <a:off x="4985359" y="2091847"/>
            <a:ext cx="4005195" cy="713983"/>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線單箭頭接點 23"/>
          <p:cNvCxnSpPr/>
          <p:nvPr/>
        </p:nvCxnSpPr>
        <p:spPr bwMode="auto">
          <a:xfrm flipH="1" flipV="1">
            <a:off x="4970745" y="2286001"/>
            <a:ext cx="1132560" cy="250521"/>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 name="甜甜圈 26"/>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8" name="甜甜圈 27"/>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9" name="甜甜圈 28"/>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19" name="直線單箭頭接點 18"/>
          <p:cNvCxnSpPr/>
          <p:nvPr/>
        </p:nvCxnSpPr>
        <p:spPr bwMode="auto">
          <a:xfrm flipH="1" flipV="1">
            <a:off x="2216325" y="873598"/>
            <a:ext cx="5827471" cy="98025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757075007"/>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2007315581"/>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tx1">
              <a:lumMod val="65000"/>
              <a:lumOff val="35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9" name="甜甜圈 58"/>
          <p:cNvSpPr/>
          <p:nvPr/>
        </p:nvSpPr>
        <p:spPr bwMode="auto">
          <a:xfrm>
            <a:off x="1304794" y="313151"/>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文字方塊 20"/>
          <p:cNvSpPr txBox="1"/>
          <p:nvPr/>
        </p:nvSpPr>
        <p:spPr>
          <a:xfrm>
            <a:off x="1554532" y="504266"/>
            <a:ext cx="661792" cy="369332"/>
          </a:xfrm>
          <a:prstGeom prst="rect">
            <a:avLst/>
          </a:prstGeom>
          <a:noFill/>
        </p:spPr>
        <p:txBody>
          <a:bodyPr wrap="square" rtlCol="0">
            <a:spAutoFit/>
          </a:bodyPr>
          <a:lstStyle/>
          <a:p>
            <a:r>
              <a:rPr lang="en-US" altLang="zh-TW" dirty="0" smtClean="0">
                <a:solidFill>
                  <a:srgbClr val="000000"/>
                </a:solidFill>
              </a:rPr>
              <a:t>0</a:t>
            </a:r>
            <a:endParaRPr lang="zh-TW" altLang="en-US" dirty="0">
              <a:solidFill>
                <a:srgbClr val="000000"/>
              </a:solidFill>
            </a:endParaRPr>
          </a:p>
        </p:txBody>
      </p:sp>
      <p:cxnSp>
        <p:nvCxnSpPr>
          <p:cNvPr id="23" name="直線單箭頭接點 22"/>
          <p:cNvCxnSpPr/>
          <p:nvPr/>
        </p:nvCxnSpPr>
        <p:spPr bwMode="auto">
          <a:xfrm flipH="1" flipV="1">
            <a:off x="2216324" y="776614"/>
            <a:ext cx="7737691" cy="1077238"/>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線單箭頭接點 19"/>
          <p:cNvCxnSpPr/>
          <p:nvPr/>
        </p:nvCxnSpPr>
        <p:spPr bwMode="auto">
          <a:xfrm flipH="1" flipV="1">
            <a:off x="2167524" y="986334"/>
            <a:ext cx="4913855" cy="964502"/>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線單箭頭接點 21"/>
          <p:cNvCxnSpPr/>
          <p:nvPr/>
        </p:nvCxnSpPr>
        <p:spPr bwMode="auto">
          <a:xfrm flipH="1" flipV="1">
            <a:off x="2081409" y="1064713"/>
            <a:ext cx="2127335" cy="789139"/>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線單箭頭接點 25"/>
          <p:cNvCxnSpPr>
            <a:endCxn id="3" idx="6"/>
          </p:cNvCxnSpPr>
          <p:nvPr/>
        </p:nvCxnSpPr>
        <p:spPr bwMode="auto">
          <a:xfrm flipH="1" flipV="1">
            <a:off x="4985359" y="2091847"/>
            <a:ext cx="4005195" cy="713983"/>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線單箭頭接點 23"/>
          <p:cNvCxnSpPr/>
          <p:nvPr/>
        </p:nvCxnSpPr>
        <p:spPr bwMode="auto">
          <a:xfrm flipH="1" flipV="1">
            <a:off x="4970745" y="2286001"/>
            <a:ext cx="1132560" cy="250521"/>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單箭頭接點 27"/>
          <p:cNvCxnSpPr/>
          <p:nvPr/>
        </p:nvCxnSpPr>
        <p:spPr bwMode="auto">
          <a:xfrm flipH="1" flipV="1">
            <a:off x="1966586" y="1152395"/>
            <a:ext cx="1412184" cy="1425297"/>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甜甜圈 28"/>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0" name="甜甜圈 29"/>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1" name="甜甜圈 30"/>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19" name="直線單箭頭接點 18"/>
          <p:cNvCxnSpPr/>
          <p:nvPr/>
        </p:nvCxnSpPr>
        <p:spPr bwMode="auto">
          <a:xfrm flipH="1" flipV="1">
            <a:off x="2216325" y="873598"/>
            <a:ext cx="5827471" cy="98025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336196785"/>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1081783267"/>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tx1">
              <a:lumMod val="65000"/>
              <a:lumOff val="35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9" name="甜甜圈 58"/>
          <p:cNvSpPr/>
          <p:nvPr/>
        </p:nvSpPr>
        <p:spPr bwMode="auto">
          <a:xfrm>
            <a:off x="1304794" y="313151"/>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文字方塊 20"/>
          <p:cNvSpPr txBox="1"/>
          <p:nvPr/>
        </p:nvSpPr>
        <p:spPr>
          <a:xfrm>
            <a:off x="1554532" y="504266"/>
            <a:ext cx="661792" cy="369332"/>
          </a:xfrm>
          <a:prstGeom prst="rect">
            <a:avLst/>
          </a:prstGeom>
          <a:noFill/>
        </p:spPr>
        <p:txBody>
          <a:bodyPr wrap="square" rtlCol="0">
            <a:spAutoFit/>
          </a:bodyPr>
          <a:lstStyle/>
          <a:p>
            <a:r>
              <a:rPr lang="en-US" altLang="zh-TW" dirty="0" smtClean="0">
                <a:solidFill>
                  <a:srgbClr val="000000"/>
                </a:solidFill>
              </a:rPr>
              <a:t>0</a:t>
            </a:r>
            <a:endParaRPr lang="zh-TW" altLang="en-US" dirty="0">
              <a:solidFill>
                <a:srgbClr val="000000"/>
              </a:solidFill>
            </a:endParaRPr>
          </a:p>
        </p:txBody>
      </p:sp>
      <p:cxnSp>
        <p:nvCxnSpPr>
          <p:cNvPr id="23" name="直線單箭頭接點 22"/>
          <p:cNvCxnSpPr/>
          <p:nvPr/>
        </p:nvCxnSpPr>
        <p:spPr bwMode="auto">
          <a:xfrm flipH="1" flipV="1">
            <a:off x="2216324" y="776614"/>
            <a:ext cx="7737691" cy="1077238"/>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線單箭頭接點 19"/>
          <p:cNvCxnSpPr/>
          <p:nvPr/>
        </p:nvCxnSpPr>
        <p:spPr bwMode="auto">
          <a:xfrm flipH="1" flipV="1">
            <a:off x="2167524" y="986334"/>
            <a:ext cx="4913855" cy="964502"/>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線單箭頭接點 21"/>
          <p:cNvCxnSpPr/>
          <p:nvPr/>
        </p:nvCxnSpPr>
        <p:spPr bwMode="auto">
          <a:xfrm flipH="1" flipV="1">
            <a:off x="2081409" y="1064713"/>
            <a:ext cx="2127335" cy="789139"/>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線單箭頭接點 25"/>
          <p:cNvCxnSpPr>
            <a:endCxn id="3" idx="6"/>
          </p:cNvCxnSpPr>
          <p:nvPr/>
        </p:nvCxnSpPr>
        <p:spPr bwMode="auto">
          <a:xfrm flipH="1" flipV="1">
            <a:off x="4985359" y="2091847"/>
            <a:ext cx="4005195" cy="713983"/>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線單箭頭接點 23"/>
          <p:cNvCxnSpPr/>
          <p:nvPr/>
        </p:nvCxnSpPr>
        <p:spPr bwMode="auto">
          <a:xfrm flipH="1" flipV="1">
            <a:off x="4970745" y="2286001"/>
            <a:ext cx="1132560" cy="250521"/>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直線單箭頭接點 24"/>
          <p:cNvCxnSpPr>
            <a:stCxn id="8" idx="1"/>
          </p:cNvCxnSpPr>
          <p:nvPr/>
        </p:nvCxnSpPr>
        <p:spPr bwMode="auto">
          <a:xfrm flipH="1" flipV="1">
            <a:off x="1966586" y="1152395"/>
            <a:ext cx="1412184" cy="1425297"/>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線單箭頭接點 29"/>
          <p:cNvCxnSpPr>
            <a:endCxn id="8" idx="5"/>
          </p:cNvCxnSpPr>
          <p:nvPr/>
        </p:nvCxnSpPr>
        <p:spPr bwMode="auto">
          <a:xfrm flipH="1" flipV="1">
            <a:off x="3912420" y="3109126"/>
            <a:ext cx="1235777" cy="285427"/>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 name="甜甜圈 31"/>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3" name="甜甜圈 32"/>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4" name="甜甜圈 33"/>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19" name="直線單箭頭接點 18"/>
          <p:cNvCxnSpPr/>
          <p:nvPr/>
        </p:nvCxnSpPr>
        <p:spPr bwMode="auto">
          <a:xfrm flipH="1" flipV="1">
            <a:off x="2216325" y="873598"/>
            <a:ext cx="5827471" cy="98025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476190283"/>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1853564472"/>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accent1">
              <a:lumMod val="50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9" name="甜甜圈 58"/>
          <p:cNvSpPr/>
          <p:nvPr/>
        </p:nvSpPr>
        <p:spPr bwMode="auto">
          <a:xfrm>
            <a:off x="1304794" y="313151"/>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文字方塊 20"/>
          <p:cNvSpPr txBox="1"/>
          <p:nvPr/>
        </p:nvSpPr>
        <p:spPr>
          <a:xfrm>
            <a:off x="1554532" y="504266"/>
            <a:ext cx="661792" cy="369332"/>
          </a:xfrm>
          <a:prstGeom prst="rect">
            <a:avLst/>
          </a:prstGeom>
          <a:noFill/>
        </p:spPr>
        <p:txBody>
          <a:bodyPr wrap="square" rtlCol="0">
            <a:spAutoFit/>
          </a:bodyPr>
          <a:lstStyle/>
          <a:p>
            <a:r>
              <a:rPr lang="en-US" altLang="zh-TW" dirty="0" smtClean="0">
                <a:solidFill>
                  <a:srgbClr val="000000"/>
                </a:solidFill>
              </a:rPr>
              <a:t>0</a:t>
            </a:r>
            <a:endParaRPr lang="zh-TW" altLang="en-US" dirty="0">
              <a:solidFill>
                <a:srgbClr val="000000"/>
              </a:solidFill>
            </a:endParaRPr>
          </a:p>
        </p:txBody>
      </p:sp>
      <p:cxnSp>
        <p:nvCxnSpPr>
          <p:cNvPr id="23" name="直線單箭頭接點 22"/>
          <p:cNvCxnSpPr/>
          <p:nvPr/>
        </p:nvCxnSpPr>
        <p:spPr bwMode="auto">
          <a:xfrm flipH="1" flipV="1">
            <a:off x="2216324" y="776614"/>
            <a:ext cx="7737691" cy="1077238"/>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線單箭頭接點 19"/>
          <p:cNvCxnSpPr/>
          <p:nvPr/>
        </p:nvCxnSpPr>
        <p:spPr bwMode="auto">
          <a:xfrm flipH="1" flipV="1">
            <a:off x="2167524" y="986334"/>
            <a:ext cx="4913855" cy="964502"/>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線單箭頭接點 21"/>
          <p:cNvCxnSpPr/>
          <p:nvPr/>
        </p:nvCxnSpPr>
        <p:spPr bwMode="auto">
          <a:xfrm flipH="1" flipV="1">
            <a:off x="2081409" y="1064713"/>
            <a:ext cx="2127335" cy="789139"/>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線單箭頭接點 25"/>
          <p:cNvCxnSpPr>
            <a:endCxn id="3" idx="6"/>
          </p:cNvCxnSpPr>
          <p:nvPr/>
        </p:nvCxnSpPr>
        <p:spPr bwMode="auto">
          <a:xfrm flipH="1" flipV="1">
            <a:off x="4985359" y="2091847"/>
            <a:ext cx="4005195" cy="713983"/>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線單箭頭接點 23"/>
          <p:cNvCxnSpPr/>
          <p:nvPr/>
        </p:nvCxnSpPr>
        <p:spPr bwMode="auto">
          <a:xfrm flipH="1" flipV="1">
            <a:off x="4970745" y="2286001"/>
            <a:ext cx="1132560" cy="250521"/>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直線單箭頭接點 24"/>
          <p:cNvCxnSpPr>
            <a:stCxn id="8" idx="1"/>
          </p:cNvCxnSpPr>
          <p:nvPr/>
        </p:nvCxnSpPr>
        <p:spPr bwMode="auto">
          <a:xfrm flipH="1" flipV="1">
            <a:off x="1966586" y="1152395"/>
            <a:ext cx="1412184" cy="1425297"/>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線單箭頭接點 29"/>
          <p:cNvCxnSpPr>
            <a:endCxn id="8" idx="5"/>
          </p:cNvCxnSpPr>
          <p:nvPr/>
        </p:nvCxnSpPr>
        <p:spPr bwMode="auto">
          <a:xfrm flipH="1" flipV="1">
            <a:off x="3912420" y="3109126"/>
            <a:ext cx="1235777" cy="285427"/>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線單箭頭接點 26"/>
          <p:cNvCxnSpPr/>
          <p:nvPr/>
        </p:nvCxnSpPr>
        <p:spPr bwMode="auto">
          <a:xfrm flipH="1" flipV="1">
            <a:off x="1841326" y="1152395"/>
            <a:ext cx="651353" cy="2066795"/>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甜甜圈 30"/>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2" name="甜甜圈 31"/>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3" name="甜甜圈 32"/>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19" name="直線單箭頭接點 18"/>
          <p:cNvCxnSpPr/>
          <p:nvPr/>
        </p:nvCxnSpPr>
        <p:spPr bwMode="auto">
          <a:xfrm flipH="1" flipV="1">
            <a:off x="2216325" y="873598"/>
            <a:ext cx="5827471" cy="98025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993467959"/>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41038333"/>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accent1">
              <a:lumMod val="50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9" name="甜甜圈 58"/>
          <p:cNvSpPr/>
          <p:nvPr/>
        </p:nvSpPr>
        <p:spPr bwMode="auto">
          <a:xfrm>
            <a:off x="1304794" y="313151"/>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文字方塊 20"/>
          <p:cNvSpPr txBox="1"/>
          <p:nvPr/>
        </p:nvSpPr>
        <p:spPr>
          <a:xfrm>
            <a:off x="1554532" y="504266"/>
            <a:ext cx="661792" cy="369332"/>
          </a:xfrm>
          <a:prstGeom prst="rect">
            <a:avLst/>
          </a:prstGeom>
          <a:noFill/>
        </p:spPr>
        <p:txBody>
          <a:bodyPr wrap="square" rtlCol="0">
            <a:spAutoFit/>
          </a:bodyPr>
          <a:lstStyle/>
          <a:p>
            <a:r>
              <a:rPr lang="en-US" altLang="zh-TW" dirty="0" smtClean="0">
                <a:solidFill>
                  <a:srgbClr val="000000"/>
                </a:solidFill>
              </a:rPr>
              <a:t>0</a:t>
            </a:r>
            <a:endParaRPr lang="zh-TW" altLang="en-US" dirty="0">
              <a:solidFill>
                <a:srgbClr val="000000"/>
              </a:solidFill>
            </a:endParaRPr>
          </a:p>
        </p:txBody>
      </p:sp>
      <p:cxnSp>
        <p:nvCxnSpPr>
          <p:cNvPr id="23" name="直線單箭頭接點 22"/>
          <p:cNvCxnSpPr/>
          <p:nvPr/>
        </p:nvCxnSpPr>
        <p:spPr bwMode="auto">
          <a:xfrm flipH="1" flipV="1">
            <a:off x="2216324" y="776614"/>
            <a:ext cx="7737691" cy="1077238"/>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線單箭頭接點 19"/>
          <p:cNvCxnSpPr/>
          <p:nvPr/>
        </p:nvCxnSpPr>
        <p:spPr bwMode="auto">
          <a:xfrm flipH="1" flipV="1">
            <a:off x="2167524" y="986334"/>
            <a:ext cx="4913855" cy="964502"/>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線單箭頭接點 21"/>
          <p:cNvCxnSpPr/>
          <p:nvPr/>
        </p:nvCxnSpPr>
        <p:spPr bwMode="auto">
          <a:xfrm flipH="1" flipV="1">
            <a:off x="2081409" y="1064713"/>
            <a:ext cx="2127335" cy="789139"/>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線單箭頭接點 25"/>
          <p:cNvCxnSpPr>
            <a:endCxn id="3" idx="6"/>
          </p:cNvCxnSpPr>
          <p:nvPr/>
        </p:nvCxnSpPr>
        <p:spPr bwMode="auto">
          <a:xfrm flipH="1" flipV="1">
            <a:off x="4985359" y="2091847"/>
            <a:ext cx="4005195" cy="713983"/>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線單箭頭接點 23"/>
          <p:cNvCxnSpPr/>
          <p:nvPr/>
        </p:nvCxnSpPr>
        <p:spPr bwMode="auto">
          <a:xfrm flipH="1" flipV="1">
            <a:off x="4970745" y="2286001"/>
            <a:ext cx="1132560" cy="250521"/>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直線單箭頭接點 24"/>
          <p:cNvCxnSpPr>
            <a:stCxn id="8" idx="1"/>
          </p:cNvCxnSpPr>
          <p:nvPr/>
        </p:nvCxnSpPr>
        <p:spPr bwMode="auto">
          <a:xfrm flipH="1" flipV="1">
            <a:off x="1966586" y="1152395"/>
            <a:ext cx="1412184" cy="1425297"/>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線單箭頭接點 29"/>
          <p:cNvCxnSpPr>
            <a:endCxn id="8" idx="5"/>
          </p:cNvCxnSpPr>
          <p:nvPr/>
        </p:nvCxnSpPr>
        <p:spPr bwMode="auto">
          <a:xfrm flipH="1" flipV="1">
            <a:off x="3912420" y="3109126"/>
            <a:ext cx="1235777" cy="285427"/>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線單箭頭接點 26"/>
          <p:cNvCxnSpPr/>
          <p:nvPr/>
        </p:nvCxnSpPr>
        <p:spPr bwMode="auto">
          <a:xfrm flipH="1" flipV="1">
            <a:off x="1841326" y="1152395"/>
            <a:ext cx="651353" cy="2066795"/>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單箭頭接點 27"/>
          <p:cNvCxnSpPr/>
          <p:nvPr/>
        </p:nvCxnSpPr>
        <p:spPr bwMode="auto">
          <a:xfrm flipH="1" flipV="1">
            <a:off x="5946729" y="3720230"/>
            <a:ext cx="3043825" cy="96450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甜甜圈 30"/>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2" name="甜甜圈 31"/>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3" name="甜甜圈 32"/>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19" name="直線單箭頭接點 18"/>
          <p:cNvCxnSpPr/>
          <p:nvPr/>
        </p:nvCxnSpPr>
        <p:spPr bwMode="auto">
          <a:xfrm flipH="1" flipV="1">
            <a:off x="2216325" y="873598"/>
            <a:ext cx="5827471" cy="98025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486622067"/>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2792624427"/>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accent1">
              <a:lumMod val="50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9" name="甜甜圈 58"/>
          <p:cNvSpPr/>
          <p:nvPr/>
        </p:nvSpPr>
        <p:spPr bwMode="auto">
          <a:xfrm>
            <a:off x="1304794" y="313151"/>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文字方塊 20"/>
          <p:cNvSpPr txBox="1"/>
          <p:nvPr/>
        </p:nvSpPr>
        <p:spPr>
          <a:xfrm>
            <a:off x="1554532" y="504266"/>
            <a:ext cx="661792" cy="369332"/>
          </a:xfrm>
          <a:prstGeom prst="rect">
            <a:avLst/>
          </a:prstGeom>
          <a:noFill/>
        </p:spPr>
        <p:txBody>
          <a:bodyPr wrap="square" rtlCol="0">
            <a:spAutoFit/>
          </a:bodyPr>
          <a:lstStyle/>
          <a:p>
            <a:r>
              <a:rPr lang="en-US" altLang="zh-TW" dirty="0" smtClean="0">
                <a:solidFill>
                  <a:srgbClr val="000000"/>
                </a:solidFill>
              </a:rPr>
              <a:t>0</a:t>
            </a:r>
            <a:endParaRPr lang="zh-TW" altLang="en-US" dirty="0">
              <a:solidFill>
                <a:srgbClr val="000000"/>
              </a:solidFill>
            </a:endParaRPr>
          </a:p>
        </p:txBody>
      </p:sp>
      <p:cxnSp>
        <p:nvCxnSpPr>
          <p:cNvPr id="23" name="直線單箭頭接點 22"/>
          <p:cNvCxnSpPr/>
          <p:nvPr/>
        </p:nvCxnSpPr>
        <p:spPr bwMode="auto">
          <a:xfrm flipH="1" flipV="1">
            <a:off x="2216324" y="776614"/>
            <a:ext cx="7737691" cy="1077238"/>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線單箭頭接點 19"/>
          <p:cNvCxnSpPr/>
          <p:nvPr/>
        </p:nvCxnSpPr>
        <p:spPr bwMode="auto">
          <a:xfrm flipH="1" flipV="1">
            <a:off x="2167524" y="986334"/>
            <a:ext cx="4913855" cy="964502"/>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線單箭頭接點 21"/>
          <p:cNvCxnSpPr/>
          <p:nvPr/>
        </p:nvCxnSpPr>
        <p:spPr bwMode="auto">
          <a:xfrm flipH="1" flipV="1">
            <a:off x="2081409" y="1064713"/>
            <a:ext cx="2127335" cy="789139"/>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線單箭頭接點 25"/>
          <p:cNvCxnSpPr>
            <a:endCxn id="3" idx="6"/>
          </p:cNvCxnSpPr>
          <p:nvPr/>
        </p:nvCxnSpPr>
        <p:spPr bwMode="auto">
          <a:xfrm flipH="1" flipV="1">
            <a:off x="4985359" y="2091847"/>
            <a:ext cx="4005195" cy="713983"/>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線單箭頭接點 23"/>
          <p:cNvCxnSpPr/>
          <p:nvPr/>
        </p:nvCxnSpPr>
        <p:spPr bwMode="auto">
          <a:xfrm flipH="1" flipV="1">
            <a:off x="4970745" y="2286001"/>
            <a:ext cx="1132560" cy="250521"/>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直線單箭頭接點 24"/>
          <p:cNvCxnSpPr>
            <a:stCxn id="8" idx="1"/>
          </p:cNvCxnSpPr>
          <p:nvPr/>
        </p:nvCxnSpPr>
        <p:spPr bwMode="auto">
          <a:xfrm flipH="1" flipV="1">
            <a:off x="1966586" y="1152395"/>
            <a:ext cx="1412184" cy="1425297"/>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線單箭頭接點 29"/>
          <p:cNvCxnSpPr>
            <a:endCxn id="8" idx="5"/>
          </p:cNvCxnSpPr>
          <p:nvPr/>
        </p:nvCxnSpPr>
        <p:spPr bwMode="auto">
          <a:xfrm flipH="1" flipV="1">
            <a:off x="3912420" y="3109126"/>
            <a:ext cx="1235777" cy="285427"/>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線單箭頭接點 26"/>
          <p:cNvCxnSpPr/>
          <p:nvPr/>
        </p:nvCxnSpPr>
        <p:spPr bwMode="auto">
          <a:xfrm flipH="1" flipV="1">
            <a:off x="1841326" y="1152395"/>
            <a:ext cx="651353" cy="2066795"/>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單箭頭接點 27"/>
          <p:cNvCxnSpPr/>
          <p:nvPr/>
        </p:nvCxnSpPr>
        <p:spPr bwMode="auto">
          <a:xfrm flipH="1" flipV="1">
            <a:off x="5946729" y="3720230"/>
            <a:ext cx="3043825" cy="96450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線單箭頭接點 28"/>
          <p:cNvCxnSpPr>
            <a:endCxn id="6" idx="5"/>
          </p:cNvCxnSpPr>
          <p:nvPr/>
        </p:nvCxnSpPr>
        <p:spPr bwMode="auto">
          <a:xfrm flipH="1" flipV="1">
            <a:off x="5832996" y="3860688"/>
            <a:ext cx="492648" cy="732189"/>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 name="甜甜圈 31"/>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3" name="甜甜圈 32"/>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4" name="甜甜圈 33"/>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19" name="直線單箭頭接點 18"/>
          <p:cNvCxnSpPr/>
          <p:nvPr/>
        </p:nvCxnSpPr>
        <p:spPr bwMode="auto">
          <a:xfrm flipH="1" flipV="1">
            <a:off x="2216325" y="873598"/>
            <a:ext cx="5827471" cy="98025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4083346069"/>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2798340961"/>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accent1">
              <a:lumMod val="50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9" name="甜甜圈 58"/>
          <p:cNvSpPr/>
          <p:nvPr/>
        </p:nvSpPr>
        <p:spPr bwMode="auto">
          <a:xfrm>
            <a:off x="1304794" y="313151"/>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文字方塊 20"/>
          <p:cNvSpPr txBox="1"/>
          <p:nvPr/>
        </p:nvSpPr>
        <p:spPr>
          <a:xfrm>
            <a:off x="1554532" y="504266"/>
            <a:ext cx="661792" cy="369332"/>
          </a:xfrm>
          <a:prstGeom prst="rect">
            <a:avLst/>
          </a:prstGeom>
          <a:noFill/>
        </p:spPr>
        <p:txBody>
          <a:bodyPr wrap="square" rtlCol="0">
            <a:spAutoFit/>
          </a:bodyPr>
          <a:lstStyle/>
          <a:p>
            <a:r>
              <a:rPr lang="en-US" altLang="zh-TW" dirty="0" smtClean="0">
                <a:solidFill>
                  <a:srgbClr val="000000"/>
                </a:solidFill>
              </a:rPr>
              <a:t>0</a:t>
            </a:r>
            <a:endParaRPr lang="zh-TW" altLang="en-US" dirty="0">
              <a:solidFill>
                <a:srgbClr val="000000"/>
              </a:solidFill>
            </a:endParaRPr>
          </a:p>
        </p:txBody>
      </p:sp>
      <p:cxnSp>
        <p:nvCxnSpPr>
          <p:cNvPr id="23" name="直線單箭頭接點 22"/>
          <p:cNvCxnSpPr/>
          <p:nvPr/>
        </p:nvCxnSpPr>
        <p:spPr bwMode="auto">
          <a:xfrm flipH="1" flipV="1">
            <a:off x="2216324" y="776614"/>
            <a:ext cx="7737691" cy="1077238"/>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線單箭頭接點 19"/>
          <p:cNvCxnSpPr/>
          <p:nvPr/>
        </p:nvCxnSpPr>
        <p:spPr bwMode="auto">
          <a:xfrm flipH="1" flipV="1">
            <a:off x="2167524" y="986334"/>
            <a:ext cx="4913855" cy="964502"/>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線單箭頭接點 21"/>
          <p:cNvCxnSpPr/>
          <p:nvPr/>
        </p:nvCxnSpPr>
        <p:spPr bwMode="auto">
          <a:xfrm flipH="1" flipV="1">
            <a:off x="2081409" y="1064713"/>
            <a:ext cx="2127335" cy="789139"/>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線單箭頭接點 25"/>
          <p:cNvCxnSpPr>
            <a:endCxn id="3" idx="6"/>
          </p:cNvCxnSpPr>
          <p:nvPr/>
        </p:nvCxnSpPr>
        <p:spPr bwMode="auto">
          <a:xfrm flipH="1" flipV="1">
            <a:off x="4985359" y="2091847"/>
            <a:ext cx="4005195" cy="713983"/>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線單箭頭接點 23"/>
          <p:cNvCxnSpPr/>
          <p:nvPr/>
        </p:nvCxnSpPr>
        <p:spPr bwMode="auto">
          <a:xfrm flipH="1" flipV="1">
            <a:off x="4970745" y="2286001"/>
            <a:ext cx="1132560" cy="250521"/>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直線單箭頭接點 24"/>
          <p:cNvCxnSpPr>
            <a:stCxn id="8" idx="1"/>
          </p:cNvCxnSpPr>
          <p:nvPr/>
        </p:nvCxnSpPr>
        <p:spPr bwMode="auto">
          <a:xfrm flipH="1" flipV="1">
            <a:off x="1966586" y="1152395"/>
            <a:ext cx="1412184" cy="1425297"/>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線單箭頭接點 29"/>
          <p:cNvCxnSpPr>
            <a:endCxn id="8" idx="5"/>
          </p:cNvCxnSpPr>
          <p:nvPr/>
        </p:nvCxnSpPr>
        <p:spPr bwMode="auto">
          <a:xfrm flipH="1" flipV="1">
            <a:off x="3912420" y="3109126"/>
            <a:ext cx="1235777" cy="285427"/>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線單箭頭接點 26"/>
          <p:cNvCxnSpPr/>
          <p:nvPr/>
        </p:nvCxnSpPr>
        <p:spPr bwMode="auto">
          <a:xfrm flipH="1" flipV="1">
            <a:off x="1841326" y="1152395"/>
            <a:ext cx="651353" cy="2066795"/>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單箭頭接點 27"/>
          <p:cNvCxnSpPr/>
          <p:nvPr/>
        </p:nvCxnSpPr>
        <p:spPr bwMode="auto">
          <a:xfrm flipH="1" flipV="1">
            <a:off x="5946729" y="3720230"/>
            <a:ext cx="3043825" cy="96450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線單箭頭接點 28"/>
          <p:cNvCxnSpPr>
            <a:endCxn id="6" idx="5"/>
          </p:cNvCxnSpPr>
          <p:nvPr/>
        </p:nvCxnSpPr>
        <p:spPr bwMode="auto">
          <a:xfrm flipH="1" flipV="1">
            <a:off x="5832996" y="3860688"/>
            <a:ext cx="492648" cy="732189"/>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直線單箭頭接點 30"/>
          <p:cNvCxnSpPr>
            <a:stCxn id="15" idx="1"/>
          </p:cNvCxnSpPr>
          <p:nvPr/>
        </p:nvCxnSpPr>
        <p:spPr bwMode="auto">
          <a:xfrm flipH="1" flipV="1">
            <a:off x="2868460" y="3970753"/>
            <a:ext cx="513521" cy="732188"/>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甜甜圈 33"/>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5" name="甜甜圈 34"/>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6" name="甜甜圈 35"/>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19" name="直線單箭頭接點 18"/>
          <p:cNvCxnSpPr/>
          <p:nvPr/>
        </p:nvCxnSpPr>
        <p:spPr bwMode="auto">
          <a:xfrm flipH="1" flipV="1">
            <a:off x="2216325" y="873598"/>
            <a:ext cx="5827471" cy="98025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4244412302"/>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3805358221"/>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4</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accent1">
              <a:lumMod val="50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9" name="甜甜圈 58"/>
          <p:cNvSpPr/>
          <p:nvPr/>
        </p:nvSpPr>
        <p:spPr bwMode="auto">
          <a:xfrm>
            <a:off x="1304794" y="313151"/>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文字方塊 20"/>
          <p:cNvSpPr txBox="1"/>
          <p:nvPr/>
        </p:nvSpPr>
        <p:spPr>
          <a:xfrm>
            <a:off x="1554532" y="504266"/>
            <a:ext cx="661792" cy="369332"/>
          </a:xfrm>
          <a:prstGeom prst="rect">
            <a:avLst/>
          </a:prstGeom>
          <a:noFill/>
        </p:spPr>
        <p:txBody>
          <a:bodyPr wrap="square" rtlCol="0">
            <a:spAutoFit/>
          </a:bodyPr>
          <a:lstStyle/>
          <a:p>
            <a:r>
              <a:rPr lang="en-US" altLang="zh-TW" dirty="0" smtClean="0">
                <a:solidFill>
                  <a:srgbClr val="000000"/>
                </a:solidFill>
              </a:rPr>
              <a:t>0</a:t>
            </a:r>
            <a:endParaRPr lang="zh-TW" altLang="en-US" dirty="0">
              <a:solidFill>
                <a:srgbClr val="000000"/>
              </a:solidFill>
            </a:endParaRPr>
          </a:p>
        </p:txBody>
      </p:sp>
      <p:cxnSp>
        <p:nvCxnSpPr>
          <p:cNvPr id="23" name="直線單箭頭接點 22"/>
          <p:cNvCxnSpPr/>
          <p:nvPr/>
        </p:nvCxnSpPr>
        <p:spPr bwMode="auto">
          <a:xfrm flipH="1" flipV="1">
            <a:off x="2216324" y="776614"/>
            <a:ext cx="7737691" cy="1077238"/>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線單箭頭接點 19"/>
          <p:cNvCxnSpPr/>
          <p:nvPr/>
        </p:nvCxnSpPr>
        <p:spPr bwMode="auto">
          <a:xfrm flipH="1" flipV="1">
            <a:off x="2167524" y="986334"/>
            <a:ext cx="4913855" cy="964502"/>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線單箭頭接點 21"/>
          <p:cNvCxnSpPr/>
          <p:nvPr/>
        </p:nvCxnSpPr>
        <p:spPr bwMode="auto">
          <a:xfrm flipH="1" flipV="1">
            <a:off x="2081409" y="1064713"/>
            <a:ext cx="2127335" cy="789139"/>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線單箭頭接點 25"/>
          <p:cNvCxnSpPr>
            <a:endCxn id="3" idx="6"/>
          </p:cNvCxnSpPr>
          <p:nvPr/>
        </p:nvCxnSpPr>
        <p:spPr bwMode="auto">
          <a:xfrm flipH="1" flipV="1">
            <a:off x="4985359" y="2091847"/>
            <a:ext cx="4005195" cy="713983"/>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線單箭頭接點 23"/>
          <p:cNvCxnSpPr/>
          <p:nvPr/>
        </p:nvCxnSpPr>
        <p:spPr bwMode="auto">
          <a:xfrm flipH="1" flipV="1">
            <a:off x="4970745" y="2286001"/>
            <a:ext cx="1132560" cy="250521"/>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直線單箭頭接點 24"/>
          <p:cNvCxnSpPr>
            <a:stCxn id="8" idx="1"/>
          </p:cNvCxnSpPr>
          <p:nvPr/>
        </p:nvCxnSpPr>
        <p:spPr bwMode="auto">
          <a:xfrm flipH="1" flipV="1">
            <a:off x="1966586" y="1152395"/>
            <a:ext cx="1412184" cy="1425297"/>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線單箭頭接點 29"/>
          <p:cNvCxnSpPr>
            <a:endCxn id="8" idx="5"/>
          </p:cNvCxnSpPr>
          <p:nvPr/>
        </p:nvCxnSpPr>
        <p:spPr bwMode="auto">
          <a:xfrm flipH="1" flipV="1">
            <a:off x="3912420" y="3109126"/>
            <a:ext cx="1235777" cy="285427"/>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線單箭頭接點 26"/>
          <p:cNvCxnSpPr/>
          <p:nvPr/>
        </p:nvCxnSpPr>
        <p:spPr bwMode="auto">
          <a:xfrm flipH="1" flipV="1">
            <a:off x="1841326" y="1152395"/>
            <a:ext cx="651353" cy="2066795"/>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單箭頭接點 27"/>
          <p:cNvCxnSpPr/>
          <p:nvPr/>
        </p:nvCxnSpPr>
        <p:spPr bwMode="auto">
          <a:xfrm flipH="1" flipV="1">
            <a:off x="5946729" y="3720230"/>
            <a:ext cx="3043825" cy="96450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線單箭頭接點 28"/>
          <p:cNvCxnSpPr>
            <a:endCxn id="6" idx="5"/>
          </p:cNvCxnSpPr>
          <p:nvPr/>
        </p:nvCxnSpPr>
        <p:spPr bwMode="auto">
          <a:xfrm flipH="1" flipV="1">
            <a:off x="5832996" y="3860688"/>
            <a:ext cx="492648" cy="732189"/>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直線單箭頭接點 30"/>
          <p:cNvCxnSpPr>
            <a:stCxn id="15" idx="1"/>
          </p:cNvCxnSpPr>
          <p:nvPr/>
        </p:nvCxnSpPr>
        <p:spPr bwMode="auto">
          <a:xfrm flipH="1" flipV="1">
            <a:off x="2868460" y="3970753"/>
            <a:ext cx="513521" cy="732188"/>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甜甜圈 33"/>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5" name="甜甜圈 34"/>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6" name="甜甜圈 35"/>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19" name="直線單箭頭接點 18"/>
          <p:cNvCxnSpPr/>
          <p:nvPr/>
        </p:nvCxnSpPr>
        <p:spPr bwMode="auto">
          <a:xfrm flipH="1" flipV="1">
            <a:off x="2216325" y="873598"/>
            <a:ext cx="5827471" cy="98025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直線單箭頭接點 9"/>
          <p:cNvCxnSpPr>
            <a:endCxn id="14" idx="5"/>
          </p:cNvCxnSpPr>
          <p:nvPr/>
        </p:nvCxnSpPr>
        <p:spPr bwMode="auto">
          <a:xfrm flipH="1" flipV="1">
            <a:off x="6781844" y="5234375"/>
            <a:ext cx="2208710" cy="364759"/>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658901318"/>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3690181519"/>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4</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accent1">
              <a:lumMod val="50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9" name="甜甜圈 58"/>
          <p:cNvSpPr/>
          <p:nvPr/>
        </p:nvSpPr>
        <p:spPr bwMode="auto">
          <a:xfrm>
            <a:off x="1304794" y="313151"/>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文字方塊 20"/>
          <p:cNvSpPr txBox="1"/>
          <p:nvPr/>
        </p:nvSpPr>
        <p:spPr>
          <a:xfrm>
            <a:off x="1554532" y="504266"/>
            <a:ext cx="661792" cy="369332"/>
          </a:xfrm>
          <a:prstGeom prst="rect">
            <a:avLst/>
          </a:prstGeom>
          <a:noFill/>
        </p:spPr>
        <p:txBody>
          <a:bodyPr wrap="square" rtlCol="0">
            <a:spAutoFit/>
          </a:bodyPr>
          <a:lstStyle/>
          <a:p>
            <a:r>
              <a:rPr lang="en-US" altLang="zh-TW" dirty="0" smtClean="0">
                <a:solidFill>
                  <a:srgbClr val="000000"/>
                </a:solidFill>
              </a:rPr>
              <a:t>0</a:t>
            </a:r>
            <a:endParaRPr lang="zh-TW" altLang="en-US" dirty="0">
              <a:solidFill>
                <a:srgbClr val="000000"/>
              </a:solidFill>
            </a:endParaRPr>
          </a:p>
        </p:txBody>
      </p:sp>
      <p:cxnSp>
        <p:nvCxnSpPr>
          <p:cNvPr id="23" name="直線單箭頭接點 22"/>
          <p:cNvCxnSpPr/>
          <p:nvPr/>
        </p:nvCxnSpPr>
        <p:spPr bwMode="auto">
          <a:xfrm flipH="1" flipV="1">
            <a:off x="2216324" y="776614"/>
            <a:ext cx="7737691" cy="1077238"/>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線單箭頭接點 19"/>
          <p:cNvCxnSpPr/>
          <p:nvPr/>
        </p:nvCxnSpPr>
        <p:spPr bwMode="auto">
          <a:xfrm flipH="1" flipV="1">
            <a:off x="2167524" y="986334"/>
            <a:ext cx="4913855" cy="964502"/>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線單箭頭接點 21"/>
          <p:cNvCxnSpPr/>
          <p:nvPr/>
        </p:nvCxnSpPr>
        <p:spPr bwMode="auto">
          <a:xfrm flipH="1" flipV="1">
            <a:off x="2081409" y="1064713"/>
            <a:ext cx="2127335" cy="789139"/>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線單箭頭接點 25"/>
          <p:cNvCxnSpPr>
            <a:endCxn id="3" idx="6"/>
          </p:cNvCxnSpPr>
          <p:nvPr/>
        </p:nvCxnSpPr>
        <p:spPr bwMode="auto">
          <a:xfrm flipH="1" flipV="1">
            <a:off x="4985359" y="2091847"/>
            <a:ext cx="4005195" cy="713983"/>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線單箭頭接點 23"/>
          <p:cNvCxnSpPr/>
          <p:nvPr/>
        </p:nvCxnSpPr>
        <p:spPr bwMode="auto">
          <a:xfrm flipH="1" flipV="1">
            <a:off x="4970745" y="2286001"/>
            <a:ext cx="1132560" cy="250521"/>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直線單箭頭接點 24"/>
          <p:cNvCxnSpPr>
            <a:stCxn id="8" idx="1"/>
          </p:cNvCxnSpPr>
          <p:nvPr/>
        </p:nvCxnSpPr>
        <p:spPr bwMode="auto">
          <a:xfrm flipH="1" flipV="1">
            <a:off x="1966586" y="1152395"/>
            <a:ext cx="1412184" cy="1425297"/>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線單箭頭接點 29"/>
          <p:cNvCxnSpPr>
            <a:endCxn id="8" idx="5"/>
          </p:cNvCxnSpPr>
          <p:nvPr/>
        </p:nvCxnSpPr>
        <p:spPr bwMode="auto">
          <a:xfrm flipH="1" flipV="1">
            <a:off x="3912420" y="3109126"/>
            <a:ext cx="1235777" cy="285427"/>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線單箭頭接點 26"/>
          <p:cNvCxnSpPr/>
          <p:nvPr/>
        </p:nvCxnSpPr>
        <p:spPr bwMode="auto">
          <a:xfrm flipH="1" flipV="1">
            <a:off x="1841326" y="1152395"/>
            <a:ext cx="651353" cy="2066795"/>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單箭頭接點 27"/>
          <p:cNvCxnSpPr/>
          <p:nvPr/>
        </p:nvCxnSpPr>
        <p:spPr bwMode="auto">
          <a:xfrm flipH="1" flipV="1">
            <a:off x="5946729" y="3720230"/>
            <a:ext cx="3043825" cy="96450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線單箭頭接點 28"/>
          <p:cNvCxnSpPr>
            <a:endCxn id="6" idx="5"/>
          </p:cNvCxnSpPr>
          <p:nvPr/>
        </p:nvCxnSpPr>
        <p:spPr bwMode="auto">
          <a:xfrm flipH="1" flipV="1">
            <a:off x="5832996" y="3860688"/>
            <a:ext cx="492648" cy="732189"/>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直線單箭頭接點 30"/>
          <p:cNvCxnSpPr>
            <a:stCxn id="15" idx="1"/>
          </p:cNvCxnSpPr>
          <p:nvPr/>
        </p:nvCxnSpPr>
        <p:spPr bwMode="auto">
          <a:xfrm flipH="1" flipV="1">
            <a:off x="2868460" y="3970753"/>
            <a:ext cx="513521" cy="732188"/>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甜甜圈 33"/>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5" name="甜甜圈 34"/>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6" name="甜甜圈 35"/>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19" name="直線單箭頭接點 18"/>
          <p:cNvCxnSpPr/>
          <p:nvPr/>
        </p:nvCxnSpPr>
        <p:spPr bwMode="auto">
          <a:xfrm flipH="1" flipV="1">
            <a:off x="2216325" y="873598"/>
            <a:ext cx="5827471" cy="98025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直線單箭頭接點 9"/>
          <p:cNvCxnSpPr>
            <a:endCxn id="14" idx="5"/>
          </p:cNvCxnSpPr>
          <p:nvPr/>
        </p:nvCxnSpPr>
        <p:spPr bwMode="auto">
          <a:xfrm flipH="1" flipV="1">
            <a:off x="6781844" y="5234375"/>
            <a:ext cx="2208710" cy="364759"/>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直線單箭頭接點 10"/>
          <p:cNvCxnSpPr/>
          <p:nvPr/>
        </p:nvCxnSpPr>
        <p:spPr bwMode="auto">
          <a:xfrm flipH="1" flipV="1">
            <a:off x="4044863" y="5135671"/>
            <a:ext cx="2058442" cy="463463"/>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328687410"/>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2541072901"/>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4</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accent1">
              <a:lumMod val="50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9" name="甜甜圈 58"/>
          <p:cNvSpPr/>
          <p:nvPr/>
        </p:nvSpPr>
        <p:spPr bwMode="auto">
          <a:xfrm>
            <a:off x="1304794" y="313151"/>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文字方塊 20"/>
          <p:cNvSpPr txBox="1"/>
          <p:nvPr/>
        </p:nvSpPr>
        <p:spPr>
          <a:xfrm>
            <a:off x="1554532" y="504266"/>
            <a:ext cx="661792" cy="369332"/>
          </a:xfrm>
          <a:prstGeom prst="rect">
            <a:avLst/>
          </a:prstGeom>
          <a:noFill/>
        </p:spPr>
        <p:txBody>
          <a:bodyPr wrap="square" rtlCol="0">
            <a:spAutoFit/>
          </a:bodyPr>
          <a:lstStyle/>
          <a:p>
            <a:r>
              <a:rPr lang="en-US" altLang="zh-TW" dirty="0" smtClean="0">
                <a:solidFill>
                  <a:srgbClr val="000000"/>
                </a:solidFill>
              </a:rPr>
              <a:t>0</a:t>
            </a:r>
            <a:endParaRPr lang="zh-TW" altLang="en-US" dirty="0">
              <a:solidFill>
                <a:srgbClr val="000000"/>
              </a:solidFill>
            </a:endParaRPr>
          </a:p>
        </p:txBody>
      </p:sp>
      <p:cxnSp>
        <p:nvCxnSpPr>
          <p:cNvPr id="23" name="直線單箭頭接點 22"/>
          <p:cNvCxnSpPr/>
          <p:nvPr/>
        </p:nvCxnSpPr>
        <p:spPr bwMode="auto">
          <a:xfrm flipH="1" flipV="1">
            <a:off x="2216324" y="776614"/>
            <a:ext cx="7737691" cy="1077238"/>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線單箭頭接點 19"/>
          <p:cNvCxnSpPr/>
          <p:nvPr/>
        </p:nvCxnSpPr>
        <p:spPr bwMode="auto">
          <a:xfrm flipH="1" flipV="1">
            <a:off x="2167524" y="986334"/>
            <a:ext cx="4913855" cy="964502"/>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線單箭頭接點 21"/>
          <p:cNvCxnSpPr/>
          <p:nvPr/>
        </p:nvCxnSpPr>
        <p:spPr bwMode="auto">
          <a:xfrm flipH="1" flipV="1">
            <a:off x="2081409" y="1064713"/>
            <a:ext cx="2127335" cy="789139"/>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線單箭頭接點 25"/>
          <p:cNvCxnSpPr>
            <a:endCxn id="3" idx="6"/>
          </p:cNvCxnSpPr>
          <p:nvPr/>
        </p:nvCxnSpPr>
        <p:spPr bwMode="auto">
          <a:xfrm flipH="1" flipV="1">
            <a:off x="4985359" y="2091847"/>
            <a:ext cx="4005195" cy="713983"/>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線單箭頭接點 23"/>
          <p:cNvCxnSpPr/>
          <p:nvPr/>
        </p:nvCxnSpPr>
        <p:spPr bwMode="auto">
          <a:xfrm flipH="1" flipV="1">
            <a:off x="4970745" y="2286001"/>
            <a:ext cx="1132560" cy="250521"/>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直線單箭頭接點 24"/>
          <p:cNvCxnSpPr>
            <a:stCxn id="8" idx="1"/>
          </p:cNvCxnSpPr>
          <p:nvPr/>
        </p:nvCxnSpPr>
        <p:spPr bwMode="auto">
          <a:xfrm flipH="1" flipV="1">
            <a:off x="1966586" y="1152395"/>
            <a:ext cx="1412184" cy="1425297"/>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線單箭頭接點 29"/>
          <p:cNvCxnSpPr>
            <a:endCxn id="8" idx="5"/>
          </p:cNvCxnSpPr>
          <p:nvPr/>
        </p:nvCxnSpPr>
        <p:spPr bwMode="auto">
          <a:xfrm flipH="1" flipV="1">
            <a:off x="3912420" y="3109126"/>
            <a:ext cx="1235777" cy="285427"/>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線單箭頭接點 26"/>
          <p:cNvCxnSpPr/>
          <p:nvPr/>
        </p:nvCxnSpPr>
        <p:spPr bwMode="auto">
          <a:xfrm flipH="1" flipV="1">
            <a:off x="1841326" y="1152395"/>
            <a:ext cx="651353" cy="2066795"/>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單箭頭接點 27"/>
          <p:cNvCxnSpPr/>
          <p:nvPr/>
        </p:nvCxnSpPr>
        <p:spPr bwMode="auto">
          <a:xfrm flipH="1" flipV="1">
            <a:off x="5946729" y="3720230"/>
            <a:ext cx="3043825" cy="96450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線單箭頭接點 28"/>
          <p:cNvCxnSpPr>
            <a:endCxn id="6" idx="5"/>
          </p:cNvCxnSpPr>
          <p:nvPr/>
        </p:nvCxnSpPr>
        <p:spPr bwMode="auto">
          <a:xfrm flipH="1" flipV="1">
            <a:off x="5832996" y="3860688"/>
            <a:ext cx="492648" cy="732189"/>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直線單箭頭接點 30"/>
          <p:cNvCxnSpPr>
            <a:stCxn id="15" idx="1"/>
          </p:cNvCxnSpPr>
          <p:nvPr/>
        </p:nvCxnSpPr>
        <p:spPr bwMode="auto">
          <a:xfrm flipH="1" flipV="1">
            <a:off x="2868460" y="3970753"/>
            <a:ext cx="513521" cy="732188"/>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甜甜圈 33"/>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5" name="甜甜圈 34"/>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6" name="甜甜圈 35"/>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19" name="直線單箭頭接點 18"/>
          <p:cNvCxnSpPr/>
          <p:nvPr/>
        </p:nvCxnSpPr>
        <p:spPr bwMode="auto">
          <a:xfrm flipH="1" flipV="1">
            <a:off x="2216325" y="873598"/>
            <a:ext cx="5827471" cy="98025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直線單箭頭接點 9"/>
          <p:cNvCxnSpPr>
            <a:endCxn id="14" idx="5"/>
          </p:cNvCxnSpPr>
          <p:nvPr/>
        </p:nvCxnSpPr>
        <p:spPr bwMode="auto">
          <a:xfrm flipH="1" flipV="1">
            <a:off x="6781844" y="5234375"/>
            <a:ext cx="2208710" cy="364759"/>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直線單箭頭接點 32"/>
          <p:cNvCxnSpPr/>
          <p:nvPr/>
        </p:nvCxnSpPr>
        <p:spPr bwMode="auto">
          <a:xfrm flipH="1" flipV="1">
            <a:off x="4044863" y="5135671"/>
            <a:ext cx="2058442" cy="463463"/>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直線單箭頭接點 31"/>
          <p:cNvCxnSpPr/>
          <p:nvPr/>
        </p:nvCxnSpPr>
        <p:spPr bwMode="auto">
          <a:xfrm flipH="1" flipV="1">
            <a:off x="2768252" y="3970752"/>
            <a:ext cx="478076" cy="1628382"/>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14198779"/>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4</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tx1">
              <a:lumMod val="65000"/>
              <a:lumOff val="35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9" name="甜甜圈 58"/>
          <p:cNvSpPr/>
          <p:nvPr/>
        </p:nvSpPr>
        <p:spPr bwMode="auto">
          <a:xfrm>
            <a:off x="1304794" y="313151"/>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文字方塊 20"/>
          <p:cNvSpPr txBox="1"/>
          <p:nvPr/>
        </p:nvSpPr>
        <p:spPr>
          <a:xfrm>
            <a:off x="1554532" y="504266"/>
            <a:ext cx="661792" cy="369332"/>
          </a:xfrm>
          <a:prstGeom prst="rect">
            <a:avLst/>
          </a:prstGeom>
          <a:noFill/>
        </p:spPr>
        <p:txBody>
          <a:bodyPr wrap="square" rtlCol="0">
            <a:spAutoFit/>
          </a:bodyPr>
          <a:lstStyle/>
          <a:p>
            <a:r>
              <a:rPr lang="en-US" altLang="zh-TW" dirty="0" smtClean="0">
                <a:solidFill>
                  <a:srgbClr val="000000"/>
                </a:solidFill>
              </a:rPr>
              <a:t>0</a:t>
            </a:r>
            <a:endParaRPr lang="zh-TW" altLang="en-US" dirty="0">
              <a:solidFill>
                <a:srgbClr val="000000"/>
              </a:solidFill>
            </a:endParaRPr>
          </a:p>
        </p:txBody>
      </p:sp>
      <p:cxnSp>
        <p:nvCxnSpPr>
          <p:cNvPr id="23" name="直線單箭頭接點 22"/>
          <p:cNvCxnSpPr/>
          <p:nvPr/>
        </p:nvCxnSpPr>
        <p:spPr bwMode="auto">
          <a:xfrm flipH="1" flipV="1">
            <a:off x="2216324" y="776614"/>
            <a:ext cx="7737691" cy="1077238"/>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線單箭頭接點 19"/>
          <p:cNvCxnSpPr/>
          <p:nvPr/>
        </p:nvCxnSpPr>
        <p:spPr bwMode="auto">
          <a:xfrm flipH="1" flipV="1">
            <a:off x="2167524" y="986334"/>
            <a:ext cx="4913855" cy="964502"/>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線單箭頭接點 21"/>
          <p:cNvCxnSpPr/>
          <p:nvPr/>
        </p:nvCxnSpPr>
        <p:spPr bwMode="auto">
          <a:xfrm flipH="1" flipV="1">
            <a:off x="2081409" y="1064713"/>
            <a:ext cx="2127335" cy="789139"/>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線單箭頭接點 25"/>
          <p:cNvCxnSpPr>
            <a:endCxn id="3" idx="6"/>
          </p:cNvCxnSpPr>
          <p:nvPr/>
        </p:nvCxnSpPr>
        <p:spPr bwMode="auto">
          <a:xfrm flipH="1" flipV="1">
            <a:off x="4985359" y="2091847"/>
            <a:ext cx="4005195" cy="713983"/>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線單箭頭接點 23"/>
          <p:cNvCxnSpPr/>
          <p:nvPr/>
        </p:nvCxnSpPr>
        <p:spPr bwMode="auto">
          <a:xfrm flipH="1" flipV="1">
            <a:off x="4970745" y="2286001"/>
            <a:ext cx="1132560" cy="250521"/>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直線單箭頭接點 24"/>
          <p:cNvCxnSpPr>
            <a:stCxn id="8" idx="1"/>
          </p:cNvCxnSpPr>
          <p:nvPr/>
        </p:nvCxnSpPr>
        <p:spPr bwMode="auto">
          <a:xfrm flipH="1" flipV="1">
            <a:off x="1966586" y="1152395"/>
            <a:ext cx="1412184" cy="1425297"/>
          </a:xfrm>
          <a:prstGeom prst="straightConnector1">
            <a:avLst/>
          </a:prstGeom>
          <a:solidFill>
            <a:schemeClr val="accent1"/>
          </a:solidFill>
          <a:ln w="76200" cap="flat" cmpd="sng" algn="ctr">
            <a:solidFill>
              <a:schemeClr val="accent1">
                <a:lumMod val="50000"/>
              </a:schemeClr>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線單箭頭接點 29"/>
          <p:cNvCxnSpPr>
            <a:endCxn id="8" idx="5"/>
          </p:cNvCxnSpPr>
          <p:nvPr/>
        </p:nvCxnSpPr>
        <p:spPr bwMode="auto">
          <a:xfrm flipH="1" flipV="1">
            <a:off x="3912420" y="3109126"/>
            <a:ext cx="1235777" cy="285427"/>
          </a:xfrm>
          <a:prstGeom prst="straightConnector1">
            <a:avLst/>
          </a:prstGeom>
          <a:solidFill>
            <a:schemeClr val="accent1"/>
          </a:solidFill>
          <a:ln w="76200" cap="flat" cmpd="sng" algn="ctr">
            <a:solidFill>
              <a:schemeClr val="accent1">
                <a:lumMod val="50000"/>
              </a:schemeClr>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線單箭頭接點 26"/>
          <p:cNvCxnSpPr/>
          <p:nvPr/>
        </p:nvCxnSpPr>
        <p:spPr bwMode="auto">
          <a:xfrm flipH="1" flipV="1">
            <a:off x="1841326" y="1152395"/>
            <a:ext cx="651353" cy="2066795"/>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單箭頭接點 27"/>
          <p:cNvCxnSpPr/>
          <p:nvPr/>
        </p:nvCxnSpPr>
        <p:spPr bwMode="auto">
          <a:xfrm flipH="1" flipV="1">
            <a:off x="5946729" y="3720230"/>
            <a:ext cx="3043825" cy="96450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線單箭頭接點 28"/>
          <p:cNvCxnSpPr/>
          <p:nvPr/>
        </p:nvCxnSpPr>
        <p:spPr bwMode="auto">
          <a:xfrm flipH="1" flipV="1">
            <a:off x="5856981" y="3860688"/>
            <a:ext cx="492648" cy="732189"/>
          </a:xfrm>
          <a:prstGeom prst="straightConnector1">
            <a:avLst/>
          </a:prstGeom>
          <a:solidFill>
            <a:schemeClr val="accent1"/>
          </a:solidFill>
          <a:ln w="76200" cap="flat" cmpd="sng" algn="ctr">
            <a:solidFill>
              <a:schemeClr val="accent1">
                <a:lumMod val="50000"/>
              </a:schemeClr>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直線單箭頭接點 30"/>
          <p:cNvCxnSpPr>
            <a:stCxn id="15" idx="1"/>
          </p:cNvCxnSpPr>
          <p:nvPr/>
        </p:nvCxnSpPr>
        <p:spPr bwMode="auto">
          <a:xfrm flipH="1" flipV="1">
            <a:off x="2868460" y="3970753"/>
            <a:ext cx="513521" cy="732188"/>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甜甜圈 33"/>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5" name="甜甜圈 34"/>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6" name="甜甜圈 35"/>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19" name="直線單箭頭接點 18"/>
          <p:cNvCxnSpPr/>
          <p:nvPr/>
        </p:nvCxnSpPr>
        <p:spPr bwMode="auto">
          <a:xfrm flipH="1" flipV="1">
            <a:off x="2216325" y="873598"/>
            <a:ext cx="5827471" cy="98025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直線單箭頭接點 9"/>
          <p:cNvCxnSpPr>
            <a:endCxn id="14" idx="5"/>
          </p:cNvCxnSpPr>
          <p:nvPr/>
        </p:nvCxnSpPr>
        <p:spPr bwMode="auto">
          <a:xfrm flipH="1" flipV="1">
            <a:off x="6781844" y="5234375"/>
            <a:ext cx="2208710" cy="364759"/>
          </a:xfrm>
          <a:prstGeom prst="straightConnector1">
            <a:avLst/>
          </a:prstGeom>
          <a:solidFill>
            <a:schemeClr val="accent1"/>
          </a:solidFill>
          <a:ln w="76200" cap="flat" cmpd="sng" algn="ctr">
            <a:solidFill>
              <a:schemeClr val="accent1">
                <a:lumMod val="50000"/>
              </a:schemeClr>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直線單箭頭接點 32"/>
          <p:cNvCxnSpPr/>
          <p:nvPr/>
        </p:nvCxnSpPr>
        <p:spPr bwMode="auto">
          <a:xfrm flipH="1" flipV="1">
            <a:off x="4044863" y="5135671"/>
            <a:ext cx="2058442" cy="463463"/>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直線單箭頭接點 31"/>
          <p:cNvCxnSpPr/>
          <p:nvPr/>
        </p:nvCxnSpPr>
        <p:spPr bwMode="auto">
          <a:xfrm flipH="1" flipV="1">
            <a:off x="2768252" y="3970752"/>
            <a:ext cx="478076" cy="1628382"/>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 name="甜甜圈 36"/>
          <p:cNvSpPr/>
          <p:nvPr/>
        </p:nvSpPr>
        <p:spPr bwMode="auto">
          <a:xfrm>
            <a:off x="8990554" y="5344439"/>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Tree>
    <p:extLst>
      <p:ext uri="{BB962C8B-B14F-4D97-AF65-F5344CB8AC3E}">
        <p14:creationId xmlns:p14="http://schemas.microsoft.com/office/powerpoint/2010/main" val="510531903"/>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6840372"/>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1625692125"/>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9954015" y="1716066"/>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tx1">
              <a:lumMod val="65000"/>
              <a:lumOff val="35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9" name="甜甜圈 58"/>
          <p:cNvSpPr/>
          <p:nvPr/>
        </p:nvSpPr>
        <p:spPr bwMode="auto">
          <a:xfrm>
            <a:off x="1304794" y="313151"/>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文字方塊 20"/>
          <p:cNvSpPr txBox="1"/>
          <p:nvPr/>
        </p:nvSpPr>
        <p:spPr>
          <a:xfrm>
            <a:off x="1554532" y="504266"/>
            <a:ext cx="661792" cy="369332"/>
          </a:xfrm>
          <a:prstGeom prst="rect">
            <a:avLst/>
          </a:prstGeom>
          <a:noFill/>
        </p:spPr>
        <p:txBody>
          <a:bodyPr wrap="square" rtlCol="0">
            <a:spAutoFit/>
          </a:bodyPr>
          <a:lstStyle/>
          <a:p>
            <a:r>
              <a:rPr lang="en-US" altLang="zh-TW" dirty="0" smtClean="0">
                <a:solidFill>
                  <a:srgbClr val="000000"/>
                </a:solidFill>
              </a:rPr>
              <a:t>0</a:t>
            </a:r>
            <a:endParaRPr lang="zh-TW" altLang="en-US" dirty="0">
              <a:solidFill>
                <a:srgbClr val="000000"/>
              </a:solidFill>
            </a:endParaRPr>
          </a:p>
        </p:txBody>
      </p:sp>
      <p:sp>
        <p:nvSpPr>
          <p:cNvPr id="22" name="減號 21"/>
          <p:cNvSpPr/>
          <p:nvPr/>
        </p:nvSpPr>
        <p:spPr bwMode="auto">
          <a:xfrm rot="16200000">
            <a:off x="-1030982" y="3713381"/>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3" name="矩形 22"/>
          <p:cNvSpPr/>
          <p:nvPr/>
        </p:nvSpPr>
        <p:spPr>
          <a:xfrm>
            <a:off x="1010056" y="970064"/>
            <a:ext cx="1966820"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Thresh[0]</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24" name="矩形 23"/>
          <p:cNvSpPr/>
          <p:nvPr/>
        </p:nvSpPr>
        <p:spPr>
          <a:xfrm>
            <a:off x="9771909" y="148000"/>
            <a:ext cx="2093843" cy="584775"/>
          </a:xfrm>
          <a:prstGeom prst="rect">
            <a:avLst/>
          </a:prstGeom>
          <a:noFill/>
        </p:spPr>
        <p:txBody>
          <a:bodyPr wrap="none" lIns="91440" tIns="45720" rIns="91440" bIns="45720">
            <a:spAutoFit/>
          </a:bodyPr>
          <a:lstStyle/>
          <a:p>
            <a:pPr algn="ctr"/>
            <a:r>
              <a:rPr lang="en-US" altLang="zh-TW" sz="3200" b="0" cap="none" spc="0" dirty="0" smtClean="0">
                <a:ln w="0"/>
                <a:solidFill>
                  <a:srgbClr val="0070C0"/>
                </a:solidFill>
                <a:effectLst>
                  <a:outerShdw blurRad="38100" dist="19050" dir="2700000" algn="tl" rotWithShape="0">
                    <a:schemeClr val="dk1">
                      <a:alpha val="40000"/>
                    </a:schemeClr>
                  </a:outerShdw>
                </a:effectLst>
              </a:rPr>
              <a:t>g=1,2,….6</a:t>
            </a:r>
            <a:endParaRPr lang="zh-TW" altLang="en-US" sz="3200" b="0" cap="none" spc="0" dirty="0">
              <a:ln w="0"/>
              <a:solidFill>
                <a:srgbClr val="0070C0"/>
              </a:solidFill>
              <a:effectLst>
                <a:outerShdw blurRad="38100" dist="19050" dir="2700000" algn="tl" rotWithShape="0">
                  <a:schemeClr val="dk1">
                    <a:alpha val="40000"/>
                  </a:schemeClr>
                </a:outerShdw>
              </a:effectLst>
            </a:endParaRPr>
          </a:p>
        </p:txBody>
      </p:sp>
      <p:sp>
        <p:nvSpPr>
          <p:cNvPr id="26" name="減號 25"/>
          <p:cNvSpPr/>
          <p:nvPr/>
        </p:nvSpPr>
        <p:spPr bwMode="auto">
          <a:xfrm rot="16200000">
            <a:off x="7794383" y="3713382"/>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5" name="矩形 24"/>
          <p:cNvSpPr/>
          <p:nvPr/>
        </p:nvSpPr>
        <p:spPr>
          <a:xfrm>
            <a:off x="10121785" y="919507"/>
            <a:ext cx="1958806"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Thresh[g]</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568225684"/>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586956"/>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k</a:t>
                      </a: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9954015" y="1716066"/>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tx1">
              <a:lumMod val="65000"/>
              <a:lumOff val="35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9" name="甜甜圈 58"/>
          <p:cNvSpPr/>
          <p:nvPr/>
        </p:nvSpPr>
        <p:spPr bwMode="auto">
          <a:xfrm>
            <a:off x="1304794" y="313151"/>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文字方塊 20"/>
          <p:cNvSpPr txBox="1"/>
          <p:nvPr/>
        </p:nvSpPr>
        <p:spPr>
          <a:xfrm>
            <a:off x="1554532" y="504266"/>
            <a:ext cx="661792" cy="369332"/>
          </a:xfrm>
          <a:prstGeom prst="rect">
            <a:avLst/>
          </a:prstGeom>
          <a:noFill/>
        </p:spPr>
        <p:txBody>
          <a:bodyPr wrap="square" rtlCol="0">
            <a:spAutoFit/>
          </a:bodyPr>
          <a:lstStyle/>
          <a:p>
            <a:r>
              <a:rPr lang="en-US" altLang="zh-TW" dirty="0" smtClean="0">
                <a:solidFill>
                  <a:srgbClr val="000000"/>
                </a:solidFill>
              </a:rPr>
              <a:t>0</a:t>
            </a:r>
            <a:endParaRPr lang="zh-TW" altLang="en-US" dirty="0">
              <a:solidFill>
                <a:srgbClr val="000000"/>
              </a:solidFill>
            </a:endParaRPr>
          </a:p>
        </p:txBody>
      </p:sp>
      <p:sp>
        <p:nvSpPr>
          <p:cNvPr id="2" name="減號 1"/>
          <p:cNvSpPr/>
          <p:nvPr/>
        </p:nvSpPr>
        <p:spPr bwMode="auto">
          <a:xfrm rot="16200000">
            <a:off x="-1030982" y="3713381"/>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smtClean="0">
              <a:solidFill>
                <a:srgbClr val="000000"/>
              </a:solidFill>
            </a:endParaRPr>
          </a:p>
        </p:txBody>
      </p:sp>
      <p:sp>
        <p:nvSpPr>
          <p:cNvPr id="23" name="減號 22"/>
          <p:cNvSpPr/>
          <p:nvPr/>
        </p:nvSpPr>
        <p:spPr bwMode="auto">
          <a:xfrm rot="16200000">
            <a:off x="7794383" y="3713382"/>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smtClean="0">
              <a:solidFill>
                <a:srgbClr val="000000"/>
              </a:solidFill>
            </a:endParaRPr>
          </a:p>
        </p:txBody>
      </p:sp>
      <p:sp>
        <p:nvSpPr>
          <p:cNvPr id="20" name="矩形 19"/>
          <p:cNvSpPr/>
          <p:nvPr/>
        </p:nvSpPr>
        <p:spPr>
          <a:xfrm>
            <a:off x="9771909" y="148000"/>
            <a:ext cx="2093842" cy="584775"/>
          </a:xfrm>
          <a:prstGeom prst="rect">
            <a:avLst/>
          </a:prstGeom>
          <a:noFill/>
        </p:spPr>
        <p:txBody>
          <a:bodyPr wrap="none" lIns="91440" tIns="45720" rIns="91440" bIns="45720">
            <a:spAutoFit/>
          </a:bodyPr>
          <a:lstStyle/>
          <a:p>
            <a:pPr algn="ctr"/>
            <a:r>
              <a:rPr lang="en-US" altLang="zh-TW" sz="3200" dirty="0" smtClean="0">
                <a:ln w="0"/>
                <a:solidFill>
                  <a:srgbClr val="0070C0"/>
                </a:solidFill>
                <a:effectLst>
                  <a:outerShdw blurRad="38100" dist="19050" dir="2700000" algn="tl" rotWithShape="0">
                    <a:srgbClr val="000000">
                      <a:alpha val="40000"/>
                    </a:srgbClr>
                  </a:outerShdw>
                </a:effectLst>
              </a:rPr>
              <a:t>g=1,2,….6</a:t>
            </a:r>
            <a:endParaRPr lang="zh-TW" altLang="en-US" sz="3200" dirty="0">
              <a:ln w="0"/>
              <a:solidFill>
                <a:srgbClr val="0070C0"/>
              </a:solidFill>
              <a:effectLst>
                <a:outerShdw blurRad="38100" dist="19050" dir="2700000" algn="tl" rotWithShape="0">
                  <a:srgbClr val="000000">
                    <a:alpha val="40000"/>
                  </a:srgbClr>
                </a:outerShdw>
              </a:effectLst>
            </a:endParaRPr>
          </a:p>
        </p:txBody>
      </p:sp>
      <p:sp>
        <p:nvSpPr>
          <p:cNvPr id="25" name="矩形 24"/>
          <p:cNvSpPr/>
          <p:nvPr/>
        </p:nvSpPr>
        <p:spPr>
          <a:xfrm>
            <a:off x="10121785" y="919507"/>
            <a:ext cx="1958806"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Thresh[g]</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27" name="矩形 26"/>
          <p:cNvSpPr/>
          <p:nvPr/>
        </p:nvSpPr>
        <p:spPr>
          <a:xfrm>
            <a:off x="1015667" y="970064"/>
            <a:ext cx="1955599"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Thresh[0]</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272831380"/>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nvGraphicFramePr>
        <p:xfrm>
          <a:off x="2708406" y="1333441"/>
          <a:ext cx="8128001" cy="1334602"/>
        </p:xfrm>
        <a:graphic>
          <a:graphicData uri="http://schemas.openxmlformats.org/drawingml/2006/table">
            <a:tbl>
              <a:tblPr firstRow="1" bandRow="1">
                <a:tableStyleId>{5940675A-B579-460E-94D1-54222C63F5DA}</a:tableStyleId>
              </a:tblPr>
              <a:tblGrid>
                <a:gridCol w="1161143"/>
                <a:gridCol w="1161143"/>
                <a:gridCol w="1161143"/>
                <a:gridCol w="1161143"/>
                <a:gridCol w="1161143"/>
                <a:gridCol w="1161143"/>
                <a:gridCol w="1161143"/>
              </a:tblGrid>
              <a:tr h="667301">
                <a:tc>
                  <a:txBody>
                    <a:bodyPr/>
                    <a:lstStyle/>
                    <a:p>
                      <a:pPr algn="ctr"/>
                      <a:r>
                        <a:rPr lang="en-US" altLang="zh-TW" dirty="0" smtClean="0"/>
                        <a:t>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667301">
                <a:tc>
                  <a:txBody>
                    <a:bodyPr/>
                    <a:lstStyle/>
                    <a:p>
                      <a:pPr algn="ctr"/>
                      <a:r>
                        <a:rPr lang="en-US" altLang="zh-TW" dirty="0" smtClean="0"/>
                        <a:t>0</a:t>
                      </a:r>
                      <a:endParaRPr lang="zh-TW" altLang="en-US" dirty="0"/>
                    </a:p>
                  </a:txBody>
                  <a:tcPr anchor="ctr"/>
                </a:tc>
                <a:tc>
                  <a:txBody>
                    <a:bodyPr/>
                    <a:lstStyle/>
                    <a:p>
                      <a:pPr algn="ctr"/>
                      <a:r>
                        <a:rPr lang="en-US" altLang="zh-TW" dirty="0" smtClean="0"/>
                        <a:t>10</a:t>
                      </a:r>
                      <a:endParaRPr lang="zh-TW" altLang="en-US" dirty="0"/>
                    </a:p>
                  </a:txBody>
                  <a:tcPr anchor="ctr"/>
                </a:tc>
                <a:tc>
                  <a:txBody>
                    <a:bodyPr/>
                    <a:lstStyle/>
                    <a:p>
                      <a:pPr algn="ctr"/>
                      <a:r>
                        <a:rPr lang="en-US" altLang="zh-TW" dirty="0" smtClean="0"/>
                        <a:t>10</a:t>
                      </a:r>
                      <a:endParaRPr lang="zh-TW" altLang="en-US" dirty="0"/>
                    </a:p>
                  </a:txBody>
                  <a:tcPr anchor="ctr"/>
                </a:tc>
                <a:tc>
                  <a:txBody>
                    <a:bodyPr/>
                    <a:lstStyle/>
                    <a:p>
                      <a:pPr algn="ctr"/>
                      <a:r>
                        <a:rPr lang="en-US" altLang="zh-TW" dirty="0" smtClean="0"/>
                        <a:t>10</a:t>
                      </a:r>
                      <a:endParaRPr lang="zh-TW" altLang="en-US" dirty="0"/>
                    </a:p>
                  </a:txBody>
                  <a:tcPr anchor="ctr"/>
                </a:tc>
                <a:tc>
                  <a:txBody>
                    <a:bodyPr/>
                    <a:lstStyle/>
                    <a:p>
                      <a:pPr algn="ctr"/>
                      <a:r>
                        <a:rPr lang="en-US" altLang="zh-TW" dirty="0" smtClean="0"/>
                        <a:t>10</a:t>
                      </a:r>
                      <a:endParaRPr lang="zh-TW" altLang="en-US" dirty="0"/>
                    </a:p>
                  </a:txBody>
                  <a:tcPr anchor="ctr"/>
                </a:tc>
                <a:tc>
                  <a:txBody>
                    <a:bodyPr/>
                    <a:lstStyle/>
                    <a:p>
                      <a:pPr algn="ctr"/>
                      <a:r>
                        <a:rPr lang="en-US" altLang="zh-TW" dirty="0" smtClean="0"/>
                        <a:t>10</a:t>
                      </a:r>
                      <a:endParaRPr lang="zh-TW" altLang="en-US" dirty="0"/>
                    </a:p>
                  </a:txBody>
                  <a:tcPr anchor="ctr"/>
                </a:tc>
                <a:tc>
                  <a:txBody>
                    <a:bodyPr/>
                    <a:lstStyle/>
                    <a:p>
                      <a:pPr algn="ctr"/>
                      <a:r>
                        <a:rPr lang="en-US" altLang="zh-TW" dirty="0" smtClean="0"/>
                        <a:t>10</a:t>
                      </a:r>
                      <a:endParaRPr lang="zh-TW" altLang="en-US" dirty="0"/>
                    </a:p>
                  </a:txBody>
                  <a:tcPr anchor="ctr"/>
                </a:tc>
              </a:tr>
            </a:tbl>
          </a:graphicData>
        </a:graphic>
      </p:graphicFrame>
      <p:sp>
        <p:nvSpPr>
          <p:cNvPr id="6" name="矩形 5"/>
          <p:cNvSpPr/>
          <p:nvPr/>
        </p:nvSpPr>
        <p:spPr>
          <a:xfrm>
            <a:off x="1117809" y="3443324"/>
            <a:ext cx="9020546" cy="769441"/>
          </a:xfrm>
          <a:prstGeom prst="rect">
            <a:avLst/>
          </a:prstGeom>
          <a:noFill/>
        </p:spPr>
        <p:txBody>
          <a:bodyPr wrap="none" lIns="91440" tIns="45720" rIns="91440" bIns="45720">
            <a:spAutoFit/>
          </a:bodyPr>
          <a:lstStyle/>
          <a:p>
            <a:pPr algn="ctr"/>
            <a:r>
              <a:rPr lang="en-US" altLang="zh-TW" sz="4400" dirty="0">
                <a:ln w="0"/>
                <a:effectLst>
                  <a:outerShdw blurRad="38100" dist="19050" dir="2700000" algn="tl" rotWithShape="0">
                    <a:schemeClr val="dk1">
                      <a:alpha val="40000"/>
                    </a:schemeClr>
                  </a:outerShdw>
                </a:effectLst>
                <a:latin typeface="Algerian" panose="04020705040A02060702" pitchFamily="82" charset="0"/>
              </a:rPr>
              <a:t>F</a:t>
            </a:r>
            <a:r>
              <a:rPr lang="en-US" altLang="zh-TW" sz="4400" b="0" cap="none" spc="0" dirty="0" smtClean="0">
                <a:ln w="0"/>
                <a:solidFill>
                  <a:schemeClr val="tx1"/>
                </a:solidFill>
                <a:effectLst>
                  <a:outerShdw blurRad="38100" dist="19050" dir="2700000" algn="tl" rotWithShape="0">
                    <a:schemeClr val="dk1">
                      <a:alpha val="40000"/>
                    </a:schemeClr>
                  </a:outerShdw>
                </a:effectLst>
              </a:rPr>
              <a:t>ind k </a:t>
            </a:r>
            <a:r>
              <a:rPr lang="zh-TW" altLang="en-US" sz="3600" dirty="0"/>
              <a:t>∋</a:t>
            </a:r>
            <a:r>
              <a:rPr lang="zh-TW" altLang="en-US" sz="4400" dirty="0" smtClean="0"/>
              <a:t> </a:t>
            </a:r>
            <a:r>
              <a:rPr lang="en-US" altLang="zh-TW" sz="3600" dirty="0" smtClean="0"/>
              <a:t>Thresh[k-1] &lt; </a:t>
            </a:r>
            <a:r>
              <a:rPr lang="en-US" altLang="zh-TW" sz="3600" dirty="0" smtClean="0">
                <a:solidFill>
                  <a:srgbClr val="0070C0"/>
                </a:solidFill>
              </a:rPr>
              <a:t>j=9</a:t>
            </a:r>
            <a:r>
              <a:rPr lang="en-US" altLang="zh-TW" sz="3600" dirty="0" smtClean="0"/>
              <a:t> </a:t>
            </a:r>
            <a:r>
              <a:rPr lang="en-US" altLang="zh-TW" sz="3600" dirty="0">
                <a:solidFill>
                  <a:srgbClr val="000000"/>
                </a:solidFill>
              </a:rPr>
              <a:t>≤</a:t>
            </a:r>
            <a:r>
              <a:rPr lang="zh-TW" altLang="en-US" sz="3600" dirty="0" smtClean="0">
                <a:solidFill>
                  <a:srgbClr val="000000"/>
                </a:solidFill>
              </a:rPr>
              <a:t> </a:t>
            </a:r>
            <a:r>
              <a:rPr lang="en-US" altLang="zh-TW" sz="3600" dirty="0" smtClean="0"/>
              <a:t>Thresh[k]</a:t>
            </a:r>
            <a:endParaRPr lang="zh-TW" altLang="en-US" sz="3600" b="0" cap="none" spc="0" dirty="0">
              <a:ln w="0"/>
              <a:solidFill>
                <a:schemeClr val="tx1"/>
              </a:solidFill>
              <a:effectLst>
                <a:outerShdw blurRad="38100" dist="19050" dir="2700000" algn="tl" rotWithShape="0">
                  <a:schemeClr val="dk1">
                    <a:alpha val="40000"/>
                  </a:schemeClr>
                </a:outerShdw>
              </a:effectLst>
            </a:endParaRPr>
          </a:p>
        </p:txBody>
      </p:sp>
      <p:sp>
        <p:nvSpPr>
          <p:cNvPr id="7" name="矩形 6"/>
          <p:cNvSpPr/>
          <p:nvPr/>
        </p:nvSpPr>
        <p:spPr>
          <a:xfrm>
            <a:off x="861104" y="970064"/>
            <a:ext cx="2264724" cy="646331"/>
          </a:xfrm>
          <a:prstGeom prst="rect">
            <a:avLst/>
          </a:prstGeom>
          <a:noFill/>
        </p:spPr>
        <p:txBody>
          <a:bodyPr wrap="none" lIns="91440" tIns="45720" rIns="91440" bIns="45720">
            <a:spAutoFit/>
          </a:bodyPr>
          <a:lstStyle/>
          <a:p>
            <a:pPr algn="ctr"/>
            <a:r>
              <a:rPr lang="en-US" altLang="zh-TW" sz="3600" dirty="0" smtClean="0">
                <a:ln w="0"/>
                <a:solidFill>
                  <a:srgbClr val="000000"/>
                </a:solidFill>
                <a:effectLst>
                  <a:outerShdw blurRad="38100" dist="19050" dir="2700000" algn="tl" rotWithShape="0">
                    <a:srgbClr val="000000">
                      <a:alpha val="40000"/>
                    </a:srgbClr>
                  </a:outerShdw>
                </a:effectLst>
                <a:latin typeface="Tahoma" panose="020B0604030504040204" pitchFamily="34" charset="0"/>
                <a:ea typeface="Tahoma" panose="020B0604030504040204" pitchFamily="34" charset="0"/>
                <a:cs typeface="Tahoma" panose="020B0604030504040204" pitchFamily="34" charset="0"/>
              </a:rPr>
              <a:t>Thresh</a:t>
            </a:r>
            <a:r>
              <a:rPr lang="en-US" altLang="zh-TW" sz="3600" dirty="0" smtClean="0">
                <a:ln w="0"/>
                <a:solidFill>
                  <a:srgbClr val="000000"/>
                </a:solidFill>
                <a:effectLst>
                  <a:outerShdw blurRad="38100" dist="19050" dir="2700000" algn="tl" rotWithShape="0">
                    <a:srgbClr val="000000">
                      <a:alpha val="40000"/>
                    </a:srgbClr>
                  </a:outerShdw>
                </a:effectLst>
                <a:ea typeface="Tahoma" panose="020B0604030504040204" pitchFamily="34" charset="0"/>
                <a:cs typeface="Tahoma" panose="020B0604030504040204" pitchFamily="34" charset="0"/>
              </a:rPr>
              <a:t>[</a:t>
            </a:r>
            <a:r>
              <a:rPr lang="en-US" altLang="zh-TW" sz="3600" dirty="0" smtClean="0">
                <a:ln w="0"/>
                <a:solidFill>
                  <a:srgbClr val="000000"/>
                </a:solidFill>
                <a:effectLst>
                  <a:outerShdw blurRad="38100" dist="19050" dir="2700000" algn="tl" rotWithShape="0">
                    <a:srgbClr val="000000">
                      <a:alpha val="40000"/>
                    </a:srgbClr>
                  </a:outerShdw>
                </a:effectLst>
              </a:rPr>
              <a:t>] :</a:t>
            </a:r>
            <a:endParaRPr lang="zh-TW" altLang="en-US" sz="3600" dirty="0">
              <a:ln w="0"/>
              <a:solidFill>
                <a:srgbClr val="000000"/>
              </a:solidFill>
              <a:effectLst>
                <a:outerShdw blurRad="38100" dist="19050" dir="2700000" algn="tl" rotWithShape="0">
                  <a:srgbClr val="000000">
                    <a:alpha val="40000"/>
                  </a:srgbClr>
                </a:outerShdw>
              </a:effectLst>
            </a:endParaRPr>
          </a:p>
        </p:txBody>
      </p:sp>
    </p:spTree>
    <p:extLst>
      <p:ext uri="{BB962C8B-B14F-4D97-AF65-F5344CB8AC3E}">
        <p14:creationId xmlns:p14="http://schemas.microsoft.com/office/powerpoint/2010/main" val="757238681"/>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nvGraphicFramePr>
        <p:xfrm>
          <a:off x="2708406" y="1333441"/>
          <a:ext cx="8128001" cy="1334602"/>
        </p:xfrm>
        <a:graphic>
          <a:graphicData uri="http://schemas.openxmlformats.org/drawingml/2006/table">
            <a:tbl>
              <a:tblPr firstRow="1" bandRow="1">
                <a:tableStyleId>{5940675A-B579-460E-94D1-54222C63F5DA}</a:tableStyleId>
              </a:tblPr>
              <a:tblGrid>
                <a:gridCol w="1161143"/>
                <a:gridCol w="1161143"/>
                <a:gridCol w="1161143"/>
                <a:gridCol w="1161143"/>
                <a:gridCol w="1161143"/>
                <a:gridCol w="1161143"/>
                <a:gridCol w="1161143"/>
              </a:tblGrid>
              <a:tr h="667301">
                <a:tc>
                  <a:txBody>
                    <a:bodyPr/>
                    <a:lstStyle/>
                    <a:p>
                      <a:pPr algn="ctr"/>
                      <a:r>
                        <a:rPr lang="en-US" altLang="zh-TW" dirty="0" smtClean="0"/>
                        <a:t>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667301">
                <a:tc>
                  <a:txBody>
                    <a:bodyPr/>
                    <a:lstStyle/>
                    <a:p>
                      <a:pPr algn="ctr"/>
                      <a:r>
                        <a:rPr lang="en-US" altLang="zh-TW" dirty="0" smtClean="0"/>
                        <a:t>0</a:t>
                      </a:r>
                      <a:endParaRPr lang="zh-TW" altLang="en-US" dirty="0"/>
                    </a:p>
                  </a:txBody>
                  <a:tcPr anchor="ctr"/>
                </a:tc>
                <a:tc>
                  <a:txBody>
                    <a:bodyPr/>
                    <a:lstStyle/>
                    <a:p>
                      <a:pPr algn="ctr"/>
                      <a:r>
                        <a:rPr lang="en-US" altLang="zh-TW" dirty="0" smtClean="0"/>
                        <a:t>10</a:t>
                      </a:r>
                      <a:endParaRPr lang="zh-TW" altLang="en-US" dirty="0"/>
                    </a:p>
                  </a:txBody>
                  <a:tcPr anchor="ctr"/>
                </a:tc>
                <a:tc>
                  <a:txBody>
                    <a:bodyPr/>
                    <a:lstStyle/>
                    <a:p>
                      <a:pPr algn="ctr"/>
                      <a:r>
                        <a:rPr lang="en-US" altLang="zh-TW" dirty="0" smtClean="0"/>
                        <a:t>10</a:t>
                      </a:r>
                      <a:endParaRPr lang="zh-TW" altLang="en-US" dirty="0"/>
                    </a:p>
                  </a:txBody>
                  <a:tcPr anchor="ctr"/>
                </a:tc>
                <a:tc>
                  <a:txBody>
                    <a:bodyPr/>
                    <a:lstStyle/>
                    <a:p>
                      <a:pPr algn="ctr"/>
                      <a:r>
                        <a:rPr lang="en-US" altLang="zh-TW" dirty="0" smtClean="0"/>
                        <a:t>10</a:t>
                      </a:r>
                      <a:endParaRPr lang="zh-TW" altLang="en-US" dirty="0"/>
                    </a:p>
                  </a:txBody>
                  <a:tcPr anchor="ctr"/>
                </a:tc>
                <a:tc>
                  <a:txBody>
                    <a:bodyPr/>
                    <a:lstStyle/>
                    <a:p>
                      <a:pPr algn="ctr"/>
                      <a:r>
                        <a:rPr lang="en-US" altLang="zh-TW" dirty="0" smtClean="0"/>
                        <a:t>10</a:t>
                      </a:r>
                      <a:endParaRPr lang="zh-TW" altLang="en-US" dirty="0"/>
                    </a:p>
                  </a:txBody>
                  <a:tcPr anchor="ctr"/>
                </a:tc>
                <a:tc>
                  <a:txBody>
                    <a:bodyPr/>
                    <a:lstStyle/>
                    <a:p>
                      <a:pPr algn="ctr"/>
                      <a:r>
                        <a:rPr lang="en-US" altLang="zh-TW" dirty="0" smtClean="0"/>
                        <a:t>10</a:t>
                      </a:r>
                      <a:endParaRPr lang="zh-TW" altLang="en-US" dirty="0"/>
                    </a:p>
                  </a:txBody>
                  <a:tcPr anchor="ctr"/>
                </a:tc>
                <a:tc>
                  <a:txBody>
                    <a:bodyPr/>
                    <a:lstStyle/>
                    <a:p>
                      <a:pPr algn="ctr"/>
                      <a:r>
                        <a:rPr lang="en-US" altLang="zh-TW" dirty="0" smtClean="0"/>
                        <a:t>10</a:t>
                      </a:r>
                      <a:endParaRPr lang="zh-TW" altLang="en-US" dirty="0"/>
                    </a:p>
                  </a:txBody>
                  <a:tcPr anchor="ctr"/>
                </a:tc>
              </a:tr>
            </a:tbl>
          </a:graphicData>
        </a:graphic>
      </p:graphicFrame>
      <p:sp>
        <p:nvSpPr>
          <p:cNvPr id="2" name="矩形 1"/>
          <p:cNvSpPr/>
          <p:nvPr/>
        </p:nvSpPr>
        <p:spPr>
          <a:xfrm>
            <a:off x="1282180" y="4846241"/>
            <a:ext cx="7788351" cy="646331"/>
          </a:xfrm>
          <a:prstGeom prst="rect">
            <a:avLst/>
          </a:prstGeom>
          <a:noFill/>
        </p:spPr>
        <p:txBody>
          <a:bodyPr wrap="square" lIns="91440" tIns="45720" rIns="91440" bIns="45720">
            <a:spAutoFit/>
          </a:bodyPr>
          <a:lstStyle/>
          <a:p>
            <a:pPr algn="ctr"/>
            <a:r>
              <a:rPr lang="en-US" altLang="zh-TW" sz="3600" b="0" cap="none" spc="0" dirty="0" smtClean="0">
                <a:ln w="0"/>
                <a:solidFill>
                  <a:schemeClr val="tx1"/>
                </a:solidFill>
                <a:effectLst>
                  <a:outerShdw blurRad="38100" dist="19050" dir="2700000" algn="tl" rotWithShape="0">
                    <a:schemeClr val="dk1">
                      <a:alpha val="40000"/>
                    </a:schemeClr>
                  </a:outerShdw>
                </a:effectLst>
              </a:rPr>
              <a:t>Thresh[i-1]</a:t>
            </a:r>
            <a:r>
              <a:rPr lang="zh-TW" altLang="en-US" sz="3600" dirty="0">
                <a:solidFill>
                  <a:srgbClr val="000000"/>
                </a:solidFill>
              </a:rPr>
              <a:t> </a:t>
            </a:r>
            <a:r>
              <a:rPr lang="en-US" altLang="zh-TW" sz="3600" dirty="0">
                <a:solidFill>
                  <a:srgbClr val="000000"/>
                </a:solidFill>
              </a:rPr>
              <a:t>≤</a:t>
            </a:r>
            <a:r>
              <a:rPr lang="zh-TW" altLang="en-US" sz="3600" dirty="0" smtClean="0">
                <a:solidFill>
                  <a:srgbClr val="000000"/>
                </a:solidFill>
              </a:rPr>
              <a:t> </a:t>
            </a:r>
            <a:r>
              <a:rPr lang="en-US" altLang="zh-TW" sz="3600" b="0" cap="none" spc="0" dirty="0" smtClean="0">
                <a:ln w="0"/>
                <a:solidFill>
                  <a:schemeClr val="tx1"/>
                </a:solidFill>
                <a:effectLst>
                  <a:outerShdw blurRad="38100" dist="19050" dir="2700000" algn="tl" rotWithShape="0">
                    <a:schemeClr val="dk1">
                      <a:alpha val="40000"/>
                    </a:schemeClr>
                  </a:outerShdw>
                </a:effectLst>
              </a:rPr>
              <a:t>Thresh[</a:t>
            </a:r>
            <a:r>
              <a:rPr lang="en-US" altLang="zh-TW" sz="3600" b="0" cap="none" spc="0" dirty="0" err="1" smtClean="0">
                <a:ln w="0"/>
                <a:solidFill>
                  <a:schemeClr val="tx1"/>
                </a:solidFill>
                <a:effectLst>
                  <a:outerShdw blurRad="38100" dist="19050" dir="2700000" algn="tl" rotWithShape="0">
                    <a:schemeClr val="dk1">
                      <a:alpha val="40000"/>
                    </a:schemeClr>
                  </a:outerShdw>
                </a:effectLst>
              </a:rPr>
              <a:t>i</a:t>
            </a:r>
            <a:r>
              <a:rPr lang="en-US" altLang="zh-TW" sz="3600" b="0" cap="none" spc="0" dirty="0" smtClean="0">
                <a:ln w="0"/>
                <a:solidFill>
                  <a:schemeClr val="tx1"/>
                </a:solidFill>
                <a:effectLst>
                  <a:outerShdw blurRad="38100" dist="19050" dir="2700000" algn="tl" rotWithShape="0">
                    <a:schemeClr val="dk1">
                      <a:alpha val="40000"/>
                    </a:schemeClr>
                  </a:outerShdw>
                </a:effectLst>
              </a:rPr>
              <a:t>], for </a:t>
            </a:r>
            <a:r>
              <a:rPr lang="en-US" altLang="zh-TW" sz="3600" b="0" cap="none" spc="0" dirty="0" err="1" smtClean="0">
                <a:ln w="0"/>
                <a:solidFill>
                  <a:schemeClr val="tx1"/>
                </a:solidFill>
                <a:effectLst>
                  <a:outerShdw blurRad="38100" dist="19050" dir="2700000" algn="tl" rotWithShape="0">
                    <a:schemeClr val="dk1">
                      <a:alpha val="40000"/>
                    </a:schemeClr>
                  </a:outerShdw>
                </a:effectLst>
              </a:rPr>
              <a:t>i</a:t>
            </a:r>
            <a:r>
              <a:rPr lang="en-US" altLang="zh-TW" sz="3600" b="0" cap="none" spc="0" dirty="0" smtClean="0">
                <a:ln w="0"/>
                <a:solidFill>
                  <a:schemeClr val="tx1"/>
                </a:solidFill>
                <a:effectLst>
                  <a:outerShdw blurRad="38100" dist="19050" dir="2700000" algn="tl" rotWithShape="0">
                    <a:schemeClr val="dk1">
                      <a:alpha val="40000"/>
                    </a:schemeClr>
                  </a:outerShdw>
                </a:effectLst>
              </a:rPr>
              <a:t>=1,2,…6</a:t>
            </a:r>
            <a:endParaRPr lang="zh-TW" altLang="en-US" sz="3600" b="0" cap="none" spc="0" dirty="0">
              <a:ln w="0"/>
              <a:solidFill>
                <a:schemeClr val="tx1"/>
              </a:solidFill>
              <a:effectLst>
                <a:outerShdw blurRad="38100" dist="19050" dir="2700000" algn="tl" rotWithShape="0">
                  <a:schemeClr val="dk1">
                    <a:alpha val="40000"/>
                  </a:schemeClr>
                </a:outerShdw>
              </a:effectLst>
            </a:endParaRPr>
          </a:p>
        </p:txBody>
      </p:sp>
      <p:cxnSp>
        <p:nvCxnSpPr>
          <p:cNvPr id="6" name="直線單箭頭接點 5"/>
          <p:cNvCxnSpPr/>
          <p:nvPr/>
        </p:nvCxnSpPr>
        <p:spPr bwMode="auto">
          <a:xfrm>
            <a:off x="4446740" y="513567"/>
            <a:ext cx="0" cy="1102828"/>
          </a:xfrm>
          <a:prstGeom prst="straightConnector1">
            <a:avLst/>
          </a:prstGeom>
          <a:solidFill>
            <a:schemeClr val="accent1"/>
          </a:solidFill>
          <a:ln w="76200" cap="flat" cmpd="sng" algn="ctr">
            <a:solidFill>
              <a:srgbClr val="0070C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矩形 7"/>
          <p:cNvSpPr/>
          <p:nvPr/>
        </p:nvSpPr>
        <p:spPr>
          <a:xfrm>
            <a:off x="1117809" y="3443324"/>
            <a:ext cx="9020546" cy="769441"/>
          </a:xfrm>
          <a:prstGeom prst="rect">
            <a:avLst/>
          </a:prstGeom>
          <a:noFill/>
        </p:spPr>
        <p:txBody>
          <a:bodyPr wrap="none" lIns="91440" tIns="45720" rIns="91440" bIns="45720">
            <a:spAutoFit/>
          </a:bodyPr>
          <a:lstStyle/>
          <a:p>
            <a:pPr algn="ctr"/>
            <a:r>
              <a:rPr lang="en-US" altLang="zh-TW" sz="4400" dirty="0">
                <a:ln w="0"/>
                <a:effectLst>
                  <a:outerShdw blurRad="38100" dist="19050" dir="2700000" algn="tl" rotWithShape="0">
                    <a:schemeClr val="dk1">
                      <a:alpha val="40000"/>
                    </a:schemeClr>
                  </a:outerShdw>
                </a:effectLst>
                <a:latin typeface="Algerian" panose="04020705040A02060702" pitchFamily="82" charset="0"/>
              </a:rPr>
              <a:t>F</a:t>
            </a:r>
            <a:r>
              <a:rPr lang="en-US" altLang="zh-TW" sz="4400" b="0" cap="none" spc="0" dirty="0" smtClean="0">
                <a:ln w="0"/>
                <a:solidFill>
                  <a:schemeClr val="tx1"/>
                </a:solidFill>
                <a:effectLst>
                  <a:outerShdw blurRad="38100" dist="19050" dir="2700000" algn="tl" rotWithShape="0">
                    <a:schemeClr val="dk1">
                      <a:alpha val="40000"/>
                    </a:schemeClr>
                  </a:outerShdw>
                </a:effectLst>
              </a:rPr>
              <a:t>ind k </a:t>
            </a:r>
            <a:r>
              <a:rPr lang="zh-TW" altLang="en-US" sz="3600" dirty="0"/>
              <a:t>∋</a:t>
            </a:r>
            <a:r>
              <a:rPr lang="zh-TW" altLang="en-US" sz="4400" dirty="0" smtClean="0"/>
              <a:t> </a:t>
            </a:r>
            <a:r>
              <a:rPr lang="en-US" altLang="zh-TW" sz="3600" dirty="0" smtClean="0"/>
              <a:t>Thresh[k-1] &lt; </a:t>
            </a:r>
            <a:r>
              <a:rPr lang="en-US" altLang="zh-TW" sz="3600" dirty="0" smtClean="0">
                <a:solidFill>
                  <a:srgbClr val="0070C0"/>
                </a:solidFill>
              </a:rPr>
              <a:t>j=9</a:t>
            </a:r>
            <a:r>
              <a:rPr lang="en-US" altLang="zh-TW" sz="3600" dirty="0" smtClean="0"/>
              <a:t> </a:t>
            </a:r>
            <a:r>
              <a:rPr lang="en-US" altLang="zh-TW" sz="3600" dirty="0">
                <a:solidFill>
                  <a:srgbClr val="000000"/>
                </a:solidFill>
              </a:rPr>
              <a:t>≤</a:t>
            </a:r>
            <a:r>
              <a:rPr lang="zh-TW" altLang="en-US" sz="3600" dirty="0" smtClean="0">
                <a:solidFill>
                  <a:srgbClr val="000000"/>
                </a:solidFill>
              </a:rPr>
              <a:t> </a:t>
            </a:r>
            <a:r>
              <a:rPr lang="en-US" altLang="zh-TW" sz="3600" dirty="0" smtClean="0"/>
              <a:t>Thresh[k]</a:t>
            </a:r>
            <a:endParaRPr lang="zh-TW" altLang="en-US" sz="3600" b="0" cap="none" spc="0" dirty="0">
              <a:ln w="0"/>
              <a:solidFill>
                <a:schemeClr val="tx1"/>
              </a:solidFill>
              <a:effectLst>
                <a:outerShdw blurRad="38100" dist="19050" dir="2700000" algn="tl" rotWithShape="0">
                  <a:schemeClr val="dk1">
                    <a:alpha val="40000"/>
                  </a:schemeClr>
                </a:outerShdw>
              </a:effectLst>
            </a:endParaRPr>
          </a:p>
        </p:txBody>
      </p:sp>
      <p:sp>
        <p:nvSpPr>
          <p:cNvPr id="9" name="矩形 8"/>
          <p:cNvSpPr/>
          <p:nvPr/>
        </p:nvSpPr>
        <p:spPr>
          <a:xfrm>
            <a:off x="861104" y="970064"/>
            <a:ext cx="2264724" cy="646331"/>
          </a:xfrm>
          <a:prstGeom prst="rect">
            <a:avLst/>
          </a:prstGeom>
          <a:noFill/>
        </p:spPr>
        <p:txBody>
          <a:bodyPr wrap="none" lIns="91440" tIns="45720" rIns="91440" bIns="45720">
            <a:spAutoFit/>
          </a:bodyPr>
          <a:lstStyle/>
          <a:p>
            <a:pPr algn="ctr"/>
            <a:r>
              <a:rPr lang="en-US" altLang="zh-TW" sz="3600" dirty="0" smtClean="0">
                <a:ln w="0"/>
                <a:solidFill>
                  <a:srgbClr val="000000"/>
                </a:solidFill>
                <a:effectLst>
                  <a:outerShdw blurRad="38100" dist="19050" dir="2700000" algn="tl" rotWithShape="0">
                    <a:srgbClr val="000000">
                      <a:alpha val="40000"/>
                    </a:srgbClr>
                  </a:outerShdw>
                </a:effectLst>
                <a:latin typeface="Tahoma" panose="020B0604030504040204" pitchFamily="34" charset="0"/>
                <a:ea typeface="Tahoma" panose="020B0604030504040204" pitchFamily="34" charset="0"/>
                <a:cs typeface="Tahoma" panose="020B0604030504040204" pitchFamily="34" charset="0"/>
              </a:rPr>
              <a:t>Thresh</a:t>
            </a:r>
            <a:r>
              <a:rPr lang="en-US" altLang="zh-TW" sz="3600" dirty="0" smtClean="0">
                <a:ln w="0"/>
                <a:solidFill>
                  <a:srgbClr val="000000"/>
                </a:solidFill>
                <a:effectLst>
                  <a:outerShdw blurRad="38100" dist="19050" dir="2700000" algn="tl" rotWithShape="0">
                    <a:srgbClr val="000000">
                      <a:alpha val="40000"/>
                    </a:srgbClr>
                  </a:outerShdw>
                </a:effectLst>
                <a:ea typeface="Tahoma" panose="020B0604030504040204" pitchFamily="34" charset="0"/>
                <a:cs typeface="Tahoma" panose="020B0604030504040204" pitchFamily="34" charset="0"/>
              </a:rPr>
              <a:t>[</a:t>
            </a:r>
            <a:r>
              <a:rPr lang="en-US" altLang="zh-TW" sz="3600" dirty="0" smtClean="0">
                <a:ln w="0"/>
                <a:solidFill>
                  <a:srgbClr val="000000"/>
                </a:solidFill>
                <a:effectLst>
                  <a:outerShdw blurRad="38100" dist="19050" dir="2700000" algn="tl" rotWithShape="0">
                    <a:srgbClr val="000000">
                      <a:alpha val="40000"/>
                    </a:srgbClr>
                  </a:outerShdw>
                </a:effectLst>
              </a:rPr>
              <a:t>] :</a:t>
            </a:r>
            <a:endParaRPr lang="zh-TW" altLang="en-US" sz="3600" dirty="0">
              <a:ln w="0"/>
              <a:solidFill>
                <a:srgbClr val="000000"/>
              </a:solidFill>
              <a:effectLst>
                <a:outerShdw blurRad="38100" dist="19050" dir="2700000" algn="tl" rotWithShape="0">
                  <a:srgbClr val="000000">
                    <a:alpha val="40000"/>
                  </a:srgbClr>
                </a:outerShdw>
              </a:effectLst>
            </a:endParaRPr>
          </a:p>
        </p:txBody>
      </p:sp>
    </p:spTree>
    <p:extLst>
      <p:ext uri="{BB962C8B-B14F-4D97-AF65-F5344CB8AC3E}">
        <p14:creationId xmlns:p14="http://schemas.microsoft.com/office/powerpoint/2010/main" val="1365533540"/>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2471940142"/>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9954015" y="1716066"/>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tx1">
              <a:lumMod val="65000"/>
              <a:lumOff val="35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9" name="甜甜圈 58"/>
          <p:cNvSpPr/>
          <p:nvPr/>
        </p:nvSpPr>
        <p:spPr bwMode="auto">
          <a:xfrm>
            <a:off x="1304794" y="313151"/>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文字方塊 20"/>
          <p:cNvSpPr txBox="1"/>
          <p:nvPr/>
        </p:nvSpPr>
        <p:spPr>
          <a:xfrm>
            <a:off x="1554532" y="504266"/>
            <a:ext cx="661792" cy="369332"/>
          </a:xfrm>
          <a:prstGeom prst="rect">
            <a:avLst/>
          </a:prstGeom>
          <a:noFill/>
        </p:spPr>
        <p:txBody>
          <a:bodyPr wrap="square" rtlCol="0">
            <a:spAutoFit/>
          </a:bodyPr>
          <a:lstStyle/>
          <a:p>
            <a:r>
              <a:rPr lang="en-US" altLang="zh-TW" dirty="0" smtClean="0"/>
              <a:t>0</a:t>
            </a:r>
            <a:endParaRPr lang="zh-TW" altLang="en-US" dirty="0"/>
          </a:p>
        </p:txBody>
      </p:sp>
      <p:grpSp>
        <p:nvGrpSpPr>
          <p:cNvPr id="22" name="群組 21"/>
          <p:cNvGrpSpPr/>
          <p:nvPr/>
        </p:nvGrpSpPr>
        <p:grpSpPr>
          <a:xfrm>
            <a:off x="1015667" y="688932"/>
            <a:ext cx="1955599" cy="6331253"/>
            <a:chOff x="1015667" y="688932"/>
            <a:chExt cx="1955599" cy="6331253"/>
          </a:xfrm>
        </p:grpSpPr>
        <p:sp>
          <p:nvSpPr>
            <p:cNvPr id="2" name="減號 1"/>
            <p:cNvSpPr/>
            <p:nvPr/>
          </p:nvSpPr>
          <p:spPr bwMode="auto">
            <a:xfrm rot="16200000">
              <a:off x="-1030982" y="3713381"/>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9" name="矩形 18"/>
            <p:cNvSpPr/>
            <p:nvPr/>
          </p:nvSpPr>
          <p:spPr>
            <a:xfrm>
              <a:off x="1015667" y="970064"/>
              <a:ext cx="1955599"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Thresh[0]</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grpSp>
      <p:sp>
        <p:nvSpPr>
          <p:cNvPr id="23" name="減號 22"/>
          <p:cNvSpPr/>
          <p:nvPr/>
        </p:nvSpPr>
        <p:spPr bwMode="auto">
          <a:xfrm rot="16200000">
            <a:off x="7794383" y="3713382"/>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0" name="矩形 19"/>
          <p:cNvSpPr/>
          <p:nvPr/>
        </p:nvSpPr>
        <p:spPr>
          <a:xfrm>
            <a:off x="9771909" y="148000"/>
            <a:ext cx="2093842" cy="584775"/>
          </a:xfrm>
          <a:prstGeom prst="rect">
            <a:avLst/>
          </a:prstGeom>
          <a:noFill/>
        </p:spPr>
        <p:txBody>
          <a:bodyPr wrap="none" lIns="91440" tIns="45720" rIns="91440" bIns="45720">
            <a:spAutoFit/>
          </a:bodyPr>
          <a:lstStyle/>
          <a:p>
            <a:pPr algn="ctr"/>
            <a:r>
              <a:rPr lang="en-US" altLang="zh-TW" sz="3200" b="0" cap="none" spc="0" dirty="0" smtClean="0">
                <a:ln w="0"/>
                <a:solidFill>
                  <a:srgbClr val="0070C0"/>
                </a:solidFill>
                <a:effectLst>
                  <a:outerShdw blurRad="38100" dist="19050" dir="2700000" algn="tl" rotWithShape="0">
                    <a:schemeClr val="dk1">
                      <a:alpha val="40000"/>
                    </a:schemeClr>
                  </a:outerShdw>
                </a:effectLst>
              </a:rPr>
              <a:t>g=1,2,….6</a:t>
            </a:r>
            <a:endParaRPr lang="zh-TW" altLang="en-US" sz="3200" b="0" cap="none" spc="0" dirty="0">
              <a:ln w="0"/>
              <a:solidFill>
                <a:srgbClr val="0070C0"/>
              </a:solidFill>
              <a:effectLst>
                <a:outerShdw blurRad="38100" dist="19050" dir="2700000" algn="tl" rotWithShape="0">
                  <a:schemeClr val="dk1">
                    <a:alpha val="40000"/>
                  </a:schemeClr>
                </a:outerShdw>
              </a:effectLst>
            </a:endParaRPr>
          </a:p>
        </p:txBody>
      </p:sp>
      <p:sp>
        <p:nvSpPr>
          <p:cNvPr id="26" name="矩形 25"/>
          <p:cNvSpPr/>
          <p:nvPr/>
        </p:nvSpPr>
        <p:spPr>
          <a:xfrm>
            <a:off x="10121785" y="919507"/>
            <a:ext cx="1958806"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Thresh[g]</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006414236"/>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2471940142"/>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9954015" y="1716066"/>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tx1">
              <a:lumMod val="65000"/>
              <a:lumOff val="35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9" name="甜甜圈 58"/>
          <p:cNvSpPr/>
          <p:nvPr/>
        </p:nvSpPr>
        <p:spPr bwMode="auto">
          <a:xfrm>
            <a:off x="1304794" y="313151"/>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文字方塊 20"/>
          <p:cNvSpPr txBox="1"/>
          <p:nvPr/>
        </p:nvSpPr>
        <p:spPr>
          <a:xfrm>
            <a:off x="1554532" y="504266"/>
            <a:ext cx="661792" cy="369332"/>
          </a:xfrm>
          <a:prstGeom prst="rect">
            <a:avLst/>
          </a:prstGeom>
          <a:noFill/>
        </p:spPr>
        <p:txBody>
          <a:bodyPr wrap="square" rtlCol="0">
            <a:spAutoFit/>
          </a:bodyPr>
          <a:lstStyle/>
          <a:p>
            <a:r>
              <a:rPr lang="en-US" altLang="zh-TW" dirty="0" smtClean="0"/>
              <a:t>0</a:t>
            </a:r>
            <a:endParaRPr lang="zh-TW" altLang="en-US" dirty="0"/>
          </a:p>
        </p:txBody>
      </p:sp>
      <p:cxnSp>
        <p:nvCxnSpPr>
          <p:cNvPr id="60" name="直線單箭頭接點 59"/>
          <p:cNvCxnSpPr/>
          <p:nvPr/>
        </p:nvCxnSpPr>
        <p:spPr bwMode="auto">
          <a:xfrm flipH="1" flipV="1">
            <a:off x="2216324" y="776614"/>
            <a:ext cx="7737691" cy="1077238"/>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2" name="群組 21"/>
          <p:cNvGrpSpPr/>
          <p:nvPr/>
        </p:nvGrpSpPr>
        <p:grpSpPr>
          <a:xfrm>
            <a:off x="1015667" y="688932"/>
            <a:ext cx="1955599" cy="6331253"/>
            <a:chOff x="1015667" y="688932"/>
            <a:chExt cx="1955599" cy="6331253"/>
          </a:xfrm>
        </p:grpSpPr>
        <p:sp>
          <p:nvSpPr>
            <p:cNvPr id="2" name="減號 1"/>
            <p:cNvSpPr/>
            <p:nvPr/>
          </p:nvSpPr>
          <p:spPr bwMode="auto">
            <a:xfrm rot="16200000">
              <a:off x="-1030982" y="3713381"/>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9" name="矩形 18"/>
            <p:cNvSpPr/>
            <p:nvPr/>
          </p:nvSpPr>
          <p:spPr>
            <a:xfrm>
              <a:off x="1015667" y="970064"/>
              <a:ext cx="1955599"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Thresh[0]</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grpSp>
      <p:sp>
        <p:nvSpPr>
          <p:cNvPr id="23" name="減號 22"/>
          <p:cNvSpPr/>
          <p:nvPr/>
        </p:nvSpPr>
        <p:spPr bwMode="auto">
          <a:xfrm rot="16200000">
            <a:off x="7794383" y="3713382"/>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0" name="矩形 19"/>
          <p:cNvSpPr/>
          <p:nvPr/>
        </p:nvSpPr>
        <p:spPr>
          <a:xfrm>
            <a:off x="9771909" y="148000"/>
            <a:ext cx="2093842" cy="584775"/>
          </a:xfrm>
          <a:prstGeom prst="rect">
            <a:avLst/>
          </a:prstGeom>
          <a:noFill/>
        </p:spPr>
        <p:txBody>
          <a:bodyPr wrap="none" lIns="91440" tIns="45720" rIns="91440" bIns="45720">
            <a:spAutoFit/>
          </a:bodyPr>
          <a:lstStyle/>
          <a:p>
            <a:pPr algn="ctr"/>
            <a:r>
              <a:rPr lang="en-US" altLang="zh-TW" sz="3200" b="0" cap="none" spc="0" dirty="0" smtClean="0">
                <a:ln w="0"/>
                <a:solidFill>
                  <a:srgbClr val="0070C0"/>
                </a:solidFill>
                <a:effectLst>
                  <a:outerShdw blurRad="38100" dist="19050" dir="2700000" algn="tl" rotWithShape="0">
                    <a:schemeClr val="dk1">
                      <a:alpha val="40000"/>
                    </a:schemeClr>
                  </a:outerShdw>
                </a:effectLst>
              </a:rPr>
              <a:t>g=1,2,….6</a:t>
            </a:r>
            <a:endParaRPr lang="zh-TW" altLang="en-US" sz="3200" b="0" cap="none" spc="0" dirty="0">
              <a:ln w="0"/>
              <a:solidFill>
                <a:srgbClr val="0070C0"/>
              </a:solidFill>
              <a:effectLst>
                <a:outerShdw blurRad="38100" dist="19050" dir="2700000" algn="tl" rotWithShape="0">
                  <a:schemeClr val="dk1">
                    <a:alpha val="40000"/>
                  </a:schemeClr>
                </a:outerShdw>
              </a:effectLst>
            </a:endParaRPr>
          </a:p>
        </p:txBody>
      </p:sp>
      <p:sp>
        <p:nvSpPr>
          <p:cNvPr id="27" name="矩形 26"/>
          <p:cNvSpPr/>
          <p:nvPr/>
        </p:nvSpPr>
        <p:spPr>
          <a:xfrm>
            <a:off x="10121785" y="919507"/>
            <a:ext cx="1958806"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Thresh[g]</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096923073"/>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2577676207"/>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8043796" y="1716068"/>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tx1">
              <a:lumMod val="65000"/>
              <a:lumOff val="35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9" name="甜甜圈 58"/>
          <p:cNvSpPr/>
          <p:nvPr/>
        </p:nvSpPr>
        <p:spPr bwMode="auto">
          <a:xfrm>
            <a:off x="1304794" y="313151"/>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文字方塊 20"/>
          <p:cNvSpPr txBox="1"/>
          <p:nvPr/>
        </p:nvSpPr>
        <p:spPr>
          <a:xfrm>
            <a:off x="1554532" y="504266"/>
            <a:ext cx="661792" cy="369332"/>
          </a:xfrm>
          <a:prstGeom prst="rect">
            <a:avLst/>
          </a:prstGeom>
          <a:noFill/>
        </p:spPr>
        <p:txBody>
          <a:bodyPr wrap="square" rtlCol="0">
            <a:spAutoFit/>
          </a:bodyPr>
          <a:lstStyle/>
          <a:p>
            <a:r>
              <a:rPr lang="en-US" altLang="zh-TW" dirty="0" smtClean="0">
                <a:solidFill>
                  <a:srgbClr val="000000"/>
                </a:solidFill>
              </a:rPr>
              <a:t>0</a:t>
            </a:r>
            <a:endParaRPr lang="zh-TW" altLang="en-US" dirty="0">
              <a:solidFill>
                <a:srgbClr val="000000"/>
              </a:solidFill>
            </a:endParaRPr>
          </a:p>
        </p:txBody>
      </p:sp>
      <p:cxnSp>
        <p:nvCxnSpPr>
          <p:cNvPr id="23" name="直線單箭頭接點 22"/>
          <p:cNvCxnSpPr/>
          <p:nvPr/>
        </p:nvCxnSpPr>
        <p:spPr bwMode="auto">
          <a:xfrm flipH="1" flipV="1">
            <a:off x="2216324" y="776614"/>
            <a:ext cx="7737691" cy="1077238"/>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直線單箭頭接點 18"/>
          <p:cNvCxnSpPr/>
          <p:nvPr/>
        </p:nvCxnSpPr>
        <p:spPr bwMode="auto">
          <a:xfrm flipH="1" flipV="1">
            <a:off x="2216325" y="873598"/>
            <a:ext cx="5827471" cy="98025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甜甜圈 24"/>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grpSp>
        <p:nvGrpSpPr>
          <p:cNvPr id="22" name="群組 21"/>
          <p:cNvGrpSpPr/>
          <p:nvPr/>
        </p:nvGrpSpPr>
        <p:grpSpPr>
          <a:xfrm>
            <a:off x="1015667" y="688932"/>
            <a:ext cx="1955599" cy="6331253"/>
            <a:chOff x="1015667" y="688932"/>
            <a:chExt cx="1955599" cy="6331253"/>
          </a:xfrm>
        </p:grpSpPr>
        <p:sp>
          <p:nvSpPr>
            <p:cNvPr id="24" name="減號 23"/>
            <p:cNvSpPr/>
            <p:nvPr/>
          </p:nvSpPr>
          <p:spPr bwMode="auto">
            <a:xfrm rot="16200000">
              <a:off x="-1030982" y="3713381"/>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6" name="矩形 25"/>
            <p:cNvSpPr/>
            <p:nvPr/>
          </p:nvSpPr>
          <p:spPr>
            <a:xfrm>
              <a:off x="1015667" y="970064"/>
              <a:ext cx="1955599"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Thresh[0]</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grpSp>
      <p:sp>
        <p:nvSpPr>
          <p:cNvPr id="28" name="減號 27"/>
          <p:cNvSpPr/>
          <p:nvPr/>
        </p:nvSpPr>
        <p:spPr bwMode="auto">
          <a:xfrm rot="16200000">
            <a:off x="7794383" y="3713382"/>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0" name="矩形 29"/>
          <p:cNvSpPr/>
          <p:nvPr/>
        </p:nvSpPr>
        <p:spPr>
          <a:xfrm>
            <a:off x="9771909" y="148000"/>
            <a:ext cx="2093843" cy="584775"/>
          </a:xfrm>
          <a:prstGeom prst="rect">
            <a:avLst/>
          </a:prstGeom>
          <a:noFill/>
        </p:spPr>
        <p:txBody>
          <a:bodyPr wrap="none" lIns="91440" tIns="45720" rIns="91440" bIns="45720">
            <a:spAutoFit/>
          </a:bodyPr>
          <a:lstStyle/>
          <a:p>
            <a:pPr algn="ctr"/>
            <a:r>
              <a:rPr lang="en-US" altLang="zh-TW" sz="3200" b="0" cap="none" spc="0" dirty="0" smtClean="0">
                <a:ln w="0"/>
                <a:solidFill>
                  <a:srgbClr val="0070C0"/>
                </a:solidFill>
                <a:effectLst>
                  <a:outerShdw blurRad="38100" dist="19050" dir="2700000" algn="tl" rotWithShape="0">
                    <a:schemeClr val="dk1">
                      <a:alpha val="40000"/>
                    </a:schemeClr>
                  </a:outerShdw>
                </a:effectLst>
              </a:rPr>
              <a:t>g=2,3,….6</a:t>
            </a:r>
            <a:endParaRPr lang="zh-TW" altLang="en-US" sz="3200" b="0" cap="none" spc="0" dirty="0">
              <a:ln w="0"/>
              <a:solidFill>
                <a:srgbClr val="0070C0"/>
              </a:solidFill>
              <a:effectLst>
                <a:outerShdw blurRad="38100" dist="19050" dir="2700000" algn="tl" rotWithShape="0">
                  <a:schemeClr val="dk1">
                    <a:alpha val="40000"/>
                  </a:schemeClr>
                </a:outerShdw>
              </a:effectLst>
            </a:endParaRPr>
          </a:p>
        </p:txBody>
      </p:sp>
      <p:sp>
        <p:nvSpPr>
          <p:cNvPr id="31" name="減號 30"/>
          <p:cNvSpPr/>
          <p:nvPr/>
        </p:nvSpPr>
        <p:spPr bwMode="auto">
          <a:xfrm rot="16200000">
            <a:off x="7258898" y="3713381"/>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smtClean="0">
              <a:solidFill>
                <a:srgbClr val="000000"/>
              </a:solidFill>
            </a:endParaRPr>
          </a:p>
        </p:txBody>
      </p:sp>
      <p:sp>
        <p:nvSpPr>
          <p:cNvPr id="32" name="矩形 31"/>
          <p:cNvSpPr/>
          <p:nvPr/>
        </p:nvSpPr>
        <p:spPr>
          <a:xfrm>
            <a:off x="8976216" y="6118694"/>
            <a:ext cx="1955599"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Thresh[1]</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33" name="矩形 32"/>
          <p:cNvSpPr/>
          <p:nvPr/>
        </p:nvSpPr>
        <p:spPr>
          <a:xfrm>
            <a:off x="10121785" y="919507"/>
            <a:ext cx="1958806"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Thresh[g]</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532197046"/>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1822430067"/>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7081380" y="1716066"/>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tx1">
              <a:lumMod val="65000"/>
              <a:lumOff val="35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9" name="甜甜圈 58"/>
          <p:cNvSpPr/>
          <p:nvPr/>
        </p:nvSpPr>
        <p:spPr bwMode="auto">
          <a:xfrm>
            <a:off x="1304794" y="313151"/>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文字方塊 20"/>
          <p:cNvSpPr txBox="1"/>
          <p:nvPr/>
        </p:nvSpPr>
        <p:spPr>
          <a:xfrm>
            <a:off x="1554532" y="504266"/>
            <a:ext cx="661792" cy="369332"/>
          </a:xfrm>
          <a:prstGeom prst="rect">
            <a:avLst/>
          </a:prstGeom>
          <a:noFill/>
        </p:spPr>
        <p:txBody>
          <a:bodyPr wrap="square" rtlCol="0">
            <a:spAutoFit/>
          </a:bodyPr>
          <a:lstStyle/>
          <a:p>
            <a:r>
              <a:rPr lang="en-US" altLang="zh-TW" dirty="0" smtClean="0">
                <a:solidFill>
                  <a:srgbClr val="000000"/>
                </a:solidFill>
              </a:rPr>
              <a:t>0</a:t>
            </a:r>
            <a:endParaRPr lang="zh-TW" altLang="en-US" dirty="0">
              <a:solidFill>
                <a:srgbClr val="000000"/>
              </a:solidFill>
            </a:endParaRPr>
          </a:p>
        </p:txBody>
      </p:sp>
      <p:cxnSp>
        <p:nvCxnSpPr>
          <p:cNvPr id="23" name="直線單箭頭接點 22"/>
          <p:cNvCxnSpPr/>
          <p:nvPr/>
        </p:nvCxnSpPr>
        <p:spPr bwMode="auto">
          <a:xfrm flipH="1" flipV="1">
            <a:off x="2216324" y="776614"/>
            <a:ext cx="7737691" cy="1077238"/>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直線單箭頭接點 18"/>
          <p:cNvCxnSpPr/>
          <p:nvPr/>
        </p:nvCxnSpPr>
        <p:spPr bwMode="auto">
          <a:xfrm flipH="1" flipV="1">
            <a:off x="2216325" y="873598"/>
            <a:ext cx="5827471" cy="98025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線單箭頭接點 19"/>
          <p:cNvCxnSpPr/>
          <p:nvPr/>
        </p:nvCxnSpPr>
        <p:spPr bwMode="auto">
          <a:xfrm flipH="1" flipV="1">
            <a:off x="2167524" y="986334"/>
            <a:ext cx="4913855" cy="964502"/>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 name="甜甜圈 25"/>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7" name="甜甜圈 26"/>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grpSp>
        <p:nvGrpSpPr>
          <p:cNvPr id="2" name="群組 1"/>
          <p:cNvGrpSpPr/>
          <p:nvPr/>
        </p:nvGrpSpPr>
        <p:grpSpPr>
          <a:xfrm>
            <a:off x="7108911" y="688932"/>
            <a:ext cx="1955599" cy="6331253"/>
            <a:chOff x="8976216" y="688932"/>
            <a:chExt cx="1955599" cy="6331253"/>
          </a:xfrm>
        </p:grpSpPr>
        <p:sp>
          <p:nvSpPr>
            <p:cNvPr id="24" name="減號 23"/>
            <p:cNvSpPr/>
            <p:nvPr/>
          </p:nvSpPr>
          <p:spPr bwMode="auto">
            <a:xfrm rot="16200000">
              <a:off x="7258898" y="3713381"/>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smtClean="0">
                <a:solidFill>
                  <a:srgbClr val="000000"/>
                </a:solidFill>
              </a:endParaRPr>
            </a:p>
          </p:txBody>
        </p:sp>
        <p:sp>
          <p:nvSpPr>
            <p:cNvPr id="25" name="矩形 24"/>
            <p:cNvSpPr/>
            <p:nvPr/>
          </p:nvSpPr>
          <p:spPr>
            <a:xfrm>
              <a:off x="8976216" y="6118694"/>
              <a:ext cx="1955599"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Thresh[1]</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grpSp>
      <p:sp>
        <p:nvSpPr>
          <p:cNvPr id="29" name="減號 28"/>
          <p:cNvSpPr/>
          <p:nvPr/>
        </p:nvSpPr>
        <p:spPr bwMode="auto">
          <a:xfrm rot="16200000">
            <a:off x="7794383" y="3713382"/>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1" name="矩形 30"/>
          <p:cNvSpPr/>
          <p:nvPr/>
        </p:nvSpPr>
        <p:spPr>
          <a:xfrm>
            <a:off x="9771909" y="148000"/>
            <a:ext cx="2093843" cy="584775"/>
          </a:xfrm>
          <a:prstGeom prst="rect">
            <a:avLst/>
          </a:prstGeom>
          <a:noFill/>
        </p:spPr>
        <p:txBody>
          <a:bodyPr wrap="none" lIns="91440" tIns="45720" rIns="91440" bIns="45720">
            <a:spAutoFit/>
          </a:bodyPr>
          <a:lstStyle/>
          <a:p>
            <a:pPr algn="ctr"/>
            <a:r>
              <a:rPr lang="en-US" altLang="zh-TW" sz="3200" b="0" cap="none" spc="0" dirty="0" smtClean="0">
                <a:ln w="0"/>
                <a:solidFill>
                  <a:srgbClr val="0070C0"/>
                </a:solidFill>
                <a:effectLst>
                  <a:outerShdw blurRad="38100" dist="19050" dir="2700000" algn="tl" rotWithShape="0">
                    <a:schemeClr val="dk1">
                      <a:alpha val="40000"/>
                    </a:schemeClr>
                  </a:outerShdw>
                </a:effectLst>
              </a:rPr>
              <a:t>g=2,3,….6</a:t>
            </a:r>
            <a:endParaRPr lang="zh-TW" altLang="en-US" sz="3200" b="0" cap="none" spc="0" dirty="0">
              <a:ln w="0"/>
              <a:solidFill>
                <a:srgbClr val="0070C0"/>
              </a:solidFill>
              <a:effectLst>
                <a:outerShdw blurRad="38100" dist="19050" dir="2700000" algn="tl" rotWithShape="0">
                  <a:schemeClr val="dk1">
                    <a:alpha val="40000"/>
                  </a:schemeClr>
                </a:outerShdw>
              </a:effectLst>
            </a:endParaRPr>
          </a:p>
        </p:txBody>
      </p:sp>
      <p:sp>
        <p:nvSpPr>
          <p:cNvPr id="35" name="減號 34"/>
          <p:cNvSpPr/>
          <p:nvPr/>
        </p:nvSpPr>
        <p:spPr bwMode="auto">
          <a:xfrm rot="16200000">
            <a:off x="-1030982" y="3713381"/>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2" name="矩形 31"/>
          <p:cNvSpPr/>
          <p:nvPr/>
        </p:nvSpPr>
        <p:spPr>
          <a:xfrm>
            <a:off x="10121785" y="919507"/>
            <a:ext cx="1958806"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Thresh[g]</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33" name="矩形 32"/>
          <p:cNvSpPr/>
          <p:nvPr/>
        </p:nvSpPr>
        <p:spPr>
          <a:xfrm>
            <a:off x="1015667" y="970064"/>
            <a:ext cx="1955599"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Thresh[0]</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535993549"/>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90758263"/>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tx1">
              <a:lumMod val="65000"/>
              <a:lumOff val="35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9" name="甜甜圈 58"/>
          <p:cNvSpPr/>
          <p:nvPr/>
        </p:nvSpPr>
        <p:spPr bwMode="auto">
          <a:xfrm>
            <a:off x="1304794" y="313151"/>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文字方塊 20"/>
          <p:cNvSpPr txBox="1"/>
          <p:nvPr/>
        </p:nvSpPr>
        <p:spPr>
          <a:xfrm>
            <a:off x="1554532" y="504266"/>
            <a:ext cx="661792" cy="369332"/>
          </a:xfrm>
          <a:prstGeom prst="rect">
            <a:avLst/>
          </a:prstGeom>
          <a:noFill/>
        </p:spPr>
        <p:txBody>
          <a:bodyPr wrap="square" rtlCol="0">
            <a:spAutoFit/>
          </a:bodyPr>
          <a:lstStyle/>
          <a:p>
            <a:r>
              <a:rPr lang="en-US" altLang="zh-TW" dirty="0" smtClean="0">
                <a:solidFill>
                  <a:srgbClr val="000000"/>
                </a:solidFill>
              </a:rPr>
              <a:t>0</a:t>
            </a:r>
            <a:endParaRPr lang="zh-TW" altLang="en-US" dirty="0">
              <a:solidFill>
                <a:srgbClr val="000000"/>
              </a:solidFill>
            </a:endParaRPr>
          </a:p>
        </p:txBody>
      </p:sp>
      <p:cxnSp>
        <p:nvCxnSpPr>
          <p:cNvPr id="23" name="直線單箭頭接點 22"/>
          <p:cNvCxnSpPr/>
          <p:nvPr/>
        </p:nvCxnSpPr>
        <p:spPr bwMode="auto">
          <a:xfrm flipH="1" flipV="1">
            <a:off x="2216324" y="776614"/>
            <a:ext cx="7737691" cy="1077238"/>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線單箭頭接點 19"/>
          <p:cNvCxnSpPr/>
          <p:nvPr/>
        </p:nvCxnSpPr>
        <p:spPr bwMode="auto">
          <a:xfrm flipH="1" flipV="1">
            <a:off x="2167524" y="986334"/>
            <a:ext cx="4913855" cy="964502"/>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線單箭頭接點 21"/>
          <p:cNvCxnSpPr/>
          <p:nvPr/>
        </p:nvCxnSpPr>
        <p:spPr bwMode="auto">
          <a:xfrm flipH="1" flipV="1">
            <a:off x="2081409" y="1064713"/>
            <a:ext cx="2127335" cy="789139"/>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甜甜圈 24"/>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6" name="甜甜圈 25"/>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7" name="甜甜圈 26"/>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19" name="直線單箭頭接點 18"/>
          <p:cNvCxnSpPr/>
          <p:nvPr/>
        </p:nvCxnSpPr>
        <p:spPr bwMode="auto">
          <a:xfrm flipH="1" flipV="1">
            <a:off x="2216325" y="873598"/>
            <a:ext cx="5827471" cy="98025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減號 23"/>
          <p:cNvSpPr/>
          <p:nvPr/>
        </p:nvSpPr>
        <p:spPr bwMode="auto">
          <a:xfrm rot="16200000">
            <a:off x="7794383" y="3713382"/>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9" name="矩形 28"/>
          <p:cNvSpPr/>
          <p:nvPr/>
        </p:nvSpPr>
        <p:spPr>
          <a:xfrm>
            <a:off x="9771909" y="148000"/>
            <a:ext cx="2093843" cy="584775"/>
          </a:xfrm>
          <a:prstGeom prst="rect">
            <a:avLst/>
          </a:prstGeom>
          <a:noFill/>
        </p:spPr>
        <p:txBody>
          <a:bodyPr wrap="none" lIns="91440" tIns="45720" rIns="91440" bIns="45720">
            <a:spAutoFit/>
          </a:bodyPr>
          <a:lstStyle/>
          <a:p>
            <a:pPr algn="ctr"/>
            <a:r>
              <a:rPr lang="en-US" altLang="zh-TW" sz="3200" b="0" cap="none" spc="0" dirty="0" smtClean="0">
                <a:ln w="0"/>
                <a:solidFill>
                  <a:srgbClr val="0070C0"/>
                </a:solidFill>
                <a:effectLst>
                  <a:outerShdw blurRad="38100" dist="19050" dir="2700000" algn="tl" rotWithShape="0">
                    <a:schemeClr val="dk1">
                      <a:alpha val="40000"/>
                    </a:schemeClr>
                  </a:outerShdw>
                </a:effectLst>
              </a:rPr>
              <a:t>g=2,3,….6</a:t>
            </a:r>
            <a:endParaRPr lang="zh-TW" altLang="en-US" sz="3200" b="0" cap="none" spc="0" dirty="0">
              <a:ln w="0"/>
              <a:solidFill>
                <a:srgbClr val="0070C0"/>
              </a:solidFill>
              <a:effectLst>
                <a:outerShdw blurRad="38100" dist="19050" dir="2700000" algn="tl" rotWithShape="0">
                  <a:schemeClr val="dk1">
                    <a:alpha val="40000"/>
                  </a:schemeClr>
                </a:outerShdw>
              </a:effectLst>
            </a:endParaRPr>
          </a:p>
        </p:txBody>
      </p:sp>
      <p:grpSp>
        <p:nvGrpSpPr>
          <p:cNvPr id="30" name="群組 29"/>
          <p:cNvGrpSpPr/>
          <p:nvPr/>
        </p:nvGrpSpPr>
        <p:grpSpPr>
          <a:xfrm>
            <a:off x="6156698" y="688932"/>
            <a:ext cx="1955599" cy="6331253"/>
            <a:chOff x="8976216" y="688932"/>
            <a:chExt cx="1955599" cy="6331253"/>
          </a:xfrm>
        </p:grpSpPr>
        <p:sp>
          <p:nvSpPr>
            <p:cNvPr id="31" name="減號 30"/>
            <p:cNvSpPr/>
            <p:nvPr/>
          </p:nvSpPr>
          <p:spPr bwMode="auto">
            <a:xfrm rot="16200000">
              <a:off x="7258898" y="3713381"/>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smtClean="0">
                <a:solidFill>
                  <a:srgbClr val="000000"/>
                </a:solidFill>
              </a:endParaRPr>
            </a:p>
          </p:txBody>
        </p:sp>
        <p:sp>
          <p:nvSpPr>
            <p:cNvPr id="32" name="矩形 31"/>
            <p:cNvSpPr/>
            <p:nvPr/>
          </p:nvSpPr>
          <p:spPr>
            <a:xfrm>
              <a:off x="8976216" y="6118694"/>
              <a:ext cx="1955599"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Thresh[1]</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grpSp>
      <p:sp>
        <p:nvSpPr>
          <p:cNvPr id="33" name="減號 32"/>
          <p:cNvSpPr/>
          <p:nvPr/>
        </p:nvSpPr>
        <p:spPr bwMode="auto">
          <a:xfrm rot="16200000">
            <a:off x="-1030982" y="3713381"/>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5" name="矩形 34"/>
          <p:cNvSpPr/>
          <p:nvPr/>
        </p:nvSpPr>
        <p:spPr>
          <a:xfrm>
            <a:off x="10121785" y="919507"/>
            <a:ext cx="1958806"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Thresh[g]</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36" name="矩形 35"/>
          <p:cNvSpPr/>
          <p:nvPr/>
        </p:nvSpPr>
        <p:spPr>
          <a:xfrm>
            <a:off x="1015667" y="970064"/>
            <a:ext cx="1955599"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Thresh[0]</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671109144"/>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90347169"/>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tx1">
              <a:lumMod val="65000"/>
              <a:lumOff val="35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9" name="甜甜圈 58"/>
          <p:cNvSpPr/>
          <p:nvPr/>
        </p:nvSpPr>
        <p:spPr bwMode="auto">
          <a:xfrm>
            <a:off x="1304794" y="313151"/>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文字方塊 20"/>
          <p:cNvSpPr txBox="1"/>
          <p:nvPr/>
        </p:nvSpPr>
        <p:spPr>
          <a:xfrm>
            <a:off x="1554532" y="504266"/>
            <a:ext cx="661792" cy="369332"/>
          </a:xfrm>
          <a:prstGeom prst="rect">
            <a:avLst/>
          </a:prstGeom>
          <a:noFill/>
        </p:spPr>
        <p:txBody>
          <a:bodyPr wrap="square" rtlCol="0">
            <a:spAutoFit/>
          </a:bodyPr>
          <a:lstStyle/>
          <a:p>
            <a:r>
              <a:rPr lang="en-US" altLang="zh-TW" dirty="0" smtClean="0">
                <a:solidFill>
                  <a:srgbClr val="000000"/>
                </a:solidFill>
              </a:rPr>
              <a:t>0</a:t>
            </a:r>
            <a:endParaRPr lang="zh-TW" altLang="en-US" dirty="0">
              <a:solidFill>
                <a:srgbClr val="000000"/>
              </a:solidFill>
            </a:endParaRPr>
          </a:p>
        </p:txBody>
      </p:sp>
      <p:cxnSp>
        <p:nvCxnSpPr>
          <p:cNvPr id="23" name="直線單箭頭接點 22"/>
          <p:cNvCxnSpPr/>
          <p:nvPr/>
        </p:nvCxnSpPr>
        <p:spPr bwMode="auto">
          <a:xfrm flipH="1" flipV="1">
            <a:off x="2216324" y="776614"/>
            <a:ext cx="7737691" cy="1077238"/>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線單箭頭接點 19"/>
          <p:cNvCxnSpPr/>
          <p:nvPr/>
        </p:nvCxnSpPr>
        <p:spPr bwMode="auto">
          <a:xfrm flipH="1" flipV="1">
            <a:off x="2167524" y="986334"/>
            <a:ext cx="4913855" cy="964502"/>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線單箭頭接點 21"/>
          <p:cNvCxnSpPr/>
          <p:nvPr/>
        </p:nvCxnSpPr>
        <p:spPr bwMode="auto">
          <a:xfrm flipH="1" flipV="1">
            <a:off x="2081409" y="1064713"/>
            <a:ext cx="2127335" cy="789139"/>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線單箭頭接點 25"/>
          <p:cNvCxnSpPr>
            <a:endCxn id="3" idx="6"/>
          </p:cNvCxnSpPr>
          <p:nvPr/>
        </p:nvCxnSpPr>
        <p:spPr bwMode="auto">
          <a:xfrm flipH="1" flipV="1">
            <a:off x="4985359" y="2091847"/>
            <a:ext cx="4005195" cy="713983"/>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 name="甜甜圈 27"/>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9" name="甜甜圈 28"/>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0" name="甜甜圈 29"/>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19" name="直線單箭頭接點 18"/>
          <p:cNvCxnSpPr/>
          <p:nvPr/>
        </p:nvCxnSpPr>
        <p:spPr bwMode="auto">
          <a:xfrm flipH="1" flipV="1">
            <a:off x="2216325" y="873598"/>
            <a:ext cx="5827471" cy="98025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 name="矩形 24"/>
          <p:cNvSpPr/>
          <p:nvPr/>
        </p:nvSpPr>
        <p:spPr>
          <a:xfrm>
            <a:off x="9771909" y="148000"/>
            <a:ext cx="2093843" cy="584775"/>
          </a:xfrm>
          <a:prstGeom prst="rect">
            <a:avLst/>
          </a:prstGeom>
          <a:noFill/>
        </p:spPr>
        <p:txBody>
          <a:bodyPr wrap="none" lIns="91440" tIns="45720" rIns="91440" bIns="45720">
            <a:spAutoFit/>
          </a:bodyPr>
          <a:lstStyle/>
          <a:p>
            <a:pPr algn="ctr"/>
            <a:r>
              <a:rPr lang="en-US" altLang="zh-TW" sz="3200" b="0" cap="none" spc="0" dirty="0" smtClean="0">
                <a:ln w="0"/>
                <a:solidFill>
                  <a:srgbClr val="0070C0"/>
                </a:solidFill>
                <a:effectLst>
                  <a:outerShdw blurRad="38100" dist="19050" dir="2700000" algn="tl" rotWithShape="0">
                    <a:schemeClr val="dk1">
                      <a:alpha val="40000"/>
                    </a:schemeClr>
                  </a:outerShdw>
                </a:effectLst>
              </a:rPr>
              <a:t>g=2,3,….6</a:t>
            </a:r>
            <a:endParaRPr lang="zh-TW" altLang="en-US" sz="3200" b="0" cap="none" spc="0" dirty="0">
              <a:ln w="0"/>
              <a:solidFill>
                <a:srgbClr val="0070C0"/>
              </a:solidFill>
              <a:effectLst>
                <a:outerShdw blurRad="38100" dist="19050" dir="2700000" algn="tl" rotWithShape="0">
                  <a:schemeClr val="dk1">
                    <a:alpha val="40000"/>
                  </a:schemeClr>
                </a:outerShdw>
              </a:effectLst>
            </a:endParaRPr>
          </a:p>
        </p:txBody>
      </p:sp>
      <p:sp>
        <p:nvSpPr>
          <p:cNvPr id="31" name="減號 30"/>
          <p:cNvSpPr/>
          <p:nvPr/>
        </p:nvSpPr>
        <p:spPr bwMode="auto">
          <a:xfrm rot="16200000">
            <a:off x="7794383" y="3713382"/>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32" name="群組 31"/>
          <p:cNvGrpSpPr/>
          <p:nvPr/>
        </p:nvGrpSpPr>
        <p:grpSpPr>
          <a:xfrm>
            <a:off x="3316536" y="688934"/>
            <a:ext cx="1955599" cy="6331253"/>
            <a:chOff x="8976216" y="688932"/>
            <a:chExt cx="1955599" cy="6331253"/>
          </a:xfrm>
        </p:grpSpPr>
        <p:sp>
          <p:nvSpPr>
            <p:cNvPr id="33" name="減號 32"/>
            <p:cNvSpPr/>
            <p:nvPr/>
          </p:nvSpPr>
          <p:spPr bwMode="auto">
            <a:xfrm rot="16200000">
              <a:off x="7258898" y="3713381"/>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smtClean="0">
                <a:solidFill>
                  <a:srgbClr val="000000"/>
                </a:solidFill>
              </a:endParaRPr>
            </a:p>
          </p:txBody>
        </p:sp>
        <p:sp>
          <p:nvSpPr>
            <p:cNvPr id="34" name="矩形 33"/>
            <p:cNvSpPr/>
            <p:nvPr/>
          </p:nvSpPr>
          <p:spPr>
            <a:xfrm>
              <a:off x="8976216" y="6118694"/>
              <a:ext cx="1955599"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Thresh[1]</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grpSp>
      <p:sp>
        <p:nvSpPr>
          <p:cNvPr id="35" name="減號 34"/>
          <p:cNvSpPr/>
          <p:nvPr/>
        </p:nvSpPr>
        <p:spPr bwMode="auto">
          <a:xfrm rot="16200000">
            <a:off x="-1030982" y="3713381"/>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7" name="矩形 36"/>
          <p:cNvSpPr/>
          <p:nvPr/>
        </p:nvSpPr>
        <p:spPr>
          <a:xfrm>
            <a:off x="10121785" y="919507"/>
            <a:ext cx="1958806"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Thresh[g]</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38" name="矩形 37"/>
          <p:cNvSpPr/>
          <p:nvPr/>
        </p:nvSpPr>
        <p:spPr>
          <a:xfrm>
            <a:off x="1015667" y="970064"/>
            <a:ext cx="1955599"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Thresh[0]</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355111783"/>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1820232160"/>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tx1">
              <a:lumMod val="65000"/>
              <a:lumOff val="35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9" name="甜甜圈 58"/>
          <p:cNvSpPr/>
          <p:nvPr/>
        </p:nvSpPr>
        <p:spPr bwMode="auto">
          <a:xfrm>
            <a:off x="1304794" y="313151"/>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文字方塊 20"/>
          <p:cNvSpPr txBox="1"/>
          <p:nvPr/>
        </p:nvSpPr>
        <p:spPr>
          <a:xfrm>
            <a:off x="1554532" y="504266"/>
            <a:ext cx="661792" cy="369332"/>
          </a:xfrm>
          <a:prstGeom prst="rect">
            <a:avLst/>
          </a:prstGeom>
          <a:noFill/>
        </p:spPr>
        <p:txBody>
          <a:bodyPr wrap="square" rtlCol="0">
            <a:spAutoFit/>
          </a:bodyPr>
          <a:lstStyle/>
          <a:p>
            <a:r>
              <a:rPr lang="en-US" altLang="zh-TW" dirty="0" smtClean="0">
                <a:solidFill>
                  <a:srgbClr val="000000"/>
                </a:solidFill>
              </a:rPr>
              <a:t>0</a:t>
            </a:r>
            <a:endParaRPr lang="zh-TW" altLang="en-US" dirty="0">
              <a:solidFill>
                <a:srgbClr val="000000"/>
              </a:solidFill>
            </a:endParaRPr>
          </a:p>
        </p:txBody>
      </p:sp>
      <p:cxnSp>
        <p:nvCxnSpPr>
          <p:cNvPr id="23" name="直線單箭頭接點 22"/>
          <p:cNvCxnSpPr/>
          <p:nvPr/>
        </p:nvCxnSpPr>
        <p:spPr bwMode="auto">
          <a:xfrm flipH="1" flipV="1">
            <a:off x="2216324" y="776614"/>
            <a:ext cx="7737691" cy="1077238"/>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線單箭頭接點 19"/>
          <p:cNvCxnSpPr/>
          <p:nvPr/>
        </p:nvCxnSpPr>
        <p:spPr bwMode="auto">
          <a:xfrm flipH="1" flipV="1">
            <a:off x="2167524" y="986334"/>
            <a:ext cx="4913855" cy="964502"/>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線單箭頭接點 21"/>
          <p:cNvCxnSpPr/>
          <p:nvPr/>
        </p:nvCxnSpPr>
        <p:spPr bwMode="auto">
          <a:xfrm flipH="1" flipV="1">
            <a:off x="2081409" y="1064713"/>
            <a:ext cx="2127335" cy="789139"/>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線單箭頭接點 25"/>
          <p:cNvCxnSpPr>
            <a:endCxn id="3" idx="6"/>
          </p:cNvCxnSpPr>
          <p:nvPr/>
        </p:nvCxnSpPr>
        <p:spPr bwMode="auto">
          <a:xfrm flipH="1" flipV="1">
            <a:off x="4985359" y="2091847"/>
            <a:ext cx="4005195" cy="713983"/>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線單箭頭接點 23"/>
          <p:cNvCxnSpPr/>
          <p:nvPr/>
        </p:nvCxnSpPr>
        <p:spPr bwMode="auto">
          <a:xfrm flipH="1" flipV="1">
            <a:off x="4970745" y="2286001"/>
            <a:ext cx="1132560" cy="250521"/>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 name="甜甜圈 26"/>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8" name="甜甜圈 27"/>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9" name="甜甜圈 28"/>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19" name="直線單箭頭接點 18"/>
          <p:cNvCxnSpPr/>
          <p:nvPr/>
        </p:nvCxnSpPr>
        <p:spPr bwMode="auto">
          <a:xfrm flipH="1" flipV="1">
            <a:off x="2216325" y="873598"/>
            <a:ext cx="5827471" cy="98025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矩形 29"/>
          <p:cNvSpPr/>
          <p:nvPr/>
        </p:nvSpPr>
        <p:spPr>
          <a:xfrm>
            <a:off x="9829232" y="148000"/>
            <a:ext cx="1979196" cy="584775"/>
          </a:xfrm>
          <a:prstGeom prst="rect">
            <a:avLst/>
          </a:prstGeom>
          <a:noFill/>
        </p:spPr>
        <p:txBody>
          <a:bodyPr wrap="none" lIns="91440" tIns="45720" rIns="91440" bIns="45720">
            <a:spAutoFit/>
          </a:bodyPr>
          <a:lstStyle/>
          <a:p>
            <a:pPr algn="ctr"/>
            <a:r>
              <a:rPr lang="en-US" altLang="zh-TW" sz="3200" b="0" cap="none" spc="0" dirty="0" smtClean="0">
                <a:ln w="0"/>
                <a:solidFill>
                  <a:srgbClr val="0070C0"/>
                </a:solidFill>
                <a:effectLst>
                  <a:outerShdw blurRad="38100" dist="19050" dir="2700000" algn="tl" rotWithShape="0">
                    <a:schemeClr val="dk1">
                      <a:alpha val="40000"/>
                    </a:schemeClr>
                  </a:outerShdw>
                </a:effectLst>
              </a:rPr>
              <a:t>g=3,4,5,6</a:t>
            </a:r>
            <a:endParaRPr lang="zh-TW" altLang="en-US" sz="3200" b="0" cap="none" spc="0" dirty="0">
              <a:ln w="0"/>
              <a:solidFill>
                <a:srgbClr val="0070C0"/>
              </a:solidFill>
              <a:effectLst>
                <a:outerShdw blurRad="38100" dist="19050" dir="2700000" algn="tl" rotWithShape="0">
                  <a:schemeClr val="dk1">
                    <a:alpha val="40000"/>
                  </a:schemeClr>
                </a:outerShdw>
              </a:effectLst>
            </a:endParaRPr>
          </a:p>
        </p:txBody>
      </p:sp>
      <p:sp>
        <p:nvSpPr>
          <p:cNvPr id="32" name="減號 31"/>
          <p:cNvSpPr/>
          <p:nvPr/>
        </p:nvSpPr>
        <p:spPr bwMode="auto">
          <a:xfrm rot="16200000">
            <a:off x="7794383" y="3713382"/>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3" name="減號 32"/>
          <p:cNvSpPr/>
          <p:nvPr/>
        </p:nvSpPr>
        <p:spPr bwMode="auto">
          <a:xfrm rot="16200000">
            <a:off x="-1030982" y="3713381"/>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35" name="群組 34"/>
          <p:cNvGrpSpPr/>
          <p:nvPr/>
        </p:nvGrpSpPr>
        <p:grpSpPr>
          <a:xfrm>
            <a:off x="3316536" y="688934"/>
            <a:ext cx="1955599" cy="6331253"/>
            <a:chOff x="8976216" y="688932"/>
            <a:chExt cx="1955599" cy="6331253"/>
          </a:xfrm>
        </p:grpSpPr>
        <p:sp>
          <p:nvSpPr>
            <p:cNvPr id="36" name="減號 35"/>
            <p:cNvSpPr/>
            <p:nvPr/>
          </p:nvSpPr>
          <p:spPr bwMode="auto">
            <a:xfrm rot="16200000">
              <a:off x="7258898" y="3713381"/>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smtClean="0">
                <a:solidFill>
                  <a:srgbClr val="000000"/>
                </a:solidFill>
              </a:endParaRPr>
            </a:p>
          </p:txBody>
        </p:sp>
        <p:sp>
          <p:nvSpPr>
            <p:cNvPr id="37" name="矩形 36"/>
            <p:cNvSpPr/>
            <p:nvPr/>
          </p:nvSpPr>
          <p:spPr>
            <a:xfrm>
              <a:off x="8976216" y="6118694"/>
              <a:ext cx="1955599"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Thresh[1]</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grpSp>
      <p:grpSp>
        <p:nvGrpSpPr>
          <p:cNvPr id="38" name="群組 37"/>
          <p:cNvGrpSpPr/>
          <p:nvPr/>
        </p:nvGrpSpPr>
        <p:grpSpPr>
          <a:xfrm>
            <a:off x="8021077" y="701458"/>
            <a:ext cx="1955599" cy="6331253"/>
            <a:chOff x="13528357" y="549056"/>
            <a:chExt cx="1955599" cy="6331253"/>
          </a:xfrm>
        </p:grpSpPr>
        <p:sp>
          <p:nvSpPr>
            <p:cNvPr id="39" name="減號 38"/>
            <p:cNvSpPr/>
            <p:nvPr/>
          </p:nvSpPr>
          <p:spPr bwMode="auto">
            <a:xfrm rot="16200000">
              <a:off x="11832774" y="3573505"/>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smtClean="0">
                <a:solidFill>
                  <a:srgbClr val="000000"/>
                </a:solidFill>
              </a:endParaRPr>
            </a:p>
          </p:txBody>
        </p:sp>
        <p:sp>
          <p:nvSpPr>
            <p:cNvPr id="40" name="矩形 39"/>
            <p:cNvSpPr/>
            <p:nvPr/>
          </p:nvSpPr>
          <p:spPr>
            <a:xfrm>
              <a:off x="13528357" y="5966294"/>
              <a:ext cx="1955599"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Thresh[2]</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grpSp>
      <p:sp>
        <p:nvSpPr>
          <p:cNvPr id="41" name="矩形 40"/>
          <p:cNvSpPr/>
          <p:nvPr/>
        </p:nvSpPr>
        <p:spPr>
          <a:xfrm>
            <a:off x="10121785" y="919507"/>
            <a:ext cx="1958806"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Thresh[g]</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42" name="矩形 41"/>
          <p:cNvSpPr/>
          <p:nvPr/>
        </p:nvSpPr>
        <p:spPr>
          <a:xfrm>
            <a:off x="1015667" y="970064"/>
            <a:ext cx="1955599"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Thresh[0]</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13313890"/>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2007315581"/>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tx1">
              <a:lumMod val="65000"/>
              <a:lumOff val="35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9" name="甜甜圈 58"/>
          <p:cNvSpPr/>
          <p:nvPr/>
        </p:nvSpPr>
        <p:spPr bwMode="auto">
          <a:xfrm>
            <a:off x="1304794" y="313151"/>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文字方塊 20"/>
          <p:cNvSpPr txBox="1"/>
          <p:nvPr/>
        </p:nvSpPr>
        <p:spPr>
          <a:xfrm>
            <a:off x="1554532" y="504266"/>
            <a:ext cx="661792" cy="369332"/>
          </a:xfrm>
          <a:prstGeom prst="rect">
            <a:avLst/>
          </a:prstGeom>
          <a:noFill/>
        </p:spPr>
        <p:txBody>
          <a:bodyPr wrap="square" rtlCol="0">
            <a:spAutoFit/>
          </a:bodyPr>
          <a:lstStyle/>
          <a:p>
            <a:r>
              <a:rPr lang="en-US" altLang="zh-TW" dirty="0" smtClean="0">
                <a:solidFill>
                  <a:srgbClr val="000000"/>
                </a:solidFill>
              </a:rPr>
              <a:t>0</a:t>
            </a:r>
            <a:endParaRPr lang="zh-TW" altLang="en-US" dirty="0">
              <a:solidFill>
                <a:srgbClr val="000000"/>
              </a:solidFill>
            </a:endParaRPr>
          </a:p>
        </p:txBody>
      </p:sp>
      <p:cxnSp>
        <p:nvCxnSpPr>
          <p:cNvPr id="23" name="直線單箭頭接點 22"/>
          <p:cNvCxnSpPr/>
          <p:nvPr/>
        </p:nvCxnSpPr>
        <p:spPr bwMode="auto">
          <a:xfrm flipH="1" flipV="1">
            <a:off x="2216324" y="776614"/>
            <a:ext cx="7737691" cy="1077238"/>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線單箭頭接點 19"/>
          <p:cNvCxnSpPr/>
          <p:nvPr/>
        </p:nvCxnSpPr>
        <p:spPr bwMode="auto">
          <a:xfrm flipH="1" flipV="1">
            <a:off x="2167524" y="986334"/>
            <a:ext cx="4913855" cy="964502"/>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線單箭頭接點 21"/>
          <p:cNvCxnSpPr/>
          <p:nvPr/>
        </p:nvCxnSpPr>
        <p:spPr bwMode="auto">
          <a:xfrm flipH="1" flipV="1">
            <a:off x="2081409" y="1064713"/>
            <a:ext cx="2127335" cy="789139"/>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線單箭頭接點 25"/>
          <p:cNvCxnSpPr>
            <a:endCxn id="3" idx="6"/>
          </p:cNvCxnSpPr>
          <p:nvPr/>
        </p:nvCxnSpPr>
        <p:spPr bwMode="auto">
          <a:xfrm flipH="1" flipV="1">
            <a:off x="4985359" y="2091847"/>
            <a:ext cx="4005195" cy="713983"/>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線單箭頭接點 23"/>
          <p:cNvCxnSpPr/>
          <p:nvPr/>
        </p:nvCxnSpPr>
        <p:spPr bwMode="auto">
          <a:xfrm flipH="1" flipV="1">
            <a:off x="4970745" y="2286001"/>
            <a:ext cx="1132560" cy="250521"/>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單箭頭接點 27"/>
          <p:cNvCxnSpPr/>
          <p:nvPr/>
        </p:nvCxnSpPr>
        <p:spPr bwMode="auto">
          <a:xfrm flipH="1" flipV="1">
            <a:off x="1966586" y="1152395"/>
            <a:ext cx="1412184" cy="1425297"/>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甜甜圈 28"/>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0" name="甜甜圈 29"/>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1" name="甜甜圈 30"/>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19" name="直線單箭頭接點 18"/>
          <p:cNvCxnSpPr/>
          <p:nvPr/>
        </p:nvCxnSpPr>
        <p:spPr bwMode="auto">
          <a:xfrm flipH="1" flipV="1">
            <a:off x="2216325" y="873598"/>
            <a:ext cx="5827471" cy="98025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 name="矩形 26"/>
          <p:cNvSpPr/>
          <p:nvPr/>
        </p:nvSpPr>
        <p:spPr>
          <a:xfrm>
            <a:off x="9829233" y="148000"/>
            <a:ext cx="1979196" cy="584775"/>
          </a:xfrm>
          <a:prstGeom prst="rect">
            <a:avLst/>
          </a:prstGeom>
          <a:noFill/>
        </p:spPr>
        <p:txBody>
          <a:bodyPr wrap="none" lIns="91440" tIns="45720" rIns="91440" bIns="45720">
            <a:spAutoFit/>
          </a:bodyPr>
          <a:lstStyle/>
          <a:p>
            <a:pPr algn="ctr"/>
            <a:r>
              <a:rPr lang="en-US" altLang="zh-TW" sz="3200" b="0" cap="none" spc="0" dirty="0" smtClean="0">
                <a:ln w="0"/>
                <a:solidFill>
                  <a:srgbClr val="0070C0"/>
                </a:solidFill>
                <a:effectLst>
                  <a:outerShdw blurRad="38100" dist="19050" dir="2700000" algn="tl" rotWithShape="0">
                    <a:schemeClr val="dk1">
                      <a:alpha val="40000"/>
                    </a:schemeClr>
                  </a:outerShdw>
                </a:effectLst>
              </a:rPr>
              <a:t>g=3,4,5,6</a:t>
            </a:r>
            <a:endParaRPr lang="zh-TW" altLang="en-US" sz="3200" b="0" cap="none" spc="0" dirty="0">
              <a:ln w="0"/>
              <a:solidFill>
                <a:srgbClr val="0070C0"/>
              </a:solidFill>
              <a:effectLst>
                <a:outerShdw blurRad="38100" dist="19050" dir="2700000" algn="tl" rotWithShape="0">
                  <a:schemeClr val="dk1">
                    <a:alpha val="40000"/>
                  </a:schemeClr>
                </a:outerShdw>
              </a:effectLst>
            </a:endParaRPr>
          </a:p>
        </p:txBody>
      </p:sp>
      <p:sp>
        <p:nvSpPr>
          <p:cNvPr id="33" name="減號 32"/>
          <p:cNvSpPr/>
          <p:nvPr/>
        </p:nvSpPr>
        <p:spPr bwMode="auto">
          <a:xfrm rot="16200000">
            <a:off x="7794383" y="3713382"/>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4" name="減號 33"/>
          <p:cNvSpPr/>
          <p:nvPr/>
        </p:nvSpPr>
        <p:spPr bwMode="auto">
          <a:xfrm rot="16200000">
            <a:off x="-1030982" y="3713381"/>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36" name="群組 35"/>
          <p:cNvGrpSpPr/>
          <p:nvPr/>
        </p:nvGrpSpPr>
        <p:grpSpPr>
          <a:xfrm>
            <a:off x="2365364" y="688933"/>
            <a:ext cx="1955599" cy="6331253"/>
            <a:chOff x="8976216" y="688932"/>
            <a:chExt cx="1955599" cy="6331253"/>
          </a:xfrm>
        </p:grpSpPr>
        <p:sp>
          <p:nvSpPr>
            <p:cNvPr id="37" name="減號 36"/>
            <p:cNvSpPr/>
            <p:nvPr/>
          </p:nvSpPr>
          <p:spPr bwMode="auto">
            <a:xfrm rot="16200000">
              <a:off x="7258898" y="3713381"/>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smtClean="0">
                <a:solidFill>
                  <a:srgbClr val="000000"/>
                </a:solidFill>
              </a:endParaRPr>
            </a:p>
          </p:txBody>
        </p:sp>
        <p:sp>
          <p:nvSpPr>
            <p:cNvPr id="38" name="矩形 37"/>
            <p:cNvSpPr/>
            <p:nvPr/>
          </p:nvSpPr>
          <p:spPr>
            <a:xfrm>
              <a:off x="8976216" y="6118694"/>
              <a:ext cx="1955599"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Thresh[1]</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grpSp>
      <p:grpSp>
        <p:nvGrpSpPr>
          <p:cNvPr id="39" name="群組 38"/>
          <p:cNvGrpSpPr/>
          <p:nvPr/>
        </p:nvGrpSpPr>
        <p:grpSpPr>
          <a:xfrm>
            <a:off x="5201587" y="704683"/>
            <a:ext cx="1955599" cy="6331253"/>
            <a:chOff x="13528357" y="549056"/>
            <a:chExt cx="1955599" cy="6331253"/>
          </a:xfrm>
        </p:grpSpPr>
        <p:sp>
          <p:nvSpPr>
            <p:cNvPr id="40" name="減號 39"/>
            <p:cNvSpPr/>
            <p:nvPr/>
          </p:nvSpPr>
          <p:spPr bwMode="auto">
            <a:xfrm rot="16200000">
              <a:off x="11832774" y="3573505"/>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smtClean="0">
                <a:solidFill>
                  <a:srgbClr val="000000"/>
                </a:solidFill>
              </a:endParaRPr>
            </a:p>
          </p:txBody>
        </p:sp>
        <p:sp>
          <p:nvSpPr>
            <p:cNvPr id="41" name="矩形 40"/>
            <p:cNvSpPr/>
            <p:nvPr/>
          </p:nvSpPr>
          <p:spPr>
            <a:xfrm>
              <a:off x="13528357" y="5966294"/>
              <a:ext cx="1955599"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Thresh[2]</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grpSp>
      <p:sp>
        <p:nvSpPr>
          <p:cNvPr id="42" name="矩形 41"/>
          <p:cNvSpPr/>
          <p:nvPr/>
        </p:nvSpPr>
        <p:spPr>
          <a:xfrm>
            <a:off x="10121785" y="919507"/>
            <a:ext cx="1958806"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Thresh[g]</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43" name="矩形 42"/>
          <p:cNvSpPr/>
          <p:nvPr/>
        </p:nvSpPr>
        <p:spPr>
          <a:xfrm>
            <a:off x="1015667" y="970064"/>
            <a:ext cx="1955599"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Thresh[0]</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6188280"/>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1081783267"/>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tx1">
              <a:lumMod val="65000"/>
              <a:lumOff val="35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9" name="甜甜圈 58"/>
          <p:cNvSpPr/>
          <p:nvPr/>
        </p:nvSpPr>
        <p:spPr bwMode="auto">
          <a:xfrm>
            <a:off x="1304794" y="313151"/>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文字方塊 20"/>
          <p:cNvSpPr txBox="1"/>
          <p:nvPr/>
        </p:nvSpPr>
        <p:spPr>
          <a:xfrm>
            <a:off x="1554532" y="504266"/>
            <a:ext cx="661792" cy="369332"/>
          </a:xfrm>
          <a:prstGeom prst="rect">
            <a:avLst/>
          </a:prstGeom>
          <a:noFill/>
        </p:spPr>
        <p:txBody>
          <a:bodyPr wrap="square" rtlCol="0">
            <a:spAutoFit/>
          </a:bodyPr>
          <a:lstStyle/>
          <a:p>
            <a:r>
              <a:rPr lang="en-US" altLang="zh-TW" dirty="0" smtClean="0">
                <a:solidFill>
                  <a:srgbClr val="000000"/>
                </a:solidFill>
              </a:rPr>
              <a:t>0</a:t>
            </a:r>
            <a:endParaRPr lang="zh-TW" altLang="en-US" dirty="0">
              <a:solidFill>
                <a:srgbClr val="000000"/>
              </a:solidFill>
            </a:endParaRPr>
          </a:p>
        </p:txBody>
      </p:sp>
      <p:cxnSp>
        <p:nvCxnSpPr>
          <p:cNvPr id="23" name="直線單箭頭接點 22"/>
          <p:cNvCxnSpPr/>
          <p:nvPr/>
        </p:nvCxnSpPr>
        <p:spPr bwMode="auto">
          <a:xfrm flipH="1" flipV="1">
            <a:off x="2216324" y="776614"/>
            <a:ext cx="7737691" cy="1077238"/>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線單箭頭接點 19"/>
          <p:cNvCxnSpPr/>
          <p:nvPr/>
        </p:nvCxnSpPr>
        <p:spPr bwMode="auto">
          <a:xfrm flipH="1" flipV="1">
            <a:off x="2167524" y="986334"/>
            <a:ext cx="4913855" cy="964502"/>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線單箭頭接點 21"/>
          <p:cNvCxnSpPr/>
          <p:nvPr/>
        </p:nvCxnSpPr>
        <p:spPr bwMode="auto">
          <a:xfrm flipH="1" flipV="1">
            <a:off x="2081409" y="1064713"/>
            <a:ext cx="2127335" cy="789139"/>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線單箭頭接點 25"/>
          <p:cNvCxnSpPr>
            <a:endCxn id="3" idx="6"/>
          </p:cNvCxnSpPr>
          <p:nvPr/>
        </p:nvCxnSpPr>
        <p:spPr bwMode="auto">
          <a:xfrm flipH="1" flipV="1">
            <a:off x="4985359" y="2091847"/>
            <a:ext cx="4005195" cy="713983"/>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線單箭頭接點 23"/>
          <p:cNvCxnSpPr/>
          <p:nvPr/>
        </p:nvCxnSpPr>
        <p:spPr bwMode="auto">
          <a:xfrm flipH="1" flipV="1">
            <a:off x="4970745" y="2286001"/>
            <a:ext cx="1132560" cy="250521"/>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直線單箭頭接點 24"/>
          <p:cNvCxnSpPr>
            <a:stCxn id="8" idx="1"/>
          </p:cNvCxnSpPr>
          <p:nvPr/>
        </p:nvCxnSpPr>
        <p:spPr bwMode="auto">
          <a:xfrm flipH="1" flipV="1">
            <a:off x="1966586" y="1152395"/>
            <a:ext cx="1412184" cy="1425297"/>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線單箭頭接點 29"/>
          <p:cNvCxnSpPr>
            <a:endCxn id="8" idx="5"/>
          </p:cNvCxnSpPr>
          <p:nvPr/>
        </p:nvCxnSpPr>
        <p:spPr bwMode="auto">
          <a:xfrm flipH="1" flipV="1">
            <a:off x="3912420" y="3109126"/>
            <a:ext cx="1235777" cy="285427"/>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 name="甜甜圈 31"/>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3" name="甜甜圈 32"/>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4" name="甜甜圈 33"/>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19" name="直線單箭頭接點 18"/>
          <p:cNvCxnSpPr/>
          <p:nvPr/>
        </p:nvCxnSpPr>
        <p:spPr bwMode="auto">
          <a:xfrm flipH="1" flipV="1">
            <a:off x="2216325" y="873598"/>
            <a:ext cx="5827471" cy="98025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 name="矩形 27"/>
          <p:cNvSpPr/>
          <p:nvPr/>
        </p:nvSpPr>
        <p:spPr>
          <a:xfrm>
            <a:off x="9829232" y="148000"/>
            <a:ext cx="1979195" cy="584775"/>
          </a:xfrm>
          <a:prstGeom prst="rect">
            <a:avLst/>
          </a:prstGeom>
          <a:noFill/>
        </p:spPr>
        <p:txBody>
          <a:bodyPr wrap="none" lIns="91440" tIns="45720" rIns="91440" bIns="45720">
            <a:spAutoFit/>
          </a:bodyPr>
          <a:lstStyle/>
          <a:p>
            <a:pPr algn="ctr"/>
            <a:r>
              <a:rPr lang="en-US" altLang="zh-TW" sz="3200" b="0" cap="none" spc="0" dirty="0" smtClean="0">
                <a:ln w="0"/>
                <a:solidFill>
                  <a:srgbClr val="0070C0"/>
                </a:solidFill>
                <a:effectLst>
                  <a:outerShdw blurRad="38100" dist="19050" dir="2700000" algn="tl" rotWithShape="0">
                    <a:schemeClr val="dk1">
                      <a:alpha val="40000"/>
                    </a:schemeClr>
                  </a:outerShdw>
                </a:effectLst>
              </a:rPr>
              <a:t>g=3,4,5,6</a:t>
            </a:r>
            <a:endParaRPr lang="zh-TW" altLang="en-US" sz="3200" b="0" cap="none" spc="0" dirty="0">
              <a:ln w="0"/>
              <a:solidFill>
                <a:srgbClr val="0070C0"/>
              </a:solidFill>
              <a:effectLst>
                <a:outerShdw blurRad="38100" dist="19050" dir="2700000" algn="tl" rotWithShape="0">
                  <a:schemeClr val="dk1">
                    <a:alpha val="40000"/>
                  </a:schemeClr>
                </a:outerShdw>
              </a:effectLst>
            </a:endParaRPr>
          </a:p>
        </p:txBody>
      </p:sp>
      <p:sp>
        <p:nvSpPr>
          <p:cNvPr id="35" name="減號 34"/>
          <p:cNvSpPr/>
          <p:nvPr/>
        </p:nvSpPr>
        <p:spPr bwMode="auto">
          <a:xfrm rot="16200000">
            <a:off x="7794383" y="3713382"/>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6" name="減號 35"/>
          <p:cNvSpPr/>
          <p:nvPr/>
        </p:nvSpPr>
        <p:spPr bwMode="auto">
          <a:xfrm rot="16200000">
            <a:off x="-1030982" y="3713381"/>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38" name="群組 37"/>
          <p:cNvGrpSpPr/>
          <p:nvPr/>
        </p:nvGrpSpPr>
        <p:grpSpPr>
          <a:xfrm>
            <a:off x="2365364" y="688933"/>
            <a:ext cx="1955599" cy="6331253"/>
            <a:chOff x="8976216" y="688932"/>
            <a:chExt cx="1955599" cy="6331253"/>
          </a:xfrm>
        </p:grpSpPr>
        <p:sp>
          <p:nvSpPr>
            <p:cNvPr id="39" name="減號 38"/>
            <p:cNvSpPr/>
            <p:nvPr/>
          </p:nvSpPr>
          <p:spPr bwMode="auto">
            <a:xfrm rot="16200000">
              <a:off x="7258898" y="3713381"/>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smtClean="0">
                <a:solidFill>
                  <a:srgbClr val="000000"/>
                </a:solidFill>
              </a:endParaRPr>
            </a:p>
          </p:txBody>
        </p:sp>
        <p:sp>
          <p:nvSpPr>
            <p:cNvPr id="40" name="矩形 39"/>
            <p:cNvSpPr/>
            <p:nvPr/>
          </p:nvSpPr>
          <p:spPr>
            <a:xfrm>
              <a:off x="8976216" y="6118694"/>
              <a:ext cx="1955599"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Thresh[1]</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grpSp>
      <p:grpSp>
        <p:nvGrpSpPr>
          <p:cNvPr id="41" name="群組 40"/>
          <p:cNvGrpSpPr/>
          <p:nvPr/>
        </p:nvGrpSpPr>
        <p:grpSpPr>
          <a:xfrm>
            <a:off x="4238603" y="688932"/>
            <a:ext cx="1955599" cy="6331253"/>
            <a:chOff x="13528357" y="549056"/>
            <a:chExt cx="1955599" cy="6331253"/>
          </a:xfrm>
        </p:grpSpPr>
        <p:sp>
          <p:nvSpPr>
            <p:cNvPr id="42" name="減號 41"/>
            <p:cNvSpPr/>
            <p:nvPr/>
          </p:nvSpPr>
          <p:spPr bwMode="auto">
            <a:xfrm rot="16200000">
              <a:off x="11832774" y="3573505"/>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smtClean="0">
                <a:solidFill>
                  <a:srgbClr val="000000"/>
                </a:solidFill>
              </a:endParaRPr>
            </a:p>
          </p:txBody>
        </p:sp>
        <p:sp>
          <p:nvSpPr>
            <p:cNvPr id="43" name="矩形 42"/>
            <p:cNvSpPr/>
            <p:nvPr/>
          </p:nvSpPr>
          <p:spPr>
            <a:xfrm>
              <a:off x="13528357" y="5966294"/>
              <a:ext cx="1955599"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Thresh[2]</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grpSp>
      <p:sp>
        <p:nvSpPr>
          <p:cNvPr id="44" name="矩形 43"/>
          <p:cNvSpPr/>
          <p:nvPr/>
        </p:nvSpPr>
        <p:spPr>
          <a:xfrm>
            <a:off x="10121785" y="919507"/>
            <a:ext cx="1958806"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Thresh[g]</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45" name="矩形 44"/>
          <p:cNvSpPr/>
          <p:nvPr/>
        </p:nvSpPr>
        <p:spPr>
          <a:xfrm>
            <a:off x="1015667" y="970064"/>
            <a:ext cx="1955599"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Thresh[0]</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068572750"/>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1853564472"/>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accent1">
              <a:lumMod val="50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9" name="甜甜圈 58"/>
          <p:cNvSpPr/>
          <p:nvPr/>
        </p:nvSpPr>
        <p:spPr bwMode="auto">
          <a:xfrm>
            <a:off x="1304794" y="313151"/>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文字方塊 20"/>
          <p:cNvSpPr txBox="1"/>
          <p:nvPr/>
        </p:nvSpPr>
        <p:spPr>
          <a:xfrm>
            <a:off x="1554532" y="504266"/>
            <a:ext cx="661792" cy="369332"/>
          </a:xfrm>
          <a:prstGeom prst="rect">
            <a:avLst/>
          </a:prstGeom>
          <a:noFill/>
        </p:spPr>
        <p:txBody>
          <a:bodyPr wrap="square" rtlCol="0">
            <a:spAutoFit/>
          </a:bodyPr>
          <a:lstStyle/>
          <a:p>
            <a:r>
              <a:rPr lang="en-US" altLang="zh-TW" dirty="0" smtClean="0">
                <a:solidFill>
                  <a:srgbClr val="000000"/>
                </a:solidFill>
              </a:rPr>
              <a:t>0</a:t>
            </a:r>
            <a:endParaRPr lang="zh-TW" altLang="en-US" dirty="0">
              <a:solidFill>
                <a:srgbClr val="000000"/>
              </a:solidFill>
            </a:endParaRPr>
          </a:p>
        </p:txBody>
      </p:sp>
      <p:cxnSp>
        <p:nvCxnSpPr>
          <p:cNvPr id="23" name="直線單箭頭接點 22"/>
          <p:cNvCxnSpPr/>
          <p:nvPr/>
        </p:nvCxnSpPr>
        <p:spPr bwMode="auto">
          <a:xfrm flipH="1" flipV="1">
            <a:off x="2216324" y="776614"/>
            <a:ext cx="7737691" cy="1077238"/>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線單箭頭接點 19"/>
          <p:cNvCxnSpPr/>
          <p:nvPr/>
        </p:nvCxnSpPr>
        <p:spPr bwMode="auto">
          <a:xfrm flipH="1" flipV="1">
            <a:off x="2167524" y="986334"/>
            <a:ext cx="4913855" cy="964502"/>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線單箭頭接點 21"/>
          <p:cNvCxnSpPr/>
          <p:nvPr/>
        </p:nvCxnSpPr>
        <p:spPr bwMode="auto">
          <a:xfrm flipH="1" flipV="1">
            <a:off x="2081409" y="1064713"/>
            <a:ext cx="2127335" cy="789139"/>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線單箭頭接點 25"/>
          <p:cNvCxnSpPr>
            <a:endCxn id="3" idx="6"/>
          </p:cNvCxnSpPr>
          <p:nvPr/>
        </p:nvCxnSpPr>
        <p:spPr bwMode="auto">
          <a:xfrm flipH="1" flipV="1">
            <a:off x="4985359" y="2091847"/>
            <a:ext cx="4005195" cy="713983"/>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線單箭頭接點 23"/>
          <p:cNvCxnSpPr/>
          <p:nvPr/>
        </p:nvCxnSpPr>
        <p:spPr bwMode="auto">
          <a:xfrm flipH="1" flipV="1">
            <a:off x="4970745" y="2286001"/>
            <a:ext cx="1132560" cy="250521"/>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直線單箭頭接點 24"/>
          <p:cNvCxnSpPr>
            <a:stCxn id="8" idx="1"/>
          </p:cNvCxnSpPr>
          <p:nvPr/>
        </p:nvCxnSpPr>
        <p:spPr bwMode="auto">
          <a:xfrm flipH="1" flipV="1">
            <a:off x="1966586" y="1152395"/>
            <a:ext cx="1412184" cy="1425297"/>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線單箭頭接點 29"/>
          <p:cNvCxnSpPr>
            <a:endCxn id="8" idx="5"/>
          </p:cNvCxnSpPr>
          <p:nvPr/>
        </p:nvCxnSpPr>
        <p:spPr bwMode="auto">
          <a:xfrm flipH="1" flipV="1">
            <a:off x="3912420" y="3109126"/>
            <a:ext cx="1235777" cy="285427"/>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線單箭頭接點 26"/>
          <p:cNvCxnSpPr/>
          <p:nvPr/>
        </p:nvCxnSpPr>
        <p:spPr bwMode="auto">
          <a:xfrm flipH="1" flipV="1">
            <a:off x="1841326" y="1152395"/>
            <a:ext cx="651353" cy="2066795"/>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甜甜圈 30"/>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2" name="甜甜圈 31"/>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3" name="甜甜圈 32"/>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19" name="直線單箭頭接點 18"/>
          <p:cNvCxnSpPr/>
          <p:nvPr/>
        </p:nvCxnSpPr>
        <p:spPr bwMode="auto">
          <a:xfrm flipH="1" flipV="1">
            <a:off x="2216325" y="873598"/>
            <a:ext cx="5827471" cy="98025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矩形 28"/>
          <p:cNvSpPr/>
          <p:nvPr/>
        </p:nvSpPr>
        <p:spPr>
          <a:xfrm>
            <a:off x="9829233" y="148000"/>
            <a:ext cx="1979196" cy="584775"/>
          </a:xfrm>
          <a:prstGeom prst="rect">
            <a:avLst/>
          </a:prstGeom>
          <a:noFill/>
        </p:spPr>
        <p:txBody>
          <a:bodyPr wrap="none" lIns="91440" tIns="45720" rIns="91440" bIns="45720">
            <a:spAutoFit/>
          </a:bodyPr>
          <a:lstStyle/>
          <a:p>
            <a:pPr algn="ctr"/>
            <a:r>
              <a:rPr lang="en-US" altLang="zh-TW" sz="3200" b="0" cap="none" spc="0" dirty="0" smtClean="0">
                <a:ln w="0"/>
                <a:solidFill>
                  <a:srgbClr val="0070C0"/>
                </a:solidFill>
                <a:effectLst>
                  <a:outerShdw blurRad="38100" dist="19050" dir="2700000" algn="tl" rotWithShape="0">
                    <a:schemeClr val="dk1">
                      <a:alpha val="40000"/>
                    </a:schemeClr>
                  </a:outerShdw>
                </a:effectLst>
              </a:rPr>
              <a:t>g=3,4,5,6</a:t>
            </a:r>
            <a:endParaRPr lang="zh-TW" altLang="en-US" sz="3200" b="0" cap="none" spc="0" dirty="0">
              <a:ln w="0"/>
              <a:solidFill>
                <a:srgbClr val="0070C0"/>
              </a:solidFill>
              <a:effectLst>
                <a:outerShdw blurRad="38100" dist="19050" dir="2700000" algn="tl" rotWithShape="0">
                  <a:schemeClr val="dk1">
                    <a:alpha val="40000"/>
                  </a:schemeClr>
                </a:outerShdw>
              </a:effectLst>
            </a:endParaRPr>
          </a:p>
        </p:txBody>
      </p:sp>
      <p:sp>
        <p:nvSpPr>
          <p:cNvPr id="35" name="減號 34"/>
          <p:cNvSpPr/>
          <p:nvPr/>
        </p:nvSpPr>
        <p:spPr bwMode="auto">
          <a:xfrm rot="16200000">
            <a:off x="7794383" y="3713382"/>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6" name="減號 35"/>
          <p:cNvSpPr/>
          <p:nvPr/>
        </p:nvSpPr>
        <p:spPr bwMode="auto">
          <a:xfrm rot="16200000">
            <a:off x="-1030982" y="3713381"/>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38" name="群組 37"/>
          <p:cNvGrpSpPr/>
          <p:nvPr/>
        </p:nvGrpSpPr>
        <p:grpSpPr>
          <a:xfrm>
            <a:off x="1450996" y="688933"/>
            <a:ext cx="1955599" cy="6331253"/>
            <a:chOff x="8976216" y="688932"/>
            <a:chExt cx="1955599" cy="6331253"/>
          </a:xfrm>
        </p:grpSpPr>
        <p:sp>
          <p:nvSpPr>
            <p:cNvPr id="39" name="減號 38"/>
            <p:cNvSpPr/>
            <p:nvPr/>
          </p:nvSpPr>
          <p:spPr bwMode="auto">
            <a:xfrm rot="16200000">
              <a:off x="7258898" y="3713381"/>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smtClean="0">
                <a:solidFill>
                  <a:srgbClr val="000000"/>
                </a:solidFill>
              </a:endParaRPr>
            </a:p>
          </p:txBody>
        </p:sp>
        <p:sp>
          <p:nvSpPr>
            <p:cNvPr id="40" name="矩形 39"/>
            <p:cNvSpPr/>
            <p:nvPr/>
          </p:nvSpPr>
          <p:spPr>
            <a:xfrm>
              <a:off x="8976216" y="6118694"/>
              <a:ext cx="1955599"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Thresh[1]</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grpSp>
      <p:grpSp>
        <p:nvGrpSpPr>
          <p:cNvPr id="41" name="群組 40"/>
          <p:cNvGrpSpPr/>
          <p:nvPr/>
        </p:nvGrpSpPr>
        <p:grpSpPr>
          <a:xfrm>
            <a:off x="4238603" y="688932"/>
            <a:ext cx="1955599" cy="6331253"/>
            <a:chOff x="13528357" y="549056"/>
            <a:chExt cx="1955599" cy="6331253"/>
          </a:xfrm>
        </p:grpSpPr>
        <p:sp>
          <p:nvSpPr>
            <p:cNvPr id="42" name="減號 41"/>
            <p:cNvSpPr/>
            <p:nvPr/>
          </p:nvSpPr>
          <p:spPr bwMode="auto">
            <a:xfrm rot="16200000">
              <a:off x="11832774" y="3573505"/>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smtClean="0">
                <a:solidFill>
                  <a:srgbClr val="000000"/>
                </a:solidFill>
              </a:endParaRPr>
            </a:p>
          </p:txBody>
        </p:sp>
        <p:sp>
          <p:nvSpPr>
            <p:cNvPr id="43" name="矩形 42"/>
            <p:cNvSpPr/>
            <p:nvPr/>
          </p:nvSpPr>
          <p:spPr>
            <a:xfrm>
              <a:off x="13528357" y="5966294"/>
              <a:ext cx="1955599"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Thresh[2]</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grpSp>
      <p:sp>
        <p:nvSpPr>
          <p:cNvPr id="44" name="矩形 43"/>
          <p:cNvSpPr/>
          <p:nvPr/>
        </p:nvSpPr>
        <p:spPr>
          <a:xfrm>
            <a:off x="10121785" y="919507"/>
            <a:ext cx="1958806"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Thresh[g]</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45" name="矩形 44"/>
          <p:cNvSpPr/>
          <p:nvPr/>
        </p:nvSpPr>
        <p:spPr>
          <a:xfrm>
            <a:off x="1015667" y="970064"/>
            <a:ext cx="1955599"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Thresh[0]</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665904425"/>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41038333"/>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accent1">
              <a:lumMod val="50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9" name="甜甜圈 58"/>
          <p:cNvSpPr/>
          <p:nvPr/>
        </p:nvSpPr>
        <p:spPr bwMode="auto">
          <a:xfrm>
            <a:off x="1304794" y="313151"/>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文字方塊 20"/>
          <p:cNvSpPr txBox="1"/>
          <p:nvPr/>
        </p:nvSpPr>
        <p:spPr>
          <a:xfrm>
            <a:off x="1554532" y="504266"/>
            <a:ext cx="661792" cy="369332"/>
          </a:xfrm>
          <a:prstGeom prst="rect">
            <a:avLst/>
          </a:prstGeom>
          <a:noFill/>
        </p:spPr>
        <p:txBody>
          <a:bodyPr wrap="square" rtlCol="0">
            <a:spAutoFit/>
          </a:bodyPr>
          <a:lstStyle/>
          <a:p>
            <a:r>
              <a:rPr lang="en-US" altLang="zh-TW" dirty="0" smtClean="0">
                <a:solidFill>
                  <a:srgbClr val="000000"/>
                </a:solidFill>
              </a:rPr>
              <a:t>0</a:t>
            </a:r>
            <a:endParaRPr lang="zh-TW" altLang="en-US" dirty="0">
              <a:solidFill>
                <a:srgbClr val="000000"/>
              </a:solidFill>
            </a:endParaRPr>
          </a:p>
        </p:txBody>
      </p:sp>
      <p:cxnSp>
        <p:nvCxnSpPr>
          <p:cNvPr id="23" name="直線單箭頭接點 22"/>
          <p:cNvCxnSpPr/>
          <p:nvPr/>
        </p:nvCxnSpPr>
        <p:spPr bwMode="auto">
          <a:xfrm flipH="1" flipV="1">
            <a:off x="2216324" y="776614"/>
            <a:ext cx="7737691" cy="1077238"/>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線單箭頭接點 19"/>
          <p:cNvCxnSpPr/>
          <p:nvPr/>
        </p:nvCxnSpPr>
        <p:spPr bwMode="auto">
          <a:xfrm flipH="1" flipV="1">
            <a:off x="2167524" y="986334"/>
            <a:ext cx="4913855" cy="964502"/>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線單箭頭接點 21"/>
          <p:cNvCxnSpPr/>
          <p:nvPr/>
        </p:nvCxnSpPr>
        <p:spPr bwMode="auto">
          <a:xfrm flipH="1" flipV="1">
            <a:off x="2081409" y="1064713"/>
            <a:ext cx="2127335" cy="789139"/>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線單箭頭接點 25"/>
          <p:cNvCxnSpPr>
            <a:endCxn id="3" idx="6"/>
          </p:cNvCxnSpPr>
          <p:nvPr/>
        </p:nvCxnSpPr>
        <p:spPr bwMode="auto">
          <a:xfrm flipH="1" flipV="1">
            <a:off x="4985359" y="2091847"/>
            <a:ext cx="4005195" cy="713983"/>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線單箭頭接點 23"/>
          <p:cNvCxnSpPr/>
          <p:nvPr/>
        </p:nvCxnSpPr>
        <p:spPr bwMode="auto">
          <a:xfrm flipH="1" flipV="1">
            <a:off x="4970745" y="2286001"/>
            <a:ext cx="1132560" cy="250521"/>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直線單箭頭接點 24"/>
          <p:cNvCxnSpPr>
            <a:stCxn id="8" idx="1"/>
          </p:cNvCxnSpPr>
          <p:nvPr/>
        </p:nvCxnSpPr>
        <p:spPr bwMode="auto">
          <a:xfrm flipH="1" flipV="1">
            <a:off x="1966586" y="1152395"/>
            <a:ext cx="1412184" cy="1425297"/>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線單箭頭接點 29"/>
          <p:cNvCxnSpPr>
            <a:endCxn id="8" idx="5"/>
          </p:cNvCxnSpPr>
          <p:nvPr/>
        </p:nvCxnSpPr>
        <p:spPr bwMode="auto">
          <a:xfrm flipH="1" flipV="1">
            <a:off x="3912420" y="3109126"/>
            <a:ext cx="1235777" cy="285427"/>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線單箭頭接點 26"/>
          <p:cNvCxnSpPr/>
          <p:nvPr/>
        </p:nvCxnSpPr>
        <p:spPr bwMode="auto">
          <a:xfrm flipH="1" flipV="1">
            <a:off x="1841326" y="1152395"/>
            <a:ext cx="651353" cy="2066795"/>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單箭頭接點 27"/>
          <p:cNvCxnSpPr/>
          <p:nvPr/>
        </p:nvCxnSpPr>
        <p:spPr bwMode="auto">
          <a:xfrm flipH="1" flipV="1">
            <a:off x="5946729" y="3720230"/>
            <a:ext cx="3043825" cy="96450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甜甜圈 30"/>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2" name="甜甜圈 31"/>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3" name="甜甜圈 32"/>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19" name="直線單箭頭接點 18"/>
          <p:cNvCxnSpPr/>
          <p:nvPr/>
        </p:nvCxnSpPr>
        <p:spPr bwMode="auto">
          <a:xfrm flipH="1" flipV="1">
            <a:off x="2216325" y="873598"/>
            <a:ext cx="5827471" cy="98025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矩形 33"/>
          <p:cNvSpPr/>
          <p:nvPr/>
        </p:nvSpPr>
        <p:spPr>
          <a:xfrm>
            <a:off x="9829231" y="148000"/>
            <a:ext cx="1979196" cy="584775"/>
          </a:xfrm>
          <a:prstGeom prst="rect">
            <a:avLst/>
          </a:prstGeom>
          <a:noFill/>
        </p:spPr>
        <p:txBody>
          <a:bodyPr wrap="none" lIns="91440" tIns="45720" rIns="91440" bIns="45720">
            <a:spAutoFit/>
          </a:bodyPr>
          <a:lstStyle/>
          <a:p>
            <a:pPr algn="ctr"/>
            <a:r>
              <a:rPr lang="en-US" altLang="zh-TW" sz="3200" b="0" cap="none" spc="0" dirty="0" smtClean="0">
                <a:ln w="0"/>
                <a:solidFill>
                  <a:srgbClr val="0070C0"/>
                </a:solidFill>
                <a:effectLst>
                  <a:outerShdw blurRad="38100" dist="19050" dir="2700000" algn="tl" rotWithShape="0">
                    <a:schemeClr val="dk1">
                      <a:alpha val="40000"/>
                    </a:schemeClr>
                  </a:outerShdw>
                </a:effectLst>
              </a:rPr>
              <a:t>g=3,4,5,6</a:t>
            </a:r>
            <a:endParaRPr lang="zh-TW" altLang="en-US" sz="3200" b="0" cap="none" spc="0" dirty="0">
              <a:ln w="0"/>
              <a:solidFill>
                <a:srgbClr val="0070C0"/>
              </a:solidFill>
              <a:effectLst>
                <a:outerShdw blurRad="38100" dist="19050" dir="2700000" algn="tl" rotWithShape="0">
                  <a:schemeClr val="dk1">
                    <a:alpha val="40000"/>
                  </a:schemeClr>
                </a:outerShdw>
              </a:effectLst>
            </a:endParaRPr>
          </a:p>
        </p:txBody>
      </p:sp>
      <p:sp>
        <p:nvSpPr>
          <p:cNvPr id="36" name="減號 35"/>
          <p:cNvSpPr/>
          <p:nvPr/>
        </p:nvSpPr>
        <p:spPr bwMode="auto">
          <a:xfrm rot="16200000">
            <a:off x="7794383" y="3713382"/>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7" name="減號 36"/>
          <p:cNvSpPr/>
          <p:nvPr/>
        </p:nvSpPr>
        <p:spPr bwMode="auto">
          <a:xfrm rot="16200000">
            <a:off x="-1030982" y="3713381"/>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8" name="矩形 37"/>
          <p:cNvSpPr/>
          <p:nvPr/>
        </p:nvSpPr>
        <p:spPr>
          <a:xfrm>
            <a:off x="1015667" y="970064"/>
            <a:ext cx="1955599"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Thresh[0]</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grpSp>
        <p:nvGrpSpPr>
          <p:cNvPr id="39" name="群組 38"/>
          <p:cNvGrpSpPr/>
          <p:nvPr/>
        </p:nvGrpSpPr>
        <p:grpSpPr>
          <a:xfrm>
            <a:off x="1450996" y="688933"/>
            <a:ext cx="1955599" cy="6331253"/>
            <a:chOff x="8976216" y="688932"/>
            <a:chExt cx="1955599" cy="6331253"/>
          </a:xfrm>
        </p:grpSpPr>
        <p:sp>
          <p:nvSpPr>
            <p:cNvPr id="40" name="減號 39"/>
            <p:cNvSpPr/>
            <p:nvPr/>
          </p:nvSpPr>
          <p:spPr bwMode="auto">
            <a:xfrm rot="16200000">
              <a:off x="7258898" y="3713381"/>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smtClean="0">
                <a:solidFill>
                  <a:srgbClr val="000000"/>
                </a:solidFill>
              </a:endParaRPr>
            </a:p>
          </p:txBody>
        </p:sp>
        <p:sp>
          <p:nvSpPr>
            <p:cNvPr id="41" name="矩形 40"/>
            <p:cNvSpPr/>
            <p:nvPr/>
          </p:nvSpPr>
          <p:spPr>
            <a:xfrm>
              <a:off x="8976216" y="6118694"/>
              <a:ext cx="1955599"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Thresh[1]</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grpSp>
      <p:grpSp>
        <p:nvGrpSpPr>
          <p:cNvPr id="42" name="群組 41"/>
          <p:cNvGrpSpPr/>
          <p:nvPr/>
        </p:nvGrpSpPr>
        <p:grpSpPr>
          <a:xfrm>
            <a:off x="4238603" y="688932"/>
            <a:ext cx="1955599" cy="6331253"/>
            <a:chOff x="13528357" y="549056"/>
            <a:chExt cx="1955599" cy="6331253"/>
          </a:xfrm>
        </p:grpSpPr>
        <p:sp>
          <p:nvSpPr>
            <p:cNvPr id="43" name="減號 42"/>
            <p:cNvSpPr/>
            <p:nvPr/>
          </p:nvSpPr>
          <p:spPr bwMode="auto">
            <a:xfrm rot="16200000">
              <a:off x="11832774" y="3573505"/>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smtClean="0">
                <a:solidFill>
                  <a:srgbClr val="000000"/>
                </a:solidFill>
              </a:endParaRPr>
            </a:p>
          </p:txBody>
        </p:sp>
        <p:sp>
          <p:nvSpPr>
            <p:cNvPr id="44" name="矩形 43"/>
            <p:cNvSpPr/>
            <p:nvPr/>
          </p:nvSpPr>
          <p:spPr>
            <a:xfrm>
              <a:off x="13528357" y="5966294"/>
              <a:ext cx="1955599"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Thresh[2]</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grpSp>
      <p:sp>
        <p:nvSpPr>
          <p:cNvPr id="45" name="矩形 44"/>
          <p:cNvSpPr/>
          <p:nvPr/>
        </p:nvSpPr>
        <p:spPr>
          <a:xfrm>
            <a:off x="10121785" y="919507"/>
            <a:ext cx="1958806"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Thresh[g]</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725981089"/>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2792624427"/>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accent1">
              <a:lumMod val="50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9" name="甜甜圈 58"/>
          <p:cNvSpPr/>
          <p:nvPr/>
        </p:nvSpPr>
        <p:spPr bwMode="auto">
          <a:xfrm>
            <a:off x="1304794" y="313151"/>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文字方塊 20"/>
          <p:cNvSpPr txBox="1"/>
          <p:nvPr/>
        </p:nvSpPr>
        <p:spPr>
          <a:xfrm>
            <a:off x="1554532" y="504266"/>
            <a:ext cx="661792" cy="369332"/>
          </a:xfrm>
          <a:prstGeom prst="rect">
            <a:avLst/>
          </a:prstGeom>
          <a:noFill/>
        </p:spPr>
        <p:txBody>
          <a:bodyPr wrap="square" rtlCol="0">
            <a:spAutoFit/>
          </a:bodyPr>
          <a:lstStyle/>
          <a:p>
            <a:r>
              <a:rPr lang="en-US" altLang="zh-TW" dirty="0" smtClean="0">
                <a:solidFill>
                  <a:srgbClr val="000000"/>
                </a:solidFill>
              </a:rPr>
              <a:t>0</a:t>
            </a:r>
            <a:endParaRPr lang="zh-TW" altLang="en-US" dirty="0">
              <a:solidFill>
                <a:srgbClr val="000000"/>
              </a:solidFill>
            </a:endParaRPr>
          </a:p>
        </p:txBody>
      </p:sp>
      <p:cxnSp>
        <p:nvCxnSpPr>
          <p:cNvPr id="23" name="直線單箭頭接點 22"/>
          <p:cNvCxnSpPr/>
          <p:nvPr/>
        </p:nvCxnSpPr>
        <p:spPr bwMode="auto">
          <a:xfrm flipH="1" flipV="1">
            <a:off x="2216324" y="776614"/>
            <a:ext cx="7737691" cy="1077238"/>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線單箭頭接點 19"/>
          <p:cNvCxnSpPr/>
          <p:nvPr/>
        </p:nvCxnSpPr>
        <p:spPr bwMode="auto">
          <a:xfrm flipH="1" flipV="1">
            <a:off x="2167524" y="986334"/>
            <a:ext cx="4913855" cy="964502"/>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線單箭頭接點 21"/>
          <p:cNvCxnSpPr/>
          <p:nvPr/>
        </p:nvCxnSpPr>
        <p:spPr bwMode="auto">
          <a:xfrm flipH="1" flipV="1">
            <a:off x="2081409" y="1064713"/>
            <a:ext cx="2127335" cy="789139"/>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線單箭頭接點 25"/>
          <p:cNvCxnSpPr>
            <a:endCxn id="3" idx="6"/>
          </p:cNvCxnSpPr>
          <p:nvPr/>
        </p:nvCxnSpPr>
        <p:spPr bwMode="auto">
          <a:xfrm flipH="1" flipV="1">
            <a:off x="4985359" y="2091847"/>
            <a:ext cx="4005195" cy="713983"/>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線單箭頭接點 23"/>
          <p:cNvCxnSpPr/>
          <p:nvPr/>
        </p:nvCxnSpPr>
        <p:spPr bwMode="auto">
          <a:xfrm flipH="1" flipV="1">
            <a:off x="4970745" y="2286001"/>
            <a:ext cx="1132560" cy="250521"/>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直線單箭頭接點 24"/>
          <p:cNvCxnSpPr>
            <a:stCxn id="8" idx="1"/>
          </p:cNvCxnSpPr>
          <p:nvPr/>
        </p:nvCxnSpPr>
        <p:spPr bwMode="auto">
          <a:xfrm flipH="1" flipV="1">
            <a:off x="1966586" y="1152395"/>
            <a:ext cx="1412184" cy="1425297"/>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線單箭頭接點 29"/>
          <p:cNvCxnSpPr>
            <a:endCxn id="8" idx="5"/>
          </p:cNvCxnSpPr>
          <p:nvPr/>
        </p:nvCxnSpPr>
        <p:spPr bwMode="auto">
          <a:xfrm flipH="1" flipV="1">
            <a:off x="3912420" y="3109126"/>
            <a:ext cx="1235777" cy="285427"/>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線單箭頭接點 26"/>
          <p:cNvCxnSpPr/>
          <p:nvPr/>
        </p:nvCxnSpPr>
        <p:spPr bwMode="auto">
          <a:xfrm flipH="1" flipV="1">
            <a:off x="1841326" y="1152395"/>
            <a:ext cx="651353" cy="2066795"/>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單箭頭接點 27"/>
          <p:cNvCxnSpPr/>
          <p:nvPr/>
        </p:nvCxnSpPr>
        <p:spPr bwMode="auto">
          <a:xfrm flipH="1" flipV="1">
            <a:off x="5946729" y="3720230"/>
            <a:ext cx="3043825" cy="96450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線單箭頭接點 28"/>
          <p:cNvCxnSpPr>
            <a:endCxn id="6" idx="5"/>
          </p:cNvCxnSpPr>
          <p:nvPr/>
        </p:nvCxnSpPr>
        <p:spPr bwMode="auto">
          <a:xfrm flipH="1" flipV="1">
            <a:off x="5832996" y="3860688"/>
            <a:ext cx="492648" cy="732189"/>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 name="甜甜圈 31"/>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3" name="甜甜圈 32"/>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4" name="甜甜圈 33"/>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19" name="直線單箭頭接點 18"/>
          <p:cNvCxnSpPr/>
          <p:nvPr/>
        </p:nvCxnSpPr>
        <p:spPr bwMode="auto">
          <a:xfrm flipH="1" flipV="1">
            <a:off x="2216325" y="873598"/>
            <a:ext cx="5827471" cy="98025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矩形 30"/>
          <p:cNvSpPr/>
          <p:nvPr/>
        </p:nvSpPr>
        <p:spPr>
          <a:xfrm>
            <a:off x="10003960" y="148000"/>
            <a:ext cx="1629742" cy="584775"/>
          </a:xfrm>
          <a:prstGeom prst="rect">
            <a:avLst/>
          </a:prstGeom>
          <a:noFill/>
        </p:spPr>
        <p:txBody>
          <a:bodyPr wrap="none" lIns="91440" tIns="45720" rIns="91440" bIns="45720">
            <a:spAutoFit/>
          </a:bodyPr>
          <a:lstStyle/>
          <a:p>
            <a:pPr algn="ctr"/>
            <a:r>
              <a:rPr lang="en-US" altLang="zh-TW" sz="3200" b="0" cap="none" spc="0" dirty="0" smtClean="0">
                <a:ln w="0"/>
                <a:solidFill>
                  <a:srgbClr val="0070C0"/>
                </a:solidFill>
                <a:effectLst>
                  <a:outerShdw blurRad="38100" dist="19050" dir="2700000" algn="tl" rotWithShape="0">
                    <a:schemeClr val="dk1">
                      <a:alpha val="40000"/>
                    </a:schemeClr>
                  </a:outerShdw>
                </a:effectLst>
              </a:rPr>
              <a:t>g=4,5,6</a:t>
            </a:r>
            <a:endParaRPr lang="zh-TW" altLang="en-US" sz="3200" b="0" cap="none" spc="0" dirty="0">
              <a:ln w="0"/>
              <a:solidFill>
                <a:srgbClr val="0070C0"/>
              </a:solidFill>
              <a:effectLst>
                <a:outerShdw blurRad="38100" dist="19050" dir="2700000" algn="tl" rotWithShape="0">
                  <a:schemeClr val="dk1">
                    <a:alpha val="40000"/>
                  </a:schemeClr>
                </a:outerShdw>
              </a:effectLst>
            </a:endParaRPr>
          </a:p>
        </p:txBody>
      </p:sp>
      <p:sp>
        <p:nvSpPr>
          <p:cNvPr id="37" name="減號 36"/>
          <p:cNvSpPr/>
          <p:nvPr/>
        </p:nvSpPr>
        <p:spPr bwMode="auto">
          <a:xfrm rot="16200000">
            <a:off x="7794383" y="3713382"/>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8" name="減號 37"/>
          <p:cNvSpPr/>
          <p:nvPr/>
        </p:nvSpPr>
        <p:spPr bwMode="auto">
          <a:xfrm rot="16200000">
            <a:off x="-1030982" y="3713381"/>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9" name="矩形 38"/>
          <p:cNvSpPr/>
          <p:nvPr/>
        </p:nvSpPr>
        <p:spPr>
          <a:xfrm>
            <a:off x="1571976" y="6106170"/>
            <a:ext cx="679993" cy="400110"/>
          </a:xfrm>
          <a:prstGeom prst="rect">
            <a:avLst/>
          </a:prstGeom>
          <a:noFill/>
        </p:spPr>
        <p:txBody>
          <a:bodyPr wrap="none" lIns="91440" tIns="45720" rIns="91440" bIns="45720">
            <a:spAutoFit/>
          </a:bodyPr>
          <a:lstStyle/>
          <a:p>
            <a:pPr algn="ctr"/>
            <a:r>
              <a:rPr lang="en-US" altLang="zh-TW" sz="2000" dirty="0" smtClean="0">
                <a:ln w="0"/>
                <a:solidFill>
                  <a:srgbClr val="0070C0"/>
                </a:solidFill>
                <a:effectLst>
                  <a:outerShdw blurRad="38100" dist="19050" dir="2700000" algn="tl" rotWithShape="0">
                    <a:schemeClr val="dk1">
                      <a:alpha val="40000"/>
                    </a:schemeClr>
                  </a:outerShdw>
                </a:effectLst>
              </a:rPr>
              <a:t>T[0]</a:t>
            </a:r>
            <a:endParaRPr lang="zh-TW" altLang="en-US" sz="2000" b="0" cap="none" spc="0" dirty="0">
              <a:ln w="0"/>
              <a:solidFill>
                <a:srgbClr val="0070C0"/>
              </a:solidFill>
              <a:effectLst>
                <a:outerShdw blurRad="38100" dist="19050" dir="2700000" algn="tl" rotWithShape="0">
                  <a:schemeClr val="dk1">
                    <a:alpha val="40000"/>
                  </a:schemeClr>
                </a:outerShdw>
              </a:effectLst>
            </a:endParaRPr>
          </a:p>
        </p:txBody>
      </p:sp>
      <p:grpSp>
        <p:nvGrpSpPr>
          <p:cNvPr id="40" name="群組 39"/>
          <p:cNvGrpSpPr/>
          <p:nvPr/>
        </p:nvGrpSpPr>
        <p:grpSpPr>
          <a:xfrm>
            <a:off x="2333825" y="688933"/>
            <a:ext cx="706658" cy="6331253"/>
            <a:chOff x="9859045" y="688932"/>
            <a:chExt cx="706658" cy="6331253"/>
          </a:xfrm>
        </p:grpSpPr>
        <p:sp>
          <p:nvSpPr>
            <p:cNvPr id="41" name="減號 40"/>
            <p:cNvSpPr/>
            <p:nvPr/>
          </p:nvSpPr>
          <p:spPr bwMode="auto">
            <a:xfrm rot="16200000">
              <a:off x="7258898" y="3713381"/>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smtClean="0">
                <a:solidFill>
                  <a:srgbClr val="000000"/>
                </a:solidFill>
              </a:endParaRPr>
            </a:p>
          </p:txBody>
        </p:sp>
        <p:sp>
          <p:nvSpPr>
            <p:cNvPr id="42" name="矩形 41"/>
            <p:cNvSpPr/>
            <p:nvPr/>
          </p:nvSpPr>
          <p:spPr>
            <a:xfrm>
              <a:off x="9859045" y="6106169"/>
              <a:ext cx="668773" cy="400110"/>
            </a:xfrm>
            <a:prstGeom prst="rect">
              <a:avLst/>
            </a:prstGeom>
            <a:noFill/>
          </p:spPr>
          <p:txBody>
            <a:bodyPr wrap="none" lIns="91440" tIns="45720" rIns="91440" bIns="45720">
              <a:spAutoFit/>
            </a:bodyPr>
            <a:lstStyle/>
            <a:p>
              <a:pPr algn="ctr"/>
              <a:r>
                <a:rPr lang="en-US" altLang="zh-TW" sz="2000" dirty="0" smtClean="0">
                  <a:ln w="0"/>
                  <a:solidFill>
                    <a:srgbClr val="0070C0"/>
                  </a:solidFill>
                  <a:effectLst>
                    <a:outerShdw blurRad="38100" dist="19050" dir="2700000" algn="tl" rotWithShape="0">
                      <a:schemeClr val="dk1">
                        <a:alpha val="40000"/>
                      </a:schemeClr>
                    </a:outerShdw>
                  </a:effectLst>
                </a:rPr>
                <a:t>T[1]</a:t>
              </a:r>
              <a:endParaRPr lang="zh-TW" altLang="en-US" sz="2000" b="0" cap="none" spc="0" dirty="0">
                <a:ln w="0"/>
                <a:solidFill>
                  <a:srgbClr val="0070C0"/>
                </a:solidFill>
                <a:effectLst>
                  <a:outerShdw blurRad="38100" dist="19050" dir="2700000" algn="tl" rotWithShape="0">
                    <a:schemeClr val="dk1">
                      <a:alpha val="40000"/>
                    </a:schemeClr>
                  </a:outerShdw>
                </a:effectLst>
              </a:endParaRPr>
            </a:p>
          </p:txBody>
        </p:sp>
      </p:grpSp>
      <p:grpSp>
        <p:nvGrpSpPr>
          <p:cNvPr id="43" name="群組 42"/>
          <p:cNvGrpSpPr/>
          <p:nvPr/>
        </p:nvGrpSpPr>
        <p:grpSpPr>
          <a:xfrm>
            <a:off x="5145403" y="688932"/>
            <a:ext cx="704422" cy="6331253"/>
            <a:chOff x="14435157" y="549056"/>
            <a:chExt cx="704422" cy="6331253"/>
          </a:xfrm>
        </p:grpSpPr>
        <p:sp>
          <p:nvSpPr>
            <p:cNvPr id="44" name="減號 43"/>
            <p:cNvSpPr/>
            <p:nvPr/>
          </p:nvSpPr>
          <p:spPr bwMode="auto">
            <a:xfrm rot="16200000">
              <a:off x="11832774" y="3573505"/>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smtClean="0">
                <a:solidFill>
                  <a:srgbClr val="000000"/>
                </a:solidFill>
              </a:endParaRPr>
            </a:p>
          </p:txBody>
        </p:sp>
        <p:sp>
          <p:nvSpPr>
            <p:cNvPr id="45" name="矩形 44"/>
            <p:cNvSpPr/>
            <p:nvPr/>
          </p:nvSpPr>
          <p:spPr>
            <a:xfrm>
              <a:off x="14435157" y="5966294"/>
              <a:ext cx="668773" cy="400110"/>
            </a:xfrm>
            <a:prstGeom prst="rect">
              <a:avLst/>
            </a:prstGeom>
            <a:noFill/>
          </p:spPr>
          <p:txBody>
            <a:bodyPr wrap="none" lIns="91440" tIns="45720" rIns="91440" bIns="45720">
              <a:spAutoFit/>
            </a:bodyPr>
            <a:lstStyle/>
            <a:p>
              <a:pPr algn="ctr"/>
              <a:r>
                <a:rPr lang="en-US" altLang="zh-TW" sz="2000" dirty="0" smtClean="0">
                  <a:ln w="0"/>
                  <a:solidFill>
                    <a:srgbClr val="0070C0"/>
                  </a:solidFill>
                  <a:effectLst>
                    <a:outerShdw blurRad="38100" dist="19050" dir="2700000" algn="tl" rotWithShape="0">
                      <a:schemeClr val="dk1">
                        <a:alpha val="40000"/>
                      </a:schemeClr>
                    </a:outerShdw>
                  </a:effectLst>
                </a:rPr>
                <a:t>T[2]</a:t>
              </a:r>
              <a:endParaRPr lang="zh-TW" altLang="en-US" sz="2000" b="0" cap="none" spc="0" dirty="0">
                <a:ln w="0"/>
                <a:solidFill>
                  <a:srgbClr val="0070C0"/>
                </a:solidFill>
                <a:effectLst>
                  <a:outerShdw blurRad="38100" dist="19050" dir="2700000" algn="tl" rotWithShape="0">
                    <a:schemeClr val="dk1">
                      <a:alpha val="40000"/>
                    </a:schemeClr>
                  </a:outerShdw>
                </a:effectLst>
              </a:endParaRPr>
            </a:p>
          </p:txBody>
        </p:sp>
      </p:grpSp>
      <p:grpSp>
        <p:nvGrpSpPr>
          <p:cNvPr id="49" name="群組 48"/>
          <p:cNvGrpSpPr/>
          <p:nvPr/>
        </p:nvGrpSpPr>
        <p:grpSpPr>
          <a:xfrm>
            <a:off x="6059594" y="688933"/>
            <a:ext cx="693486" cy="6331253"/>
            <a:chOff x="14446093" y="549056"/>
            <a:chExt cx="693486" cy="6331253"/>
          </a:xfrm>
        </p:grpSpPr>
        <p:sp>
          <p:nvSpPr>
            <p:cNvPr id="50" name="減號 49"/>
            <p:cNvSpPr/>
            <p:nvPr/>
          </p:nvSpPr>
          <p:spPr bwMode="auto">
            <a:xfrm rot="16200000">
              <a:off x="11832774" y="3573505"/>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smtClean="0">
                <a:solidFill>
                  <a:srgbClr val="000000"/>
                </a:solidFill>
              </a:endParaRPr>
            </a:p>
          </p:txBody>
        </p:sp>
        <p:sp>
          <p:nvSpPr>
            <p:cNvPr id="51" name="矩形 50"/>
            <p:cNvSpPr/>
            <p:nvPr/>
          </p:nvSpPr>
          <p:spPr>
            <a:xfrm>
              <a:off x="14446093" y="5966293"/>
              <a:ext cx="668773" cy="400110"/>
            </a:xfrm>
            <a:prstGeom prst="rect">
              <a:avLst/>
            </a:prstGeom>
            <a:noFill/>
          </p:spPr>
          <p:txBody>
            <a:bodyPr wrap="none" lIns="91440" tIns="45720" rIns="91440" bIns="45720">
              <a:spAutoFit/>
            </a:bodyPr>
            <a:lstStyle/>
            <a:p>
              <a:pPr algn="ctr"/>
              <a:r>
                <a:rPr lang="en-US" altLang="zh-TW" sz="2000" dirty="0" smtClean="0">
                  <a:ln w="0"/>
                  <a:solidFill>
                    <a:srgbClr val="0070C0"/>
                  </a:solidFill>
                  <a:effectLst>
                    <a:outerShdw blurRad="38100" dist="19050" dir="2700000" algn="tl" rotWithShape="0">
                      <a:schemeClr val="dk1">
                        <a:alpha val="40000"/>
                      </a:schemeClr>
                    </a:outerShdw>
                  </a:effectLst>
                </a:rPr>
                <a:t>T[3]</a:t>
              </a:r>
              <a:endParaRPr lang="zh-TW" altLang="en-US" sz="2000" b="0" cap="none" spc="0" dirty="0">
                <a:ln w="0"/>
                <a:solidFill>
                  <a:srgbClr val="0070C0"/>
                </a:solidFill>
                <a:effectLst>
                  <a:outerShdw blurRad="38100" dist="19050" dir="2700000" algn="tl" rotWithShape="0">
                    <a:schemeClr val="dk1">
                      <a:alpha val="40000"/>
                    </a:schemeClr>
                  </a:outerShdw>
                </a:effectLst>
              </a:endParaRPr>
            </a:p>
          </p:txBody>
        </p:sp>
      </p:grpSp>
      <p:sp>
        <p:nvSpPr>
          <p:cNvPr id="46" name="矩形 45"/>
          <p:cNvSpPr/>
          <p:nvPr/>
        </p:nvSpPr>
        <p:spPr>
          <a:xfrm>
            <a:off x="10121785" y="919507"/>
            <a:ext cx="1958806"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Thresh[g]</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496122772"/>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2798340961"/>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accent1">
              <a:lumMod val="50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9" name="甜甜圈 58"/>
          <p:cNvSpPr/>
          <p:nvPr/>
        </p:nvSpPr>
        <p:spPr bwMode="auto">
          <a:xfrm>
            <a:off x="1304794" y="313151"/>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文字方塊 20"/>
          <p:cNvSpPr txBox="1"/>
          <p:nvPr/>
        </p:nvSpPr>
        <p:spPr>
          <a:xfrm>
            <a:off x="1554532" y="504266"/>
            <a:ext cx="661792" cy="369332"/>
          </a:xfrm>
          <a:prstGeom prst="rect">
            <a:avLst/>
          </a:prstGeom>
          <a:noFill/>
        </p:spPr>
        <p:txBody>
          <a:bodyPr wrap="square" rtlCol="0">
            <a:spAutoFit/>
          </a:bodyPr>
          <a:lstStyle/>
          <a:p>
            <a:r>
              <a:rPr lang="en-US" altLang="zh-TW" dirty="0" smtClean="0">
                <a:solidFill>
                  <a:srgbClr val="000000"/>
                </a:solidFill>
              </a:rPr>
              <a:t>0</a:t>
            </a:r>
            <a:endParaRPr lang="zh-TW" altLang="en-US" dirty="0">
              <a:solidFill>
                <a:srgbClr val="000000"/>
              </a:solidFill>
            </a:endParaRPr>
          </a:p>
        </p:txBody>
      </p:sp>
      <p:cxnSp>
        <p:nvCxnSpPr>
          <p:cNvPr id="23" name="直線單箭頭接點 22"/>
          <p:cNvCxnSpPr/>
          <p:nvPr/>
        </p:nvCxnSpPr>
        <p:spPr bwMode="auto">
          <a:xfrm flipH="1" flipV="1">
            <a:off x="2216324" y="776614"/>
            <a:ext cx="7737691" cy="1077238"/>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線單箭頭接點 19"/>
          <p:cNvCxnSpPr/>
          <p:nvPr/>
        </p:nvCxnSpPr>
        <p:spPr bwMode="auto">
          <a:xfrm flipH="1" flipV="1">
            <a:off x="2167524" y="986334"/>
            <a:ext cx="4913855" cy="964502"/>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線單箭頭接點 21"/>
          <p:cNvCxnSpPr/>
          <p:nvPr/>
        </p:nvCxnSpPr>
        <p:spPr bwMode="auto">
          <a:xfrm flipH="1" flipV="1">
            <a:off x="2081409" y="1064713"/>
            <a:ext cx="2127335" cy="789139"/>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線單箭頭接點 25"/>
          <p:cNvCxnSpPr>
            <a:endCxn id="3" idx="6"/>
          </p:cNvCxnSpPr>
          <p:nvPr/>
        </p:nvCxnSpPr>
        <p:spPr bwMode="auto">
          <a:xfrm flipH="1" flipV="1">
            <a:off x="4985359" y="2091847"/>
            <a:ext cx="4005195" cy="713983"/>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線單箭頭接點 23"/>
          <p:cNvCxnSpPr/>
          <p:nvPr/>
        </p:nvCxnSpPr>
        <p:spPr bwMode="auto">
          <a:xfrm flipH="1" flipV="1">
            <a:off x="4970745" y="2286001"/>
            <a:ext cx="1132560" cy="250521"/>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直線單箭頭接點 24"/>
          <p:cNvCxnSpPr>
            <a:stCxn id="8" idx="1"/>
          </p:cNvCxnSpPr>
          <p:nvPr/>
        </p:nvCxnSpPr>
        <p:spPr bwMode="auto">
          <a:xfrm flipH="1" flipV="1">
            <a:off x="1966586" y="1152395"/>
            <a:ext cx="1412184" cy="1425297"/>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線單箭頭接點 29"/>
          <p:cNvCxnSpPr>
            <a:endCxn id="8" idx="5"/>
          </p:cNvCxnSpPr>
          <p:nvPr/>
        </p:nvCxnSpPr>
        <p:spPr bwMode="auto">
          <a:xfrm flipH="1" flipV="1">
            <a:off x="3912420" y="3109126"/>
            <a:ext cx="1235777" cy="285427"/>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線單箭頭接點 26"/>
          <p:cNvCxnSpPr/>
          <p:nvPr/>
        </p:nvCxnSpPr>
        <p:spPr bwMode="auto">
          <a:xfrm flipH="1" flipV="1">
            <a:off x="1841326" y="1152395"/>
            <a:ext cx="651353" cy="2066795"/>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單箭頭接點 27"/>
          <p:cNvCxnSpPr/>
          <p:nvPr/>
        </p:nvCxnSpPr>
        <p:spPr bwMode="auto">
          <a:xfrm flipH="1" flipV="1">
            <a:off x="5946729" y="3720230"/>
            <a:ext cx="3043825" cy="96450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線單箭頭接點 28"/>
          <p:cNvCxnSpPr>
            <a:endCxn id="6" idx="5"/>
          </p:cNvCxnSpPr>
          <p:nvPr/>
        </p:nvCxnSpPr>
        <p:spPr bwMode="auto">
          <a:xfrm flipH="1" flipV="1">
            <a:off x="5832996" y="3860688"/>
            <a:ext cx="492648" cy="732189"/>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直線單箭頭接點 30"/>
          <p:cNvCxnSpPr>
            <a:stCxn id="15" idx="1"/>
          </p:cNvCxnSpPr>
          <p:nvPr/>
        </p:nvCxnSpPr>
        <p:spPr bwMode="auto">
          <a:xfrm flipH="1" flipV="1">
            <a:off x="2868460" y="3970753"/>
            <a:ext cx="513521" cy="732188"/>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甜甜圈 33"/>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5" name="甜甜圈 34"/>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6" name="甜甜圈 35"/>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19" name="直線單箭頭接點 18"/>
          <p:cNvCxnSpPr/>
          <p:nvPr/>
        </p:nvCxnSpPr>
        <p:spPr bwMode="auto">
          <a:xfrm flipH="1" flipV="1">
            <a:off x="2216325" y="873598"/>
            <a:ext cx="5827471" cy="98025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2" name="矩形 31"/>
          <p:cNvSpPr/>
          <p:nvPr/>
        </p:nvSpPr>
        <p:spPr>
          <a:xfrm>
            <a:off x="10003959" y="148000"/>
            <a:ext cx="1629742" cy="584775"/>
          </a:xfrm>
          <a:prstGeom prst="rect">
            <a:avLst/>
          </a:prstGeom>
          <a:noFill/>
        </p:spPr>
        <p:txBody>
          <a:bodyPr wrap="none" lIns="91440" tIns="45720" rIns="91440" bIns="45720">
            <a:spAutoFit/>
          </a:bodyPr>
          <a:lstStyle/>
          <a:p>
            <a:pPr algn="ctr"/>
            <a:r>
              <a:rPr lang="en-US" altLang="zh-TW" sz="3200" b="0" cap="none" spc="0" dirty="0" smtClean="0">
                <a:ln w="0"/>
                <a:solidFill>
                  <a:srgbClr val="0070C0"/>
                </a:solidFill>
                <a:effectLst>
                  <a:outerShdw blurRad="38100" dist="19050" dir="2700000" algn="tl" rotWithShape="0">
                    <a:schemeClr val="dk1">
                      <a:alpha val="40000"/>
                    </a:schemeClr>
                  </a:outerShdw>
                </a:effectLst>
              </a:rPr>
              <a:t>g=4,5,6</a:t>
            </a:r>
            <a:endParaRPr lang="zh-TW" altLang="en-US" sz="3200" b="0" cap="none" spc="0" dirty="0">
              <a:ln w="0"/>
              <a:solidFill>
                <a:srgbClr val="0070C0"/>
              </a:solidFill>
              <a:effectLst>
                <a:outerShdw blurRad="38100" dist="19050" dir="2700000" algn="tl" rotWithShape="0">
                  <a:schemeClr val="dk1">
                    <a:alpha val="40000"/>
                  </a:schemeClr>
                </a:outerShdw>
              </a:effectLst>
            </a:endParaRPr>
          </a:p>
        </p:txBody>
      </p:sp>
      <p:sp>
        <p:nvSpPr>
          <p:cNvPr id="37" name="減號 36"/>
          <p:cNvSpPr/>
          <p:nvPr/>
        </p:nvSpPr>
        <p:spPr bwMode="auto">
          <a:xfrm rot="16200000">
            <a:off x="7794383" y="3713382"/>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8" name="減號 37"/>
          <p:cNvSpPr/>
          <p:nvPr/>
        </p:nvSpPr>
        <p:spPr bwMode="auto">
          <a:xfrm rot="16200000">
            <a:off x="-1030982" y="3713381"/>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41" name="減號 40"/>
          <p:cNvSpPr/>
          <p:nvPr/>
        </p:nvSpPr>
        <p:spPr bwMode="auto">
          <a:xfrm rot="16200000">
            <a:off x="-266322" y="3713382"/>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smtClean="0">
              <a:solidFill>
                <a:srgbClr val="000000"/>
              </a:solidFill>
            </a:endParaRPr>
          </a:p>
        </p:txBody>
      </p:sp>
      <p:sp>
        <p:nvSpPr>
          <p:cNvPr id="44" name="矩形 43"/>
          <p:cNvSpPr/>
          <p:nvPr/>
        </p:nvSpPr>
        <p:spPr>
          <a:xfrm>
            <a:off x="2333825" y="6106170"/>
            <a:ext cx="668773" cy="400110"/>
          </a:xfrm>
          <a:prstGeom prst="rect">
            <a:avLst/>
          </a:prstGeom>
          <a:noFill/>
        </p:spPr>
        <p:txBody>
          <a:bodyPr wrap="none" lIns="91440" tIns="45720" rIns="91440" bIns="45720">
            <a:spAutoFit/>
          </a:bodyPr>
          <a:lstStyle/>
          <a:p>
            <a:pPr algn="ctr"/>
            <a:r>
              <a:rPr lang="en-US" altLang="zh-TW" sz="2000" dirty="0" smtClean="0">
                <a:ln w="0"/>
                <a:solidFill>
                  <a:srgbClr val="0070C0"/>
                </a:solidFill>
                <a:effectLst>
                  <a:outerShdw blurRad="38100" dist="19050" dir="2700000" algn="tl" rotWithShape="0">
                    <a:schemeClr val="dk1">
                      <a:alpha val="40000"/>
                    </a:schemeClr>
                  </a:outerShdw>
                </a:effectLst>
              </a:rPr>
              <a:t>T[1]</a:t>
            </a:r>
            <a:endParaRPr lang="zh-TW" altLang="en-US" sz="2000" b="0" cap="none" spc="0" dirty="0">
              <a:ln w="0"/>
              <a:solidFill>
                <a:srgbClr val="0070C0"/>
              </a:solidFill>
              <a:effectLst>
                <a:outerShdw blurRad="38100" dist="19050" dir="2700000" algn="tl" rotWithShape="0">
                  <a:schemeClr val="dk1">
                    <a:alpha val="40000"/>
                  </a:schemeClr>
                </a:outerShdw>
              </a:effectLst>
            </a:endParaRPr>
          </a:p>
        </p:txBody>
      </p:sp>
      <p:grpSp>
        <p:nvGrpSpPr>
          <p:cNvPr id="48" name="群組 47"/>
          <p:cNvGrpSpPr/>
          <p:nvPr/>
        </p:nvGrpSpPr>
        <p:grpSpPr>
          <a:xfrm>
            <a:off x="6059594" y="688933"/>
            <a:ext cx="693486" cy="6331253"/>
            <a:chOff x="14446093" y="549056"/>
            <a:chExt cx="693486" cy="6331253"/>
          </a:xfrm>
        </p:grpSpPr>
        <p:sp>
          <p:nvSpPr>
            <p:cNvPr id="49" name="減號 48"/>
            <p:cNvSpPr/>
            <p:nvPr/>
          </p:nvSpPr>
          <p:spPr bwMode="auto">
            <a:xfrm rot="16200000">
              <a:off x="11832774" y="3573505"/>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smtClean="0">
                <a:solidFill>
                  <a:srgbClr val="000000"/>
                </a:solidFill>
              </a:endParaRPr>
            </a:p>
          </p:txBody>
        </p:sp>
        <p:sp>
          <p:nvSpPr>
            <p:cNvPr id="50" name="矩形 49"/>
            <p:cNvSpPr/>
            <p:nvPr/>
          </p:nvSpPr>
          <p:spPr>
            <a:xfrm>
              <a:off x="14446093" y="5966293"/>
              <a:ext cx="668773" cy="400110"/>
            </a:xfrm>
            <a:prstGeom prst="rect">
              <a:avLst/>
            </a:prstGeom>
            <a:noFill/>
          </p:spPr>
          <p:txBody>
            <a:bodyPr wrap="none" lIns="91440" tIns="45720" rIns="91440" bIns="45720">
              <a:spAutoFit/>
            </a:bodyPr>
            <a:lstStyle/>
            <a:p>
              <a:pPr algn="ctr"/>
              <a:r>
                <a:rPr lang="en-US" altLang="zh-TW" sz="2000" dirty="0" smtClean="0">
                  <a:ln w="0"/>
                  <a:solidFill>
                    <a:srgbClr val="0070C0"/>
                  </a:solidFill>
                  <a:effectLst>
                    <a:outerShdw blurRad="38100" dist="19050" dir="2700000" algn="tl" rotWithShape="0">
                      <a:schemeClr val="dk1">
                        <a:alpha val="40000"/>
                      </a:schemeClr>
                    </a:outerShdw>
                  </a:effectLst>
                </a:rPr>
                <a:t>T[3]</a:t>
              </a:r>
              <a:endParaRPr lang="zh-TW" altLang="en-US" sz="2000" b="0" cap="none" spc="0" dirty="0">
                <a:ln w="0"/>
                <a:solidFill>
                  <a:srgbClr val="0070C0"/>
                </a:solidFill>
                <a:effectLst>
                  <a:outerShdw blurRad="38100" dist="19050" dir="2700000" algn="tl" rotWithShape="0">
                    <a:schemeClr val="dk1">
                      <a:alpha val="40000"/>
                    </a:schemeClr>
                  </a:outerShdw>
                </a:effectLst>
              </a:endParaRPr>
            </a:p>
          </p:txBody>
        </p:sp>
      </p:grpSp>
      <p:grpSp>
        <p:nvGrpSpPr>
          <p:cNvPr id="51" name="群組 50"/>
          <p:cNvGrpSpPr/>
          <p:nvPr/>
        </p:nvGrpSpPr>
        <p:grpSpPr>
          <a:xfrm>
            <a:off x="5145403" y="688932"/>
            <a:ext cx="704422" cy="6331253"/>
            <a:chOff x="14435157" y="549056"/>
            <a:chExt cx="704422" cy="6331253"/>
          </a:xfrm>
        </p:grpSpPr>
        <p:sp>
          <p:nvSpPr>
            <p:cNvPr id="52" name="減號 51"/>
            <p:cNvSpPr/>
            <p:nvPr/>
          </p:nvSpPr>
          <p:spPr bwMode="auto">
            <a:xfrm rot="16200000">
              <a:off x="11832774" y="3573505"/>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smtClean="0">
                <a:solidFill>
                  <a:srgbClr val="000000"/>
                </a:solidFill>
              </a:endParaRPr>
            </a:p>
          </p:txBody>
        </p:sp>
        <p:sp>
          <p:nvSpPr>
            <p:cNvPr id="53" name="矩形 52"/>
            <p:cNvSpPr/>
            <p:nvPr/>
          </p:nvSpPr>
          <p:spPr>
            <a:xfrm>
              <a:off x="14435157" y="5966294"/>
              <a:ext cx="668773" cy="400110"/>
            </a:xfrm>
            <a:prstGeom prst="rect">
              <a:avLst/>
            </a:prstGeom>
            <a:noFill/>
          </p:spPr>
          <p:txBody>
            <a:bodyPr wrap="none" lIns="91440" tIns="45720" rIns="91440" bIns="45720">
              <a:spAutoFit/>
            </a:bodyPr>
            <a:lstStyle/>
            <a:p>
              <a:pPr algn="ctr"/>
              <a:r>
                <a:rPr lang="en-US" altLang="zh-TW" sz="2000" dirty="0" smtClean="0">
                  <a:ln w="0"/>
                  <a:solidFill>
                    <a:srgbClr val="0070C0"/>
                  </a:solidFill>
                  <a:effectLst>
                    <a:outerShdw blurRad="38100" dist="19050" dir="2700000" algn="tl" rotWithShape="0">
                      <a:schemeClr val="dk1">
                        <a:alpha val="40000"/>
                      </a:schemeClr>
                    </a:outerShdw>
                  </a:effectLst>
                </a:rPr>
                <a:t>T[2]</a:t>
              </a:r>
              <a:endParaRPr lang="zh-TW" altLang="en-US" sz="2000" b="0" cap="none" spc="0" dirty="0">
                <a:ln w="0"/>
                <a:solidFill>
                  <a:srgbClr val="0070C0"/>
                </a:solidFill>
                <a:effectLst>
                  <a:outerShdw blurRad="38100" dist="19050" dir="2700000" algn="tl" rotWithShape="0">
                    <a:schemeClr val="dk1">
                      <a:alpha val="40000"/>
                    </a:schemeClr>
                  </a:outerShdw>
                </a:effectLst>
              </a:endParaRPr>
            </a:p>
          </p:txBody>
        </p:sp>
      </p:grpSp>
      <p:sp>
        <p:nvSpPr>
          <p:cNvPr id="45" name="矩形 44"/>
          <p:cNvSpPr/>
          <p:nvPr/>
        </p:nvSpPr>
        <p:spPr>
          <a:xfrm>
            <a:off x="10121785" y="919507"/>
            <a:ext cx="1958806"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Thresh[g]</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46" name="矩形 45"/>
          <p:cNvSpPr/>
          <p:nvPr/>
        </p:nvSpPr>
        <p:spPr>
          <a:xfrm>
            <a:off x="1571976" y="6106170"/>
            <a:ext cx="679993" cy="400110"/>
          </a:xfrm>
          <a:prstGeom prst="rect">
            <a:avLst/>
          </a:prstGeom>
          <a:noFill/>
        </p:spPr>
        <p:txBody>
          <a:bodyPr wrap="none" lIns="91440" tIns="45720" rIns="91440" bIns="45720">
            <a:spAutoFit/>
          </a:bodyPr>
          <a:lstStyle/>
          <a:p>
            <a:pPr algn="ctr"/>
            <a:r>
              <a:rPr lang="en-US" altLang="zh-TW" sz="2000" dirty="0" smtClean="0">
                <a:ln w="0"/>
                <a:solidFill>
                  <a:srgbClr val="0070C0"/>
                </a:solidFill>
                <a:effectLst>
                  <a:outerShdw blurRad="38100" dist="19050" dir="2700000" algn="tl" rotWithShape="0">
                    <a:schemeClr val="dk1">
                      <a:alpha val="40000"/>
                    </a:schemeClr>
                  </a:outerShdw>
                </a:effectLst>
              </a:rPr>
              <a:t>T[0]</a:t>
            </a:r>
            <a:endParaRPr lang="zh-TW" altLang="en-US" sz="2000" b="0" cap="none" spc="0" dirty="0">
              <a:ln w="0"/>
              <a:solidFill>
                <a:srgbClr val="0070C0"/>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476082605"/>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3805358221"/>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4</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accent1">
              <a:lumMod val="50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9" name="甜甜圈 58"/>
          <p:cNvSpPr/>
          <p:nvPr/>
        </p:nvSpPr>
        <p:spPr bwMode="auto">
          <a:xfrm>
            <a:off x="1304794" y="313151"/>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文字方塊 20"/>
          <p:cNvSpPr txBox="1"/>
          <p:nvPr/>
        </p:nvSpPr>
        <p:spPr>
          <a:xfrm>
            <a:off x="1554532" y="504266"/>
            <a:ext cx="661792" cy="369332"/>
          </a:xfrm>
          <a:prstGeom prst="rect">
            <a:avLst/>
          </a:prstGeom>
          <a:noFill/>
        </p:spPr>
        <p:txBody>
          <a:bodyPr wrap="square" rtlCol="0">
            <a:spAutoFit/>
          </a:bodyPr>
          <a:lstStyle/>
          <a:p>
            <a:r>
              <a:rPr lang="en-US" altLang="zh-TW" dirty="0" smtClean="0">
                <a:solidFill>
                  <a:srgbClr val="000000"/>
                </a:solidFill>
              </a:rPr>
              <a:t>0</a:t>
            </a:r>
            <a:endParaRPr lang="zh-TW" altLang="en-US" dirty="0">
              <a:solidFill>
                <a:srgbClr val="000000"/>
              </a:solidFill>
            </a:endParaRPr>
          </a:p>
        </p:txBody>
      </p:sp>
      <p:cxnSp>
        <p:nvCxnSpPr>
          <p:cNvPr id="23" name="直線單箭頭接點 22"/>
          <p:cNvCxnSpPr/>
          <p:nvPr/>
        </p:nvCxnSpPr>
        <p:spPr bwMode="auto">
          <a:xfrm flipH="1" flipV="1">
            <a:off x="2216324" y="776614"/>
            <a:ext cx="7737691" cy="1077238"/>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線單箭頭接點 19"/>
          <p:cNvCxnSpPr/>
          <p:nvPr/>
        </p:nvCxnSpPr>
        <p:spPr bwMode="auto">
          <a:xfrm flipH="1" flipV="1">
            <a:off x="2167524" y="986334"/>
            <a:ext cx="4913855" cy="964502"/>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線單箭頭接點 21"/>
          <p:cNvCxnSpPr/>
          <p:nvPr/>
        </p:nvCxnSpPr>
        <p:spPr bwMode="auto">
          <a:xfrm flipH="1" flipV="1">
            <a:off x="2081409" y="1064713"/>
            <a:ext cx="2127335" cy="789139"/>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線單箭頭接點 25"/>
          <p:cNvCxnSpPr>
            <a:endCxn id="3" idx="6"/>
          </p:cNvCxnSpPr>
          <p:nvPr/>
        </p:nvCxnSpPr>
        <p:spPr bwMode="auto">
          <a:xfrm flipH="1" flipV="1">
            <a:off x="4985359" y="2091847"/>
            <a:ext cx="4005195" cy="713983"/>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線單箭頭接點 23"/>
          <p:cNvCxnSpPr/>
          <p:nvPr/>
        </p:nvCxnSpPr>
        <p:spPr bwMode="auto">
          <a:xfrm flipH="1" flipV="1">
            <a:off x="4970745" y="2286001"/>
            <a:ext cx="1132560" cy="250521"/>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直線單箭頭接點 24"/>
          <p:cNvCxnSpPr>
            <a:stCxn id="8" idx="1"/>
          </p:cNvCxnSpPr>
          <p:nvPr/>
        </p:nvCxnSpPr>
        <p:spPr bwMode="auto">
          <a:xfrm flipH="1" flipV="1">
            <a:off x="1966586" y="1152395"/>
            <a:ext cx="1412184" cy="1425297"/>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線單箭頭接點 29"/>
          <p:cNvCxnSpPr>
            <a:endCxn id="8" idx="5"/>
          </p:cNvCxnSpPr>
          <p:nvPr/>
        </p:nvCxnSpPr>
        <p:spPr bwMode="auto">
          <a:xfrm flipH="1" flipV="1">
            <a:off x="3912420" y="3109126"/>
            <a:ext cx="1235777" cy="285427"/>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線單箭頭接點 26"/>
          <p:cNvCxnSpPr/>
          <p:nvPr/>
        </p:nvCxnSpPr>
        <p:spPr bwMode="auto">
          <a:xfrm flipH="1" flipV="1">
            <a:off x="1841326" y="1152395"/>
            <a:ext cx="651353" cy="2066795"/>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單箭頭接點 27"/>
          <p:cNvCxnSpPr/>
          <p:nvPr/>
        </p:nvCxnSpPr>
        <p:spPr bwMode="auto">
          <a:xfrm flipH="1" flipV="1">
            <a:off x="5946729" y="3720230"/>
            <a:ext cx="3043825" cy="96450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線單箭頭接點 28"/>
          <p:cNvCxnSpPr>
            <a:endCxn id="6" idx="5"/>
          </p:cNvCxnSpPr>
          <p:nvPr/>
        </p:nvCxnSpPr>
        <p:spPr bwMode="auto">
          <a:xfrm flipH="1" flipV="1">
            <a:off x="5832996" y="3860688"/>
            <a:ext cx="492648" cy="732189"/>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直線單箭頭接點 30"/>
          <p:cNvCxnSpPr>
            <a:stCxn id="15" idx="1"/>
          </p:cNvCxnSpPr>
          <p:nvPr/>
        </p:nvCxnSpPr>
        <p:spPr bwMode="auto">
          <a:xfrm flipH="1" flipV="1">
            <a:off x="2868460" y="3970753"/>
            <a:ext cx="513521" cy="732188"/>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甜甜圈 33"/>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5" name="甜甜圈 34"/>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6" name="甜甜圈 35"/>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19" name="直線單箭頭接點 18"/>
          <p:cNvCxnSpPr/>
          <p:nvPr/>
        </p:nvCxnSpPr>
        <p:spPr bwMode="auto">
          <a:xfrm flipH="1" flipV="1">
            <a:off x="2216325" y="873598"/>
            <a:ext cx="5827471" cy="98025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直線單箭頭接點 9"/>
          <p:cNvCxnSpPr>
            <a:endCxn id="14" idx="5"/>
          </p:cNvCxnSpPr>
          <p:nvPr/>
        </p:nvCxnSpPr>
        <p:spPr bwMode="auto">
          <a:xfrm flipH="1" flipV="1">
            <a:off x="6781844" y="5234375"/>
            <a:ext cx="2208710" cy="364759"/>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 name="矩形 32"/>
          <p:cNvSpPr/>
          <p:nvPr/>
        </p:nvSpPr>
        <p:spPr>
          <a:xfrm>
            <a:off x="10003961" y="148000"/>
            <a:ext cx="1629742" cy="584775"/>
          </a:xfrm>
          <a:prstGeom prst="rect">
            <a:avLst/>
          </a:prstGeom>
          <a:noFill/>
        </p:spPr>
        <p:txBody>
          <a:bodyPr wrap="none" lIns="91440" tIns="45720" rIns="91440" bIns="45720">
            <a:spAutoFit/>
          </a:bodyPr>
          <a:lstStyle/>
          <a:p>
            <a:pPr algn="ctr"/>
            <a:r>
              <a:rPr lang="en-US" altLang="zh-TW" sz="3200" b="0" cap="none" spc="0" dirty="0" smtClean="0">
                <a:ln w="0"/>
                <a:solidFill>
                  <a:srgbClr val="0070C0"/>
                </a:solidFill>
                <a:effectLst>
                  <a:outerShdw blurRad="38100" dist="19050" dir="2700000" algn="tl" rotWithShape="0">
                    <a:schemeClr val="dk1">
                      <a:alpha val="40000"/>
                    </a:schemeClr>
                  </a:outerShdw>
                </a:effectLst>
              </a:rPr>
              <a:t>g=4,5,6</a:t>
            </a:r>
            <a:endParaRPr lang="zh-TW" altLang="en-US" sz="3200" b="0" cap="none" spc="0" dirty="0">
              <a:ln w="0"/>
              <a:solidFill>
                <a:srgbClr val="0070C0"/>
              </a:solidFill>
              <a:effectLst>
                <a:outerShdw blurRad="38100" dist="19050" dir="2700000" algn="tl" rotWithShape="0">
                  <a:schemeClr val="dk1">
                    <a:alpha val="40000"/>
                  </a:schemeClr>
                </a:outerShdw>
              </a:effectLst>
            </a:endParaRPr>
          </a:p>
        </p:txBody>
      </p:sp>
      <p:sp>
        <p:nvSpPr>
          <p:cNvPr id="38" name="矩形 37"/>
          <p:cNvSpPr/>
          <p:nvPr/>
        </p:nvSpPr>
        <p:spPr>
          <a:xfrm>
            <a:off x="10121785" y="919507"/>
            <a:ext cx="1958806"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Thresh[g]</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39" name="減號 38"/>
          <p:cNvSpPr/>
          <p:nvPr/>
        </p:nvSpPr>
        <p:spPr bwMode="auto">
          <a:xfrm rot="16200000">
            <a:off x="7794383" y="3713382"/>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46" name="群組 45"/>
          <p:cNvGrpSpPr/>
          <p:nvPr/>
        </p:nvGrpSpPr>
        <p:grpSpPr>
          <a:xfrm>
            <a:off x="2333825" y="688933"/>
            <a:ext cx="706658" cy="6331253"/>
            <a:chOff x="9859045" y="688932"/>
            <a:chExt cx="706658" cy="6331253"/>
          </a:xfrm>
        </p:grpSpPr>
        <p:sp>
          <p:nvSpPr>
            <p:cNvPr id="47" name="減號 46"/>
            <p:cNvSpPr/>
            <p:nvPr/>
          </p:nvSpPr>
          <p:spPr bwMode="auto">
            <a:xfrm rot="16200000">
              <a:off x="7258898" y="3713381"/>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smtClean="0">
                <a:solidFill>
                  <a:srgbClr val="000000"/>
                </a:solidFill>
              </a:endParaRPr>
            </a:p>
          </p:txBody>
        </p:sp>
        <p:sp>
          <p:nvSpPr>
            <p:cNvPr id="48" name="矩形 47"/>
            <p:cNvSpPr/>
            <p:nvPr/>
          </p:nvSpPr>
          <p:spPr>
            <a:xfrm>
              <a:off x="9859045" y="6106169"/>
              <a:ext cx="668773" cy="400110"/>
            </a:xfrm>
            <a:prstGeom prst="rect">
              <a:avLst/>
            </a:prstGeom>
            <a:noFill/>
          </p:spPr>
          <p:txBody>
            <a:bodyPr wrap="none" lIns="91440" tIns="45720" rIns="91440" bIns="45720">
              <a:spAutoFit/>
            </a:bodyPr>
            <a:lstStyle/>
            <a:p>
              <a:pPr algn="ctr"/>
              <a:r>
                <a:rPr lang="en-US" altLang="zh-TW" sz="2000" dirty="0" smtClean="0">
                  <a:ln w="0"/>
                  <a:solidFill>
                    <a:srgbClr val="0070C0"/>
                  </a:solidFill>
                  <a:effectLst>
                    <a:outerShdw blurRad="38100" dist="19050" dir="2700000" algn="tl" rotWithShape="0">
                      <a:schemeClr val="dk1">
                        <a:alpha val="40000"/>
                      </a:schemeClr>
                    </a:outerShdw>
                  </a:effectLst>
                </a:rPr>
                <a:t>T[1]</a:t>
              </a:r>
              <a:endParaRPr lang="zh-TW" altLang="en-US" sz="2000" b="0" cap="none" spc="0" dirty="0">
                <a:ln w="0"/>
                <a:solidFill>
                  <a:srgbClr val="0070C0"/>
                </a:solidFill>
                <a:effectLst>
                  <a:outerShdw blurRad="38100" dist="19050" dir="2700000" algn="tl" rotWithShape="0">
                    <a:schemeClr val="dk1">
                      <a:alpha val="40000"/>
                    </a:schemeClr>
                  </a:outerShdw>
                </a:effectLst>
              </a:endParaRPr>
            </a:p>
          </p:txBody>
        </p:sp>
      </p:grpSp>
      <p:sp>
        <p:nvSpPr>
          <p:cNvPr id="49" name="減號 48"/>
          <p:cNvSpPr/>
          <p:nvPr/>
        </p:nvSpPr>
        <p:spPr bwMode="auto">
          <a:xfrm rot="16200000">
            <a:off x="-1030982" y="3713381"/>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53" name="群組 52"/>
          <p:cNvGrpSpPr/>
          <p:nvPr/>
        </p:nvGrpSpPr>
        <p:grpSpPr>
          <a:xfrm>
            <a:off x="3216017" y="688933"/>
            <a:ext cx="704422" cy="6331253"/>
            <a:chOff x="14435157" y="549056"/>
            <a:chExt cx="704422" cy="6331253"/>
          </a:xfrm>
        </p:grpSpPr>
        <p:sp>
          <p:nvSpPr>
            <p:cNvPr id="54" name="減號 53"/>
            <p:cNvSpPr/>
            <p:nvPr/>
          </p:nvSpPr>
          <p:spPr bwMode="auto">
            <a:xfrm rot="16200000">
              <a:off x="11832774" y="3573505"/>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smtClean="0">
                <a:solidFill>
                  <a:srgbClr val="000000"/>
                </a:solidFill>
              </a:endParaRPr>
            </a:p>
          </p:txBody>
        </p:sp>
        <p:sp>
          <p:nvSpPr>
            <p:cNvPr id="55" name="矩形 54"/>
            <p:cNvSpPr/>
            <p:nvPr/>
          </p:nvSpPr>
          <p:spPr>
            <a:xfrm>
              <a:off x="14435157" y="5966294"/>
              <a:ext cx="668773" cy="400110"/>
            </a:xfrm>
            <a:prstGeom prst="rect">
              <a:avLst/>
            </a:prstGeom>
            <a:noFill/>
          </p:spPr>
          <p:txBody>
            <a:bodyPr wrap="none" lIns="91440" tIns="45720" rIns="91440" bIns="45720">
              <a:spAutoFit/>
            </a:bodyPr>
            <a:lstStyle/>
            <a:p>
              <a:pPr algn="ctr"/>
              <a:r>
                <a:rPr lang="en-US" altLang="zh-TW" sz="2000" dirty="0" smtClean="0">
                  <a:ln w="0"/>
                  <a:solidFill>
                    <a:srgbClr val="0070C0"/>
                  </a:solidFill>
                  <a:effectLst>
                    <a:outerShdw blurRad="38100" dist="19050" dir="2700000" algn="tl" rotWithShape="0">
                      <a:schemeClr val="dk1">
                        <a:alpha val="40000"/>
                      </a:schemeClr>
                    </a:outerShdw>
                  </a:effectLst>
                </a:rPr>
                <a:t>T[2]</a:t>
              </a:r>
              <a:endParaRPr lang="zh-TW" altLang="en-US" sz="2000" b="0" cap="none" spc="0" dirty="0">
                <a:ln w="0"/>
                <a:solidFill>
                  <a:srgbClr val="0070C0"/>
                </a:solidFill>
                <a:effectLst>
                  <a:outerShdw blurRad="38100" dist="19050" dir="2700000" algn="tl" rotWithShape="0">
                    <a:schemeClr val="dk1">
                      <a:alpha val="40000"/>
                    </a:schemeClr>
                  </a:outerShdw>
                </a:effectLst>
              </a:endParaRPr>
            </a:p>
          </p:txBody>
        </p:sp>
      </p:grpSp>
      <p:grpSp>
        <p:nvGrpSpPr>
          <p:cNvPr id="56" name="群組 55"/>
          <p:cNvGrpSpPr/>
          <p:nvPr/>
        </p:nvGrpSpPr>
        <p:grpSpPr>
          <a:xfrm>
            <a:off x="6059594" y="688933"/>
            <a:ext cx="693486" cy="6331253"/>
            <a:chOff x="14446093" y="549056"/>
            <a:chExt cx="693486" cy="6331253"/>
          </a:xfrm>
        </p:grpSpPr>
        <p:sp>
          <p:nvSpPr>
            <p:cNvPr id="57" name="減號 56"/>
            <p:cNvSpPr/>
            <p:nvPr/>
          </p:nvSpPr>
          <p:spPr bwMode="auto">
            <a:xfrm rot="16200000">
              <a:off x="11832774" y="3573505"/>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smtClean="0">
                <a:solidFill>
                  <a:srgbClr val="000000"/>
                </a:solidFill>
              </a:endParaRPr>
            </a:p>
          </p:txBody>
        </p:sp>
        <p:sp>
          <p:nvSpPr>
            <p:cNvPr id="58" name="矩形 57"/>
            <p:cNvSpPr/>
            <p:nvPr/>
          </p:nvSpPr>
          <p:spPr>
            <a:xfrm>
              <a:off x="14446093" y="5966293"/>
              <a:ext cx="668773" cy="400110"/>
            </a:xfrm>
            <a:prstGeom prst="rect">
              <a:avLst/>
            </a:prstGeom>
            <a:noFill/>
          </p:spPr>
          <p:txBody>
            <a:bodyPr wrap="none" lIns="91440" tIns="45720" rIns="91440" bIns="45720">
              <a:spAutoFit/>
            </a:bodyPr>
            <a:lstStyle/>
            <a:p>
              <a:pPr algn="ctr"/>
              <a:r>
                <a:rPr lang="en-US" altLang="zh-TW" sz="2000" dirty="0" smtClean="0">
                  <a:ln w="0"/>
                  <a:solidFill>
                    <a:srgbClr val="0070C0"/>
                  </a:solidFill>
                  <a:effectLst>
                    <a:outerShdw blurRad="38100" dist="19050" dir="2700000" algn="tl" rotWithShape="0">
                      <a:schemeClr val="dk1">
                        <a:alpha val="40000"/>
                      </a:schemeClr>
                    </a:outerShdw>
                  </a:effectLst>
                </a:rPr>
                <a:t>T[3]</a:t>
              </a:r>
              <a:endParaRPr lang="zh-TW" altLang="en-US" sz="2000" b="0" cap="none" spc="0" dirty="0">
                <a:ln w="0"/>
                <a:solidFill>
                  <a:srgbClr val="0070C0"/>
                </a:solidFill>
                <a:effectLst>
                  <a:outerShdw blurRad="38100" dist="19050" dir="2700000" algn="tl" rotWithShape="0">
                    <a:schemeClr val="dk1">
                      <a:alpha val="40000"/>
                    </a:schemeClr>
                  </a:outerShdw>
                </a:effectLst>
              </a:endParaRPr>
            </a:p>
          </p:txBody>
        </p:sp>
      </p:grpSp>
      <p:sp>
        <p:nvSpPr>
          <p:cNvPr id="50" name="矩形 49"/>
          <p:cNvSpPr/>
          <p:nvPr/>
        </p:nvSpPr>
        <p:spPr>
          <a:xfrm>
            <a:off x="1571976" y="6106170"/>
            <a:ext cx="679993" cy="400110"/>
          </a:xfrm>
          <a:prstGeom prst="rect">
            <a:avLst/>
          </a:prstGeom>
          <a:noFill/>
        </p:spPr>
        <p:txBody>
          <a:bodyPr wrap="none" lIns="91440" tIns="45720" rIns="91440" bIns="45720">
            <a:spAutoFit/>
          </a:bodyPr>
          <a:lstStyle/>
          <a:p>
            <a:pPr algn="ctr"/>
            <a:r>
              <a:rPr lang="en-US" altLang="zh-TW" sz="2000" dirty="0" smtClean="0">
                <a:ln w="0"/>
                <a:solidFill>
                  <a:srgbClr val="0070C0"/>
                </a:solidFill>
                <a:effectLst>
                  <a:outerShdw blurRad="38100" dist="19050" dir="2700000" algn="tl" rotWithShape="0">
                    <a:schemeClr val="dk1">
                      <a:alpha val="40000"/>
                    </a:schemeClr>
                  </a:outerShdw>
                </a:effectLst>
              </a:rPr>
              <a:t>T[0]</a:t>
            </a:r>
            <a:endParaRPr lang="zh-TW" altLang="en-US" sz="2000" b="0" cap="none" spc="0" dirty="0">
              <a:ln w="0"/>
              <a:solidFill>
                <a:srgbClr val="0070C0"/>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899724086"/>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3690181519"/>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4</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accent1">
              <a:lumMod val="50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9" name="甜甜圈 58"/>
          <p:cNvSpPr/>
          <p:nvPr/>
        </p:nvSpPr>
        <p:spPr bwMode="auto">
          <a:xfrm>
            <a:off x="1304794" y="313151"/>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文字方塊 20"/>
          <p:cNvSpPr txBox="1"/>
          <p:nvPr/>
        </p:nvSpPr>
        <p:spPr>
          <a:xfrm>
            <a:off x="1554532" y="504266"/>
            <a:ext cx="661792" cy="369332"/>
          </a:xfrm>
          <a:prstGeom prst="rect">
            <a:avLst/>
          </a:prstGeom>
          <a:noFill/>
        </p:spPr>
        <p:txBody>
          <a:bodyPr wrap="square" rtlCol="0">
            <a:spAutoFit/>
          </a:bodyPr>
          <a:lstStyle/>
          <a:p>
            <a:r>
              <a:rPr lang="en-US" altLang="zh-TW" dirty="0" smtClean="0">
                <a:solidFill>
                  <a:srgbClr val="000000"/>
                </a:solidFill>
              </a:rPr>
              <a:t>0</a:t>
            </a:r>
            <a:endParaRPr lang="zh-TW" altLang="en-US" dirty="0">
              <a:solidFill>
                <a:srgbClr val="000000"/>
              </a:solidFill>
            </a:endParaRPr>
          </a:p>
        </p:txBody>
      </p:sp>
      <p:cxnSp>
        <p:nvCxnSpPr>
          <p:cNvPr id="23" name="直線單箭頭接點 22"/>
          <p:cNvCxnSpPr/>
          <p:nvPr/>
        </p:nvCxnSpPr>
        <p:spPr bwMode="auto">
          <a:xfrm flipH="1" flipV="1">
            <a:off x="2216324" y="776614"/>
            <a:ext cx="7737691" cy="1077238"/>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線單箭頭接點 19"/>
          <p:cNvCxnSpPr/>
          <p:nvPr/>
        </p:nvCxnSpPr>
        <p:spPr bwMode="auto">
          <a:xfrm flipH="1" flipV="1">
            <a:off x="2167524" y="986334"/>
            <a:ext cx="4913855" cy="964502"/>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線單箭頭接點 21"/>
          <p:cNvCxnSpPr/>
          <p:nvPr/>
        </p:nvCxnSpPr>
        <p:spPr bwMode="auto">
          <a:xfrm flipH="1" flipV="1">
            <a:off x="2081409" y="1064713"/>
            <a:ext cx="2127335" cy="789139"/>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線單箭頭接點 25"/>
          <p:cNvCxnSpPr>
            <a:endCxn id="3" idx="6"/>
          </p:cNvCxnSpPr>
          <p:nvPr/>
        </p:nvCxnSpPr>
        <p:spPr bwMode="auto">
          <a:xfrm flipH="1" flipV="1">
            <a:off x="4985359" y="2091847"/>
            <a:ext cx="4005195" cy="713983"/>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線單箭頭接點 23"/>
          <p:cNvCxnSpPr/>
          <p:nvPr/>
        </p:nvCxnSpPr>
        <p:spPr bwMode="auto">
          <a:xfrm flipH="1" flipV="1">
            <a:off x="4970745" y="2286001"/>
            <a:ext cx="1132560" cy="250521"/>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直線單箭頭接點 24"/>
          <p:cNvCxnSpPr>
            <a:stCxn id="8" idx="1"/>
          </p:cNvCxnSpPr>
          <p:nvPr/>
        </p:nvCxnSpPr>
        <p:spPr bwMode="auto">
          <a:xfrm flipH="1" flipV="1">
            <a:off x="1966586" y="1152395"/>
            <a:ext cx="1412184" cy="1425297"/>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線單箭頭接點 29"/>
          <p:cNvCxnSpPr>
            <a:endCxn id="8" idx="5"/>
          </p:cNvCxnSpPr>
          <p:nvPr/>
        </p:nvCxnSpPr>
        <p:spPr bwMode="auto">
          <a:xfrm flipH="1" flipV="1">
            <a:off x="3912420" y="3109126"/>
            <a:ext cx="1235777" cy="285427"/>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線單箭頭接點 26"/>
          <p:cNvCxnSpPr/>
          <p:nvPr/>
        </p:nvCxnSpPr>
        <p:spPr bwMode="auto">
          <a:xfrm flipH="1" flipV="1">
            <a:off x="1841326" y="1152395"/>
            <a:ext cx="651353" cy="2066795"/>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單箭頭接點 27"/>
          <p:cNvCxnSpPr/>
          <p:nvPr/>
        </p:nvCxnSpPr>
        <p:spPr bwMode="auto">
          <a:xfrm flipH="1" flipV="1">
            <a:off x="5946729" y="3720230"/>
            <a:ext cx="3043825" cy="96450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線單箭頭接點 28"/>
          <p:cNvCxnSpPr>
            <a:endCxn id="6" idx="5"/>
          </p:cNvCxnSpPr>
          <p:nvPr/>
        </p:nvCxnSpPr>
        <p:spPr bwMode="auto">
          <a:xfrm flipH="1" flipV="1">
            <a:off x="5832996" y="3860688"/>
            <a:ext cx="492648" cy="732189"/>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直線單箭頭接點 30"/>
          <p:cNvCxnSpPr>
            <a:stCxn id="15" idx="1"/>
          </p:cNvCxnSpPr>
          <p:nvPr/>
        </p:nvCxnSpPr>
        <p:spPr bwMode="auto">
          <a:xfrm flipH="1" flipV="1">
            <a:off x="2868460" y="3970753"/>
            <a:ext cx="513521" cy="732188"/>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甜甜圈 33"/>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5" name="甜甜圈 34"/>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6" name="甜甜圈 35"/>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19" name="直線單箭頭接點 18"/>
          <p:cNvCxnSpPr/>
          <p:nvPr/>
        </p:nvCxnSpPr>
        <p:spPr bwMode="auto">
          <a:xfrm flipH="1" flipV="1">
            <a:off x="2216325" y="873598"/>
            <a:ext cx="5827471" cy="98025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直線單箭頭接點 9"/>
          <p:cNvCxnSpPr>
            <a:endCxn id="14" idx="5"/>
          </p:cNvCxnSpPr>
          <p:nvPr/>
        </p:nvCxnSpPr>
        <p:spPr bwMode="auto">
          <a:xfrm flipH="1" flipV="1">
            <a:off x="6781844" y="5234375"/>
            <a:ext cx="2208710" cy="364759"/>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直線單箭頭接點 10"/>
          <p:cNvCxnSpPr/>
          <p:nvPr/>
        </p:nvCxnSpPr>
        <p:spPr bwMode="auto">
          <a:xfrm flipH="1" flipV="1">
            <a:off x="4044863" y="5135671"/>
            <a:ext cx="2058442" cy="463463"/>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 name="矩形 36"/>
          <p:cNvSpPr/>
          <p:nvPr/>
        </p:nvSpPr>
        <p:spPr>
          <a:xfrm>
            <a:off x="9985108" y="148000"/>
            <a:ext cx="1667444" cy="584775"/>
          </a:xfrm>
          <a:prstGeom prst="rect">
            <a:avLst/>
          </a:prstGeom>
          <a:noFill/>
        </p:spPr>
        <p:txBody>
          <a:bodyPr wrap="none" lIns="91440" tIns="45720" rIns="91440" bIns="45720">
            <a:spAutoFit/>
          </a:bodyPr>
          <a:lstStyle/>
          <a:p>
            <a:pPr algn="ctr"/>
            <a:r>
              <a:rPr lang="en-US" altLang="zh-TW" sz="3200" b="0" cap="none" spc="0" dirty="0" smtClean="0">
                <a:ln w="0"/>
                <a:solidFill>
                  <a:srgbClr val="0070C0"/>
                </a:solidFill>
                <a:effectLst>
                  <a:outerShdw blurRad="38100" dist="19050" dir="2700000" algn="tl" rotWithShape="0">
                    <a:schemeClr val="dk1">
                      <a:alpha val="40000"/>
                    </a:schemeClr>
                  </a:outerShdw>
                </a:effectLst>
              </a:rPr>
              <a:t>g=4,5,6</a:t>
            </a:r>
            <a:endParaRPr lang="zh-TW" altLang="en-US" sz="3200" b="0" cap="none" spc="0" dirty="0">
              <a:ln w="0"/>
              <a:solidFill>
                <a:srgbClr val="0070C0"/>
              </a:solidFill>
              <a:effectLst>
                <a:outerShdw blurRad="38100" dist="19050" dir="2700000" algn="tl" rotWithShape="0">
                  <a:schemeClr val="dk1">
                    <a:alpha val="40000"/>
                  </a:schemeClr>
                </a:outerShdw>
              </a:effectLst>
            </a:endParaRPr>
          </a:p>
        </p:txBody>
      </p:sp>
      <p:sp>
        <p:nvSpPr>
          <p:cNvPr id="38" name="矩形 37"/>
          <p:cNvSpPr/>
          <p:nvPr/>
        </p:nvSpPr>
        <p:spPr>
          <a:xfrm>
            <a:off x="10121785" y="919507"/>
            <a:ext cx="1958806"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Thresh[g]</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39" name="減號 38"/>
          <p:cNvSpPr/>
          <p:nvPr/>
        </p:nvSpPr>
        <p:spPr bwMode="auto">
          <a:xfrm rot="16200000">
            <a:off x="7794383" y="3713382"/>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40" name="減號 39"/>
          <p:cNvSpPr/>
          <p:nvPr/>
        </p:nvSpPr>
        <p:spPr bwMode="auto">
          <a:xfrm rot="16200000">
            <a:off x="-1030982" y="3713381"/>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43" name="減號 42"/>
          <p:cNvSpPr/>
          <p:nvPr/>
        </p:nvSpPr>
        <p:spPr bwMode="auto">
          <a:xfrm rot="16200000">
            <a:off x="-266322" y="3713382"/>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smtClean="0">
              <a:solidFill>
                <a:srgbClr val="000000"/>
              </a:solidFill>
            </a:endParaRPr>
          </a:p>
        </p:txBody>
      </p:sp>
      <p:sp>
        <p:nvSpPr>
          <p:cNvPr id="46" name="矩形 45"/>
          <p:cNvSpPr/>
          <p:nvPr/>
        </p:nvSpPr>
        <p:spPr>
          <a:xfrm>
            <a:off x="2328215" y="6106170"/>
            <a:ext cx="679994" cy="400110"/>
          </a:xfrm>
          <a:prstGeom prst="rect">
            <a:avLst/>
          </a:prstGeom>
          <a:noFill/>
        </p:spPr>
        <p:txBody>
          <a:bodyPr wrap="none" lIns="91440" tIns="45720" rIns="91440" bIns="45720">
            <a:spAutoFit/>
          </a:bodyPr>
          <a:lstStyle/>
          <a:p>
            <a:pPr algn="ctr"/>
            <a:r>
              <a:rPr lang="en-US" altLang="zh-TW" sz="2000" dirty="0" smtClean="0">
                <a:ln w="0"/>
                <a:solidFill>
                  <a:srgbClr val="0070C0"/>
                </a:solidFill>
                <a:effectLst>
                  <a:outerShdw blurRad="38100" dist="19050" dir="2700000" algn="tl" rotWithShape="0">
                    <a:schemeClr val="dk1">
                      <a:alpha val="40000"/>
                    </a:schemeClr>
                  </a:outerShdw>
                </a:effectLst>
              </a:rPr>
              <a:t>T[1]</a:t>
            </a:r>
            <a:endParaRPr lang="zh-TW" altLang="en-US" sz="2000" b="0" cap="none" spc="0" dirty="0">
              <a:ln w="0"/>
              <a:solidFill>
                <a:srgbClr val="0070C0"/>
              </a:solidFill>
              <a:effectLst>
                <a:outerShdw blurRad="38100" dist="19050" dir="2700000" algn="tl" rotWithShape="0">
                  <a:schemeClr val="dk1">
                    <a:alpha val="40000"/>
                  </a:schemeClr>
                </a:outerShdw>
              </a:effectLst>
            </a:endParaRPr>
          </a:p>
        </p:txBody>
      </p:sp>
      <p:grpSp>
        <p:nvGrpSpPr>
          <p:cNvPr id="50" name="群組 49"/>
          <p:cNvGrpSpPr/>
          <p:nvPr/>
        </p:nvGrpSpPr>
        <p:grpSpPr>
          <a:xfrm>
            <a:off x="3210407" y="688933"/>
            <a:ext cx="710032" cy="6331253"/>
            <a:chOff x="14429547" y="549056"/>
            <a:chExt cx="710032" cy="6331253"/>
          </a:xfrm>
        </p:grpSpPr>
        <p:sp>
          <p:nvSpPr>
            <p:cNvPr id="51" name="減號 50"/>
            <p:cNvSpPr/>
            <p:nvPr/>
          </p:nvSpPr>
          <p:spPr bwMode="auto">
            <a:xfrm rot="16200000">
              <a:off x="11832774" y="3573505"/>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smtClean="0">
                <a:solidFill>
                  <a:srgbClr val="000000"/>
                </a:solidFill>
              </a:endParaRPr>
            </a:p>
          </p:txBody>
        </p:sp>
        <p:sp>
          <p:nvSpPr>
            <p:cNvPr id="52" name="矩形 51"/>
            <p:cNvSpPr/>
            <p:nvPr/>
          </p:nvSpPr>
          <p:spPr>
            <a:xfrm>
              <a:off x="14429547" y="5966294"/>
              <a:ext cx="679994" cy="400110"/>
            </a:xfrm>
            <a:prstGeom prst="rect">
              <a:avLst/>
            </a:prstGeom>
            <a:noFill/>
          </p:spPr>
          <p:txBody>
            <a:bodyPr wrap="none" lIns="91440" tIns="45720" rIns="91440" bIns="45720">
              <a:spAutoFit/>
            </a:bodyPr>
            <a:lstStyle/>
            <a:p>
              <a:pPr algn="ctr"/>
              <a:r>
                <a:rPr lang="en-US" altLang="zh-TW" sz="2000" dirty="0" smtClean="0">
                  <a:ln w="0"/>
                  <a:solidFill>
                    <a:srgbClr val="0070C0"/>
                  </a:solidFill>
                  <a:effectLst>
                    <a:outerShdw blurRad="38100" dist="19050" dir="2700000" algn="tl" rotWithShape="0">
                      <a:schemeClr val="dk1">
                        <a:alpha val="40000"/>
                      </a:schemeClr>
                    </a:outerShdw>
                  </a:effectLst>
                </a:rPr>
                <a:t>T[2]</a:t>
              </a:r>
              <a:endParaRPr lang="zh-TW" altLang="en-US" sz="2000" b="0" cap="none" spc="0" dirty="0">
                <a:ln w="0"/>
                <a:solidFill>
                  <a:srgbClr val="0070C0"/>
                </a:solidFill>
                <a:effectLst>
                  <a:outerShdw blurRad="38100" dist="19050" dir="2700000" algn="tl" rotWithShape="0">
                    <a:schemeClr val="dk1">
                      <a:alpha val="40000"/>
                    </a:schemeClr>
                  </a:outerShdw>
                </a:effectLst>
              </a:endParaRPr>
            </a:p>
          </p:txBody>
        </p:sp>
      </p:grpSp>
      <p:grpSp>
        <p:nvGrpSpPr>
          <p:cNvPr id="53" name="群組 52"/>
          <p:cNvGrpSpPr/>
          <p:nvPr/>
        </p:nvGrpSpPr>
        <p:grpSpPr>
          <a:xfrm>
            <a:off x="6053984" y="688933"/>
            <a:ext cx="699096" cy="6331253"/>
            <a:chOff x="14440483" y="549056"/>
            <a:chExt cx="699096" cy="6331253"/>
          </a:xfrm>
        </p:grpSpPr>
        <p:sp>
          <p:nvSpPr>
            <p:cNvPr id="54" name="減號 53"/>
            <p:cNvSpPr/>
            <p:nvPr/>
          </p:nvSpPr>
          <p:spPr bwMode="auto">
            <a:xfrm rot="16200000">
              <a:off x="11832774" y="3573505"/>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smtClean="0">
                <a:solidFill>
                  <a:srgbClr val="000000"/>
                </a:solidFill>
              </a:endParaRPr>
            </a:p>
          </p:txBody>
        </p:sp>
        <p:sp>
          <p:nvSpPr>
            <p:cNvPr id="55" name="矩形 54"/>
            <p:cNvSpPr/>
            <p:nvPr/>
          </p:nvSpPr>
          <p:spPr>
            <a:xfrm>
              <a:off x="14440483" y="5966293"/>
              <a:ext cx="679994" cy="400110"/>
            </a:xfrm>
            <a:prstGeom prst="rect">
              <a:avLst/>
            </a:prstGeom>
            <a:noFill/>
          </p:spPr>
          <p:txBody>
            <a:bodyPr wrap="none" lIns="91440" tIns="45720" rIns="91440" bIns="45720">
              <a:spAutoFit/>
            </a:bodyPr>
            <a:lstStyle/>
            <a:p>
              <a:pPr algn="ctr"/>
              <a:r>
                <a:rPr lang="en-US" altLang="zh-TW" sz="2000" dirty="0" smtClean="0">
                  <a:ln w="0"/>
                  <a:solidFill>
                    <a:srgbClr val="0070C0"/>
                  </a:solidFill>
                  <a:effectLst>
                    <a:outerShdw blurRad="38100" dist="19050" dir="2700000" algn="tl" rotWithShape="0">
                      <a:schemeClr val="dk1">
                        <a:alpha val="40000"/>
                      </a:schemeClr>
                    </a:outerShdw>
                  </a:effectLst>
                </a:rPr>
                <a:t>T[3]</a:t>
              </a:r>
              <a:endParaRPr lang="zh-TW" altLang="en-US" sz="2000" b="0" cap="none" spc="0" dirty="0">
                <a:ln w="0"/>
                <a:solidFill>
                  <a:srgbClr val="0070C0"/>
                </a:solidFill>
                <a:effectLst>
                  <a:outerShdw blurRad="38100" dist="19050" dir="2700000" algn="tl" rotWithShape="0">
                    <a:schemeClr val="dk1">
                      <a:alpha val="40000"/>
                    </a:schemeClr>
                  </a:outerShdw>
                </a:effectLst>
              </a:endParaRPr>
            </a:p>
          </p:txBody>
        </p:sp>
      </p:grpSp>
      <p:sp>
        <p:nvSpPr>
          <p:cNvPr id="48" name="矩形 47"/>
          <p:cNvSpPr/>
          <p:nvPr/>
        </p:nvSpPr>
        <p:spPr>
          <a:xfrm>
            <a:off x="1571976" y="6106170"/>
            <a:ext cx="679993" cy="400110"/>
          </a:xfrm>
          <a:prstGeom prst="rect">
            <a:avLst/>
          </a:prstGeom>
          <a:noFill/>
        </p:spPr>
        <p:txBody>
          <a:bodyPr wrap="none" lIns="91440" tIns="45720" rIns="91440" bIns="45720">
            <a:spAutoFit/>
          </a:bodyPr>
          <a:lstStyle/>
          <a:p>
            <a:pPr algn="ctr"/>
            <a:r>
              <a:rPr lang="en-US" altLang="zh-TW" sz="2000" dirty="0" smtClean="0">
                <a:ln w="0"/>
                <a:solidFill>
                  <a:srgbClr val="0070C0"/>
                </a:solidFill>
                <a:effectLst>
                  <a:outerShdw blurRad="38100" dist="19050" dir="2700000" algn="tl" rotWithShape="0">
                    <a:schemeClr val="dk1">
                      <a:alpha val="40000"/>
                    </a:schemeClr>
                  </a:outerShdw>
                </a:effectLst>
              </a:rPr>
              <a:t>T[0]</a:t>
            </a:r>
            <a:endParaRPr lang="zh-TW" altLang="en-US" sz="2000" b="0" cap="none" spc="0" dirty="0">
              <a:ln w="0"/>
              <a:solidFill>
                <a:srgbClr val="0070C0"/>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81654032"/>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2541072901"/>
              </p:ext>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4</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8990554" y="5344439"/>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accent1">
              <a:lumMod val="50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9" name="甜甜圈 58"/>
          <p:cNvSpPr/>
          <p:nvPr/>
        </p:nvSpPr>
        <p:spPr bwMode="auto">
          <a:xfrm>
            <a:off x="1304794" y="313151"/>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文字方塊 20"/>
          <p:cNvSpPr txBox="1"/>
          <p:nvPr/>
        </p:nvSpPr>
        <p:spPr>
          <a:xfrm>
            <a:off x="1554532" y="504266"/>
            <a:ext cx="661792" cy="369332"/>
          </a:xfrm>
          <a:prstGeom prst="rect">
            <a:avLst/>
          </a:prstGeom>
          <a:noFill/>
        </p:spPr>
        <p:txBody>
          <a:bodyPr wrap="square" rtlCol="0">
            <a:spAutoFit/>
          </a:bodyPr>
          <a:lstStyle/>
          <a:p>
            <a:r>
              <a:rPr lang="en-US" altLang="zh-TW" dirty="0" smtClean="0">
                <a:solidFill>
                  <a:srgbClr val="000000"/>
                </a:solidFill>
              </a:rPr>
              <a:t>0</a:t>
            </a:r>
            <a:endParaRPr lang="zh-TW" altLang="en-US" dirty="0">
              <a:solidFill>
                <a:srgbClr val="000000"/>
              </a:solidFill>
            </a:endParaRPr>
          </a:p>
        </p:txBody>
      </p:sp>
      <p:cxnSp>
        <p:nvCxnSpPr>
          <p:cNvPr id="23" name="直線單箭頭接點 22"/>
          <p:cNvCxnSpPr/>
          <p:nvPr/>
        </p:nvCxnSpPr>
        <p:spPr bwMode="auto">
          <a:xfrm flipH="1" flipV="1">
            <a:off x="2216324" y="776614"/>
            <a:ext cx="7737691" cy="1077238"/>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線單箭頭接點 19"/>
          <p:cNvCxnSpPr/>
          <p:nvPr/>
        </p:nvCxnSpPr>
        <p:spPr bwMode="auto">
          <a:xfrm flipH="1" flipV="1">
            <a:off x="2167524" y="986334"/>
            <a:ext cx="4913855" cy="964502"/>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線單箭頭接點 21"/>
          <p:cNvCxnSpPr/>
          <p:nvPr/>
        </p:nvCxnSpPr>
        <p:spPr bwMode="auto">
          <a:xfrm flipH="1" flipV="1">
            <a:off x="2081409" y="1064713"/>
            <a:ext cx="2127335" cy="789139"/>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線單箭頭接點 25"/>
          <p:cNvCxnSpPr>
            <a:endCxn id="3" idx="6"/>
          </p:cNvCxnSpPr>
          <p:nvPr/>
        </p:nvCxnSpPr>
        <p:spPr bwMode="auto">
          <a:xfrm flipH="1" flipV="1">
            <a:off x="4985359" y="2091847"/>
            <a:ext cx="4005195" cy="713983"/>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線單箭頭接點 23"/>
          <p:cNvCxnSpPr/>
          <p:nvPr/>
        </p:nvCxnSpPr>
        <p:spPr bwMode="auto">
          <a:xfrm flipH="1" flipV="1">
            <a:off x="4970745" y="2286001"/>
            <a:ext cx="1132560" cy="250521"/>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直線單箭頭接點 24"/>
          <p:cNvCxnSpPr>
            <a:stCxn id="8" idx="1"/>
          </p:cNvCxnSpPr>
          <p:nvPr/>
        </p:nvCxnSpPr>
        <p:spPr bwMode="auto">
          <a:xfrm flipH="1" flipV="1">
            <a:off x="1966586" y="1152395"/>
            <a:ext cx="1412184" cy="1425297"/>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線單箭頭接點 29"/>
          <p:cNvCxnSpPr>
            <a:endCxn id="8" idx="5"/>
          </p:cNvCxnSpPr>
          <p:nvPr/>
        </p:nvCxnSpPr>
        <p:spPr bwMode="auto">
          <a:xfrm flipH="1" flipV="1">
            <a:off x="3912420" y="3109126"/>
            <a:ext cx="1235777" cy="285427"/>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線單箭頭接點 26"/>
          <p:cNvCxnSpPr/>
          <p:nvPr/>
        </p:nvCxnSpPr>
        <p:spPr bwMode="auto">
          <a:xfrm flipH="1" flipV="1">
            <a:off x="1841326" y="1152395"/>
            <a:ext cx="651353" cy="2066795"/>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單箭頭接點 27"/>
          <p:cNvCxnSpPr/>
          <p:nvPr/>
        </p:nvCxnSpPr>
        <p:spPr bwMode="auto">
          <a:xfrm flipH="1" flipV="1">
            <a:off x="5946729" y="3720230"/>
            <a:ext cx="3043825" cy="96450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線單箭頭接點 28"/>
          <p:cNvCxnSpPr>
            <a:endCxn id="6" idx="5"/>
          </p:cNvCxnSpPr>
          <p:nvPr/>
        </p:nvCxnSpPr>
        <p:spPr bwMode="auto">
          <a:xfrm flipH="1" flipV="1">
            <a:off x="5832996" y="3860688"/>
            <a:ext cx="492648" cy="732189"/>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直線單箭頭接點 30"/>
          <p:cNvCxnSpPr>
            <a:stCxn id="15" idx="1"/>
          </p:cNvCxnSpPr>
          <p:nvPr/>
        </p:nvCxnSpPr>
        <p:spPr bwMode="auto">
          <a:xfrm flipH="1" flipV="1">
            <a:off x="2868460" y="3970753"/>
            <a:ext cx="513521" cy="732188"/>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甜甜圈 33"/>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5" name="甜甜圈 34"/>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6" name="甜甜圈 35"/>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19" name="直線單箭頭接點 18"/>
          <p:cNvCxnSpPr/>
          <p:nvPr/>
        </p:nvCxnSpPr>
        <p:spPr bwMode="auto">
          <a:xfrm flipH="1" flipV="1">
            <a:off x="2216325" y="873598"/>
            <a:ext cx="5827471" cy="98025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直線單箭頭接點 9"/>
          <p:cNvCxnSpPr>
            <a:endCxn id="14" idx="5"/>
          </p:cNvCxnSpPr>
          <p:nvPr/>
        </p:nvCxnSpPr>
        <p:spPr bwMode="auto">
          <a:xfrm flipH="1" flipV="1">
            <a:off x="6781844" y="5234375"/>
            <a:ext cx="2208710" cy="364759"/>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直線單箭頭接點 32"/>
          <p:cNvCxnSpPr/>
          <p:nvPr/>
        </p:nvCxnSpPr>
        <p:spPr bwMode="auto">
          <a:xfrm flipH="1" flipV="1">
            <a:off x="4044863" y="5135671"/>
            <a:ext cx="2058442" cy="463463"/>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直線單箭頭接點 31"/>
          <p:cNvCxnSpPr/>
          <p:nvPr/>
        </p:nvCxnSpPr>
        <p:spPr bwMode="auto">
          <a:xfrm flipH="1" flipV="1">
            <a:off x="2768252" y="3970752"/>
            <a:ext cx="478076" cy="1628382"/>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 name="矩形 36"/>
          <p:cNvSpPr/>
          <p:nvPr/>
        </p:nvSpPr>
        <p:spPr>
          <a:xfrm>
            <a:off x="10176665" y="148000"/>
            <a:ext cx="1284327" cy="584775"/>
          </a:xfrm>
          <a:prstGeom prst="rect">
            <a:avLst/>
          </a:prstGeom>
          <a:noFill/>
        </p:spPr>
        <p:txBody>
          <a:bodyPr wrap="none" lIns="91440" tIns="45720" rIns="91440" bIns="45720">
            <a:spAutoFit/>
          </a:bodyPr>
          <a:lstStyle/>
          <a:p>
            <a:pPr algn="ctr"/>
            <a:r>
              <a:rPr lang="en-US" altLang="zh-TW" sz="3200" b="0" cap="none" spc="0" dirty="0" smtClean="0">
                <a:ln w="0"/>
                <a:solidFill>
                  <a:srgbClr val="0070C0"/>
                </a:solidFill>
                <a:effectLst>
                  <a:outerShdw blurRad="38100" dist="19050" dir="2700000" algn="tl" rotWithShape="0">
                    <a:schemeClr val="dk1">
                      <a:alpha val="40000"/>
                    </a:schemeClr>
                  </a:outerShdw>
                </a:effectLst>
              </a:rPr>
              <a:t>g=5,6</a:t>
            </a:r>
            <a:endParaRPr lang="zh-TW" altLang="en-US" sz="3200" b="0" cap="none" spc="0" dirty="0">
              <a:ln w="0"/>
              <a:solidFill>
                <a:srgbClr val="0070C0"/>
              </a:solidFill>
              <a:effectLst>
                <a:outerShdw blurRad="38100" dist="19050" dir="2700000" algn="tl" rotWithShape="0">
                  <a:schemeClr val="dk1">
                    <a:alpha val="40000"/>
                  </a:schemeClr>
                </a:outerShdw>
              </a:effectLst>
            </a:endParaRPr>
          </a:p>
        </p:txBody>
      </p:sp>
      <p:sp>
        <p:nvSpPr>
          <p:cNvPr id="38" name="矩形 37"/>
          <p:cNvSpPr/>
          <p:nvPr/>
        </p:nvSpPr>
        <p:spPr>
          <a:xfrm>
            <a:off x="10121785" y="919507"/>
            <a:ext cx="1958806" cy="584775"/>
          </a:xfrm>
          <a:prstGeom prst="rect">
            <a:avLst/>
          </a:prstGeom>
          <a:noFill/>
        </p:spPr>
        <p:txBody>
          <a:bodyPr wrap="none" lIns="91440" tIns="45720" rIns="91440" bIns="45720">
            <a:spAutoFit/>
          </a:bodyPr>
          <a:lstStyle/>
          <a:p>
            <a:pPr algn="ctr"/>
            <a:r>
              <a:rPr lang="en-US" altLang="zh-TW"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Thresh[g]</a:t>
            </a:r>
            <a:endParaRPr lang="zh-TW" altLang="en-US" sz="32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39" name="減號 38"/>
          <p:cNvSpPr/>
          <p:nvPr/>
        </p:nvSpPr>
        <p:spPr bwMode="auto">
          <a:xfrm rot="16200000">
            <a:off x="7794383" y="3713382"/>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40" name="減號 39"/>
          <p:cNvSpPr/>
          <p:nvPr/>
        </p:nvSpPr>
        <p:spPr bwMode="auto">
          <a:xfrm rot="16200000">
            <a:off x="-1030982" y="3713381"/>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43" name="矩形 42"/>
          <p:cNvSpPr/>
          <p:nvPr/>
        </p:nvSpPr>
        <p:spPr>
          <a:xfrm>
            <a:off x="2328215" y="6106170"/>
            <a:ext cx="679994" cy="400110"/>
          </a:xfrm>
          <a:prstGeom prst="rect">
            <a:avLst/>
          </a:prstGeom>
          <a:noFill/>
        </p:spPr>
        <p:txBody>
          <a:bodyPr wrap="none" lIns="91440" tIns="45720" rIns="91440" bIns="45720">
            <a:spAutoFit/>
          </a:bodyPr>
          <a:lstStyle/>
          <a:p>
            <a:pPr algn="ctr"/>
            <a:r>
              <a:rPr lang="en-US" altLang="zh-TW" sz="2000" dirty="0" smtClean="0">
                <a:ln w="0"/>
                <a:solidFill>
                  <a:srgbClr val="0070C0"/>
                </a:solidFill>
                <a:effectLst>
                  <a:outerShdw blurRad="38100" dist="19050" dir="2700000" algn="tl" rotWithShape="0">
                    <a:schemeClr val="dk1">
                      <a:alpha val="40000"/>
                    </a:schemeClr>
                  </a:outerShdw>
                </a:effectLst>
              </a:rPr>
              <a:t>T[1]</a:t>
            </a:r>
            <a:endParaRPr lang="zh-TW" altLang="en-US" sz="2000" b="0" cap="none" spc="0" dirty="0">
              <a:ln w="0"/>
              <a:solidFill>
                <a:srgbClr val="0070C0"/>
              </a:solidFill>
              <a:effectLst>
                <a:outerShdw blurRad="38100" dist="19050" dir="2700000" algn="tl" rotWithShape="0">
                  <a:schemeClr val="dk1">
                    <a:alpha val="40000"/>
                  </a:schemeClr>
                </a:outerShdw>
              </a:effectLst>
            </a:endParaRPr>
          </a:p>
        </p:txBody>
      </p:sp>
      <p:sp>
        <p:nvSpPr>
          <p:cNvPr id="44" name="減號 43"/>
          <p:cNvSpPr/>
          <p:nvPr/>
        </p:nvSpPr>
        <p:spPr bwMode="auto">
          <a:xfrm rot="16200000">
            <a:off x="-266322" y="3713382"/>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smtClean="0">
              <a:solidFill>
                <a:srgbClr val="000000"/>
              </a:solidFill>
            </a:endParaRPr>
          </a:p>
        </p:txBody>
      </p:sp>
      <p:grpSp>
        <p:nvGrpSpPr>
          <p:cNvPr id="45" name="群組 44"/>
          <p:cNvGrpSpPr/>
          <p:nvPr/>
        </p:nvGrpSpPr>
        <p:grpSpPr>
          <a:xfrm>
            <a:off x="3210407" y="688933"/>
            <a:ext cx="710032" cy="6331253"/>
            <a:chOff x="14429547" y="549056"/>
            <a:chExt cx="710032" cy="6331253"/>
          </a:xfrm>
        </p:grpSpPr>
        <p:sp>
          <p:nvSpPr>
            <p:cNvPr id="46" name="減號 45"/>
            <p:cNvSpPr/>
            <p:nvPr/>
          </p:nvSpPr>
          <p:spPr bwMode="auto">
            <a:xfrm rot="16200000">
              <a:off x="11832774" y="3573505"/>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smtClean="0">
                <a:solidFill>
                  <a:srgbClr val="000000"/>
                </a:solidFill>
              </a:endParaRPr>
            </a:p>
          </p:txBody>
        </p:sp>
        <p:sp>
          <p:nvSpPr>
            <p:cNvPr id="47" name="矩形 46"/>
            <p:cNvSpPr/>
            <p:nvPr/>
          </p:nvSpPr>
          <p:spPr>
            <a:xfrm>
              <a:off x="14429547" y="5966294"/>
              <a:ext cx="679994" cy="400110"/>
            </a:xfrm>
            <a:prstGeom prst="rect">
              <a:avLst/>
            </a:prstGeom>
            <a:noFill/>
          </p:spPr>
          <p:txBody>
            <a:bodyPr wrap="none" lIns="91440" tIns="45720" rIns="91440" bIns="45720">
              <a:spAutoFit/>
            </a:bodyPr>
            <a:lstStyle/>
            <a:p>
              <a:pPr algn="ctr"/>
              <a:r>
                <a:rPr lang="en-US" altLang="zh-TW" sz="2000" dirty="0" smtClean="0">
                  <a:ln w="0"/>
                  <a:solidFill>
                    <a:srgbClr val="0070C0"/>
                  </a:solidFill>
                  <a:effectLst>
                    <a:outerShdw blurRad="38100" dist="19050" dir="2700000" algn="tl" rotWithShape="0">
                      <a:schemeClr val="dk1">
                        <a:alpha val="40000"/>
                      </a:schemeClr>
                    </a:outerShdw>
                  </a:effectLst>
                </a:rPr>
                <a:t>T[2]</a:t>
              </a:r>
              <a:endParaRPr lang="zh-TW" altLang="en-US" sz="2000" b="0" cap="none" spc="0" dirty="0">
                <a:ln w="0"/>
                <a:solidFill>
                  <a:srgbClr val="0070C0"/>
                </a:solidFill>
                <a:effectLst>
                  <a:outerShdw blurRad="38100" dist="19050" dir="2700000" algn="tl" rotWithShape="0">
                    <a:schemeClr val="dk1">
                      <a:alpha val="40000"/>
                    </a:schemeClr>
                  </a:outerShdw>
                </a:effectLst>
              </a:endParaRPr>
            </a:p>
          </p:txBody>
        </p:sp>
      </p:grpSp>
      <p:grpSp>
        <p:nvGrpSpPr>
          <p:cNvPr id="48" name="群組 47"/>
          <p:cNvGrpSpPr/>
          <p:nvPr/>
        </p:nvGrpSpPr>
        <p:grpSpPr>
          <a:xfrm>
            <a:off x="6053984" y="688933"/>
            <a:ext cx="699096" cy="6331253"/>
            <a:chOff x="14440483" y="549056"/>
            <a:chExt cx="699096" cy="6331253"/>
          </a:xfrm>
        </p:grpSpPr>
        <p:sp>
          <p:nvSpPr>
            <p:cNvPr id="49" name="減號 48"/>
            <p:cNvSpPr/>
            <p:nvPr/>
          </p:nvSpPr>
          <p:spPr bwMode="auto">
            <a:xfrm rot="16200000">
              <a:off x="11832774" y="3573505"/>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smtClean="0">
                <a:solidFill>
                  <a:srgbClr val="000000"/>
                </a:solidFill>
              </a:endParaRPr>
            </a:p>
          </p:txBody>
        </p:sp>
        <p:sp>
          <p:nvSpPr>
            <p:cNvPr id="50" name="矩形 49"/>
            <p:cNvSpPr/>
            <p:nvPr/>
          </p:nvSpPr>
          <p:spPr>
            <a:xfrm>
              <a:off x="14440483" y="5966293"/>
              <a:ext cx="679994" cy="400110"/>
            </a:xfrm>
            <a:prstGeom prst="rect">
              <a:avLst/>
            </a:prstGeom>
            <a:noFill/>
          </p:spPr>
          <p:txBody>
            <a:bodyPr wrap="none" lIns="91440" tIns="45720" rIns="91440" bIns="45720">
              <a:spAutoFit/>
            </a:bodyPr>
            <a:lstStyle/>
            <a:p>
              <a:pPr algn="ctr"/>
              <a:r>
                <a:rPr lang="en-US" altLang="zh-TW" sz="2000" dirty="0" smtClean="0">
                  <a:ln w="0"/>
                  <a:solidFill>
                    <a:srgbClr val="0070C0"/>
                  </a:solidFill>
                  <a:effectLst>
                    <a:outerShdw blurRad="38100" dist="19050" dir="2700000" algn="tl" rotWithShape="0">
                      <a:schemeClr val="dk1">
                        <a:alpha val="40000"/>
                      </a:schemeClr>
                    </a:outerShdw>
                  </a:effectLst>
                </a:rPr>
                <a:t>T[3]</a:t>
              </a:r>
              <a:endParaRPr lang="zh-TW" altLang="en-US" sz="2000" b="0" cap="none" spc="0" dirty="0">
                <a:ln w="0"/>
                <a:solidFill>
                  <a:srgbClr val="0070C0"/>
                </a:solidFill>
                <a:effectLst>
                  <a:outerShdw blurRad="38100" dist="19050" dir="2700000" algn="tl" rotWithShape="0">
                    <a:schemeClr val="dk1">
                      <a:alpha val="40000"/>
                    </a:schemeClr>
                  </a:outerShdw>
                </a:effectLst>
              </a:endParaRPr>
            </a:p>
          </p:txBody>
        </p:sp>
      </p:grpSp>
      <p:grpSp>
        <p:nvGrpSpPr>
          <p:cNvPr id="51" name="群組 50"/>
          <p:cNvGrpSpPr/>
          <p:nvPr/>
        </p:nvGrpSpPr>
        <p:grpSpPr>
          <a:xfrm>
            <a:off x="8963125" y="688932"/>
            <a:ext cx="699096" cy="6331253"/>
            <a:chOff x="14440483" y="549056"/>
            <a:chExt cx="699096" cy="6331253"/>
          </a:xfrm>
        </p:grpSpPr>
        <p:sp>
          <p:nvSpPr>
            <p:cNvPr id="52" name="減號 51"/>
            <p:cNvSpPr/>
            <p:nvPr/>
          </p:nvSpPr>
          <p:spPr bwMode="auto">
            <a:xfrm rot="16200000">
              <a:off x="11832774" y="3573505"/>
              <a:ext cx="6331253" cy="282356"/>
            </a:xfrm>
            <a:prstGeom prst="mathMinus">
              <a:avLst/>
            </a:prstGeom>
            <a:solidFill>
              <a:srgbClr val="0070C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smtClean="0">
                <a:solidFill>
                  <a:srgbClr val="000000"/>
                </a:solidFill>
              </a:endParaRPr>
            </a:p>
          </p:txBody>
        </p:sp>
        <p:sp>
          <p:nvSpPr>
            <p:cNvPr id="53" name="矩形 52"/>
            <p:cNvSpPr/>
            <p:nvPr/>
          </p:nvSpPr>
          <p:spPr>
            <a:xfrm>
              <a:off x="14440483" y="5966293"/>
              <a:ext cx="679994" cy="400110"/>
            </a:xfrm>
            <a:prstGeom prst="rect">
              <a:avLst/>
            </a:prstGeom>
            <a:noFill/>
          </p:spPr>
          <p:txBody>
            <a:bodyPr wrap="none" lIns="91440" tIns="45720" rIns="91440" bIns="45720">
              <a:spAutoFit/>
            </a:bodyPr>
            <a:lstStyle/>
            <a:p>
              <a:pPr algn="ctr"/>
              <a:r>
                <a:rPr lang="en-US" altLang="zh-TW" sz="2000" dirty="0" smtClean="0">
                  <a:ln w="0"/>
                  <a:solidFill>
                    <a:srgbClr val="0070C0"/>
                  </a:solidFill>
                  <a:effectLst>
                    <a:outerShdw blurRad="38100" dist="19050" dir="2700000" algn="tl" rotWithShape="0">
                      <a:schemeClr val="dk1">
                        <a:alpha val="40000"/>
                      </a:schemeClr>
                    </a:outerShdw>
                  </a:effectLst>
                </a:rPr>
                <a:t>T[4]</a:t>
              </a:r>
              <a:endParaRPr lang="zh-TW" altLang="en-US" sz="2000" b="0" cap="none" spc="0" dirty="0">
                <a:ln w="0"/>
                <a:solidFill>
                  <a:srgbClr val="0070C0"/>
                </a:solidFill>
                <a:effectLst>
                  <a:outerShdw blurRad="38100" dist="19050" dir="2700000" algn="tl" rotWithShape="0">
                    <a:schemeClr val="dk1">
                      <a:alpha val="40000"/>
                    </a:schemeClr>
                  </a:outerShdw>
                </a:effectLst>
              </a:endParaRPr>
            </a:p>
          </p:txBody>
        </p:sp>
      </p:grpSp>
      <p:sp>
        <p:nvSpPr>
          <p:cNvPr id="54" name="矩形 53"/>
          <p:cNvSpPr/>
          <p:nvPr/>
        </p:nvSpPr>
        <p:spPr>
          <a:xfrm>
            <a:off x="1571976" y="6106170"/>
            <a:ext cx="679993" cy="400110"/>
          </a:xfrm>
          <a:prstGeom prst="rect">
            <a:avLst/>
          </a:prstGeom>
          <a:noFill/>
        </p:spPr>
        <p:txBody>
          <a:bodyPr wrap="none" lIns="91440" tIns="45720" rIns="91440" bIns="45720">
            <a:spAutoFit/>
          </a:bodyPr>
          <a:lstStyle/>
          <a:p>
            <a:pPr algn="ctr"/>
            <a:r>
              <a:rPr lang="en-US" altLang="zh-TW" sz="2000" dirty="0" smtClean="0">
                <a:ln w="0"/>
                <a:solidFill>
                  <a:srgbClr val="0070C0"/>
                </a:solidFill>
                <a:effectLst>
                  <a:outerShdw blurRad="38100" dist="19050" dir="2700000" algn="tl" rotWithShape="0">
                    <a:schemeClr val="dk1">
                      <a:alpha val="40000"/>
                    </a:schemeClr>
                  </a:outerShdw>
                </a:effectLst>
              </a:rPr>
              <a:t>T[0]</a:t>
            </a:r>
            <a:endParaRPr lang="zh-TW" altLang="en-US" sz="2000" b="0" cap="none" spc="0" dirty="0">
              <a:ln w="0"/>
              <a:solidFill>
                <a:srgbClr val="0070C0"/>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173808686"/>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nvPr>
        </p:nvGraphicFramePr>
        <p:xfrm>
          <a:off x="338208" y="288096"/>
          <a:ext cx="10471758" cy="5787032"/>
        </p:xfrm>
        <a:graphic>
          <a:graphicData uri="http://schemas.openxmlformats.org/drawingml/2006/table">
            <a:tbl>
              <a:tblPr firstRow="1" bandRow="1">
                <a:tableStyleId>{5940675A-B579-460E-94D1-54222C63F5DA}</a:tableStyleId>
              </a:tblPr>
              <a:tblGrid>
                <a:gridCol w="951978"/>
                <a:gridCol w="951978"/>
                <a:gridCol w="951978"/>
                <a:gridCol w="951978"/>
                <a:gridCol w="951978"/>
                <a:gridCol w="951978"/>
                <a:gridCol w="951978"/>
                <a:gridCol w="951978"/>
                <a:gridCol w="951978"/>
                <a:gridCol w="951978"/>
                <a:gridCol w="951978"/>
              </a:tblGrid>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723379">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723379">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723379">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4</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208744"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5170114" y="3219190"/>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8990554" y="246762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3268248" y="2467628"/>
            <a:ext cx="754694"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6118963" y="241126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8990554"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6118962"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3268248" y="4592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117919"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3246327" y="534443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313661" y="3219190"/>
            <a:ext cx="776615" cy="751562"/>
          </a:xfrm>
          <a:prstGeom prst="donut">
            <a:avLst/>
          </a:prstGeom>
          <a:solidFill>
            <a:schemeClr val="tx1">
              <a:lumMod val="65000"/>
              <a:lumOff val="35000"/>
            </a:schemeClr>
          </a:solidFill>
          <a:ln w="28575"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9" name="甜甜圈 58"/>
          <p:cNvSpPr/>
          <p:nvPr/>
        </p:nvSpPr>
        <p:spPr bwMode="auto">
          <a:xfrm>
            <a:off x="1304794" y="313151"/>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文字方塊 20"/>
          <p:cNvSpPr txBox="1"/>
          <p:nvPr/>
        </p:nvSpPr>
        <p:spPr>
          <a:xfrm>
            <a:off x="1554532" y="504266"/>
            <a:ext cx="661792" cy="369332"/>
          </a:xfrm>
          <a:prstGeom prst="rect">
            <a:avLst/>
          </a:prstGeom>
          <a:noFill/>
        </p:spPr>
        <p:txBody>
          <a:bodyPr wrap="square" rtlCol="0">
            <a:spAutoFit/>
          </a:bodyPr>
          <a:lstStyle/>
          <a:p>
            <a:r>
              <a:rPr lang="en-US" altLang="zh-TW" dirty="0" smtClean="0">
                <a:solidFill>
                  <a:srgbClr val="000000"/>
                </a:solidFill>
              </a:rPr>
              <a:t>0</a:t>
            </a:r>
            <a:endParaRPr lang="zh-TW" altLang="en-US" dirty="0">
              <a:solidFill>
                <a:srgbClr val="000000"/>
              </a:solidFill>
            </a:endParaRPr>
          </a:p>
        </p:txBody>
      </p:sp>
      <p:cxnSp>
        <p:nvCxnSpPr>
          <p:cNvPr id="23" name="直線單箭頭接點 22"/>
          <p:cNvCxnSpPr/>
          <p:nvPr/>
        </p:nvCxnSpPr>
        <p:spPr bwMode="auto">
          <a:xfrm flipH="1" flipV="1">
            <a:off x="2216324" y="776614"/>
            <a:ext cx="7737691" cy="1077238"/>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線單箭頭接點 19"/>
          <p:cNvCxnSpPr/>
          <p:nvPr/>
        </p:nvCxnSpPr>
        <p:spPr bwMode="auto">
          <a:xfrm flipH="1" flipV="1">
            <a:off x="2167524" y="986334"/>
            <a:ext cx="4913855" cy="964502"/>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直線單箭頭接點 21"/>
          <p:cNvCxnSpPr/>
          <p:nvPr/>
        </p:nvCxnSpPr>
        <p:spPr bwMode="auto">
          <a:xfrm flipH="1" flipV="1">
            <a:off x="2081409" y="1064713"/>
            <a:ext cx="2127335" cy="789139"/>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線單箭頭接點 25"/>
          <p:cNvCxnSpPr>
            <a:endCxn id="3" idx="6"/>
          </p:cNvCxnSpPr>
          <p:nvPr/>
        </p:nvCxnSpPr>
        <p:spPr bwMode="auto">
          <a:xfrm flipH="1" flipV="1">
            <a:off x="4985359" y="2091847"/>
            <a:ext cx="4005195" cy="713983"/>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線單箭頭接點 23"/>
          <p:cNvCxnSpPr/>
          <p:nvPr/>
        </p:nvCxnSpPr>
        <p:spPr bwMode="auto">
          <a:xfrm flipH="1" flipV="1">
            <a:off x="4970745" y="2286001"/>
            <a:ext cx="1132560" cy="250521"/>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直線單箭頭接點 24"/>
          <p:cNvCxnSpPr>
            <a:stCxn id="8" idx="1"/>
          </p:cNvCxnSpPr>
          <p:nvPr/>
        </p:nvCxnSpPr>
        <p:spPr bwMode="auto">
          <a:xfrm flipH="1" flipV="1">
            <a:off x="1966586" y="1152395"/>
            <a:ext cx="1412184" cy="1425297"/>
          </a:xfrm>
          <a:prstGeom prst="straightConnector1">
            <a:avLst/>
          </a:prstGeom>
          <a:solidFill>
            <a:schemeClr val="accent1"/>
          </a:solidFill>
          <a:ln w="76200" cap="flat" cmpd="sng" algn="ctr">
            <a:solidFill>
              <a:schemeClr val="accent1">
                <a:lumMod val="50000"/>
              </a:schemeClr>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線單箭頭接點 29"/>
          <p:cNvCxnSpPr>
            <a:endCxn id="8" idx="5"/>
          </p:cNvCxnSpPr>
          <p:nvPr/>
        </p:nvCxnSpPr>
        <p:spPr bwMode="auto">
          <a:xfrm flipH="1" flipV="1">
            <a:off x="3912420" y="3109126"/>
            <a:ext cx="1235777" cy="285427"/>
          </a:xfrm>
          <a:prstGeom prst="straightConnector1">
            <a:avLst/>
          </a:prstGeom>
          <a:solidFill>
            <a:schemeClr val="accent1"/>
          </a:solidFill>
          <a:ln w="76200" cap="flat" cmpd="sng" algn="ctr">
            <a:solidFill>
              <a:schemeClr val="accent1">
                <a:lumMod val="50000"/>
              </a:schemeClr>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直線單箭頭接點 26"/>
          <p:cNvCxnSpPr/>
          <p:nvPr/>
        </p:nvCxnSpPr>
        <p:spPr bwMode="auto">
          <a:xfrm flipH="1" flipV="1">
            <a:off x="1841326" y="1152395"/>
            <a:ext cx="651353" cy="2066795"/>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單箭頭接點 27"/>
          <p:cNvCxnSpPr/>
          <p:nvPr/>
        </p:nvCxnSpPr>
        <p:spPr bwMode="auto">
          <a:xfrm flipH="1" flipV="1">
            <a:off x="5946729" y="3720230"/>
            <a:ext cx="3043825" cy="96450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線單箭頭接點 28"/>
          <p:cNvCxnSpPr/>
          <p:nvPr/>
        </p:nvCxnSpPr>
        <p:spPr bwMode="auto">
          <a:xfrm flipH="1" flipV="1">
            <a:off x="5856981" y="3860688"/>
            <a:ext cx="492648" cy="732189"/>
          </a:xfrm>
          <a:prstGeom prst="straightConnector1">
            <a:avLst/>
          </a:prstGeom>
          <a:solidFill>
            <a:schemeClr val="accent1"/>
          </a:solidFill>
          <a:ln w="76200" cap="flat" cmpd="sng" algn="ctr">
            <a:solidFill>
              <a:schemeClr val="accent1">
                <a:lumMod val="50000"/>
              </a:schemeClr>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直線單箭頭接點 30"/>
          <p:cNvCxnSpPr>
            <a:stCxn id="15" idx="1"/>
          </p:cNvCxnSpPr>
          <p:nvPr/>
        </p:nvCxnSpPr>
        <p:spPr bwMode="auto">
          <a:xfrm flipH="1" flipV="1">
            <a:off x="2868460" y="3970753"/>
            <a:ext cx="513521" cy="732188"/>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甜甜圈 33"/>
          <p:cNvSpPr/>
          <p:nvPr/>
        </p:nvSpPr>
        <p:spPr bwMode="auto">
          <a:xfrm>
            <a:off x="8043796" y="1716068"/>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5" name="甜甜圈 34"/>
          <p:cNvSpPr/>
          <p:nvPr/>
        </p:nvSpPr>
        <p:spPr bwMode="auto">
          <a:xfrm>
            <a:off x="7081380"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6" name="甜甜圈 35"/>
          <p:cNvSpPr/>
          <p:nvPr/>
        </p:nvSpPr>
        <p:spPr bwMode="auto">
          <a:xfrm>
            <a:off x="9954015" y="1716066"/>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19" name="直線單箭頭接點 18"/>
          <p:cNvCxnSpPr/>
          <p:nvPr/>
        </p:nvCxnSpPr>
        <p:spPr bwMode="auto">
          <a:xfrm flipH="1" flipV="1">
            <a:off x="2216325" y="873598"/>
            <a:ext cx="5827471" cy="980254"/>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直線單箭頭接點 9"/>
          <p:cNvCxnSpPr>
            <a:endCxn id="14" idx="5"/>
          </p:cNvCxnSpPr>
          <p:nvPr/>
        </p:nvCxnSpPr>
        <p:spPr bwMode="auto">
          <a:xfrm flipH="1" flipV="1">
            <a:off x="6781844" y="5234375"/>
            <a:ext cx="2208710" cy="364759"/>
          </a:xfrm>
          <a:prstGeom prst="straightConnector1">
            <a:avLst/>
          </a:prstGeom>
          <a:solidFill>
            <a:schemeClr val="accent1"/>
          </a:solidFill>
          <a:ln w="76200" cap="flat" cmpd="sng" algn="ctr">
            <a:solidFill>
              <a:schemeClr val="accent1">
                <a:lumMod val="50000"/>
              </a:schemeClr>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直線單箭頭接點 32"/>
          <p:cNvCxnSpPr/>
          <p:nvPr/>
        </p:nvCxnSpPr>
        <p:spPr bwMode="auto">
          <a:xfrm flipH="1" flipV="1">
            <a:off x="4044863" y="5135671"/>
            <a:ext cx="2058442" cy="463463"/>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直線單箭頭接點 31"/>
          <p:cNvCxnSpPr/>
          <p:nvPr/>
        </p:nvCxnSpPr>
        <p:spPr bwMode="auto">
          <a:xfrm flipH="1" flipV="1">
            <a:off x="2768252" y="3970752"/>
            <a:ext cx="478076" cy="1628382"/>
          </a:xfrm>
          <a:prstGeom prst="straightConnector1">
            <a:avLst/>
          </a:prstGeom>
          <a:solidFill>
            <a:schemeClr val="accent1"/>
          </a:solidFill>
          <a:ln w="2857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 name="甜甜圈 36"/>
          <p:cNvSpPr/>
          <p:nvPr/>
        </p:nvSpPr>
        <p:spPr bwMode="auto">
          <a:xfrm>
            <a:off x="8990554" y="5344439"/>
            <a:ext cx="776615" cy="751562"/>
          </a:xfrm>
          <a:prstGeom prst="donut">
            <a:avLst/>
          </a:prstGeom>
          <a:solidFill>
            <a:schemeClr val="accent1">
              <a:lumMod val="50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Tree>
    <p:extLst>
      <p:ext uri="{BB962C8B-B14F-4D97-AF65-F5344CB8AC3E}">
        <p14:creationId xmlns:p14="http://schemas.microsoft.com/office/powerpoint/2010/main" val="2584288588"/>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9653694"/>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188114" y="1702207"/>
            <a:ext cx="7715574" cy="1723549"/>
          </a:xfrm>
          <a:prstGeom prst="rect">
            <a:avLst/>
          </a:prstGeom>
          <a:noFill/>
        </p:spPr>
        <p:txBody>
          <a:bodyPr wrap="none" lIns="91440" tIns="45720" rIns="91440" bIns="45720">
            <a:spAutoFit/>
          </a:bodyPr>
          <a:lstStyle/>
          <a:p>
            <a:pPr algn="ctr"/>
            <a:r>
              <a:rPr lang="en-US" altLang="zh-TW" sz="5400" dirty="0" smtClean="0">
                <a:ln w="0"/>
                <a:solidFill>
                  <a:srgbClr val="000000"/>
                </a:solidFill>
                <a:effectLst>
                  <a:outerShdw blurRad="38100" dist="19050" dir="2700000" algn="tl" rotWithShape="0">
                    <a:srgbClr val="000000">
                      <a:alpha val="40000"/>
                    </a:srgbClr>
                  </a:outerShdw>
                </a:effectLst>
              </a:rPr>
              <a:t>HS1</a:t>
            </a:r>
          </a:p>
          <a:p>
            <a:pPr algn="ctr"/>
            <a:endParaRPr lang="en-US" altLang="zh-TW" sz="1600" dirty="0" smtClean="0">
              <a:ln w="0"/>
              <a:solidFill>
                <a:srgbClr val="000000"/>
              </a:solidFill>
              <a:effectLst>
                <a:outerShdw blurRad="38100" dist="19050" dir="2700000" algn="tl" rotWithShape="0">
                  <a:srgbClr val="000000">
                    <a:alpha val="40000"/>
                  </a:srgbClr>
                </a:outerShdw>
              </a:effectLst>
            </a:endParaRPr>
          </a:p>
          <a:p>
            <a:pPr algn="ctr"/>
            <a:r>
              <a:rPr lang="pt-BR" altLang="zh-TW" sz="3600" dirty="0" smtClean="0">
                <a:ln w="0"/>
                <a:solidFill>
                  <a:srgbClr val="000000"/>
                </a:solidFill>
                <a:effectLst>
                  <a:outerShdw blurRad="38100" dist="19050" dir="2700000" algn="tl" rotWithShape="0">
                    <a:srgbClr val="000000">
                      <a:alpha val="40000"/>
                    </a:srgbClr>
                  </a:outerShdw>
                </a:effectLst>
              </a:rPr>
              <a:t>O(m </a:t>
            </a:r>
            <a:r>
              <a:rPr lang="pt-BR" altLang="zh-TW" sz="3600" dirty="0">
                <a:ln w="0"/>
                <a:solidFill>
                  <a:srgbClr val="000000"/>
                </a:solidFill>
                <a:effectLst>
                  <a:outerShdw blurRad="38100" dist="19050" dir="2700000" algn="tl" rotWithShape="0">
                    <a:srgbClr val="000000">
                      <a:alpha val="40000"/>
                    </a:srgbClr>
                  </a:outerShdw>
                </a:effectLst>
              </a:rPr>
              <a:t>log n + d log(2mn/d</a:t>
            </a:r>
            <a:r>
              <a:rPr lang="pt-BR" altLang="zh-TW" sz="3600" dirty="0" smtClean="0">
                <a:ln w="0"/>
                <a:solidFill>
                  <a:srgbClr val="000000"/>
                </a:solidFill>
                <a:effectLst>
                  <a:outerShdw blurRad="38100" dist="19050" dir="2700000" algn="tl" rotWithShape="0">
                    <a:srgbClr val="000000">
                      <a:alpha val="40000"/>
                    </a:srgbClr>
                  </a:outerShdw>
                </a:effectLst>
              </a:rPr>
              <a:t>) + n log s)</a:t>
            </a:r>
            <a:endParaRPr lang="pt-BR" altLang="zh-TW" sz="3600" dirty="0">
              <a:ln w="0"/>
              <a:solidFill>
                <a:srgbClr val="000000"/>
              </a:solidFill>
              <a:effectLst>
                <a:outerShdw blurRad="38100" dist="19050" dir="2700000" algn="tl" rotWithShape="0">
                  <a:srgbClr val="000000">
                    <a:alpha val="40000"/>
                  </a:srgbClr>
                </a:outerShdw>
              </a:effectLst>
            </a:endParaRPr>
          </a:p>
        </p:txBody>
      </p:sp>
    </p:spTree>
    <p:extLst>
      <p:ext uri="{BB962C8B-B14F-4D97-AF65-F5344CB8AC3E}">
        <p14:creationId xmlns:p14="http://schemas.microsoft.com/office/powerpoint/2010/main" val="3509409169"/>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直線單箭頭接點 5"/>
          <p:cNvCxnSpPr/>
          <p:nvPr/>
        </p:nvCxnSpPr>
        <p:spPr bwMode="auto">
          <a:xfrm flipV="1">
            <a:off x="3229303" y="2601099"/>
            <a:ext cx="368300" cy="564111"/>
          </a:xfrm>
          <a:prstGeom prst="straightConnector1">
            <a:avLst/>
          </a:prstGeom>
          <a:solidFill>
            <a:schemeClr val="accent1"/>
          </a:solidFill>
          <a:ln w="38100" cap="flat" cmpd="sng" algn="ctr">
            <a:solidFill>
              <a:srgbClr val="00B05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矩形 2"/>
          <p:cNvSpPr/>
          <p:nvPr/>
        </p:nvSpPr>
        <p:spPr>
          <a:xfrm>
            <a:off x="1292713" y="1226218"/>
            <a:ext cx="5072158" cy="1938992"/>
          </a:xfrm>
          <a:prstGeom prst="rect">
            <a:avLst/>
          </a:prstGeom>
          <a:noFill/>
        </p:spPr>
        <p:txBody>
          <a:bodyPr wrap="none" lIns="91440" tIns="45720" rIns="91440" bIns="45720">
            <a:spAutoFit/>
          </a:bodyPr>
          <a:lstStyle/>
          <a:p>
            <a:pPr algn="ctr"/>
            <a:r>
              <a:rPr lang="en-US" altLang="zh-TW" sz="5400" dirty="0" smtClean="0">
                <a:ln w="0"/>
                <a:solidFill>
                  <a:srgbClr val="000000"/>
                </a:solidFill>
                <a:effectLst>
                  <a:outerShdw blurRad="38100" dist="19050" dir="2700000" algn="tl" rotWithShape="0">
                    <a:srgbClr val="000000">
                      <a:alpha val="40000"/>
                    </a:srgbClr>
                  </a:outerShdw>
                </a:effectLst>
              </a:rPr>
              <a:t>Hunt-Szymanski</a:t>
            </a:r>
          </a:p>
          <a:p>
            <a:pPr algn="ctr"/>
            <a:endParaRPr lang="en-US" altLang="zh-TW" dirty="0" smtClean="0">
              <a:ln w="0"/>
              <a:solidFill>
                <a:srgbClr val="000000"/>
              </a:solidFill>
              <a:effectLst>
                <a:outerShdw blurRad="38100" dist="19050" dir="2700000" algn="tl" rotWithShape="0">
                  <a:srgbClr val="000000">
                    <a:alpha val="40000"/>
                  </a:srgbClr>
                </a:outerShdw>
              </a:effectLst>
              <a:latin typeface="Arial Rounded MT Bold" panose="020F0704030504030204" pitchFamily="34" charset="0"/>
            </a:endParaRPr>
          </a:p>
          <a:p>
            <a:pPr algn="ctr"/>
            <a:endParaRPr lang="en-US" altLang="zh-TW" sz="1600" dirty="0" smtClean="0">
              <a:ln w="0"/>
              <a:solidFill>
                <a:srgbClr val="000000"/>
              </a:solidFill>
              <a:effectLst>
                <a:outerShdw blurRad="38100" dist="19050" dir="2700000" algn="tl" rotWithShape="0">
                  <a:srgbClr val="000000">
                    <a:alpha val="40000"/>
                  </a:srgbClr>
                </a:outerShdw>
              </a:effectLst>
              <a:latin typeface="Arial Rounded MT Bold" panose="020F0704030504030204" pitchFamily="34" charset="0"/>
            </a:endParaRPr>
          </a:p>
          <a:p>
            <a:pPr algn="ctr"/>
            <a:r>
              <a:rPr lang="pt-BR" altLang="zh-TW" sz="3200" dirty="0" smtClean="0">
                <a:ln w="0"/>
                <a:solidFill>
                  <a:srgbClr val="000000"/>
                </a:solidFill>
                <a:effectLst>
                  <a:outerShdw blurRad="38100" dist="19050" dir="2700000" algn="tl" rotWithShape="0">
                    <a:srgbClr val="000000">
                      <a:alpha val="40000"/>
                    </a:srgbClr>
                  </a:outerShdw>
                </a:effectLst>
              </a:rPr>
              <a:t>O(( </a:t>
            </a:r>
            <a:r>
              <a:rPr lang="pt-BR" altLang="zh-TW" sz="3200" dirty="0" smtClean="0">
                <a:ln w="0"/>
                <a:effectLst>
                  <a:outerShdw blurRad="38100" dist="19050" dir="2700000" algn="tl" rotWithShape="0">
                    <a:srgbClr val="000000">
                      <a:alpha val="40000"/>
                    </a:srgbClr>
                  </a:outerShdw>
                </a:effectLst>
              </a:rPr>
              <a:t>r</a:t>
            </a:r>
            <a:r>
              <a:rPr lang="pt-BR" altLang="zh-TW" sz="3200" dirty="0" smtClean="0">
                <a:ln w="0"/>
                <a:solidFill>
                  <a:srgbClr val="92D050"/>
                </a:solidFill>
                <a:effectLst>
                  <a:outerShdw blurRad="38100" dist="19050" dir="2700000" algn="tl" rotWithShape="0">
                    <a:srgbClr val="000000">
                      <a:alpha val="40000"/>
                    </a:srgbClr>
                  </a:outerShdw>
                </a:effectLst>
              </a:rPr>
              <a:t> </a:t>
            </a:r>
            <a:r>
              <a:rPr lang="pt-BR" altLang="zh-TW" sz="3200" dirty="0" smtClean="0">
                <a:ln w="0"/>
                <a:solidFill>
                  <a:srgbClr val="000000"/>
                </a:solidFill>
                <a:effectLst>
                  <a:outerShdw blurRad="38100" dist="19050" dir="2700000" algn="tl" rotWithShape="0">
                    <a:srgbClr val="000000">
                      <a:alpha val="40000"/>
                    </a:srgbClr>
                  </a:outerShdw>
                </a:effectLst>
              </a:rPr>
              <a:t>+n) log)</a:t>
            </a:r>
          </a:p>
        </p:txBody>
      </p:sp>
      <p:sp>
        <p:nvSpPr>
          <p:cNvPr id="4" name="矩形 3"/>
          <p:cNvSpPr/>
          <p:nvPr/>
        </p:nvSpPr>
        <p:spPr>
          <a:xfrm>
            <a:off x="5538617" y="3593637"/>
            <a:ext cx="5173211" cy="1661993"/>
          </a:xfrm>
          <a:prstGeom prst="rect">
            <a:avLst/>
          </a:prstGeom>
          <a:noFill/>
        </p:spPr>
        <p:txBody>
          <a:bodyPr wrap="none" lIns="91440" tIns="45720" rIns="91440" bIns="45720">
            <a:spAutoFit/>
          </a:bodyPr>
          <a:lstStyle/>
          <a:p>
            <a:pPr algn="ctr"/>
            <a:r>
              <a:rPr lang="en-US" altLang="zh-TW" sz="5400" dirty="0" smtClean="0">
                <a:ln w="0"/>
                <a:solidFill>
                  <a:srgbClr val="000000"/>
                </a:solidFill>
                <a:effectLst>
                  <a:outerShdw blurRad="38100" dist="19050" dir="2700000" algn="tl" rotWithShape="0">
                    <a:srgbClr val="000000">
                      <a:alpha val="40000"/>
                    </a:srgbClr>
                  </a:outerShdw>
                </a:effectLst>
              </a:rPr>
              <a:t>HS1</a:t>
            </a:r>
          </a:p>
          <a:p>
            <a:pPr algn="ctr"/>
            <a:endParaRPr lang="en-US" altLang="zh-TW" sz="1600" dirty="0" smtClean="0">
              <a:ln w="0"/>
              <a:solidFill>
                <a:srgbClr val="000000"/>
              </a:solidFill>
              <a:effectLst>
                <a:outerShdw blurRad="38100" dist="19050" dir="2700000" algn="tl" rotWithShape="0">
                  <a:srgbClr val="000000">
                    <a:alpha val="40000"/>
                  </a:srgbClr>
                </a:outerShdw>
              </a:effectLst>
            </a:endParaRPr>
          </a:p>
          <a:p>
            <a:pPr algn="ctr"/>
            <a:r>
              <a:rPr lang="pt-BR" altLang="zh-TW" sz="3200" dirty="0" smtClean="0">
                <a:ln w="0"/>
                <a:solidFill>
                  <a:srgbClr val="000000"/>
                </a:solidFill>
                <a:effectLst>
                  <a:outerShdw blurRad="38100" dist="19050" dir="2700000" algn="tl" rotWithShape="0">
                    <a:srgbClr val="000000">
                      <a:alpha val="40000"/>
                    </a:srgbClr>
                  </a:outerShdw>
                </a:effectLst>
              </a:rPr>
              <a:t>O(m </a:t>
            </a:r>
            <a:r>
              <a:rPr lang="pt-BR" altLang="zh-TW" sz="3200" dirty="0">
                <a:ln w="0"/>
                <a:solidFill>
                  <a:srgbClr val="000000"/>
                </a:solidFill>
                <a:effectLst>
                  <a:outerShdw blurRad="38100" dist="19050" dir="2700000" algn="tl" rotWithShape="0">
                    <a:srgbClr val="000000">
                      <a:alpha val="40000"/>
                    </a:srgbClr>
                  </a:outerShdw>
                </a:effectLst>
              </a:rPr>
              <a:t>log n + </a:t>
            </a:r>
            <a:r>
              <a:rPr lang="pt-BR" altLang="zh-TW" sz="3200" dirty="0">
                <a:ln w="0"/>
                <a:solidFill>
                  <a:srgbClr val="00B050"/>
                </a:solidFill>
                <a:effectLst>
                  <a:outerShdw blurRad="38100" dist="19050" dir="2700000" algn="tl" rotWithShape="0">
                    <a:srgbClr val="000000">
                      <a:alpha val="40000"/>
                    </a:srgbClr>
                  </a:outerShdw>
                </a:effectLst>
              </a:rPr>
              <a:t>d</a:t>
            </a:r>
            <a:r>
              <a:rPr lang="pt-BR" altLang="zh-TW" sz="3200" dirty="0">
                <a:ln w="0"/>
                <a:solidFill>
                  <a:srgbClr val="000000"/>
                </a:solidFill>
                <a:effectLst>
                  <a:outerShdw blurRad="38100" dist="19050" dir="2700000" algn="tl" rotWithShape="0">
                    <a:srgbClr val="000000">
                      <a:alpha val="40000"/>
                    </a:srgbClr>
                  </a:outerShdw>
                </a:effectLst>
              </a:rPr>
              <a:t> log(2mn/</a:t>
            </a:r>
            <a:r>
              <a:rPr lang="pt-BR" altLang="zh-TW" sz="3200" dirty="0">
                <a:ln w="0"/>
                <a:solidFill>
                  <a:srgbClr val="00B050"/>
                </a:solidFill>
                <a:effectLst>
                  <a:outerShdw blurRad="38100" dist="19050" dir="2700000" algn="tl" rotWithShape="0">
                    <a:srgbClr val="000000">
                      <a:alpha val="40000"/>
                    </a:srgbClr>
                  </a:outerShdw>
                </a:effectLst>
              </a:rPr>
              <a:t>d</a:t>
            </a:r>
            <a:r>
              <a:rPr lang="pt-BR" altLang="zh-TW" sz="3200" dirty="0" smtClean="0">
                <a:ln w="0"/>
                <a:solidFill>
                  <a:srgbClr val="000000"/>
                </a:solidFill>
                <a:effectLst>
                  <a:outerShdw blurRad="38100" dist="19050" dir="2700000" algn="tl" rotWithShape="0">
                    <a:srgbClr val="000000">
                      <a:alpha val="40000"/>
                    </a:srgbClr>
                  </a:outerShdw>
                </a:effectLst>
              </a:rPr>
              <a:t>))</a:t>
            </a:r>
            <a:endParaRPr lang="pt-BR" altLang="zh-TW" sz="3200" dirty="0">
              <a:ln w="0"/>
              <a:solidFill>
                <a:srgbClr val="000000"/>
              </a:solidFill>
              <a:effectLst>
                <a:outerShdw blurRad="38100" dist="19050" dir="2700000" algn="tl" rotWithShape="0">
                  <a:srgbClr val="000000">
                    <a:alpha val="40000"/>
                  </a:srgbClr>
                </a:outerShdw>
              </a:effectLst>
            </a:endParaRPr>
          </a:p>
        </p:txBody>
      </p:sp>
      <p:sp>
        <p:nvSpPr>
          <p:cNvPr id="7" name="矩形 6"/>
          <p:cNvSpPr/>
          <p:nvPr/>
        </p:nvSpPr>
        <p:spPr>
          <a:xfrm>
            <a:off x="3624854" y="2099005"/>
            <a:ext cx="776175" cy="600164"/>
          </a:xfrm>
          <a:prstGeom prst="rect">
            <a:avLst/>
          </a:prstGeom>
          <a:noFill/>
        </p:spPr>
        <p:txBody>
          <a:bodyPr wrap="none" lIns="91440" tIns="45720" rIns="91440" bIns="45720">
            <a:spAutoFit/>
          </a:bodyPr>
          <a:lstStyle/>
          <a:p>
            <a:pPr algn="ctr"/>
            <a:r>
              <a:rPr lang="en-US" altLang="zh-TW" sz="3300" b="0" cap="none" spc="0" dirty="0" err="1" smtClean="0">
                <a:ln w="0"/>
                <a:solidFill>
                  <a:srgbClr val="00B050"/>
                </a:solidFill>
                <a:effectLst>
                  <a:outerShdw blurRad="38100" dist="19050" dir="2700000" algn="tl" rotWithShape="0">
                    <a:schemeClr val="dk1">
                      <a:alpha val="40000"/>
                    </a:schemeClr>
                  </a:outerShdw>
                </a:effectLst>
              </a:rPr>
              <a:t>mn</a:t>
            </a:r>
            <a:endParaRPr lang="zh-TW" altLang="en-US" sz="3300" b="0" cap="none" spc="0" dirty="0">
              <a:ln w="0"/>
              <a:solidFill>
                <a:srgbClr val="00B050"/>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974782118"/>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nvPr>
        </p:nvGraphicFramePr>
        <p:xfrm>
          <a:off x="1640909" y="1215021"/>
          <a:ext cx="9469692" cy="5135680"/>
        </p:xfrm>
        <a:graphic>
          <a:graphicData uri="http://schemas.openxmlformats.org/drawingml/2006/table">
            <a:tbl>
              <a:tblPr firstRow="1" bandRow="1">
                <a:tableStyleId>{5940675A-B579-460E-94D1-54222C63F5DA}</a:tableStyleId>
              </a:tblPr>
              <a:tblGrid>
                <a:gridCol w="789141"/>
                <a:gridCol w="789141"/>
                <a:gridCol w="789141"/>
                <a:gridCol w="789141"/>
                <a:gridCol w="789141"/>
                <a:gridCol w="789141"/>
                <a:gridCol w="789141"/>
                <a:gridCol w="789141"/>
                <a:gridCol w="789141"/>
                <a:gridCol w="789141"/>
                <a:gridCol w="789141"/>
                <a:gridCol w="789141"/>
              </a:tblGrid>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641960">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4</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827105"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7200458"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8002241"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573810"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10362419"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4025322" y="316260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768255" y="5728794"/>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10354886" y="38306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5630767" y="3802756"/>
            <a:ext cx="700150" cy="669925"/>
          </a:xfrm>
          <a:prstGeom prst="donut">
            <a:avLst/>
          </a:prstGeom>
          <a:solidFill>
            <a:schemeClr val="tx1">
              <a:lumMod val="65000"/>
              <a:lumOff val="35000"/>
            </a:schemeClr>
          </a:solidFill>
          <a:ln w="57150"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3244240" y="3802756"/>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10356771" y="316074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785202" y="316074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398675" y="316260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6396788" y="572879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4025319" y="572879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787084" y="5058869"/>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6398674" y="5058869"/>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4025320" y="5058869"/>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10351115" y="51146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3" name="甜甜圈 22"/>
          <p:cNvSpPr/>
          <p:nvPr/>
        </p:nvSpPr>
        <p:spPr bwMode="auto">
          <a:xfrm>
            <a:off x="10353001" y="4472681"/>
            <a:ext cx="700150" cy="669925"/>
          </a:xfrm>
          <a:prstGeom prst="donut">
            <a:avLst/>
          </a:prstGeom>
          <a:solidFill>
            <a:schemeClr val="tx1">
              <a:lumMod val="65000"/>
              <a:lumOff val="35000"/>
            </a:schemeClr>
          </a:solidFill>
          <a:ln w="57150"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10349229"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7" name="文字方塊 26"/>
          <p:cNvSpPr txBox="1"/>
          <p:nvPr/>
        </p:nvSpPr>
        <p:spPr>
          <a:xfrm>
            <a:off x="1365337" y="1319626"/>
            <a:ext cx="676405" cy="369332"/>
          </a:xfrm>
          <a:prstGeom prst="rect">
            <a:avLst/>
          </a:prstGeom>
          <a:noFill/>
        </p:spPr>
        <p:txBody>
          <a:bodyPr wrap="square" rtlCol="0">
            <a:spAutoFit/>
          </a:bodyPr>
          <a:lstStyle/>
          <a:p>
            <a:r>
              <a:rPr lang="en-US" altLang="zh-TW" dirty="0">
                <a:solidFill>
                  <a:srgbClr val="000000"/>
                </a:solidFill>
              </a:rPr>
              <a:t>0</a:t>
            </a:r>
            <a:endParaRPr lang="zh-TW" altLang="en-US" dirty="0">
              <a:solidFill>
                <a:srgbClr val="000000"/>
              </a:solidFill>
            </a:endParaRPr>
          </a:p>
        </p:txBody>
      </p:sp>
      <p:cxnSp>
        <p:nvCxnSpPr>
          <p:cNvPr id="30" name="直線單箭頭接點 29"/>
          <p:cNvCxnSpPr/>
          <p:nvPr/>
        </p:nvCxnSpPr>
        <p:spPr bwMode="auto">
          <a:xfrm flipH="1" flipV="1">
            <a:off x="1880992" y="1688958"/>
            <a:ext cx="2946113" cy="941508"/>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單箭頭接點 27"/>
          <p:cNvCxnSpPr/>
          <p:nvPr/>
        </p:nvCxnSpPr>
        <p:spPr bwMode="auto">
          <a:xfrm flipH="1" flipV="1">
            <a:off x="1880992" y="1848759"/>
            <a:ext cx="2063398" cy="1470639"/>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直線單箭頭接點 32"/>
          <p:cNvCxnSpPr/>
          <p:nvPr/>
        </p:nvCxnSpPr>
        <p:spPr bwMode="auto">
          <a:xfrm flipH="1" flipV="1">
            <a:off x="4725469" y="3432132"/>
            <a:ext cx="1605448" cy="12526"/>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直線單箭頭接點 33"/>
          <p:cNvCxnSpPr/>
          <p:nvPr/>
        </p:nvCxnSpPr>
        <p:spPr bwMode="auto">
          <a:xfrm flipH="1" flipV="1">
            <a:off x="1703540" y="1941534"/>
            <a:ext cx="1553227" cy="1861222"/>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線單箭頭接點 34"/>
          <p:cNvCxnSpPr/>
          <p:nvPr/>
        </p:nvCxnSpPr>
        <p:spPr bwMode="auto">
          <a:xfrm flipH="1">
            <a:off x="4025319" y="4133589"/>
            <a:ext cx="1501936" cy="0"/>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線單箭頭接點 28"/>
          <p:cNvCxnSpPr/>
          <p:nvPr/>
        </p:nvCxnSpPr>
        <p:spPr bwMode="auto">
          <a:xfrm flipH="1">
            <a:off x="6396788" y="4146115"/>
            <a:ext cx="3877172" cy="0"/>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甜甜圈 35"/>
          <p:cNvSpPr/>
          <p:nvPr/>
        </p:nvSpPr>
        <p:spPr bwMode="auto">
          <a:xfrm>
            <a:off x="1164920" y="1159826"/>
            <a:ext cx="716072" cy="688933"/>
          </a:xfrm>
          <a:prstGeom prst="donut">
            <a:avLst/>
          </a:prstGeom>
          <a:no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26" name="直線單箭頭接點 25"/>
          <p:cNvCxnSpPr/>
          <p:nvPr/>
        </p:nvCxnSpPr>
        <p:spPr bwMode="auto">
          <a:xfrm flipH="1" flipV="1">
            <a:off x="6396788" y="4296427"/>
            <a:ext cx="3877172" cy="475989"/>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線單箭頭接點 36"/>
          <p:cNvCxnSpPr/>
          <p:nvPr/>
        </p:nvCxnSpPr>
        <p:spPr bwMode="auto">
          <a:xfrm flipH="1" flipV="1">
            <a:off x="3757809" y="4500596"/>
            <a:ext cx="267510" cy="760336"/>
          </a:xfrm>
          <a:prstGeom prst="straightConnector1">
            <a:avLst/>
          </a:prstGeom>
          <a:solidFill>
            <a:schemeClr val="accent1"/>
          </a:solidFill>
          <a:ln w="76200" cap="flat" cmpd="sng" algn="ctr">
            <a:solidFill>
              <a:srgbClr val="92D05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直線單箭頭接點 37"/>
          <p:cNvCxnSpPr/>
          <p:nvPr/>
        </p:nvCxnSpPr>
        <p:spPr bwMode="auto">
          <a:xfrm flipH="1">
            <a:off x="4827105" y="5386192"/>
            <a:ext cx="1503812" cy="12526"/>
          </a:xfrm>
          <a:prstGeom prst="straightConnector1">
            <a:avLst/>
          </a:prstGeom>
          <a:solidFill>
            <a:schemeClr val="accent1"/>
          </a:solidFill>
          <a:ln w="76200" cap="flat" cmpd="sng" algn="ctr">
            <a:solidFill>
              <a:srgbClr val="92D05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線單箭頭接點 39"/>
          <p:cNvCxnSpPr/>
          <p:nvPr/>
        </p:nvCxnSpPr>
        <p:spPr bwMode="auto">
          <a:xfrm flipH="1" flipV="1">
            <a:off x="7137237" y="5393832"/>
            <a:ext cx="1565154" cy="621415"/>
          </a:xfrm>
          <a:prstGeom prst="straightConnector1">
            <a:avLst/>
          </a:prstGeom>
          <a:solidFill>
            <a:schemeClr val="accent1"/>
          </a:solidFill>
          <a:ln w="76200" cap="flat" cmpd="sng" algn="ctr">
            <a:solidFill>
              <a:srgbClr val="92D05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426437253"/>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p:cNvPicPr>
            <a:picLocks noChangeAspect="1"/>
          </p:cNvPicPr>
          <p:nvPr/>
        </p:nvPicPr>
        <p:blipFill>
          <a:blip r:embed="rId2"/>
          <a:stretch>
            <a:fillRect/>
          </a:stretch>
        </p:blipFill>
        <p:spPr>
          <a:xfrm>
            <a:off x="1685084" y="1846776"/>
            <a:ext cx="8900931" cy="5011224"/>
          </a:xfrm>
          <a:prstGeom prst="rect">
            <a:avLst/>
          </a:prstGeom>
        </p:spPr>
      </p:pic>
      <p:sp>
        <p:nvSpPr>
          <p:cNvPr id="5" name="矩形 4"/>
          <p:cNvSpPr/>
          <p:nvPr/>
        </p:nvSpPr>
        <p:spPr>
          <a:xfrm>
            <a:off x="2100470" y="840858"/>
            <a:ext cx="8070158" cy="646331"/>
          </a:xfrm>
          <a:prstGeom prst="rect">
            <a:avLst/>
          </a:prstGeom>
          <a:noFill/>
        </p:spPr>
        <p:txBody>
          <a:bodyPr wrap="none" lIns="91440" tIns="45720" rIns="91440" bIns="45720">
            <a:spAutoFit/>
          </a:bodyPr>
          <a:lstStyle/>
          <a:p>
            <a:pPr algn="ctr"/>
            <a:r>
              <a:rPr lang="en-US" altLang="zh-TW" sz="3600" b="0" cap="none" spc="0" dirty="0" smtClean="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rPr>
              <a:t>LINK[k] := </a:t>
            </a:r>
            <a:r>
              <a:rPr lang="en-US" altLang="zh-TW" sz="3600" b="0" cap="none" spc="0" dirty="0" err="1" smtClean="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rPr>
              <a:t>newnode</a:t>
            </a:r>
            <a:r>
              <a:rPr lang="en-US" altLang="zh-TW" sz="3600" b="0" cap="none" spc="0" dirty="0" smtClean="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rPr>
              <a:t>(</a:t>
            </a:r>
            <a:r>
              <a:rPr lang="en-US" altLang="zh-TW" sz="3600" b="0" cap="none" spc="0" dirty="0" err="1" smtClean="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rPr>
              <a:t>i</a:t>
            </a:r>
            <a:r>
              <a:rPr lang="en-US" altLang="zh-TW" sz="3600" b="0" cap="none" spc="0" dirty="0" smtClean="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rPr>
              <a:t> , j, LINK[k-1]);</a:t>
            </a:r>
            <a:endParaRPr lang="zh-TW" altLang="en-US" sz="3600" b="0" cap="none" spc="0" dirty="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endParaRPr>
          </a:p>
        </p:txBody>
      </p:sp>
    </p:spTree>
    <p:extLst>
      <p:ext uri="{BB962C8B-B14F-4D97-AF65-F5344CB8AC3E}">
        <p14:creationId xmlns:p14="http://schemas.microsoft.com/office/powerpoint/2010/main" val="4229024661"/>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p:cNvPicPr>
            <a:picLocks noChangeAspect="1"/>
          </p:cNvPicPr>
          <p:nvPr/>
        </p:nvPicPr>
        <p:blipFill>
          <a:blip r:embed="rId2"/>
          <a:stretch>
            <a:fillRect/>
          </a:stretch>
        </p:blipFill>
        <p:spPr>
          <a:xfrm>
            <a:off x="1684800" y="1846800"/>
            <a:ext cx="8901402" cy="5007039"/>
          </a:xfrm>
          <a:prstGeom prst="rect">
            <a:avLst/>
          </a:prstGeom>
        </p:spPr>
      </p:pic>
      <p:sp>
        <p:nvSpPr>
          <p:cNvPr id="5" name="矩形 4"/>
          <p:cNvSpPr/>
          <p:nvPr/>
        </p:nvSpPr>
        <p:spPr>
          <a:xfrm>
            <a:off x="2100470" y="840858"/>
            <a:ext cx="8070158" cy="646331"/>
          </a:xfrm>
          <a:prstGeom prst="rect">
            <a:avLst/>
          </a:prstGeom>
          <a:noFill/>
        </p:spPr>
        <p:txBody>
          <a:bodyPr wrap="none" lIns="91440" tIns="45720" rIns="91440" bIns="45720">
            <a:spAutoFit/>
          </a:bodyPr>
          <a:lstStyle/>
          <a:p>
            <a:pPr algn="ctr"/>
            <a:r>
              <a:rPr lang="en-US" altLang="zh-TW" sz="3600" b="0" cap="none" spc="0" dirty="0" smtClean="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rPr>
              <a:t>LINK[k] := </a:t>
            </a:r>
            <a:r>
              <a:rPr lang="en-US" altLang="zh-TW" sz="3600" b="0" cap="none" spc="0" dirty="0" err="1" smtClean="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rPr>
              <a:t>newnode</a:t>
            </a:r>
            <a:r>
              <a:rPr lang="en-US" altLang="zh-TW" sz="3600" b="0" cap="none" spc="0" dirty="0" smtClean="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rPr>
              <a:t>(</a:t>
            </a:r>
            <a:r>
              <a:rPr lang="en-US" altLang="zh-TW" sz="3600" b="0" cap="none" spc="0" dirty="0" err="1" smtClean="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rPr>
              <a:t>i</a:t>
            </a:r>
            <a:r>
              <a:rPr lang="en-US" altLang="zh-TW" sz="3600" b="0" cap="none" spc="0" dirty="0" smtClean="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rPr>
              <a:t> , j, LINK[k-1]);</a:t>
            </a:r>
            <a:endParaRPr lang="zh-TW" altLang="en-US" sz="3600" b="0" cap="none" spc="0" dirty="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endParaRPr>
          </a:p>
        </p:txBody>
      </p:sp>
    </p:spTree>
    <p:extLst>
      <p:ext uri="{BB962C8B-B14F-4D97-AF65-F5344CB8AC3E}">
        <p14:creationId xmlns:p14="http://schemas.microsoft.com/office/powerpoint/2010/main" val="3286140735"/>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nvPr>
        </p:nvGraphicFramePr>
        <p:xfrm>
          <a:off x="1640909" y="1215021"/>
          <a:ext cx="9469692" cy="5135680"/>
        </p:xfrm>
        <a:graphic>
          <a:graphicData uri="http://schemas.openxmlformats.org/drawingml/2006/table">
            <a:tbl>
              <a:tblPr firstRow="1" bandRow="1">
                <a:tableStyleId>{5940675A-B579-460E-94D1-54222C63F5DA}</a:tableStyleId>
              </a:tblPr>
              <a:tblGrid>
                <a:gridCol w="789141"/>
                <a:gridCol w="789141"/>
                <a:gridCol w="789141"/>
                <a:gridCol w="789141"/>
                <a:gridCol w="789141"/>
                <a:gridCol w="789141"/>
                <a:gridCol w="789141"/>
                <a:gridCol w="789141"/>
                <a:gridCol w="789141"/>
                <a:gridCol w="789141"/>
                <a:gridCol w="789141"/>
                <a:gridCol w="789141"/>
              </a:tblGrid>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641960">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4</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827105"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7200458"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8002241"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573810"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10362419"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4025322" y="316260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768255" y="5728794"/>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10354886" y="38306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5630767" y="3802756"/>
            <a:ext cx="700150" cy="669925"/>
          </a:xfrm>
          <a:prstGeom prst="donut">
            <a:avLst/>
          </a:prstGeom>
          <a:solidFill>
            <a:schemeClr val="tx1">
              <a:lumMod val="65000"/>
              <a:lumOff val="35000"/>
            </a:schemeClr>
          </a:solidFill>
          <a:ln w="57150"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3244240" y="3802756"/>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10356771" y="316074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785202" y="316074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398675" y="316260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6396788" y="572879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4025319" y="572879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787084" y="5058869"/>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6398674" y="5058869"/>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4025320" y="5058869"/>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10351115" y="51146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3" name="甜甜圈 22"/>
          <p:cNvSpPr/>
          <p:nvPr/>
        </p:nvSpPr>
        <p:spPr bwMode="auto">
          <a:xfrm>
            <a:off x="10353001" y="4472681"/>
            <a:ext cx="700150" cy="669925"/>
          </a:xfrm>
          <a:prstGeom prst="donut">
            <a:avLst/>
          </a:prstGeom>
          <a:solidFill>
            <a:schemeClr val="tx1">
              <a:lumMod val="65000"/>
              <a:lumOff val="35000"/>
            </a:schemeClr>
          </a:solidFill>
          <a:ln w="57150"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10349229"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7" name="文字方塊 26"/>
          <p:cNvSpPr txBox="1"/>
          <p:nvPr/>
        </p:nvSpPr>
        <p:spPr>
          <a:xfrm>
            <a:off x="1365337" y="1319626"/>
            <a:ext cx="676405" cy="369332"/>
          </a:xfrm>
          <a:prstGeom prst="rect">
            <a:avLst/>
          </a:prstGeom>
          <a:noFill/>
        </p:spPr>
        <p:txBody>
          <a:bodyPr wrap="square" rtlCol="0">
            <a:spAutoFit/>
          </a:bodyPr>
          <a:lstStyle/>
          <a:p>
            <a:r>
              <a:rPr lang="en-US" altLang="zh-TW" dirty="0">
                <a:solidFill>
                  <a:srgbClr val="000000"/>
                </a:solidFill>
              </a:rPr>
              <a:t>0</a:t>
            </a:r>
            <a:endParaRPr lang="zh-TW" altLang="en-US" dirty="0">
              <a:solidFill>
                <a:srgbClr val="000000"/>
              </a:solidFill>
            </a:endParaRPr>
          </a:p>
        </p:txBody>
      </p:sp>
      <p:cxnSp>
        <p:nvCxnSpPr>
          <p:cNvPr id="30" name="直線單箭頭接點 29"/>
          <p:cNvCxnSpPr/>
          <p:nvPr/>
        </p:nvCxnSpPr>
        <p:spPr bwMode="auto">
          <a:xfrm flipH="1" flipV="1">
            <a:off x="1880992" y="1688958"/>
            <a:ext cx="2946113" cy="941508"/>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單箭頭接點 27"/>
          <p:cNvCxnSpPr/>
          <p:nvPr/>
        </p:nvCxnSpPr>
        <p:spPr bwMode="auto">
          <a:xfrm flipH="1" flipV="1">
            <a:off x="1880992" y="1848759"/>
            <a:ext cx="2063398" cy="1470639"/>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直線單箭頭接點 32"/>
          <p:cNvCxnSpPr/>
          <p:nvPr/>
        </p:nvCxnSpPr>
        <p:spPr bwMode="auto">
          <a:xfrm flipH="1" flipV="1">
            <a:off x="4725469" y="3432132"/>
            <a:ext cx="1605448" cy="12526"/>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直線單箭頭接點 33"/>
          <p:cNvCxnSpPr/>
          <p:nvPr/>
        </p:nvCxnSpPr>
        <p:spPr bwMode="auto">
          <a:xfrm flipH="1" flipV="1">
            <a:off x="1703540" y="1941534"/>
            <a:ext cx="1553227" cy="1861222"/>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線單箭頭接點 34"/>
          <p:cNvCxnSpPr/>
          <p:nvPr/>
        </p:nvCxnSpPr>
        <p:spPr bwMode="auto">
          <a:xfrm flipH="1">
            <a:off x="4025319" y="4133589"/>
            <a:ext cx="1501936" cy="0"/>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線單箭頭接點 28"/>
          <p:cNvCxnSpPr/>
          <p:nvPr/>
        </p:nvCxnSpPr>
        <p:spPr bwMode="auto">
          <a:xfrm flipH="1">
            <a:off x="6396788" y="4146115"/>
            <a:ext cx="3877172" cy="0"/>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甜甜圈 35"/>
          <p:cNvSpPr/>
          <p:nvPr/>
        </p:nvSpPr>
        <p:spPr bwMode="auto">
          <a:xfrm>
            <a:off x="1164920" y="1159826"/>
            <a:ext cx="716072" cy="688933"/>
          </a:xfrm>
          <a:prstGeom prst="donut">
            <a:avLst/>
          </a:prstGeom>
          <a:no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26" name="直線單箭頭接點 25"/>
          <p:cNvCxnSpPr/>
          <p:nvPr/>
        </p:nvCxnSpPr>
        <p:spPr bwMode="auto">
          <a:xfrm flipH="1" flipV="1">
            <a:off x="6396788" y="4296427"/>
            <a:ext cx="3877172" cy="475989"/>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線單箭頭接點 36"/>
          <p:cNvCxnSpPr/>
          <p:nvPr/>
        </p:nvCxnSpPr>
        <p:spPr bwMode="auto">
          <a:xfrm flipH="1" flipV="1">
            <a:off x="3757809" y="4500596"/>
            <a:ext cx="267510" cy="760336"/>
          </a:xfrm>
          <a:prstGeom prst="straightConnector1">
            <a:avLst/>
          </a:prstGeom>
          <a:solidFill>
            <a:schemeClr val="accent1"/>
          </a:solidFill>
          <a:ln w="76200" cap="flat" cmpd="sng" algn="ctr">
            <a:solidFill>
              <a:srgbClr val="92D05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直線單箭頭接點 37"/>
          <p:cNvCxnSpPr/>
          <p:nvPr/>
        </p:nvCxnSpPr>
        <p:spPr bwMode="auto">
          <a:xfrm flipH="1">
            <a:off x="4827105" y="5386192"/>
            <a:ext cx="1503812" cy="12526"/>
          </a:xfrm>
          <a:prstGeom prst="straightConnector1">
            <a:avLst/>
          </a:prstGeom>
          <a:solidFill>
            <a:schemeClr val="accent1"/>
          </a:solidFill>
          <a:ln w="76200" cap="flat" cmpd="sng" algn="ctr">
            <a:solidFill>
              <a:srgbClr val="92D05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線單箭頭接點 39"/>
          <p:cNvCxnSpPr/>
          <p:nvPr/>
        </p:nvCxnSpPr>
        <p:spPr bwMode="auto">
          <a:xfrm flipH="1" flipV="1">
            <a:off x="7137237" y="5393832"/>
            <a:ext cx="1565154" cy="621415"/>
          </a:xfrm>
          <a:prstGeom prst="straightConnector1">
            <a:avLst/>
          </a:prstGeom>
          <a:solidFill>
            <a:schemeClr val="accent1"/>
          </a:solidFill>
          <a:ln w="76200" cap="flat" cmpd="sng" algn="ctr">
            <a:solidFill>
              <a:srgbClr val="92D05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95778762"/>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7197972"/>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63845625"/>
              </p:ext>
            </p:extLst>
          </p:nvPr>
        </p:nvGraphicFramePr>
        <p:xfrm>
          <a:off x="1640909" y="1215021"/>
          <a:ext cx="9469692" cy="5135680"/>
        </p:xfrm>
        <a:graphic>
          <a:graphicData uri="http://schemas.openxmlformats.org/drawingml/2006/table">
            <a:tbl>
              <a:tblPr firstRow="1" bandRow="1">
                <a:tableStyleId>{5940675A-B579-460E-94D1-54222C63F5DA}</a:tableStyleId>
              </a:tblPr>
              <a:tblGrid>
                <a:gridCol w="789141"/>
                <a:gridCol w="789141"/>
                <a:gridCol w="789141"/>
                <a:gridCol w="789141"/>
                <a:gridCol w="789141"/>
                <a:gridCol w="789141"/>
                <a:gridCol w="789141"/>
                <a:gridCol w="789141"/>
                <a:gridCol w="789141"/>
                <a:gridCol w="789141"/>
                <a:gridCol w="789141"/>
                <a:gridCol w="789141"/>
              </a:tblGrid>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641960">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grpSp>
        <p:nvGrpSpPr>
          <p:cNvPr id="2" name="群組 1"/>
          <p:cNvGrpSpPr/>
          <p:nvPr/>
        </p:nvGrpSpPr>
        <p:grpSpPr>
          <a:xfrm>
            <a:off x="3244240" y="2492679"/>
            <a:ext cx="7818329" cy="3906040"/>
            <a:chOff x="2102281" y="1728592"/>
            <a:chExt cx="8672190" cy="4382029"/>
          </a:xfrm>
        </p:grpSpPr>
        <p:sp>
          <p:nvSpPr>
            <p:cNvPr id="3" name="甜甜圈 2"/>
            <p:cNvSpPr/>
            <p:nvPr/>
          </p:nvSpPr>
          <p:spPr bwMode="auto">
            <a:xfrm>
              <a:off x="3858015"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6490568"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7379916"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123121"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9997856" y="1728592"/>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2968667" y="2480154"/>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229589"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9989500" y="322962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4749447" y="319831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2102281" y="319831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9991591" y="247806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248386" y="247806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5601220" y="2480154"/>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5599127"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2968664"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250474"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5601219"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2968665" y="460749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9985317" y="4670125"/>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3" name="甜甜圈 22"/>
            <p:cNvSpPr/>
            <p:nvPr/>
          </p:nvSpPr>
          <p:spPr bwMode="auto">
            <a:xfrm>
              <a:off x="9987409" y="3949877"/>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9983225" y="5359059"/>
              <a:ext cx="776615" cy="751562"/>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grpSp>
      <p:sp>
        <p:nvSpPr>
          <p:cNvPr id="25" name="矩形 24"/>
          <p:cNvSpPr/>
          <p:nvPr/>
        </p:nvSpPr>
        <p:spPr>
          <a:xfrm>
            <a:off x="1880992" y="390385"/>
            <a:ext cx="2844497" cy="769441"/>
          </a:xfrm>
          <a:prstGeom prst="rect">
            <a:avLst/>
          </a:prstGeom>
          <a:noFill/>
        </p:spPr>
        <p:txBody>
          <a:bodyPr wrap="none" lIns="91440" tIns="45720" rIns="91440" bIns="45720">
            <a:spAutoFit/>
          </a:bodyPr>
          <a:lstStyle/>
          <a:p>
            <a:pPr algn="ctr"/>
            <a:r>
              <a:rPr lang="en-US" altLang="zh-TW" sz="4400" dirty="0" smtClean="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a:t>
            </a:r>
            <a:endParaRPr lang="zh-TW" altLang="en-US" sz="4400" b="0" cap="none" spc="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cs typeface="Tahoma" panose="020B0604030504040204" pitchFamily="34" charset="0"/>
            </a:endParaRPr>
          </a:p>
        </p:txBody>
      </p:sp>
      <p:sp>
        <p:nvSpPr>
          <p:cNvPr id="26" name="甜甜圈 25"/>
          <p:cNvSpPr/>
          <p:nvPr/>
        </p:nvSpPr>
        <p:spPr bwMode="auto">
          <a:xfrm>
            <a:off x="1164920" y="1159826"/>
            <a:ext cx="716072" cy="688933"/>
          </a:xfrm>
          <a:prstGeom prst="donut">
            <a:avLst/>
          </a:prstGeom>
          <a:no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7" name="文字方塊 26"/>
          <p:cNvSpPr txBox="1"/>
          <p:nvPr/>
        </p:nvSpPr>
        <p:spPr>
          <a:xfrm>
            <a:off x="1365337" y="1319626"/>
            <a:ext cx="676405" cy="369332"/>
          </a:xfrm>
          <a:prstGeom prst="rect">
            <a:avLst/>
          </a:prstGeom>
          <a:noFill/>
        </p:spPr>
        <p:txBody>
          <a:bodyPr wrap="square" rtlCol="0">
            <a:spAutoFit/>
          </a:bodyPr>
          <a:lstStyle/>
          <a:p>
            <a:r>
              <a:rPr lang="en-US" altLang="zh-TW" dirty="0"/>
              <a:t>0</a:t>
            </a:r>
            <a:endParaRPr lang="zh-TW" altLang="en-US" dirty="0"/>
          </a:p>
        </p:txBody>
      </p:sp>
    </p:spTree>
    <p:extLst>
      <p:ext uri="{BB962C8B-B14F-4D97-AF65-F5344CB8AC3E}">
        <p14:creationId xmlns:p14="http://schemas.microsoft.com/office/powerpoint/2010/main" val="199107672"/>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3905554417"/>
              </p:ext>
            </p:extLst>
          </p:nvPr>
        </p:nvGraphicFramePr>
        <p:xfrm>
          <a:off x="1640909" y="1215021"/>
          <a:ext cx="9469692" cy="5135680"/>
        </p:xfrm>
        <a:graphic>
          <a:graphicData uri="http://schemas.openxmlformats.org/drawingml/2006/table">
            <a:tbl>
              <a:tblPr firstRow="1" bandRow="1">
                <a:tableStyleId>{5940675A-B579-460E-94D1-54222C63F5DA}</a:tableStyleId>
              </a:tblPr>
              <a:tblGrid>
                <a:gridCol w="789141"/>
                <a:gridCol w="789141"/>
                <a:gridCol w="789141"/>
                <a:gridCol w="789141"/>
                <a:gridCol w="789141"/>
                <a:gridCol w="789141"/>
                <a:gridCol w="789141"/>
                <a:gridCol w="789141"/>
                <a:gridCol w="789141"/>
                <a:gridCol w="789141"/>
                <a:gridCol w="789141"/>
                <a:gridCol w="789141"/>
              </a:tblGrid>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641960">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827105" y="2492679"/>
            <a:ext cx="700150" cy="669925"/>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7200458"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8002241"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573810"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10362419"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4025322" y="316260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768255"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10354886" y="38306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5630767" y="3802756"/>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3244240" y="3802756"/>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10356771" y="316074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785202" y="316074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398675" y="316260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6396788"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4025319"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787084" y="50588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6398674" y="50588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4025320" y="50588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10351115" y="51146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3" name="甜甜圈 22"/>
          <p:cNvSpPr/>
          <p:nvPr/>
        </p:nvSpPr>
        <p:spPr bwMode="auto">
          <a:xfrm>
            <a:off x="10353001" y="4472681"/>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10349229"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5" name="矩形 24"/>
          <p:cNvSpPr/>
          <p:nvPr/>
        </p:nvSpPr>
        <p:spPr>
          <a:xfrm>
            <a:off x="1880992" y="390385"/>
            <a:ext cx="2844497" cy="769441"/>
          </a:xfrm>
          <a:prstGeom prst="rect">
            <a:avLst/>
          </a:prstGeom>
          <a:noFill/>
        </p:spPr>
        <p:txBody>
          <a:bodyPr wrap="none" lIns="91440" tIns="45720" rIns="91440" bIns="45720">
            <a:spAutoFit/>
          </a:bodyPr>
          <a:lstStyle/>
          <a:p>
            <a:pPr algn="ctr"/>
            <a:r>
              <a:rPr lang="en-US" altLang="zh-TW" sz="4400" dirty="0" smtClean="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a:t>
            </a:r>
            <a:endParaRPr lang="zh-TW" altLang="en-US" sz="4400" b="0" cap="none" spc="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cs typeface="Tahoma" panose="020B0604030504040204" pitchFamily="34" charset="0"/>
            </a:endParaRPr>
          </a:p>
        </p:txBody>
      </p:sp>
      <p:sp>
        <p:nvSpPr>
          <p:cNvPr id="27" name="文字方塊 26"/>
          <p:cNvSpPr txBox="1"/>
          <p:nvPr/>
        </p:nvSpPr>
        <p:spPr>
          <a:xfrm>
            <a:off x="1365337" y="1319626"/>
            <a:ext cx="676405" cy="369332"/>
          </a:xfrm>
          <a:prstGeom prst="rect">
            <a:avLst/>
          </a:prstGeom>
          <a:noFill/>
        </p:spPr>
        <p:txBody>
          <a:bodyPr wrap="square" rtlCol="0">
            <a:spAutoFit/>
          </a:bodyPr>
          <a:lstStyle/>
          <a:p>
            <a:r>
              <a:rPr lang="en-US" altLang="zh-TW" dirty="0"/>
              <a:t>0</a:t>
            </a:r>
            <a:endParaRPr lang="zh-TW" altLang="en-US" dirty="0"/>
          </a:p>
        </p:txBody>
      </p:sp>
      <p:cxnSp>
        <p:nvCxnSpPr>
          <p:cNvPr id="30" name="直線單箭頭接點 29"/>
          <p:cNvCxnSpPr/>
          <p:nvPr/>
        </p:nvCxnSpPr>
        <p:spPr bwMode="auto">
          <a:xfrm flipH="1" flipV="1">
            <a:off x="1880992" y="1688958"/>
            <a:ext cx="2946113" cy="941508"/>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 name="甜甜圈 28"/>
          <p:cNvSpPr/>
          <p:nvPr/>
        </p:nvSpPr>
        <p:spPr bwMode="auto">
          <a:xfrm>
            <a:off x="1164920" y="1159826"/>
            <a:ext cx="716072" cy="688933"/>
          </a:xfrm>
          <a:prstGeom prst="donut">
            <a:avLst/>
          </a:prstGeom>
          <a:no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Tree>
    <p:extLst>
      <p:ext uri="{BB962C8B-B14F-4D97-AF65-F5344CB8AC3E}">
        <p14:creationId xmlns:p14="http://schemas.microsoft.com/office/powerpoint/2010/main" val="871961857"/>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3905554417"/>
              </p:ext>
            </p:extLst>
          </p:nvPr>
        </p:nvGraphicFramePr>
        <p:xfrm>
          <a:off x="1640909" y="1215021"/>
          <a:ext cx="9469692" cy="5135680"/>
        </p:xfrm>
        <a:graphic>
          <a:graphicData uri="http://schemas.openxmlformats.org/drawingml/2006/table">
            <a:tbl>
              <a:tblPr firstRow="1" bandRow="1">
                <a:tableStyleId>{5940675A-B579-460E-94D1-54222C63F5DA}</a:tableStyleId>
              </a:tblPr>
              <a:tblGrid>
                <a:gridCol w="789141"/>
                <a:gridCol w="789141"/>
                <a:gridCol w="789141"/>
                <a:gridCol w="789141"/>
                <a:gridCol w="789141"/>
                <a:gridCol w="789141"/>
                <a:gridCol w="789141"/>
                <a:gridCol w="789141"/>
                <a:gridCol w="789141"/>
                <a:gridCol w="789141"/>
                <a:gridCol w="789141"/>
                <a:gridCol w="789141"/>
              </a:tblGrid>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641960">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827105" y="2492679"/>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7200458"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8002241"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573810"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10362419"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4025322" y="316260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768255"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10354886" y="38306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5630767" y="3802756"/>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3244240" y="3802756"/>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10356771" y="316074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785202" y="316074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398675" y="316260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6396788"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4025319"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787084" y="50588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6398674" y="50588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4025320" y="50588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10351115" y="51146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3" name="甜甜圈 22"/>
          <p:cNvSpPr/>
          <p:nvPr/>
        </p:nvSpPr>
        <p:spPr bwMode="auto">
          <a:xfrm>
            <a:off x="10353001" y="4472681"/>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10349229"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5" name="矩形 24"/>
          <p:cNvSpPr/>
          <p:nvPr/>
        </p:nvSpPr>
        <p:spPr>
          <a:xfrm>
            <a:off x="1715883" y="390385"/>
            <a:ext cx="3174715" cy="769441"/>
          </a:xfrm>
          <a:prstGeom prst="rect">
            <a:avLst/>
          </a:prstGeom>
          <a:noFill/>
        </p:spPr>
        <p:txBody>
          <a:bodyPr wrap="none" lIns="91440" tIns="45720" rIns="91440" bIns="45720">
            <a:spAutoFit/>
          </a:bodyPr>
          <a:lstStyle/>
          <a:p>
            <a:pPr algn="ctr"/>
            <a:r>
              <a:rPr lang="en-US" altLang="zh-TW" sz="440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a:t>
            </a:r>
            <a:r>
              <a:rPr lang="en-US" altLang="zh-TW" sz="4400" dirty="0" smtClean="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a:t>
            </a:r>
            <a:r>
              <a:rPr lang="en-US" altLang="zh-TW" sz="4400" dirty="0" smtClean="0">
                <a:ln w="0"/>
                <a:solidFill>
                  <a:srgbClr val="92D05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3</a:t>
            </a:r>
            <a:r>
              <a:rPr lang="en-US" altLang="zh-TW" sz="440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a:t>
            </a:r>
            <a:endParaRPr lang="zh-TW" altLang="en-US" sz="440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27" name="文字方塊 26"/>
          <p:cNvSpPr txBox="1"/>
          <p:nvPr/>
        </p:nvSpPr>
        <p:spPr>
          <a:xfrm>
            <a:off x="1365337" y="1319626"/>
            <a:ext cx="676405" cy="369332"/>
          </a:xfrm>
          <a:prstGeom prst="rect">
            <a:avLst/>
          </a:prstGeom>
          <a:noFill/>
        </p:spPr>
        <p:txBody>
          <a:bodyPr wrap="square" rtlCol="0">
            <a:spAutoFit/>
          </a:bodyPr>
          <a:lstStyle/>
          <a:p>
            <a:r>
              <a:rPr lang="en-US" altLang="zh-TW" dirty="0"/>
              <a:t>0</a:t>
            </a:r>
            <a:endParaRPr lang="zh-TW" altLang="en-US" dirty="0"/>
          </a:p>
        </p:txBody>
      </p:sp>
      <p:cxnSp>
        <p:nvCxnSpPr>
          <p:cNvPr id="30" name="直線單箭頭接點 29"/>
          <p:cNvCxnSpPr/>
          <p:nvPr/>
        </p:nvCxnSpPr>
        <p:spPr bwMode="auto">
          <a:xfrm flipH="1" flipV="1">
            <a:off x="1880992" y="1688958"/>
            <a:ext cx="2946113" cy="941508"/>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減號 1"/>
          <p:cNvSpPr/>
          <p:nvPr/>
        </p:nvSpPr>
        <p:spPr bwMode="auto">
          <a:xfrm rot="16200000">
            <a:off x="2271585" y="4327777"/>
            <a:ext cx="5971638" cy="345634"/>
          </a:xfrm>
          <a:prstGeom prst="mathMinus">
            <a:avLst/>
          </a:prstGeom>
          <a:solidFill>
            <a:srgbClr val="92D05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9" name="甜甜圈 28"/>
          <p:cNvSpPr/>
          <p:nvPr/>
        </p:nvSpPr>
        <p:spPr bwMode="auto">
          <a:xfrm>
            <a:off x="1164920" y="1159826"/>
            <a:ext cx="716072" cy="688933"/>
          </a:xfrm>
          <a:prstGeom prst="donut">
            <a:avLst/>
          </a:prstGeom>
          <a:no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Tree>
    <p:extLst>
      <p:ext uri="{BB962C8B-B14F-4D97-AF65-F5344CB8AC3E}">
        <p14:creationId xmlns:p14="http://schemas.microsoft.com/office/powerpoint/2010/main" val="1326143736"/>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2521589351"/>
              </p:ext>
            </p:extLst>
          </p:nvPr>
        </p:nvGraphicFramePr>
        <p:xfrm>
          <a:off x="1640909" y="1215021"/>
          <a:ext cx="9469692" cy="5135680"/>
        </p:xfrm>
        <a:graphic>
          <a:graphicData uri="http://schemas.openxmlformats.org/drawingml/2006/table">
            <a:tbl>
              <a:tblPr firstRow="1" bandRow="1">
                <a:tableStyleId>{5940675A-B579-460E-94D1-54222C63F5DA}</a:tableStyleId>
              </a:tblPr>
              <a:tblGrid>
                <a:gridCol w="789141"/>
                <a:gridCol w="789141"/>
                <a:gridCol w="789141"/>
                <a:gridCol w="789141"/>
                <a:gridCol w="789141"/>
                <a:gridCol w="789141"/>
                <a:gridCol w="789141"/>
                <a:gridCol w="789141"/>
                <a:gridCol w="789141"/>
                <a:gridCol w="789141"/>
                <a:gridCol w="789141"/>
                <a:gridCol w="789141"/>
              </a:tblGrid>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641960">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827105" y="2492679"/>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7200458"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8002241"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573810"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10362419"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4025322" y="3162604"/>
            <a:ext cx="700150" cy="669925"/>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768255"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10354886" y="38306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5630767" y="3802756"/>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3244240" y="3802756"/>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10356771" y="316074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785202" y="316074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398675" y="316260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6396788"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4025319"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787084" y="50588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6398674" y="50588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4025320" y="50588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10351115" y="51146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3" name="甜甜圈 22"/>
          <p:cNvSpPr/>
          <p:nvPr/>
        </p:nvSpPr>
        <p:spPr bwMode="auto">
          <a:xfrm>
            <a:off x="10353001" y="4472681"/>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10349229"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5" name="矩形 24"/>
          <p:cNvSpPr/>
          <p:nvPr/>
        </p:nvSpPr>
        <p:spPr>
          <a:xfrm>
            <a:off x="1715883" y="390385"/>
            <a:ext cx="3174716" cy="769441"/>
          </a:xfrm>
          <a:prstGeom prst="rect">
            <a:avLst/>
          </a:prstGeom>
          <a:noFill/>
        </p:spPr>
        <p:txBody>
          <a:bodyPr wrap="none" lIns="91440" tIns="45720" rIns="91440" bIns="45720">
            <a:spAutoFit/>
          </a:bodyPr>
          <a:lstStyle/>
          <a:p>
            <a:pPr algn="ctr"/>
            <a:r>
              <a:rPr lang="en-US" altLang="zh-TW" sz="440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a:t>
            </a:r>
            <a:r>
              <a:rPr lang="en-US" altLang="zh-TW" sz="4400" dirty="0" smtClean="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={3}</a:t>
            </a:r>
            <a:endParaRPr lang="zh-TW" altLang="en-US" sz="4400" b="0" cap="none" spc="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cs typeface="Tahoma" panose="020B0604030504040204" pitchFamily="34" charset="0"/>
            </a:endParaRPr>
          </a:p>
        </p:txBody>
      </p:sp>
      <p:sp>
        <p:nvSpPr>
          <p:cNvPr id="27" name="文字方塊 26"/>
          <p:cNvSpPr txBox="1"/>
          <p:nvPr/>
        </p:nvSpPr>
        <p:spPr>
          <a:xfrm>
            <a:off x="1365337" y="1319626"/>
            <a:ext cx="676405" cy="369332"/>
          </a:xfrm>
          <a:prstGeom prst="rect">
            <a:avLst/>
          </a:prstGeom>
          <a:noFill/>
        </p:spPr>
        <p:txBody>
          <a:bodyPr wrap="square" rtlCol="0">
            <a:spAutoFit/>
          </a:bodyPr>
          <a:lstStyle/>
          <a:p>
            <a:r>
              <a:rPr lang="en-US" altLang="zh-TW" dirty="0"/>
              <a:t>0</a:t>
            </a:r>
            <a:endParaRPr lang="zh-TW" altLang="en-US" dirty="0"/>
          </a:p>
        </p:txBody>
      </p:sp>
      <p:cxnSp>
        <p:nvCxnSpPr>
          <p:cNvPr id="30" name="直線單箭頭接點 29"/>
          <p:cNvCxnSpPr/>
          <p:nvPr/>
        </p:nvCxnSpPr>
        <p:spPr bwMode="auto">
          <a:xfrm flipH="1" flipV="1">
            <a:off x="1880992" y="1688958"/>
            <a:ext cx="2946113" cy="941508"/>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單箭頭接點 27"/>
          <p:cNvCxnSpPr/>
          <p:nvPr/>
        </p:nvCxnSpPr>
        <p:spPr bwMode="auto">
          <a:xfrm flipH="1" flipV="1">
            <a:off x="1880992" y="1848759"/>
            <a:ext cx="2063398" cy="1470639"/>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減號 30"/>
          <p:cNvSpPr/>
          <p:nvPr/>
        </p:nvSpPr>
        <p:spPr bwMode="auto">
          <a:xfrm rot="16200000">
            <a:off x="2271585" y="4327777"/>
            <a:ext cx="5971638" cy="345634"/>
          </a:xfrm>
          <a:prstGeom prst="mathMinus">
            <a:avLst/>
          </a:prstGeom>
          <a:solidFill>
            <a:srgbClr val="92D05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2" name="甜甜圈 31"/>
          <p:cNvSpPr/>
          <p:nvPr/>
        </p:nvSpPr>
        <p:spPr bwMode="auto">
          <a:xfrm>
            <a:off x="1164920" y="1159826"/>
            <a:ext cx="716072" cy="688933"/>
          </a:xfrm>
          <a:prstGeom prst="donut">
            <a:avLst/>
          </a:prstGeom>
          <a:no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Tree>
    <p:extLst>
      <p:ext uri="{BB962C8B-B14F-4D97-AF65-F5344CB8AC3E}">
        <p14:creationId xmlns:p14="http://schemas.microsoft.com/office/powerpoint/2010/main" val="1161376802"/>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1765324620"/>
              </p:ext>
            </p:extLst>
          </p:nvPr>
        </p:nvGraphicFramePr>
        <p:xfrm>
          <a:off x="1640909" y="1215021"/>
          <a:ext cx="9469692" cy="5135680"/>
        </p:xfrm>
        <a:graphic>
          <a:graphicData uri="http://schemas.openxmlformats.org/drawingml/2006/table">
            <a:tbl>
              <a:tblPr firstRow="1" bandRow="1">
                <a:tableStyleId>{5940675A-B579-460E-94D1-54222C63F5DA}</a:tableStyleId>
              </a:tblPr>
              <a:tblGrid>
                <a:gridCol w="789141"/>
                <a:gridCol w="789141"/>
                <a:gridCol w="789141"/>
                <a:gridCol w="789141"/>
                <a:gridCol w="789141"/>
                <a:gridCol w="789141"/>
                <a:gridCol w="789141"/>
                <a:gridCol w="789141"/>
                <a:gridCol w="789141"/>
                <a:gridCol w="789141"/>
                <a:gridCol w="789141"/>
                <a:gridCol w="789141"/>
              </a:tblGrid>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641960">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827105" y="2492679"/>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7200458"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8002241"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573810"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10362419"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4025322" y="3162604"/>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768255"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10354886" y="38306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5630767" y="3802756"/>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3244240" y="3802756"/>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10356771" y="316074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785202" y="316074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398675" y="3162604"/>
            <a:ext cx="700150" cy="669925"/>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6396788"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4025319"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787084" y="50588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6398674" y="50588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4025320" y="50588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10351115" y="51146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3" name="甜甜圈 22"/>
          <p:cNvSpPr/>
          <p:nvPr/>
        </p:nvSpPr>
        <p:spPr bwMode="auto">
          <a:xfrm>
            <a:off x="10353001" y="4472681"/>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10349229"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5" name="矩形 24"/>
          <p:cNvSpPr/>
          <p:nvPr/>
        </p:nvSpPr>
        <p:spPr>
          <a:xfrm>
            <a:off x="1715883" y="390385"/>
            <a:ext cx="3174716" cy="769441"/>
          </a:xfrm>
          <a:prstGeom prst="rect">
            <a:avLst/>
          </a:prstGeom>
          <a:noFill/>
        </p:spPr>
        <p:txBody>
          <a:bodyPr wrap="none" lIns="91440" tIns="45720" rIns="91440" bIns="45720">
            <a:spAutoFit/>
          </a:bodyPr>
          <a:lstStyle/>
          <a:p>
            <a:pPr algn="ctr"/>
            <a:r>
              <a:rPr lang="en-US" altLang="zh-TW" sz="440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Thresh={3}</a:t>
            </a:r>
            <a:endParaRPr lang="zh-TW" altLang="en-US" sz="440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27" name="文字方塊 26"/>
          <p:cNvSpPr txBox="1"/>
          <p:nvPr/>
        </p:nvSpPr>
        <p:spPr>
          <a:xfrm>
            <a:off x="1365337" y="1319626"/>
            <a:ext cx="676405" cy="369332"/>
          </a:xfrm>
          <a:prstGeom prst="rect">
            <a:avLst/>
          </a:prstGeom>
          <a:noFill/>
        </p:spPr>
        <p:txBody>
          <a:bodyPr wrap="square" rtlCol="0">
            <a:spAutoFit/>
          </a:bodyPr>
          <a:lstStyle/>
          <a:p>
            <a:r>
              <a:rPr lang="en-US" altLang="zh-TW" dirty="0"/>
              <a:t>0</a:t>
            </a:r>
            <a:endParaRPr lang="zh-TW" altLang="en-US" dirty="0"/>
          </a:p>
        </p:txBody>
      </p:sp>
      <p:cxnSp>
        <p:nvCxnSpPr>
          <p:cNvPr id="30" name="直線單箭頭接點 29"/>
          <p:cNvCxnSpPr/>
          <p:nvPr/>
        </p:nvCxnSpPr>
        <p:spPr bwMode="auto">
          <a:xfrm flipH="1" flipV="1">
            <a:off x="1880992" y="1688958"/>
            <a:ext cx="2946113" cy="941508"/>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單箭頭接點 27"/>
          <p:cNvCxnSpPr/>
          <p:nvPr/>
        </p:nvCxnSpPr>
        <p:spPr bwMode="auto">
          <a:xfrm flipH="1" flipV="1">
            <a:off x="1880992" y="1848759"/>
            <a:ext cx="2063398" cy="1470639"/>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減號 30"/>
          <p:cNvSpPr/>
          <p:nvPr/>
        </p:nvSpPr>
        <p:spPr bwMode="auto">
          <a:xfrm rot="16200000">
            <a:off x="2271585" y="4327777"/>
            <a:ext cx="5971638" cy="345634"/>
          </a:xfrm>
          <a:prstGeom prst="mathMinus">
            <a:avLst/>
          </a:prstGeom>
          <a:solidFill>
            <a:srgbClr val="92D05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29" name="直線單箭頭接點 28"/>
          <p:cNvCxnSpPr/>
          <p:nvPr/>
        </p:nvCxnSpPr>
        <p:spPr bwMode="auto">
          <a:xfrm flipH="1" flipV="1">
            <a:off x="4725469" y="3432132"/>
            <a:ext cx="1605448" cy="12526"/>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3" name="甜甜圈 32"/>
          <p:cNvSpPr/>
          <p:nvPr/>
        </p:nvSpPr>
        <p:spPr bwMode="auto">
          <a:xfrm>
            <a:off x="1164920" y="1159826"/>
            <a:ext cx="716072" cy="688933"/>
          </a:xfrm>
          <a:prstGeom prst="donut">
            <a:avLst/>
          </a:prstGeom>
          <a:no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Tree>
    <p:extLst>
      <p:ext uri="{BB962C8B-B14F-4D97-AF65-F5344CB8AC3E}">
        <p14:creationId xmlns:p14="http://schemas.microsoft.com/office/powerpoint/2010/main" val="1976503951"/>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1765324620"/>
              </p:ext>
            </p:extLst>
          </p:nvPr>
        </p:nvGraphicFramePr>
        <p:xfrm>
          <a:off x="1640909" y="1215021"/>
          <a:ext cx="9469692" cy="5135680"/>
        </p:xfrm>
        <a:graphic>
          <a:graphicData uri="http://schemas.openxmlformats.org/drawingml/2006/table">
            <a:tbl>
              <a:tblPr firstRow="1" bandRow="1">
                <a:tableStyleId>{5940675A-B579-460E-94D1-54222C63F5DA}</a:tableStyleId>
              </a:tblPr>
              <a:tblGrid>
                <a:gridCol w="789141"/>
                <a:gridCol w="789141"/>
                <a:gridCol w="789141"/>
                <a:gridCol w="789141"/>
                <a:gridCol w="789141"/>
                <a:gridCol w="789141"/>
                <a:gridCol w="789141"/>
                <a:gridCol w="789141"/>
                <a:gridCol w="789141"/>
                <a:gridCol w="789141"/>
                <a:gridCol w="789141"/>
                <a:gridCol w="789141"/>
              </a:tblGrid>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641960">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827105"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7200458"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8002241"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573810"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10362419"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4025322" y="3162604"/>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768255"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10354886" y="38306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5630767" y="3802756"/>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3244240" y="3802756"/>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10356771" y="316074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785202" y="316074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398675" y="3162604"/>
            <a:ext cx="700150" cy="669925"/>
          </a:xfrm>
          <a:prstGeom prst="donut">
            <a:avLst/>
          </a:prstGeom>
          <a:solidFill>
            <a:srgbClr val="92D050"/>
          </a:solidFill>
          <a:ln w="57150"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6396788"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4025319" y="572879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787084" y="50588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6398674" y="50588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4025320" y="5058869"/>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10351115" y="51146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3" name="甜甜圈 22"/>
          <p:cNvSpPr/>
          <p:nvPr/>
        </p:nvSpPr>
        <p:spPr bwMode="auto">
          <a:xfrm>
            <a:off x="10353001" y="4472681"/>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10349229"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5" name="矩形 24"/>
          <p:cNvSpPr/>
          <p:nvPr/>
        </p:nvSpPr>
        <p:spPr>
          <a:xfrm>
            <a:off x="1715883" y="390385"/>
            <a:ext cx="3174716" cy="769441"/>
          </a:xfrm>
          <a:prstGeom prst="rect">
            <a:avLst/>
          </a:prstGeom>
          <a:noFill/>
        </p:spPr>
        <p:txBody>
          <a:bodyPr wrap="none" lIns="91440" tIns="45720" rIns="91440" bIns="45720">
            <a:spAutoFit/>
          </a:bodyPr>
          <a:lstStyle/>
          <a:p>
            <a:pPr algn="ctr"/>
            <a:r>
              <a:rPr lang="en-US" altLang="zh-TW" sz="440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a:t>
            </a:r>
            <a:r>
              <a:rPr lang="en-US" altLang="zh-TW" sz="4400" dirty="0" smtClean="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a:t>
            </a:r>
            <a:r>
              <a:rPr lang="en-US" altLang="zh-TW" sz="4400" dirty="0" smtClean="0">
                <a:ln w="0"/>
                <a:solidFill>
                  <a:srgbClr val="92D05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2</a:t>
            </a:r>
            <a:r>
              <a:rPr lang="en-US" altLang="zh-TW" sz="4400" dirty="0" smtClean="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a:t>
            </a:r>
            <a:endParaRPr lang="zh-TW" altLang="en-US" sz="4400" b="0" cap="none" spc="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cs typeface="Tahoma" panose="020B0604030504040204" pitchFamily="34" charset="0"/>
            </a:endParaRPr>
          </a:p>
        </p:txBody>
      </p:sp>
      <p:sp>
        <p:nvSpPr>
          <p:cNvPr id="27" name="文字方塊 26"/>
          <p:cNvSpPr txBox="1"/>
          <p:nvPr/>
        </p:nvSpPr>
        <p:spPr>
          <a:xfrm>
            <a:off x="1365337" y="1319626"/>
            <a:ext cx="676405" cy="369332"/>
          </a:xfrm>
          <a:prstGeom prst="rect">
            <a:avLst/>
          </a:prstGeom>
          <a:noFill/>
        </p:spPr>
        <p:txBody>
          <a:bodyPr wrap="square" rtlCol="0">
            <a:spAutoFit/>
          </a:bodyPr>
          <a:lstStyle/>
          <a:p>
            <a:r>
              <a:rPr lang="en-US" altLang="zh-TW" dirty="0"/>
              <a:t>0</a:t>
            </a:r>
            <a:endParaRPr lang="zh-TW" altLang="en-US" dirty="0"/>
          </a:p>
        </p:txBody>
      </p:sp>
      <p:cxnSp>
        <p:nvCxnSpPr>
          <p:cNvPr id="30" name="直線單箭頭接點 29"/>
          <p:cNvCxnSpPr/>
          <p:nvPr/>
        </p:nvCxnSpPr>
        <p:spPr bwMode="auto">
          <a:xfrm flipH="1" flipV="1">
            <a:off x="1880992" y="1688958"/>
            <a:ext cx="2946113" cy="941508"/>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單箭頭接點 27"/>
          <p:cNvCxnSpPr/>
          <p:nvPr/>
        </p:nvCxnSpPr>
        <p:spPr bwMode="auto">
          <a:xfrm flipH="1" flipV="1">
            <a:off x="1880992" y="1848759"/>
            <a:ext cx="2063398" cy="1470639"/>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減號 30"/>
          <p:cNvSpPr/>
          <p:nvPr/>
        </p:nvSpPr>
        <p:spPr bwMode="auto">
          <a:xfrm rot="16200000">
            <a:off x="1495918" y="4327777"/>
            <a:ext cx="5971638" cy="345634"/>
          </a:xfrm>
          <a:prstGeom prst="mathMinus">
            <a:avLst/>
          </a:prstGeom>
          <a:solidFill>
            <a:srgbClr val="92D05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33" name="直線單箭頭接點 32"/>
          <p:cNvCxnSpPr/>
          <p:nvPr/>
        </p:nvCxnSpPr>
        <p:spPr bwMode="auto">
          <a:xfrm flipH="1" flipV="1">
            <a:off x="4725469" y="3432132"/>
            <a:ext cx="1605448" cy="12526"/>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甜甜圈 33"/>
          <p:cNvSpPr/>
          <p:nvPr/>
        </p:nvSpPr>
        <p:spPr bwMode="auto">
          <a:xfrm>
            <a:off x="1164920" y="1159826"/>
            <a:ext cx="716072" cy="688933"/>
          </a:xfrm>
          <a:prstGeom prst="donut">
            <a:avLst/>
          </a:prstGeom>
          <a:no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Tree>
    <p:extLst>
      <p:ext uri="{BB962C8B-B14F-4D97-AF65-F5344CB8AC3E}">
        <p14:creationId xmlns:p14="http://schemas.microsoft.com/office/powerpoint/2010/main" val="3218492118"/>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1765324620"/>
              </p:ext>
            </p:extLst>
          </p:nvPr>
        </p:nvGraphicFramePr>
        <p:xfrm>
          <a:off x="1640909" y="1215021"/>
          <a:ext cx="9469692" cy="5135680"/>
        </p:xfrm>
        <a:graphic>
          <a:graphicData uri="http://schemas.openxmlformats.org/drawingml/2006/table">
            <a:tbl>
              <a:tblPr firstRow="1" bandRow="1">
                <a:tableStyleId>{5940675A-B579-460E-94D1-54222C63F5DA}</a:tableStyleId>
              </a:tblPr>
              <a:tblGrid>
                <a:gridCol w="789141"/>
                <a:gridCol w="789141"/>
                <a:gridCol w="789141"/>
                <a:gridCol w="789141"/>
                <a:gridCol w="789141"/>
                <a:gridCol w="789141"/>
                <a:gridCol w="789141"/>
                <a:gridCol w="789141"/>
                <a:gridCol w="789141"/>
                <a:gridCol w="789141"/>
                <a:gridCol w="789141"/>
                <a:gridCol w="789141"/>
              </a:tblGrid>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641960">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827105"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7200458"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8002241"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573810"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10362419"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4025322" y="3162604"/>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768255"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10354886" y="38306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5630767" y="3802756"/>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3244240" y="3802756"/>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10356771" y="316074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785202" y="316074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398675" y="3162604"/>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6396788" y="572879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4025319" y="572879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787084" y="50588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6398674" y="5058869"/>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4025320" y="5058869"/>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10351115" y="51146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3" name="甜甜圈 22"/>
          <p:cNvSpPr/>
          <p:nvPr/>
        </p:nvSpPr>
        <p:spPr bwMode="auto">
          <a:xfrm>
            <a:off x="10353001" y="4472681"/>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10349229"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5" name="矩形 24"/>
          <p:cNvSpPr/>
          <p:nvPr/>
        </p:nvSpPr>
        <p:spPr>
          <a:xfrm>
            <a:off x="1399291" y="390385"/>
            <a:ext cx="3807902" cy="769441"/>
          </a:xfrm>
          <a:prstGeom prst="rect">
            <a:avLst/>
          </a:prstGeom>
          <a:noFill/>
        </p:spPr>
        <p:txBody>
          <a:bodyPr wrap="none" lIns="91440" tIns="45720" rIns="91440" bIns="45720">
            <a:spAutoFit/>
          </a:bodyPr>
          <a:lstStyle/>
          <a:p>
            <a:pPr algn="ctr"/>
            <a:r>
              <a:rPr lang="en-US" altLang="zh-TW" sz="440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a:t>
            </a:r>
            <a:r>
              <a:rPr lang="en-US" altLang="zh-TW" sz="4400" dirty="0" smtClean="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a:t>
            </a:r>
            <a:r>
              <a:rPr lang="en-US" altLang="zh-TW" sz="440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2</a:t>
            </a:r>
            <a:r>
              <a:rPr lang="en-US" altLang="zh-TW" sz="4400" dirty="0" smtClean="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 </a:t>
            </a:r>
            <a:r>
              <a:rPr lang="en-US" altLang="zh-TW" sz="4400" dirty="0" smtClean="0">
                <a:ln w="0"/>
                <a:solidFill>
                  <a:srgbClr val="92D05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5</a:t>
            </a:r>
            <a:r>
              <a:rPr lang="en-US" altLang="zh-TW" sz="4400" dirty="0" smtClean="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a:t>
            </a:r>
            <a:endParaRPr lang="zh-TW" altLang="en-US" sz="4400" b="0" cap="none" spc="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cs typeface="Tahoma" panose="020B0604030504040204" pitchFamily="34" charset="0"/>
            </a:endParaRPr>
          </a:p>
        </p:txBody>
      </p:sp>
      <p:sp>
        <p:nvSpPr>
          <p:cNvPr id="27" name="文字方塊 26"/>
          <p:cNvSpPr txBox="1"/>
          <p:nvPr/>
        </p:nvSpPr>
        <p:spPr>
          <a:xfrm>
            <a:off x="1365337" y="1319626"/>
            <a:ext cx="676405" cy="369332"/>
          </a:xfrm>
          <a:prstGeom prst="rect">
            <a:avLst/>
          </a:prstGeom>
          <a:noFill/>
        </p:spPr>
        <p:txBody>
          <a:bodyPr wrap="square" rtlCol="0">
            <a:spAutoFit/>
          </a:bodyPr>
          <a:lstStyle/>
          <a:p>
            <a:r>
              <a:rPr lang="en-US" altLang="zh-TW" dirty="0"/>
              <a:t>0</a:t>
            </a:r>
            <a:endParaRPr lang="zh-TW" altLang="en-US" dirty="0"/>
          </a:p>
        </p:txBody>
      </p:sp>
      <p:cxnSp>
        <p:nvCxnSpPr>
          <p:cNvPr id="30" name="直線單箭頭接點 29"/>
          <p:cNvCxnSpPr/>
          <p:nvPr/>
        </p:nvCxnSpPr>
        <p:spPr bwMode="auto">
          <a:xfrm flipH="1" flipV="1">
            <a:off x="1880992" y="1688958"/>
            <a:ext cx="2946113" cy="941508"/>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單箭頭接點 27"/>
          <p:cNvCxnSpPr/>
          <p:nvPr/>
        </p:nvCxnSpPr>
        <p:spPr bwMode="auto">
          <a:xfrm flipH="1" flipV="1">
            <a:off x="1880992" y="1848759"/>
            <a:ext cx="2063398" cy="1470639"/>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減號 30"/>
          <p:cNvSpPr/>
          <p:nvPr/>
        </p:nvSpPr>
        <p:spPr bwMode="auto">
          <a:xfrm rot="16200000">
            <a:off x="1495918" y="4327777"/>
            <a:ext cx="5971638" cy="345634"/>
          </a:xfrm>
          <a:prstGeom prst="mathMinus">
            <a:avLst/>
          </a:prstGeom>
          <a:solidFill>
            <a:srgbClr val="92D05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2" name="減號 31"/>
          <p:cNvSpPr/>
          <p:nvPr/>
        </p:nvSpPr>
        <p:spPr bwMode="auto">
          <a:xfrm rot="16200000">
            <a:off x="3866611" y="4327777"/>
            <a:ext cx="5971638" cy="345634"/>
          </a:xfrm>
          <a:prstGeom prst="mathMinus">
            <a:avLst/>
          </a:prstGeom>
          <a:solidFill>
            <a:srgbClr val="92D05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33" name="直線單箭頭接點 32"/>
          <p:cNvCxnSpPr/>
          <p:nvPr/>
        </p:nvCxnSpPr>
        <p:spPr bwMode="auto">
          <a:xfrm flipH="1" flipV="1">
            <a:off x="4725469" y="3432132"/>
            <a:ext cx="1605448" cy="12526"/>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甜甜圈 33"/>
          <p:cNvSpPr/>
          <p:nvPr/>
        </p:nvSpPr>
        <p:spPr bwMode="auto">
          <a:xfrm>
            <a:off x="1164920" y="1159826"/>
            <a:ext cx="716072" cy="688933"/>
          </a:xfrm>
          <a:prstGeom prst="donut">
            <a:avLst/>
          </a:prstGeom>
          <a:no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Tree>
    <p:extLst>
      <p:ext uri="{BB962C8B-B14F-4D97-AF65-F5344CB8AC3E}">
        <p14:creationId xmlns:p14="http://schemas.microsoft.com/office/powerpoint/2010/main" val="1269965190"/>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1473087646"/>
              </p:ext>
            </p:extLst>
          </p:nvPr>
        </p:nvGraphicFramePr>
        <p:xfrm>
          <a:off x="1640909" y="1215021"/>
          <a:ext cx="9469692" cy="5135680"/>
        </p:xfrm>
        <a:graphic>
          <a:graphicData uri="http://schemas.openxmlformats.org/drawingml/2006/table">
            <a:tbl>
              <a:tblPr firstRow="1" bandRow="1">
                <a:tableStyleId>{5940675A-B579-460E-94D1-54222C63F5DA}</a:tableStyleId>
              </a:tblPr>
              <a:tblGrid>
                <a:gridCol w="789141"/>
                <a:gridCol w="789141"/>
                <a:gridCol w="789141"/>
                <a:gridCol w="789141"/>
                <a:gridCol w="789141"/>
                <a:gridCol w="789141"/>
                <a:gridCol w="789141"/>
                <a:gridCol w="789141"/>
                <a:gridCol w="789141"/>
                <a:gridCol w="789141"/>
                <a:gridCol w="789141"/>
                <a:gridCol w="789141"/>
              </a:tblGrid>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641960">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827105"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7200458"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8002241"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573810"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10362419"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4025322" y="316260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768255"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10354886" y="38306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5630767" y="3802756"/>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3244240" y="3802756"/>
            <a:ext cx="700150" cy="669925"/>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10356771" y="316074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785202" y="316074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398675" y="3162604"/>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6396788" y="572879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4025319" y="572879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787084" y="50588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6398674" y="5058869"/>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4025320" y="5058869"/>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10351115" y="51146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3" name="甜甜圈 22"/>
          <p:cNvSpPr/>
          <p:nvPr/>
        </p:nvSpPr>
        <p:spPr bwMode="auto">
          <a:xfrm>
            <a:off x="10353001" y="4472681"/>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10349229"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5" name="矩形 24"/>
          <p:cNvSpPr/>
          <p:nvPr/>
        </p:nvSpPr>
        <p:spPr>
          <a:xfrm>
            <a:off x="1399291" y="390385"/>
            <a:ext cx="3807902" cy="769441"/>
          </a:xfrm>
          <a:prstGeom prst="rect">
            <a:avLst/>
          </a:prstGeom>
          <a:noFill/>
        </p:spPr>
        <p:txBody>
          <a:bodyPr wrap="none" lIns="91440" tIns="45720" rIns="91440" bIns="45720">
            <a:spAutoFit/>
          </a:bodyPr>
          <a:lstStyle/>
          <a:p>
            <a:pPr algn="ctr"/>
            <a:r>
              <a:rPr lang="en-US" altLang="zh-TW" sz="440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Thresh={2, 5</a:t>
            </a:r>
            <a:r>
              <a:rPr lang="en-US" altLang="zh-TW" sz="4400" dirty="0" smtClean="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a:t>
            </a:r>
            <a:endParaRPr lang="zh-TW" altLang="en-US" sz="4400" b="0" cap="none" spc="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cs typeface="Tahoma" panose="020B0604030504040204" pitchFamily="34" charset="0"/>
            </a:endParaRPr>
          </a:p>
        </p:txBody>
      </p:sp>
      <p:sp>
        <p:nvSpPr>
          <p:cNvPr id="27" name="文字方塊 26"/>
          <p:cNvSpPr txBox="1"/>
          <p:nvPr/>
        </p:nvSpPr>
        <p:spPr>
          <a:xfrm>
            <a:off x="1365337" y="1319626"/>
            <a:ext cx="676405" cy="369332"/>
          </a:xfrm>
          <a:prstGeom prst="rect">
            <a:avLst/>
          </a:prstGeom>
          <a:noFill/>
        </p:spPr>
        <p:txBody>
          <a:bodyPr wrap="square" rtlCol="0">
            <a:spAutoFit/>
          </a:bodyPr>
          <a:lstStyle/>
          <a:p>
            <a:r>
              <a:rPr lang="en-US" altLang="zh-TW" dirty="0"/>
              <a:t>0</a:t>
            </a:r>
            <a:endParaRPr lang="zh-TW" altLang="en-US" dirty="0"/>
          </a:p>
        </p:txBody>
      </p:sp>
      <p:cxnSp>
        <p:nvCxnSpPr>
          <p:cNvPr id="30" name="直線單箭頭接點 29"/>
          <p:cNvCxnSpPr/>
          <p:nvPr/>
        </p:nvCxnSpPr>
        <p:spPr bwMode="auto">
          <a:xfrm flipH="1" flipV="1">
            <a:off x="1880992" y="1688958"/>
            <a:ext cx="2946113" cy="941508"/>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單箭頭接點 27"/>
          <p:cNvCxnSpPr/>
          <p:nvPr/>
        </p:nvCxnSpPr>
        <p:spPr bwMode="auto">
          <a:xfrm flipH="1" flipV="1">
            <a:off x="1880992" y="1848759"/>
            <a:ext cx="2063398" cy="1470639"/>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減號 30"/>
          <p:cNvSpPr/>
          <p:nvPr/>
        </p:nvSpPr>
        <p:spPr bwMode="auto">
          <a:xfrm rot="16200000">
            <a:off x="1495918" y="4327777"/>
            <a:ext cx="5971638" cy="345634"/>
          </a:xfrm>
          <a:prstGeom prst="mathMinus">
            <a:avLst/>
          </a:prstGeom>
          <a:solidFill>
            <a:srgbClr val="92D05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2" name="減號 31"/>
          <p:cNvSpPr/>
          <p:nvPr/>
        </p:nvSpPr>
        <p:spPr bwMode="auto">
          <a:xfrm rot="16200000">
            <a:off x="3866611" y="4327777"/>
            <a:ext cx="5971638" cy="345634"/>
          </a:xfrm>
          <a:prstGeom prst="mathMinus">
            <a:avLst/>
          </a:prstGeom>
          <a:solidFill>
            <a:srgbClr val="92D05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33" name="直線單箭頭接點 32"/>
          <p:cNvCxnSpPr/>
          <p:nvPr/>
        </p:nvCxnSpPr>
        <p:spPr bwMode="auto">
          <a:xfrm flipH="1" flipV="1">
            <a:off x="4725469" y="3432132"/>
            <a:ext cx="1605448" cy="12526"/>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線單箭頭接點 28"/>
          <p:cNvCxnSpPr/>
          <p:nvPr/>
        </p:nvCxnSpPr>
        <p:spPr bwMode="auto">
          <a:xfrm flipH="1" flipV="1">
            <a:off x="1703540" y="1941534"/>
            <a:ext cx="1553227" cy="1861222"/>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甜甜圈 33"/>
          <p:cNvSpPr/>
          <p:nvPr/>
        </p:nvSpPr>
        <p:spPr bwMode="auto">
          <a:xfrm>
            <a:off x="1164920" y="1159826"/>
            <a:ext cx="716072" cy="688933"/>
          </a:xfrm>
          <a:prstGeom prst="donut">
            <a:avLst/>
          </a:prstGeom>
          <a:no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Tree>
    <p:extLst>
      <p:ext uri="{BB962C8B-B14F-4D97-AF65-F5344CB8AC3E}">
        <p14:creationId xmlns:p14="http://schemas.microsoft.com/office/powerpoint/2010/main" val="2294665894"/>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3242521879"/>
              </p:ext>
            </p:extLst>
          </p:nvPr>
        </p:nvGraphicFramePr>
        <p:xfrm>
          <a:off x="1640909" y="1215021"/>
          <a:ext cx="9469692" cy="5135680"/>
        </p:xfrm>
        <a:graphic>
          <a:graphicData uri="http://schemas.openxmlformats.org/drawingml/2006/table">
            <a:tbl>
              <a:tblPr firstRow="1" bandRow="1">
                <a:tableStyleId>{5940675A-B579-460E-94D1-54222C63F5DA}</a:tableStyleId>
              </a:tblPr>
              <a:tblGrid>
                <a:gridCol w="789141"/>
                <a:gridCol w="789141"/>
                <a:gridCol w="789141"/>
                <a:gridCol w="789141"/>
                <a:gridCol w="789141"/>
                <a:gridCol w="789141"/>
                <a:gridCol w="789141"/>
                <a:gridCol w="789141"/>
                <a:gridCol w="789141"/>
                <a:gridCol w="789141"/>
                <a:gridCol w="789141"/>
                <a:gridCol w="789141"/>
              </a:tblGrid>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641960">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827105"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7200458"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8002241"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573810"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10362419"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4025322" y="316260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768255"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10354886" y="38306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5630767" y="3802756"/>
            <a:ext cx="700150" cy="669925"/>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3244240" y="3802756"/>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10356771" y="316074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785202" y="316074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398675" y="316260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6396788" y="572879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4025319" y="572879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787084" y="50588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6398674" y="5058869"/>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4025320" y="5058869"/>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10351115" y="51146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3" name="甜甜圈 22"/>
          <p:cNvSpPr/>
          <p:nvPr/>
        </p:nvSpPr>
        <p:spPr bwMode="auto">
          <a:xfrm>
            <a:off x="10353001" y="4472681"/>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10349229"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5" name="矩形 24"/>
          <p:cNvSpPr/>
          <p:nvPr/>
        </p:nvSpPr>
        <p:spPr>
          <a:xfrm>
            <a:off x="1399291" y="390385"/>
            <a:ext cx="3807902" cy="769441"/>
          </a:xfrm>
          <a:prstGeom prst="rect">
            <a:avLst/>
          </a:prstGeom>
          <a:noFill/>
        </p:spPr>
        <p:txBody>
          <a:bodyPr wrap="none" lIns="91440" tIns="45720" rIns="91440" bIns="45720">
            <a:spAutoFit/>
          </a:bodyPr>
          <a:lstStyle/>
          <a:p>
            <a:pPr algn="ctr"/>
            <a:r>
              <a:rPr lang="en-US" altLang="zh-TW" sz="440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a:t>
            </a:r>
            <a:r>
              <a:rPr lang="en-US" altLang="zh-TW" sz="4400" dirty="0" smtClean="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a:t>
            </a:r>
            <a:r>
              <a:rPr lang="en-US" altLang="zh-TW" sz="440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2, 5</a:t>
            </a:r>
            <a:r>
              <a:rPr lang="en-US" altLang="zh-TW" sz="4400" dirty="0" smtClean="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a:t>
            </a:r>
            <a:endParaRPr lang="zh-TW" altLang="en-US" sz="4400" b="0" cap="none" spc="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cs typeface="Tahoma" panose="020B0604030504040204" pitchFamily="34" charset="0"/>
            </a:endParaRPr>
          </a:p>
        </p:txBody>
      </p:sp>
      <p:sp>
        <p:nvSpPr>
          <p:cNvPr id="27" name="文字方塊 26"/>
          <p:cNvSpPr txBox="1"/>
          <p:nvPr/>
        </p:nvSpPr>
        <p:spPr>
          <a:xfrm>
            <a:off x="1365337" y="1319626"/>
            <a:ext cx="676405" cy="369332"/>
          </a:xfrm>
          <a:prstGeom prst="rect">
            <a:avLst/>
          </a:prstGeom>
          <a:noFill/>
        </p:spPr>
        <p:txBody>
          <a:bodyPr wrap="square" rtlCol="0">
            <a:spAutoFit/>
          </a:bodyPr>
          <a:lstStyle/>
          <a:p>
            <a:r>
              <a:rPr lang="en-US" altLang="zh-TW" dirty="0"/>
              <a:t>0</a:t>
            </a:r>
            <a:endParaRPr lang="zh-TW" altLang="en-US" dirty="0"/>
          </a:p>
        </p:txBody>
      </p:sp>
      <p:cxnSp>
        <p:nvCxnSpPr>
          <p:cNvPr id="30" name="直線單箭頭接點 29"/>
          <p:cNvCxnSpPr/>
          <p:nvPr/>
        </p:nvCxnSpPr>
        <p:spPr bwMode="auto">
          <a:xfrm flipH="1" flipV="1">
            <a:off x="1880992" y="1688958"/>
            <a:ext cx="2946113" cy="941508"/>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單箭頭接點 27"/>
          <p:cNvCxnSpPr/>
          <p:nvPr/>
        </p:nvCxnSpPr>
        <p:spPr bwMode="auto">
          <a:xfrm flipH="1" flipV="1">
            <a:off x="1880992" y="1848759"/>
            <a:ext cx="2063398" cy="1470639"/>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減號 30"/>
          <p:cNvSpPr/>
          <p:nvPr/>
        </p:nvSpPr>
        <p:spPr bwMode="auto">
          <a:xfrm rot="16200000">
            <a:off x="1495918" y="4327777"/>
            <a:ext cx="5971638" cy="345634"/>
          </a:xfrm>
          <a:prstGeom prst="mathMinus">
            <a:avLst/>
          </a:prstGeom>
          <a:solidFill>
            <a:srgbClr val="92D05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2" name="減號 31"/>
          <p:cNvSpPr/>
          <p:nvPr/>
        </p:nvSpPr>
        <p:spPr bwMode="auto">
          <a:xfrm rot="16200000">
            <a:off x="3866611" y="4327777"/>
            <a:ext cx="5971638" cy="345634"/>
          </a:xfrm>
          <a:prstGeom prst="mathMinus">
            <a:avLst/>
          </a:prstGeom>
          <a:solidFill>
            <a:srgbClr val="92D05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33" name="直線單箭頭接點 32"/>
          <p:cNvCxnSpPr/>
          <p:nvPr/>
        </p:nvCxnSpPr>
        <p:spPr bwMode="auto">
          <a:xfrm flipH="1" flipV="1">
            <a:off x="4725469" y="3432132"/>
            <a:ext cx="1605448" cy="12526"/>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直線單箭頭接點 33"/>
          <p:cNvCxnSpPr/>
          <p:nvPr/>
        </p:nvCxnSpPr>
        <p:spPr bwMode="auto">
          <a:xfrm flipH="1" flipV="1">
            <a:off x="1703540" y="1941534"/>
            <a:ext cx="1553227" cy="1861222"/>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線單箭頭接點 28"/>
          <p:cNvCxnSpPr/>
          <p:nvPr/>
        </p:nvCxnSpPr>
        <p:spPr bwMode="auto">
          <a:xfrm flipH="1">
            <a:off x="4025319" y="4133589"/>
            <a:ext cx="1501936" cy="0"/>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 name="甜甜圈 34"/>
          <p:cNvSpPr/>
          <p:nvPr/>
        </p:nvSpPr>
        <p:spPr bwMode="auto">
          <a:xfrm>
            <a:off x="1164920" y="1159826"/>
            <a:ext cx="716072" cy="688933"/>
          </a:xfrm>
          <a:prstGeom prst="donut">
            <a:avLst/>
          </a:prstGeom>
          <a:no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Tree>
    <p:extLst>
      <p:ext uri="{BB962C8B-B14F-4D97-AF65-F5344CB8AC3E}">
        <p14:creationId xmlns:p14="http://schemas.microsoft.com/office/powerpoint/2010/main" val="3050812376"/>
      </p:ext>
    </p:extLst>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3242521879"/>
              </p:ext>
            </p:extLst>
          </p:nvPr>
        </p:nvGraphicFramePr>
        <p:xfrm>
          <a:off x="1640909" y="1215021"/>
          <a:ext cx="9469692" cy="5135680"/>
        </p:xfrm>
        <a:graphic>
          <a:graphicData uri="http://schemas.openxmlformats.org/drawingml/2006/table">
            <a:tbl>
              <a:tblPr firstRow="1" bandRow="1">
                <a:tableStyleId>{5940675A-B579-460E-94D1-54222C63F5DA}</a:tableStyleId>
              </a:tblPr>
              <a:tblGrid>
                <a:gridCol w="789141"/>
                <a:gridCol w="789141"/>
                <a:gridCol w="789141"/>
                <a:gridCol w="789141"/>
                <a:gridCol w="789141"/>
                <a:gridCol w="789141"/>
                <a:gridCol w="789141"/>
                <a:gridCol w="789141"/>
                <a:gridCol w="789141"/>
                <a:gridCol w="789141"/>
                <a:gridCol w="789141"/>
                <a:gridCol w="789141"/>
              </a:tblGrid>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641960">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827105"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7200458"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8002241"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573810"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10362419"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4025322" y="316260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768255"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10354886" y="38306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5630767" y="3802756"/>
            <a:ext cx="700150" cy="669925"/>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3244240" y="3802756"/>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10356771" y="316074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785202" y="316074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398675" y="316260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6396788" y="572879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4025319" y="572879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787084" y="50588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6398674" y="5058869"/>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4025320" y="5058869"/>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10351115" y="51146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3" name="甜甜圈 22"/>
          <p:cNvSpPr/>
          <p:nvPr/>
        </p:nvSpPr>
        <p:spPr bwMode="auto">
          <a:xfrm>
            <a:off x="10353001" y="4472681"/>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10349229"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5" name="矩形 24"/>
          <p:cNvSpPr/>
          <p:nvPr/>
        </p:nvSpPr>
        <p:spPr>
          <a:xfrm>
            <a:off x="1399291" y="390385"/>
            <a:ext cx="3807902" cy="769441"/>
          </a:xfrm>
          <a:prstGeom prst="rect">
            <a:avLst/>
          </a:prstGeom>
          <a:noFill/>
        </p:spPr>
        <p:txBody>
          <a:bodyPr wrap="none" lIns="91440" tIns="45720" rIns="91440" bIns="45720">
            <a:spAutoFit/>
          </a:bodyPr>
          <a:lstStyle/>
          <a:p>
            <a:pPr algn="ctr"/>
            <a:r>
              <a:rPr lang="en-US" altLang="zh-TW" sz="440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a:t>
            </a:r>
            <a:r>
              <a:rPr lang="en-US" altLang="zh-TW" sz="4400" dirty="0" smtClean="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a:t>
            </a:r>
            <a:r>
              <a:rPr lang="en-US" altLang="zh-TW" sz="440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2, 5</a:t>
            </a:r>
            <a:r>
              <a:rPr lang="en-US" altLang="zh-TW" sz="4400" dirty="0" smtClean="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a:t>
            </a:r>
            <a:endParaRPr lang="zh-TW" altLang="en-US" sz="4400" b="0" cap="none" spc="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cs typeface="Tahoma" panose="020B0604030504040204" pitchFamily="34" charset="0"/>
            </a:endParaRPr>
          </a:p>
        </p:txBody>
      </p:sp>
      <p:sp>
        <p:nvSpPr>
          <p:cNvPr id="27" name="文字方塊 26"/>
          <p:cNvSpPr txBox="1"/>
          <p:nvPr/>
        </p:nvSpPr>
        <p:spPr>
          <a:xfrm>
            <a:off x="1365337" y="1319626"/>
            <a:ext cx="676405" cy="369332"/>
          </a:xfrm>
          <a:prstGeom prst="rect">
            <a:avLst/>
          </a:prstGeom>
          <a:noFill/>
        </p:spPr>
        <p:txBody>
          <a:bodyPr wrap="square" rtlCol="0">
            <a:spAutoFit/>
          </a:bodyPr>
          <a:lstStyle/>
          <a:p>
            <a:r>
              <a:rPr lang="en-US" altLang="zh-TW" dirty="0"/>
              <a:t>0</a:t>
            </a:r>
            <a:endParaRPr lang="zh-TW" altLang="en-US" dirty="0"/>
          </a:p>
        </p:txBody>
      </p:sp>
      <p:cxnSp>
        <p:nvCxnSpPr>
          <p:cNvPr id="30" name="直線單箭頭接點 29"/>
          <p:cNvCxnSpPr/>
          <p:nvPr/>
        </p:nvCxnSpPr>
        <p:spPr bwMode="auto">
          <a:xfrm flipH="1" flipV="1">
            <a:off x="1880992" y="1688958"/>
            <a:ext cx="2946113" cy="941508"/>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單箭頭接點 27"/>
          <p:cNvCxnSpPr/>
          <p:nvPr/>
        </p:nvCxnSpPr>
        <p:spPr bwMode="auto">
          <a:xfrm flipH="1" flipV="1">
            <a:off x="1880992" y="1848759"/>
            <a:ext cx="2063398" cy="1470639"/>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減號 30"/>
          <p:cNvSpPr/>
          <p:nvPr/>
        </p:nvSpPr>
        <p:spPr bwMode="auto">
          <a:xfrm rot="16200000">
            <a:off x="1495918" y="4327777"/>
            <a:ext cx="5971638" cy="345634"/>
          </a:xfrm>
          <a:prstGeom prst="mathMinus">
            <a:avLst/>
          </a:prstGeom>
          <a:solidFill>
            <a:srgbClr val="92D05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2" name="減號 31"/>
          <p:cNvSpPr/>
          <p:nvPr/>
        </p:nvSpPr>
        <p:spPr bwMode="auto">
          <a:xfrm rot="16200000">
            <a:off x="3866611" y="4327777"/>
            <a:ext cx="5971638" cy="345634"/>
          </a:xfrm>
          <a:prstGeom prst="mathMinus">
            <a:avLst/>
          </a:prstGeom>
          <a:solidFill>
            <a:srgbClr val="92D05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33" name="直線單箭頭接點 32"/>
          <p:cNvCxnSpPr/>
          <p:nvPr/>
        </p:nvCxnSpPr>
        <p:spPr bwMode="auto">
          <a:xfrm flipH="1" flipV="1">
            <a:off x="4725469" y="3432132"/>
            <a:ext cx="1605448" cy="12526"/>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直線單箭頭接點 33"/>
          <p:cNvCxnSpPr/>
          <p:nvPr/>
        </p:nvCxnSpPr>
        <p:spPr bwMode="auto">
          <a:xfrm flipH="1" flipV="1">
            <a:off x="1703540" y="1941534"/>
            <a:ext cx="1553227" cy="1861222"/>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線單箭頭接點 28"/>
          <p:cNvCxnSpPr/>
          <p:nvPr/>
        </p:nvCxnSpPr>
        <p:spPr bwMode="auto">
          <a:xfrm flipH="1">
            <a:off x="4025319" y="4133589"/>
            <a:ext cx="1501936" cy="0"/>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5" name="甜甜圈 34"/>
          <p:cNvSpPr/>
          <p:nvPr/>
        </p:nvSpPr>
        <p:spPr bwMode="auto">
          <a:xfrm>
            <a:off x="1164920" y="1159826"/>
            <a:ext cx="716072" cy="688933"/>
          </a:xfrm>
          <a:prstGeom prst="donut">
            <a:avLst/>
          </a:prstGeom>
          <a:no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7" name="矩形 36"/>
          <p:cNvSpPr/>
          <p:nvPr/>
        </p:nvSpPr>
        <p:spPr>
          <a:xfrm>
            <a:off x="1164920" y="4726381"/>
            <a:ext cx="9122369" cy="1446550"/>
          </a:xfrm>
          <a:prstGeom prst="rect">
            <a:avLst/>
          </a:prstGeom>
          <a:solidFill>
            <a:schemeClr val="bg1"/>
          </a:solidFill>
          <a:ln w="76200">
            <a:solidFill>
              <a:schemeClr val="bg1">
                <a:lumMod val="65000"/>
              </a:schemeClr>
            </a:solidFill>
            <a:prstDash val="solid"/>
          </a:ln>
        </p:spPr>
        <p:txBody>
          <a:bodyPr wrap="none" lIns="91440" tIns="45720" rIns="91440" bIns="45720">
            <a:spAutoFit/>
          </a:bodyPr>
          <a:lstStyle/>
          <a:p>
            <a:pPr algn="ctr"/>
            <a:endParaRPr lang="en-US" altLang="zh-TW" sz="2400" b="0" cap="none" spc="0" dirty="0" smtClean="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endParaRPr>
          </a:p>
          <a:p>
            <a:pPr algn="ctr"/>
            <a:r>
              <a:rPr lang="en-US" altLang="zh-TW" sz="4000" b="0" cap="none" spc="0" dirty="0" smtClean="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rPr>
              <a:t>delete(2, Thresh); insert(1, Thresh);</a:t>
            </a:r>
          </a:p>
          <a:p>
            <a:pPr algn="ctr"/>
            <a:endParaRPr lang="zh-TW" altLang="en-US" sz="2400" b="0" cap="none" spc="0" dirty="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endParaRPr>
          </a:p>
        </p:txBody>
      </p:sp>
    </p:spTree>
    <p:extLst>
      <p:ext uri="{BB962C8B-B14F-4D97-AF65-F5344CB8AC3E}">
        <p14:creationId xmlns:p14="http://schemas.microsoft.com/office/powerpoint/2010/main" val="668977310"/>
      </p:ext>
    </p:extLst>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4202590436"/>
              </p:ext>
            </p:extLst>
          </p:nvPr>
        </p:nvGraphicFramePr>
        <p:xfrm>
          <a:off x="1640909" y="1215021"/>
          <a:ext cx="9469692" cy="5135680"/>
        </p:xfrm>
        <a:graphic>
          <a:graphicData uri="http://schemas.openxmlformats.org/drawingml/2006/table">
            <a:tbl>
              <a:tblPr firstRow="1" bandRow="1">
                <a:tableStyleId>{5940675A-B579-460E-94D1-54222C63F5DA}</a:tableStyleId>
              </a:tblPr>
              <a:tblGrid>
                <a:gridCol w="789141"/>
                <a:gridCol w="789141"/>
                <a:gridCol w="789141"/>
                <a:gridCol w="789141"/>
                <a:gridCol w="789141"/>
                <a:gridCol w="789141"/>
                <a:gridCol w="789141"/>
                <a:gridCol w="789141"/>
                <a:gridCol w="789141"/>
                <a:gridCol w="789141"/>
                <a:gridCol w="789141"/>
                <a:gridCol w="789141"/>
              </a:tblGrid>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641960">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827105"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7200458"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8002241"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573810"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10362419"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4025322" y="316260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768255"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10354886" y="38306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3244240" y="3802756"/>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10356771" y="316074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785202" y="316074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398675" y="316260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6396788"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4025319"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787084" y="50588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6398674" y="50588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4025320" y="50588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10351115" y="51146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3" name="甜甜圈 22"/>
          <p:cNvSpPr/>
          <p:nvPr/>
        </p:nvSpPr>
        <p:spPr bwMode="auto">
          <a:xfrm>
            <a:off x="10353001" y="4472681"/>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10349229"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5" name="矩形 24"/>
          <p:cNvSpPr/>
          <p:nvPr/>
        </p:nvSpPr>
        <p:spPr>
          <a:xfrm>
            <a:off x="1399291" y="390385"/>
            <a:ext cx="3807902" cy="769441"/>
          </a:xfrm>
          <a:prstGeom prst="rect">
            <a:avLst/>
          </a:prstGeom>
          <a:noFill/>
        </p:spPr>
        <p:txBody>
          <a:bodyPr wrap="none" lIns="91440" tIns="45720" rIns="91440" bIns="45720">
            <a:spAutoFit/>
          </a:bodyPr>
          <a:lstStyle/>
          <a:p>
            <a:pPr algn="ctr"/>
            <a:r>
              <a:rPr lang="en-US" altLang="zh-TW" sz="440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a:t>
            </a:r>
            <a:r>
              <a:rPr lang="en-US" altLang="zh-TW" sz="4400" dirty="0" smtClean="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a:t>
            </a:r>
            <a:r>
              <a:rPr lang="en-US" altLang="zh-TW" sz="4400" dirty="0">
                <a:ln w="0"/>
                <a:solidFill>
                  <a:srgbClr val="92D05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1</a:t>
            </a:r>
            <a:r>
              <a:rPr lang="en-US" altLang="zh-TW" sz="4400" dirty="0" smtClean="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 </a:t>
            </a:r>
            <a:r>
              <a:rPr lang="en-US" altLang="zh-TW" sz="440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5</a:t>
            </a:r>
            <a:r>
              <a:rPr lang="en-US" altLang="zh-TW" sz="4400" dirty="0" smtClean="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a:t>
            </a:r>
            <a:endParaRPr lang="zh-TW" altLang="en-US" sz="4400" b="0" cap="none" spc="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cs typeface="Tahoma" panose="020B0604030504040204" pitchFamily="34" charset="0"/>
            </a:endParaRPr>
          </a:p>
        </p:txBody>
      </p:sp>
      <p:sp>
        <p:nvSpPr>
          <p:cNvPr id="27" name="文字方塊 26"/>
          <p:cNvSpPr txBox="1"/>
          <p:nvPr/>
        </p:nvSpPr>
        <p:spPr>
          <a:xfrm>
            <a:off x="1365337" y="1319626"/>
            <a:ext cx="676405" cy="369332"/>
          </a:xfrm>
          <a:prstGeom prst="rect">
            <a:avLst/>
          </a:prstGeom>
          <a:noFill/>
        </p:spPr>
        <p:txBody>
          <a:bodyPr wrap="square" rtlCol="0">
            <a:spAutoFit/>
          </a:bodyPr>
          <a:lstStyle/>
          <a:p>
            <a:r>
              <a:rPr lang="en-US" altLang="zh-TW" dirty="0"/>
              <a:t>0</a:t>
            </a:r>
            <a:endParaRPr lang="zh-TW" altLang="en-US" dirty="0"/>
          </a:p>
        </p:txBody>
      </p:sp>
      <p:cxnSp>
        <p:nvCxnSpPr>
          <p:cNvPr id="30" name="直線單箭頭接點 29"/>
          <p:cNvCxnSpPr/>
          <p:nvPr/>
        </p:nvCxnSpPr>
        <p:spPr bwMode="auto">
          <a:xfrm flipH="1" flipV="1">
            <a:off x="1880992" y="1688958"/>
            <a:ext cx="2946113" cy="941508"/>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單箭頭接點 27"/>
          <p:cNvCxnSpPr/>
          <p:nvPr/>
        </p:nvCxnSpPr>
        <p:spPr bwMode="auto">
          <a:xfrm flipH="1" flipV="1">
            <a:off x="1880992" y="1848759"/>
            <a:ext cx="2063398" cy="1470639"/>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減號 30"/>
          <p:cNvSpPr/>
          <p:nvPr/>
        </p:nvSpPr>
        <p:spPr bwMode="auto">
          <a:xfrm rot="16200000">
            <a:off x="710294" y="4327777"/>
            <a:ext cx="5971638" cy="345634"/>
          </a:xfrm>
          <a:prstGeom prst="mathMinus">
            <a:avLst/>
          </a:prstGeom>
          <a:solidFill>
            <a:srgbClr val="92D05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2" name="減號 31"/>
          <p:cNvSpPr/>
          <p:nvPr/>
        </p:nvSpPr>
        <p:spPr bwMode="auto">
          <a:xfrm rot="16200000">
            <a:off x="3866611" y="4327777"/>
            <a:ext cx="5971638" cy="345634"/>
          </a:xfrm>
          <a:prstGeom prst="mathMinus">
            <a:avLst/>
          </a:prstGeom>
          <a:solidFill>
            <a:srgbClr val="92D05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33" name="直線單箭頭接點 32"/>
          <p:cNvCxnSpPr/>
          <p:nvPr/>
        </p:nvCxnSpPr>
        <p:spPr bwMode="auto">
          <a:xfrm flipH="1" flipV="1">
            <a:off x="4725469" y="3432132"/>
            <a:ext cx="1605448" cy="12526"/>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直線單箭頭接點 33"/>
          <p:cNvCxnSpPr/>
          <p:nvPr/>
        </p:nvCxnSpPr>
        <p:spPr bwMode="auto">
          <a:xfrm flipH="1" flipV="1">
            <a:off x="1703540" y="1941534"/>
            <a:ext cx="1553227" cy="1861222"/>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線單箭頭接點 34"/>
          <p:cNvCxnSpPr/>
          <p:nvPr/>
        </p:nvCxnSpPr>
        <p:spPr bwMode="auto">
          <a:xfrm flipH="1">
            <a:off x="4025319" y="4133589"/>
            <a:ext cx="1501936" cy="0"/>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甜甜圈 35"/>
          <p:cNvSpPr/>
          <p:nvPr/>
        </p:nvSpPr>
        <p:spPr bwMode="auto">
          <a:xfrm>
            <a:off x="1164920" y="1159826"/>
            <a:ext cx="716072" cy="688933"/>
          </a:xfrm>
          <a:prstGeom prst="donut">
            <a:avLst/>
          </a:prstGeom>
          <a:no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38" name="甜甜圈 37"/>
          <p:cNvSpPr/>
          <p:nvPr/>
        </p:nvSpPr>
        <p:spPr bwMode="auto">
          <a:xfrm>
            <a:off x="5630767" y="3802756"/>
            <a:ext cx="700150" cy="669925"/>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Tree>
    <p:extLst>
      <p:ext uri="{BB962C8B-B14F-4D97-AF65-F5344CB8AC3E}">
        <p14:creationId xmlns:p14="http://schemas.microsoft.com/office/powerpoint/2010/main" val="2750410355"/>
      </p:ext>
    </p:extLst>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2954831121"/>
              </p:ext>
            </p:extLst>
          </p:nvPr>
        </p:nvGraphicFramePr>
        <p:xfrm>
          <a:off x="1640909" y="1215021"/>
          <a:ext cx="9469692" cy="5135680"/>
        </p:xfrm>
        <a:graphic>
          <a:graphicData uri="http://schemas.openxmlformats.org/drawingml/2006/table">
            <a:tbl>
              <a:tblPr firstRow="1" bandRow="1">
                <a:tableStyleId>{5940675A-B579-460E-94D1-54222C63F5DA}</a:tableStyleId>
              </a:tblPr>
              <a:tblGrid>
                <a:gridCol w="789141"/>
                <a:gridCol w="789141"/>
                <a:gridCol w="789141"/>
                <a:gridCol w="789141"/>
                <a:gridCol w="789141"/>
                <a:gridCol w="789141"/>
                <a:gridCol w="789141"/>
                <a:gridCol w="789141"/>
                <a:gridCol w="789141"/>
                <a:gridCol w="789141"/>
                <a:gridCol w="789141"/>
                <a:gridCol w="789141"/>
              </a:tblGrid>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641960">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827105"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7200458"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8002241"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573810"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10362419"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4025322" y="316260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768255"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10354886" y="3830669"/>
            <a:ext cx="700150" cy="669925"/>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5630767" y="3802756"/>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3244240" y="3802756"/>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10356771" y="316074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785202" y="316074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398675" y="316260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6396788"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4025319"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787084" y="50588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6398674" y="50588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4025320" y="50588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10351115" y="51146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3" name="甜甜圈 22"/>
          <p:cNvSpPr/>
          <p:nvPr/>
        </p:nvSpPr>
        <p:spPr bwMode="auto">
          <a:xfrm>
            <a:off x="10353001" y="4472681"/>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10349229"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5" name="矩形 24"/>
          <p:cNvSpPr/>
          <p:nvPr/>
        </p:nvSpPr>
        <p:spPr>
          <a:xfrm>
            <a:off x="1399291" y="390385"/>
            <a:ext cx="3807902" cy="769441"/>
          </a:xfrm>
          <a:prstGeom prst="rect">
            <a:avLst/>
          </a:prstGeom>
          <a:noFill/>
        </p:spPr>
        <p:txBody>
          <a:bodyPr wrap="none" lIns="91440" tIns="45720" rIns="91440" bIns="45720">
            <a:spAutoFit/>
          </a:bodyPr>
          <a:lstStyle/>
          <a:p>
            <a:pPr algn="ctr"/>
            <a:r>
              <a:rPr lang="en-US" altLang="zh-TW" sz="440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a:t>
            </a:r>
            <a:r>
              <a:rPr lang="en-US" altLang="zh-TW" sz="4400" dirty="0" smtClean="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a:t>
            </a:r>
            <a:r>
              <a:rPr lang="en-US" altLang="zh-TW" sz="440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{1</a:t>
            </a:r>
            <a:r>
              <a:rPr lang="en-US" altLang="zh-TW" sz="4400" dirty="0" smtClean="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 </a:t>
            </a:r>
            <a:r>
              <a:rPr lang="en-US" altLang="zh-TW" sz="440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5</a:t>
            </a:r>
            <a:r>
              <a:rPr lang="en-US" altLang="zh-TW" sz="4400" dirty="0" smtClean="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a:t>
            </a:r>
            <a:endParaRPr lang="zh-TW" altLang="en-US" sz="4400" b="0" cap="none" spc="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cs typeface="Tahoma" panose="020B0604030504040204" pitchFamily="34" charset="0"/>
            </a:endParaRPr>
          </a:p>
        </p:txBody>
      </p:sp>
      <p:sp>
        <p:nvSpPr>
          <p:cNvPr id="27" name="文字方塊 26"/>
          <p:cNvSpPr txBox="1"/>
          <p:nvPr/>
        </p:nvSpPr>
        <p:spPr>
          <a:xfrm>
            <a:off x="1365337" y="1319626"/>
            <a:ext cx="676405" cy="369332"/>
          </a:xfrm>
          <a:prstGeom prst="rect">
            <a:avLst/>
          </a:prstGeom>
          <a:noFill/>
        </p:spPr>
        <p:txBody>
          <a:bodyPr wrap="square" rtlCol="0">
            <a:spAutoFit/>
          </a:bodyPr>
          <a:lstStyle/>
          <a:p>
            <a:r>
              <a:rPr lang="en-US" altLang="zh-TW" dirty="0"/>
              <a:t>0</a:t>
            </a:r>
            <a:endParaRPr lang="zh-TW" altLang="en-US" dirty="0"/>
          </a:p>
        </p:txBody>
      </p:sp>
      <p:cxnSp>
        <p:nvCxnSpPr>
          <p:cNvPr id="30" name="直線單箭頭接點 29"/>
          <p:cNvCxnSpPr/>
          <p:nvPr/>
        </p:nvCxnSpPr>
        <p:spPr bwMode="auto">
          <a:xfrm flipH="1" flipV="1">
            <a:off x="1880992" y="1688958"/>
            <a:ext cx="2946113" cy="941508"/>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單箭頭接點 27"/>
          <p:cNvCxnSpPr/>
          <p:nvPr/>
        </p:nvCxnSpPr>
        <p:spPr bwMode="auto">
          <a:xfrm flipH="1" flipV="1">
            <a:off x="1880992" y="1848759"/>
            <a:ext cx="2063398" cy="1470639"/>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減號 30"/>
          <p:cNvSpPr/>
          <p:nvPr/>
        </p:nvSpPr>
        <p:spPr bwMode="auto">
          <a:xfrm rot="16200000">
            <a:off x="710294" y="4327777"/>
            <a:ext cx="5971638" cy="345634"/>
          </a:xfrm>
          <a:prstGeom prst="mathMinus">
            <a:avLst/>
          </a:prstGeom>
          <a:solidFill>
            <a:srgbClr val="92D05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2" name="減號 31"/>
          <p:cNvSpPr/>
          <p:nvPr/>
        </p:nvSpPr>
        <p:spPr bwMode="auto">
          <a:xfrm rot="16200000">
            <a:off x="3866611" y="4327777"/>
            <a:ext cx="5971638" cy="345634"/>
          </a:xfrm>
          <a:prstGeom prst="mathMinus">
            <a:avLst/>
          </a:prstGeom>
          <a:solidFill>
            <a:srgbClr val="92D05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33" name="直線單箭頭接點 32"/>
          <p:cNvCxnSpPr/>
          <p:nvPr/>
        </p:nvCxnSpPr>
        <p:spPr bwMode="auto">
          <a:xfrm flipH="1" flipV="1">
            <a:off x="4725469" y="3432132"/>
            <a:ext cx="1605448" cy="12526"/>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直線單箭頭接點 33"/>
          <p:cNvCxnSpPr/>
          <p:nvPr/>
        </p:nvCxnSpPr>
        <p:spPr bwMode="auto">
          <a:xfrm flipH="1" flipV="1">
            <a:off x="1703540" y="1941534"/>
            <a:ext cx="1553227" cy="1861222"/>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線單箭頭接點 34"/>
          <p:cNvCxnSpPr/>
          <p:nvPr/>
        </p:nvCxnSpPr>
        <p:spPr bwMode="auto">
          <a:xfrm flipH="1">
            <a:off x="4025319" y="4133589"/>
            <a:ext cx="1501936" cy="0"/>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線單箭頭接點 28"/>
          <p:cNvCxnSpPr/>
          <p:nvPr/>
        </p:nvCxnSpPr>
        <p:spPr bwMode="auto">
          <a:xfrm flipH="1">
            <a:off x="6396788" y="4146115"/>
            <a:ext cx="3877172" cy="0"/>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甜甜圈 35"/>
          <p:cNvSpPr/>
          <p:nvPr/>
        </p:nvSpPr>
        <p:spPr bwMode="auto">
          <a:xfrm>
            <a:off x="1164920" y="1159826"/>
            <a:ext cx="716072" cy="688933"/>
          </a:xfrm>
          <a:prstGeom prst="donut">
            <a:avLst/>
          </a:prstGeom>
          <a:no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Tree>
    <p:extLst>
      <p:ext uri="{BB962C8B-B14F-4D97-AF65-F5344CB8AC3E}">
        <p14:creationId xmlns:p14="http://schemas.microsoft.com/office/powerpoint/2010/main" val="3449923992"/>
      </p:ext>
    </p:extLst>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2954831121"/>
              </p:ext>
            </p:extLst>
          </p:nvPr>
        </p:nvGraphicFramePr>
        <p:xfrm>
          <a:off x="1640909" y="1215021"/>
          <a:ext cx="9469692" cy="5135680"/>
        </p:xfrm>
        <a:graphic>
          <a:graphicData uri="http://schemas.openxmlformats.org/drawingml/2006/table">
            <a:tbl>
              <a:tblPr firstRow="1" bandRow="1">
                <a:tableStyleId>{5940675A-B579-460E-94D1-54222C63F5DA}</a:tableStyleId>
              </a:tblPr>
              <a:tblGrid>
                <a:gridCol w="789141"/>
                <a:gridCol w="789141"/>
                <a:gridCol w="789141"/>
                <a:gridCol w="789141"/>
                <a:gridCol w="789141"/>
                <a:gridCol w="789141"/>
                <a:gridCol w="789141"/>
                <a:gridCol w="789141"/>
                <a:gridCol w="789141"/>
                <a:gridCol w="789141"/>
                <a:gridCol w="789141"/>
                <a:gridCol w="789141"/>
              </a:tblGrid>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641960">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827105"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7200458"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8002241"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573810"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10362419"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4025322" y="316260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768255"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10354886" y="3830669"/>
            <a:ext cx="700150" cy="669925"/>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5630767" y="3802756"/>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3244240" y="3802756"/>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10356771" y="316074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785202" y="316074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398675" y="316260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6396788"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4025319"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787084" y="50588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6398674" y="50588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4025320" y="50588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10351115" y="51146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3" name="甜甜圈 22"/>
          <p:cNvSpPr/>
          <p:nvPr/>
        </p:nvSpPr>
        <p:spPr bwMode="auto">
          <a:xfrm>
            <a:off x="10353001" y="4472681"/>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10349229"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5" name="矩形 24"/>
          <p:cNvSpPr/>
          <p:nvPr/>
        </p:nvSpPr>
        <p:spPr>
          <a:xfrm>
            <a:off x="1399291" y="390385"/>
            <a:ext cx="3807901" cy="769441"/>
          </a:xfrm>
          <a:prstGeom prst="rect">
            <a:avLst/>
          </a:prstGeom>
          <a:noFill/>
        </p:spPr>
        <p:txBody>
          <a:bodyPr wrap="none" lIns="91440" tIns="45720" rIns="91440" bIns="45720">
            <a:spAutoFit/>
          </a:bodyPr>
          <a:lstStyle/>
          <a:p>
            <a:pPr algn="ctr"/>
            <a:r>
              <a:rPr lang="en-US" altLang="zh-TW" sz="440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a:t>
            </a:r>
            <a:r>
              <a:rPr lang="en-US" altLang="zh-TW" sz="4400" dirty="0" smtClean="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a:t>
            </a:r>
            <a:r>
              <a:rPr lang="en-US" altLang="zh-TW" sz="440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1</a:t>
            </a:r>
            <a:r>
              <a:rPr lang="en-US" altLang="zh-TW" sz="4400" dirty="0" smtClean="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 </a:t>
            </a:r>
            <a:r>
              <a:rPr lang="en-US" altLang="zh-TW" sz="4400" dirty="0" smtClean="0">
                <a:ln w="0"/>
                <a:solidFill>
                  <a:srgbClr val="92D05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4</a:t>
            </a:r>
            <a:r>
              <a:rPr lang="en-US" altLang="zh-TW" sz="4400" dirty="0" smtClean="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a:t>
            </a:r>
            <a:endParaRPr lang="zh-TW" altLang="en-US" sz="4400" b="0" cap="none" spc="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cs typeface="Tahoma" panose="020B0604030504040204" pitchFamily="34" charset="0"/>
            </a:endParaRPr>
          </a:p>
        </p:txBody>
      </p:sp>
      <p:sp>
        <p:nvSpPr>
          <p:cNvPr id="27" name="文字方塊 26"/>
          <p:cNvSpPr txBox="1"/>
          <p:nvPr/>
        </p:nvSpPr>
        <p:spPr>
          <a:xfrm>
            <a:off x="1365337" y="1319626"/>
            <a:ext cx="676405" cy="369332"/>
          </a:xfrm>
          <a:prstGeom prst="rect">
            <a:avLst/>
          </a:prstGeom>
          <a:noFill/>
        </p:spPr>
        <p:txBody>
          <a:bodyPr wrap="square" rtlCol="0">
            <a:spAutoFit/>
          </a:bodyPr>
          <a:lstStyle/>
          <a:p>
            <a:r>
              <a:rPr lang="en-US" altLang="zh-TW" dirty="0"/>
              <a:t>0</a:t>
            </a:r>
            <a:endParaRPr lang="zh-TW" altLang="en-US" dirty="0"/>
          </a:p>
        </p:txBody>
      </p:sp>
      <p:cxnSp>
        <p:nvCxnSpPr>
          <p:cNvPr id="30" name="直線單箭頭接點 29"/>
          <p:cNvCxnSpPr/>
          <p:nvPr/>
        </p:nvCxnSpPr>
        <p:spPr bwMode="auto">
          <a:xfrm flipH="1" flipV="1">
            <a:off x="1880992" y="1688958"/>
            <a:ext cx="2946113" cy="941508"/>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單箭頭接點 27"/>
          <p:cNvCxnSpPr/>
          <p:nvPr/>
        </p:nvCxnSpPr>
        <p:spPr bwMode="auto">
          <a:xfrm flipH="1" flipV="1">
            <a:off x="1880992" y="1848759"/>
            <a:ext cx="2063398" cy="1470639"/>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減號 30"/>
          <p:cNvSpPr/>
          <p:nvPr/>
        </p:nvSpPr>
        <p:spPr bwMode="auto">
          <a:xfrm rot="16200000">
            <a:off x="710294" y="4327777"/>
            <a:ext cx="5971638" cy="345634"/>
          </a:xfrm>
          <a:prstGeom prst="mathMinus">
            <a:avLst/>
          </a:prstGeom>
          <a:solidFill>
            <a:srgbClr val="92D05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2" name="減號 31"/>
          <p:cNvSpPr/>
          <p:nvPr/>
        </p:nvSpPr>
        <p:spPr bwMode="auto">
          <a:xfrm rot="16200000">
            <a:off x="3078007" y="4327777"/>
            <a:ext cx="5971638" cy="345634"/>
          </a:xfrm>
          <a:prstGeom prst="mathMinus">
            <a:avLst/>
          </a:prstGeom>
          <a:solidFill>
            <a:srgbClr val="92D05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33" name="直線單箭頭接點 32"/>
          <p:cNvCxnSpPr/>
          <p:nvPr/>
        </p:nvCxnSpPr>
        <p:spPr bwMode="auto">
          <a:xfrm flipH="1" flipV="1">
            <a:off x="4725469" y="3432132"/>
            <a:ext cx="1605448" cy="12526"/>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直線單箭頭接點 33"/>
          <p:cNvCxnSpPr/>
          <p:nvPr/>
        </p:nvCxnSpPr>
        <p:spPr bwMode="auto">
          <a:xfrm flipH="1" flipV="1">
            <a:off x="1703540" y="1941534"/>
            <a:ext cx="1553227" cy="1861222"/>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線單箭頭接點 34"/>
          <p:cNvCxnSpPr/>
          <p:nvPr/>
        </p:nvCxnSpPr>
        <p:spPr bwMode="auto">
          <a:xfrm flipH="1">
            <a:off x="4025319" y="4133589"/>
            <a:ext cx="1501936" cy="0"/>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線單箭頭接點 28"/>
          <p:cNvCxnSpPr/>
          <p:nvPr/>
        </p:nvCxnSpPr>
        <p:spPr bwMode="auto">
          <a:xfrm flipH="1">
            <a:off x="6396788" y="4146115"/>
            <a:ext cx="3877172" cy="0"/>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甜甜圈 35"/>
          <p:cNvSpPr/>
          <p:nvPr/>
        </p:nvSpPr>
        <p:spPr bwMode="auto">
          <a:xfrm>
            <a:off x="1164920" y="1159826"/>
            <a:ext cx="716072" cy="688933"/>
          </a:xfrm>
          <a:prstGeom prst="donut">
            <a:avLst/>
          </a:prstGeom>
          <a:no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Tree>
    <p:extLst>
      <p:ext uri="{BB962C8B-B14F-4D97-AF65-F5344CB8AC3E}">
        <p14:creationId xmlns:p14="http://schemas.microsoft.com/office/powerpoint/2010/main" val="2708838991"/>
      </p:ext>
    </p:extLst>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4004952023"/>
              </p:ext>
            </p:extLst>
          </p:nvPr>
        </p:nvGraphicFramePr>
        <p:xfrm>
          <a:off x="1640909" y="1215021"/>
          <a:ext cx="9469692" cy="5135680"/>
        </p:xfrm>
        <a:graphic>
          <a:graphicData uri="http://schemas.openxmlformats.org/drawingml/2006/table">
            <a:tbl>
              <a:tblPr firstRow="1" bandRow="1">
                <a:tableStyleId>{5940675A-B579-460E-94D1-54222C63F5DA}</a:tableStyleId>
              </a:tblPr>
              <a:tblGrid>
                <a:gridCol w="789141"/>
                <a:gridCol w="789141"/>
                <a:gridCol w="789141"/>
                <a:gridCol w="789141"/>
                <a:gridCol w="789141"/>
                <a:gridCol w="789141"/>
                <a:gridCol w="789141"/>
                <a:gridCol w="789141"/>
                <a:gridCol w="789141"/>
                <a:gridCol w="789141"/>
                <a:gridCol w="789141"/>
                <a:gridCol w="789141"/>
              </a:tblGrid>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641960">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827105"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7200458"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8002241"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573810"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10362419"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4025322" y="316260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768255"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10354886" y="38306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5630767" y="3802756"/>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3244240" y="3802756"/>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10356771" y="316074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785202" y="316074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398675" y="316260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6396788"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4025319"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787084" y="50588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6398674" y="50588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4025320" y="50588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10351115" y="51146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3" name="甜甜圈 22"/>
          <p:cNvSpPr/>
          <p:nvPr/>
        </p:nvSpPr>
        <p:spPr bwMode="auto">
          <a:xfrm>
            <a:off x="10353001" y="4472681"/>
            <a:ext cx="700150" cy="669925"/>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10349229"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5" name="矩形 24"/>
          <p:cNvSpPr/>
          <p:nvPr/>
        </p:nvSpPr>
        <p:spPr>
          <a:xfrm>
            <a:off x="1388071" y="390385"/>
            <a:ext cx="3830344" cy="769441"/>
          </a:xfrm>
          <a:prstGeom prst="rect">
            <a:avLst/>
          </a:prstGeom>
          <a:noFill/>
        </p:spPr>
        <p:txBody>
          <a:bodyPr wrap="none" lIns="91440" tIns="45720" rIns="91440" bIns="45720">
            <a:spAutoFit/>
          </a:bodyPr>
          <a:lstStyle/>
          <a:p>
            <a:pPr algn="ctr"/>
            <a:r>
              <a:rPr lang="en-US" altLang="zh-TW" sz="440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a:t>
            </a:r>
            <a:r>
              <a:rPr lang="en-US" altLang="zh-TW" sz="4400" dirty="0" smtClean="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a:t>
            </a:r>
            <a:r>
              <a:rPr lang="en-US" altLang="zh-TW" sz="440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1</a:t>
            </a:r>
            <a:r>
              <a:rPr lang="en-US" altLang="zh-TW" sz="4400" dirty="0" smtClean="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 4}</a:t>
            </a:r>
            <a:endParaRPr lang="zh-TW" altLang="en-US" sz="4400" b="0" cap="none" spc="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cs typeface="Tahoma" panose="020B0604030504040204" pitchFamily="34" charset="0"/>
            </a:endParaRPr>
          </a:p>
        </p:txBody>
      </p:sp>
      <p:sp>
        <p:nvSpPr>
          <p:cNvPr id="27" name="文字方塊 26"/>
          <p:cNvSpPr txBox="1"/>
          <p:nvPr/>
        </p:nvSpPr>
        <p:spPr>
          <a:xfrm>
            <a:off x="1365337" y="1319626"/>
            <a:ext cx="676405" cy="369332"/>
          </a:xfrm>
          <a:prstGeom prst="rect">
            <a:avLst/>
          </a:prstGeom>
          <a:noFill/>
        </p:spPr>
        <p:txBody>
          <a:bodyPr wrap="square" rtlCol="0">
            <a:spAutoFit/>
          </a:bodyPr>
          <a:lstStyle/>
          <a:p>
            <a:r>
              <a:rPr lang="en-US" altLang="zh-TW" dirty="0"/>
              <a:t>0</a:t>
            </a:r>
            <a:endParaRPr lang="zh-TW" altLang="en-US" dirty="0"/>
          </a:p>
        </p:txBody>
      </p:sp>
      <p:cxnSp>
        <p:nvCxnSpPr>
          <p:cNvPr id="30" name="直線單箭頭接點 29"/>
          <p:cNvCxnSpPr/>
          <p:nvPr/>
        </p:nvCxnSpPr>
        <p:spPr bwMode="auto">
          <a:xfrm flipH="1" flipV="1">
            <a:off x="1880992" y="1688958"/>
            <a:ext cx="2946113" cy="941508"/>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單箭頭接點 27"/>
          <p:cNvCxnSpPr/>
          <p:nvPr/>
        </p:nvCxnSpPr>
        <p:spPr bwMode="auto">
          <a:xfrm flipH="1" flipV="1">
            <a:off x="1880992" y="1848759"/>
            <a:ext cx="2063398" cy="1470639"/>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減號 30"/>
          <p:cNvSpPr/>
          <p:nvPr/>
        </p:nvSpPr>
        <p:spPr bwMode="auto">
          <a:xfrm rot="16200000">
            <a:off x="710294" y="4327777"/>
            <a:ext cx="5971638" cy="345634"/>
          </a:xfrm>
          <a:prstGeom prst="mathMinus">
            <a:avLst/>
          </a:prstGeom>
          <a:solidFill>
            <a:srgbClr val="92D05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2" name="減號 31"/>
          <p:cNvSpPr/>
          <p:nvPr/>
        </p:nvSpPr>
        <p:spPr bwMode="auto">
          <a:xfrm rot="16200000">
            <a:off x="3078007" y="4327777"/>
            <a:ext cx="5971638" cy="345634"/>
          </a:xfrm>
          <a:prstGeom prst="mathMinus">
            <a:avLst/>
          </a:prstGeom>
          <a:solidFill>
            <a:srgbClr val="92D05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33" name="直線單箭頭接點 32"/>
          <p:cNvCxnSpPr/>
          <p:nvPr/>
        </p:nvCxnSpPr>
        <p:spPr bwMode="auto">
          <a:xfrm flipH="1" flipV="1">
            <a:off x="4725469" y="3432132"/>
            <a:ext cx="1605448" cy="12526"/>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直線單箭頭接點 33"/>
          <p:cNvCxnSpPr/>
          <p:nvPr/>
        </p:nvCxnSpPr>
        <p:spPr bwMode="auto">
          <a:xfrm flipH="1" flipV="1">
            <a:off x="1703540" y="1941534"/>
            <a:ext cx="1553227" cy="1861222"/>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線單箭頭接點 34"/>
          <p:cNvCxnSpPr/>
          <p:nvPr/>
        </p:nvCxnSpPr>
        <p:spPr bwMode="auto">
          <a:xfrm flipH="1">
            <a:off x="4025319" y="4133589"/>
            <a:ext cx="1501936" cy="0"/>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線單箭頭接點 28"/>
          <p:cNvCxnSpPr/>
          <p:nvPr/>
        </p:nvCxnSpPr>
        <p:spPr bwMode="auto">
          <a:xfrm flipH="1">
            <a:off x="6396788" y="4146115"/>
            <a:ext cx="3877172" cy="0"/>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甜甜圈 35"/>
          <p:cNvSpPr/>
          <p:nvPr/>
        </p:nvSpPr>
        <p:spPr bwMode="auto">
          <a:xfrm>
            <a:off x="1164920" y="1159826"/>
            <a:ext cx="716072" cy="688933"/>
          </a:xfrm>
          <a:prstGeom prst="donut">
            <a:avLst/>
          </a:prstGeom>
          <a:no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26" name="直線單箭頭接點 25"/>
          <p:cNvCxnSpPr/>
          <p:nvPr/>
        </p:nvCxnSpPr>
        <p:spPr bwMode="auto">
          <a:xfrm flipH="1" flipV="1">
            <a:off x="6396788" y="4296427"/>
            <a:ext cx="3877172" cy="475989"/>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33906950"/>
      </p:ext>
    </p:extLst>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475791324"/>
              </p:ext>
            </p:extLst>
          </p:nvPr>
        </p:nvGraphicFramePr>
        <p:xfrm>
          <a:off x="1640909" y="1215021"/>
          <a:ext cx="9469692" cy="5135680"/>
        </p:xfrm>
        <a:graphic>
          <a:graphicData uri="http://schemas.openxmlformats.org/drawingml/2006/table">
            <a:tbl>
              <a:tblPr firstRow="1" bandRow="1">
                <a:tableStyleId>{5940675A-B579-460E-94D1-54222C63F5DA}</a:tableStyleId>
              </a:tblPr>
              <a:tblGrid>
                <a:gridCol w="789141"/>
                <a:gridCol w="789141"/>
                <a:gridCol w="789141"/>
                <a:gridCol w="789141"/>
                <a:gridCol w="789141"/>
                <a:gridCol w="789141"/>
                <a:gridCol w="789141"/>
                <a:gridCol w="789141"/>
                <a:gridCol w="789141"/>
                <a:gridCol w="789141"/>
                <a:gridCol w="789141"/>
                <a:gridCol w="789141"/>
              </a:tblGrid>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641960">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827105"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7200458"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8002241"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573810"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10362419"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4025322" y="316260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768255"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10354886" y="38306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5630767" y="3802756"/>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3244240" y="3802756"/>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10356771" y="316074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785202" y="316074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398675" y="316260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6396788"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4025319"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787084" y="50588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6398674" y="50588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4025320" y="5058869"/>
            <a:ext cx="700150" cy="669925"/>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10351115" y="51146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3" name="甜甜圈 22"/>
          <p:cNvSpPr/>
          <p:nvPr/>
        </p:nvSpPr>
        <p:spPr bwMode="auto">
          <a:xfrm>
            <a:off x="10353001" y="4472681"/>
            <a:ext cx="700150" cy="669925"/>
          </a:xfrm>
          <a:prstGeom prst="donut">
            <a:avLst/>
          </a:prstGeom>
          <a:solidFill>
            <a:schemeClr val="tx1">
              <a:lumMod val="65000"/>
              <a:lumOff val="3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10349229"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5" name="矩形 24"/>
          <p:cNvSpPr/>
          <p:nvPr/>
        </p:nvSpPr>
        <p:spPr>
          <a:xfrm>
            <a:off x="1388071" y="390385"/>
            <a:ext cx="3830344" cy="769441"/>
          </a:xfrm>
          <a:prstGeom prst="rect">
            <a:avLst/>
          </a:prstGeom>
          <a:noFill/>
        </p:spPr>
        <p:txBody>
          <a:bodyPr wrap="none" lIns="91440" tIns="45720" rIns="91440" bIns="45720">
            <a:spAutoFit/>
          </a:bodyPr>
          <a:lstStyle/>
          <a:p>
            <a:pPr algn="ctr"/>
            <a:r>
              <a:rPr lang="en-US" altLang="zh-TW" sz="440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a:t>
            </a:r>
            <a:r>
              <a:rPr lang="en-US" altLang="zh-TW" sz="4400" dirty="0" smtClean="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a:t>
            </a:r>
            <a:r>
              <a:rPr lang="en-US" altLang="zh-TW" sz="440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1</a:t>
            </a:r>
            <a:r>
              <a:rPr lang="en-US" altLang="zh-TW" sz="4400" dirty="0" smtClean="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 4}</a:t>
            </a:r>
            <a:endParaRPr lang="zh-TW" altLang="en-US" sz="4400" b="0" cap="none" spc="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cs typeface="Tahoma" panose="020B0604030504040204" pitchFamily="34" charset="0"/>
            </a:endParaRPr>
          </a:p>
        </p:txBody>
      </p:sp>
      <p:sp>
        <p:nvSpPr>
          <p:cNvPr id="27" name="文字方塊 26"/>
          <p:cNvSpPr txBox="1"/>
          <p:nvPr/>
        </p:nvSpPr>
        <p:spPr>
          <a:xfrm>
            <a:off x="1365337" y="1319626"/>
            <a:ext cx="676405" cy="369332"/>
          </a:xfrm>
          <a:prstGeom prst="rect">
            <a:avLst/>
          </a:prstGeom>
          <a:noFill/>
        </p:spPr>
        <p:txBody>
          <a:bodyPr wrap="square" rtlCol="0">
            <a:spAutoFit/>
          </a:bodyPr>
          <a:lstStyle/>
          <a:p>
            <a:r>
              <a:rPr lang="en-US" altLang="zh-TW" dirty="0"/>
              <a:t>0</a:t>
            </a:r>
            <a:endParaRPr lang="zh-TW" altLang="en-US" dirty="0"/>
          </a:p>
        </p:txBody>
      </p:sp>
      <p:cxnSp>
        <p:nvCxnSpPr>
          <p:cNvPr id="30" name="直線單箭頭接點 29"/>
          <p:cNvCxnSpPr/>
          <p:nvPr/>
        </p:nvCxnSpPr>
        <p:spPr bwMode="auto">
          <a:xfrm flipH="1" flipV="1">
            <a:off x="1880992" y="1688958"/>
            <a:ext cx="2946113" cy="941508"/>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單箭頭接點 27"/>
          <p:cNvCxnSpPr/>
          <p:nvPr/>
        </p:nvCxnSpPr>
        <p:spPr bwMode="auto">
          <a:xfrm flipH="1" flipV="1">
            <a:off x="1880992" y="1848759"/>
            <a:ext cx="2063398" cy="1470639"/>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減號 30"/>
          <p:cNvSpPr/>
          <p:nvPr/>
        </p:nvSpPr>
        <p:spPr bwMode="auto">
          <a:xfrm rot="16200000">
            <a:off x="710294" y="4327777"/>
            <a:ext cx="5971638" cy="345634"/>
          </a:xfrm>
          <a:prstGeom prst="mathMinus">
            <a:avLst/>
          </a:prstGeom>
          <a:solidFill>
            <a:srgbClr val="92D05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2" name="減號 31"/>
          <p:cNvSpPr/>
          <p:nvPr/>
        </p:nvSpPr>
        <p:spPr bwMode="auto">
          <a:xfrm rot="16200000">
            <a:off x="3078007" y="4327777"/>
            <a:ext cx="5971638" cy="345634"/>
          </a:xfrm>
          <a:prstGeom prst="mathMinus">
            <a:avLst/>
          </a:prstGeom>
          <a:solidFill>
            <a:srgbClr val="92D05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33" name="直線單箭頭接點 32"/>
          <p:cNvCxnSpPr/>
          <p:nvPr/>
        </p:nvCxnSpPr>
        <p:spPr bwMode="auto">
          <a:xfrm flipH="1" flipV="1">
            <a:off x="4725469" y="3432132"/>
            <a:ext cx="1605448" cy="12526"/>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直線單箭頭接點 33"/>
          <p:cNvCxnSpPr/>
          <p:nvPr/>
        </p:nvCxnSpPr>
        <p:spPr bwMode="auto">
          <a:xfrm flipH="1" flipV="1">
            <a:off x="1703540" y="1941534"/>
            <a:ext cx="1553227" cy="1861222"/>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線單箭頭接點 34"/>
          <p:cNvCxnSpPr/>
          <p:nvPr/>
        </p:nvCxnSpPr>
        <p:spPr bwMode="auto">
          <a:xfrm flipH="1">
            <a:off x="4025319" y="4133589"/>
            <a:ext cx="1501936" cy="0"/>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線單箭頭接點 28"/>
          <p:cNvCxnSpPr/>
          <p:nvPr/>
        </p:nvCxnSpPr>
        <p:spPr bwMode="auto">
          <a:xfrm flipH="1">
            <a:off x="6396788" y="4146115"/>
            <a:ext cx="3877172" cy="0"/>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甜甜圈 35"/>
          <p:cNvSpPr/>
          <p:nvPr/>
        </p:nvSpPr>
        <p:spPr bwMode="auto">
          <a:xfrm>
            <a:off x="1164920" y="1159826"/>
            <a:ext cx="716072" cy="688933"/>
          </a:xfrm>
          <a:prstGeom prst="donut">
            <a:avLst/>
          </a:prstGeom>
          <a:no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26" name="直線單箭頭接點 25"/>
          <p:cNvCxnSpPr/>
          <p:nvPr/>
        </p:nvCxnSpPr>
        <p:spPr bwMode="auto">
          <a:xfrm flipH="1" flipV="1">
            <a:off x="6396788" y="4296427"/>
            <a:ext cx="3877172" cy="475989"/>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線單箭頭接點 36"/>
          <p:cNvCxnSpPr/>
          <p:nvPr/>
        </p:nvCxnSpPr>
        <p:spPr bwMode="auto">
          <a:xfrm flipH="1" flipV="1">
            <a:off x="3757809" y="4500596"/>
            <a:ext cx="267510" cy="760336"/>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233866400"/>
      </p:ext>
    </p:extLst>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4225683617"/>
              </p:ext>
            </p:extLst>
          </p:nvPr>
        </p:nvGraphicFramePr>
        <p:xfrm>
          <a:off x="1640909" y="1215021"/>
          <a:ext cx="9469692" cy="5135680"/>
        </p:xfrm>
        <a:graphic>
          <a:graphicData uri="http://schemas.openxmlformats.org/drawingml/2006/table">
            <a:tbl>
              <a:tblPr firstRow="1" bandRow="1">
                <a:tableStyleId>{5940675A-B579-460E-94D1-54222C63F5DA}</a:tableStyleId>
              </a:tblPr>
              <a:tblGrid>
                <a:gridCol w="789141"/>
                <a:gridCol w="789141"/>
                <a:gridCol w="789141"/>
                <a:gridCol w="789141"/>
                <a:gridCol w="789141"/>
                <a:gridCol w="789141"/>
                <a:gridCol w="789141"/>
                <a:gridCol w="789141"/>
                <a:gridCol w="789141"/>
                <a:gridCol w="789141"/>
                <a:gridCol w="789141"/>
                <a:gridCol w="789141"/>
              </a:tblGrid>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641960">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827105"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7200458"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8002241"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573810"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10362419"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4025322" y="316260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768255"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10354886" y="38306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5630767" y="3802756"/>
            <a:ext cx="700150" cy="669925"/>
          </a:xfrm>
          <a:prstGeom prst="donut">
            <a:avLst/>
          </a:prstGeom>
          <a:solidFill>
            <a:schemeClr val="bg1">
              <a:lumMod val="85000"/>
            </a:schemeClr>
          </a:solidFill>
          <a:ln w="57150"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3244240" y="3802756"/>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10356771" y="316074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785202" y="316074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398675" y="316260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6396788"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4025319"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787084" y="50588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6398674" y="5058869"/>
            <a:ext cx="700150" cy="669925"/>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4025320" y="5058869"/>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10351115" y="51146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3" name="甜甜圈 22"/>
          <p:cNvSpPr/>
          <p:nvPr/>
        </p:nvSpPr>
        <p:spPr bwMode="auto">
          <a:xfrm>
            <a:off x="10353001" y="4472681"/>
            <a:ext cx="700150" cy="669925"/>
          </a:xfrm>
          <a:prstGeom prst="donut">
            <a:avLst/>
          </a:prstGeom>
          <a:solidFill>
            <a:schemeClr val="tx1">
              <a:lumMod val="65000"/>
              <a:lumOff val="35000"/>
            </a:schemeClr>
          </a:solidFill>
          <a:ln w="57150"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10349229"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5" name="矩形 24"/>
          <p:cNvSpPr/>
          <p:nvPr/>
        </p:nvSpPr>
        <p:spPr>
          <a:xfrm>
            <a:off x="1388071" y="390385"/>
            <a:ext cx="3830344" cy="769441"/>
          </a:xfrm>
          <a:prstGeom prst="rect">
            <a:avLst/>
          </a:prstGeom>
          <a:noFill/>
        </p:spPr>
        <p:txBody>
          <a:bodyPr wrap="none" lIns="91440" tIns="45720" rIns="91440" bIns="45720">
            <a:spAutoFit/>
          </a:bodyPr>
          <a:lstStyle/>
          <a:p>
            <a:pPr algn="ctr"/>
            <a:r>
              <a:rPr lang="en-US" altLang="zh-TW" sz="440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a:t>
            </a:r>
            <a:r>
              <a:rPr lang="en-US" altLang="zh-TW" sz="4400" dirty="0" smtClean="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hresh={</a:t>
            </a:r>
            <a:r>
              <a:rPr lang="en-US" altLang="zh-TW" sz="440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1</a:t>
            </a:r>
            <a:r>
              <a:rPr lang="en-US" altLang="zh-TW" sz="4400" dirty="0" smtClean="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 4}</a:t>
            </a:r>
            <a:endParaRPr lang="zh-TW" altLang="en-US" sz="4400" b="0" cap="none" spc="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cs typeface="Tahoma" panose="020B0604030504040204" pitchFamily="34" charset="0"/>
            </a:endParaRPr>
          </a:p>
        </p:txBody>
      </p:sp>
      <p:sp>
        <p:nvSpPr>
          <p:cNvPr id="27" name="文字方塊 26"/>
          <p:cNvSpPr txBox="1"/>
          <p:nvPr/>
        </p:nvSpPr>
        <p:spPr>
          <a:xfrm>
            <a:off x="1365337" y="1319626"/>
            <a:ext cx="676405" cy="369332"/>
          </a:xfrm>
          <a:prstGeom prst="rect">
            <a:avLst/>
          </a:prstGeom>
          <a:noFill/>
        </p:spPr>
        <p:txBody>
          <a:bodyPr wrap="square" rtlCol="0">
            <a:spAutoFit/>
          </a:bodyPr>
          <a:lstStyle/>
          <a:p>
            <a:r>
              <a:rPr lang="en-US" altLang="zh-TW" dirty="0"/>
              <a:t>0</a:t>
            </a:r>
            <a:endParaRPr lang="zh-TW" altLang="en-US" dirty="0"/>
          </a:p>
        </p:txBody>
      </p:sp>
      <p:cxnSp>
        <p:nvCxnSpPr>
          <p:cNvPr id="30" name="直線單箭頭接點 29"/>
          <p:cNvCxnSpPr/>
          <p:nvPr/>
        </p:nvCxnSpPr>
        <p:spPr bwMode="auto">
          <a:xfrm flipH="1" flipV="1">
            <a:off x="1880992" y="1688958"/>
            <a:ext cx="2946113" cy="941508"/>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單箭頭接點 27"/>
          <p:cNvCxnSpPr/>
          <p:nvPr/>
        </p:nvCxnSpPr>
        <p:spPr bwMode="auto">
          <a:xfrm flipH="1" flipV="1">
            <a:off x="1880992" y="1848759"/>
            <a:ext cx="2063398" cy="1470639"/>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減號 30"/>
          <p:cNvSpPr/>
          <p:nvPr/>
        </p:nvSpPr>
        <p:spPr bwMode="auto">
          <a:xfrm rot="16200000">
            <a:off x="710294" y="4327777"/>
            <a:ext cx="5971638" cy="345634"/>
          </a:xfrm>
          <a:prstGeom prst="mathMinus">
            <a:avLst/>
          </a:prstGeom>
          <a:solidFill>
            <a:srgbClr val="92D05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2" name="減號 31"/>
          <p:cNvSpPr/>
          <p:nvPr/>
        </p:nvSpPr>
        <p:spPr bwMode="auto">
          <a:xfrm rot="16200000">
            <a:off x="3078007" y="4327777"/>
            <a:ext cx="5971638" cy="345634"/>
          </a:xfrm>
          <a:prstGeom prst="mathMinus">
            <a:avLst/>
          </a:prstGeom>
          <a:solidFill>
            <a:srgbClr val="92D05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33" name="直線單箭頭接點 32"/>
          <p:cNvCxnSpPr/>
          <p:nvPr/>
        </p:nvCxnSpPr>
        <p:spPr bwMode="auto">
          <a:xfrm flipH="1" flipV="1">
            <a:off x="4725469" y="3432132"/>
            <a:ext cx="1605448" cy="12526"/>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直線單箭頭接點 33"/>
          <p:cNvCxnSpPr/>
          <p:nvPr/>
        </p:nvCxnSpPr>
        <p:spPr bwMode="auto">
          <a:xfrm flipH="1" flipV="1">
            <a:off x="1703540" y="1941534"/>
            <a:ext cx="1553227" cy="1861222"/>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線單箭頭接點 34"/>
          <p:cNvCxnSpPr/>
          <p:nvPr/>
        </p:nvCxnSpPr>
        <p:spPr bwMode="auto">
          <a:xfrm flipH="1">
            <a:off x="4025319" y="4133589"/>
            <a:ext cx="1501936" cy="0"/>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線單箭頭接點 28"/>
          <p:cNvCxnSpPr/>
          <p:nvPr/>
        </p:nvCxnSpPr>
        <p:spPr bwMode="auto">
          <a:xfrm flipH="1">
            <a:off x="6396788" y="4146115"/>
            <a:ext cx="3877172" cy="0"/>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甜甜圈 35"/>
          <p:cNvSpPr/>
          <p:nvPr/>
        </p:nvSpPr>
        <p:spPr bwMode="auto">
          <a:xfrm>
            <a:off x="1164920" y="1159826"/>
            <a:ext cx="716072" cy="688933"/>
          </a:xfrm>
          <a:prstGeom prst="donut">
            <a:avLst/>
          </a:prstGeom>
          <a:no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26" name="直線單箭頭接點 25"/>
          <p:cNvCxnSpPr/>
          <p:nvPr/>
        </p:nvCxnSpPr>
        <p:spPr bwMode="auto">
          <a:xfrm flipH="1" flipV="1">
            <a:off x="6396788" y="4296427"/>
            <a:ext cx="3877172" cy="475989"/>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線單箭頭接點 36"/>
          <p:cNvCxnSpPr/>
          <p:nvPr/>
        </p:nvCxnSpPr>
        <p:spPr bwMode="auto">
          <a:xfrm flipH="1" flipV="1">
            <a:off x="3757809" y="4500596"/>
            <a:ext cx="267510" cy="760336"/>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直線單箭頭接點 37"/>
          <p:cNvCxnSpPr/>
          <p:nvPr/>
        </p:nvCxnSpPr>
        <p:spPr bwMode="auto">
          <a:xfrm flipH="1">
            <a:off x="4827105" y="5386192"/>
            <a:ext cx="1503812" cy="12526"/>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293361774"/>
      </p:ext>
    </p:extLst>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4225683617"/>
              </p:ext>
            </p:extLst>
          </p:nvPr>
        </p:nvGraphicFramePr>
        <p:xfrm>
          <a:off x="1640909" y="1215021"/>
          <a:ext cx="9469692" cy="5135680"/>
        </p:xfrm>
        <a:graphic>
          <a:graphicData uri="http://schemas.openxmlformats.org/drawingml/2006/table">
            <a:tbl>
              <a:tblPr firstRow="1" bandRow="1">
                <a:tableStyleId>{5940675A-B579-460E-94D1-54222C63F5DA}</a:tableStyleId>
              </a:tblPr>
              <a:tblGrid>
                <a:gridCol w="789141"/>
                <a:gridCol w="789141"/>
                <a:gridCol w="789141"/>
                <a:gridCol w="789141"/>
                <a:gridCol w="789141"/>
                <a:gridCol w="789141"/>
                <a:gridCol w="789141"/>
                <a:gridCol w="789141"/>
                <a:gridCol w="789141"/>
                <a:gridCol w="789141"/>
                <a:gridCol w="789141"/>
                <a:gridCol w="789141"/>
              </a:tblGrid>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641960">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827105"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7200458"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8002241"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573810"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10362419"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4025322" y="316260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768255"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10354886" y="38306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5630767" y="3802756"/>
            <a:ext cx="700150" cy="669925"/>
          </a:xfrm>
          <a:prstGeom prst="donut">
            <a:avLst/>
          </a:prstGeom>
          <a:solidFill>
            <a:schemeClr val="tx1">
              <a:lumMod val="65000"/>
              <a:lumOff val="35000"/>
            </a:schemeClr>
          </a:solidFill>
          <a:ln w="57150"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3244240" y="3802756"/>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10356771" y="316074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785202" y="316074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398675" y="316260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6396788"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4025319" y="572879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787084" y="50588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6398674" y="5058869"/>
            <a:ext cx="700150" cy="669925"/>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4025320" y="5058869"/>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10351115" y="51146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3" name="甜甜圈 22"/>
          <p:cNvSpPr/>
          <p:nvPr/>
        </p:nvSpPr>
        <p:spPr bwMode="auto">
          <a:xfrm>
            <a:off x="10353001" y="4472681"/>
            <a:ext cx="700150" cy="669925"/>
          </a:xfrm>
          <a:prstGeom prst="donut">
            <a:avLst/>
          </a:prstGeom>
          <a:solidFill>
            <a:schemeClr val="tx1">
              <a:lumMod val="65000"/>
              <a:lumOff val="35000"/>
            </a:schemeClr>
          </a:solidFill>
          <a:ln w="57150"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10349229"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5" name="矩形 24"/>
          <p:cNvSpPr/>
          <p:nvPr/>
        </p:nvSpPr>
        <p:spPr>
          <a:xfrm>
            <a:off x="1374445" y="390385"/>
            <a:ext cx="3857596" cy="769441"/>
          </a:xfrm>
          <a:prstGeom prst="rect">
            <a:avLst/>
          </a:prstGeom>
          <a:noFill/>
        </p:spPr>
        <p:txBody>
          <a:bodyPr wrap="none" lIns="91440" tIns="45720" rIns="91440" bIns="45720">
            <a:spAutoFit/>
          </a:bodyPr>
          <a:lstStyle/>
          <a:p>
            <a:pPr algn="ctr"/>
            <a:r>
              <a:rPr lang="en-US" altLang="zh-TW" sz="440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a:t>
            </a:r>
            <a:r>
              <a:rPr lang="en-US" altLang="zh-TW" sz="4400" dirty="0" smtClean="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hresh</a:t>
            </a:r>
            <a:r>
              <a:rPr lang="en-US" altLang="zh-TW" sz="440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={1, </a:t>
            </a:r>
            <a:r>
              <a:rPr lang="en-US" altLang="zh-TW" sz="4400" dirty="0">
                <a:ln w="0"/>
                <a:solidFill>
                  <a:srgbClr val="92D050"/>
                </a:solidFill>
                <a:effectLst>
                  <a:outerShdw blurRad="38100" dist="19050" dir="2700000" algn="tl" rotWithShape="0">
                    <a:schemeClr val="dk1">
                      <a:alpha val="40000"/>
                    </a:schemeClr>
                  </a:outerShdw>
                </a:effectLst>
              </a:rPr>
              <a:t>2</a:t>
            </a:r>
            <a:r>
              <a:rPr lang="en-US" altLang="zh-TW" sz="440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a:t>
            </a:r>
            <a:endParaRPr lang="zh-TW" altLang="en-US" sz="440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27" name="文字方塊 26"/>
          <p:cNvSpPr txBox="1"/>
          <p:nvPr/>
        </p:nvSpPr>
        <p:spPr>
          <a:xfrm>
            <a:off x="1365337" y="1319626"/>
            <a:ext cx="676405" cy="369332"/>
          </a:xfrm>
          <a:prstGeom prst="rect">
            <a:avLst/>
          </a:prstGeom>
          <a:noFill/>
        </p:spPr>
        <p:txBody>
          <a:bodyPr wrap="square" rtlCol="0">
            <a:spAutoFit/>
          </a:bodyPr>
          <a:lstStyle/>
          <a:p>
            <a:r>
              <a:rPr lang="en-US" altLang="zh-TW" dirty="0"/>
              <a:t>0</a:t>
            </a:r>
            <a:endParaRPr lang="zh-TW" altLang="en-US" dirty="0"/>
          </a:p>
        </p:txBody>
      </p:sp>
      <p:cxnSp>
        <p:nvCxnSpPr>
          <p:cNvPr id="30" name="直線單箭頭接點 29"/>
          <p:cNvCxnSpPr/>
          <p:nvPr/>
        </p:nvCxnSpPr>
        <p:spPr bwMode="auto">
          <a:xfrm flipH="1" flipV="1">
            <a:off x="1880992" y="1688958"/>
            <a:ext cx="2946113" cy="941508"/>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單箭頭接點 27"/>
          <p:cNvCxnSpPr/>
          <p:nvPr/>
        </p:nvCxnSpPr>
        <p:spPr bwMode="auto">
          <a:xfrm flipH="1" flipV="1">
            <a:off x="1880992" y="1848759"/>
            <a:ext cx="2063398" cy="1470639"/>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減號 30"/>
          <p:cNvSpPr/>
          <p:nvPr/>
        </p:nvSpPr>
        <p:spPr bwMode="auto">
          <a:xfrm rot="16200000">
            <a:off x="710294" y="4327777"/>
            <a:ext cx="5971638" cy="345634"/>
          </a:xfrm>
          <a:prstGeom prst="mathMinus">
            <a:avLst/>
          </a:prstGeom>
          <a:solidFill>
            <a:srgbClr val="92D05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2" name="減號 31"/>
          <p:cNvSpPr/>
          <p:nvPr/>
        </p:nvSpPr>
        <p:spPr bwMode="auto">
          <a:xfrm rot="16200000">
            <a:off x="1500962" y="4327777"/>
            <a:ext cx="5971638" cy="345634"/>
          </a:xfrm>
          <a:prstGeom prst="mathMinus">
            <a:avLst/>
          </a:prstGeom>
          <a:solidFill>
            <a:srgbClr val="92D05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33" name="直線單箭頭接點 32"/>
          <p:cNvCxnSpPr/>
          <p:nvPr/>
        </p:nvCxnSpPr>
        <p:spPr bwMode="auto">
          <a:xfrm flipH="1" flipV="1">
            <a:off x="4725469" y="3432132"/>
            <a:ext cx="1605448" cy="12526"/>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直線單箭頭接點 33"/>
          <p:cNvCxnSpPr/>
          <p:nvPr/>
        </p:nvCxnSpPr>
        <p:spPr bwMode="auto">
          <a:xfrm flipH="1" flipV="1">
            <a:off x="1703540" y="1941534"/>
            <a:ext cx="1553227" cy="1861222"/>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線單箭頭接點 34"/>
          <p:cNvCxnSpPr/>
          <p:nvPr/>
        </p:nvCxnSpPr>
        <p:spPr bwMode="auto">
          <a:xfrm flipH="1">
            <a:off x="4025319" y="4133589"/>
            <a:ext cx="1501936" cy="0"/>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線單箭頭接點 28"/>
          <p:cNvCxnSpPr/>
          <p:nvPr/>
        </p:nvCxnSpPr>
        <p:spPr bwMode="auto">
          <a:xfrm flipH="1">
            <a:off x="6396788" y="4146115"/>
            <a:ext cx="3877172" cy="0"/>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甜甜圈 35"/>
          <p:cNvSpPr/>
          <p:nvPr/>
        </p:nvSpPr>
        <p:spPr bwMode="auto">
          <a:xfrm>
            <a:off x="1164920" y="1159826"/>
            <a:ext cx="716072" cy="688933"/>
          </a:xfrm>
          <a:prstGeom prst="donut">
            <a:avLst/>
          </a:prstGeom>
          <a:no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26" name="直線單箭頭接點 25"/>
          <p:cNvCxnSpPr/>
          <p:nvPr/>
        </p:nvCxnSpPr>
        <p:spPr bwMode="auto">
          <a:xfrm flipH="1" flipV="1">
            <a:off x="6396788" y="4296427"/>
            <a:ext cx="3877172" cy="475989"/>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線單箭頭接點 36"/>
          <p:cNvCxnSpPr/>
          <p:nvPr/>
        </p:nvCxnSpPr>
        <p:spPr bwMode="auto">
          <a:xfrm flipH="1" flipV="1">
            <a:off x="3757809" y="4500596"/>
            <a:ext cx="267510" cy="760336"/>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直線單箭頭接點 37"/>
          <p:cNvCxnSpPr/>
          <p:nvPr/>
        </p:nvCxnSpPr>
        <p:spPr bwMode="auto">
          <a:xfrm flipH="1">
            <a:off x="4827105" y="5386192"/>
            <a:ext cx="1503812" cy="12526"/>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510752417"/>
      </p:ext>
    </p:extLst>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4225683617"/>
              </p:ext>
            </p:extLst>
          </p:nvPr>
        </p:nvGraphicFramePr>
        <p:xfrm>
          <a:off x="1640909" y="1215021"/>
          <a:ext cx="9469692" cy="5135680"/>
        </p:xfrm>
        <a:graphic>
          <a:graphicData uri="http://schemas.openxmlformats.org/drawingml/2006/table">
            <a:tbl>
              <a:tblPr firstRow="1" bandRow="1">
                <a:tableStyleId>{5940675A-B579-460E-94D1-54222C63F5DA}</a:tableStyleId>
              </a:tblPr>
              <a:tblGrid>
                <a:gridCol w="789141"/>
                <a:gridCol w="789141"/>
                <a:gridCol w="789141"/>
                <a:gridCol w="789141"/>
                <a:gridCol w="789141"/>
                <a:gridCol w="789141"/>
                <a:gridCol w="789141"/>
                <a:gridCol w="789141"/>
                <a:gridCol w="789141"/>
                <a:gridCol w="789141"/>
                <a:gridCol w="789141"/>
                <a:gridCol w="789141"/>
              </a:tblGrid>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641960">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827105"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7200458"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8002241"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573810"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10362419"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4025322" y="316260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768255"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10354886" y="38306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5630767" y="3802756"/>
            <a:ext cx="700150" cy="669925"/>
          </a:xfrm>
          <a:prstGeom prst="donut">
            <a:avLst/>
          </a:prstGeom>
          <a:solidFill>
            <a:schemeClr val="tx1">
              <a:lumMod val="65000"/>
              <a:lumOff val="35000"/>
            </a:schemeClr>
          </a:solidFill>
          <a:ln w="57150"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3244240" y="3802756"/>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10356771" y="316074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785202" y="316074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398675" y="316260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6396788" y="572879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4025319" y="572879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787084" y="50588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6398674" y="5058869"/>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4025320" y="5058869"/>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10351115" y="51146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3" name="甜甜圈 22"/>
          <p:cNvSpPr/>
          <p:nvPr/>
        </p:nvSpPr>
        <p:spPr bwMode="auto">
          <a:xfrm>
            <a:off x="10353001" y="4472681"/>
            <a:ext cx="700150" cy="669925"/>
          </a:xfrm>
          <a:prstGeom prst="donut">
            <a:avLst/>
          </a:prstGeom>
          <a:solidFill>
            <a:schemeClr val="tx1">
              <a:lumMod val="65000"/>
              <a:lumOff val="35000"/>
            </a:schemeClr>
          </a:solidFill>
          <a:ln w="57150"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10349229"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5" name="矩形 24"/>
          <p:cNvSpPr/>
          <p:nvPr/>
        </p:nvSpPr>
        <p:spPr>
          <a:xfrm>
            <a:off x="1071477" y="390385"/>
            <a:ext cx="4463531" cy="769441"/>
          </a:xfrm>
          <a:prstGeom prst="rect">
            <a:avLst/>
          </a:prstGeom>
          <a:noFill/>
        </p:spPr>
        <p:txBody>
          <a:bodyPr wrap="none" lIns="91440" tIns="45720" rIns="91440" bIns="45720">
            <a:spAutoFit/>
          </a:bodyPr>
          <a:lstStyle/>
          <a:p>
            <a:pPr algn="ctr"/>
            <a:r>
              <a:rPr lang="en-US" altLang="zh-TW" sz="440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Thresh={1, 2, </a:t>
            </a:r>
            <a:r>
              <a:rPr lang="en-US" altLang="zh-TW" sz="4400" dirty="0">
                <a:ln w="0"/>
                <a:solidFill>
                  <a:srgbClr val="92D05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5</a:t>
            </a:r>
            <a:r>
              <a:rPr lang="en-US" altLang="zh-TW" sz="440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a:t>
            </a:r>
            <a:endParaRPr lang="zh-TW" altLang="en-US" sz="440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27" name="文字方塊 26"/>
          <p:cNvSpPr txBox="1"/>
          <p:nvPr/>
        </p:nvSpPr>
        <p:spPr>
          <a:xfrm>
            <a:off x="1365337" y="1319626"/>
            <a:ext cx="676405" cy="369332"/>
          </a:xfrm>
          <a:prstGeom prst="rect">
            <a:avLst/>
          </a:prstGeom>
          <a:noFill/>
        </p:spPr>
        <p:txBody>
          <a:bodyPr wrap="square" rtlCol="0">
            <a:spAutoFit/>
          </a:bodyPr>
          <a:lstStyle/>
          <a:p>
            <a:r>
              <a:rPr lang="en-US" altLang="zh-TW" dirty="0"/>
              <a:t>0</a:t>
            </a:r>
            <a:endParaRPr lang="zh-TW" altLang="en-US" dirty="0"/>
          </a:p>
        </p:txBody>
      </p:sp>
      <p:cxnSp>
        <p:nvCxnSpPr>
          <p:cNvPr id="30" name="直線單箭頭接點 29"/>
          <p:cNvCxnSpPr/>
          <p:nvPr/>
        </p:nvCxnSpPr>
        <p:spPr bwMode="auto">
          <a:xfrm flipH="1" flipV="1">
            <a:off x="1880992" y="1688958"/>
            <a:ext cx="2946113" cy="941508"/>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單箭頭接點 27"/>
          <p:cNvCxnSpPr/>
          <p:nvPr/>
        </p:nvCxnSpPr>
        <p:spPr bwMode="auto">
          <a:xfrm flipH="1" flipV="1">
            <a:off x="1880992" y="1848759"/>
            <a:ext cx="2063398" cy="1470639"/>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減號 30"/>
          <p:cNvSpPr/>
          <p:nvPr/>
        </p:nvSpPr>
        <p:spPr bwMode="auto">
          <a:xfrm rot="16200000">
            <a:off x="710294" y="4327777"/>
            <a:ext cx="5971638" cy="345634"/>
          </a:xfrm>
          <a:prstGeom prst="mathMinus">
            <a:avLst/>
          </a:prstGeom>
          <a:solidFill>
            <a:srgbClr val="92D05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2" name="減號 31"/>
          <p:cNvSpPr/>
          <p:nvPr/>
        </p:nvSpPr>
        <p:spPr bwMode="auto">
          <a:xfrm rot="16200000">
            <a:off x="1500962" y="4327777"/>
            <a:ext cx="5971638" cy="345634"/>
          </a:xfrm>
          <a:prstGeom prst="mathMinus">
            <a:avLst/>
          </a:prstGeom>
          <a:solidFill>
            <a:srgbClr val="92D05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33" name="直線單箭頭接點 32"/>
          <p:cNvCxnSpPr/>
          <p:nvPr/>
        </p:nvCxnSpPr>
        <p:spPr bwMode="auto">
          <a:xfrm flipH="1" flipV="1">
            <a:off x="4725469" y="3432132"/>
            <a:ext cx="1605448" cy="12526"/>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直線單箭頭接點 33"/>
          <p:cNvCxnSpPr/>
          <p:nvPr/>
        </p:nvCxnSpPr>
        <p:spPr bwMode="auto">
          <a:xfrm flipH="1" flipV="1">
            <a:off x="1703540" y="1941534"/>
            <a:ext cx="1553227" cy="1861222"/>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線單箭頭接點 34"/>
          <p:cNvCxnSpPr/>
          <p:nvPr/>
        </p:nvCxnSpPr>
        <p:spPr bwMode="auto">
          <a:xfrm flipH="1">
            <a:off x="4025319" y="4133589"/>
            <a:ext cx="1501936" cy="0"/>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線單箭頭接點 28"/>
          <p:cNvCxnSpPr/>
          <p:nvPr/>
        </p:nvCxnSpPr>
        <p:spPr bwMode="auto">
          <a:xfrm flipH="1">
            <a:off x="6396788" y="4146115"/>
            <a:ext cx="3877172" cy="0"/>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甜甜圈 35"/>
          <p:cNvSpPr/>
          <p:nvPr/>
        </p:nvSpPr>
        <p:spPr bwMode="auto">
          <a:xfrm>
            <a:off x="1164920" y="1159826"/>
            <a:ext cx="716072" cy="688933"/>
          </a:xfrm>
          <a:prstGeom prst="donut">
            <a:avLst/>
          </a:prstGeom>
          <a:no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26" name="直線單箭頭接點 25"/>
          <p:cNvCxnSpPr/>
          <p:nvPr/>
        </p:nvCxnSpPr>
        <p:spPr bwMode="auto">
          <a:xfrm flipH="1" flipV="1">
            <a:off x="6396788" y="4296427"/>
            <a:ext cx="3877172" cy="475989"/>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線單箭頭接點 36"/>
          <p:cNvCxnSpPr/>
          <p:nvPr/>
        </p:nvCxnSpPr>
        <p:spPr bwMode="auto">
          <a:xfrm flipH="1" flipV="1">
            <a:off x="3757809" y="4500596"/>
            <a:ext cx="267510" cy="760336"/>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直線單箭頭接點 37"/>
          <p:cNvCxnSpPr/>
          <p:nvPr/>
        </p:nvCxnSpPr>
        <p:spPr bwMode="auto">
          <a:xfrm flipH="1">
            <a:off x="4827105" y="5386192"/>
            <a:ext cx="1503812" cy="12526"/>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 name="減號 38"/>
          <p:cNvSpPr/>
          <p:nvPr/>
        </p:nvSpPr>
        <p:spPr bwMode="auto">
          <a:xfrm rot="16200000">
            <a:off x="3859591" y="4327777"/>
            <a:ext cx="5971638" cy="345634"/>
          </a:xfrm>
          <a:prstGeom prst="mathMinus">
            <a:avLst/>
          </a:prstGeom>
          <a:solidFill>
            <a:srgbClr val="92D05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Tree>
    <p:extLst>
      <p:ext uri="{BB962C8B-B14F-4D97-AF65-F5344CB8AC3E}">
        <p14:creationId xmlns:p14="http://schemas.microsoft.com/office/powerpoint/2010/main" val="3704049008"/>
      </p:ext>
    </p:extLst>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1343464956"/>
              </p:ext>
            </p:extLst>
          </p:nvPr>
        </p:nvGraphicFramePr>
        <p:xfrm>
          <a:off x="1640909" y="1215021"/>
          <a:ext cx="9469692" cy="5135680"/>
        </p:xfrm>
        <a:graphic>
          <a:graphicData uri="http://schemas.openxmlformats.org/drawingml/2006/table">
            <a:tbl>
              <a:tblPr firstRow="1" bandRow="1">
                <a:tableStyleId>{5940675A-B579-460E-94D1-54222C63F5DA}</a:tableStyleId>
              </a:tblPr>
              <a:tblGrid>
                <a:gridCol w="789141"/>
                <a:gridCol w="789141"/>
                <a:gridCol w="789141"/>
                <a:gridCol w="789141"/>
                <a:gridCol w="789141"/>
                <a:gridCol w="789141"/>
                <a:gridCol w="789141"/>
                <a:gridCol w="789141"/>
                <a:gridCol w="789141"/>
                <a:gridCol w="789141"/>
                <a:gridCol w="789141"/>
                <a:gridCol w="789141"/>
              </a:tblGrid>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641960">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4</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827105"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7200458"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8002241"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573810"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10362419"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4025322" y="316260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768255" y="5728794"/>
            <a:ext cx="700150" cy="669925"/>
          </a:xfrm>
          <a:prstGeom prst="donut">
            <a:avLst/>
          </a:prstGeom>
          <a:solidFill>
            <a:srgbClr val="92D050"/>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10354886" y="38306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5630767" y="3802756"/>
            <a:ext cx="700150" cy="669925"/>
          </a:xfrm>
          <a:prstGeom prst="donut">
            <a:avLst/>
          </a:prstGeom>
          <a:solidFill>
            <a:schemeClr val="tx1">
              <a:lumMod val="65000"/>
              <a:lumOff val="35000"/>
            </a:schemeClr>
          </a:solidFill>
          <a:ln w="57150"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3244240" y="3802756"/>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10356771" y="316074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785202" y="316074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398675" y="316260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6396788" y="572879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4025319" y="572879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787084" y="50588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6398674" y="5058869"/>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4025320" y="5058869"/>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10351115" y="51146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3" name="甜甜圈 22"/>
          <p:cNvSpPr/>
          <p:nvPr/>
        </p:nvSpPr>
        <p:spPr bwMode="auto">
          <a:xfrm>
            <a:off x="10353001" y="4472681"/>
            <a:ext cx="700150" cy="669925"/>
          </a:xfrm>
          <a:prstGeom prst="donut">
            <a:avLst/>
          </a:prstGeom>
          <a:solidFill>
            <a:schemeClr val="tx1">
              <a:lumMod val="65000"/>
              <a:lumOff val="35000"/>
            </a:schemeClr>
          </a:solidFill>
          <a:ln w="57150"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10349229"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5" name="矩形 24"/>
          <p:cNvSpPr/>
          <p:nvPr/>
        </p:nvSpPr>
        <p:spPr>
          <a:xfrm>
            <a:off x="1071477" y="390385"/>
            <a:ext cx="4463531" cy="769441"/>
          </a:xfrm>
          <a:prstGeom prst="rect">
            <a:avLst/>
          </a:prstGeom>
          <a:noFill/>
        </p:spPr>
        <p:txBody>
          <a:bodyPr wrap="none" lIns="91440" tIns="45720" rIns="91440" bIns="45720">
            <a:spAutoFit/>
          </a:bodyPr>
          <a:lstStyle/>
          <a:p>
            <a:pPr algn="ctr"/>
            <a:r>
              <a:rPr lang="en-US" altLang="zh-TW" sz="440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Thresh={1, 2, 5}</a:t>
            </a:r>
            <a:endParaRPr lang="zh-TW" altLang="en-US" sz="440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27" name="文字方塊 26"/>
          <p:cNvSpPr txBox="1"/>
          <p:nvPr/>
        </p:nvSpPr>
        <p:spPr>
          <a:xfrm>
            <a:off x="1365337" y="1319626"/>
            <a:ext cx="676405" cy="369332"/>
          </a:xfrm>
          <a:prstGeom prst="rect">
            <a:avLst/>
          </a:prstGeom>
          <a:noFill/>
        </p:spPr>
        <p:txBody>
          <a:bodyPr wrap="square" rtlCol="0">
            <a:spAutoFit/>
          </a:bodyPr>
          <a:lstStyle/>
          <a:p>
            <a:r>
              <a:rPr lang="en-US" altLang="zh-TW" dirty="0"/>
              <a:t>0</a:t>
            </a:r>
            <a:endParaRPr lang="zh-TW" altLang="en-US" dirty="0"/>
          </a:p>
        </p:txBody>
      </p:sp>
      <p:cxnSp>
        <p:nvCxnSpPr>
          <p:cNvPr id="30" name="直線單箭頭接點 29"/>
          <p:cNvCxnSpPr/>
          <p:nvPr/>
        </p:nvCxnSpPr>
        <p:spPr bwMode="auto">
          <a:xfrm flipH="1" flipV="1">
            <a:off x="1880992" y="1688958"/>
            <a:ext cx="2946113" cy="941508"/>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單箭頭接點 27"/>
          <p:cNvCxnSpPr/>
          <p:nvPr/>
        </p:nvCxnSpPr>
        <p:spPr bwMode="auto">
          <a:xfrm flipH="1" flipV="1">
            <a:off x="1880992" y="1848759"/>
            <a:ext cx="2063398" cy="1470639"/>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減號 30"/>
          <p:cNvSpPr/>
          <p:nvPr/>
        </p:nvSpPr>
        <p:spPr bwMode="auto">
          <a:xfrm rot="16200000">
            <a:off x="710294" y="4327777"/>
            <a:ext cx="5971638" cy="345634"/>
          </a:xfrm>
          <a:prstGeom prst="mathMinus">
            <a:avLst/>
          </a:prstGeom>
          <a:solidFill>
            <a:srgbClr val="92D05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2" name="減號 31"/>
          <p:cNvSpPr/>
          <p:nvPr/>
        </p:nvSpPr>
        <p:spPr bwMode="auto">
          <a:xfrm rot="16200000">
            <a:off x="1500962" y="4327777"/>
            <a:ext cx="5971638" cy="345634"/>
          </a:xfrm>
          <a:prstGeom prst="mathMinus">
            <a:avLst/>
          </a:prstGeom>
          <a:solidFill>
            <a:srgbClr val="92D05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33" name="直線單箭頭接點 32"/>
          <p:cNvCxnSpPr/>
          <p:nvPr/>
        </p:nvCxnSpPr>
        <p:spPr bwMode="auto">
          <a:xfrm flipH="1" flipV="1">
            <a:off x="4725469" y="3432132"/>
            <a:ext cx="1605448" cy="12526"/>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直線單箭頭接點 33"/>
          <p:cNvCxnSpPr/>
          <p:nvPr/>
        </p:nvCxnSpPr>
        <p:spPr bwMode="auto">
          <a:xfrm flipH="1" flipV="1">
            <a:off x="1703540" y="1941534"/>
            <a:ext cx="1553227" cy="1861222"/>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線單箭頭接點 34"/>
          <p:cNvCxnSpPr/>
          <p:nvPr/>
        </p:nvCxnSpPr>
        <p:spPr bwMode="auto">
          <a:xfrm flipH="1">
            <a:off x="4025319" y="4133589"/>
            <a:ext cx="1501936" cy="0"/>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線單箭頭接點 28"/>
          <p:cNvCxnSpPr/>
          <p:nvPr/>
        </p:nvCxnSpPr>
        <p:spPr bwMode="auto">
          <a:xfrm flipH="1">
            <a:off x="6396788" y="4146115"/>
            <a:ext cx="3877172" cy="0"/>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甜甜圈 35"/>
          <p:cNvSpPr/>
          <p:nvPr/>
        </p:nvSpPr>
        <p:spPr bwMode="auto">
          <a:xfrm>
            <a:off x="1164920" y="1159826"/>
            <a:ext cx="716072" cy="688933"/>
          </a:xfrm>
          <a:prstGeom prst="donut">
            <a:avLst/>
          </a:prstGeom>
          <a:no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26" name="直線單箭頭接點 25"/>
          <p:cNvCxnSpPr/>
          <p:nvPr/>
        </p:nvCxnSpPr>
        <p:spPr bwMode="auto">
          <a:xfrm flipH="1" flipV="1">
            <a:off x="6396788" y="4296427"/>
            <a:ext cx="3877172" cy="475989"/>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線單箭頭接點 36"/>
          <p:cNvCxnSpPr/>
          <p:nvPr/>
        </p:nvCxnSpPr>
        <p:spPr bwMode="auto">
          <a:xfrm flipH="1" flipV="1">
            <a:off x="3757809" y="4500596"/>
            <a:ext cx="267510" cy="760336"/>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直線單箭頭接點 37"/>
          <p:cNvCxnSpPr/>
          <p:nvPr/>
        </p:nvCxnSpPr>
        <p:spPr bwMode="auto">
          <a:xfrm flipH="1">
            <a:off x="4827105" y="5386192"/>
            <a:ext cx="1503812" cy="12526"/>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 name="減號 38"/>
          <p:cNvSpPr/>
          <p:nvPr/>
        </p:nvSpPr>
        <p:spPr bwMode="auto">
          <a:xfrm rot="16200000">
            <a:off x="3859591" y="4327777"/>
            <a:ext cx="5971638" cy="345634"/>
          </a:xfrm>
          <a:prstGeom prst="mathMinus">
            <a:avLst/>
          </a:prstGeom>
          <a:solidFill>
            <a:srgbClr val="92D05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40" name="直線單箭頭接點 39"/>
          <p:cNvCxnSpPr/>
          <p:nvPr/>
        </p:nvCxnSpPr>
        <p:spPr bwMode="auto">
          <a:xfrm flipH="1" flipV="1">
            <a:off x="7137237" y="5393832"/>
            <a:ext cx="1565154" cy="621415"/>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002221587"/>
      </p:ext>
    </p:extLst>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1343464956"/>
              </p:ext>
            </p:extLst>
          </p:nvPr>
        </p:nvGraphicFramePr>
        <p:xfrm>
          <a:off x="1640909" y="1215021"/>
          <a:ext cx="9469692" cy="5135680"/>
        </p:xfrm>
        <a:graphic>
          <a:graphicData uri="http://schemas.openxmlformats.org/drawingml/2006/table">
            <a:tbl>
              <a:tblPr firstRow="1" bandRow="1">
                <a:tableStyleId>{5940675A-B579-460E-94D1-54222C63F5DA}</a:tableStyleId>
              </a:tblPr>
              <a:tblGrid>
                <a:gridCol w="789141"/>
                <a:gridCol w="789141"/>
                <a:gridCol w="789141"/>
                <a:gridCol w="789141"/>
                <a:gridCol w="789141"/>
                <a:gridCol w="789141"/>
                <a:gridCol w="789141"/>
                <a:gridCol w="789141"/>
                <a:gridCol w="789141"/>
                <a:gridCol w="789141"/>
                <a:gridCol w="789141"/>
                <a:gridCol w="789141"/>
              </a:tblGrid>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641960">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4</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827105"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7200458"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8002241"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573810"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10362419"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4025322" y="316260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768255" y="5728794"/>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10354886" y="38306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5630767" y="3802756"/>
            <a:ext cx="700150" cy="669925"/>
          </a:xfrm>
          <a:prstGeom prst="donut">
            <a:avLst/>
          </a:prstGeom>
          <a:solidFill>
            <a:schemeClr val="tx1">
              <a:lumMod val="65000"/>
              <a:lumOff val="35000"/>
            </a:schemeClr>
          </a:solidFill>
          <a:ln w="57150"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3244240" y="3802756"/>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10356771" y="316074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785202" y="316074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398675" y="316260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6396788" y="572879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4025319" y="572879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787084" y="5058869"/>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6398674" y="5058869"/>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4025320" y="5058869"/>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10351115" y="51146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3" name="甜甜圈 22"/>
          <p:cNvSpPr/>
          <p:nvPr/>
        </p:nvSpPr>
        <p:spPr bwMode="auto">
          <a:xfrm>
            <a:off x="10353001" y="4472681"/>
            <a:ext cx="700150" cy="669925"/>
          </a:xfrm>
          <a:prstGeom prst="donut">
            <a:avLst/>
          </a:prstGeom>
          <a:solidFill>
            <a:schemeClr val="tx1">
              <a:lumMod val="65000"/>
              <a:lumOff val="35000"/>
            </a:schemeClr>
          </a:solidFill>
          <a:ln w="57150"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10349229"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5" name="矩形 24"/>
          <p:cNvSpPr/>
          <p:nvPr/>
        </p:nvSpPr>
        <p:spPr>
          <a:xfrm>
            <a:off x="743664" y="390385"/>
            <a:ext cx="5119158" cy="769441"/>
          </a:xfrm>
          <a:prstGeom prst="rect">
            <a:avLst/>
          </a:prstGeom>
          <a:noFill/>
        </p:spPr>
        <p:txBody>
          <a:bodyPr wrap="none" lIns="91440" tIns="45720" rIns="91440" bIns="45720">
            <a:spAutoFit/>
          </a:bodyPr>
          <a:lstStyle/>
          <a:p>
            <a:pPr algn="ctr"/>
            <a:r>
              <a:rPr lang="en-US" altLang="zh-TW" sz="440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Thresh={1, 2, 5, </a:t>
            </a:r>
            <a:r>
              <a:rPr lang="en-US" altLang="zh-TW" sz="4400" dirty="0" smtClean="0">
                <a:ln w="0"/>
                <a:solidFill>
                  <a:srgbClr val="92D05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8</a:t>
            </a:r>
            <a:r>
              <a:rPr lang="en-US" altLang="zh-TW" sz="440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a:t>
            </a:r>
            <a:endParaRPr lang="zh-TW" altLang="en-US" sz="4400" dirty="0">
              <a:ln w="0"/>
              <a:solidFill>
                <a:schemeClr val="tx1">
                  <a:lumMod val="65000"/>
                  <a:lumOff val="35000"/>
                </a:schemeClr>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
        <p:nvSpPr>
          <p:cNvPr id="27" name="文字方塊 26"/>
          <p:cNvSpPr txBox="1"/>
          <p:nvPr/>
        </p:nvSpPr>
        <p:spPr>
          <a:xfrm>
            <a:off x="1365337" y="1319626"/>
            <a:ext cx="676405" cy="369332"/>
          </a:xfrm>
          <a:prstGeom prst="rect">
            <a:avLst/>
          </a:prstGeom>
          <a:noFill/>
        </p:spPr>
        <p:txBody>
          <a:bodyPr wrap="square" rtlCol="0">
            <a:spAutoFit/>
          </a:bodyPr>
          <a:lstStyle/>
          <a:p>
            <a:r>
              <a:rPr lang="en-US" altLang="zh-TW" dirty="0"/>
              <a:t>0</a:t>
            </a:r>
            <a:endParaRPr lang="zh-TW" altLang="en-US" dirty="0"/>
          </a:p>
        </p:txBody>
      </p:sp>
      <p:cxnSp>
        <p:nvCxnSpPr>
          <p:cNvPr id="30" name="直線單箭頭接點 29"/>
          <p:cNvCxnSpPr/>
          <p:nvPr/>
        </p:nvCxnSpPr>
        <p:spPr bwMode="auto">
          <a:xfrm flipH="1" flipV="1">
            <a:off x="1880992" y="1688958"/>
            <a:ext cx="2946113" cy="941508"/>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單箭頭接點 27"/>
          <p:cNvCxnSpPr/>
          <p:nvPr/>
        </p:nvCxnSpPr>
        <p:spPr bwMode="auto">
          <a:xfrm flipH="1" flipV="1">
            <a:off x="1880992" y="1848759"/>
            <a:ext cx="2063398" cy="1470639"/>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1" name="減號 30"/>
          <p:cNvSpPr/>
          <p:nvPr/>
        </p:nvSpPr>
        <p:spPr bwMode="auto">
          <a:xfrm rot="16200000">
            <a:off x="710294" y="4327777"/>
            <a:ext cx="5971638" cy="345634"/>
          </a:xfrm>
          <a:prstGeom prst="mathMinus">
            <a:avLst/>
          </a:prstGeom>
          <a:solidFill>
            <a:srgbClr val="92D05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2" name="減號 31"/>
          <p:cNvSpPr/>
          <p:nvPr/>
        </p:nvSpPr>
        <p:spPr bwMode="auto">
          <a:xfrm rot="16200000">
            <a:off x="1500962" y="4327777"/>
            <a:ext cx="5971638" cy="345634"/>
          </a:xfrm>
          <a:prstGeom prst="mathMinus">
            <a:avLst/>
          </a:prstGeom>
          <a:solidFill>
            <a:srgbClr val="92D05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33" name="直線單箭頭接點 32"/>
          <p:cNvCxnSpPr/>
          <p:nvPr/>
        </p:nvCxnSpPr>
        <p:spPr bwMode="auto">
          <a:xfrm flipH="1" flipV="1">
            <a:off x="4725469" y="3432132"/>
            <a:ext cx="1605448" cy="12526"/>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直線單箭頭接點 33"/>
          <p:cNvCxnSpPr/>
          <p:nvPr/>
        </p:nvCxnSpPr>
        <p:spPr bwMode="auto">
          <a:xfrm flipH="1" flipV="1">
            <a:off x="1703540" y="1941534"/>
            <a:ext cx="1553227" cy="1861222"/>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線單箭頭接點 34"/>
          <p:cNvCxnSpPr/>
          <p:nvPr/>
        </p:nvCxnSpPr>
        <p:spPr bwMode="auto">
          <a:xfrm flipH="1">
            <a:off x="4025319" y="4133589"/>
            <a:ext cx="1501936" cy="0"/>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線單箭頭接點 28"/>
          <p:cNvCxnSpPr/>
          <p:nvPr/>
        </p:nvCxnSpPr>
        <p:spPr bwMode="auto">
          <a:xfrm flipH="1">
            <a:off x="6396788" y="4146115"/>
            <a:ext cx="3877172" cy="0"/>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甜甜圈 35"/>
          <p:cNvSpPr/>
          <p:nvPr/>
        </p:nvSpPr>
        <p:spPr bwMode="auto">
          <a:xfrm>
            <a:off x="1164920" y="1159826"/>
            <a:ext cx="716072" cy="688933"/>
          </a:xfrm>
          <a:prstGeom prst="donut">
            <a:avLst/>
          </a:prstGeom>
          <a:no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26" name="直線單箭頭接點 25"/>
          <p:cNvCxnSpPr/>
          <p:nvPr/>
        </p:nvCxnSpPr>
        <p:spPr bwMode="auto">
          <a:xfrm flipH="1" flipV="1">
            <a:off x="6396788" y="4296427"/>
            <a:ext cx="3877172" cy="475989"/>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線單箭頭接點 36"/>
          <p:cNvCxnSpPr/>
          <p:nvPr/>
        </p:nvCxnSpPr>
        <p:spPr bwMode="auto">
          <a:xfrm flipH="1" flipV="1">
            <a:off x="3757809" y="4500596"/>
            <a:ext cx="267510" cy="760336"/>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直線單箭頭接點 37"/>
          <p:cNvCxnSpPr/>
          <p:nvPr/>
        </p:nvCxnSpPr>
        <p:spPr bwMode="auto">
          <a:xfrm flipH="1">
            <a:off x="4827105" y="5386192"/>
            <a:ext cx="1503812" cy="12526"/>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9" name="減號 38"/>
          <p:cNvSpPr/>
          <p:nvPr/>
        </p:nvSpPr>
        <p:spPr bwMode="auto">
          <a:xfrm rot="16200000">
            <a:off x="3859591" y="4327777"/>
            <a:ext cx="5971638" cy="345634"/>
          </a:xfrm>
          <a:prstGeom prst="mathMinus">
            <a:avLst/>
          </a:prstGeom>
          <a:solidFill>
            <a:srgbClr val="92D05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40" name="直線單箭頭接點 39"/>
          <p:cNvCxnSpPr/>
          <p:nvPr/>
        </p:nvCxnSpPr>
        <p:spPr bwMode="auto">
          <a:xfrm flipH="1" flipV="1">
            <a:off x="7137237" y="5393832"/>
            <a:ext cx="1565154" cy="621415"/>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 name="減號 40"/>
          <p:cNvSpPr/>
          <p:nvPr/>
        </p:nvSpPr>
        <p:spPr bwMode="auto">
          <a:xfrm rot="16200000">
            <a:off x="6243185" y="4329820"/>
            <a:ext cx="5971638" cy="345634"/>
          </a:xfrm>
          <a:prstGeom prst="mathMinus">
            <a:avLst/>
          </a:prstGeom>
          <a:solidFill>
            <a:srgbClr val="92D050"/>
          </a:solidFill>
          <a:ln w="9525" cap="flat" cmpd="sng" algn="ctr">
            <a:no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Tree>
    <p:extLst>
      <p:ext uri="{BB962C8B-B14F-4D97-AF65-F5344CB8AC3E}">
        <p14:creationId xmlns:p14="http://schemas.microsoft.com/office/powerpoint/2010/main" val="3132717037"/>
      </p:ext>
    </p:extLst>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extLst>
              <p:ext uri="{D42A27DB-BD31-4B8C-83A1-F6EECF244321}">
                <p14:modId xmlns:p14="http://schemas.microsoft.com/office/powerpoint/2010/main" val="1343464956"/>
              </p:ext>
            </p:extLst>
          </p:nvPr>
        </p:nvGraphicFramePr>
        <p:xfrm>
          <a:off x="1640909" y="1215021"/>
          <a:ext cx="9469692" cy="5135680"/>
        </p:xfrm>
        <a:graphic>
          <a:graphicData uri="http://schemas.openxmlformats.org/drawingml/2006/table">
            <a:tbl>
              <a:tblPr firstRow="1" bandRow="1">
                <a:tableStyleId>{5940675A-B579-460E-94D1-54222C63F5DA}</a:tableStyleId>
              </a:tblPr>
              <a:tblGrid>
                <a:gridCol w="789141"/>
                <a:gridCol w="789141"/>
                <a:gridCol w="789141"/>
                <a:gridCol w="789141"/>
                <a:gridCol w="789141"/>
                <a:gridCol w="789141"/>
                <a:gridCol w="789141"/>
                <a:gridCol w="789141"/>
                <a:gridCol w="789141"/>
                <a:gridCol w="789141"/>
                <a:gridCol w="789141"/>
                <a:gridCol w="789141"/>
              </a:tblGrid>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2</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3</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4</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5</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6</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7</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8</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9</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10</a:t>
                      </a:r>
                      <a:endParaRPr lang="zh-TW" altLang="en-US" dirty="0"/>
                    </a:p>
                  </a:txBody>
                  <a:tcPr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r>
              <a:tr h="641960">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endParaRPr lang="zh-TW" altLang="en-US" dirty="0"/>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c>
                  <a:txBody>
                    <a:bodyPr/>
                    <a:lstStyle/>
                    <a:p>
                      <a:pPr algn="ctr"/>
                      <a:r>
                        <a:rPr lang="en-US" altLang="zh-TW" dirty="0" smtClean="0"/>
                        <a:t>$</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tcPr>
                </a:tc>
              </a:tr>
              <a:tr h="641960">
                <a:tc>
                  <a:txBody>
                    <a:bodyPr/>
                    <a:lstStyle/>
                    <a:p>
                      <a:pPr algn="r"/>
                      <a:r>
                        <a:rPr lang="en-US" altLang="zh-TW" dirty="0" smtClean="0"/>
                        <a:t>1</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a</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2</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3</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c</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1</a:t>
                      </a: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4</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d</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5</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2</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3</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r h="641960">
                <a:tc>
                  <a:txBody>
                    <a:bodyPr/>
                    <a:lstStyle/>
                    <a:p>
                      <a:pPr algn="r"/>
                      <a:r>
                        <a:rPr lang="en-US" altLang="zh-TW" dirty="0" smtClean="0"/>
                        <a:t>6</a:t>
                      </a:r>
                      <a:endParaRPr lang="zh-TW" altLang="en-US" dirty="0"/>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en-US" altLang="zh-TW" dirty="0" smtClean="0"/>
                        <a:t>b</a:t>
                      </a:r>
                      <a:endParaRPr lang="zh-TW" altLang="en-US" dirty="0"/>
                    </a:p>
                  </a:txBody>
                  <a:tcPr anchor="ctr">
                    <a:lnL w="12700" cap="flat" cmpd="sng" algn="ctr">
                      <a:solidFill>
                        <a:schemeClr val="bg1"/>
                      </a:solidFill>
                      <a:prstDash val="solid"/>
                      <a:round/>
                      <a:headEnd type="none" w="med" len="med"/>
                      <a:tailEnd type="none" w="med" len="med"/>
                    </a:lnL>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r>
                        <a:rPr lang="en-US" altLang="zh-TW" sz="1800" kern="1200" dirty="0" smtClean="0">
                          <a:solidFill>
                            <a:schemeClr val="tx1"/>
                          </a:solidFill>
                          <a:latin typeface="+mn-lt"/>
                          <a:ea typeface="+mn-ea"/>
                          <a:cs typeface="+mn-cs"/>
                        </a:rPr>
                        <a:t>4</a:t>
                      </a: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c>
                  <a:txBody>
                    <a:bodyPr/>
                    <a:lstStyle/>
                    <a:p>
                      <a:pPr marL="0" lvl="1" algn="ctr" defTabSz="914400" rtl="0" eaLnBrk="1" latinLnBrk="0" hangingPunct="1">
                        <a:lnSpc>
                          <a:spcPct val="200000"/>
                        </a:lnSpc>
                      </a:pPr>
                      <a:endParaRPr lang="zh-TW" altLang="en-US" sz="1800" kern="1200" dirty="0">
                        <a:solidFill>
                          <a:schemeClr val="tx1"/>
                        </a:solidFill>
                        <a:latin typeface="+mn-lt"/>
                        <a:ea typeface="+mn-ea"/>
                        <a:cs typeface="+mn-cs"/>
                      </a:endParaRPr>
                    </a:p>
                  </a:txBody>
                  <a:tcPr/>
                </a:tc>
              </a:tr>
            </a:tbl>
          </a:graphicData>
        </a:graphic>
      </p:graphicFrame>
      <p:sp>
        <p:nvSpPr>
          <p:cNvPr id="3" name="甜甜圈 2"/>
          <p:cNvSpPr/>
          <p:nvPr/>
        </p:nvSpPr>
        <p:spPr bwMode="auto">
          <a:xfrm>
            <a:off x="4827105"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5" name="甜甜圈 4"/>
          <p:cNvSpPr/>
          <p:nvPr/>
        </p:nvSpPr>
        <p:spPr bwMode="auto">
          <a:xfrm>
            <a:off x="7200458"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6" name="甜甜圈 5"/>
          <p:cNvSpPr/>
          <p:nvPr/>
        </p:nvSpPr>
        <p:spPr bwMode="auto">
          <a:xfrm>
            <a:off x="8002241"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7" name="甜甜圈 6"/>
          <p:cNvSpPr/>
          <p:nvPr/>
        </p:nvSpPr>
        <p:spPr bwMode="auto">
          <a:xfrm>
            <a:off x="9573810"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8" name="甜甜圈 7"/>
          <p:cNvSpPr/>
          <p:nvPr/>
        </p:nvSpPr>
        <p:spPr bwMode="auto">
          <a:xfrm>
            <a:off x="10362419" y="249267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9" name="甜甜圈 8"/>
          <p:cNvSpPr/>
          <p:nvPr/>
        </p:nvSpPr>
        <p:spPr bwMode="auto">
          <a:xfrm>
            <a:off x="4025322" y="316260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0" name="甜甜圈 9"/>
          <p:cNvSpPr/>
          <p:nvPr/>
        </p:nvSpPr>
        <p:spPr bwMode="auto">
          <a:xfrm>
            <a:off x="8768255" y="5728794"/>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1" name="甜甜圈 10"/>
          <p:cNvSpPr/>
          <p:nvPr/>
        </p:nvSpPr>
        <p:spPr bwMode="auto">
          <a:xfrm>
            <a:off x="10354886" y="3830669"/>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2" name="甜甜圈 11"/>
          <p:cNvSpPr/>
          <p:nvPr/>
        </p:nvSpPr>
        <p:spPr bwMode="auto">
          <a:xfrm>
            <a:off x="5630767" y="3802756"/>
            <a:ext cx="700150" cy="669925"/>
          </a:xfrm>
          <a:prstGeom prst="donut">
            <a:avLst/>
          </a:prstGeom>
          <a:solidFill>
            <a:schemeClr val="tx1">
              <a:lumMod val="65000"/>
              <a:lumOff val="35000"/>
            </a:schemeClr>
          </a:solidFill>
          <a:ln w="57150"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3" name="甜甜圈 12"/>
          <p:cNvSpPr/>
          <p:nvPr/>
        </p:nvSpPr>
        <p:spPr bwMode="auto">
          <a:xfrm>
            <a:off x="3244240" y="3802756"/>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4" name="甜甜圈 13"/>
          <p:cNvSpPr/>
          <p:nvPr/>
        </p:nvSpPr>
        <p:spPr bwMode="auto">
          <a:xfrm>
            <a:off x="10356771" y="316074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5" name="甜甜圈 14"/>
          <p:cNvSpPr/>
          <p:nvPr/>
        </p:nvSpPr>
        <p:spPr bwMode="auto">
          <a:xfrm>
            <a:off x="8785202" y="316074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6" name="甜甜圈 15"/>
          <p:cNvSpPr/>
          <p:nvPr/>
        </p:nvSpPr>
        <p:spPr bwMode="auto">
          <a:xfrm>
            <a:off x="6398675" y="316260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7" name="甜甜圈 16"/>
          <p:cNvSpPr/>
          <p:nvPr/>
        </p:nvSpPr>
        <p:spPr bwMode="auto">
          <a:xfrm>
            <a:off x="6396788" y="572879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8" name="甜甜圈 17"/>
          <p:cNvSpPr/>
          <p:nvPr/>
        </p:nvSpPr>
        <p:spPr bwMode="auto">
          <a:xfrm>
            <a:off x="4025319" y="5728794"/>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19" name="甜甜圈 18"/>
          <p:cNvSpPr/>
          <p:nvPr/>
        </p:nvSpPr>
        <p:spPr bwMode="auto">
          <a:xfrm>
            <a:off x="8787084" y="5058869"/>
            <a:ext cx="700150" cy="669925"/>
          </a:xfrm>
          <a:prstGeom prst="donut">
            <a:avLst/>
          </a:prstGeom>
          <a:solidFill>
            <a:schemeClr val="bg1">
              <a:lumMod val="8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0" name="甜甜圈 19"/>
          <p:cNvSpPr/>
          <p:nvPr/>
        </p:nvSpPr>
        <p:spPr bwMode="auto">
          <a:xfrm>
            <a:off x="6398674" y="5058869"/>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1" name="甜甜圈 20"/>
          <p:cNvSpPr/>
          <p:nvPr/>
        </p:nvSpPr>
        <p:spPr bwMode="auto">
          <a:xfrm>
            <a:off x="4025320" y="5058869"/>
            <a:ext cx="700150" cy="669925"/>
          </a:xfrm>
          <a:prstGeom prst="donut">
            <a:avLst/>
          </a:prstGeom>
          <a:solidFill>
            <a:schemeClr val="bg1">
              <a:lumMod val="85000"/>
            </a:schemeClr>
          </a:solid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2" name="甜甜圈 21"/>
          <p:cNvSpPr/>
          <p:nvPr/>
        </p:nvSpPr>
        <p:spPr bwMode="auto">
          <a:xfrm>
            <a:off x="10351115" y="51146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3" name="甜甜圈 22"/>
          <p:cNvSpPr/>
          <p:nvPr/>
        </p:nvSpPr>
        <p:spPr bwMode="auto">
          <a:xfrm>
            <a:off x="10353001" y="4472681"/>
            <a:ext cx="700150" cy="669925"/>
          </a:xfrm>
          <a:prstGeom prst="donut">
            <a:avLst/>
          </a:prstGeom>
          <a:solidFill>
            <a:schemeClr val="tx1">
              <a:lumMod val="65000"/>
              <a:lumOff val="35000"/>
            </a:schemeClr>
          </a:solidFill>
          <a:ln w="57150" cap="flat" cmpd="sng" algn="ctr">
            <a:no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4" name="甜甜圈 23"/>
          <p:cNvSpPr/>
          <p:nvPr/>
        </p:nvSpPr>
        <p:spPr bwMode="auto">
          <a:xfrm>
            <a:off x="10349229" y="5728794"/>
            <a:ext cx="700150" cy="669925"/>
          </a:xfrm>
          <a:prstGeom prst="donut">
            <a:avLst/>
          </a:prstGeom>
          <a:solidFill>
            <a:schemeClr val="tx1">
              <a:lumMod val="65000"/>
              <a:lumOff val="35000"/>
            </a:schemeClr>
          </a:solidFill>
          <a:ln w="952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sp>
        <p:nvSpPr>
          <p:cNvPr id="27" name="文字方塊 26"/>
          <p:cNvSpPr txBox="1"/>
          <p:nvPr/>
        </p:nvSpPr>
        <p:spPr>
          <a:xfrm>
            <a:off x="1365337" y="1319626"/>
            <a:ext cx="676405" cy="369332"/>
          </a:xfrm>
          <a:prstGeom prst="rect">
            <a:avLst/>
          </a:prstGeom>
          <a:noFill/>
        </p:spPr>
        <p:txBody>
          <a:bodyPr wrap="square" rtlCol="0">
            <a:spAutoFit/>
          </a:bodyPr>
          <a:lstStyle/>
          <a:p>
            <a:r>
              <a:rPr lang="en-US" altLang="zh-TW" dirty="0"/>
              <a:t>0</a:t>
            </a:r>
            <a:endParaRPr lang="zh-TW" altLang="en-US" dirty="0"/>
          </a:p>
        </p:txBody>
      </p:sp>
      <p:cxnSp>
        <p:nvCxnSpPr>
          <p:cNvPr id="30" name="直線單箭頭接點 29"/>
          <p:cNvCxnSpPr/>
          <p:nvPr/>
        </p:nvCxnSpPr>
        <p:spPr bwMode="auto">
          <a:xfrm flipH="1" flipV="1">
            <a:off x="1880992" y="1688958"/>
            <a:ext cx="2946113" cy="941508"/>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直線單箭頭接點 27"/>
          <p:cNvCxnSpPr/>
          <p:nvPr/>
        </p:nvCxnSpPr>
        <p:spPr bwMode="auto">
          <a:xfrm flipH="1" flipV="1">
            <a:off x="1880992" y="1848759"/>
            <a:ext cx="2063398" cy="1470639"/>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3" name="直線單箭頭接點 32"/>
          <p:cNvCxnSpPr/>
          <p:nvPr/>
        </p:nvCxnSpPr>
        <p:spPr bwMode="auto">
          <a:xfrm flipH="1" flipV="1">
            <a:off x="4725469" y="3432132"/>
            <a:ext cx="1605448" cy="12526"/>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4" name="直線單箭頭接點 33"/>
          <p:cNvCxnSpPr/>
          <p:nvPr/>
        </p:nvCxnSpPr>
        <p:spPr bwMode="auto">
          <a:xfrm flipH="1" flipV="1">
            <a:off x="1703540" y="1941534"/>
            <a:ext cx="1553227" cy="1861222"/>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線單箭頭接點 34"/>
          <p:cNvCxnSpPr/>
          <p:nvPr/>
        </p:nvCxnSpPr>
        <p:spPr bwMode="auto">
          <a:xfrm flipH="1">
            <a:off x="4025319" y="4133589"/>
            <a:ext cx="1501936" cy="0"/>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線單箭頭接點 28"/>
          <p:cNvCxnSpPr/>
          <p:nvPr/>
        </p:nvCxnSpPr>
        <p:spPr bwMode="auto">
          <a:xfrm flipH="1">
            <a:off x="6396788" y="4146115"/>
            <a:ext cx="3877172" cy="0"/>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6" name="甜甜圈 35"/>
          <p:cNvSpPr/>
          <p:nvPr/>
        </p:nvSpPr>
        <p:spPr bwMode="auto">
          <a:xfrm>
            <a:off x="1164920" y="1159826"/>
            <a:ext cx="716072" cy="688933"/>
          </a:xfrm>
          <a:prstGeom prst="donut">
            <a:avLst/>
          </a:prstGeom>
          <a:noFill/>
          <a:ln w="57150" cap="flat" cmpd="sng" algn="ctr">
            <a:solidFill>
              <a:srgbClr val="92D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TW" altLang="en-US" sz="2400">
              <a:solidFill>
                <a:srgbClr val="000000"/>
              </a:solidFill>
            </a:endParaRPr>
          </a:p>
        </p:txBody>
      </p:sp>
      <p:cxnSp>
        <p:nvCxnSpPr>
          <p:cNvPr id="26" name="直線單箭頭接點 25"/>
          <p:cNvCxnSpPr/>
          <p:nvPr/>
        </p:nvCxnSpPr>
        <p:spPr bwMode="auto">
          <a:xfrm flipH="1" flipV="1">
            <a:off x="6396788" y="4296427"/>
            <a:ext cx="3877172" cy="475989"/>
          </a:xfrm>
          <a:prstGeom prst="straightConnector1">
            <a:avLst/>
          </a:prstGeom>
          <a:solidFill>
            <a:schemeClr val="accent1"/>
          </a:solidFill>
          <a:ln w="9525" cap="flat" cmpd="sng" algn="ctr">
            <a:solidFill>
              <a:schemeClr val="tx1"/>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線單箭頭接點 36"/>
          <p:cNvCxnSpPr/>
          <p:nvPr/>
        </p:nvCxnSpPr>
        <p:spPr bwMode="auto">
          <a:xfrm flipH="1" flipV="1">
            <a:off x="3757809" y="4500596"/>
            <a:ext cx="267510" cy="760336"/>
          </a:xfrm>
          <a:prstGeom prst="straightConnector1">
            <a:avLst/>
          </a:prstGeom>
          <a:solidFill>
            <a:schemeClr val="accent1"/>
          </a:solidFill>
          <a:ln w="76200" cap="flat" cmpd="sng" algn="ctr">
            <a:solidFill>
              <a:srgbClr val="92D05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直線單箭頭接點 37"/>
          <p:cNvCxnSpPr/>
          <p:nvPr/>
        </p:nvCxnSpPr>
        <p:spPr bwMode="auto">
          <a:xfrm flipH="1">
            <a:off x="4827105" y="5386192"/>
            <a:ext cx="1503812" cy="12526"/>
          </a:xfrm>
          <a:prstGeom prst="straightConnector1">
            <a:avLst/>
          </a:prstGeom>
          <a:solidFill>
            <a:schemeClr val="accent1"/>
          </a:solidFill>
          <a:ln w="76200" cap="flat" cmpd="sng" algn="ctr">
            <a:solidFill>
              <a:srgbClr val="92D05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線單箭頭接點 39"/>
          <p:cNvCxnSpPr/>
          <p:nvPr/>
        </p:nvCxnSpPr>
        <p:spPr bwMode="auto">
          <a:xfrm flipH="1" flipV="1">
            <a:off x="7137237" y="5393832"/>
            <a:ext cx="1565154" cy="621415"/>
          </a:xfrm>
          <a:prstGeom prst="straightConnector1">
            <a:avLst/>
          </a:prstGeom>
          <a:solidFill>
            <a:schemeClr val="accent1"/>
          </a:solidFill>
          <a:ln w="76200" cap="flat" cmpd="sng" algn="ctr">
            <a:solidFill>
              <a:srgbClr val="92D05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694692315"/>
      </p:ext>
    </p:extLst>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50390" y="915183"/>
            <a:ext cx="10559441" cy="5078313"/>
          </a:xfrm>
          <a:prstGeom prst="rect">
            <a:avLst/>
          </a:prstGeom>
          <a:noFill/>
        </p:spPr>
        <p:txBody>
          <a:bodyPr wrap="square" lIns="91440" tIns="45720" rIns="91440" bIns="45720">
            <a:spAutoFit/>
          </a:bodyPr>
          <a:lstStyle/>
          <a:p>
            <a:r>
              <a:rPr lang="en-US" altLang="zh-TW" sz="5400" b="0" cap="none" spc="0" dirty="0" smtClean="0">
                <a:ln w="0"/>
                <a:solidFill>
                  <a:schemeClr val="tx1"/>
                </a:solidFill>
                <a:effectLst>
                  <a:outerShdw blurRad="38100" dist="19050" dir="2700000" algn="tl" rotWithShape="0">
                    <a:schemeClr val="dk1">
                      <a:alpha val="40000"/>
                    </a:schemeClr>
                  </a:outerShdw>
                </a:effectLst>
              </a:rPr>
              <a:t>function search(</a:t>
            </a:r>
            <a:r>
              <a:rPr lang="en-US" altLang="zh-TW" sz="5400" b="0" cap="none" spc="0" dirty="0" err="1" smtClean="0">
                <a:ln w="0"/>
                <a:solidFill>
                  <a:schemeClr val="tx1"/>
                </a:solidFill>
                <a:effectLst>
                  <a:outerShdw blurRad="38100" dist="19050" dir="2700000" algn="tl" rotWithShape="0">
                    <a:schemeClr val="dk1">
                      <a:alpha val="40000"/>
                    </a:schemeClr>
                  </a:outerShdw>
                </a:effectLst>
              </a:rPr>
              <a:t>i</a:t>
            </a:r>
            <a:r>
              <a:rPr lang="en-US" altLang="zh-TW" sz="5400" b="0" cap="none" spc="0" dirty="0" smtClean="0">
                <a:ln w="0"/>
                <a:solidFill>
                  <a:schemeClr val="tx1"/>
                </a:solidFill>
                <a:effectLst>
                  <a:outerShdw blurRad="38100" dist="19050" dir="2700000" algn="tl" rotWithShape="0">
                    <a:schemeClr val="dk1">
                      <a:alpha val="40000"/>
                    </a:schemeClr>
                  </a:outerShdw>
                </a:effectLst>
              </a:rPr>
              <a:t>, Thresh)</a:t>
            </a:r>
          </a:p>
          <a:p>
            <a:r>
              <a:rPr lang="en-US" altLang="zh-TW" sz="5400" dirty="0" smtClean="0">
                <a:ln w="0"/>
                <a:effectLst>
                  <a:outerShdw blurRad="38100" dist="19050" dir="2700000" algn="tl" rotWithShape="0">
                    <a:schemeClr val="dk1">
                      <a:alpha val="40000"/>
                    </a:schemeClr>
                  </a:outerShdw>
                </a:effectLst>
              </a:rPr>
              <a:t>{</a:t>
            </a:r>
          </a:p>
          <a:p>
            <a:r>
              <a:rPr lang="en-US" altLang="zh-TW" sz="5400" dirty="0">
                <a:ln w="0"/>
                <a:effectLst>
                  <a:outerShdw blurRad="38100" dist="19050" dir="2700000" algn="tl" rotWithShape="0">
                    <a:schemeClr val="dk1">
                      <a:alpha val="40000"/>
                    </a:schemeClr>
                  </a:outerShdw>
                </a:effectLst>
              </a:rPr>
              <a:t>	</a:t>
            </a:r>
            <a:r>
              <a:rPr lang="en-US" altLang="zh-TW" sz="5400" dirty="0" smtClean="0">
                <a:ln w="0"/>
                <a:effectLst>
                  <a:outerShdw blurRad="38100" dist="19050" dir="2700000" algn="tl" rotWithShape="0">
                    <a:schemeClr val="dk1">
                      <a:alpha val="40000"/>
                    </a:schemeClr>
                  </a:outerShdw>
                </a:effectLst>
              </a:rPr>
              <a:t>return minimal j,</a:t>
            </a:r>
          </a:p>
          <a:p>
            <a:r>
              <a:rPr lang="en-US" altLang="zh-TW" sz="5400" dirty="0">
                <a:ln w="0"/>
                <a:effectLst>
                  <a:outerShdw blurRad="38100" dist="19050" dir="2700000" algn="tl" rotWithShape="0">
                    <a:schemeClr val="dk1">
                      <a:alpha val="40000"/>
                    </a:schemeClr>
                  </a:outerShdw>
                </a:effectLst>
              </a:rPr>
              <a:t>	</a:t>
            </a:r>
            <a:r>
              <a:rPr lang="en-US" altLang="zh-TW" sz="5400" dirty="0" smtClean="0">
                <a:ln w="0"/>
                <a:effectLst>
                  <a:outerShdw blurRad="38100" dist="19050" dir="2700000" algn="tl" rotWithShape="0">
                    <a:schemeClr val="dk1">
                      <a:alpha val="40000"/>
                    </a:schemeClr>
                  </a:outerShdw>
                </a:effectLst>
              </a:rPr>
              <a:t>	where </a:t>
            </a:r>
            <a:r>
              <a:rPr lang="en-US" altLang="zh-TW" sz="5400" dirty="0">
                <a:ln w="0"/>
                <a:effectLst>
                  <a:outerShdw blurRad="38100" dist="19050" dir="2700000" algn="tl" rotWithShape="0">
                    <a:schemeClr val="dk1">
                      <a:alpha val="40000"/>
                    </a:schemeClr>
                  </a:outerShdw>
                </a:effectLst>
              </a:rPr>
              <a:t>j∈ </a:t>
            </a:r>
            <a:r>
              <a:rPr lang="en-US" altLang="zh-TW" sz="5400" dirty="0" smtClean="0">
                <a:ln w="0"/>
                <a:effectLst>
                  <a:outerShdw blurRad="38100" dist="19050" dir="2700000" algn="tl" rotWithShape="0">
                    <a:schemeClr val="dk1">
                      <a:alpha val="40000"/>
                    </a:schemeClr>
                  </a:outerShdw>
                </a:effectLst>
              </a:rPr>
              <a:t>Thresh and </a:t>
            </a:r>
            <a:r>
              <a:rPr lang="en-US" altLang="zh-TW" sz="5400" dirty="0">
                <a:ln w="0"/>
                <a:effectLst>
                  <a:outerShdw blurRad="38100" dist="19050" dir="2700000" algn="tl" rotWithShape="0">
                    <a:schemeClr val="dk1">
                      <a:alpha val="40000"/>
                    </a:schemeClr>
                  </a:outerShdw>
                </a:effectLst>
              </a:rPr>
              <a:t>j</a:t>
            </a:r>
            <a:r>
              <a:rPr lang="en-US" altLang="zh-TW" sz="5400" dirty="0" smtClean="0">
                <a:ln w="0"/>
                <a:effectLst>
                  <a:outerShdw blurRad="38100" dist="19050" dir="2700000" algn="tl" rotWithShape="0">
                    <a:schemeClr val="dk1">
                      <a:alpha val="40000"/>
                    </a:schemeClr>
                  </a:outerShdw>
                </a:effectLst>
              </a:rPr>
              <a:t>≥ </a:t>
            </a:r>
            <a:r>
              <a:rPr lang="en-US" altLang="zh-TW" sz="5400" dirty="0" err="1" smtClean="0">
                <a:ln w="0"/>
                <a:effectLst>
                  <a:outerShdw blurRad="38100" dist="19050" dir="2700000" algn="tl" rotWithShape="0">
                    <a:schemeClr val="dk1">
                      <a:alpha val="40000"/>
                    </a:schemeClr>
                  </a:outerShdw>
                </a:effectLst>
              </a:rPr>
              <a:t>i</a:t>
            </a:r>
            <a:r>
              <a:rPr lang="en-US" altLang="zh-TW" sz="5400" dirty="0">
                <a:ln w="0"/>
                <a:effectLst>
                  <a:outerShdw blurRad="38100" dist="19050" dir="2700000" algn="tl" rotWithShape="0">
                    <a:schemeClr val="dk1">
                      <a:alpha val="40000"/>
                    </a:schemeClr>
                  </a:outerShdw>
                </a:effectLst>
              </a:rPr>
              <a:t>;</a:t>
            </a:r>
            <a:endParaRPr lang="en-US" altLang="zh-TW" sz="5400" dirty="0" smtClean="0">
              <a:ln w="0"/>
              <a:effectLst>
                <a:outerShdw blurRad="38100" dist="19050" dir="2700000" algn="tl" rotWithShape="0">
                  <a:schemeClr val="dk1">
                    <a:alpha val="40000"/>
                  </a:schemeClr>
                </a:outerShdw>
              </a:effectLst>
            </a:endParaRPr>
          </a:p>
          <a:p>
            <a:r>
              <a:rPr lang="en-US" altLang="zh-TW" sz="5400" dirty="0" smtClean="0">
                <a:ln w="0"/>
                <a:effectLst>
                  <a:outerShdw blurRad="38100" dist="19050" dir="2700000" algn="tl" rotWithShape="0">
                    <a:schemeClr val="dk1">
                      <a:alpha val="40000"/>
                    </a:schemeClr>
                  </a:outerShdw>
                </a:effectLst>
              </a:rPr>
              <a:t>}</a:t>
            </a:r>
            <a:endParaRPr lang="en-US" altLang="zh-TW" sz="5400" dirty="0">
              <a:ln w="0"/>
              <a:effectLst>
                <a:outerShdw blurRad="38100" dist="19050" dir="2700000" algn="tl" rotWithShape="0">
                  <a:schemeClr val="dk1">
                    <a:alpha val="40000"/>
                  </a:schemeClr>
                </a:outerShdw>
              </a:effectLst>
            </a:endParaRPr>
          </a:p>
          <a:p>
            <a:pPr algn="ctr"/>
            <a:endParaRPr lang="en-US" altLang="zh-TW" sz="5400" dirty="0" smtClean="0">
              <a:ln w="0"/>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628731975"/>
      </p:ext>
    </p:extLst>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02956" y="1301374"/>
            <a:ext cx="10377328" cy="3416320"/>
          </a:xfrm>
          <a:prstGeom prst="rect">
            <a:avLst/>
          </a:prstGeom>
          <a:noFill/>
        </p:spPr>
        <p:txBody>
          <a:bodyPr wrap="none" lIns="91440" tIns="45720" rIns="91440" bIns="45720">
            <a:spAutoFit/>
          </a:bodyPr>
          <a:lstStyle/>
          <a:p>
            <a:r>
              <a:rPr lang="en-US" altLang="zh-TW" sz="5400" b="0" cap="none" spc="0" dirty="0" smtClean="0">
                <a:ln w="0"/>
                <a:solidFill>
                  <a:schemeClr val="tx1"/>
                </a:solidFill>
                <a:effectLst>
                  <a:outerShdw blurRad="38100" dist="19050" dir="2700000" algn="tl" rotWithShape="0">
                    <a:schemeClr val="dk1">
                      <a:alpha val="40000"/>
                    </a:schemeClr>
                  </a:outerShdw>
                </a:effectLst>
                <a:latin typeface="Californian FB" panose="0207040306080B030204" pitchFamily="18" charset="0"/>
              </a:rPr>
              <a:t>Theorem:</a:t>
            </a:r>
          </a:p>
          <a:p>
            <a:r>
              <a:rPr lang="en-US" altLang="zh-TW" sz="5400" dirty="0" smtClean="0">
                <a:ln w="0"/>
                <a:effectLst>
                  <a:outerShdw blurRad="38100" dist="19050" dir="2700000" algn="tl" rotWithShape="0">
                    <a:schemeClr val="dk1">
                      <a:alpha val="40000"/>
                    </a:schemeClr>
                  </a:outerShdw>
                </a:effectLst>
              </a:rPr>
              <a:t>	In handling all nontrivial rows,</a:t>
            </a:r>
          </a:p>
          <a:p>
            <a:r>
              <a:rPr lang="en-US" altLang="zh-TW" sz="5400" dirty="0" smtClean="0">
                <a:ln w="0"/>
                <a:effectLst>
                  <a:outerShdw blurRad="38100" dist="19050" dir="2700000" algn="tl" rotWithShape="0">
                    <a:schemeClr val="dk1">
                      <a:alpha val="40000"/>
                    </a:schemeClr>
                  </a:outerShdw>
                </a:effectLst>
              </a:rPr>
              <a:t>	HS1 performs </a:t>
            </a:r>
            <a:r>
              <a:rPr lang="el-GR" altLang="zh-TW" sz="5400" dirty="0" smtClean="0">
                <a:ln w="0"/>
                <a:effectLst>
                  <a:outerShdw blurRad="38100" dist="19050" dir="2700000" algn="tl" rotWithShape="0">
                    <a:schemeClr val="dk1">
                      <a:alpha val="40000"/>
                    </a:schemeClr>
                  </a:outerShdw>
                </a:effectLst>
              </a:rPr>
              <a:t>Θ</a:t>
            </a:r>
            <a:r>
              <a:rPr lang="en-US" altLang="zh-TW" sz="5400" dirty="0" smtClean="0">
                <a:ln w="0"/>
                <a:effectLst>
                  <a:outerShdw blurRad="38100" dist="19050" dir="2700000" algn="tl" rotWithShape="0">
                    <a:schemeClr val="dk1">
                      <a:alpha val="40000"/>
                    </a:schemeClr>
                  </a:outerShdw>
                </a:effectLst>
              </a:rPr>
              <a:t>(d) searches,</a:t>
            </a:r>
          </a:p>
          <a:p>
            <a:r>
              <a:rPr lang="en-US" altLang="zh-TW" sz="5400" dirty="0">
                <a:ln w="0"/>
                <a:effectLst>
                  <a:outerShdw blurRad="38100" dist="19050" dir="2700000" algn="tl" rotWithShape="0">
                    <a:schemeClr val="dk1">
                      <a:alpha val="40000"/>
                    </a:schemeClr>
                  </a:outerShdw>
                </a:effectLst>
              </a:rPr>
              <a:t>	</a:t>
            </a:r>
            <a:r>
              <a:rPr lang="en-US" altLang="zh-TW" sz="5400" dirty="0" smtClean="0">
                <a:ln w="0"/>
                <a:effectLst>
                  <a:outerShdw blurRad="38100" dist="19050" dir="2700000" algn="tl" rotWithShape="0">
                    <a:schemeClr val="dk1">
                      <a:alpha val="40000"/>
                    </a:schemeClr>
                  </a:outerShdw>
                </a:effectLst>
              </a:rPr>
              <a:t>insertions and deletions.</a:t>
            </a:r>
            <a:endParaRPr lang="zh-TW" altLang="en-US" sz="54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3010089794"/>
      </p:ext>
    </p:extLst>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769475" y="1702207"/>
            <a:ext cx="4552849" cy="1754326"/>
          </a:xfrm>
          <a:prstGeom prst="rect">
            <a:avLst/>
          </a:prstGeom>
          <a:noFill/>
        </p:spPr>
        <p:txBody>
          <a:bodyPr wrap="none" lIns="91440" tIns="45720" rIns="91440" bIns="45720">
            <a:spAutoFit/>
          </a:bodyPr>
          <a:lstStyle/>
          <a:p>
            <a:pPr algn="ctr"/>
            <a:r>
              <a:rPr lang="en-US" altLang="zh-TW" sz="5400" dirty="0" smtClean="0">
                <a:ln w="0"/>
                <a:solidFill>
                  <a:srgbClr val="000000"/>
                </a:solidFill>
                <a:effectLst>
                  <a:outerShdw blurRad="38100" dist="19050" dir="2700000" algn="tl" rotWithShape="0">
                    <a:srgbClr val="000000">
                      <a:alpha val="40000"/>
                    </a:srgbClr>
                  </a:outerShdw>
                </a:effectLst>
              </a:rPr>
              <a:t>HS1</a:t>
            </a:r>
          </a:p>
          <a:p>
            <a:pPr algn="ctr"/>
            <a:endParaRPr lang="en-US" altLang="zh-TW" sz="1600" dirty="0" smtClean="0">
              <a:ln w="0"/>
              <a:solidFill>
                <a:srgbClr val="000000"/>
              </a:solidFill>
              <a:effectLst>
                <a:outerShdw blurRad="38100" dist="19050" dir="2700000" algn="tl" rotWithShape="0">
                  <a:srgbClr val="000000">
                    <a:alpha val="40000"/>
                  </a:srgbClr>
                </a:outerShdw>
              </a:effectLst>
            </a:endParaRPr>
          </a:p>
          <a:p>
            <a:pPr algn="ctr"/>
            <a:r>
              <a:rPr lang="pt-BR" altLang="zh-TW" sz="3800" dirty="0" smtClean="0">
                <a:ln w="0"/>
                <a:solidFill>
                  <a:srgbClr val="000000"/>
                </a:solidFill>
                <a:effectLst>
                  <a:outerShdw blurRad="38100" dist="19050" dir="2700000" algn="tl" rotWithShape="0">
                    <a:srgbClr val="000000">
                      <a:alpha val="40000"/>
                    </a:srgbClr>
                  </a:outerShdw>
                </a:effectLst>
              </a:rPr>
              <a:t>O(d </a:t>
            </a:r>
            <a:r>
              <a:rPr lang="pt-BR" altLang="zh-TW" sz="3800" dirty="0">
                <a:ln w="0"/>
                <a:solidFill>
                  <a:srgbClr val="00B050"/>
                </a:solidFill>
                <a:effectLst>
                  <a:outerShdw blurRad="38100" dist="19050" dir="2700000" algn="tl" rotWithShape="0">
                    <a:srgbClr val="000000">
                      <a:alpha val="40000"/>
                    </a:srgbClr>
                  </a:outerShdw>
                </a:effectLst>
              </a:rPr>
              <a:t>log n</a:t>
            </a:r>
            <a:r>
              <a:rPr lang="pt-BR" altLang="zh-TW" sz="3800" dirty="0">
                <a:ln w="0"/>
                <a:solidFill>
                  <a:srgbClr val="000000"/>
                </a:solidFill>
                <a:effectLst>
                  <a:outerShdw blurRad="38100" dist="19050" dir="2700000" algn="tl" rotWithShape="0">
                    <a:srgbClr val="000000">
                      <a:alpha val="40000"/>
                    </a:srgbClr>
                  </a:outerShdw>
                </a:effectLst>
              </a:rPr>
              <a:t> </a:t>
            </a:r>
            <a:r>
              <a:rPr lang="pt-BR" altLang="zh-TW" sz="3800" dirty="0" smtClean="0">
                <a:ln w="0"/>
                <a:solidFill>
                  <a:srgbClr val="000000"/>
                </a:solidFill>
                <a:effectLst>
                  <a:outerShdw blurRad="38100" dist="19050" dir="2700000" algn="tl" rotWithShape="0">
                    <a:srgbClr val="000000">
                      <a:alpha val="40000"/>
                    </a:srgbClr>
                  </a:outerShdw>
                </a:effectLst>
              </a:rPr>
              <a:t>+ n log s)</a:t>
            </a:r>
            <a:endParaRPr lang="pt-BR" altLang="zh-TW" sz="3800" dirty="0">
              <a:ln w="0"/>
              <a:solidFill>
                <a:srgbClr val="000000"/>
              </a:solidFill>
              <a:effectLst>
                <a:outerShdw blurRad="38100" dist="19050" dir="2700000" algn="tl" rotWithShape="0">
                  <a:srgbClr val="000000">
                    <a:alpha val="40000"/>
                  </a:srgbClr>
                </a:outerShdw>
              </a:effectLst>
            </a:endParaRPr>
          </a:p>
        </p:txBody>
      </p:sp>
      <p:cxnSp>
        <p:nvCxnSpPr>
          <p:cNvPr id="4" name="直線單箭頭接點 3"/>
          <p:cNvCxnSpPr/>
          <p:nvPr/>
        </p:nvCxnSpPr>
        <p:spPr bwMode="auto">
          <a:xfrm flipH="1" flipV="1">
            <a:off x="5732749" y="3563543"/>
            <a:ext cx="313150" cy="695307"/>
          </a:xfrm>
          <a:prstGeom prst="straightConnector1">
            <a:avLst/>
          </a:prstGeom>
          <a:solidFill>
            <a:schemeClr val="accent1"/>
          </a:solidFill>
          <a:ln w="57150" cap="flat" cmpd="sng" algn="ctr">
            <a:solidFill>
              <a:srgbClr val="00B05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 name="矩形 5"/>
          <p:cNvSpPr/>
          <p:nvPr/>
        </p:nvSpPr>
        <p:spPr>
          <a:xfrm>
            <a:off x="6226071" y="4258850"/>
            <a:ext cx="4675126" cy="707886"/>
          </a:xfrm>
          <a:prstGeom prst="rect">
            <a:avLst/>
          </a:prstGeom>
          <a:noFill/>
        </p:spPr>
        <p:txBody>
          <a:bodyPr wrap="none" lIns="91440" tIns="45720" rIns="91440" bIns="45720">
            <a:spAutoFit/>
          </a:bodyPr>
          <a:lstStyle/>
          <a:p>
            <a:pPr algn="ctr"/>
            <a:r>
              <a:rPr lang="en-US" altLang="zh-TW" sz="4000" b="0" cap="none" spc="0" dirty="0" smtClean="0">
                <a:ln w="0"/>
                <a:solidFill>
                  <a:srgbClr val="00B050"/>
                </a:solidFill>
                <a:effectLst>
                  <a:outerShdw blurRad="38100" dist="19050" dir="2700000" algn="tl" rotWithShape="0">
                    <a:schemeClr val="dk1">
                      <a:alpha val="40000"/>
                    </a:schemeClr>
                  </a:outerShdw>
                </a:effectLst>
              </a:rPr>
              <a:t>2-3 tree </a:t>
            </a:r>
            <a:r>
              <a:rPr lang="en-US" altLang="zh-TW" sz="3200" b="0" cap="none" spc="0" dirty="0" smtClean="0">
                <a:ln w="0"/>
                <a:solidFill>
                  <a:srgbClr val="00B050"/>
                </a:solidFill>
                <a:effectLst>
                  <a:outerShdw blurRad="38100" dist="19050" dir="2700000" algn="tl" rotWithShape="0">
                    <a:schemeClr val="dk1">
                      <a:alpha val="40000"/>
                    </a:schemeClr>
                  </a:outerShdw>
                </a:effectLst>
              </a:rPr>
              <a:t>or</a:t>
            </a:r>
            <a:r>
              <a:rPr lang="en-US" altLang="zh-TW" sz="4000" b="0" cap="none" spc="0" dirty="0" smtClean="0">
                <a:ln w="0"/>
                <a:solidFill>
                  <a:srgbClr val="00B050"/>
                </a:solidFill>
                <a:effectLst>
                  <a:outerShdw blurRad="38100" dist="19050" dir="2700000" algn="tl" rotWithShape="0">
                    <a:schemeClr val="dk1">
                      <a:alpha val="40000"/>
                    </a:schemeClr>
                  </a:outerShdw>
                </a:effectLst>
              </a:rPr>
              <a:t> AVL tree</a:t>
            </a:r>
            <a:endParaRPr lang="zh-TW" altLang="en-US" sz="4000" b="0" cap="none" spc="0" dirty="0">
              <a:ln w="0"/>
              <a:solidFill>
                <a:srgbClr val="00B050"/>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441645775"/>
      </p:ext>
    </p:extLst>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769475" y="1702207"/>
            <a:ext cx="4552849" cy="1754326"/>
          </a:xfrm>
          <a:prstGeom prst="rect">
            <a:avLst/>
          </a:prstGeom>
          <a:noFill/>
        </p:spPr>
        <p:txBody>
          <a:bodyPr wrap="none" lIns="91440" tIns="45720" rIns="91440" bIns="45720">
            <a:spAutoFit/>
          </a:bodyPr>
          <a:lstStyle/>
          <a:p>
            <a:pPr algn="ctr"/>
            <a:r>
              <a:rPr lang="en-US" altLang="zh-TW" sz="5400" dirty="0" smtClean="0">
                <a:ln w="0"/>
                <a:solidFill>
                  <a:srgbClr val="000000"/>
                </a:solidFill>
                <a:effectLst>
                  <a:outerShdw blurRad="38100" dist="19050" dir="2700000" algn="tl" rotWithShape="0">
                    <a:srgbClr val="000000">
                      <a:alpha val="40000"/>
                    </a:srgbClr>
                  </a:outerShdw>
                </a:effectLst>
              </a:rPr>
              <a:t>HS1</a:t>
            </a:r>
          </a:p>
          <a:p>
            <a:pPr algn="ctr"/>
            <a:endParaRPr lang="en-US" altLang="zh-TW" sz="1600" dirty="0" smtClean="0">
              <a:ln w="0"/>
              <a:solidFill>
                <a:srgbClr val="000000"/>
              </a:solidFill>
              <a:effectLst>
                <a:outerShdw blurRad="38100" dist="19050" dir="2700000" algn="tl" rotWithShape="0">
                  <a:srgbClr val="000000">
                    <a:alpha val="40000"/>
                  </a:srgbClr>
                </a:outerShdw>
              </a:effectLst>
            </a:endParaRPr>
          </a:p>
          <a:p>
            <a:pPr algn="ctr"/>
            <a:r>
              <a:rPr lang="pt-BR" altLang="zh-TW" sz="3800" dirty="0" smtClean="0">
                <a:ln w="0"/>
                <a:solidFill>
                  <a:srgbClr val="000000"/>
                </a:solidFill>
                <a:effectLst>
                  <a:outerShdw blurRad="38100" dist="19050" dir="2700000" algn="tl" rotWithShape="0">
                    <a:srgbClr val="000000">
                      <a:alpha val="40000"/>
                    </a:srgbClr>
                  </a:outerShdw>
                </a:effectLst>
              </a:rPr>
              <a:t>O(d </a:t>
            </a:r>
            <a:r>
              <a:rPr lang="pt-BR" altLang="zh-TW" sz="3800" dirty="0">
                <a:ln w="0"/>
                <a:effectLst>
                  <a:outerShdw blurRad="38100" dist="19050" dir="2700000" algn="tl" rotWithShape="0">
                    <a:srgbClr val="000000">
                      <a:alpha val="40000"/>
                    </a:srgbClr>
                  </a:outerShdw>
                </a:effectLst>
              </a:rPr>
              <a:t>log n </a:t>
            </a:r>
            <a:r>
              <a:rPr lang="pt-BR" altLang="zh-TW" sz="3800" dirty="0" smtClean="0">
                <a:ln w="0"/>
                <a:solidFill>
                  <a:srgbClr val="000000"/>
                </a:solidFill>
                <a:effectLst>
                  <a:outerShdw blurRad="38100" dist="19050" dir="2700000" algn="tl" rotWithShape="0">
                    <a:srgbClr val="000000">
                      <a:alpha val="40000"/>
                    </a:srgbClr>
                  </a:outerShdw>
                </a:effectLst>
              </a:rPr>
              <a:t>+ n log s)</a:t>
            </a:r>
            <a:endParaRPr lang="pt-BR" altLang="zh-TW" sz="3800" dirty="0">
              <a:ln w="0"/>
              <a:solidFill>
                <a:srgbClr val="000000"/>
              </a:solidFill>
              <a:effectLst>
                <a:outerShdw blurRad="38100" dist="19050" dir="2700000" algn="tl" rotWithShape="0">
                  <a:srgbClr val="000000">
                    <a:alpha val="40000"/>
                  </a:srgbClr>
                </a:outerShdw>
              </a:effectLst>
            </a:endParaRPr>
          </a:p>
        </p:txBody>
      </p:sp>
      <p:grpSp>
        <p:nvGrpSpPr>
          <p:cNvPr id="5" name="群組 4"/>
          <p:cNvGrpSpPr/>
          <p:nvPr/>
        </p:nvGrpSpPr>
        <p:grpSpPr>
          <a:xfrm rot="7105921" flipH="1" flipV="1">
            <a:off x="3444496" y="3875312"/>
            <a:ext cx="845457" cy="95286"/>
            <a:chOff x="5460302" y="-663879"/>
            <a:chExt cx="1315233" cy="263046"/>
          </a:xfrm>
          <a:noFill/>
        </p:grpSpPr>
        <p:sp>
          <p:nvSpPr>
            <p:cNvPr id="7" name="手繪多邊形 6"/>
            <p:cNvSpPr/>
            <p:nvPr/>
          </p:nvSpPr>
          <p:spPr bwMode="auto">
            <a:xfrm>
              <a:off x="5460302" y="-663879"/>
              <a:ext cx="1315233" cy="263046"/>
            </a:xfrm>
            <a:custGeom>
              <a:avLst/>
              <a:gdLst>
                <a:gd name="connsiteX0" fmla="*/ 0 w 1315233"/>
                <a:gd name="connsiteY0" fmla="*/ 263046 h 263046"/>
                <a:gd name="connsiteX1" fmla="*/ 626301 w 1315233"/>
                <a:gd name="connsiteY1" fmla="*/ 0 h 263046"/>
                <a:gd name="connsiteX2" fmla="*/ 1315233 w 1315233"/>
                <a:gd name="connsiteY2" fmla="*/ 263046 h 263046"/>
              </a:gdLst>
              <a:ahLst/>
              <a:cxnLst>
                <a:cxn ang="0">
                  <a:pos x="connsiteX0" y="connsiteY0"/>
                </a:cxn>
                <a:cxn ang="0">
                  <a:pos x="connsiteX1" y="connsiteY1"/>
                </a:cxn>
                <a:cxn ang="0">
                  <a:pos x="connsiteX2" y="connsiteY2"/>
                </a:cxn>
              </a:cxnLst>
              <a:rect l="l" t="t" r="r" b="b"/>
              <a:pathLst>
                <a:path w="1315233" h="263046">
                  <a:moveTo>
                    <a:pt x="0" y="263046"/>
                  </a:moveTo>
                  <a:cubicBezTo>
                    <a:pt x="203548" y="131523"/>
                    <a:pt x="407096" y="0"/>
                    <a:pt x="626301" y="0"/>
                  </a:cubicBezTo>
                  <a:cubicBezTo>
                    <a:pt x="845506" y="0"/>
                    <a:pt x="1198323" y="215030"/>
                    <a:pt x="1315233" y="263046"/>
                  </a:cubicBezTo>
                </a:path>
              </a:pathLst>
            </a:custGeom>
            <a:grpFill/>
            <a:ln w="38100" cap="flat" cmpd="sng" algn="ctr">
              <a:solidFill>
                <a:srgbClr val="00B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8" name="直線接點 7"/>
            <p:cNvCxnSpPr/>
            <p:nvPr/>
          </p:nvCxnSpPr>
          <p:spPr bwMode="auto">
            <a:xfrm flipH="1">
              <a:off x="5460302" y="-588723"/>
              <a:ext cx="28705" cy="175364"/>
            </a:xfrm>
            <a:prstGeom prst="line">
              <a:avLst/>
            </a:prstGeom>
            <a:grpFill/>
            <a:ln w="38100" cap="flat" cmpd="sng" algn="ctr">
              <a:solidFill>
                <a:srgbClr val="00B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直線接點 8"/>
            <p:cNvCxnSpPr>
              <a:stCxn id="7" idx="0"/>
            </p:cNvCxnSpPr>
            <p:nvPr/>
          </p:nvCxnSpPr>
          <p:spPr bwMode="auto">
            <a:xfrm>
              <a:off x="5460302" y="-400833"/>
              <a:ext cx="237994" cy="0"/>
            </a:xfrm>
            <a:prstGeom prst="line">
              <a:avLst/>
            </a:prstGeom>
            <a:grpFill/>
            <a:ln w="38100" cap="flat" cmpd="sng" algn="ctr">
              <a:solidFill>
                <a:srgbClr val="00B05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 name="矩形 1"/>
          <p:cNvSpPr/>
          <p:nvPr/>
        </p:nvSpPr>
        <p:spPr>
          <a:xfrm>
            <a:off x="1411496" y="4526027"/>
            <a:ext cx="7715574" cy="646331"/>
          </a:xfrm>
          <a:prstGeom prst="rect">
            <a:avLst/>
          </a:prstGeom>
          <a:noFill/>
        </p:spPr>
        <p:txBody>
          <a:bodyPr wrap="none" lIns="91440" tIns="45720" rIns="91440" bIns="45720">
            <a:spAutoFit/>
          </a:bodyPr>
          <a:lstStyle/>
          <a:p>
            <a:pPr algn="ctr"/>
            <a:r>
              <a:rPr lang="pt-BR" altLang="zh-TW" sz="3600" dirty="0">
                <a:ln w="0"/>
                <a:solidFill>
                  <a:srgbClr val="000000"/>
                </a:solidFill>
                <a:effectLst>
                  <a:outerShdw blurRad="38100" dist="19050" dir="2700000" algn="tl" rotWithShape="0">
                    <a:srgbClr val="000000">
                      <a:alpha val="40000"/>
                    </a:srgbClr>
                  </a:outerShdw>
                </a:effectLst>
              </a:rPr>
              <a:t>O(m log n + d log(2mn/d) + n log s)</a:t>
            </a:r>
          </a:p>
        </p:txBody>
      </p:sp>
      <p:sp>
        <p:nvSpPr>
          <p:cNvPr id="10" name="矩形 9"/>
          <p:cNvSpPr/>
          <p:nvPr/>
        </p:nvSpPr>
        <p:spPr>
          <a:xfrm>
            <a:off x="4517587" y="3607333"/>
            <a:ext cx="4359335" cy="707886"/>
          </a:xfrm>
          <a:prstGeom prst="rect">
            <a:avLst/>
          </a:prstGeom>
          <a:noFill/>
        </p:spPr>
        <p:txBody>
          <a:bodyPr wrap="none" lIns="91440" tIns="45720" rIns="91440" bIns="45720">
            <a:spAutoFit/>
          </a:bodyPr>
          <a:lstStyle/>
          <a:p>
            <a:pPr algn="ctr"/>
            <a:r>
              <a:rPr lang="en-US" altLang="zh-TW" sz="4000" b="0" cap="none" spc="0" dirty="0" smtClean="0">
                <a:ln w="0"/>
                <a:solidFill>
                  <a:srgbClr val="00B050"/>
                </a:solidFill>
                <a:effectLst>
                  <a:outerShdw blurRad="38100" dist="19050" dir="2700000" algn="tl" rotWithShape="0">
                    <a:schemeClr val="dk1">
                      <a:alpha val="40000"/>
                    </a:schemeClr>
                  </a:outerShdw>
                </a:effectLst>
                <a:latin typeface="Algerian" panose="04020705040A02060702" pitchFamily="82" charset="0"/>
              </a:rPr>
              <a:t>C</a:t>
            </a:r>
            <a:r>
              <a:rPr lang="en-US" altLang="zh-TW" sz="4000" b="0" cap="none" spc="0" dirty="0" smtClean="0">
                <a:ln w="0"/>
                <a:solidFill>
                  <a:srgbClr val="00B050"/>
                </a:solidFill>
                <a:effectLst>
                  <a:outerShdw blurRad="38100" dist="19050" dir="2700000" algn="tl" rotWithShape="0">
                    <a:schemeClr val="dk1">
                      <a:alpha val="40000"/>
                    </a:schemeClr>
                  </a:outerShdw>
                </a:effectLst>
              </a:rPr>
              <a:t>haracteristic Tree</a:t>
            </a:r>
            <a:endParaRPr lang="zh-TW" altLang="en-US" sz="4000" b="0" cap="none" spc="0" dirty="0">
              <a:ln w="0"/>
              <a:solidFill>
                <a:srgbClr val="00B050"/>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71484469"/>
      </p:ext>
    </p:extLst>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134364" y="1702207"/>
            <a:ext cx="5823069" cy="1169551"/>
          </a:xfrm>
          <a:prstGeom prst="rect">
            <a:avLst/>
          </a:prstGeom>
          <a:noFill/>
        </p:spPr>
        <p:txBody>
          <a:bodyPr wrap="none" lIns="91440" tIns="45720" rIns="91440" bIns="45720">
            <a:spAutoFit/>
          </a:bodyPr>
          <a:lstStyle/>
          <a:p>
            <a:pPr algn="ctr"/>
            <a:r>
              <a:rPr lang="en-US" altLang="zh-TW" sz="5400" dirty="0" smtClean="0">
                <a:ln w="0"/>
                <a:solidFill>
                  <a:srgbClr val="000000"/>
                </a:solidFill>
                <a:effectLst>
                  <a:outerShdw blurRad="38100" dist="19050" dir="2700000" algn="tl" rotWithShape="0">
                    <a:srgbClr val="000000">
                      <a:alpha val="40000"/>
                    </a:srgbClr>
                  </a:outerShdw>
                </a:effectLst>
                <a:latin typeface="Algerian" panose="04020705040A02060702" pitchFamily="82" charset="0"/>
              </a:rPr>
              <a:t>C</a:t>
            </a:r>
            <a:r>
              <a:rPr lang="en-US" altLang="zh-TW" sz="5400" dirty="0" smtClean="0">
                <a:ln w="0"/>
                <a:solidFill>
                  <a:srgbClr val="000000"/>
                </a:solidFill>
                <a:effectLst>
                  <a:outerShdw blurRad="38100" dist="19050" dir="2700000" algn="tl" rotWithShape="0">
                    <a:srgbClr val="000000">
                      <a:alpha val="40000"/>
                    </a:srgbClr>
                  </a:outerShdw>
                </a:effectLst>
              </a:rPr>
              <a:t>haracteristic Tree</a:t>
            </a:r>
          </a:p>
          <a:p>
            <a:pPr algn="ctr"/>
            <a:endParaRPr lang="en-US" altLang="zh-TW" sz="1600" dirty="0" smtClean="0">
              <a:ln w="0"/>
              <a:solidFill>
                <a:srgbClr val="000000"/>
              </a:solidFill>
              <a:effectLst>
                <a:outerShdw blurRad="38100" dist="19050" dir="2700000" algn="tl" rotWithShape="0">
                  <a:srgbClr val="000000">
                    <a:alpha val="40000"/>
                  </a:srgbClr>
                </a:outerShdw>
              </a:effectLst>
            </a:endParaRPr>
          </a:p>
        </p:txBody>
      </p:sp>
    </p:spTree>
    <p:extLst>
      <p:ext uri="{BB962C8B-B14F-4D97-AF65-F5344CB8AC3E}">
        <p14:creationId xmlns:p14="http://schemas.microsoft.com/office/powerpoint/2010/main" val="2837062718"/>
      </p:ext>
    </p:extLst>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1" name="直線接點 150"/>
          <p:cNvCxnSpPr>
            <a:stCxn id="64" idx="3"/>
            <a:endCxn id="67" idx="1"/>
          </p:cNvCxnSpPr>
          <p:nvPr/>
        </p:nvCxnSpPr>
        <p:spPr bwMode="auto">
          <a:xfrm>
            <a:off x="2885903" y="3467622"/>
            <a:ext cx="1971906"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矩形 3"/>
          <p:cNvSpPr/>
          <p:nvPr/>
        </p:nvSpPr>
        <p:spPr bwMode="auto">
          <a:xfrm>
            <a:off x="1766171" y="5248406"/>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5" name="矩形 4"/>
          <p:cNvSpPr/>
          <p:nvPr/>
        </p:nvSpPr>
        <p:spPr bwMode="auto">
          <a:xfrm>
            <a:off x="2326037"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 name="矩形 5"/>
          <p:cNvSpPr/>
          <p:nvPr/>
        </p:nvSpPr>
        <p:spPr bwMode="auto">
          <a:xfrm>
            <a:off x="5675800"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 name="矩形 6"/>
          <p:cNvSpPr/>
          <p:nvPr/>
        </p:nvSpPr>
        <p:spPr bwMode="auto">
          <a:xfrm>
            <a:off x="5118293"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8" name="矩形 7"/>
          <p:cNvSpPr/>
          <p:nvPr/>
        </p:nvSpPr>
        <p:spPr bwMode="auto">
          <a:xfrm>
            <a:off x="2885903" y="5248406"/>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9" name="矩形 8"/>
          <p:cNvSpPr/>
          <p:nvPr/>
        </p:nvSpPr>
        <p:spPr bwMode="auto">
          <a:xfrm>
            <a:off x="3445769"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0" name="矩形 9"/>
          <p:cNvSpPr/>
          <p:nvPr/>
        </p:nvSpPr>
        <p:spPr bwMode="auto">
          <a:xfrm>
            <a:off x="4560785"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1" name="矩形 10"/>
          <p:cNvSpPr/>
          <p:nvPr/>
        </p:nvSpPr>
        <p:spPr bwMode="auto">
          <a:xfrm>
            <a:off x="4003277"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8" name="矩形 17"/>
          <p:cNvSpPr/>
          <p:nvPr/>
        </p:nvSpPr>
        <p:spPr bwMode="auto">
          <a:xfrm>
            <a:off x="6233308"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9" name="矩形 18"/>
          <p:cNvSpPr/>
          <p:nvPr/>
        </p:nvSpPr>
        <p:spPr bwMode="auto">
          <a:xfrm>
            <a:off x="6793174"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0" name="矩形 19"/>
          <p:cNvSpPr/>
          <p:nvPr/>
        </p:nvSpPr>
        <p:spPr bwMode="auto">
          <a:xfrm>
            <a:off x="10142937"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1" name="矩形 20"/>
          <p:cNvSpPr/>
          <p:nvPr/>
        </p:nvSpPr>
        <p:spPr bwMode="auto">
          <a:xfrm>
            <a:off x="9585430"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2" name="矩形 21"/>
          <p:cNvSpPr/>
          <p:nvPr/>
        </p:nvSpPr>
        <p:spPr bwMode="auto">
          <a:xfrm>
            <a:off x="7353040"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3" name="矩形 22"/>
          <p:cNvSpPr/>
          <p:nvPr/>
        </p:nvSpPr>
        <p:spPr bwMode="auto">
          <a:xfrm>
            <a:off x="7912906"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4" name="矩形 23"/>
          <p:cNvSpPr/>
          <p:nvPr/>
        </p:nvSpPr>
        <p:spPr bwMode="auto">
          <a:xfrm>
            <a:off x="9027922"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5" name="矩形 24"/>
          <p:cNvSpPr/>
          <p:nvPr/>
        </p:nvSpPr>
        <p:spPr bwMode="auto">
          <a:xfrm>
            <a:off x="8470414"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6" name="矩形 25"/>
          <p:cNvSpPr/>
          <p:nvPr/>
        </p:nvSpPr>
        <p:spPr bwMode="auto">
          <a:xfrm>
            <a:off x="2029013"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7" name="矩形 26"/>
          <p:cNvSpPr/>
          <p:nvPr/>
        </p:nvSpPr>
        <p:spPr bwMode="auto">
          <a:xfrm>
            <a:off x="3148745"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8" name="矩形 27"/>
          <p:cNvSpPr/>
          <p:nvPr/>
        </p:nvSpPr>
        <p:spPr bwMode="auto">
          <a:xfrm>
            <a:off x="4263761"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9" name="矩形 28"/>
          <p:cNvSpPr/>
          <p:nvPr/>
        </p:nvSpPr>
        <p:spPr bwMode="auto">
          <a:xfrm>
            <a:off x="5383493"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0" name="矩形 29"/>
          <p:cNvSpPr/>
          <p:nvPr/>
        </p:nvSpPr>
        <p:spPr bwMode="auto">
          <a:xfrm>
            <a:off x="6496150"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1" name="矩形 30"/>
          <p:cNvSpPr/>
          <p:nvPr/>
        </p:nvSpPr>
        <p:spPr bwMode="auto">
          <a:xfrm>
            <a:off x="7615882"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2" name="矩形 31"/>
          <p:cNvSpPr/>
          <p:nvPr/>
        </p:nvSpPr>
        <p:spPr bwMode="auto">
          <a:xfrm>
            <a:off x="8730898"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3" name="矩形 32"/>
          <p:cNvSpPr/>
          <p:nvPr/>
        </p:nvSpPr>
        <p:spPr bwMode="auto">
          <a:xfrm>
            <a:off x="9850630"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38" name="群組 37"/>
          <p:cNvGrpSpPr/>
          <p:nvPr/>
        </p:nvGrpSpPr>
        <p:grpSpPr>
          <a:xfrm>
            <a:off x="1901890" y="4636717"/>
            <a:ext cx="559866" cy="611689"/>
            <a:chOff x="1914683" y="4636717"/>
            <a:chExt cx="559866" cy="611689"/>
          </a:xfrm>
        </p:grpSpPr>
        <p:cxnSp>
          <p:nvCxnSpPr>
            <p:cNvPr id="35" name="直線接點 34"/>
            <p:cNvCxnSpPr>
              <a:stCxn id="26" idx="2"/>
              <a:endCxn id="4" idx="0"/>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線接點 36"/>
            <p:cNvCxnSpPr>
              <a:stCxn id="26" idx="2"/>
              <a:endCxn id="5" idx="0"/>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9" name="群組 38"/>
          <p:cNvGrpSpPr/>
          <p:nvPr/>
        </p:nvGrpSpPr>
        <p:grpSpPr>
          <a:xfrm>
            <a:off x="3018504" y="4636717"/>
            <a:ext cx="559866" cy="611689"/>
            <a:chOff x="1914683" y="4636717"/>
            <a:chExt cx="559866" cy="611689"/>
          </a:xfrm>
        </p:grpSpPr>
        <p:cxnSp>
          <p:nvCxnSpPr>
            <p:cNvPr id="40" name="直線接點 39"/>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線接點 40"/>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3" name="群組 42"/>
          <p:cNvGrpSpPr/>
          <p:nvPr/>
        </p:nvGrpSpPr>
        <p:grpSpPr>
          <a:xfrm>
            <a:off x="4134720" y="4636717"/>
            <a:ext cx="559866" cy="611689"/>
            <a:chOff x="1914683" y="4636717"/>
            <a:chExt cx="559866" cy="611689"/>
          </a:xfrm>
        </p:grpSpPr>
        <p:cxnSp>
          <p:nvCxnSpPr>
            <p:cNvPr id="44" name="直線接點 43"/>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線接點 44"/>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9" name="群組 48"/>
          <p:cNvGrpSpPr/>
          <p:nvPr/>
        </p:nvGrpSpPr>
        <p:grpSpPr>
          <a:xfrm>
            <a:off x="5246176" y="4636717"/>
            <a:ext cx="559866" cy="611689"/>
            <a:chOff x="1914683" y="4636717"/>
            <a:chExt cx="559866" cy="611689"/>
          </a:xfrm>
        </p:grpSpPr>
        <p:cxnSp>
          <p:nvCxnSpPr>
            <p:cNvPr id="50" name="直線接點 49"/>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線接點 50"/>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2" name="群組 51"/>
          <p:cNvGrpSpPr/>
          <p:nvPr/>
        </p:nvGrpSpPr>
        <p:grpSpPr>
          <a:xfrm>
            <a:off x="6362154" y="4636715"/>
            <a:ext cx="559866" cy="611689"/>
            <a:chOff x="1914683" y="4636717"/>
            <a:chExt cx="559866" cy="611689"/>
          </a:xfrm>
        </p:grpSpPr>
        <p:cxnSp>
          <p:nvCxnSpPr>
            <p:cNvPr id="53" name="直線接點 52"/>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直線接點 53"/>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5" name="群組 54"/>
          <p:cNvGrpSpPr/>
          <p:nvPr/>
        </p:nvGrpSpPr>
        <p:grpSpPr>
          <a:xfrm>
            <a:off x="7479744" y="4636714"/>
            <a:ext cx="559866" cy="611689"/>
            <a:chOff x="1914683" y="4636717"/>
            <a:chExt cx="559866" cy="611689"/>
          </a:xfrm>
        </p:grpSpPr>
        <p:cxnSp>
          <p:nvCxnSpPr>
            <p:cNvPr id="56" name="直線接點 55"/>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直線接點 56"/>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8" name="群組 57"/>
          <p:cNvGrpSpPr/>
          <p:nvPr/>
        </p:nvGrpSpPr>
        <p:grpSpPr>
          <a:xfrm>
            <a:off x="8596707" y="4636714"/>
            <a:ext cx="559866" cy="611689"/>
            <a:chOff x="1914683" y="4636717"/>
            <a:chExt cx="559866" cy="611689"/>
          </a:xfrm>
        </p:grpSpPr>
        <p:cxnSp>
          <p:nvCxnSpPr>
            <p:cNvPr id="59" name="直線接點 58"/>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直線接點 59"/>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61" name="群組 60"/>
          <p:cNvGrpSpPr/>
          <p:nvPr/>
        </p:nvGrpSpPr>
        <p:grpSpPr>
          <a:xfrm>
            <a:off x="9713670" y="4636714"/>
            <a:ext cx="559866" cy="611689"/>
            <a:chOff x="1914683" y="4636717"/>
            <a:chExt cx="559866" cy="611689"/>
          </a:xfrm>
        </p:grpSpPr>
        <p:cxnSp>
          <p:nvCxnSpPr>
            <p:cNvPr id="62" name="直線接點 61"/>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直線接點 62"/>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4" name="矩形 63"/>
          <p:cNvSpPr/>
          <p:nvPr/>
        </p:nvSpPr>
        <p:spPr bwMode="auto">
          <a:xfrm>
            <a:off x="2588879" y="3273469"/>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7" name="矩形 66"/>
          <p:cNvSpPr/>
          <p:nvPr/>
        </p:nvSpPr>
        <p:spPr bwMode="auto">
          <a:xfrm>
            <a:off x="4857809" y="3273469"/>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9" name="矩形 68"/>
          <p:cNvSpPr/>
          <p:nvPr/>
        </p:nvSpPr>
        <p:spPr bwMode="auto">
          <a:xfrm>
            <a:off x="7088940" y="3273469"/>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1" name="矩形 70"/>
          <p:cNvSpPr/>
          <p:nvPr/>
        </p:nvSpPr>
        <p:spPr bwMode="auto">
          <a:xfrm>
            <a:off x="9321172" y="3273469"/>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2" name="矩形 71"/>
          <p:cNvSpPr/>
          <p:nvPr/>
        </p:nvSpPr>
        <p:spPr bwMode="auto">
          <a:xfrm>
            <a:off x="3706253" y="2260949"/>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3" name="矩形 72"/>
          <p:cNvSpPr/>
          <p:nvPr/>
        </p:nvSpPr>
        <p:spPr bwMode="auto">
          <a:xfrm>
            <a:off x="8209930" y="2260949"/>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4" name="矩形 73"/>
          <p:cNvSpPr/>
          <p:nvPr/>
        </p:nvSpPr>
        <p:spPr bwMode="auto">
          <a:xfrm>
            <a:off x="5806042" y="1244253"/>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85" name="群組 84"/>
          <p:cNvGrpSpPr/>
          <p:nvPr/>
        </p:nvGrpSpPr>
        <p:grpSpPr>
          <a:xfrm>
            <a:off x="4412273" y="3661775"/>
            <a:ext cx="1119732" cy="586636"/>
            <a:chOff x="4412273" y="3661775"/>
            <a:chExt cx="1119732" cy="586636"/>
          </a:xfrm>
        </p:grpSpPr>
        <p:cxnSp>
          <p:nvCxnSpPr>
            <p:cNvPr id="78" name="直線接點 77"/>
            <p:cNvCxnSpPr>
              <a:endCxn id="28" idx="0"/>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直線接點 78"/>
            <p:cNvCxnSpPr>
              <a:endCxn id="29" idx="0"/>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6" name="群組 85"/>
          <p:cNvGrpSpPr/>
          <p:nvPr/>
        </p:nvGrpSpPr>
        <p:grpSpPr>
          <a:xfrm>
            <a:off x="2172809" y="3663862"/>
            <a:ext cx="1119732" cy="586636"/>
            <a:chOff x="4412273" y="3661775"/>
            <a:chExt cx="1119732" cy="586636"/>
          </a:xfrm>
        </p:grpSpPr>
        <p:cxnSp>
          <p:nvCxnSpPr>
            <p:cNvPr id="87" name="直線接點 86"/>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直線接點 87"/>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9" name="群組 88"/>
          <p:cNvGrpSpPr/>
          <p:nvPr/>
        </p:nvGrpSpPr>
        <p:grpSpPr>
          <a:xfrm>
            <a:off x="6673970" y="3661775"/>
            <a:ext cx="1119732" cy="586636"/>
            <a:chOff x="4412273" y="3661775"/>
            <a:chExt cx="1119732" cy="586636"/>
          </a:xfrm>
        </p:grpSpPr>
        <p:cxnSp>
          <p:nvCxnSpPr>
            <p:cNvPr id="90" name="直線接點 89"/>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直線接點 90"/>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92" name="群組 91"/>
          <p:cNvGrpSpPr/>
          <p:nvPr/>
        </p:nvGrpSpPr>
        <p:grpSpPr>
          <a:xfrm>
            <a:off x="8909818" y="3661775"/>
            <a:ext cx="1119732" cy="586636"/>
            <a:chOff x="4412273" y="3661775"/>
            <a:chExt cx="1119732" cy="586636"/>
          </a:xfrm>
        </p:grpSpPr>
        <p:cxnSp>
          <p:nvCxnSpPr>
            <p:cNvPr id="93" name="直線接點 92"/>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直線接點 93"/>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96" name="直線接點 95"/>
          <p:cNvCxnSpPr>
            <a:endCxn id="69" idx="0"/>
          </p:cNvCxnSpPr>
          <p:nvPr/>
        </p:nvCxnSpPr>
        <p:spPr bwMode="auto">
          <a:xfrm flipH="1">
            <a:off x="7237452" y="2667000"/>
            <a:ext cx="1140027" cy="60646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直線接點 96"/>
          <p:cNvCxnSpPr>
            <a:endCxn id="71" idx="0"/>
          </p:cNvCxnSpPr>
          <p:nvPr/>
        </p:nvCxnSpPr>
        <p:spPr bwMode="auto">
          <a:xfrm>
            <a:off x="8377478" y="2667000"/>
            <a:ext cx="1092206" cy="60646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直線接點 98"/>
          <p:cNvCxnSpPr>
            <a:endCxn id="64" idx="0"/>
          </p:cNvCxnSpPr>
          <p:nvPr/>
        </p:nvCxnSpPr>
        <p:spPr bwMode="auto">
          <a:xfrm flipH="1">
            <a:off x="2737391" y="2665957"/>
            <a:ext cx="1120913" cy="607512"/>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直線接點 99"/>
          <p:cNvCxnSpPr>
            <a:endCxn id="67" idx="0"/>
          </p:cNvCxnSpPr>
          <p:nvPr/>
        </p:nvCxnSpPr>
        <p:spPr bwMode="auto">
          <a:xfrm>
            <a:off x="3858303" y="2665957"/>
            <a:ext cx="1148018" cy="607512"/>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直線接點 111"/>
          <p:cNvCxnSpPr>
            <a:endCxn id="72" idx="0"/>
          </p:cNvCxnSpPr>
          <p:nvPr/>
        </p:nvCxnSpPr>
        <p:spPr bwMode="auto">
          <a:xfrm flipH="1">
            <a:off x="3854765" y="1650304"/>
            <a:ext cx="2100968" cy="610645"/>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3" name="直線接點 112"/>
          <p:cNvCxnSpPr>
            <a:endCxn id="73" idx="0"/>
          </p:cNvCxnSpPr>
          <p:nvPr/>
        </p:nvCxnSpPr>
        <p:spPr bwMode="auto">
          <a:xfrm>
            <a:off x="5955733" y="1650304"/>
            <a:ext cx="2402709" cy="610645"/>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6" name="矩形 115"/>
          <p:cNvSpPr/>
          <p:nvPr/>
        </p:nvSpPr>
        <p:spPr>
          <a:xfrm>
            <a:off x="6058452" y="998300"/>
            <a:ext cx="1463862"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(13, 62)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7" name="矩形 116"/>
          <p:cNvSpPr/>
          <p:nvPr/>
        </p:nvSpPr>
        <p:spPr>
          <a:xfrm>
            <a:off x="4003277" y="1881520"/>
            <a:ext cx="1242008"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(7, 13)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8" name="矩形 117"/>
          <p:cNvSpPr/>
          <p:nvPr/>
        </p:nvSpPr>
        <p:spPr>
          <a:xfrm>
            <a:off x="9580755" y="2944402"/>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(53, 62)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0" name="矩形 119"/>
          <p:cNvSpPr/>
          <p:nvPr/>
        </p:nvSpPr>
        <p:spPr>
          <a:xfrm flipH="1">
            <a:off x="7420163" y="2923918"/>
            <a:ext cx="1396471" cy="523220"/>
          </a:xfrm>
          <a:prstGeom prst="rect">
            <a:avLst/>
          </a:prstGeom>
          <a:noFill/>
          <a:ln>
            <a:noFill/>
          </a:ln>
        </p:spPr>
        <p:txBody>
          <a:bodyPr wrap="squar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(28, 41)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1" name="矩形 120"/>
          <p:cNvSpPr/>
          <p:nvPr/>
        </p:nvSpPr>
        <p:spPr>
          <a:xfrm>
            <a:off x="2930775" y="2923918"/>
            <a:ext cx="1072730"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(5, 7)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2" name="矩形 121"/>
          <p:cNvSpPr/>
          <p:nvPr/>
        </p:nvSpPr>
        <p:spPr>
          <a:xfrm>
            <a:off x="5121640" y="2923918"/>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(11, 13)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3" name="矩形 122"/>
          <p:cNvSpPr/>
          <p:nvPr/>
        </p:nvSpPr>
        <p:spPr>
          <a:xfrm>
            <a:off x="8470414" y="1881520"/>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(41, 62)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4" name="矩形 123"/>
          <p:cNvSpPr/>
          <p:nvPr/>
        </p:nvSpPr>
        <p:spPr>
          <a:xfrm>
            <a:off x="1724567" y="5636710"/>
            <a:ext cx="380232"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5" name="矩形 124"/>
          <p:cNvSpPr/>
          <p:nvPr/>
        </p:nvSpPr>
        <p:spPr>
          <a:xfrm>
            <a:off x="2280009" y="5636710"/>
            <a:ext cx="380232" cy="523220"/>
          </a:xfrm>
          <a:prstGeom prst="rect">
            <a:avLst/>
          </a:prstGeom>
          <a:noFill/>
          <a:ln>
            <a:noFill/>
          </a:ln>
        </p:spPr>
        <p:txBody>
          <a:bodyPr wrap="none" lIns="91440" tIns="45720" rIns="91440" bIns="45720">
            <a:spAutoFit/>
          </a:bodyPr>
          <a:lstStyle/>
          <a:p>
            <a:pPr algn="ctr"/>
            <a:r>
              <a:rPr lang="en-US" altLang="zh-TW" sz="2800" dirty="0">
                <a:ln w="0"/>
                <a:effectLst>
                  <a:outerShdw blurRad="38100" dist="19050" dir="2700000" algn="tl" rotWithShape="0">
                    <a:schemeClr val="dk1">
                      <a:alpha val="40000"/>
                    </a:schemeClr>
                  </a:outerShdw>
                </a:effectLst>
              </a:rPr>
              <a:t>5</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6" name="矩形 125"/>
          <p:cNvSpPr/>
          <p:nvPr/>
        </p:nvSpPr>
        <p:spPr>
          <a:xfrm>
            <a:off x="2835451" y="5634625"/>
            <a:ext cx="380232"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6</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7" name="矩形 126"/>
          <p:cNvSpPr/>
          <p:nvPr/>
        </p:nvSpPr>
        <p:spPr>
          <a:xfrm>
            <a:off x="3399448" y="5634624"/>
            <a:ext cx="380232"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8" name="矩形 127"/>
          <p:cNvSpPr/>
          <p:nvPr/>
        </p:nvSpPr>
        <p:spPr>
          <a:xfrm>
            <a:off x="3977821" y="5634624"/>
            <a:ext cx="380232" cy="523220"/>
          </a:xfrm>
          <a:prstGeom prst="rect">
            <a:avLst/>
          </a:prstGeom>
          <a:noFill/>
          <a:ln>
            <a:noFill/>
          </a:ln>
        </p:spPr>
        <p:txBody>
          <a:bodyPr wrap="none" lIns="91440" tIns="45720" rIns="91440" bIns="45720">
            <a:spAutoFit/>
          </a:bodyPr>
          <a:lstStyle/>
          <a:p>
            <a:pPr algn="ctr"/>
            <a:r>
              <a:rPr lang="en-US" altLang="zh-TW" sz="2800" dirty="0">
                <a:ln w="0"/>
                <a:effectLst>
                  <a:outerShdw blurRad="38100" dist="19050" dir="2700000" algn="tl" rotWithShape="0">
                    <a:schemeClr val="dk1">
                      <a:alpha val="40000"/>
                    </a:schemeClr>
                  </a:outerShdw>
                </a:effectLst>
              </a:rPr>
              <a:t>9</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9" name="矩形 128"/>
          <p:cNvSpPr/>
          <p:nvPr/>
        </p:nvSpPr>
        <p:spPr>
          <a:xfrm>
            <a:off x="4438489"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11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0" name="矩形 129"/>
          <p:cNvSpPr/>
          <p:nvPr/>
        </p:nvSpPr>
        <p:spPr>
          <a:xfrm>
            <a:off x="4993931"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12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1" name="矩形 130"/>
          <p:cNvSpPr/>
          <p:nvPr/>
        </p:nvSpPr>
        <p:spPr>
          <a:xfrm>
            <a:off x="5549373" y="5632539"/>
            <a:ext cx="575799"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2" name="矩形 131"/>
          <p:cNvSpPr/>
          <p:nvPr/>
        </p:nvSpPr>
        <p:spPr>
          <a:xfrm>
            <a:off x="6113370"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20</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3" name="矩形 132"/>
          <p:cNvSpPr/>
          <p:nvPr/>
        </p:nvSpPr>
        <p:spPr>
          <a:xfrm>
            <a:off x="6691743" y="5632538"/>
            <a:ext cx="575799"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28</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4" name="矩形 133"/>
          <p:cNvSpPr/>
          <p:nvPr/>
        </p:nvSpPr>
        <p:spPr>
          <a:xfrm>
            <a:off x="7202850"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29</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5" name="矩形 134"/>
          <p:cNvSpPr/>
          <p:nvPr/>
        </p:nvSpPr>
        <p:spPr>
          <a:xfrm>
            <a:off x="7758292"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41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6" name="矩形 135"/>
          <p:cNvSpPr/>
          <p:nvPr/>
        </p:nvSpPr>
        <p:spPr>
          <a:xfrm>
            <a:off x="8313734" y="5632539"/>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42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7" name="矩形 136"/>
          <p:cNvSpPr/>
          <p:nvPr/>
        </p:nvSpPr>
        <p:spPr>
          <a:xfrm>
            <a:off x="8877731"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53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8" name="矩形 137"/>
          <p:cNvSpPr/>
          <p:nvPr/>
        </p:nvSpPr>
        <p:spPr>
          <a:xfrm>
            <a:off x="9456104"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58</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9" name="矩形 138"/>
          <p:cNvSpPr/>
          <p:nvPr/>
        </p:nvSpPr>
        <p:spPr>
          <a:xfrm>
            <a:off x="10061513"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cxnSp>
        <p:nvCxnSpPr>
          <p:cNvPr id="143" name="直線接點 142"/>
          <p:cNvCxnSpPr>
            <a:stCxn id="26" idx="3"/>
            <a:endCxn id="27" idx="1"/>
          </p:cNvCxnSpPr>
          <p:nvPr/>
        </p:nvCxnSpPr>
        <p:spPr bwMode="auto">
          <a:xfrm>
            <a:off x="2326037"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 name="直線接點 143"/>
          <p:cNvCxnSpPr/>
          <p:nvPr/>
        </p:nvCxnSpPr>
        <p:spPr bwMode="auto">
          <a:xfrm>
            <a:off x="3445769"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 name="直線接點 144"/>
          <p:cNvCxnSpPr/>
          <p:nvPr/>
        </p:nvCxnSpPr>
        <p:spPr bwMode="auto">
          <a:xfrm>
            <a:off x="4560785"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直線接點 145"/>
          <p:cNvCxnSpPr/>
          <p:nvPr/>
        </p:nvCxnSpPr>
        <p:spPr bwMode="auto">
          <a:xfrm>
            <a:off x="6773508"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直線接點 146"/>
          <p:cNvCxnSpPr/>
          <p:nvPr/>
        </p:nvCxnSpPr>
        <p:spPr bwMode="auto">
          <a:xfrm>
            <a:off x="7920348"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直線接點 147"/>
          <p:cNvCxnSpPr/>
          <p:nvPr/>
        </p:nvCxnSpPr>
        <p:spPr bwMode="auto">
          <a:xfrm>
            <a:off x="9022383"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 name="直線接點 148"/>
          <p:cNvCxnSpPr/>
          <p:nvPr/>
        </p:nvCxnSpPr>
        <p:spPr bwMode="auto">
          <a:xfrm>
            <a:off x="5702016"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 name="直線接點 152"/>
          <p:cNvCxnSpPr>
            <a:stCxn id="67" idx="3"/>
            <a:endCxn id="69" idx="1"/>
          </p:cNvCxnSpPr>
          <p:nvPr/>
        </p:nvCxnSpPr>
        <p:spPr bwMode="auto">
          <a:xfrm>
            <a:off x="5154833" y="3467622"/>
            <a:ext cx="1934107"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 name="直線接點 153"/>
          <p:cNvCxnSpPr>
            <a:stCxn id="69" idx="3"/>
            <a:endCxn id="71" idx="1"/>
          </p:cNvCxnSpPr>
          <p:nvPr/>
        </p:nvCxnSpPr>
        <p:spPr bwMode="auto">
          <a:xfrm>
            <a:off x="7385964" y="3467622"/>
            <a:ext cx="19352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0" name="直線接點 159"/>
          <p:cNvCxnSpPr>
            <a:stCxn id="72" idx="3"/>
            <a:endCxn id="73" idx="1"/>
          </p:cNvCxnSpPr>
          <p:nvPr/>
        </p:nvCxnSpPr>
        <p:spPr bwMode="auto">
          <a:xfrm>
            <a:off x="4003277" y="2455102"/>
            <a:ext cx="4206653" cy="0"/>
          </a:xfrm>
          <a:prstGeom prst="line">
            <a:avLst/>
          </a:prstGeom>
          <a:solidFill>
            <a:schemeClr val="accent1"/>
          </a:solidFill>
          <a:ln w="38100" cap="flat" cmpd="sng" algn="ctr">
            <a:solidFill>
              <a:schemeClr val="bg2">
                <a:lumMod val="50000"/>
                <a:lumOff val="50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4157891892"/>
      </p:ext>
    </p:extLst>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1" name="直線接點 150"/>
          <p:cNvCxnSpPr>
            <a:stCxn id="64" idx="3"/>
            <a:endCxn id="67" idx="1"/>
          </p:cNvCxnSpPr>
          <p:nvPr/>
        </p:nvCxnSpPr>
        <p:spPr bwMode="auto">
          <a:xfrm>
            <a:off x="2885903" y="3467622"/>
            <a:ext cx="1971906"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矩形 3"/>
          <p:cNvSpPr/>
          <p:nvPr/>
        </p:nvSpPr>
        <p:spPr bwMode="auto">
          <a:xfrm>
            <a:off x="1766171" y="5248406"/>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5" name="矩形 4"/>
          <p:cNvSpPr/>
          <p:nvPr/>
        </p:nvSpPr>
        <p:spPr bwMode="auto">
          <a:xfrm>
            <a:off x="2326037"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 name="矩形 5"/>
          <p:cNvSpPr/>
          <p:nvPr/>
        </p:nvSpPr>
        <p:spPr bwMode="auto">
          <a:xfrm>
            <a:off x="5675800"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 name="矩形 6"/>
          <p:cNvSpPr/>
          <p:nvPr/>
        </p:nvSpPr>
        <p:spPr bwMode="auto">
          <a:xfrm>
            <a:off x="5118293"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8" name="矩形 7"/>
          <p:cNvSpPr/>
          <p:nvPr/>
        </p:nvSpPr>
        <p:spPr bwMode="auto">
          <a:xfrm>
            <a:off x="2885903" y="5248406"/>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9" name="矩形 8"/>
          <p:cNvSpPr/>
          <p:nvPr/>
        </p:nvSpPr>
        <p:spPr bwMode="auto">
          <a:xfrm>
            <a:off x="3445769"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0" name="矩形 9"/>
          <p:cNvSpPr/>
          <p:nvPr/>
        </p:nvSpPr>
        <p:spPr bwMode="auto">
          <a:xfrm>
            <a:off x="4560785"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1" name="矩形 10"/>
          <p:cNvSpPr/>
          <p:nvPr/>
        </p:nvSpPr>
        <p:spPr bwMode="auto">
          <a:xfrm>
            <a:off x="4003277"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8" name="矩形 17"/>
          <p:cNvSpPr/>
          <p:nvPr/>
        </p:nvSpPr>
        <p:spPr bwMode="auto">
          <a:xfrm>
            <a:off x="6233308"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9" name="矩形 18"/>
          <p:cNvSpPr/>
          <p:nvPr/>
        </p:nvSpPr>
        <p:spPr bwMode="auto">
          <a:xfrm>
            <a:off x="6793174" y="5248404"/>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0" name="矩形 19"/>
          <p:cNvSpPr/>
          <p:nvPr/>
        </p:nvSpPr>
        <p:spPr bwMode="auto">
          <a:xfrm>
            <a:off x="10142937"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1" name="矩形 20"/>
          <p:cNvSpPr/>
          <p:nvPr/>
        </p:nvSpPr>
        <p:spPr bwMode="auto">
          <a:xfrm>
            <a:off x="9585430"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2" name="矩形 21"/>
          <p:cNvSpPr/>
          <p:nvPr/>
        </p:nvSpPr>
        <p:spPr bwMode="auto">
          <a:xfrm>
            <a:off x="7353040"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3" name="矩形 22"/>
          <p:cNvSpPr/>
          <p:nvPr/>
        </p:nvSpPr>
        <p:spPr bwMode="auto">
          <a:xfrm>
            <a:off x="7912906" y="5248404"/>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4" name="矩形 23"/>
          <p:cNvSpPr/>
          <p:nvPr/>
        </p:nvSpPr>
        <p:spPr bwMode="auto">
          <a:xfrm>
            <a:off x="9027922" y="5248404"/>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5" name="矩形 24"/>
          <p:cNvSpPr/>
          <p:nvPr/>
        </p:nvSpPr>
        <p:spPr bwMode="auto">
          <a:xfrm>
            <a:off x="8470414"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6" name="矩形 25"/>
          <p:cNvSpPr/>
          <p:nvPr/>
        </p:nvSpPr>
        <p:spPr bwMode="auto">
          <a:xfrm>
            <a:off x="2029013"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7" name="矩形 26"/>
          <p:cNvSpPr/>
          <p:nvPr/>
        </p:nvSpPr>
        <p:spPr bwMode="auto">
          <a:xfrm>
            <a:off x="3148745"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8" name="矩形 27"/>
          <p:cNvSpPr/>
          <p:nvPr/>
        </p:nvSpPr>
        <p:spPr bwMode="auto">
          <a:xfrm>
            <a:off x="4263761"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9" name="矩形 28"/>
          <p:cNvSpPr/>
          <p:nvPr/>
        </p:nvSpPr>
        <p:spPr bwMode="auto">
          <a:xfrm>
            <a:off x="5383493"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0" name="矩形 29"/>
          <p:cNvSpPr/>
          <p:nvPr/>
        </p:nvSpPr>
        <p:spPr bwMode="auto">
          <a:xfrm>
            <a:off x="6496150"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1" name="矩形 30"/>
          <p:cNvSpPr/>
          <p:nvPr/>
        </p:nvSpPr>
        <p:spPr bwMode="auto">
          <a:xfrm>
            <a:off x="7615882"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2" name="矩形 31"/>
          <p:cNvSpPr/>
          <p:nvPr/>
        </p:nvSpPr>
        <p:spPr bwMode="auto">
          <a:xfrm>
            <a:off x="8730898"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3" name="矩形 32"/>
          <p:cNvSpPr/>
          <p:nvPr/>
        </p:nvSpPr>
        <p:spPr bwMode="auto">
          <a:xfrm>
            <a:off x="9850630"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38" name="群組 37"/>
          <p:cNvGrpSpPr/>
          <p:nvPr/>
        </p:nvGrpSpPr>
        <p:grpSpPr>
          <a:xfrm>
            <a:off x="1901890" y="4636717"/>
            <a:ext cx="559866" cy="611689"/>
            <a:chOff x="1914683" y="4636717"/>
            <a:chExt cx="559866" cy="611689"/>
          </a:xfrm>
        </p:grpSpPr>
        <p:cxnSp>
          <p:nvCxnSpPr>
            <p:cNvPr id="35" name="直線接點 34"/>
            <p:cNvCxnSpPr>
              <a:stCxn id="26" idx="2"/>
              <a:endCxn id="4" idx="0"/>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線接點 36"/>
            <p:cNvCxnSpPr>
              <a:stCxn id="26" idx="2"/>
              <a:endCxn id="5" idx="0"/>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9" name="群組 38"/>
          <p:cNvGrpSpPr/>
          <p:nvPr/>
        </p:nvGrpSpPr>
        <p:grpSpPr>
          <a:xfrm>
            <a:off x="3018504" y="4636717"/>
            <a:ext cx="559866" cy="611689"/>
            <a:chOff x="1914683" y="4636717"/>
            <a:chExt cx="559866" cy="611689"/>
          </a:xfrm>
        </p:grpSpPr>
        <p:cxnSp>
          <p:nvCxnSpPr>
            <p:cNvPr id="40" name="直線接點 39"/>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線接點 40"/>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3" name="群組 42"/>
          <p:cNvGrpSpPr/>
          <p:nvPr/>
        </p:nvGrpSpPr>
        <p:grpSpPr>
          <a:xfrm>
            <a:off x="4134720" y="4636717"/>
            <a:ext cx="559866" cy="611689"/>
            <a:chOff x="1914683" y="4636717"/>
            <a:chExt cx="559866" cy="611689"/>
          </a:xfrm>
        </p:grpSpPr>
        <p:cxnSp>
          <p:nvCxnSpPr>
            <p:cNvPr id="44" name="直線接點 43"/>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線接點 44"/>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9" name="群組 48"/>
          <p:cNvGrpSpPr/>
          <p:nvPr/>
        </p:nvGrpSpPr>
        <p:grpSpPr>
          <a:xfrm>
            <a:off x="5246176" y="4636717"/>
            <a:ext cx="559866" cy="611689"/>
            <a:chOff x="1914683" y="4636717"/>
            <a:chExt cx="559866" cy="611689"/>
          </a:xfrm>
        </p:grpSpPr>
        <p:cxnSp>
          <p:nvCxnSpPr>
            <p:cNvPr id="50" name="直線接點 49"/>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線接點 50"/>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2" name="群組 51"/>
          <p:cNvGrpSpPr/>
          <p:nvPr/>
        </p:nvGrpSpPr>
        <p:grpSpPr>
          <a:xfrm>
            <a:off x="6362154" y="4636715"/>
            <a:ext cx="559866" cy="611689"/>
            <a:chOff x="1914683" y="4636717"/>
            <a:chExt cx="559866" cy="611689"/>
          </a:xfrm>
        </p:grpSpPr>
        <p:cxnSp>
          <p:nvCxnSpPr>
            <p:cNvPr id="53" name="直線接點 52"/>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直線接點 53"/>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5" name="群組 54"/>
          <p:cNvGrpSpPr/>
          <p:nvPr/>
        </p:nvGrpSpPr>
        <p:grpSpPr>
          <a:xfrm>
            <a:off x="7479744" y="4636714"/>
            <a:ext cx="559866" cy="611689"/>
            <a:chOff x="1914683" y="4636717"/>
            <a:chExt cx="559866" cy="611689"/>
          </a:xfrm>
        </p:grpSpPr>
        <p:cxnSp>
          <p:nvCxnSpPr>
            <p:cNvPr id="56" name="直線接點 55"/>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直線接點 56"/>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8" name="群組 57"/>
          <p:cNvGrpSpPr/>
          <p:nvPr/>
        </p:nvGrpSpPr>
        <p:grpSpPr>
          <a:xfrm>
            <a:off x="8596707" y="4636714"/>
            <a:ext cx="559866" cy="611689"/>
            <a:chOff x="1914683" y="4636717"/>
            <a:chExt cx="559866" cy="611689"/>
          </a:xfrm>
        </p:grpSpPr>
        <p:cxnSp>
          <p:nvCxnSpPr>
            <p:cNvPr id="59" name="直線接點 58"/>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直線接點 59"/>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61" name="群組 60"/>
          <p:cNvGrpSpPr/>
          <p:nvPr/>
        </p:nvGrpSpPr>
        <p:grpSpPr>
          <a:xfrm>
            <a:off x="9713670" y="4636714"/>
            <a:ext cx="559866" cy="611689"/>
            <a:chOff x="1914683" y="4636717"/>
            <a:chExt cx="559866" cy="611689"/>
          </a:xfrm>
        </p:grpSpPr>
        <p:cxnSp>
          <p:nvCxnSpPr>
            <p:cNvPr id="62" name="直線接點 61"/>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直線接點 62"/>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4" name="矩形 63"/>
          <p:cNvSpPr/>
          <p:nvPr/>
        </p:nvSpPr>
        <p:spPr bwMode="auto">
          <a:xfrm>
            <a:off x="2588879"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7" name="矩形 66"/>
          <p:cNvSpPr/>
          <p:nvPr/>
        </p:nvSpPr>
        <p:spPr bwMode="auto">
          <a:xfrm>
            <a:off x="4857809" y="3273469"/>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9" name="矩形 68"/>
          <p:cNvSpPr/>
          <p:nvPr/>
        </p:nvSpPr>
        <p:spPr bwMode="auto">
          <a:xfrm>
            <a:off x="7088940"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1" name="矩形 70"/>
          <p:cNvSpPr/>
          <p:nvPr/>
        </p:nvSpPr>
        <p:spPr bwMode="auto">
          <a:xfrm>
            <a:off x="9321172"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2" name="矩形 71"/>
          <p:cNvSpPr/>
          <p:nvPr/>
        </p:nvSpPr>
        <p:spPr bwMode="auto">
          <a:xfrm>
            <a:off x="3706253" y="226094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3" name="矩形 72"/>
          <p:cNvSpPr/>
          <p:nvPr/>
        </p:nvSpPr>
        <p:spPr bwMode="auto">
          <a:xfrm>
            <a:off x="8209930" y="226094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4" name="矩形 73"/>
          <p:cNvSpPr/>
          <p:nvPr/>
        </p:nvSpPr>
        <p:spPr bwMode="auto">
          <a:xfrm>
            <a:off x="5806042" y="1244253"/>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85" name="群組 84"/>
          <p:cNvGrpSpPr/>
          <p:nvPr/>
        </p:nvGrpSpPr>
        <p:grpSpPr>
          <a:xfrm>
            <a:off x="4412273" y="3661775"/>
            <a:ext cx="1119732" cy="586636"/>
            <a:chOff x="4412273" y="3661775"/>
            <a:chExt cx="1119732" cy="586636"/>
          </a:xfrm>
        </p:grpSpPr>
        <p:cxnSp>
          <p:nvCxnSpPr>
            <p:cNvPr id="78" name="直線接點 77"/>
            <p:cNvCxnSpPr>
              <a:endCxn id="28" idx="0"/>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直線接點 78"/>
            <p:cNvCxnSpPr>
              <a:endCxn id="29" idx="0"/>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6" name="群組 85"/>
          <p:cNvGrpSpPr/>
          <p:nvPr/>
        </p:nvGrpSpPr>
        <p:grpSpPr>
          <a:xfrm>
            <a:off x="2172809" y="3663862"/>
            <a:ext cx="1119732" cy="586636"/>
            <a:chOff x="4412273" y="3661775"/>
            <a:chExt cx="1119732" cy="586636"/>
          </a:xfrm>
        </p:grpSpPr>
        <p:cxnSp>
          <p:nvCxnSpPr>
            <p:cNvPr id="87" name="直線接點 86"/>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直線接點 87"/>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9" name="群組 88"/>
          <p:cNvGrpSpPr/>
          <p:nvPr/>
        </p:nvGrpSpPr>
        <p:grpSpPr>
          <a:xfrm>
            <a:off x="6673970" y="3661775"/>
            <a:ext cx="1119732" cy="586636"/>
            <a:chOff x="4412273" y="3661775"/>
            <a:chExt cx="1119732" cy="586636"/>
          </a:xfrm>
        </p:grpSpPr>
        <p:cxnSp>
          <p:nvCxnSpPr>
            <p:cNvPr id="90" name="直線接點 89"/>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直線接點 90"/>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92" name="群組 91"/>
          <p:cNvGrpSpPr/>
          <p:nvPr/>
        </p:nvGrpSpPr>
        <p:grpSpPr>
          <a:xfrm>
            <a:off x="8909818" y="3661775"/>
            <a:ext cx="1119732" cy="586636"/>
            <a:chOff x="4412273" y="3661775"/>
            <a:chExt cx="1119732" cy="586636"/>
          </a:xfrm>
        </p:grpSpPr>
        <p:cxnSp>
          <p:nvCxnSpPr>
            <p:cNvPr id="93" name="直線接點 92"/>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直線接點 93"/>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96" name="直線接點 95"/>
          <p:cNvCxnSpPr>
            <a:endCxn id="69" idx="0"/>
          </p:cNvCxnSpPr>
          <p:nvPr/>
        </p:nvCxnSpPr>
        <p:spPr bwMode="auto">
          <a:xfrm flipH="1">
            <a:off x="7237452" y="2667000"/>
            <a:ext cx="1140027" cy="60646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直線接點 96"/>
          <p:cNvCxnSpPr>
            <a:endCxn id="71" idx="0"/>
          </p:cNvCxnSpPr>
          <p:nvPr/>
        </p:nvCxnSpPr>
        <p:spPr bwMode="auto">
          <a:xfrm>
            <a:off x="8377478" y="2667000"/>
            <a:ext cx="1092206" cy="60646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直線接點 98"/>
          <p:cNvCxnSpPr>
            <a:endCxn id="64" idx="0"/>
          </p:cNvCxnSpPr>
          <p:nvPr/>
        </p:nvCxnSpPr>
        <p:spPr bwMode="auto">
          <a:xfrm flipH="1">
            <a:off x="2737391" y="2665957"/>
            <a:ext cx="1120913" cy="607512"/>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直線接點 99"/>
          <p:cNvCxnSpPr>
            <a:endCxn id="67" idx="0"/>
          </p:cNvCxnSpPr>
          <p:nvPr/>
        </p:nvCxnSpPr>
        <p:spPr bwMode="auto">
          <a:xfrm>
            <a:off x="3858303" y="2665957"/>
            <a:ext cx="1148018" cy="607512"/>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直線接點 111"/>
          <p:cNvCxnSpPr>
            <a:endCxn id="72" idx="0"/>
          </p:cNvCxnSpPr>
          <p:nvPr/>
        </p:nvCxnSpPr>
        <p:spPr bwMode="auto">
          <a:xfrm flipH="1">
            <a:off x="3854765" y="1650304"/>
            <a:ext cx="2100968" cy="610645"/>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3" name="直線接點 112"/>
          <p:cNvCxnSpPr>
            <a:endCxn id="73" idx="0"/>
          </p:cNvCxnSpPr>
          <p:nvPr/>
        </p:nvCxnSpPr>
        <p:spPr bwMode="auto">
          <a:xfrm>
            <a:off x="5955733" y="1650304"/>
            <a:ext cx="2402709" cy="610645"/>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 name="矩形 117"/>
          <p:cNvSpPr/>
          <p:nvPr/>
        </p:nvSpPr>
        <p:spPr>
          <a:xfrm>
            <a:off x="9580755" y="2944402"/>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(53, 62)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0" name="矩形 119"/>
          <p:cNvSpPr/>
          <p:nvPr/>
        </p:nvSpPr>
        <p:spPr>
          <a:xfrm flipH="1">
            <a:off x="7420163" y="2923918"/>
            <a:ext cx="1396471" cy="523220"/>
          </a:xfrm>
          <a:prstGeom prst="rect">
            <a:avLst/>
          </a:prstGeom>
          <a:noFill/>
          <a:ln>
            <a:noFill/>
          </a:ln>
        </p:spPr>
        <p:txBody>
          <a:bodyPr wrap="squar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(28, 41)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1" name="矩形 120"/>
          <p:cNvSpPr/>
          <p:nvPr/>
        </p:nvSpPr>
        <p:spPr>
          <a:xfrm>
            <a:off x="2930775" y="2923918"/>
            <a:ext cx="1072730"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(5, 7)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2" name="矩形 121"/>
          <p:cNvSpPr/>
          <p:nvPr/>
        </p:nvSpPr>
        <p:spPr>
          <a:xfrm>
            <a:off x="5121640" y="2923918"/>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(11, 13)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4" name="矩形 123"/>
          <p:cNvSpPr/>
          <p:nvPr/>
        </p:nvSpPr>
        <p:spPr>
          <a:xfrm>
            <a:off x="1724567" y="5636710"/>
            <a:ext cx="380232"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5" name="矩形 124"/>
          <p:cNvSpPr/>
          <p:nvPr/>
        </p:nvSpPr>
        <p:spPr>
          <a:xfrm>
            <a:off x="2280009" y="5636710"/>
            <a:ext cx="380232" cy="523220"/>
          </a:xfrm>
          <a:prstGeom prst="rect">
            <a:avLst/>
          </a:prstGeom>
          <a:noFill/>
          <a:ln>
            <a:noFill/>
          </a:ln>
        </p:spPr>
        <p:txBody>
          <a:bodyPr wrap="none" lIns="91440" tIns="45720" rIns="91440" bIns="45720">
            <a:spAutoFit/>
          </a:bodyPr>
          <a:lstStyle/>
          <a:p>
            <a:pPr algn="ctr"/>
            <a:r>
              <a:rPr lang="en-US" altLang="zh-TW" sz="2800" dirty="0">
                <a:ln w="0"/>
                <a:effectLst>
                  <a:outerShdw blurRad="38100" dist="19050" dir="2700000" algn="tl" rotWithShape="0">
                    <a:schemeClr val="dk1">
                      <a:alpha val="40000"/>
                    </a:schemeClr>
                  </a:outerShdw>
                </a:effectLst>
              </a:rPr>
              <a:t>5</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6" name="矩形 125"/>
          <p:cNvSpPr/>
          <p:nvPr/>
        </p:nvSpPr>
        <p:spPr>
          <a:xfrm>
            <a:off x="2835451" y="5634625"/>
            <a:ext cx="380232"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6</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7" name="矩形 126"/>
          <p:cNvSpPr/>
          <p:nvPr/>
        </p:nvSpPr>
        <p:spPr>
          <a:xfrm>
            <a:off x="3399448" y="5634624"/>
            <a:ext cx="380232"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8" name="矩形 127"/>
          <p:cNvSpPr/>
          <p:nvPr/>
        </p:nvSpPr>
        <p:spPr>
          <a:xfrm>
            <a:off x="3977821" y="5634624"/>
            <a:ext cx="380232" cy="523220"/>
          </a:xfrm>
          <a:prstGeom prst="rect">
            <a:avLst/>
          </a:prstGeom>
          <a:noFill/>
          <a:ln>
            <a:noFill/>
          </a:ln>
        </p:spPr>
        <p:txBody>
          <a:bodyPr wrap="none" lIns="91440" tIns="45720" rIns="91440" bIns="45720">
            <a:spAutoFit/>
          </a:bodyPr>
          <a:lstStyle/>
          <a:p>
            <a:pPr algn="ctr"/>
            <a:r>
              <a:rPr lang="en-US" altLang="zh-TW" sz="2800" dirty="0">
                <a:ln w="0"/>
                <a:effectLst>
                  <a:outerShdw blurRad="38100" dist="19050" dir="2700000" algn="tl" rotWithShape="0">
                    <a:schemeClr val="dk1">
                      <a:alpha val="40000"/>
                    </a:schemeClr>
                  </a:outerShdw>
                </a:effectLst>
              </a:rPr>
              <a:t>9</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9" name="矩形 128"/>
          <p:cNvSpPr/>
          <p:nvPr/>
        </p:nvSpPr>
        <p:spPr>
          <a:xfrm>
            <a:off x="4438489"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11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0" name="矩形 129"/>
          <p:cNvSpPr/>
          <p:nvPr/>
        </p:nvSpPr>
        <p:spPr>
          <a:xfrm>
            <a:off x="4993931"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12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1" name="矩形 130"/>
          <p:cNvSpPr/>
          <p:nvPr/>
        </p:nvSpPr>
        <p:spPr>
          <a:xfrm>
            <a:off x="5549373" y="5632539"/>
            <a:ext cx="575799"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2" name="矩形 131"/>
          <p:cNvSpPr/>
          <p:nvPr/>
        </p:nvSpPr>
        <p:spPr>
          <a:xfrm>
            <a:off x="6113370"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20</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3" name="矩形 132"/>
          <p:cNvSpPr/>
          <p:nvPr/>
        </p:nvSpPr>
        <p:spPr>
          <a:xfrm>
            <a:off x="6691743" y="5632538"/>
            <a:ext cx="575799"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28</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4" name="矩形 133"/>
          <p:cNvSpPr/>
          <p:nvPr/>
        </p:nvSpPr>
        <p:spPr>
          <a:xfrm>
            <a:off x="7202850"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29</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5" name="矩形 134"/>
          <p:cNvSpPr/>
          <p:nvPr/>
        </p:nvSpPr>
        <p:spPr>
          <a:xfrm>
            <a:off x="7758292"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41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6" name="矩形 135"/>
          <p:cNvSpPr/>
          <p:nvPr/>
        </p:nvSpPr>
        <p:spPr>
          <a:xfrm>
            <a:off x="8313734" y="5632539"/>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42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7" name="矩形 136"/>
          <p:cNvSpPr/>
          <p:nvPr/>
        </p:nvSpPr>
        <p:spPr>
          <a:xfrm>
            <a:off x="8877731"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53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8" name="矩形 137"/>
          <p:cNvSpPr/>
          <p:nvPr/>
        </p:nvSpPr>
        <p:spPr>
          <a:xfrm>
            <a:off x="9456104"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58</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9" name="矩形 138"/>
          <p:cNvSpPr/>
          <p:nvPr/>
        </p:nvSpPr>
        <p:spPr>
          <a:xfrm>
            <a:off x="10061513"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cxnSp>
        <p:nvCxnSpPr>
          <p:cNvPr id="143" name="直線接點 142"/>
          <p:cNvCxnSpPr>
            <a:stCxn id="26" idx="3"/>
            <a:endCxn id="27" idx="1"/>
          </p:cNvCxnSpPr>
          <p:nvPr/>
        </p:nvCxnSpPr>
        <p:spPr bwMode="auto">
          <a:xfrm>
            <a:off x="2326037"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 name="直線接點 143"/>
          <p:cNvCxnSpPr/>
          <p:nvPr/>
        </p:nvCxnSpPr>
        <p:spPr bwMode="auto">
          <a:xfrm>
            <a:off x="3445769"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 name="直線接點 144"/>
          <p:cNvCxnSpPr/>
          <p:nvPr/>
        </p:nvCxnSpPr>
        <p:spPr bwMode="auto">
          <a:xfrm>
            <a:off x="4560785"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直線接點 145"/>
          <p:cNvCxnSpPr/>
          <p:nvPr/>
        </p:nvCxnSpPr>
        <p:spPr bwMode="auto">
          <a:xfrm>
            <a:off x="6773508"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直線接點 146"/>
          <p:cNvCxnSpPr/>
          <p:nvPr/>
        </p:nvCxnSpPr>
        <p:spPr bwMode="auto">
          <a:xfrm>
            <a:off x="7920348"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直線接點 147"/>
          <p:cNvCxnSpPr/>
          <p:nvPr/>
        </p:nvCxnSpPr>
        <p:spPr bwMode="auto">
          <a:xfrm>
            <a:off x="9022383"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 name="直線接點 148"/>
          <p:cNvCxnSpPr/>
          <p:nvPr/>
        </p:nvCxnSpPr>
        <p:spPr bwMode="auto">
          <a:xfrm>
            <a:off x="5702016"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 name="直線接點 152"/>
          <p:cNvCxnSpPr>
            <a:stCxn id="67" idx="3"/>
            <a:endCxn id="69" idx="1"/>
          </p:cNvCxnSpPr>
          <p:nvPr/>
        </p:nvCxnSpPr>
        <p:spPr bwMode="auto">
          <a:xfrm>
            <a:off x="5154833" y="3467622"/>
            <a:ext cx="1934107"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 name="直線接點 153"/>
          <p:cNvCxnSpPr>
            <a:stCxn id="69" idx="3"/>
            <a:endCxn id="71" idx="1"/>
          </p:cNvCxnSpPr>
          <p:nvPr/>
        </p:nvCxnSpPr>
        <p:spPr bwMode="auto">
          <a:xfrm>
            <a:off x="7385964" y="3467622"/>
            <a:ext cx="19352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矩形 1"/>
          <p:cNvSpPr/>
          <p:nvPr/>
        </p:nvSpPr>
        <p:spPr>
          <a:xfrm>
            <a:off x="436382" y="522241"/>
            <a:ext cx="5571077" cy="769441"/>
          </a:xfrm>
          <a:prstGeom prst="rect">
            <a:avLst/>
          </a:prstGeom>
          <a:noFill/>
        </p:spPr>
        <p:txBody>
          <a:bodyPr wrap="none" lIns="91440" tIns="45720" rIns="91440" bIns="45720">
            <a:spAutoFit/>
          </a:bodyPr>
          <a:lstStyle/>
          <a:p>
            <a:pPr algn="ctr"/>
            <a:r>
              <a:rPr lang="en-US" altLang="zh-TW" sz="4400" dirty="0">
                <a:ln w="0"/>
                <a:effectLst>
                  <a:outerShdw blurRad="38100" dist="19050" dir="2700000" algn="tl" rotWithShape="0">
                    <a:schemeClr val="dk1">
                      <a:alpha val="40000"/>
                    </a:schemeClr>
                  </a:outerShdw>
                </a:effectLst>
              </a:rPr>
              <a:t>S={7, 20, 28, 41, 53}</a:t>
            </a:r>
            <a:endParaRPr lang="zh-TW" altLang="en-US" sz="4400" dirty="0">
              <a:ln w="0"/>
              <a:effectLst>
                <a:outerShdw blurRad="38100" dist="19050" dir="2700000" algn="tl" rotWithShape="0">
                  <a:schemeClr val="dk1">
                    <a:alpha val="40000"/>
                  </a:schemeClr>
                </a:outerShdw>
              </a:effectLst>
            </a:endParaRPr>
          </a:p>
        </p:txBody>
      </p:sp>
      <p:sp>
        <p:nvSpPr>
          <p:cNvPr id="109" name="矩形 108"/>
          <p:cNvSpPr/>
          <p:nvPr/>
        </p:nvSpPr>
        <p:spPr>
          <a:xfrm>
            <a:off x="4003277" y="1881520"/>
            <a:ext cx="1242008"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(7, 13)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0" name="矩形 109"/>
          <p:cNvSpPr/>
          <p:nvPr/>
        </p:nvSpPr>
        <p:spPr>
          <a:xfrm>
            <a:off x="6058452" y="998300"/>
            <a:ext cx="1463862"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(13, 62)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1" name="矩形 110"/>
          <p:cNvSpPr/>
          <p:nvPr/>
        </p:nvSpPr>
        <p:spPr>
          <a:xfrm>
            <a:off x="8470414" y="1881520"/>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(41, 62)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cxnSp>
        <p:nvCxnSpPr>
          <p:cNvPr id="114" name="直線接點 113"/>
          <p:cNvCxnSpPr>
            <a:stCxn id="72" idx="3"/>
            <a:endCxn id="73" idx="1"/>
          </p:cNvCxnSpPr>
          <p:nvPr/>
        </p:nvCxnSpPr>
        <p:spPr bwMode="auto">
          <a:xfrm>
            <a:off x="4003277" y="2455102"/>
            <a:ext cx="4206653"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427295329"/>
      </p:ext>
    </p:extLst>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1" name="直線接點 150"/>
          <p:cNvCxnSpPr>
            <a:stCxn id="64" idx="3"/>
            <a:endCxn id="67" idx="1"/>
          </p:cNvCxnSpPr>
          <p:nvPr/>
        </p:nvCxnSpPr>
        <p:spPr bwMode="auto">
          <a:xfrm>
            <a:off x="2885903" y="3467622"/>
            <a:ext cx="1971906"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矩形 3"/>
          <p:cNvSpPr/>
          <p:nvPr/>
        </p:nvSpPr>
        <p:spPr bwMode="auto">
          <a:xfrm>
            <a:off x="1766171" y="5248406"/>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5" name="矩形 4"/>
          <p:cNvSpPr/>
          <p:nvPr/>
        </p:nvSpPr>
        <p:spPr bwMode="auto">
          <a:xfrm>
            <a:off x="2326037"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 name="矩形 5"/>
          <p:cNvSpPr/>
          <p:nvPr/>
        </p:nvSpPr>
        <p:spPr bwMode="auto">
          <a:xfrm>
            <a:off x="5675800"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 name="矩形 6"/>
          <p:cNvSpPr/>
          <p:nvPr/>
        </p:nvSpPr>
        <p:spPr bwMode="auto">
          <a:xfrm>
            <a:off x="5118293"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8" name="矩形 7"/>
          <p:cNvSpPr/>
          <p:nvPr/>
        </p:nvSpPr>
        <p:spPr bwMode="auto">
          <a:xfrm>
            <a:off x="2885903" y="5248406"/>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9" name="矩形 8"/>
          <p:cNvSpPr/>
          <p:nvPr/>
        </p:nvSpPr>
        <p:spPr bwMode="auto">
          <a:xfrm>
            <a:off x="3445769"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0" name="矩形 9"/>
          <p:cNvSpPr/>
          <p:nvPr/>
        </p:nvSpPr>
        <p:spPr bwMode="auto">
          <a:xfrm>
            <a:off x="4560785"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1" name="矩形 10"/>
          <p:cNvSpPr/>
          <p:nvPr/>
        </p:nvSpPr>
        <p:spPr bwMode="auto">
          <a:xfrm>
            <a:off x="4003277"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8" name="矩形 17"/>
          <p:cNvSpPr/>
          <p:nvPr/>
        </p:nvSpPr>
        <p:spPr bwMode="auto">
          <a:xfrm>
            <a:off x="6233308"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9" name="矩形 18"/>
          <p:cNvSpPr/>
          <p:nvPr/>
        </p:nvSpPr>
        <p:spPr bwMode="auto">
          <a:xfrm>
            <a:off x="6793174" y="5248404"/>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0" name="矩形 19"/>
          <p:cNvSpPr/>
          <p:nvPr/>
        </p:nvSpPr>
        <p:spPr bwMode="auto">
          <a:xfrm>
            <a:off x="10142937"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1" name="矩形 20"/>
          <p:cNvSpPr/>
          <p:nvPr/>
        </p:nvSpPr>
        <p:spPr bwMode="auto">
          <a:xfrm>
            <a:off x="9585430"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2" name="矩形 21"/>
          <p:cNvSpPr/>
          <p:nvPr/>
        </p:nvSpPr>
        <p:spPr bwMode="auto">
          <a:xfrm>
            <a:off x="7353040"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3" name="矩形 22"/>
          <p:cNvSpPr/>
          <p:nvPr/>
        </p:nvSpPr>
        <p:spPr bwMode="auto">
          <a:xfrm>
            <a:off x="7912906" y="5248404"/>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4" name="矩形 23"/>
          <p:cNvSpPr/>
          <p:nvPr/>
        </p:nvSpPr>
        <p:spPr bwMode="auto">
          <a:xfrm>
            <a:off x="9027922" y="5248404"/>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5" name="矩形 24"/>
          <p:cNvSpPr/>
          <p:nvPr/>
        </p:nvSpPr>
        <p:spPr bwMode="auto">
          <a:xfrm>
            <a:off x="8470414"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6" name="矩形 25"/>
          <p:cNvSpPr/>
          <p:nvPr/>
        </p:nvSpPr>
        <p:spPr bwMode="auto">
          <a:xfrm>
            <a:off x="2029013"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7" name="矩形 26"/>
          <p:cNvSpPr/>
          <p:nvPr/>
        </p:nvSpPr>
        <p:spPr bwMode="auto">
          <a:xfrm>
            <a:off x="3148745"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8" name="矩形 27"/>
          <p:cNvSpPr/>
          <p:nvPr/>
        </p:nvSpPr>
        <p:spPr bwMode="auto">
          <a:xfrm>
            <a:off x="4263761"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9" name="矩形 28"/>
          <p:cNvSpPr/>
          <p:nvPr/>
        </p:nvSpPr>
        <p:spPr bwMode="auto">
          <a:xfrm>
            <a:off x="5383493"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0" name="矩形 29"/>
          <p:cNvSpPr/>
          <p:nvPr/>
        </p:nvSpPr>
        <p:spPr bwMode="auto">
          <a:xfrm>
            <a:off x="6496150"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1" name="矩形 30"/>
          <p:cNvSpPr/>
          <p:nvPr/>
        </p:nvSpPr>
        <p:spPr bwMode="auto">
          <a:xfrm>
            <a:off x="7615882"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2" name="矩形 31"/>
          <p:cNvSpPr/>
          <p:nvPr/>
        </p:nvSpPr>
        <p:spPr bwMode="auto">
          <a:xfrm>
            <a:off x="8730898"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3" name="矩形 32"/>
          <p:cNvSpPr/>
          <p:nvPr/>
        </p:nvSpPr>
        <p:spPr bwMode="auto">
          <a:xfrm>
            <a:off x="9850630"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38" name="群組 37"/>
          <p:cNvGrpSpPr/>
          <p:nvPr/>
        </p:nvGrpSpPr>
        <p:grpSpPr>
          <a:xfrm>
            <a:off x="1901890" y="4636717"/>
            <a:ext cx="559866" cy="611689"/>
            <a:chOff x="1914683" y="4636717"/>
            <a:chExt cx="559866" cy="611689"/>
          </a:xfrm>
        </p:grpSpPr>
        <p:cxnSp>
          <p:nvCxnSpPr>
            <p:cNvPr id="35" name="直線接點 34"/>
            <p:cNvCxnSpPr>
              <a:stCxn id="26" idx="2"/>
              <a:endCxn id="4" idx="0"/>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線接點 36"/>
            <p:cNvCxnSpPr>
              <a:stCxn id="26" idx="2"/>
              <a:endCxn id="5" idx="0"/>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9" name="群組 38"/>
          <p:cNvGrpSpPr/>
          <p:nvPr/>
        </p:nvGrpSpPr>
        <p:grpSpPr>
          <a:xfrm>
            <a:off x="3018504" y="4636717"/>
            <a:ext cx="559866" cy="611689"/>
            <a:chOff x="1914683" y="4636717"/>
            <a:chExt cx="559866" cy="611689"/>
          </a:xfrm>
        </p:grpSpPr>
        <p:cxnSp>
          <p:nvCxnSpPr>
            <p:cNvPr id="40" name="直線接點 39"/>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線接點 40"/>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3" name="群組 42"/>
          <p:cNvGrpSpPr/>
          <p:nvPr/>
        </p:nvGrpSpPr>
        <p:grpSpPr>
          <a:xfrm>
            <a:off x="4134720" y="4636717"/>
            <a:ext cx="559866" cy="611689"/>
            <a:chOff x="1914683" y="4636717"/>
            <a:chExt cx="559866" cy="611689"/>
          </a:xfrm>
        </p:grpSpPr>
        <p:cxnSp>
          <p:nvCxnSpPr>
            <p:cNvPr id="44" name="直線接點 43"/>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線接點 44"/>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9" name="群組 48"/>
          <p:cNvGrpSpPr/>
          <p:nvPr/>
        </p:nvGrpSpPr>
        <p:grpSpPr>
          <a:xfrm>
            <a:off x="5246176" y="4636717"/>
            <a:ext cx="559866" cy="611689"/>
            <a:chOff x="1914683" y="4636717"/>
            <a:chExt cx="559866" cy="611689"/>
          </a:xfrm>
        </p:grpSpPr>
        <p:cxnSp>
          <p:nvCxnSpPr>
            <p:cNvPr id="50" name="直線接點 49"/>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線接點 50"/>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2" name="群組 51"/>
          <p:cNvGrpSpPr/>
          <p:nvPr/>
        </p:nvGrpSpPr>
        <p:grpSpPr>
          <a:xfrm>
            <a:off x="6362154" y="4636715"/>
            <a:ext cx="559866" cy="611689"/>
            <a:chOff x="1914683" y="4636717"/>
            <a:chExt cx="559866" cy="611689"/>
          </a:xfrm>
        </p:grpSpPr>
        <p:cxnSp>
          <p:nvCxnSpPr>
            <p:cNvPr id="53" name="直線接點 52"/>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直線接點 53"/>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5" name="群組 54"/>
          <p:cNvGrpSpPr/>
          <p:nvPr/>
        </p:nvGrpSpPr>
        <p:grpSpPr>
          <a:xfrm>
            <a:off x="7479744" y="4636714"/>
            <a:ext cx="559866" cy="611689"/>
            <a:chOff x="1914683" y="4636717"/>
            <a:chExt cx="559866" cy="611689"/>
          </a:xfrm>
        </p:grpSpPr>
        <p:cxnSp>
          <p:nvCxnSpPr>
            <p:cNvPr id="56" name="直線接點 55"/>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直線接點 56"/>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8" name="群組 57"/>
          <p:cNvGrpSpPr/>
          <p:nvPr/>
        </p:nvGrpSpPr>
        <p:grpSpPr>
          <a:xfrm>
            <a:off x="8596707" y="4636714"/>
            <a:ext cx="559866" cy="611689"/>
            <a:chOff x="1914683" y="4636717"/>
            <a:chExt cx="559866" cy="611689"/>
          </a:xfrm>
        </p:grpSpPr>
        <p:cxnSp>
          <p:nvCxnSpPr>
            <p:cNvPr id="59" name="直線接點 58"/>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直線接點 59"/>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61" name="群組 60"/>
          <p:cNvGrpSpPr/>
          <p:nvPr/>
        </p:nvGrpSpPr>
        <p:grpSpPr>
          <a:xfrm>
            <a:off x="9713670" y="4636714"/>
            <a:ext cx="559866" cy="611689"/>
            <a:chOff x="1914683" y="4636717"/>
            <a:chExt cx="559866" cy="611689"/>
          </a:xfrm>
        </p:grpSpPr>
        <p:cxnSp>
          <p:nvCxnSpPr>
            <p:cNvPr id="62" name="直線接點 61"/>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直線接點 62"/>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4" name="矩形 63"/>
          <p:cNvSpPr/>
          <p:nvPr/>
        </p:nvSpPr>
        <p:spPr bwMode="auto">
          <a:xfrm>
            <a:off x="2588879"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7" name="矩形 66"/>
          <p:cNvSpPr/>
          <p:nvPr/>
        </p:nvSpPr>
        <p:spPr bwMode="auto">
          <a:xfrm>
            <a:off x="4857809" y="3273469"/>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9" name="矩形 68"/>
          <p:cNvSpPr/>
          <p:nvPr/>
        </p:nvSpPr>
        <p:spPr bwMode="auto">
          <a:xfrm>
            <a:off x="7088940"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1" name="矩形 70"/>
          <p:cNvSpPr/>
          <p:nvPr/>
        </p:nvSpPr>
        <p:spPr bwMode="auto">
          <a:xfrm>
            <a:off x="9321172"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2" name="矩形 71"/>
          <p:cNvSpPr/>
          <p:nvPr/>
        </p:nvSpPr>
        <p:spPr bwMode="auto">
          <a:xfrm>
            <a:off x="3706253" y="226094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3" name="矩形 72"/>
          <p:cNvSpPr/>
          <p:nvPr/>
        </p:nvSpPr>
        <p:spPr bwMode="auto">
          <a:xfrm>
            <a:off x="8209930" y="226094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4" name="矩形 73"/>
          <p:cNvSpPr/>
          <p:nvPr/>
        </p:nvSpPr>
        <p:spPr bwMode="auto">
          <a:xfrm>
            <a:off x="5806042" y="1244253"/>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85" name="群組 84"/>
          <p:cNvGrpSpPr/>
          <p:nvPr/>
        </p:nvGrpSpPr>
        <p:grpSpPr>
          <a:xfrm>
            <a:off x="4412273" y="3661775"/>
            <a:ext cx="1119732" cy="586636"/>
            <a:chOff x="4412273" y="3661775"/>
            <a:chExt cx="1119732" cy="586636"/>
          </a:xfrm>
        </p:grpSpPr>
        <p:cxnSp>
          <p:nvCxnSpPr>
            <p:cNvPr id="78" name="直線接點 77"/>
            <p:cNvCxnSpPr>
              <a:endCxn id="28" idx="0"/>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直線接點 78"/>
            <p:cNvCxnSpPr>
              <a:endCxn id="29" idx="0"/>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6" name="群組 85"/>
          <p:cNvGrpSpPr/>
          <p:nvPr/>
        </p:nvGrpSpPr>
        <p:grpSpPr>
          <a:xfrm>
            <a:off x="2172809" y="3663862"/>
            <a:ext cx="1119732" cy="586636"/>
            <a:chOff x="4412273" y="3661775"/>
            <a:chExt cx="1119732" cy="586636"/>
          </a:xfrm>
        </p:grpSpPr>
        <p:cxnSp>
          <p:nvCxnSpPr>
            <p:cNvPr id="87" name="直線接點 86"/>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直線接點 87"/>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9" name="群組 88"/>
          <p:cNvGrpSpPr/>
          <p:nvPr/>
        </p:nvGrpSpPr>
        <p:grpSpPr>
          <a:xfrm>
            <a:off x="6673970" y="3661775"/>
            <a:ext cx="1119732" cy="586636"/>
            <a:chOff x="4412273" y="3661775"/>
            <a:chExt cx="1119732" cy="586636"/>
          </a:xfrm>
        </p:grpSpPr>
        <p:cxnSp>
          <p:nvCxnSpPr>
            <p:cNvPr id="90" name="直線接點 89"/>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直線接點 90"/>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92" name="群組 91"/>
          <p:cNvGrpSpPr/>
          <p:nvPr/>
        </p:nvGrpSpPr>
        <p:grpSpPr>
          <a:xfrm>
            <a:off x="8909818" y="3661775"/>
            <a:ext cx="1119732" cy="586636"/>
            <a:chOff x="4412273" y="3661775"/>
            <a:chExt cx="1119732" cy="586636"/>
          </a:xfrm>
        </p:grpSpPr>
        <p:cxnSp>
          <p:nvCxnSpPr>
            <p:cNvPr id="93" name="直線接點 92"/>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直線接點 93"/>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96" name="直線接點 95"/>
          <p:cNvCxnSpPr>
            <a:endCxn id="69" idx="0"/>
          </p:cNvCxnSpPr>
          <p:nvPr/>
        </p:nvCxnSpPr>
        <p:spPr bwMode="auto">
          <a:xfrm flipH="1">
            <a:off x="7237452" y="2667000"/>
            <a:ext cx="1140027" cy="60646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直線接點 96"/>
          <p:cNvCxnSpPr>
            <a:endCxn id="71" idx="0"/>
          </p:cNvCxnSpPr>
          <p:nvPr/>
        </p:nvCxnSpPr>
        <p:spPr bwMode="auto">
          <a:xfrm>
            <a:off x="8377478" y="2667000"/>
            <a:ext cx="1092206" cy="60646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直線接點 98"/>
          <p:cNvCxnSpPr>
            <a:endCxn id="64" idx="0"/>
          </p:cNvCxnSpPr>
          <p:nvPr/>
        </p:nvCxnSpPr>
        <p:spPr bwMode="auto">
          <a:xfrm flipH="1">
            <a:off x="2737391" y="2665957"/>
            <a:ext cx="1120913" cy="607512"/>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直線接點 99"/>
          <p:cNvCxnSpPr>
            <a:endCxn id="67" idx="0"/>
          </p:cNvCxnSpPr>
          <p:nvPr/>
        </p:nvCxnSpPr>
        <p:spPr bwMode="auto">
          <a:xfrm>
            <a:off x="3858303" y="2665957"/>
            <a:ext cx="1148018" cy="607512"/>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直線接點 111"/>
          <p:cNvCxnSpPr>
            <a:endCxn id="72" idx="0"/>
          </p:cNvCxnSpPr>
          <p:nvPr/>
        </p:nvCxnSpPr>
        <p:spPr bwMode="auto">
          <a:xfrm flipH="1">
            <a:off x="3854765" y="1650304"/>
            <a:ext cx="2100968" cy="610645"/>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3" name="直線接點 112"/>
          <p:cNvCxnSpPr>
            <a:endCxn id="73" idx="0"/>
          </p:cNvCxnSpPr>
          <p:nvPr/>
        </p:nvCxnSpPr>
        <p:spPr bwMode="auto">
          <a:xfrm>
            <a:off x="5955733" y="1650304"/>
            <a:ext cx="2402709" cy="610645"/>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 name="矩形 117"/>
          <p:cNvSpPr/>
          <p:nvPr/>
        </p:nvSpPr>
        <p:spPr>
          <a:xfrm>
            <a:off x="9580755" y="2944402"/>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(53, 62)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0" name="矩形 119"/>
          <p:cNvSpPr/>
          <p:nvPr/>
        </p:nvSpPr>
        <p:spPr>
          <a:xfrm flipH="1">
            <a:off x="7420163" y="2923918"/>
            <a:ext cx="1396471" cy="523220"/>
          </a:xfrm>
          <a:prstGeom prst="rect">
            <a:avLst/>
          </a:prstGeom>
          <a:noFill/>
          <a:ln>
            <a:noFill/>
          </a:ln>
        </p:spPr>
        <p:txBody>
          <a:bodyPr wrap="squar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(28, 41)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1" name="矩形 120"/>
          <p:cNvSpPr/>
          <p:nvPr/>
        </p:nvSpPr>
        <p:spPr>
          <a:xfrm>
            <a:off x="2930775" y="2923918"/>
            <a:ext cx="1072730"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(5, 7)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2" name="矩形 121"/>
          <p:cNvSpPr/>
          <p:nvPr/>
        </p:nvSpPr>
        <p:spPr>
          <a:xfrm>
            <a:off x="5121640" y="2923918"/>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(11, 13)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4" name="矩形 123"/>
          <p:cNvSpPr/>
          <p:nvPr/>
        </p:nvSpPr>
        <p:spPr>
          <a:xfrm>
            <a:off x="1724567" y="5636710"/>
            <a:ext cx="380232"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5" name="矩形 124"/>
          <p:cNvSpPr/>
          <p:nvPr/>
        </p:nvSpPr>
        <p:spPr>
          <a:xfrm>
            <a:off x="2280009" y="5636710"/>
            <a:ext cx="380232" cy="523220"/>
          </a:xfrm>
          <a:prstGeom prst="rect">
            <a:avLst/>
          </a:prstGeom>
          <a:noFill/>
          <a:ln>
            <a:noFill/>
          </a:ln>
        </p:spPr>
        <p:txBody>
          <a:bodyPr wrap="none" lIns="91440" tIns="45720" rIns="91440" bIns="45720">
            <a:spAutoFit/>
          </a:bodyPr>
          <a:lstStyle/>
          <a:p>
            <a:pPr algn="ctr"/>
            <a:r>
              <a:rPr lang="en-US" altLang="zh-TW" sz="2800" dirty="0">
                <a:ln w="0"/>
                <a:effectLst>
                  <a:outerShdw blurRad="38100" dist="19050" dir="2700000" algn="tl" rotWithShape="0">
                    <a:schemeClr val="dk1">
                      <a:alpha val="40000"/>
                    </a:schemeClr>
                  </a:outerShdw>
                </a:effectLst>
              </a:rPr>
              <a:t>5</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6" name="矩形 125"/>
          <p:cNvSpPr/>
          <p:nvPr/>
        </p:nvSpPr>
        <p:spPr>
          <a:xfrm>
            <a:off x="2835451" y="5634625"/>
            <a:ext cx="380232"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6</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7" name="矩形 126"/>
          <p:cNvSpPr/>
          <p:nvPr/>
        </p:nvSpPr>
        <p:spPr>
          <a:xfrm>
            <a:off x="3399448" y="5634624"/>
            <a:ext cx="380232"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8" name="矩形 127"/>
          <p:cNvSpPr/>
          <p:nvPr/>
        </p:nvSpPr>
        <p:spPr>
          <a:xfrm>
            <a:off x="3977821" y="5634624"/>
            <a:ext cx="380232" cy="523220"/>
          </a:xfrm>
          <a:prstGeom prst="rect">
            <a:avLst/>
          </a:prstGeom>
          <a:noFill/>
          <a:ln>
            <a:noFill/>
          </a:ln>
        </p:spPr>
        <p:txBody>
          <a:bodyPr wrap="none" lIns="91440" tIns="45720" rIns="91440" bIns="45720">
            <a:spAutoFit/>
          </a:bodyPr>
          <a:lstStyle/>
          <a:p>
            <a:pPr algn="ctr"/>
            <a:r>
              <a:rPr lang="en-US" altLang="zh-TW" sz="2800" dirty="0">
                <a:ln w="0"/>
                <a:effectLst>
                  <a:outerShdw blurRad="38100" dist="19050" dir="2700000" algn="tl" rotWithShape="0">
                    <a:schemeClr val="dk1">
                      <a:alpha val="40000"/>
                    </a:schemeClr>
                  </a:outerShdw>
                </a:effectLst>
              </a:rPr>
              <a:t>9</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9" name="矩形 128"/>
          <p:cNvSpPr/>
          <p:nvPr/>
        </p:nvSpPr>
        <p:spPr>
          <a:xfrm>
            <a:off x="4438489"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11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0" name="矩形 129"/>
          <p:cNvSpPr/>
          <p:nvPr/>
        </p:nvSpPr>
        <p:spPr>
          <a:xfrm>
            <a:off x="4993931"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12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1" name="矩形 130"/>
          <p:cNvSpPr/>
          <p:nvPr/>
        </p:nvSpPr>
        <p:spPr>
          <a:xfrm>
            <a:off x="5549373" y="5632539"/>
            <a:ext cx="575799"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2" name="矩形 131"/>
          <p:cNvSpPr/>
          <p:nvPr/>
        </p:nvSpPr>
        <p:spPr>
          <a:xfrm>
            <a:off x="6113370"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20</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3" name="矩形 132"/>
          <p:cNvSpPr/>
          <p:nvPr/>
        </p:nvSpPr>
        <p:spPr>
          <a:xfrm>
            <a:off x="6691743" y="5632538"/>
            <a:ext cx="575799"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28</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4" name="矩形 133"/>
          <p:cNvSpPr/>
          <p:nvPr/>
        </p:nvSpPr>
        <p:spPr>
          <a:xfrm>
            <a:off x="7202850"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29</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5" name="矩形 134"/>
          <p:cNvSpPr/>
          <p:nvPr/>
        </p:nvSpPr>
        <p:spPr>
          <a:xfrm>
            <a:off x="7758292"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41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6" name="矩形 135"/>
          <p:cNvSpPr/>
          <p:nvPr/>
        </p:nvSpPr>
        <p:spPr>
          <a:xfrm>
            <a:off x="8313734" y="5632539"/>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42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7" name="矩形 136"/>
          <p:cNvSpPr/>
          <p:nvPr/>
        </p:nvSpPr>
        <p:spPr>
          <a:xfrm>
            <a:off x="8877731"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53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8" name="矩形 137"/>
          <p:cNvSpPr/>
          <p:nvPr/>
        </p:nvSpPr>
        <p:spPr>
          <a:xfrm>
            <a:off x="9456104"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58</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9" name="矩形 138"/>
          <p:cNvSpPr/>
          <p:nvPr/>
        </p:nvSpPr>
        <p:spPr>
          <a:xfrm>
            <a:off x="10061513"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cxnSp>
        <p:nvCxnSpPr>
          <p:cNvPr id="143" name="直線接點 142"/>
          <p:cNvCxnSpPr>
            <a:stCxn id="26" idx="3"/>
            <a:endCxn id="27" idx="1"/>
          </p:cNvCxnSpPr>
          <p:nvPr/>
        </p:nvCxnSpPr>
        <p:spPr bwMode="auto">
          <a:xfrm>
            <a:off x="2326037"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 name="直線接點 143"/>
          <p:cNvCxnSpPr/>
          <p:nvPr/>
        </p:nvCxnSpPr>
        <p:spPr bwMode="auto">
          <a:xfrm>
            <a:off x="3445769"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 name="直線接點 144"/>
          <p:cNvCxnSpPr/>
          <p:nvPr/>
        </p:nvCxnSpPr>
        <p:spPr bwMode="auto">
          <a:xfrm>
            <a:off x="4560785"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直線接點 145"/>
          <p:cNvCxnSpPr/>
          <p:nvPr/>
        </p:nvCxnSpPr>
        <p:spPr bwMode="auto">
          <a:xfrm>
            <a:off x="6773508"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直線接點 146"/>
          <p:cNvCxnSpPr/>
          <p:nvPr/>
        </p:nvCxnSpPr>
        <p:spPr bwMode="auto">
          <a:xfrm>
            <a:off x="7920348"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直線接點 147"/>
          <p:cNvCxnSpPr/>
          <p:nvPr/>
        </p:nvCxnSpPr>
        <p:spPr bwMode="auto">
          <a:xfrm>
            <a:off x="9022383"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 name="直線接點 148"/>
          <p:cNvCxnSpPr/>
          <p:nvPr/>
        </p:nvCxnSpPr>
        <p:spPr bwMode="auto">
          <a:xfrm>
            <a:off x="5702016"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 name="直線接點 152"/>
          <p:cNvCxnSpPr>
            <a:stCxn id="67" idx="3"/>
            <a:endCxn id="69" idx="1"/>
          </p:cNvCxnSpPr>
          <p:nvPr/>
        </p:nvCxnSpPr>
        <p:spPr bwMode="auto">
          <a:xfrm>
            <a:off x="5154833" y="3467622"/>
            <a:ext cx="1934107"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 name="直線接點 153"/>
          <p:cNvCxnSpPr>
            <a:stCxn id="69" idx="3"/>
            <a:endCxn id="71" idx="1"/>
          </p:cNvCxnSpPr>
          <p:nvPr/>
        </p:nvCxnSpPr>
        <p:spPr bwMode="auto">
          <a:xfrm>
            <a:off x="7385964" y="3467622"/>
            <a:ext cx="19352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矩形 1"/>
          <p:cNvSpPr/>
          <p:nvPr/>
        </p:nvSpPr>
        <p:spPr>
          <a:xfrm>
            <a:off x="436382" y="522241"/>
            <a:ext cx="5571077" cy="769441"/>
          </a:xfrm>
          <a:prstGeom prst="rect">
            <a:avLst/>
          </a:prstGeom>
          <a:noFill/>
        </p:spPr>
        <p:txBody>
          <a:bodyPr wrap="none" lIns="91440" tIns="45720" rIns="91440" bIns="45720">
            <a:spAutoFit/>
          </a:bodyPr>
          <a:lstStyle/>
          <a:p>
            <a:pPr algn="ctr"/>
            <a:r>
              <a:rPr lang="en-US" altLang="zh-TW" sz="4400" dirty="0">
                <a:ln w="0"/>
                <a:effectLst>
                  <a:outerShdw blurRad="38100" dist="19050" dir="2700000" algn="tl" rotWithShape="0">
                    <a:schemeClr val="dk1">
                      <a:alpha val="40000"/>
                    </a:schemeClr>
                  </a:outerShdw>
                </a:effectLst>
              </a:rPr>
              <a:t>S={7, 20, 28, 41, 53}</a:t>
            </a:r>
            <a:endParaRPr lang="zh-TW" altLang="en-US" sz="4400" dirty="0">
              <a:ln w="0"/>
              <a:effectLst>
                <a:outerShdw blurRad="38100" dist="19050" dir="2700000" algn="tl" rotWithShape="0">
                  <a:schemeClr val="dk1">
                    <a:alpha val="40000"/>
                  </a:schemeClr>
                </a:outerShdw>
              </a:effectLst>
            </a:endParaRPr>
          </a:p>
        </p:txBody>
      </p:sp>
      <p:sp>
        <p:nvSpPr>
          <p:cNvPr id="109" name="矩形 108"/>
          <p:cNvSpPr/>
          <p:nvPr/>
        </p:nvSpPr>
        <p:spPr>
          <a:xfrm>
            <a:off x="4003277" y="1881520"/>
            <a:ext cx="1242008"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(7, 13)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0" name="矩形 109"/>
          <p:cNvSpPr/>
          <p:nvPr/>
        </p:nvSpPr>
        <p:spPr>
          <a:xfrm>
            <a:off x="6058452" y="998300"/>
            <a:ext cx="1463862"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(13, 62)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1" name="矩形 110"/>
          <p:cNvSpPr/>
          <p:nvPr/>
        </p:nvSpPr>
        <p:spPr>
          <a:xfrm>
            <a:off x="8470414" y="1881520"/>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(41, 62)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cxnSp>
        <p:nvCxnSpPr>
          <p:cNvPr id="114" name="直線接點 113"/>
          <p:cNvCxnSpPr>
            <a:stCxn id="72" idx="3"/>
            <a:endCxn id="73" idx="1"/>
          </p:cNvCxnSpPr>
          <p:nvPr/>
        </p:nvCxnSpPr>
        <p:spPr bwMode="auto">
          <a:xfrm>
            <a:off x="4003277" y="2455102"/>
            <a:ext cx="4206653"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 name="矩形 2"/>
          <p:cNvSpPr/>
          <p:nvPr/>
        </p:nvSpPr>
        <p:spPr>
          <a:xfrm>
            <a:off x="272231" y="2136277"/>
            <a:ext cx="2948244" cy="769441"/>
          </a:xfrm>
          <a:prstGeom prst="rect">
            <a:avLst/>
          </a:prstGeom>
          <a:noFill/>
        </p:spPr>
        <p:txBody>
          <a:bodyPr wrap="none" lIns="91440" tIns="45720" rIns="91440" bIns="45720">
            <a:spAutoFit/>
          </a:bodyPr>
          <a:lstStyle/>
          <a:p>
            <a:pPr algn="ctr"/>
            <a:r>
              <a:rPr lang="en-US" altLang="zh-TW" sz="4400" dirty="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rPr>
              <a:t>Delete 53;</a:t>
            </a:r>
            <a:endParaRPr lang="zh-TW" altLang="en-US" sz="4400" dirty="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endParaRPr>
          </a:p>
        </p:txBody>
      </p:sp>
    </p:spTree>
    <p:extLst>
      <p:ext uri="{BB962C8B-B14F-4D97-AF65-F5344CB8AC3E}">
        <p14:creationId xmlns:p14="http://schemas.microsoft.com/office/powerpoint/2010/main" val="1628474910"/>
      </p:ext>
    </p:extLst>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1" name="直線接點 150"/>
          <p:cNvCxnSpPr>
            <a:stCxn id="64" idx="3"/>
            <a:endCxn id="67" idx="1"/>
          </p:cNvCxnSpPr>
          <p:nvPr/>
        </p:nvCxnSpPr>
        <p:spPr bwMode="auto">
          <a:xfrm>
            <a:off x="2885903" y="3467622"/>
            <a:ext cx="1971906"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矩形 3"/>
          <p:cNvSpPr/>
          <p:nvPr/>
        </p:nvSpPr>
        <p:spPr bwMode="auto">
          <a:xfrm>
            <a:off x="1766171" y="5248406"/>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5" name="矩形 4"/>
          <p:cNvSpPr/>
          <p:nvPr/>
        </p:nvSpPr>
        <p:spPr bwMode="auto">
          <a:xfrm>
            <a:off x="2326037"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 name="矩形 5"/>
          <p:cNvSpPr/>
          <p:nvPr/>
        </p:nvSpPr>
        <p:spPr bwMode="auto">
          <a:xfrm>
            <a:off x="5675800"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 name="矩形 6"/>
          <p:cNvSpPr/>
          <p:nvPr/>
        </p:nvSpPr>
        <p:spPr bwMode="auto">
          <a:xfrm>
            <a:off x="5118293"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8" name="矩形 7"/>
          <p:cNvSpPr/>
          <p:nvPr/>
        </p:nvSpPr>
        <p:spPr bwMode="auto">
          <a:xfrm>
            <a:off x="2885903" y="5248406"/>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9" name="矩形 8"/>
          <p:cNvSpPr/>
          <p:nvPr/>
        </p:nvSpPr>
        <p:spPr bwMode="auto">
          <a:xfrm>
            <a:off x="3445769"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0" name="矩形 9"/>
          <p:cNvSpPr/>
          <p:nvPr/>
        </p:nvSpPr>
        <p:spPr bwMode="auto">
          <a:xfrm>
            <a:off x="4560785"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1" name="矩形 10"/>
          <p:cNvSpPr/>
          <p:nvPr/>
        </p:nvSpPr>
        <p:spPr bwMode="auto">
          <a:xfrm>
            <a:off x="4003277"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8" name="矩形 17"/>
          <p:cNvSpPr/>
          <p:nvPr/>
        </p:nvSpPr>
        <p:spPr bwMode="auto">
          <a:xfrm>
            <a:off x="6233308"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9" name="矩形 18"/>
          <p:cNvSpPr/>
          <p:nvPr/>
        </p:nvSpPr>
        <p:spPr bwMode="auto">
          <a:xfrm>
            <a:off x="6793174" y="5248404"/>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0" name="矩形 19"/>
          <p:cNvSpPr/>
          <p:nvPr/>
        </p:nvSpPr>
        <p:spPr bwMode="auto">
          <a:xfrm>
            <a:off x="10142937"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1" name="矩形 20"/>
          <p:cNvSpPr/>
          <p:nvPr/>
        </p:nvSpPr>
        <p:spPr bwMode="auto">
          <a:xfrm>
            <a:off x="9585430"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2" name="矩形 21"/>
          <p:cNvSpPr/>
          <p:nvPr/>
        </p:nvSpPr>
        <p:spPr bwMode="auto">
          <a:xfrm>
            <a:off x="7353040"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3" name="矩形 22"/>
          <p:cNvSpPr/>
          <p:nvPr/>
        </p:nvSpPr>
        <p:spPr bwMode="auto">
          <a:xfrm>
            <a:off x="7912906" y="5248404"/>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4" name="矩形 23"/>
          <p:cNvSpPr/>
          <p:nvPr/>
        </p:nvSpPr>
        <p:spPr bwMode="auto">
          <a:xfrm>
            <a:off x="9027922"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5" name="矩形 24"/>
          <p:cNvSpPr/>
          <p:nvPr/>
        </p:nvSpPr>
        <p:spPr bwMode="auto">
          <a:xfrm>
            <a:off x="8470414"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6" name="矩形 25"/>
          <p:cNvSpPr/>
          <p:nvPr/>
        </p:nvSpPr>
        <p:spPr bwMode="auto">
          <a:xfrm>
            <a:off x="2029013"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7" name="矩形 26"/>
          <p:cNvSpPr/>
          <p:nvPr/>
        </p:nvSpPr>
        <p:spPr bwMode="auto">
          <a:xfrm>
            <a:off x="3148745"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8" name="矩形 27"/>
          <p:cNvSpPr/>
          <p:nvPr/>
        </p:nvSpPr>
        <p:spPr bwMode="auto">
          <a:xfrm>
            <a:off x="4263761"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9" name="矩形 28"/>
          <p:cNvSpPr/>
          <p:nvPr/>
        </p:nvSpPr>
        <p:spPr bwMode="auto">
          <a:xfrm>
            <a:off x="5383493"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0" name="矩形 29"/>
          <p:cNvSpPr/>
          <p:nvPr/>
        </p:nvSpPr>
        <p:spPr bwMode="auto">
          <a:xfrm>
            <a:off x="6496150"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1" name="矩形 30"/>
          <p:cNvSpPr/>
          <p:nvPr/>
        </p:nvSpPr>
        <p:spPr bwMode="auto">
          <a:xfrm>
            <a:off x="7615882"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2" name="矩形 31"/>
          <p:cNvSpPr/>
          <p:nvPr/>
        </p:nvSpPr>
        <p:spPr bwMode="auto">
          <a:xfrm>
            <a:off x="8730898"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3" name="矩形 32"/>
          <p:cNvSpPr/>
          <p:nvPr/>
        </p:nvSpPr>
        <p:spPr bwMode="auto">
          <a:xfrm>
            <a:off x="9850630"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38" name="群組 37"/>
          <p:cNvGrpSpPr/>
          <p:nvPr/>
        </p:nvGrpSpPr>
        <p:grpSpPr>
          <a:xfrm>
            <a:off x="1901890" y="4636717"/>
            <a:ext cx="559866" cy="611689"/>
            <a:chOff x="1914683" y="4636717"/>
            <a:chExt cx="559866" cy="611689"/>
          </a:xfrm>
        </p:grpSpPr>
        <p:cxnSp>
          <p:nvCxnSpPr>
            <p:cNvPr id="35" name="直線接點 34"/>
            <p:cNvCxnSpPr>
              <a:stCxn id="26" idx="2"/>
              <a:endCxn id="4" idx="0"/>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線接點 36"/>
            <p:cNvCxnSpPr>
              <a:stCxn id="26" idx="2"/>
              <a:endCxn id="5" idx="0"/>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9" name="群組 38"/>
          <p:cNvGrpSpPr/>
          <p:nvPr/>
        </p:nvGrpSpPr>
        <p:grpSpPr>
          <a:xfrm>
            <a:off x="3018504" y="4636717"/>
            <a:ext cx="559866" cy="611689"/>
            <a:chOff x="1914683" y="4636717"/>
            <a:chExt cx="559866" cy="611689"/>
          </a:xfrm>
        </p:grpSpPr>
        <p:cxnSp>
          <p:nvCxnSpPr>
            <p:cNvPr id="40" name="直線接點 39"/>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線接點 40"/>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3" name="群組 42"/>
          <p:cNvGrpSpPr/>
          <p:nvPr/>
        </p:nvGrpSpPr>
        <p:grpSpPr>
          <a:xfrm>
            <a:off x="4134720" y="4636717"/>
            <a:ext cx="559866" cy="611689"/>
            <a:chOff x="1914683" y="4636717"/>
            <a:chExt cx="559866" cy="611689"/>
          </a:xfrm>
        </p:grpSpPr>
        <p:cxnSp>
          <p:nvCxnSpPr>
            <p:cNvPr id="44" name="直線接點 43"/>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線接點 44"/>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9" name="群組 48"/>
          <p:cNvGrpSpPr/>
          <p:nvPr/>
        </p:nvGrpSpPr>
        <p:grpSpPr>
          <a:xfrm>
            <a:off x="5246176" y="4636717"/>
            <a:ext cx="559866" cy="611689"/>
            <a:chOff x="1914683" y="4636717"/>
            <a:chExt cx="559866" cy="611689"/>
          </a:xfrm>
        </p:grpSpPr>
        <p:cxnSp>
          <p:nvCxnSpPr>
            <p:cNvPr id="50" name="直線接點 49"/>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線接點 50"/>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2" name="群組 51"/>
          <p:cNvGrpSpPr/>
          <p:nvPr/>
        </p:nvGrpSpPr>
        <p:grpSpPr>
          <a:xfrm>
            <a:off x="6362154" y="4636715"/>
            <a:ext cx="559866" cy="611689"/>
            <a:chOff x="1914683" y="4636717"/>
            <a:chExt cx="559866" cy="611689"/>
          </a:xfrm>
        </p:grpSpPr>
        <p:cxnSp>
          <p:nvCxnSpPr>
            <p:cNvPr id="53" name="直線接點 52"/>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直線接點 53"/>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5" name="群組 54"/>
          <p:cNvGrpSpPr/>
          <p:nvPr/>
        </p:nvGrpSpPr>
        <p:grpSpPr>
          <a:xfrm>
            <a:off x="7479744" y="4636714"/>
            <a:ext cx="559866" cy="611689"/>
            <a:chOff x="1914683" y="4636717"/>
            <a:chExt cx="559866" cy="611689"/>
          </a:xfrm>
        </p:grpSpPr>
        <p:cxnSp>
          <p:nvCxnSpPr>
            <p:cNvPr id="56" name="直線接點 55"/>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直線接點 56"/>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59" name="直線接點 58"/>
          <p:cNvCxnSpPr/>
          <p:nvPr/>
        </p:nvCxnSpPr>
        <p:spPr bwMode="auto">
          <a:xfrm flipH="1">
            <a:off x="8596707" y="4636714"/>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直線接點 59"/>
          <p:cNvCxnSpPr/>
          <p:nvPr/>
        </p:nvCxnSpPr>
        <p:spPr bwMode="auto">
          <a:xfrm>
            <a:off x="8859549" y="4636714"/>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61" name="群組 60"/>
          <p:cNvGrpSpPr/>
          <p:nvPr/>
        </p:nvGrpSpPr>
        <p:grpSpPr>
          <a:xfrm>
            <a:off x="9713670" y="4636714"/>
            <a:ext cx="559866" cy="611689"/>
            <a:chOff x="1914683" y="4636717"/>
            <a:chExt cx="559866" cy="611689"/>
          </a:xfrm>
        </p:grpSpPr>
        <p:cxnSp>
          <p:nvCxnSpPr>
            <p:cNvPr id="62" name="直線接點 61"/>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直線接點 62"/>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4" name="矩形 63"/>
          <p:cNvSpPr/>
          <p:nvPr/>
        </p:nvSpPr>
        <p:spPr bwMode="auto">
          <a:xfrm>
            <a:off x="2588879"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7" name="矩形 66"/>
          <p:cNvSpPr/>
          <p:nvPr/>
        </p:nvSpPr>
        <p:spPr bwMode="auto">
          <a:xfrm>
            <a:off x="4857809" y="3273469"/>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9" name="矩形 68"/>
          <p:cNvSpPr/>
          <p:nvPr/>
        </p:nvSpPr>
        <p:spPr bwMode="auto">
          <a:xfrm>
            <a:off x="7088940"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1" name="矩形 70"/>
          <p:cNvSpPr/>
          <p:nvPr/>
        </p:nvSpPr>
        <p:spPr bwMode="auto">
          <a:xfrm>
            <a:off x="9321172" y="3273469"/>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2" name="矩形 71"/>
          <p:cNvSpPr/>
          <p:nvPr/>
        </p:nvSpPr>
        <p:spPr bwMode="auto">
          <a:xfrm>
            <a:off x="3706253" y="226094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4" name="矩形 73"/>
          <p:cNvSpPr/>
          <p:nvPr/>
        </p:nvSpPr>
        <p:spPr bwMode="auto">
          <a:xfrm>
            <a:off x="5806042" y="1244253"/>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85" name="群組 84"/>
          <p:cNvGrpSpPr/>
          <p:nvPr/>
        </p:nvGrpSpPr>
        <p:grpSpPr>
          <a:xfrm>
            <a:off x="4412273" y="3661775"/>
            <a:ext cx="1119732" cy="586636"/>
            <a:chOff x="4412273" y="3661775"/>
            <a:chExt cx="1119732" cy="586636"/>
          </a:xfrm>
        </p:grpSpPr>
        <p:cxnSp>
          <p:nvCxnSpPr>
            <p:cNvPr id="78" name="直線接點 77"/>
            <p:cNvCxnSpPr>
              <a:endCxn id="28" idx="0"/>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直線接點 78"/>
            <p:cNvCxnSpPr>
              <a:endCxn id="29" idx="0"/>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6" name="群組 85"/>
          <p:cNvGrpSpPr/>
          <p:nvPr/>
        </p:nvGrpSpPr>
        <p:grpSpPr>
          <a:xfrm>
            <a:off x="2172809" y="3663862"/>
            <a:ext cx="1119732" cy="586636"/>
            <a:chOff x="4412273" y="3661775"/>
            <a:chExt cx="1119732" cy="586636"/>
          </a:xfrm>
        </p:grpSpPr>
        <p:cxnSp>
          <p:nvCxnSpPr>
            <p:cNvPr id="87" name="直線接點 86"/>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直線接點 87"/>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9" name="群組 88"/>
          <p:cNvGrpSpPr/>
          <p:nvPr/>
        </p:nvGrpSpPr>
        <p:grpSpPr>
          <a:xfrm>
            <a:off x="6673970" y="3661775"/>
            <a:ext cx="1119732" cy="586636"/>
            <a:chOff x="4412273" y="3661775"/>
            <a:chExt cx="1119732" cy="586636"/>
          </a:xfrm>
        </p:grpSpPr>
        <p:cxnSp>
          <p:nvCxnSpPr>
            <p:cNvPr id="90" name="直線接點 89"/>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直線接點 90"/>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92" name="群組 91"/>
          <p:cNvGrpSpPr/>
          <p:nvPr/>
        </p:nvGrpSpPr>
        <p:grpSpPr>
          <a:xfrm>
            <a:off x="8909818" y="3661775"/>
            <a:ext cx="1119732" cy="586636"/>
            <a:chOff x="4412273" y="3661775"/>
            <a:chExt cx="1119732" cy="586636"/>
          </a:xfrm>
        </p:grpSpPr>
        <p:cxnSp>
          <p:nvCxnSpPr>
            <p:cNvPr id="93" name="直線接點 92"/>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直線接點 93"/>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96" name="直線接點 95"/>
          <p:cNvCxnSpPr>
            <a:endCxn id="69" idx="0"/>
          </p:cNvCxnSpPr>
          <p:nvPr/>
        </p:nvCxnSpPr>
        <p:spPr bwMode="auto">
          <a:xfrm flipH="1">
            <a:off x="7237452" y="2667000"/>
            <a:ext cx="1140027" cy="60646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直線接點 96"/>
          <p:cNvCxnSpPr>
            <a:endCxn id="71" idx="0"/>
          </p:cNvCxnSpPr>
          <p:nvPr/>
        </p:nvCxnSpPr>
        <p:spPr bwMode="auto">
          <a:xfrm>
            <a:off x="8377478" y="2667000"/>
            <a:ext cx="1092206" cy="60646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直線接點 98"/>
          <p:cNvCxnSpPr>
            <a:endCxn id="64" idx="0"/>
          </p:cNvCxnSpPr>
          <p:nvPr/>
        </p:nvCxnSpPr>
        <p:spPr bwMode="auto">
          <a:xfrm flipH="1">
            <a:off x="2737391" y="2665957"/>
            <a:ext cx="1120913" cy="607512"/>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直線接點 99"/>
          <p:cNvCxnSpPr>
            <a:endCxn id="67" idx="0"/>
          </p:cNvCxnSpPr>
          <p:nvPr/>
        </p:nvCxnSpPr>
        <p:spPr bwMode="auto">
          <a:xfrm>
            <a:off x="3858303" y="2665957"/>
            <a:ext cx="1148018" cy="607512"/>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直線接點 111"/>
          <p:cNvCxnSpPr>
            <a:endCxn id="72" idx="0"/>
          </p:cNvCxnSpPr>
          <p:nvPr/>
        </p:nvCxnSpPr>
        <p:spPr bwMode="auto">
          <a:xfrm flipH="1">
            <a:off x="3854765" y="1650304"/>
            <a:ext cx="2100968" cy="610645"/>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3" name="直線接點 112"/>
          <p:cNvCxnSpPr>
            <a:endCxn id="73" idx="0"/>
          </p:cNvCxnSpPr>
          <p:nvPr/>
        </p:nvCxnSpPr>
        <p:spPr bwMode="auto">
          <a:xfrm>
            <a:off x="5955733" y="1650304"/>
            <a:ext cx="2402709" cy="610645"/>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 name="矩形 117"/>
          <p:cNvSpPr/>
          <p:nvPr/>
        </p:nvSpPr>
        <p:spPr>
          <a:xfrm>
            <a:off x="9580755" y="2944402"/>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(53, 62)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0" name="矩形 119"/>
          <p:cNvSpPr/>
          <p:nvPr/>
        </p:nvSpPr>
        <p:spPr>
          <a:xfrm flipH="1">
            <a:off x="7420163" y="2923918"/>
            <a:ext cx="1396471" cy="523220"/>
          </a:xfrm>
          <a:prstGeom prst="rect">
            <a:avLst/>
          </a:prstGeom>
          <a:noFill/>
          <a:ln>
            <a:noFill/>
          </a:ln>
        </p:spPr>
        <p:txBody>
          <a:bodyPr wrap="squar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(28, 41)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1" name="矩形 120"/>
          <p:cNvSpPr/>
          <p:nvPr/>
        </p:nvSpPr>
        <p:spPr>
          <a:xfrm>
            <a:off x="2930775" y="2923918"/>
            <a:ext cx="1072730"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(5, 7)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2" name="矩形 121"/>
          <p:cNvSpPr/>
          <p:nvPr/>
        </p:nvSpPr>
        <p:spPr>
          <a:xfrm>
            <a:off x="5121640" y="2923918"/>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(11, 13)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4" name="矩形 123"/>
          <p:cNvSpPr/>
          <p:nvPr/>
        </p:nvSpPr>
        <p:spPr>
          <a:xfrm>
            <a:off x="1724567" y="5636710"/>
            <a:ext cx="380232"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5" name="矩形 124"/>
          <p:cNvSpPr/>
          <p:nvPr/>
        </p:nvSpPr>
        <p:spPr>
          <a:xfrm>
            <a:off x="2280009" y="5636710"/>
            <a:ext cx="380232" cy="523220"/>
          </a:xfrm>
          <a:prstGeom prst="rect">
            <a:avLst/>
          </a:prstGeom>
          <a:noFill/>
          <a:ln>
            <a:noFill/>
          </a:ln>
        </p:spPr>
        <p:txBody>
          <a:bodyPr wrap="none" lIns="91440" tIns="45720" rIns="91440" bIns="45720">
            <a:spAutoFit/>
          </a:bodyPr>
          <a:lstStyle/>
          <a:p>
            <a:pPr algn="ctr"/>
            <a:r>
              <a:rPr lang="en-US" altLang="zh-TW" sz="2800" dirty="0">
                <a:ln w="0"/>
                <a:effectLst>
                  <a:outerShdw blurRad="38100" dist="19050" dir="2700000" algn="tl" rotWithShape="0">
                    <a:schemeClr val="dk1">
                      <a:alpha val="40000"/>
                    </a:schemeClr>
                  </a:outerShdw>
                </a:effectLst>
              </a:rPr>
              <a:t>5</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6" name="矩形 125"/>
          <p:cNvSpPr/>
          <p:nvPr/>
        </p:nvSpPr>
        <p:spPr>
          <a:xfrm>
            <a:off x="2835451" y="5634625"/>
            <a:ext cx="380232"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6</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7" name="矩形 126"/>
          <p:cNvSpPr/>
          <p:nvPr/>
        </p:nvSpPr>
        <p:spPr>
          <a:xfrm>
            <a:off x="3399448" y="5634624"/>
            <a:ext cx="380232"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8" name="矩形 127"/>
          <p:cNvSpPr/>
          <p:nvPr/>
        </p:nvSpPr>
        <p:spPr>
          <a:xfrm>
            <a:off x="3977821" y="5634624"/>
            <a:ext cx="380232" cy="523220"/>
          </a:xfrm>
          <a:prstGeom prst="rect">
            <a:avLst/>
          </a:prstGeom>
          <a:noFill/>
          <a:ln>
            <a:noFill/>
          </a:ln>
        </p:spPr>
        <p:txBody>
          <a:bodyPr wrap="none" lIns="91440" tIns="45720" rIns="91440" bIns="45720">
            <a:spAutoFit/>
          </a:bodyPr>
          <a:lstStyle/>
          <a:p>
            <a:pPr algn="ctr"/>
            <a:r>
              <a:rPr lang="en-US" altLang="zh-TW" sz="2800" dirty="0">
                <a:ln w="0"/>
                <a:effectLst>
                  <a:outerShdw blurRad="38100" dist="19050" dir="2700000" algn="tl" rotWithShape="0">
                    <a:schemeClr val="dk1">
                      <a:alpha val="40000"/>
                    </a:schemeClr>
                  </a:outerShdw>
                </a:effectLst>
              </a:rPr>
              <a:t>9</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9" name="矩形 128"/>
          <p:cNvSpPr/>
          <p:nvPr/>
        </p:nvSpPr>
        <p:spPr>
          <a:xfrm>
            <a:off x="4438489"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11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0" name="矩形 129"/>
          <p:cNvSpPr/>
          <p:nvPr/>
        </p:nvSpPr>
        <p:spPr>
          <a:xfrm>
            <a:off x="4993931"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12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1" name="矩形 130"/>
          <p:cNvSpPr/>
          <p:nvPr/>
        </p:nvSpPr>
        <p:spPr>
          <a:xfrm>
            <a:off x="5549373" y="5632539"/>
            <a:ext cx="575799"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2" name="矩形 131"/>
          <p:cNvSpPr/>
          <p:nvPr/>
        </p:nvSpPr>
        <p:spPr>
          <a:xfrm>
            <a:off x="6113370"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20</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3" name="矩形 132"/>
          <p:cNvSpPr/>
          <p:nvPr/>
        </p:nvSpPr>
        <p:spPr>
          <a:xfrm>
            <a:off x="6691743" y="5632538"/>
            <a:ext cx="575799"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28</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4" name="矩形 133"/>
          <p:cNvSpPr/>
          <p:nvPr/>
        </p:nvSpPr>
        <p:spPr>
          <a:xfrm>
            <a:off x="7202850"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29</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5" name="矩形 134"/>
          <p:cNvSpPr/>
          <p:nvPr/>
        </p:nvSpPr>
        <p:spPr>
          <a:xfrm>
            <a:off x="7758292"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41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6" name="矩形 135"/>
          <p:cNvSpPr/>
          <p:nvPr/>
        </p:nvSpPr>
        <p:spPr>
          <a:xfrm>
            <a:off x="8313734" y="5632539"/>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42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7" name="矩形 136"/>
          <p:cNvSpPr/>
          <p:nvPr/>
        </p:nvSpPr>
        <p:spPr>
          <a:xfrm>
            <a:off x="8877731"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53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8" name="矩形 137"/>
          <p:cNvSpPr/>
          <p:nvPr/>
        </p:nvSpPr>
        <p:spPr>
          <a:xfrm>
            <a:off x="9456104"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58</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9" name="矩形 138"/>
          <p:cNvSpPr/>
          <p:nvPr/>
        </p:nvSpPr>
        <p:spPr>
          <a:xfrm>
            <a:off x="10061513"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cxnSp>
        <p:nvCxnSpPr>
          <p:cNvPr id="143" name="直線接點 142"/>
          <p:cNvCxnSpPr>
            <a:stCxn id="26" idx="3"/>
            <a:endCxn id="27" idx="1"/>
          </p:cNvCxnSpPr>
          <p:nvPr/>
        </p:nvCxnSpPr>
        <p:spPr bwMode="auto">
          <a:xfrm>
            <a:off x="2326037"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 name="直線接點 143"/>
          <p:cNvCxnSpPr/>
          <p:nvPr/>
        </p:nvCxnSpPr>
        <p:spPr bwMode="auto">
          <a:xfrm>
            <a:off x="3445769"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 name="直線接點 144"/>
          <p:cNvCxnSpPr/>
          <p:nvPr/>
        </p:nvCxnSpPr>
        <p:spPr bwMode="auto">
          <a:xfrm>
            <a:off x="4560785"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直線接點 145"/>
          <p:cNvCxnSpPr/>
          <p:nvPr/>
        </p:nvCxnSpPr>
        <p:spPr bwMode="auto">
          <a:xfrm>
            <a:off x="6773508"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直線接點 146"/>
          <p:cNvCxnSpPr/>
          <p:nvPr/>
        </p:nvCxnSpPr>
        <p:spPr bwMode="auto">
          <a:xfrm>
            <a:off x="7920348"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直線接點 147"/>
          <p:cNvCxnSpPr/>
          <p:nvPr/>
        </p:nvCxnSpPr>
        <p:spPr bwMode="auto">
          <a:xfrm>
            <a:off x="9022383"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 name="直線接點 148"/>
          <p:cNvCxnSpPr/>
          <p:nvPr/>
        </p:nvCxnSpPr>
        <p:spPr bwMode="auto">
          <a:xfrm>
            <a:off x="5702016"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 name="直線接點 152"/>
          <p:cNvCxnSpPr>
            <a:stCxn id="67" idx="3"/>
            <a:endCxn id="69" idx="1"/>
          </p:cNvCxnSpPr>
          <p:nvPr/>
        </p:nvCxnSpPr>
        <p:spPr bwMode="auto">
          <a:xfrm>
            <a:off x="5154833" y="3467622"/>
            <a:ext cx="1934107"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 name="直線接點 153"/>
          <p:cNvCxnSpPr>
            <a:stCxn id="69" idx="3"/>
            <a:endCxn id="71" idx="1"/>
          </p:cNvCxnSpPr>
          <p:nvPr/>
        </p:nvCxnSpPr>
        <p:spPr bwMode="auto">
          <a:xfrm>
            <a:off x="7385964" y="3467622"/>
            <a:ext cx="19352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矩形 1"/>
          <p:cNvSpPr/>
          <p:nvPr/>
        </p:nvSpPr>
        <p:spPr>
          <a:xfrm>
            <a:off x="918084" y="522241"/>
            <a:ext cx="4607672" cy="769441"/>
          </a:xfrm>
          <a:prstGeom prst="rect">
            <a:avLst/>
          </a:prstGeom>
          <a:noFill/>
        </p:spPr>
        <p:txBody>
          <a:bodyPr wrap="none" lIns="91440" tIns="45720" rIns="91440" bIns="45720">
            <a:spAutoFit/>
          </a:bodyPr>
          <a:lstStyle/>
          <a:p>
            <a:pPr algn="ctr"/>
            <a:r>
              <a:rPr lang="en-US" altLang="zh-TW" sz="4400" dirty="0">
                <a:ln w="0"/>
                <a:effectLst>
                  <a:outerShdw blurRad="38100" dist="19050" dir="2700000" algn="tl" rotWithShape="0">
                    <a:schemeClr val="dk1">
                      <a:alpha val="40000"/>
                    </a:schemeClr>
                  </a:outerShdw>
                </a:effectLst>
              </a:rPr>
              <a:t>S={7, 20, 28, 41}</a:t>
            </a:r>
            <a:endParaRPr lang="zh-TW" altLang="en-US" sz="4400" dirty="0">
              <a:ln w="0"/>
              <a:effectLst>
                <a:outerShdw blurRad="38100" dist="19050" dir="2700000" algn="tl" rotWithShape="0">
                  <a:schemeClr val="dk1">
                    <a:alpha val="40000"/>
                  </a:schemeClr>
                </a:outerShdw>
              </a:effectLst>
            </a:endParaRPr>
          </a:p>
        </p:txBody>
      </p:sp>
      <p:sp>
        <p:nvSpPr>
          <p:cNvPr id="109" name="矩形 108"/>
          <p:cNvSpPr/>
          <p:nvPr/>
        </p:nvSpPr>
        <p:spPr>
          <a:xfrm>
            <a:off x="4003277" y="1881520"/>
            <a:ext cx="1242008"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(7, 13)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0" name="矩形 109"/>
          <p:cNvSpPr/>
          <p:nvPr/>
        </p:nvSpPr>
        <p:spPr>
          <a:xfrm>
            <a:off x="6058452" y="998300"/>
            <a:ext cx="1463862"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(13, 62)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1" name="矩形 110"/>
          <p:cNvSpPr/>
          <p:nvPr/>
        </p:nvSpPr>
        <p:spPr>
          <a:xfrm>
            <a:off x="8470414" y="1881520"/>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(41, 62)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cxnSp>
        <p:nvCxnSpPr>
          <p:cNvPr id="114" name="直線接點 113"/>
          <p:cNvCxnSpPr>
            <a:stCxn id="72" idx="3"/>
            <a:endCxn id="73" idx="1"/>
          </p:cNvCxnSpPr>
          <p:nvPr/>
        </p:nvCxnSpPr>
        <p:spPr bwMode="auto">
          <a:xfrm>
            <a:off x="4003277" y="2455102"/>
            <a:ext cx="4206653" cy="0"/>
          </a:xfrm>
          <a:prstGeom prst="line">
            <a:avLst/>
          </a:prstGeom>
          <a:solidFill>
            <a:schemeClr val="accent1"/>
          </a:solidFill>
          <a:ln w="38100" cap="flat" cmpd="sng" algn="ctr">
            <a:solidFill>
              <a:schemeClr val="bg2">
                <a:lumMod val="25000"/>
                <a:lumOff val="7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矩形 72"/>
          <p:cNvSpPr/>
          <p:nvPr/>
        </p:nvSpPr>
        <p:spPr bwMode="auto">
          <a:xfrm>
            <a:off x="8209930" y="226094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Tree>
    <p:extLst>
      <p:ext uri="{BB962C8B-B14F-4D97-AF65-F5344CB8AC3E}">
        <p14:creationId xmlns:p14="http://schemas.microsoft.com/office/powerpoint/2010/main" val="3539298132"/>
      </p:ext>
    </p:extLst>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1" name="直線接點 150"/>
          <p:cNvCxnSpPr>
            <a:stCxn id="64" idx="3"/>
            <a:endCxn id="67" idx="1"/>
          </p:cNvCxnSpPr>
          <p:nvPr/>
        </p:nvCxnSpPr>
        <p:spPr bwMode="auto">
          <a:xfrm>
            <a:off x="2885903" y="3467622"/>
            <a:ext cx="1971906"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矩形 3"/>
          <p:cNvSpPr/>
          <p:nvPr/>
        </p:nvSpPr>
        <p:spPr bwMode="auto">
          <a:xfrm>
            <a:off x="1766171" y="5248406"/>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5" name="矩形 4"/>
          <p:cNvSpPr/>
          <p:nvPr/>
        </p:nvSpPr>
        <p:spPr bwMode="auto">
          <a:xfrm>
            <a:off x="2326037"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 name="矩形 5"/>
          <p:cNvSpPr/>
          <p:nvPr/>
        </p:nvSpPr>
        <p:spPr bwMode="auto">
          <a:xfrm>
            <a:off x="5675800"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 name="矩形 6"/>
          <p:cNvSpPr/>
          <p:nvPr/>
        </p:nvSpPr>
        <p:spPr bwMode="auto">
          <a:xfrm>
            <a:off x="5118293"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8" name="矩形 7"/>
          <p:cNvSpPr/>
          <p:nvPr/>
        </p:nvSpPr>
        <p:spPr bwMode="auto">
          <a:xfrm>
            <a:off x="2885903" y="5248406"/>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9" name="矩形 8"/>
          <p:cNvSpPr/>
          <p:nvPr/>
        </p:nvSpPr>
        <p:spPr bwMode="auto">
          <a:xfrm>
            <a:off x="3445769"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0" name="矩形 9"/>
          <p:cNvSpPr/>
          <p:nvPr/>
        </p:nvSpPr>
        <p:spPr bwMode="auto">
          <a:xfrm>
            <a:off x="4560785"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1" name="矩形 10"/>
          <p:cNvSpPr/>
          <p:nvPr/>
        </p:nvSpPr>
        <p:spPr bwMode="auto">
          <a:xfrm>
            <a:off x="4003277"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8" name="矩形 17"/>
          <p:cNvSpPr/>
          <p:nvPr/>
        </p:nvSpPr>
        <p:spPr bwMode="auto">
          <a:xfrm>
            <a:off x="6233308"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9" name="矩形 18"/>
          <p:cNvSpPr/>
          <p:nvPr/>
        </p:nvSpPr>
        <p:spPr bwMode="auto">
          <a:xfrm>
            <a:off x="6793174" y="5248404"/>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0" name="矩形 19"/>
          <p:cNvSpPr/>
          <p:nvPr/>
        </p:nvSpPr>
        <p:spPr bwMode="auto">
          <a:xfrm>
            <a:off x="10142937"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1" name="矩形 20"/>
          <p:cNvSpPr/>
          <p:nvPr/>
        </p:nvSpPr>
        <p:spPr bwMode="auto">
          <a:xfrm>
            <a:off x="9585430"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2" name="矩形 21"/>
          <p:cNvSpPr/>
          <p:nvPr/>
        </p:nvSpPr>
        <p:spPr bwMode="auto">
          <a:xfrm>
            <a:off x="7353040"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3" name="矩形 22"/>
          <p:cNvSpPr/>
          <p:nvPr/>
        </p:nvSpPr>
        <p:spPr bwMode="auto">
          <a:xfrm>
            <a:off x="7912906" y="5248404"/>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4" name="矩形 23"/>
          <p:cNvSpPr/>
          <p:nvPr/>
        </p:nvSpPr>
        <p:spPr bwMode="auto">
          <a:xfrm>
            <a:off x="9027922"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5" name="矩形 24"/>
          <p:cNvSpPr/>
          <p:nvPr/>
        </p:nvSpPr>
        <p:spPr bwMode="auto">
          <a:xfrm>
            <a:off x="8470414"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6" name="矩形 25"/>
          <p:cNvSpPr/>
          <p:nvPr/>
        </p:nvSpPr>
        <p:spPr bwMode="auto">
          <a:xfrm>
            <a:off x="2029013"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7" name="矩形 26"/>
          <p:cNvSpPr/>
          <p:nvPr/>
        </p:nvSpPr>
        <p:spPr bwMode="auto">
          <a:xfrm>
            <a:off x="3148745"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8" name="矩形 27"/>
          <p:cNvSpPr/>
          <p:nvPr/>
        </p:nvSpPr>
        <p:spPr bwMode="auto">
          <a:xfrm>
            <a:off x="4263761"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9" name="矩形 28"/>
          <p:cNvSpPr/>
          <p:nvPr/>
        </p:nvSpPr>
        <p:spPr bwMode="auto">
          <a:xfrm>
            <a:off x="5383493"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0" name="矩形 29"/>
          <p:cNvSpPr/>
          <p:nvPr/>
        </p:nvSpPr>
        <p:spPr bwMode="auto">
          <a:xfrm>
            <a:off x="6496150"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1" name="矩形 30"/>
          <p:cNvSpPr/>
          <p:nvPr/>
        </p:nvSpPr>
        <p:spPr bwMode="auto">
          <a:xfrm>
            <a:off x="7615882"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2" name="矩形 31"/>
          <p:cNvSpPr/>
          <p:nvPr/>
        </p:nvSpPr>
        <p:spPr bwMode="auto">
          <a:xfrm>
            <a:off x="8730898"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3" name="矩形 32"/>
          <p:cNvSpPr/>
          <p:nvPr/>
        </p:nvSpPr>
        <p:spPr bwMode="auto">
          <a:xfrm>
            <a:off x="9850630"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38" name="群組 37"/>
          <p:cNvGrpSpPr/>
          <p:nvPr/>
        </p:nvGrpSpPr>
        <p:grpSpPr>
          <a:xfrm>
            <a:off x="1901890" y="4636717"/>
            <a:ext cx="559866" cy="611689"/>
            <a:chOff x="1914683" y="4636717"/>
            <a:chExt cx="559866" cy="611689"/>
          </a:xfrm>
        </p:grpSpPr>
        <p:cxnSp>
          <p:nvCxnSpPr>
            <p:cNvPr id="35" name="直線接點 34"/>
            <p:cNvCxnSpPr>
              <a:stCxn id="26" idx="2"/>
              <a:endCxn id="4" idx="0"/>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線接點 36"/>
            <p:cNvCxnSpPr>
              <a:stCxn id="26" idx="2"/>
              <a:endCxn id="5" idx="0"/>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9" name="群組 38"/>
          <p:cNvGrpSpPr/>
          <p:nvPr/>
        </p:nvGrpSpPr>
        <p:grpSpPr>
          <a:xfrm>
            <a:off x="3018504" y="4636717"/>
            <a:ext cx="559866" cy="611689"/>
            <a:chOff x="1914683" y="4636717"/>
            <a:chExt cx="559866" cy="611689"/>
          </a:xfrm>
        </p:grpSpPr>
        <p:cxnSp>
          <p:nvCxnSpPr>
            <p:cNvPr id="40" name="直線接點 39"/>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線接點 40"/>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3" name="群組 42"/>
          <p:cNvGrpSpPr/>
          <p:nvPr/>
        </p:nvGrpSpPr>
        <p:grpSpPr>
          <a:xfrm>
            <a:off x="4134720" y="4636717"/>
            <a:ext cx="559866" cy="611689"/>
            <a:chOff x="1914683" y="4636717"/>
            <a:chExt cx="559866" cy="611689"/>
          </a:xfrm>
        </p:grpSpPr>
        <p:cxnSp>
          <p:nvCxnSpPr>
            <p:cNvPr id="44" name="直線接點 43"/>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線接點 44"/>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9" name="群組 48"/>
          <p:cNvGrpSpPr/>
          <p:nvPr/>
        </p:nvGrpSpPr>
        <p:grpSpPr>
          <a:xfrm>
            <a:off x="5246176" y="4636717"/>
            <a:ext cx="559866" cy="611689"/>
            <a:chOff x="1914683" y="4636717"/>
            <a:chExt cx="559866" cy="611689"/>
          </a:xfrm>
        </p:grpSpPr>
        <p:cxnSp>
          <p:nvCxnSpPr>
            <p:cNvPr id="50" name="直線接點 49"/>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線接點 50"/>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2" name="群組 51"/>
          <p:cNvGrpSpPr/>
          <p:nvPr/>
        </p:nvGrpSpPr>
        <p:grpSpPr>
          <a:xfrm>
            <a:off x="6362154" y="4636715"/>
            <a:ext cx="559866" cy="611689"/>
            <a:chOff x="1914683" y="4636717"/>
            <a:chExt cx="559866" cy="611689"/>
          </a:xfrm>
        </p:grpSpPr>
        <p:cxnSp>
          <p:nvCxnSpPr>
            <p:cNvPr id="53" name="直線接點 52"/>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直線接點 53"/>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5" name="群組 54"/>
          <p:cNvGrpSpPr/>
          <p:nvPr/>
        </p:nvGrpSpPr>
        <p:grpSpPr>
          <a:xfrm>
            <a:off x="7479744" y="4636714"/>
            <a:ext cx="559866" cy="611689"/>
            <a:chOff x="1914683" y="4636717"/>
            <a:chExt cx="559866" cy="611689"/>
          </a:xfrm>
        </p:grpSpPr>
        <p:cxnSp>
          <p:nvCxnSpPr>
            <p:cNvPr id="56" name="直線接點 55"/>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直線接點 56"/>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59" name="直線接點 58"/>
          <p:cNvCxnSpPr/>
          <p:nvPr/>
        </p:nvCxnSpPr>
        <p:spPr bwMode="auto">
          <a:xfrm flipH="1">
            <a:off x="8596707" y="4636714"/>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直線接點 59"/>
          <p:cNvCxnSpPr/>
          <p:nvPr/>
        </p:nvCxnSpPr>
        <p:spPr bwMode="auto">
          <a:xfrm>
            <a:off x="8859549" y="4636714"/>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61" name="群組 60"/>
          <p:cNvGrpSpPr/>
          <p:nvPr/>
        </p:nvGrpSpPr>
        <p:grpSpPr>
          <a:xfrm>
            <a:off x="9713670" y="4636714"/>
            <a:ext cx="559866" cy="611689"/>
            <a:chOff x="1914683" y="4636717"/>
            <a:chExt cx="559866" cy="611689"/>
          </a:xfrm>
        </p:grpSpPr>
        <p:cxnSp>
          <p:nvCxnSpPr>
            <p:cNvPr id="62" name="直線接點 61"/>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直線接點 62"/>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4" name="矩形 63"/>
          <p:cNvSpPr/>
          <p:nvPr/>
        </p:nvSpPr>
        <p:spPr bwMode="auto">
          <a:xfrm>
            <a:off x="2588879"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7" name="矩形 66"/>
          <p:cNvSpPr/>
          <p:nvPr/>
        </p:nvSpPr>
        <p:spPr bwMode="auto">
          <a:xfrm>
            <a:off x="4857809" y="3273469"/>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9" name="矩形 68"/>
          <p:cNvSpPr/>
          <p:nvPr/>
        </p:nvSpPr>
        <p:spPr bwMode="auto">
          <a:xfrm>
            <a:off x="7088940"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1" name="矩形 70"/>
          <p:cNvSpPr/>
          <p:nvPr/>
        </p:nvSpPr>
        <p:spPr bwMode="auto">
          <a:xfrm>
            <a:off x="9321172" y="3273469"/>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2" name="矩形 71"/>
          <p:cNvSpPr/>
          <p:nvPr/>
        </p:nvSpPr>
        <p:spPr bwMode="auto">
          <a:xfrm>
            <a:off x="3706253" y="226094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4" name="矩形 73"/>
          <p:cNvSpPr/>
          <p:nvPr/>
        </p:nvSpPr>
        <p:spPr bwMode="auto">
          <a:xfrm>
            <a:off x="5806042" y="1244253"/>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85" name="群組 84"/>
          <p:cNvGrpSpPr/>
          <p:nvPr/>
        </p:nvGrpSpPr>
        <p:grpSpPr>
          <a:xfrm>
            <a:off x="4412273" y="3661775"/>
            <a:ext cx="1119732" cy="586636"/>
            <a:chOff x="4412273" y="3661775"/>
            <a:chExt cx="1119732" cy="586636"/>
          </a:xfrm>
        </p:grpSpPr>
        <p:cxnSp>
          <p:nvCxnSpPr>
            <p:cNvPr id="78" name="直線接點 77"/>
            <p:cNvCxnSpPr>
              <a:endCxn id="28" idx="0"/>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直線接點 78"/>
            <p:cNvCxnSpPr>
              <a:endCxn id="29" idx="0"/>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6" name="群組 85"/>
          <p:cNvGrpSpPr/>
          <p:nvPr/>
        </p:nvGrpSpPr>
        <p:grpSpPr>
          <a:xfrm>
            <a:off x="2172809" y="3663862"/>
            <a:ext cx="1119732" cy="586636"/>
            <a:chOff x="4412273" y="3661775"/>
            <a:chExt cx="1119732" cy="586636"/>
          </a:xfrm>
        </p:grpSpPr>
        <p:cxnSp>
          <p:nvCxnSpPr>
            <p:cNvPr id="87" name="直線接點 86"/>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直線接點 87"/>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9" name="群組 88"/>
          <p:cNvGrpSpPr/>
          <p:nvPr/>
        </p:nvGrpSpPr>
        <p:grpSpPr>
          <a:xfrm>
            <a:off x="6673970" y="3661775"/>
            <a:ext cx="1119732" cy="586636"/>
            <a:chOff x="4412273" y="3661775"/>
            <a:chExt cx="1119732" cy="586636"/>
          </a:xfrm>
        </p:grpSpPr>
        <p:cxnSp>
          <p:nvCxnSpPr>
            <p:cNvPr id="90" name="直線接點 89"/>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直線接點 90"/>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92" name="群組 91"/>
          <p:cNvGrpSpPr/>
          <p:nvPr/>
        </p:nvGrpSpPr>
        <p:grpSpPr>
          <a:xfrm>
            <a:off x="8909818" y="3661775"/>
            <a:ext cx="1119732" cy="586636"/>
            <a:chOff x="4412273" y="3661775"/>
            <a:chExt cx="1119732" cy="586636"/>
          </a:xfrm>
        </p:grpSpPr>
        <p:cxnSp>
          <p:nvCxnSpPr>
            <p:cNvPr id="93" name="直線接點 92"/>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直線接點 93"/>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96" name="直線接點 95"/>
          <p:cNvCxnSpPr>
            <a:endCxn id="69" idx="0"/>
          </p:cNvCxnSpPr>
          <p:nvPr/>
        </p:nvCxnSpPr>
        <p:spPr bwMode="auto">
          <a:xfrm flipH="1">
            <a:off x="7237452" y="2667000"/>
            <a:ext cx="1140027" cy="60646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直線接點 96"/>
          <p:cNvCxnSpPr>
            <a:endCxn id="71" idx="0"/>
          </p:cNvCxnSpPr>
          <p:nvPr/>
        </p:nvCxnSpPr>
        <p:spPr bwMode="auto">
          <a:xfrm>
            <a:off x="8377478" y="2667000"/>
            <a:ext cx="1092206" cy="60646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直線接點 98"/>
          <p:cNvCxnSpPr>
            <a:endCxn id="64" idx="0"/>
          </p:cNvCxnSpPr>
          <p:nvPr/>
        </p:nvCxnSpPr>
        <p:spPr bwMode="auto">
          <a:xfrm flipH="1">
            <a:off x="2737391" y="2665957"/>
            <a:ext cx="1120913" cy="607512"/>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直線接點 99"/>
          <p:cNvCxnSpPr>
            <a:endCxn id="67" idx="0"/>
          </p:cNvCxnSpPr>
          <p:nvPr/>
        </p:nvCxnSpPr>
        <p:spPr bwMode="auto">
          <a:xfrm>
            <a:off x="3858303" y="2665957"/>
            <a:ext cx="1148018" cy="607512"/>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直線接點 111"/>
          <p:cNvCxnSpPr>
            <a:endCxn id="72" idx="0"/>
          </p:cNvCxnSpPr>
          <p:nvPr/>
        </p:nvCxnSpPr>
        <p:spPr bwMode="auto">
          <a:xfrm flipH="1">
            <a:off x="3854765" y="1650304"/>
            <a:ext cx="2100968" cy="610645"/>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3" name="直線接點 112"/>
          <p:cNvCxnSpPr>
            <a:endCxn id="73" idx="0"/>
          </p:cNvCxnSpPr>
          <p:nvPr/>
        </p:nvCxnSpPr>
        <p:spPr bwMode="auto">
          <a:xfrm>
            <a:off x="5955733" y="1650304"/>
            <a:ext cx="2402709" cy="610645"/>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 name="矩形 117"/>
          <p:cNvSpPr/>
          <p:nvPr/>
        </p:nvSpPr>
        <p:spPr>
          <a:xfrm>
            <a:off x="9580755" y="2944402"/>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(53, 62)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0" name="矩形 119"/>
          <p:cNvSpPr/>
          <p:nvPr/>
        </p:nvSpPr>
        <p:spPr>
          <a:xfrm flipH="1">
            <a:off x="7420163" y="2923918"/>
            <a:ext cx="1396471" cy="523220"/>
          </a:xfrm>
          <a:prstGeom prst="rect">
            <a:avLst/>
          </a:prstGeom>
          <a:noFill/>
          <a:ln>
            <a:noFill/>
          </a:ln>
        </p:spPr>
        <p:txBody>
          <a:bodyPr wrap="squar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(28, 41)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1" name="矩形 120"/>
          <p:cNvSpPr/>
          <p:nvPr/>
        </p:nvSpPr>
        <p:spPr>
          <a:xfrm>
            <a:off x="2930775" y="2923918"/>
            <a:ext cx="1072730"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(5, 7)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2" name="矩形 121"/>
          <p:cNvSpPr/>
          <p:nvPr/>
        </p:nvSpPr>
        <p:spPr>
          <a:xfrm>
            <a:off x="5121640" y="2923918"/>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(11, 13)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4" name="矩形 123"/>
          <p:cNvSpPr/>
          <p:nvPr/>
        </p:nvSpPr>
        <p:spPr>
          <a:xfrm>
            <a:off x="1724567" y="5636710"/>
            <a:ext cx="380232"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5" name="矩形 124"/>
          <p:cNvSpPr/>
          <p:nvPr/>
        </p:nvSpPr>
        <p:spPr>
          <a:xfrm>
            <a:off x="2280009" y="5636710"/>
            <a:ext cx="380232" cy="523220"/>
          </a:xfrm>
          <a:prstGeom prst="rect">
            <a:avLst/>
          </a:prstGeom>
          <a:noFill/>
          <a:ln>
            <a:noFill/>
          </a:ln>
        </p:spPr>
        <p:txBody>
          <a:bodyPr wrap="none" lIns="91440" tIns="45720" rIns="91440" bIns="45720">
            <a:spAutoFit/>
          </a:bodyPr>
          <a:lstStyle/>
          <a:p>
            <a:pPr algn="ctr"/>
            <a:r>
              <a:rPr lang="en-US" altLang="zh-TW" sz="2800" dirty="0">
                <a:ln w="0"/>
                <a:effectLst>
                  <a:outerShdw blurRad="38100" dist="19050" dir="2700000" algn="tl" rotWithShape="0">
                    <a:schemeClr val="dk1">
                      <a:alpha val="40000"/>
                    </a:schemeClr>
                  </a:outerShdw>
                </a:effectLst>
              </a:rPr>
              <a:t>5</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6" name="矩形 125"/>
          <p:cNvSpPr/>
          <p:nvPr/>
        </p:nvSpPr>
        <p:spPr>
          <a:xfrm>
            <a:off x="2835451" y="5634625"/>
            <a:ext cx="380232"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6</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7" name="矩形 126"/>
          <p:cNvSpPr/>
          <p:nvPr/>
        </p:nvSpPr>
        <p:spPr>
          <a:xfrm>
            <a:off x="3399448" y="5634624"/>
            <a:ext cx="380232"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8" name="矩形 127"/>
          <p:cNvSpPr/>
          <p:nvPr/>
        </p:nvSpPr>
        <p:spPr>
          <a:xfrm>
            <a:off x="3977821" y="5634624"/>
            <a:ext cx="380232" cy="523220"/>
          </a:xfrm>
          <a:prstGeom prst="rect">
            <a:avLst/>
          </a:prstGeom>
          <a:noFill/>
          <a:ln>
            <a:noFill/>
          </a:ln>
        </p:spPr>
        <p:txBody>
          <a:bodyPr wrap="none" lIns="91440" tIns="45720" rIns="91440" bIns="45720">
            <a:spAutoFit/>
          </a:bodyPr>
          <a:lstStyle/>
          <a:p>
            <a:pPr algn="ctr"/>
            <a:r>
              <a:rPr lang="en-US" altLang="zh-TW" sz="2800" dirty="0">
                <a:ln w="0"/>
                <a:effectLst>
                  <a:outerShdw blurRad="38100" dist="19050" dir="2700000" algn="tl" rotWithShape="0">
                    <a:schemeClr val="dk1">
                      <a:alpha val="40000"/>
                    </a:schemeClr>
                  </a:outerShdw>
                </a:effectLst>
              </a:rPr>
              <a:t>9</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9" name="矩形 128"/>
          <p:cNvSpPr/>
          <p:nvPr/>
        </p:nvSpPr>
        <p:spPr>
          <a:xfrm>
            <a:off x="4438489"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11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0" name="矩形 129"/>
          <p:cNvSpPr/>
          <p:nvPr/>
        </p:nvSpPr>
        <p:spPr>
          <a:xfrm>
            <a:off x="4993931"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12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1" name="矩形 130"/>
          <p:cNvSpPr/>
          <p:nvPr/>
        </p:nvSpPr>
        <p:spPr>
          <a:xfrm>
            <a:off x="5549373" y="5632539"/>
            <a:ext cx="575799"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2" name="矩形 131"/>
          <p:cNvSpPr/>
          <p:nvPr/>
        </p:nvSpPr>
        <p:spPr>
          <a:xfrm>
            <a:off x="6113370"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20</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3" name="矩形 132"/>
          <p:cNvSpPr/>
          <p:nvPr/>
        </p:nvSpPr>
        <p:spPr>
          <a:xfrm>
            <a:off x="6691743" y="5632538"/>
            <a:ext cx="575799"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28</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4" name="矩形 133"/>
          <p:cNvSpPr/>
          <p:nvPr/>
        </p:nvSpPr>
        <p:spPr>
          <a:xfrm>
            <a:off x="7202850"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29</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5" name="矩形 134"/>
          <p:cNvSpPr/>
          <p:nvPr/>
        </p:nvSpPr>
        <p:spPr>
          <a:xfrm>
            <a:off x="7758292"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41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6" name="矩形 135"/>
          <p:cNvSpPr/>
          <p:nvPr/>
        </p:nvSpPr>
        <p:spPr>
          <a:xfrm>
            <a:off x="8313734" y="5632539"/>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42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7" name="矩形 136"/>
          <p:cNvSpPr/>
          <p:nvPr/>
        </p:nvSpPr>
        <p:spPr>
          <a:xfrm>
            <a:off x="8877731"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53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8" name="矩形 137"/>
          <p:cNvSpPr/>
          <p:nvPr/>
        </p:nvSpPr>
        <p:spPr>
          <a:xfrm>
            <a:off x="9456104"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58</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9" name="矩形 138"/>
          <p:cNvSpPr/>
          <p:nvPr/>
        </p:nvSpPr>
        <p:spPr>
          <a:xfrm>
            <a:off x="10061513"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cxnSp>
        <p:nvCxnSpPr>
          <p:cNvPr id="143" name="直線接點 142"/>
          <p:cNvCxnSpPr>
            <a:stCxn id="26" idx="3"/>
            <a:endCxn id="27" idx="1"/>
          </p:cNvCxnSpPr>
          <p:nvPr/>
        </p:nvCxnSpPr>
        <p:spPr bwMode="auto">
          <a:xfrm>
            <a:off x="2326037"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 name="直線接點 143"/>
          <p:cNvCxnSpPr/>
          <p:nvPr/>
        </p:nvCxnSpPr>
        <p:spPr bwMode="auto">
          <a:xfrm>
            <a:off x="3445769"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 name="直線接點 144"/>
          <p:cNvCxnSpPr/>
          <p:nvPr/>
        </p:nvCxnSpPr>
        <p:spPr bwMode="auto">
          <a:xfrm>
            <a:off x="4560785"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直線接點 145"/>
          <p:cNvCxnSpPr/>
          <p:nvPr/>
        </p:nvCxnSpPr>
        <p:spPr bwMode="auto">
          <a:xfrm>
            <a:off x="6773508"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直線接點 146"/>
          <p:cNvCxnSpPr/>
          <p:nvPr/>
        </p:nvCxnSpPr>
        <p:spPr bwMode="auto">
          <a:xfrm>
            <a:off x="7920348"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直線接點 147"/>
          <p:cNvCxnSpPr/>
          <p:nvPr/>
        </p:nvCxnSpPr>
        <p:spPr bwMode="auto">
          <a:xfrm>
            <a:off x="9022383"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 name="直線接點 148"/>
          <p:cNvCxnSpPr/>
          <p:nvPr/>
        </p:nvCxnSpPr>
        <p:spPr bwMode="auto">
          <a:xfrm>
            <a:off x="5702016"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 name="直線接點 152"/>
          <p:cNvCxnSpPr>
            <a:stCxn id="67" idx="3"/>
            <a:endCxn id="69" idx="1"/>
          </p:cNvCxnSpPr>
          <p:nvPr/>
        </p:nvCxnSpPr>
        <p:spPr bwMode="auto">
          <a:xfrm>
            <a:off x="5154833" y="3467622"/>
            <a:ext cx="1934107"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 name="直線接點 153"/>
          <p:cNvCxnSpPr>
            <a:stCxn id="69" idx="3"/>
            <a:endCxn id="71" idx="1"/>
          </p:cNvCxnSpPr>
          <p:nvPr/>
        </p:nvCxnSpPr>
        <p:spPr bwMode="auto">
          <a:xfrm>
            <a:off x="7385964" y="3467622"/>
            <a:ext cx="19352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矩形 1"/>
          <p:cNvSpPr/>
          <p:nvPr/>
        </p:nvSpPr>
        <p:spPr>
          <a:xfrm>
            <a:off x="918084" y="522241"/>
            <a:ext cx="4607672" cy="769441"/>
          </a:xfrm>
          <a:prstGeom prst="rect">
            <a:avLst/>
          </a:prstGeom>
          <a:noFill/>
        </p:spPr>
        <p:txBody>
          <a:bodyPr wrap="none" lIns="91440" tIns="45720" rIns="91440" bIns="45720">
            <a:spAutoFit/>
          </a:bodyPr>
          <a:lstStyle/>
          <a:p>
            <a:pPr algn="ctr"/>
            <a:r>
              <a:rPr lang="en-US" altLang="zh-TW" sz="4400" dirty="0">
                <a:ln w="0"/>
                <a:effectLst>
                  <a:outerShdw blurRad="38100" dist="19050" dir="2700000" algn="tl" rotWithShape="0">
                    <a:schemeClr val="dk1">
                      <a:alpha val="40000"/>
                    </a:schemeClr>
                  </a:outerShdw>
                </a:effectLst>
              </a:rPr>
              <a:t>S={7, 20, 28, 41}</a:t>
            </a:r>
            <a:endParaRPr lang="zh-TW" altLang="en-US" sz="4400" dirty="0">
              <a:ln w="0"/>
              <a:effectLst>
                <a:outerShdw blurRad="38100" dist="19050" dir="2700000" algn="tl" rotWithShape="0">
                  <a:schemeClr val="dk1">
                    <a:alpha val="40000"/>
                  </a:schemeClr>
                </a:outerShdw>
              </a:effectLst>
            </a:endParaRPr>
          </a:p>
        </p:txBody>
      </p:sp>
      <p:sp>
        <p:nvSpPr>
          <p:cNvPr id="109" name="矩形 108"/>
          <p:cNvSpPr/>
          <p:nvPr/>
        </p:nvSpPr>
        <p:spPr>
          <a:xfrm>
            <a:off x="4003277" y="1881520"/>
            <a:ext cx="1242008"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(7, 13)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0" name="矩形 109"/>
          <p:cNvSpPr/>
          <p:nvPr/>
        </p:nvSpPr>
        <p:spPr>
          <a:xfrm>
            <a:off x="6058452" y="998300"/>
            <a:ext cx="1463862"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(13, 62)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1" name="矩形 110"/>
          <p:cNvSpPr/>
          <p:nvPr/>
        </p:nvSpPr>
        <p:spPr>
          <a:xfrm>
            <a:off x="8470414" y="1881520"/>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(41, 62)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cxnSp>
        <p:nvCxnSpPr>
          <p:cNvPr id="114" name="直線接點 113"/>
          <p:cNvCxnSpPr>
            <a:stCxn id="72" idx="3"/>
            <a:endCxn id="73" idx="1"/>
          </p:cNvCxnSpPr>
          <p:nvPr/>
        </p:nvCxnSpPr>
        <p:spPr bwMode="auto">
          <a:xfrm>
            <a:off x="4003277" y="2455102"/>
            <a:ext cx="4206653" cy="0"/>
          </a:xfrm>
          <a:prstGeom prst="line">
            <a:avLst/>
          </a:prstGeom>
          <a:solidFill>
            <a:schemeClr val="accent1"/>
          </a:solidFill>
          <a:ln w="38100" cap="flat" cmpd="sng" algn="ctr">
            <a:solidFill>
              <a:schemeClr val="bg2">
                <a:lumMod val="25000"/>
                <a:lumOff val="7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矩形 72"/>
          <p:cNvSpPr/>
          <p:nvPr/>
        </p:nvSpPr>
        <p:spPr bwMode="auto">
          <a:xfrm>
            <a:off x="8209930" y="226094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15" name="矩形 114"/>
          <p:cNvSpPr/>
          <p:nvPr/>
        </p:nvSpPr>
        <p:spPr>
          <a:xfrm>
            <a:off x="818474" y="2150891"/>
            <a:ext cx="2450158" cy="769441"/>
          </a:xfrm>
          <a:prstGeom prst="rect">
            <a:avLst/>
          </a:prstGeom>
          <a:noFill/>
        </p:spPr>
        <p:txBody>
          <a:bodyPr wrap="none" lIns="91440" tIns="45720" rIns="91440" bIns="45720">
            <a:spAutoFit/>
          </a:bodyPr>
          <a:lstStyle/>
          <a:p>
            <a:pPr algn="ctr"/>
            <a:r>
              <a:rPr lang="en-US" altLang="zh-TW" sz="4400" dirty="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rPr>
              <a:t>Insert 9;</a:t>
            </a:r>
            <a:endParaRPr lang="zh-TW" altLang="en-US" sz="4400" dirty="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endParaRPr>
          </a:p>
        </p:txBody>
      </p:sp>
    </p:spTree>
    <p:extLst>
      <p:ext uri="{BB962C8B-B14F-4D97-AF65-F5344CB8AC3E}">
        <p14:creationId xmlns:p14="http://schemas.microsoft.com/office/powerpoint/2010/main" val="518419006"/>
      </p:ext>
    </p:extLst>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1" name="直線接點 150"/>
          <p:cNvCxnSpPr>
            <a:stCxn id="64" idx="3"/>
            <a:endCxn id="67" idx="1"/>
          </p:cNvCxnSpPr>
          <p:nvPr/>
        </p:nvCxnSpPr>
        <p:spPr bwMode="auto">
          <a:xfrm>
            <a:off x="2885903" y="3467622"/>
            <a:ext cx="1971906"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矩形 3"/>
          <p:cNvSpPr/>
          <p:nvPr/>
        </p:nvSpPr>
        <p:spPr bwMode="auto">
          <a:xfrm>
            <a:off x="1766171" y="5248406"/>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5" name="矩形 4"/>
          <p:cNvSpPr/>
          <p:nvPr/>
        </p:nvSpPr>
        <p:spPr bwMode="auto">
          <a:xfrm>
            <a:off x="2326037"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 name="矩形 5"/>
          <p:cNvSpPr/>
          <p:nvPr/>
        </p:nvSpPr>
        <p:spPr bwMode="auto">
          <a:xfrm>
            <a:off x="5675800"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 name="矩形 6"/>
          <p:cNvSpPr/>
          <p:nvPr/>
        </p:nvSpPr>
        <p:spPr bwMode="auto">
          <a:xfrm>
            <a:off x="5118293"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8" name="矩形 7"/>
          <p:cNvSpPr/>
          <p:nvPr/>
        </p:nvSpPr>
        <p:spPr bwMode="auto">
          <a:xfrm>
            <a:off x="2885903" y="5248406"/>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9" name="矩形 8"/>
          <p:cNvSpPr/>
          <p:nvPr/>
        </p:nvSpPr>
        <p:spPr bwMode="auto">
          <a:xfrm>
            <a:off x="3445769"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0" name="矩形 9"/>
          <p:cNvSpPr/>
          <p:nvPr/>
        </p:nvSpPr>
        <p:spPr bwMode="auto">
          <a:xfrm>
            <a:off x="4560785"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1" name="矩形 10"/>
          <p:cNvSpPr/>
          <p:nvPr/>
        </p:nvSpPr>
        <p:spPr bwMode="auto">
          <a:xfrm>
            <a:off x="4003277"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8" name="矩形 17"/>
          <p:cNvSpPr/>
          <p:nvPr/>
        </p:nvSpPr>
        <p:spPr bwMode="auto">
          <a:xfrm>
            <a:off x="6233308"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9" name="矩形 18"/>
          <p:cNvSpPr/>
          <p:nvPr/>
        </p:nvSpPr>
        <p:spPr bwMode="auto">
          <a:xfrm>
            <a:off x="6793174" y="5248404"/>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0" name="矩形 19"/>
          <p:cNvSpPr/>
          <p:nvPr/>
        </p:nvSpPr>
        <p:spPr bwMode="auto">
          <a:xfrm>
            <a:off x="10142937"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1" name="矩形 20"/>
          <p:cNvSpPr/>
          <p:nvPr/>
        </p:nvSpPr>
        <p:spPr bwMode="auto">
          <a:xfrm>
            <a:off x="9585430"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2" name="矩形 21"/>
          <p:cNvSpPr/>
          <p:nvPr/>
        </p:nvSpPr>
        <p:spPr bwMode="auto">
          <a:xfrm>
            <a:off x="7353040"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3" name="矩形 22"/>
          <p:cNvSpPr/>
          <p:nvPr/>
        </p:nvSpPr>
        <p:spPr bwMode="auto">
          <a:xfrm>
            <a:off x="7912906" y="5248404"/>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4" name="矩形 23"/>
          <p:cNvSpPr/>
          <p:nvPr/>
        </p:nvSpPr>
        <p:spPr bwMode="auto">
          <a:xfrm>
            <a:off x="9027922"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5" name="矩形 24"/>
          <p:cNvSpPr/>
          <p:nvPr/>
        </p:nvSpPr>
        <p:spPr bwMode="auto">
          <a:xfrm>
            <a:off x="8470414"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6" name="矩形 25"/>
          <p:cNvSpPr/>
          <p:nvPr/>
        </p:nvSpPr>
        <p:spPr bwMode="auto">
          <a:xfrm>
            <a:off x="2029013"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7" name="矩形 26"/>
          <p:cNvSpPr/>
          <p:nvPr/>
        </p:nvSpPr>
        <p:spPr bwMode="auto">
          <a:xfrm>
            <a:off x="3148745"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8" name="矩形 27"/>
          <p:cNvSpPr/>
          <p:nvPr/>
        </p:nvSpPr>
        <p:spPr bwMode="auto">
          <a:xfrm>
            <a:off x="4263761"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9" name="矩形 28"/>
          <p:cNvSpPr/>
          <p:nvPr/>
        </p:nvSpPr>
        <p:spPr bwMode="auto">
          <a:xfrm>
            <a:off x="5383493"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0" name="矩形 29"/>
          <p:cNvSpPr/>
          <p:nvPr/>
        </p:nvSpPr>
        <p:spPr bwMode="auto">
          <a:xfrm>
            <a:off x="6496150"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1" name="矩形 30"/>
          <p:cNvSpPr/>
          <p:nvPr/>
        </p:nvSpPr>
        <p:spPr bwMode="auto">
          <a:xfrm>
            <a:off x="7615882"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2" name="矩形 31"/>
          <p:cNvSpPr/>
          <p:nvPr/>
        </p:nvSpPr>
        <p:spPr bwMode="auto">
          <a:xfrm>
            <a:off x="8730898"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3" name="矩形 32"/>
          <p:cNvSpPr/>
          <p:nvPr/>
        </p:nvSpPr>
        <p:spPr bwMode="auto">
          <a:xfrm>
            <a:off x="9850630"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38" name="群組 37"/>
          <p:cNvGrpSpPr/>
          <p:nvPr/>
        </p:nvGrpSpPr>
        <p:grpSpPr>
          <a:xfrm>
            <a:off x="1901890" y="4636717"/>
            <a:ext cx="559866" cy="611689"/>
            <a:chOff x="1914683" y="4636717"/>
            <a:chExt cx="559866" cy="611689"/>
          </a:xfrm>
        </p:grpSpPr>
        <p:cxnSp>
          <p:nvCxnSpPr>
            <p:cNvPr id="35" name="直線接點 34"/>
            <p:cNvCxnSpPr>
              <a:stCxn id="26" idx="2"/>
              <a:endCxn id="4" idx="0"/>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線接點 36"/>
            <p:cNvCxnSpPr>
              <a:stCxn id="26" idx="2"/>
              <a:endCxn id="5" idx="0"/>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9" name="群組 38"/>
          <p:cNvGrpSpPr/>
          <p:nvPr/>
        </p:nvGrpSpPr>
        <p:grpSpPr>
          <a:xfrm>
            <a:off x="3018504" y="4636717"/>
            <a:ext cx="559866" cy="611689"/>
            <a:chOff x="1914683" y="4636717"/>
            <a:chExt cx="559866" cy="611689"/>
          </a:xfrm>
        </p:grpSpPr>
        <p:cxnSp>
          <p:nvCxnSpPr>
            <p:cNvPr id="40" name="直線接點 39"/>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線接點 40"/>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3" name="群組 42"/>
          <p:cNvGrpSpPr/>
          <p:nvPr/>
        </p:nvGrpSpPr>
        <p:grpSpPr>
          <a:xfrm>
            <a:off x="4134720" y="4636717"/>
            <a:ext cx="559866" cy="611689"/>
            <a:chOff x="1914683" y="4636717"/>
            <a:chExt cx="559866" cy="611689"/>
          </a:xfrm>
        </p:grpSpPr>
        <p:cxnSp>
          <p:nvCxnSpPr>
            <p:cNvPr id="44" name="直線接點 43"/>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線接點 44"/>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9" name="群組 48"/>
          <p:cNvGrpSpPr/>
          <p:nvPr/>
        </p:nvGrpSpPr>
        <p:grpSpPr>
          <a:xfrm>
            <a:off x="5246176" y="4636717"/>
            <a:ext cx="559866" cy="611689"/>
            <a:chOff x="1914683" y="4636717"/>
            <a:chExt cx="559866" cy="611689"/>
          </a:xfrm>
        </p:grpSpPr>
        <p:cxnSp>
          <p:nvCxnSpPr>
            <p:cNvPr id="50" name="直線接點 49"/>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線接點 50"/>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2" name="群組 51"/>
          <p:cNvGrpSpPr/>
          <p:nvPr/>
        </p:nvGrpSpPr>
        <p:grpSpPr>
          <a:xfrm>
            <a:off x="6362154" y="4636715"/>
            <a:ext cx="559866" cy="611689"/>
            <a:chOff x="1914683" y="4636717"/>
            <a:chExt cx="559866" cy="611689"/>
          </a:xfrm>
        </p:grpSpPr>
        <p:cxnSp>
          <p:nvCxnSpPr>
            <p:cNvPr id="53" name="直線接點 52"/>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直線接點 53"/>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5" name="群組 54"/>
          <p:cNvGrpSpPr/>
          <p:nvPr/>
        </p:nvGrpSpPr>
        <p:grpSpPr>
          <a:xfrm>
            <a:off x="7479744" y="4636714"/>
            <a:ext cx="559866" cy="611689"/>
            <a:chOff x="1914683" y="4636717"/>
            <a:chExt cx="559866" cy="611689"/>
          </a:xfrm>
        </p:grpSpPr>
        <p:cxnSp>
          <p:nvCxnSpPr>
            <p:cNvPr id="56" name="直線接點 55"/>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直線接點 56"/>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59" name="直線接點 58"/>
          <p:cNvCxnSpPr/>
          <p:nvPr/>
        </p:nvCxnSpPr>
        <p:spPr bwMode="auto">
          <a:xfrm flipH="1">
            <a:off x="8596707" y="4636714"/>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直線接點 59"/>
          <p:cNvCxnSpPr/>
          <p:nvPr/>
        </p:nvCxnSpPr>
        <p:spPr bwMode="auto">
          <a:xfrm>
            <a:off x="8859549" y="4636714"/>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61" name="群組 60"/>
          <p:cNvGrpSpPr/>
          <p:nvPr/>
        </p:nvGrpSpPr>
        <p:grpSpPr>
          <a:xfrm>
            <a:off x="9713670" y="4636714"/>
            <a:ext cx="559866" cy="611689"/>
            <a:chOff x="1914683" y="4636717"/>
            <a:chExt cx="559866" cy="611689"/>
          </a:xfrm>
        </p:grpSpPr>
        <p:cxnSp>
          <p:nvCxnSpPr>
            <p:cNvPr id="62" name="直線接點 61"/>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直線接點 62"/>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4" name="矩形 63"/>
          <p:cNvSpPr/>
          <p:nvPr/>
        </p:nvSpPr>
        <p:spPr bwMode="auto">
          <a:xfrm>
            <a:off x="2588879"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7" name="矩形 66"/>
          <p:cNvSpPr/>
          <p:nvPr/>
        </p:nvSpPr>
        <p:spPr bwMode="auto">
          <a:xfrm>
            <a:off x="4857809"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9" name="矩形 68"/>
          <p:cNvSpPr/>
          <p:nvPr/>
        </p:nvSpPr>
        <p:spPr bwMode="auto">
          <a:xfrm>
            <a:off x="7088940"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1" name="矩形 70"/>
          <p:cNvSpPr/>
          <p:nvPr/>
        </p:nvSpPr>
        <p:spPr bwMode="auto">
          <a:xfrm>
            <a:off x="9321172" y="3273469"/>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2" name="矩形 71"/>
          <p:cNvSpPr/>
          <p:nvPr/>
        </p:nvSpPr>
        <p:spPr bwMode="auto">
          <a:xfrm>
            <a:off x="3706253" y="226094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4" name="矩形 73"/>
          <p:cNvSpPr/>
          <p:nvPr/>
        </p:nvSpPr>
        <p:spPr bwMode="auto">
          <a:xfrm>
            <a:off x="5806042" y="1244253"/>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85" name="群組 84"/>
          <p:cNvGrpSpPr/>
          <p:nvPr/>
        </p:nvGrpSpPr>
        <p:grpSpPr>
          <a:xfrm>
            <a:off x="4412273" y="3661775"/>
            <a:ext cx="1119732" cy="586636"/>
            <a:chOff x="4412273" y="3661775"/>
            <a:chExt cx="1119732" cy="586636"/>
          </a:xfrm>
        </p:grpSpPr>
        <p:cxnSp>
          <p:nvCxnSpPr>
            <p:cNvPr id="78" name="直線接點 77"/>
            <p:cNvCxnSpPr>
              <a:endCxn id="28" idx="0"/>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直線接點 78"/>
            <p:cNvCxnSpPr>
              <a:endCxn id="29" idx="0"/>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6" name="群組 85"/>
          <p:cNvGrpSpPr/>
          <p:nvPr/>
        </p:nvGrpSpPr>
        <p:grpSpPr>
          <a:xfrm>
            <a:off x="2172809" y="3663862"/>
            <a:ext cx="1119732" cy="586636"/>
            <a:chOff x="4412273" y="3661775"/>
            <a:chExt cx="1119732" cy="586636"/>
          </a:xfrm>
        </p:grpSpPr>
        <p:cxnSp>
          <p:nvCxnSpPr>
            <p:cNvPr id="87" name="直線接點 86"/>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直線接點 87"/>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9" name="群組 88"/>
          <p:cNvGrpSpPr/>
          <p:nvPr/>
        </p:nvGrpSpPr>
        <p:grpSpPr>
          <a:xfrm>
            <a:off x="6673970" y="3661775"/>
            <a:ext cx="1119732" cy="586636"/>
            <a:chOff x="4412273" y="3661775"/>
            <a:chExt cx="1119732" cy="586636"/>
          </a:xfrm>
        </p:grpSpPr>
        <p:cxnSp>
          <p:nvCxnSpPr>
            <p:cNvPr id="90" name="直線接點 89"/>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直線接點 90"/>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92" name="群組 91"/>
          <p:cNvGrpSpPr/>
          <p:nvPr/>
        </p:nvGrpSpPr>
        <p:grpSpPr>
          <a:xfrm>
            <a:off x="8909818" y="3661775"/>
            <a:ext cx="1119732" cy="586636"/>
            <a:chOff x="4412273" y="3661775"/>
            <a:chExt cx="1119732" cy="586636"/>
          </a:xfrm>
        </p:grpSpPr>
        <p:cxnSp>
          <p:nvCxnSpPr>
            <p:cNvPr id="93" name="直線接點 92"/>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直線接點 93"/>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96" name="直線接點 95"/>
          <p:cNvCxnSpPr>
            <a:endCxn id="69" idx="0"/>
          </p:cNvCxnSpPr>
          <p:nvPr/>
        </p:nvCxnSpPr>
        <p:spPr bwMode="auto">
          <a:xfrm flipH="1">
            <a:off x="7237452" y="2667000"/>
            <a:ext cx="1140027" cy="60646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直線接點 96"/>
          <p:cNvCxnSpPr>
            <a:endCxn id="71" idx="0"/>
          </p:cNvCxnSpPr>
          <p:nvPr/>
        </p:nvCxnSpPr>
        <p:spPr bwMode="auto">
          <a:xfrm>
            <a:off x="8377478" y="2667000"/>
            <a:ext cx="1092206" cy="60646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直線接點 98"/>
          <p:cNvCxnSpPr>
            <a:endCxn id="64" idx="0"/>
          </p:cNvCxnSpPr>
          <p:nvPr/>
        </p:nvCxnSpPr>
        <p:spPr bwMode="auto">
          <a:xfrm flipH="1">
            <a:off x="2737391" y="2665957"/>
            <a:ext cx="1120913" cy="607512"/>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直線接點 99"/>
          <p:cNvCxnSpPr>
            <a:endCxn id="67" idx="0"/>
          </p:cNvCxnSpPr>
          <p:nvPr/>
        </p:nvCxnSpPr>
        <p:spPr bwMode="auto">
          <a:xfrm>
            <a:off x="3858303" y="2665957"/>
            <a:ext cx="1148018" cy="607512"/>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直線接點 111"/>
          <p:cNvCxnSpPr>
            <a:endCxn id="72" idx="0"/>
          </p:cNvCxnSpPr>
          <p:nvPr/>
        </p:nvCxnSpPr>
        <p:spPr bwMode="auto">
          <a:xfrm flipH="1">
            <a:off x="3854765" y="1650304"/>
            <a:ext cx="2100968" cy="610645"/>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3" name="直線接點 112"/>
          <p:cNvCxnSpPr>
            <a:endCxn id="73" idx="0"/>
          </p:cNvCxnSpPr>
          <p:nvPr/>
        </p:nvCxnSpPr>
        <p:spPr bwMode="auto">
          <a:xfrm>
            <a:off x="5955733" y="1650304"/>
            <a:ext cx="2402709" cy="610645"/>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 name="矩形 117"/>
          <p:cNvSpPr/>
          <p:nvPr/>
        </p:nvSpPr>
        <p:spPr>
          <a:xfrm>
            <a:off x="9580755" y="2944402"/>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(53, 62)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0" name="矩形 119"/>
          <p:cNvSpPr/>
          <p:nvPr/>
        </p:nvSpPr>
        <p:spPr>
          <a:xfrm flipH="1">
            <a:off x="7420163" y="2923918"/>
            <a:ext cx="1396471" cy="523220"/>
          </a:xfrm>
          <a:prstGeom prst="rect">
            <a:avLst/>
          </a:prstGeom>
          <a:noFill/>
          <a:ln>
            <a:noFill/>
          </a:ln>
        </p:spPr>
        <p:txBody>
          <a:bodyPr wrap="squar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(28, 41)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1" name="矩形 120"/>
          <p:cNvSpPr/>
          <p:nvPr/>
        </p:nvSpPr>
        <p:spPr>
          <a:xfrm>
            <a:off x="2930775" y="2923918"/>
            <a:ext cx="1072730"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(5, 7)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2" name="矩形 121"/>
          <p:cNvSpPr/>
          <p:nvPr/>
        </p:nvSpPr>
        <p:spPr>
          <a:xfrm>
            <a:off x="5121640" y="2923918"/>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(11, 13)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4" name="矩形 123"/>
          <p:cNvSpPr/>
          <p:nvPr/>
        </p:nvSpPr>
        <p:spPr>
          <a:xfrm>
            <a:off x="1724567" y="5636710"/>
            <a:ext cx="380232"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5" name="矩形 124"/>
          <p:cNvSpPr/>
          <p:nvPr/>
        </p:nvSpPr>
        <p:spPr>
          <a:xfrm>
            <a:off x="2280009" y="5636710"/>
            <a:ext cx="380232" cy="523220"/>
          </a:xfrm>
          <a:prstGeom prst="rect">
            <a:avLst/>
          </a:prstGeom>
          <a:noFill/>
          <a:ln>
            <a:noFill/>
          </a:ln>
        </p:spPr>
        <p:txBody>
          <a:bodyPr wrap="none" lIns="91440" tIns="45720" rIns="91440" bIns="45720">
            <a:spAutoFit/>
          </a:bodyPr>
          <a:lstStyle/>
          <a:p>
            <a:pPr algn="ctr"/>
            <a:r>
              <a:rPr lang="en-US" altLang="zh-TW" sz="2800" dirty="0">
                <a:ln w="0"/>
                <a:effectLst>
                  <a:outerShdw blurRad="38100" dist="19050" dir="2700000" algn="tl" rotWithShape="0">
                    <a:schemeClr val="dk1">
                      <a:alpha val="40000"/>
                    </a:schemeClr>
                  </a:outerShdw>
                </a:effectLst>
              </a:rPr>
              <a:t>5</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6" name="矩形 125"/>
          <p:cNvSpPr/>
          <p:nvPr/>
        </p:nvSpPr>
        <p:spPr>
          <a:xfrm>
            <a:off x="2835451" y="5634625"/>
            <a:ext cx="380232"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6</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7" name="矩形 126"/>
          <p:cNvSpPr/>
          <p:nvPr/>
        </p:nvSpPr>
        <p:spPr>
          <a:xfrm>
            <a:off x="3399448" y="5634624"/>
            <a:ext cx="380232"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8" name="矩形 127"/>
          <p:cNvSpPr/>
          <p:nvPr/>
        </p:nvSpPr>
        <p:spPr>
          <a:xfrm>
            <a:off x="3977821" y="5634624"/>
            <a:ext cx="380232" cy="523220"/>
          </a:xfrm>
          <a:prstGeom prst="rect">
            <a:avLst/>
          </a:prstGeom>
          <a:noFill/>
          <a:ln>
            <a:noFill/>
          </a:ln>
        </p:spPr>
        <p:txBody>
          <a:bodyPr wrap="none" lIns="91440" tIns="45720" rIns="91440" bIns="45720">
            <a:spAutoFit/>
          </a:bodyPr>
          <a:lstStyle/>
          <a:p>
            <a:pPr algn="ctr"/>
            <a:r>
              <a:rPr lang="en-US" altLang="zh-TW" sz="2800" dirty="0">
                <a:ln w="0"/>
                <a:effectLst>
                  <a:outerShdw blurRad="38100" dist="19050" dir="2700000" algn="tl" rotWithShape="0">
                    <a:schemeClr val="dk1">
                      <a:alpha val="40000"/>
                    </a:schemeClr>
                  </a:outerShdw>
                </a:effectLst>
              </a:rPr>
              <a:t>9</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9" name="矩形 128"/>
          <p:cNvSpPr/>
          <p:nvPr/>
        </p:nvSpPr>
        <p:spPr>
          <a:xfrm>
            <a:off x="4438489"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11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0" name="矩形 129"/>
          <p:cNvSpPr/>
          <p:nvPr/>
        </p:nvSpPr>
        <p:spPr>
          <a:xfrm>
            <a:off x="4993931"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12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1" name="矩形 130"/>
          <p:cNvSpPr/>
          <p:nvPr/>
        </p:nvSpPr>
        <p:spPr>
          <a:xfrm>
            <a:off x="5549373" y="5632539"/>
            <a:ext cx="575799"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2" name="矩形 131"/>
          <p:cNvSpPr/>
          <p:nvPr/>
        </p:nvSpPr>
        <p:spPr>
          <a:xfrm>
            <a:off x="6113370"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20</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3" name="矩形 132"/>
          <p:cNvSpPr/>
          <p:nvPr/>
        </p:nvSpPr>
        <p:spPr>
          <a:xfrm>
            <a:off x="6691743" y="5632538"/>
            <a:ext cx="575799"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28</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4" name="矩形 133"/>
          <p:cNvSpPr/>
          <p:nvPr/>
        </p:nvSpPr>
        <p:spPr>
          <a:xfrm>
            <a:off x="7202850"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29</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5" name="矩形 134"/>
          <p:cNvSpPr/>
          <p:nvPr/>
        </p:nvSpPr>
        <p:spPr>
          <a:xfrm>
            <a:off x="7758292"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41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6" name="矩形 135"/>
          <p:cNvSpPr/>
          <p:nvPr/>
        </p:nvSpPr>
        <p:spPr>
          <a:xfrm>
            <a:off x="8313734" y="5632539"/>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42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7" name="矩形 136"/>
          <p:cNvSpPr/>
          <p:nvPr/>
        </p:nvSpPr>
        <p:spPr>
          <a:xfrm>
            <a:off x="8877731"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53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8" name="矩形 137"/>
          <p:cNvSpPr/>
          <p:nvPr/>
        </p:nvSpPr>
        <p:spPr>
          <a:xfrm>
            <a:off x="9456104"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58</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9" name="矩形 138"/>
          <p:cNvSpPr/>
          <p:nvPr/>
        </p:nvSpPr>
        <p:spPr>
          <a:xfrm>
            <a:off x="10061513"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cxnSp>
        <p:nvCxnSpPr>
          <p:cNvPr id="143" name="直線接點 142"/>
          <p:cNvCxnSpPr>
            <a:stCxn id="26" idx="3"/>
            <a:endCxn id="27" idx="1"/>
          </p:cNvCxnSpPr>
          <p:nvPr/>
        </p:nvCxnSpPr>
        <p:spPr bwMode="auto">
          <a:xfrm>
            <a:off x="2326037"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 name="直線接點 143"/>
          <p:cNvCxnSpPr/>
          <p:nvPr/>
        </p:nvCxnSpPr>
        <p:spPr bwMode="auto">
          <a:xfrm>
            <a:off x="3445769"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 name="直線接點 144"/>
          <p:cNvCxnSpPr/>
          <p:nvPr/>
        </p:nvCxnSpPr>
        <p:spPr bwMode="auto">
          <a:xfrm>
            <a:off x="4560785"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直線接點 145"/>
          <p:cNvCxnSpPr/>
          <p:nvPr/>
        </p:nvCxnSpPr>
        <p:spPr bwMode="auto">
          <a:xfrm>
            <a:off x="6773508"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直線接點 146"/>
          <p:cNvCxnSpPr/>
          <p:nvPr/>
        </p:nvCxnSpPr>
        <p:spPr bwMode="auto">
          <a:xfrm>
            <a:off x="7920348"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直線接點 147"/>
          <p:cNvCxnSpPr/>
          <p:nvPr/>
        </p:nvCxnSpPr>
        <p:spPr bwMode="auto">
          <a:xfrm>
            <a:off x="9022383"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 name="直線接點 148"/>
          <p:cNvCxnSpPr/>
          <p:nvPr/>
        </p:nvCxnSpPr>
        <p:spPr bwMode="auto">
          <a:xfrm>
            <a:off x="5702016"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 name="直線接點 152"/>
          <p:cNvCxnSpPr>
            <a:stCxn id="67" idx="3"/>
            <a:endCxn id="69" idx="1"/>
          </p:cNvCxnSpPr>
          <p:nvPr/>
        </p:nvCxnSpPr>
        <p:spPr bwMode="auto">
          <a:xfrm>
            <a:off x="5154833" y="3467622"/>
            <a:ext cx="1934107"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 name="直線接點 153"/>
          <p:cNvCxnSpPr>
            <a:stCxn id="69" idx="3"/>
            <a:endCxn id="71" idx="1"/>
          </p:cNvCxnSpPr>
          <p:nvPr/>
        </p:nvCxnSpPr>
        <p:spPr bwMode="auto">
          <a:xfrm>
            <a:off x="7385964" y="3467622"/>
            <a:ext cx="19352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矩形 1"/>
          <p:cNvSpPr/>
          <p:nvPr/>
        </p:nvSpPr>
        <p:spPr>
          <a:xfrm>
            <a:off x="590271" y="522241"/>
            <a:ext cx="5263300" cy="769441"/>
          </a:xfrm>
          <a:prstGeom prst="rect">
            <a:avLst/>
          </a:prstGeom>
          <a:noFill/>
        </p:spPr>
        <p:txBody>
          <a:bodyPr wrap="none" lIns="91440" tIns="45720" rIns="91440" bIns="45720">
            <a:spAutoFit/>
          </a:bodyPr>
          <a:lstStyle/>
          <a:p>
            <a:pPr algn="ctr"/>
            <a:r>
              <a:rPr lang="en-US" altLang="zh-TW" sz="4400" dirty="0">
                <a:ln w="0"/>
                <a:effectLst>
                  <a:outerShdw blurRad="38100" dist="19050" dir="2700000" algn="tl" rotWithShape="0">
                    <a:schemeClr val="dk1">
                      <a:alpha val="40000"/>
                    </a:schemeClr>
                  </a:outerShdw>
                </a:effectLst>
              </a:rPr>
              <a:t>S={7, 9, 20, 28, 41}</a:t>
            </a:r>
            <a:endParaRPr lang="zh-TW" altLang="en-US" sz="4400" dirty="0">
              <a:ln w="0"/>
              <a:effectLst>
                <a:outerShdw blurRad="38100" dist="19050" dir="2700000" algn="tl" rotWithShape="0">
                  <a:schemeClr val="dk1">
                    <a:alpha val="40000"/>
                  </a:schemeClr>
                </a:outerShdw>
              </a:effectLst>
            </a:endParaRPr>
          </a:p>
        </p:txBody>
      </p:sp>
      <p:sp>
        <p:nvSpPr>
          <p:cNvPr id="109" name="矩形 108"/>
          <p:cNvSpPr/>
          <p:nvPr/>
        </p:nvSpPr>
        <p:spPr>
          <a:xfrm>
            <a:off x="4003277" y="1881520"/>
            <a:ext cx="1242008"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(7, 13)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0" name="矩形 109"/>
          <p:cNvSpPr/>
          <p:nvPr/>
        </p:nvSpPr>
        <p:spPr>
          <a:xfrm>
            <a:off x="6058452" y="998300"/>
            <a:ext cx="1463862"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(13, 62)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1" name="矩形 110"/>
          <p:cNvSpPr/>
          <p:nvPr/>
        </p:nvSpPr>
        <p:spPr>
          <a:xfrm>
            <a:off x="8470414" y="1881520"/>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(41, 62)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cxnSp>
        <p:nvCxnSpPr>
          <p:cNvPr id="114" name="直線接點 113"/>
          <p:cNvCxnSpPr>
            <a:stCxn id="72" idx="3"/>
            <a:endCxn id="73" idx="1"/>
          </p:cNvCxnSpPr>
          <p:nvPr/>
        </p:nvCxnSpPr>
        <p:spPr bwMode="auto">
          <a:xfrm>
            <a:off x="4003277" y="2455102"/>
            <a:ext cx="4206653"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矩形 72"/>
          <p:cNvSpPr/>
          <p:nvPr/>
        </p:nvSpPr>
        <p:spPr bwMode="auto">
          <a:xfrm>
            <a:off x="8209930" y="226094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Tree>
    <p:extLst>
      <p:ext uri="{BB962C8B-B14F-4D97-AF65-F5344CB8AC3E}">
        <p14:creationId xmlns:p14="http://schemas.microsoft.com/office/powerpoint/2010/main" val="2611467163"/>
      </p:ext>
    </p:extLst>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1" name="直線接點 150"/>
          <p:cNvCxnSpPr>
            <a:stCxn id="64" idx="3"/>
            <a:endCxn id="67" idx="1"/>
          </p:cNvCxnSpPr>
          <p:nvPr/>
        </p:nvCxnSpPr>
        <p:spPr bwMode="auto">
          <a:xfrm>
            <a:off x="2885903" y="3467622"/>
            <a:ext cx="1971906"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矩形 3"/>
          <p:cNvSpPr/>
          <p:nvPr/>
        </p:nvSpPr>
        <p:spPr bwMode="auto">
          <a:xfrm>
            <a:off x="1766171" y="5248406"/>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5" name="矩形 4"/>
          <p:cNvSpPr/>
          <p:nvPr/>
        </p:nvSpPr>
        <p:spPr bwMode="auto">
          <a:xfrm>
            <a:off x="2326037"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 name="矩形 5"/>
          <p:cNvSpPr/>
          <p:nvPr/>
        </p:nvSpPr>
        <p:spPr bwMode="auto">
          <a:xfrm>
            <a:off x="5675800"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 name="矩形 6"/>
          <p:cNvSpPr/>
          <p:nvPr/>
        </p:nvSpPr>
        <p:spPr bwMode="auto">
          <a:xfrm>
            <a:off x="5118293"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8" name="矩形 7"/>
          <p:cNvSpPr/>
          <p:nvPr/>
        </p:nvSpPr>
        <p:spPr bwMode="auto">
          <a:xfrm>
            <a:off x="2885903" y="5248406"/>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9" name="矩形 8"/>
          <p:cNvSpPr/>
          <p:nvPr/>
        </p:nvSpPr>
        <p:spPr bwMode="auto">
          <a:xfrm>
            <a:off x="3445769"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0" name="矩形 9"/>
          <p:cNvSpPr/>
          <p:nvPr/>
        </p:nvSpPr>
        <p:spPr bwMode="auto">
          <a:xfrm>
            <a:off x="4560785"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1" name="矩形 10"/>
          <p:cNvSpPr/>
          <p:nvPr/>
        </p:nvSpPr>
        <p:spPr bwMode="auto">
          <a:xfrm>
            <a:off x="4003277"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8" name="矩形 17"/>
          <p:cNvSpPr/>
          <p:nvPr/>
        </p:nvSpPr>
        <p:spPr bwMode="auto">
          <a:xfrm>
            <a:off x="6233308"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9" name="矩形 18"/>
          <p:cNvSpPr/>
          <p:nvPr/>
        </p:nvSpPr>
        <p:spPr bwMode="auto">
          <a:xfrm>
            <a:off x="6793174" y="5248404"/>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0" name="矩形 19"/>
          <p:cNvSpPr/>
          <p:nvPr/>
        </p:nvSpPr>
        <p:spPr bwMode="auto">
          <a:xfrm>
            <a:off x="10142937"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1" name="矩形 20"/>
          <p:cNvSpPr/>
          <p:nvPr/>
        </p:nvSpPr>
        <p:spPr bwMode="auto">
          <a:xfrm>
            <a:off x="9585430"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2" name="矩形 21"/>
          <p:cNvSpPr/>
          <p:nvPr/>
        </p:nvSpPr>
        <p:spPr bwMode="auto">
          <a:xfrm>
            <a:off x="7353040"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3" name="矩形 22"/>
          <p:cNvSpPr/>
          <p:nvPr/>
        </p:nvSpPr>
        <p:spPr bwMode="auto">
          <a:xfrm>
            <a:off x="7912906" y="5248404"/>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4" name="矩形 23"/>
          <p:cNvSpPr/>
          <p:nvPr/>
        </p:nvSpPr>
        <p:spPr bwMode="auto">
          <a:xfrm>
            <a:off x="9027922"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5" name="矩形 24"/>
          <p:cNvSpPr/>
          <p:nvPr/>
        </p:nvSpPr>
        <p:spPr bwMode="auto">
          <a:xfrm>
            <a:off x="8470414"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6" name="矩形 25"/>
          <p:cNvSpPr/>
          <p:nvPr/>
        </p:nvSpPr>
        <p:spPr bwMode="auto">
          <a:xfrm>
            <a:off x="2029013"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7" name="矩形 26"/>
          <p:cNvSpPr/>
          <p:nvPr/>
        </p:nvSpPr>
        <p:spPr bwMode="auto">
          <a:xfrm>
            <a:off x="3148745"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8" name="矩形 27"/>
          <p:cNvSpPr/>
          <p:nvPr/>
        </p:nvSpPr>
        <p:spPr bwMode="auto">
          <a:xfrm>
            <a:off x="4263761"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9" name="矩形 28"/>
          <p:cNvSpPr/>
          <p:nvPr/>
        </p:nvSpPr>
        <p:spPr bwMode="auto">
          <a:xfrm>
            <a:off x="5383493"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0" name="矩形 29"/>
          <p:cNvSpPr/>
          <p:nvPr/>
        </p:nvSpPr>
        <p:spPr bwMode="auto">
          <a:xfrm>
            <a:off x="6496150"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1" name="矩形 30"/>
          <p:cNvSpPr/>
          <p:nvPr/>
        </p:nvSpPr>
        <p:spPr bwMode="auto">
          <a:xfrm>
            <a:off x="7615882"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2" name="矩形 31"/>
          <p:cNvSpPr/>
          <p:nvPr/>
        </p:nvSpPr>
        <p:spPr bwMode="auto">
          <a:xfrm>
            <a:off x="8730898"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3" name="矩形 32"/>
          <p:cNvSpPr/>
          <p:nvPr/>
        </p:nvSpPr>
        <p:spPr bwMode="auto">
          <a:xfrm>
            <a:off x="9850630"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38" name="群組 37"/>
          <p:cNvGrpSpPr/>
          <p:nvPr/>
        </p:nvGrpSpPr>
        <p:grpSpPr>
          <a:xfrm>
            <a:off x="1901890" y="4636717"/>
            <a:ext cx="559866" cy="611689"/>
            <a:chOff x="1914683" y="4636717"/>
            <a:chExt cx="559866" cy="611689"/>
          </a:xfrm>
        </p:grpSpPr>
        <p:cxnSp>
          <p:nvCxnSpPr>
            <p:cNvPr id="35" name="直線接點 34"/>
            <p:cNvCxnSpPr>
              <a:stCxn id="26" idx="2"/>
              <a:endCxn id="4" idx="0"/>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線接點 36"/>
            <p:cNvCxnSpPr>
              <a:stCxn id="26" idx="2"/>
              <a:endCxn id="5" idx="0"/>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9" name="群組 38"/>
          <p:cNvGrpSpPr/>
          <p:nvPr/>
        </p:nvGrpSpPr>
        <p:grpSpPr>
          <a:xfrm>
            <a:off x="3018504" y="4636717"/>
            <a:ext cx="559866" cy="611689"/>
            <a:chOff x="1914683" y="4636717"/>
            <a:chExt cx="559866" cy="611689"/>
          </a:xfrm>
        </p:grpSpPr>
        <p:cxnSp>
          <p:nvCxnSpPr>
            <p:cNvPr id="40" name="直線接點 39"/>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線接點 40"/>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3" name="群組 42"/>
          <p:cNvGrpSpPr/>
          <p:nvPr/>
        </p:nvGrpSpPr>
        <p:grpSpPr>
          <a:xfrm>
            <a:off x="4134720" y="4636717"/>
            <a:ext cx="559866" cy="611689"/>
            <a:chOff x="1914683" y="4636717"/>
            <a:chExt cx="559866" cy="611689"/>
          </a:xfrm>
        </p:grpSpPr>
        <p:cxnSp>
          <p:nvCxnSpPr>
            <p:cNvPr id="44" name="直線接點 43"/>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線接點 44"/>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9" name="群組 48"/>
          <p:cNvGrpSpPr/>
          <p:nvPr/>
        </p:nvGrpSpPr>
        <p:grpSpPr>
          <a:xfrm>
            <a:off x="5246176" y="4636717"/>
            <a:ext cx="559866" cy="611689"/>
            <a:chOff x="1914683" y="4636717"/>
            <a:chExt cx="559866" cy="611689"/>
          </a:xfrm>
        </p:grpSpPr>
        <p:cxnSp>
          <p:nvCxnSpPr>
            <p:cNvPr id="50" name="直線接點 49"/>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線接點 50"/>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2" name="群組 51"/>
          <p:cNvGrpSpPr/>
          <p:nvPr/>
        </p:nvGrpSpPr>
        <p:grpSpPr>
          <a:xfrm>
            <a:off x="6362154" y="4636715"/>
            <a:ext cx="559866" cy="611689"/>
            <a:chOff x="1914683" y="4636717"/>
            <a:chExt cx="559866" cy="611689"/>
          </a:xfrm>
        </p:grpSpPr>
        <p:cxnSp>
          <p:nvCxnSpPr>
            <p:cNvPr id="53" name="直線接點 52"/>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直線接點 53"/>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5" name="群組 54"/>
          <p:cNvGrpSpPr/>
          <p:nvPr/>
        </p:nvGrpSpPr>
        <p:grpSpPr>
          <a:xfrm>
            <a:off x="7479744" y="4636714"/>
            <a:ext cx="559866" cy="611689"/>
            <a:chOff x="1914683" y="4636717"/>
            <a:chExt cx="559866" cy="611689"/>
          </a:xfrm>
        </p:grpSpPr>
        <p:cxnSp>
          <p:nvCxnSpPr>
            <p:cNvPr id="56" name="直線接點 55"/>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直線接點 56"/>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59" name="直線接點 58"/>
          <p:cNvCxnSpPr/>
          <p:nvPr/>
        </p:nvCxnSpPr>
        <p:spPr bwMode="auto">
          <a:xfrm flipH="1">
            <a:off x="8596707" y="4636714"/>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直線接點 59"/>
          <p:cNvCxnSpPr/>
          <p:nvPr/>
        </p:nvCxnSpPr>
        <p:spPr bwMode="auto">
          <a:xfrm>
            <a:off x="8859549" y="4636714"/>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61" name="群組 60"/>
          <p:cNvGrpSpPr/>
          <p:nvPr/>
        </p:nvGrpSpPr>
        <p:grpSpPr>
          <a:xfrm>
            <a:off x="9713670" y="4636714"/>
            <a:ext cx="559866" cy="611689"/>
            <a:chOff x="1914683" y="4636717"/>
            <a:chExt cx="559866" cy="611689"/>
          </a:xfrm>
        </p:grpSpPr>
        <p:cxnSp>
          <p:nvCxnSpPr>
            <p:cNvPr id="62" name="直線接點 61"/>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直線接點 62"/>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4" name="矩形 63"/>
          <p:cNvSpPr/>
          <p:nvPr/>
        </p:nvSpPr>
        <p:spPr bwMode="auto">
          <a:xfrm>
            <a:off x="2588879"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7" name="矩形 66"/>
          <p:cNvSpPr/>
          <p:nvPr/>
        </p:nvSpPr>
        <p:spPr bwMode="auto">
          <a:xfrm>
            <a:off x="4857809"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9" name="矩形 68"/>
          <p:cNvSpPr/>
          <p:nvPr/>
        </p:nvSpPr>
        <p:spPr bwMode="auto">
          <a:xfrm>
            <a:off x="7088940"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1" name="矩形 70"/>
          <p:cNvSpPr/>
          <p:nvPr/>
        </p:nvSpPr>
        <p:spPr bwMode="auto">
          <a:xfrm>
            <a:off x="9321172" y="3273469"/>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2" name="矩形 71"/>
          <p:cNvSpPr/>
          <p:nvPr/>
        </p:nvSpPr>
        <p:spPr bwMode="auto">
          <a:xfrm>
            <a:off x="3706253" y="226094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4" name="矩形 73"/>
          <p:cNvSpPr/>
          <p:nvPr/>
        </p:nvSpPr>
        <p:spPr bwMode="auto">
          <a:xfrm>
            <a:off x="5806042" y="1244253"/>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85" name="群組 84"/>
          <p:cNvGrpSpPr/>
          <p:nvPr/>
        </p:nvGrpSpPr>
        <p:grpSpPr>
          <a:xfrm>
            <a:off x="4412273" y="3661775"/>
            <a:ext cx="1119732" cy="586636"/>
            <a:chOff x="4412273" y="3661775"/>
            <a:chExt cx="1119732" cy="586636"/>
          </a:xfrm>
        </p:grpSpPr>
        <p:cxnSp>
          <p:nvCxnSpPr>
            <p:cNvPr id="78" name="直線接點 77"/>
            <p:cNvCxnSpPr>
              <a:endCxn id="28" idx="0"/>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直線接點 78"/>
            <p:cNvCxnSpPr>
              <a:endCxn id="29" idx="0"/>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6" name="群組 85"/>
          <p:cNvGrpSpPr/>
          <p:nvPr/>
        </p:nvGrpSpPr>
        <p:grpSpPr>
          <a:xfrm>
            <a:off x="2172809" y="3663862"/>
            <a:ext cx="1119732" cy="586636"/>
            <a:chOff x="4412273" y="3661775"/>
            <a:chExt cx="1119732" cy="586636"/>
          </a:xfrm>
        </p:grpSpPr>
        <p:cxnSp>
          <p:nvCxnSpPr>
            <p:cNvPr id="87" name="直線接點 86"/>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直線接點 87"/>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9" name="群組 88"/>
          <p:cNvGrpSpPr/>
          <p:nvPr/>
        </p:nvGrpSpPr>
        <p:grpSpPr>
          <a:xfrm>
            <a:off x="6673970" y="3661775"/>
            <a:ext cx="1119732" cy="586636"/>
            <a:chOff x="4412273" y="3661775"/>
            <a:chExt cx="1119732" cy="586636"/>
          </a:xfrm>
        </p:grpSpPr>
        <p:cxnSp>
          <p:nvCxnSpPr>
            <p:cNvPr id="90" name="直線接點 89"/>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直線接點 90"/>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92" name="群組 91"/>
          <p:cNvGrpSpPr/>
          <p:nvPr/>
        </p:nvGrpSpPr>
        <p:grpSpPr>
          <a:xfrm>
            <a:off x="8909818" y="3661775"/>
            <a:ext cx="1119732" cy="586636"/>
            <a:chOff x="4412273" y="3661775"/>
            <a:chExt cx="1119732" cy="586636"/>
          </a:xfrm>
        </p:grpSpPr>
        <p:cxnSp>
          <p:nvCxnSpPr>
            <p:cNvPr id="93" name="直線接點 92"/>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直線接點 93"/>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96" name="直線接點 95"/>
          <p:cNvCxnSpPr>
            <a:endCxn id="69" idx="0"/>
          </p:cNvCxnSpPr>
          <p:nvPr/>
        </p:nvCxnSpPr>
        <p:spPr bwMode="auto">
          <a:xfrm flipH="1">
            <a:off x="7237452" y="2667000"/>
            <a:ext cx="1140027" cy="60646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直線接點 96"/>
          <p:cNvCxnSpPr>
            <a:endCxn id="71" idx="0"/>
          </p:cNvCxnSpPr>
          <p:nvPr/>
        </p:nvCxnSpPr>
        <p:spPr bwMode="auto">
          <a:xfrm>
            <a:off x="8377478" y="2667000"/>
            <a:ext cx="1092206" cy="60646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直線接點 98"/>
          <p:cNvCxnSpPr>
            <a:endCxn id="64" idx="0"/>
          </p:cNvCxnSpPr>
          <p:nvPr/>
        </p:nvCxnSpPr>
        <p:spPr bwMode="auto">
          <a:xfrm flipH="1">
            <a:off x="2737391" y="2665957"/>
            <a:ext cx="1120913" cy="607512"/>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直線接點 99"/>
          <p:cNvCxnSpPr>
            <a:endCxn id="67" idx="0"/>
          </p:cNvCxnSpPr>
          <p:nvPr/>
        </p:nvCxnSpPr>
        <p:spPr bwMode="auto">
          <a:xfrm>
            <a:off x="3858303" y="2665957"/>
            <a:ext cx="1148018" cy="607512"/>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直線接點 111"/>
          <p:cNvCxnSpPr>
            <a:endCxn id="72" idx="0"/>
          </p:cNvCxnSpPr>
          <p:nvPr/>
        </p:nvCxnSpPr>
        <p:spPr bwMode="auto">
          <a:xfrm flipH="1">
            <a:off x="3854765" y="1650304"/>
            <a:ext cx="2100968" cy="610645"/>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3" name="直線接點 112"/>
          <p:cNvCxnSpPr>
            <a:endCxn id="73" idx="0"/>
          </p:cNvCxnSpPr>
          <p:nvPr/>
        </p:nvCxnSpPr>
        <p:spPr bwMode="auto">
          <a:xfrm>
            <a:off x="5955733" y="1650304"/>
            <a:ext cx="2402709" cy="610645"/>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 name="矩形 117"/>
          <p:cNvSpPr/>
          <p:nvPr/>
        </p:nvSpPr>
        <p:spPr>
          <a:xfrm>
            <a:off x="9580755" y="2944402"/>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(53, 62)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0" name="矩形 119"/>
          <p:cNvSpPr/>
          <p:nvPr/>
        </p:nvSpPr>
        <p:spPr>
          <a:xfrm flipH="1">
            <a:off x="7420163" y="2923918"/>
            <a:ext cx="1396471" cy="523220"/>
          </a:xfrm>
          <a:prstGeom prst="rect">
            <a:avLst/>
          </a:prstGeom>
          <a:noFill/>
          <a:ln>
            <a:noFill/>
          </a:ln>
        </p:spPr>
        <p:txBody>
          <a:bodyPr wrap="squar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(28, 41)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1" name="矩形 120"/>
          <p:cNvSpPr/>
          <p:nvPr/>
        </p:nvSpPr>
        <p:spPr>
          <a:xfrm>
            <a:off x="2930775" y="2923918"/>
            <a:ext cx="1072730"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(5, 7)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2" name="矩形 121"/>
          <p:cNvSpPr/>
          <p:nvPr/>
        </p:nvSpPr>
        <p:spPr>
          <a:xfrm>
            <a:off x="5121640" y="2923918"/>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(11, 13)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4" name="矩形 123"/>
          <p:cNvSpPr/>
          <p:nvPr/>
        </p:nvSpPr>
        <p:spPr>
          <a:xfrm>
            <a:off x="1724567" y="5636710"/>
            <a:ext cx="380232"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5" name="矩形 124"/>
          <p:cNvSpPr/>
          <p:nvPr/>
        </p:nvSpPr>
        <p:spPr>
          <a:xfrm>
            <a:off x="2280009" y="5636710"/>
            <a:ext cx="380232" cy="523220"/>
          </a:xfrm>
          <a:prstGeom prst="rect">
            <a:avLst/>
          </a:prstGeom>
          <a:noFill/>
          <a:ln>
            <a:noFill/>
          </a:ln>
        </p:spPr>
        <p:txBody>
          <a:bodyPr wrap="none" lIns="91440" tIns="45720" rIns="91440" bIns="45720">
            <a:spAutoFit/>
          </a:bodyPr>
          <a:lstStyle/>
          <a:p>
            <a:pPr algn="ctr"/>
            <a:r>
              <a:rPr lang="en-US" altLang="zh-TW" sz="2800" dirty="0">
                <a:ln w="0"/>
                <a:effectLst>
                  <a:outerShdw blurRad="38100" dist="19050" dir="2700000" algn="tl" rotWithShape="0">
                    <a:schemeClr val="dk1">
                      <a:alpha val="40000"/>
                    </a:schemeClr>
                  </a:outerShdw>
                </a:effectLst>
              </a:rPr>
              <a:t>5</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6" name="矩形 125"/>
          <p:cNvSpPr/>
          <p:nvPr/>
        </p:nvSpPr>
        <p:spPr>
          <a:xfrm>
            <a:off x="2835451" y="5634625"/>
            <a:ext cx="380232"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6</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7" name="矩形 126"/>
          <p:cNvSpPr/>
          <p:nvPr/>
        </p:nvSpPr>
        <p:spPr>
          <a:xfrm>
            <a:off x="3399448" y="5634624"/>
            <a:ext cx="380232"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8" name="矩形 127"/>
          <p:cNvSpPr/>
          <p:nvPr/>
        </p:nvSpPr>
        <p:spPr>
          <a:xfrm>
            <a:off x="3977821" y="5634624"/>
            <a:ext cx="380232" cy="523220"/>
          </a:xfrm>
          <a:prstGeom prst="rect">
            <a:avLst/>
          </a:prstGeom>
          <a:noFill/>
          <a:ln>
            <a:noFill/>
          </a:ln>
        </p:spPr>
        <p:txBody>
          <a:bodyPr wrap="none" lIns="91440" tIns="45720" rIns="91440" bIns="45720">
            <a:spAutoFit/>
          </a:bodyPr>
          <a:lstStyle/>
          <a:p>
            <a:pPr algn="ctr"/>
            <a:r>
              <a:rPr lang="en-US" altLang="zh-TW" sz="2800" dirty="0">
                <a:ln w="0"/>
                <a:effectLst>
                  <a:outerShdw blurRad="38100" dist="19050" dir="2700000" algn="tl" rotWithShape="0">
                    <a:schemeClr val="dk1">
                      <a:alpha val="40000"/>
                    </a:schemeClr>
                  </a:outerShdw>
                </a:effectLst>
              </a:rPr>
              <a:t>9</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9" name="矩形 128"/>
          <p:cNvSpPr/>
          <p:nvPr/>
        </p:nvSpPr>
        <p:spPr>
          <a:xfrm>
            <a:off x="4438489"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11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0" name="矩形 129"/>
          <p:cNvSpPr/>
          <p:nvPr/>
        </p:nvSpPr>
        <p:spPr>
          <a:xfrm>
            <a:off x="4993931"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12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1" name="矩形 130"/>
          <p:cNvSpPr/>
          <p:nvPr/>
        </p:nvSpPr>
        <p:spPr>
          <a:xfrm>
            <a:off x="5549373" y="5632539"/>
            <a:ext cx="575799"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2" name="矩形 131"/>
          <p:cNvSpPr/>
          <p:nvPr/>
        </p:nvSpPr>
        <p:spPr>
          <a:xfrm>
            <a:off x="6113370"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20</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3" name="矩形 132"/>
          <p:cNvSpPr/>
          <p:nvPr/>
        </p:nvSpPr>
        <p:spPr>
          <a:xfrm>
            <a:off x="6691743" y="5632538"/>
            <a:ext cx="575799"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28</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4" name="矩形 133"/>
          <p:cNvSpPr/>
          <p:nvPr/>
        </p:nvSpPr>
        <p:spPr>
          <a:xfrm>
            <a:off x="7202850"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29</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5" name="矩形 134"/>
          <p:cNvSpPr/>
          <p:nvPr/>
        </p:nvSpPr>
        <p:spPr>
          <a:xfrm>
            <a:off x="7758292"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41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6" name="矩形 135"/>
          <p:cNvSpPr/>
          <p:nvPr/>
        </p:nvSpPr>
        <p:spPr>
          <a:xfrm>
            <a:off x="8313734" y="5632539"/>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42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7" name="矩形 136"/>
          <p:cNvSpPr/>
          <p:nvPr/>
        </p:nvSpPr>
        <p:spPr>
          <a:xfrm>
            <a:off x="8877731"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53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8" name="矩形 137"/>
          <p:cNvSpPr/>
          <p:nvPr/>
        </p:nvSpPr>
        <p:spPr>
          <a:xfrm>
            <a:off x="9456104"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58</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9" name="矩形 138"/>
          <p:cNvSpPr/>
          <p:nvPr/>
        </p:nvSpPr>
        <p:spPr>
          <a:xfrm>
            <a:off x="10061513"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cxnSp>
        <p:nvCxnSpPr>
          <p:cNvPr id="143" name="直線接點 142"/>
          <p:cNvCxnSpPr>
            <a:stCxn id="26" idx="3"/>
            <a:endCxn id="27" idx="1"/>
          </p:cNvCxnSpPr>
          <p:nvPr/>
        </p:nvCxnSpPr>
        <p:spPr bwMode="auto">
          <a:xfrm>
            <a:off x="2326037"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 name="直線接點 143"/>
          <p:cNvCxnSpPr/>
          <p:nvPr/>
        </p:nvCxnSpPr>
        <p:spPr bwMode="auto">
          <a:xfrm>
            <a:off x="3445769"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 name="直線接點 144"/>
          <p:cNvCxnSpPr/>
          <p:nvPr/>
        </p:nvCxnSpPr>
        <p:spPr bwMode="auto">
          <a:xfrm>
            <a:off x="4560785"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直線接點 145"/>
          <p:cNvCxnSpPr/>
          <p:nvPr/>
        </p:nvCxnSpPr>
        <p:spPr bwMode="auto">
          <a:xfrm>
            <a:off x="6773508"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直線接點 146"/>
          <p:cNvCxnSpPr/>
          <p:nvPr/>
        </p:nvCxnSpPr>
        <p:spPr bwMode="auto">
          <a:xfrm>
            <a:off x="7920348"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直線接點 147"/>
          <p:cNvCxnSpPr/>
          <p:nvPr/>
        </p:nvCxnSpPr>
        <p:spPr bwMode="auto">
          <a:xfrm>
            <a:off x="9022383"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 name="直線接點 148"/>
          <p:cNvCxnSpPr/>
          <p:nvPr/>
        </p:nvCxnSpPr>
        <p:spPr bwMode="auto">
          <a:xfrm>
            <a:off x="5702016"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 name="直線接點 152"/>
          <p:cNvCxnSpPr>
            <a:stCxn id="67" idx="3"/>
            <a:endCxn id="69" idx="1"/>
          </p:cNvCxnSpPr>
          <p:nvPr/>
        </p:nvCxnSpPr>
        <p:spPr bwMode="auto">
          <a:xfrm>
            <a:off x="5154833" y="3467622"/>
            <a:ext cx="1934107"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 name="直線接點 153"/>
          <p:cNvCxnSpPr>
            <a:stCxn id="69" idx="3"/>
            <a:endCxn id="71" idx="1"/>
          </p:cNvCxnSpPr>
          <p:nvPr/>
        </p:nvCxnSpPr>
        <p:spPr bwMode="auto">
          <a:xfrm>
            <a:off x="7385964" y="3467622"/>
            <a:ext cx="19352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矩形 1"/>
          <p:cNvSpPr/>
          <p:nvPr/>
        </p:nvSpPr>
        <p:spPr>
          <a:xfrm>
            <a:off x="590271" y="522241"/>
            <a:ext cx="5263300" cy="769441"/>
          </a:xfrm>
          <a:prstGeom prst="rect">
            <a:avLst/>
          </a:prstGeom>
          <a:noFill/>
        </p:spPr>
        <p:txBody>
          <a:bodyPr wrap="none" lIns="91440" tIns="45720" rIns="91440" bIns="45720">
            <a:spAutoFit/>
          </a:bodyPr>
          <a:lstStyle/>
          <a:p>
            <a:pPr algn="ctr"/>
            <a:r>
              <a:rPr lang="en-US" altLang="zh-TW" sz="4400" dirty="0">
                <a:ln w="0"/>
                <a:effectLst>
                  <a:outerShdw blurRad="38100" dist="19050" dir="2700000" algn="tl" rotWithShape="0">
                    <a:schemeClr val="dk1">
                      <a:alpha val="40000"/>
                    </a:schemeClr>
                  </a:outerShdw>
                </a:effectLst>
              </a:rPr>
              <a:t>S={7, 9, 20, 28, 41}</a:t>
            </a:r>
            <a:endParaRPr lang="zh-TW" altLang="en-US" sz="4400" dirty="0">
              <a:ln w="0"/>
              <a:effectLst>
                <a:outerShdw blurRad="38100" dist="19050" dir="2700000" algn="tl" rotWithShape="0">
                  <a:schemeClr val="dk1">
                    <a:alpha val="40000"/>
                  </a:schemeClr>
                </a:outerShdw>
              </a:effectLst>
            </a:endParaRPr>
          </a:p>
        </p:txBody>
      </p:sp>
      <p:sp>
        <p:nvSpPr>
          <p:cNvPr id="109" name="矩形 108"/>
          <p:cNvSpPr/>
          <p:nvPr/>
        </p:nvSpPr>
        <p:spPr>
          <a:xfrm>
            <a:off x="4003277" y="1881520"/>
            <a:ext cx="1242008"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(7, 13)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0" name="矩形 109"/>
          <p:cNvSpPr/>
          <p:nvPr/>
        </p:nvSpPr>
        <p:spPr>
          <a:xfrm>
            <a:off x="6058452" y="998300"/>
            <a:ext cx="1463862"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(13, 62)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1" name="矩形 110"/>
          <p:cNvSpPr/>
          <p:nvPr/>
        </p:nvSpPr>
        <p:spPr>
          <a:xfrm>
            <a:off x="8470414" y="1881520"/>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(41, 62)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cxnSp>
        <p:nvCxnSpPr>
          <p:cNvPr id="114" name="直線接點 113"/>
          <p:cNvCxnSpPr>
            <a:stCxn id="72" idx="3"/>
            <a:endCxn id="73" idx="1"/>
          </p:cNvCxnSpPr>
          <p:nvPr/>
        </p:nvCxnSpPr>
        <p:spPr bwMode="auto">
          <a:xfrm>
            <a:off x="4003277" y="2455102"/>
            <a:ext cx="4206653"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矩形 72"/>
          <p:cNvSpPr/>
          <p:nvPr/>
        </p:nvSpPr>
        <p:spPr bwMode="auto">
          <a:xfrm>
            <a:off x="8209930" y="226094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 name="矩形 2"/>
          <p:cNvSpPr/>
          <p:nvPr/>
        </p:nvSpPr>
        <p:spPr>
          <a:xfrm>
            <a:off x="608975" y="2152390"/>
            <a:ext cx="2778518" cy="769441"/>
          </a:xfrm>
          <a:prstGeom prst="rect">
            <a:avLst/>
          </a:prstGeom>
          <a:noFill/>
        </p:spPr>
        <p:txBody>
          <a:bodyPr wrap="none" lIns="91440" tIns="45720" rIns="91440" bIns="45720">
            <a:spAutoFit/>
          </a:bodyPr>
          <a:lstStyle/>
          <a:p>
            <a:pPr algn="ctr"/>
            <a:r>
              <a:rPr lang="en-US" altLang="zh-TW" sz="4400" dirty="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rPr>
              <a:t>Search 6;</a:t>
            </a:r>
            <a:endParaRPr lang="zh-TW" altLang="en-US" sz="4400" dirty="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endParaRPr>
          </a:p>
        </p:txBody>
      </p:sp>
    </p:spTree>
    <p:extLst>
      <p:ext uri="{BB962C8B-B14F-4D97-AF65-F5344CB8AC3E}">
        <p14:creationId xmlns:p14="http://schemas.microsoft.com/office/powerpoint/2010/main" val="1034983491"/>
      </p:ext>
    </p:extLst>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1" name="直線接點 150"/>
          <p:cNvCxnSpPr>
            <a:stCxn id="64" idx="3"/>
            <a:endCxn id="67" idx="1"/>
          </p:cNvCxnSpPr>
          <p:nvPr/>
        </p:nvCxnSpPr>
        <p:spPr bwMode="auto">
          <a:xfrm>
            <a:off x="2885903" y="3467622"/>
            <a:ext cx="1971906"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矩形 3"/>
          <p:cNvSpPr/>
          <p:nvPr/>
        </p:nvSpPr>
        <p:spPr bwMode="auto">
          <a:xfrm>
            <a:off x="1766171" y="5248406"/>
            <a:ext cx="297024" cy="388306"/>
          </a:xfrm>
          <a:prstGeom prst="rect">
            <a:avLst/>
          </a:prstGeom>
          <a:noFill/>
          <a:ln w="3810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5" name="矩形 4"/>
          <p:cNvSpPr/>
          <p:nvPr/>
        </p:nvSpPr>
        <p:spPr bwMode="auto">
          <a:xfrm>
            <a:off x="2326037"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 name="矩形 5"/>
          <p:cNvSpPr/>
          <p:nvPr/>
        </p:nvSpPr>
        <p:spPr bwMode="auto">
          <a:xfrm>
            <a:off x="5675800"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 name="矩形 6"/>
          <p:cNvSpPr/>
          <p:nvPr/>
        </p:nvSpPr>
        <p:spPr bwMode="auto">
          <a:xfrm>
            <a:off x="5118293"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8" name="矩形 7"/>
          <p:cNvSpPr/>
          <p:nvPr/>
        </p:nvSpPr>
        <p:spPr bwMode="auto">
          <a:xfrm>
            <a:off x="2885903" y="5248406"/>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9" name="矩形 8"/>
          <p:cNvSpPr/>
          <p:nvPr/>
        </p:nvSpPr>
        <p:spPr bwMode="auto">
          <a:xfrm>
            <a:off x="3445769"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0" name="矩形 9"/>
          <p:cNvSpPr/>
          <p:nvPr/>
        </p:nvSpPr>
        <p:spPr bwMode="auto">
          <a:xfrm>
            <a:off x="4560785"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1" name="矩形 10"/>
          <p:cNvSpPr/>
          <p:nvPr/>
        </p:nvSpPr>
        <p:spPr bwMode="auto">
          <a:xfrm>
            <a:off x="4003277"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8" name="矩形 17"/>
          <p:cNvSpPr/>
          <p:nvPr/>
        </p:nvSpPr>
        <p:spPr bwMode="auto">
          <a:xfrm>
            <a:off x="6233308"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9" name="矩形 18"/>
          <p:cNvSpPr/>
          <p:nvPr/>
        </p:nvSpPr>
        <p:spPr bwMode="auto">
          <a:xfrm>
            <a:off x="6793174" y="5248404"/>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0" name="矩形 19"/>
          <p:cNvSpPr/>
          <p:nvPr/>
        </p:nvSpPr>
        <p:spPr bwMode="auto">
          <a:xfrm>
            <a:off x="10142937"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1" name="矩形 20"/>
          <p:cNvSpPr/>
          <p:nvPr/>
        </p:nvSpPr>
        <p:spPr bwMode="auto">
          <a:xfrm>
            <a:off x="9585430"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2" name="矩形 21"/>
          <p:cNvSpPr/>
          <p:nvPr/>
        </p:nvSpPr>
        <p:spPr bwMode="auto">
          <a:xfrm>
            <a:off x="7353040"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3" name="矩形 22"/>
          <p:cNvSpPr/>
          <p:nvPr/>
        </p:nvSpPr>
        <p:spPr bwMode="auto">
          <a:xfrm>
            <a:off x="7912906" y="5248404"/>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4" name="矩形 23"/>
          <p:cNvSpPr/>
          <p:nvPr/>
        </p:nvSpPr>
        <p:spPr bwMode="auto">
          <a:xfrm>
            <a:off x="9027922"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5" name="矩形 24"/>
          <p:cNvSpPr/>
          <p:nvPr/>
        </p:nvSpPr>
        <p:spPr bwMode="auto">
          <a:xfrm>
            <a:off x="8470414"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6" name="矩形 25"/>
          <p:cNvSpPr/>
          <p:nvPr/>
        </p:nvSpPr>
        <p:spPr bwMode="auto">
          <a:xfrm>
            <a:off x="2029013"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7" name="矩形 26"/>
          <p:cNvSpPr/>
          <p:nvPr/>
        </p:nvSpPr>
        <p:spPr bwMode="auto">
          <a:xfrm>
            <a:off x="3148745"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8" name="矩形 27"/>
          <p:cNvSpPr/>
          <p:nvPr/>
        </p:nvSpPr>
        <p:spPr bwMode="auto">
          <a:xfrm>
            <a:off x="4263761"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9" name="矩形 28"/>
          <p:cNvSpPr/>
          <p:nvPr/>
        </p:nvSpPr>
        <p:spPr bwMode="auto">
          <a:xfrm>
            <a:off x="5383493"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0" name="矩形 29"/>
          <p:cNvSpPr/>
          <p:nvPr/>
        </p:nvSpPr>
        <p:spPr bwMode="auto">
          <a:xfrm>
            <a:off x="6496150"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1" name="矩形 30"/>
          <p:cNvSpPr/>
          <p:nvPr/>
        </p:nvSpPr>
        <p:spPr bwMode="auto">
          <a:xfrm>
            <a:off x="7615882"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2" name="矩形 31"/>
          <p:cNvSpPr/>
          <p:nvPr/>
        </p:nvSpPr>
        <p:spPr bwMode="auto">
          <a:xfrm>
            <a:off x="8730898"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3" name="矩形 32"/>
          <p:cNvSpPr/>
          <p:nvPr/>
        </p:nvSpPr>
        <p:spPr bwMode="auto">
          <a:xfrm>
            <a:off x="9850630"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38" name="群組 37"/>
          <p:cNvGrpSpPr/>
          <p:nvPr/>
        </p:nvGrpSpPr>
        <p:grpSpPr>
          <a:xfrm>
            <a:off x="1901890" y="4636717"/>
            <a:ext cx="559866" cy="611689"/>
            <a:chOff x="1914683" y="4636717"/>
            <a:chExt cx="559866" cy="611689"/>
          </a:xfrm>
        </p:grpSpPr>
        <p:cxnSp>
          <p:nvCxnSpPr>
            <p:cNvPr id="35" name="直線接點 34"/>
            <p:cNvCxnSpPr>
              <a:stCxn id="26" idx="2"/>
              <a:endCxn id="4" idx="0"/>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線接點 36"/>
            <p:cNvCxnSpPr>
              <a:stCxn id="26" idx="2"/>
              <a:endCxn id="5" idx="0"/>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39" name="群組 38"/>
          <p:cNvGrpSpPr/>
          <p:nvPr/>
        </p:nvGrpSpPr>
        <p:grpSpPr>
          <a:xfrm>
            <a:off x="3018504" y="4636717"/>
            <a:ext cx="559866" cy="611689"/>
            <a:chOff x="1914683" y="4636717"/>
            <a:chExt cx="559866" cy="611689"/>
          </a:xfrm>
        </p:grpSpPr>
        <p:cxnSp>
          <p:nvCxnSpPr>
            <p:cNvPr id="40" name="直線接點 39"/>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線接點 40"/>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3" name="群組 42"/>
          <p:cNvGrpSpPr/>
          <p:nvPr/>
        </p:nvGrpSpPr>
        <p:grpSpPr>
          <a:xfrm>
            <a:off x="4134720" y="4636717"/>
            <a:ext cx="559866" cy="611689"/>
            <a:chOff x="1914683" y="4636717"/>
            <a:chExt cx="559866" cy="611689"/>
          </a:xfrm>
        </p:grpSpPr>
        <p:cxnSp>
          <p:nvCxnSpPr>
            <p:cNvPr id="44" name="直線接點 43"/>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線接點 44"/>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9" name="群組 48"/>
          <p:cNvGrpSpPr/>
          <p:nvPr/>
        </p:nvGrpSpPr>
        <p:grpSpPr>
          <a:xfrm>
            <a:off x="5246176" y="4636717"/>
            <a:ext cx="559866" cy="611689"/>
            <a:chOff x="1914683" y="4636717"/>
            <a:chExt cx="559866" cy="611689"/>
          </a:xfrm>
        </p:grpSpPr>
        <p:cxnSp>
          <p:nvCxnSpPr>
            <p:cNvPr id="50" name="直線接點 49"/>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線接點 50"/>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2" name="群組 51"/>
          <p:cNvGrpSpPr/>
          <p:nvPr/>
        </p:nvGrpSpPr>
        <p:grpSpPr>
          <a:xfrm>
            <a:off x="6362154" y="4636715"/>
            <a:ext cx="559866" cy="611689"/>
            <a:chOff x="1914683" y="4636717"/>
            <a:chExt cx="559866" cy="611689"/>
          </a:xfrm>
        </p:grpSpPr>
        <p:cxnSp>
          <p:nvCxnSpPr>
            <p:cNvPr id="53" name="直線接點 52"/>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直線接點 53"/>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5" name="群組 54"/>
          <p:cNvGrpSpPr/>
          <p:nvPr/>
        </p:nvGrpSpPr>
        <p:grpSpPr>
          <a:xfrm>
            <a:off x="7479744" y="4636714"/>
            <a:ext cx="559866" cy="611689"/>
            <a:chOff x="1914683" y="4636717"/>
            <a:chExt cx="559866" cy="611689"/>
          </a:xfrm>
        </p:grpSpPr>
        <p:cxnSp>
          <p:nvCxnSpPr>
            <p:cNvPr id="56" name="直線接點 55"/>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直線接點 56"/>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59" name="直線接點 58"/>
          <p:cNvCxnSpPr/>
          <p:nvPr/>
        </p:nvCxnSpPr>
        <p:spPr bwMode="auto">
          <a:xfrm flipH="1">
            <a:off x="8596707" y="4636714"/>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直線接點 59"/>
          <p:cNvCxnSpPr/>
          <p:nvPr/>
        </p:nvCxnSpPr>
        <p:spPr bwMode="auto">
          <a:xfrm>
            <a:off x="8859549" y="4636714"/>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61" name="群組 60"/>
          <p:cNvGrpSpPr/>
          <p:nvPr/>
        </p:nvGrpSpPr>
        <p:grpSpPr>
          <a:xfrm>
            <a:off x="9713670" y="4636714"/>
            <a:ext cx="559866" cy="611689"/>
            <a:chOff x="1914683" y="4636717"/>
            <a:chExt cx="559866" cy="611689"/>
          </a:xfrm>
        </p:grpSpPr>
        <p:cxnSp>
          <p:nvCxnSpPr>
            <p:cNvPr id="62" name="直線接點 61"/>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直線接點 62"/>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4" name="矩形 63"/>
          <p:cNvSpPr/>
          <p:nvPr/>
        </p:nvSpPr>
        <p:spPr bwMode="auto">
          <a:xfrm>
            <a:off x="2588879"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7" name="矩形 66"/>
          <p:cNvSpPr/>
          <p:nvPr/>
        </p:nvSpPr>
        <p:spPr bwMode="auto">
          <a:xfrm>
            <a:off x="4857809"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9" name="矩形 68"/>
          <p:cNvSpPr/>
          <p:nvPr/>
        </p:nvSpPr>
        <p:spPr bwMode="auto">
          <a:xfrm>
            <a:off x="7088940"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1" name="矩形 70"/>
          <p:cNvSpPr/>
          <p:nvPr/>
        </p:nvSpPr>
        <p:spPr bwMode="auto">
          <a:xfrm>
            <a:off x="9321172" y="3273469"/>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2" name="矩形 71"/>
          <p:cNvSpPr/>
          <p:nvPr/>
        </p:nvSpPr>
        <p:spPr bwMode="auto">
          <a:xfrm>
            <a:off x="3706253" y="226094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4" name="矩形 73"/>
          <p:cNvSpPr/>
          <p:nvPr/>
        </p:nvSpPr>
        <p:spPr bwMode="auto">
          <a:xfrm>
            <a:off x="5806042" y="1244253"/>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85" name="群組 84"/>
          <p:cNvGrpSpPr/>
          <p:nvPr/>
        </p:nvGrpSpPr>
        <p:grpSpPr>
          <a:xfrm>
            <a:off x="4412273" y="3661775"/>
            <a:ext cx="1119732" cy="586636"/>
            <a:chOff x="4412273" y="3661775"/>
            <a:chExt cx="1119732" cy="586636"/>
          </a:xfrm>
        </p:grpSpPr>
        <p:cxnSp>
          <p:nvCxnSpPr>
            <p:cNvPr id="78" name="直線接點 77"/>
            <p:cNvCxnSpPr>
              <a:endCxn id="28" idx="0"/>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直線接點 78"/>
            <p:cNvCxnSpPr>
              <a:endCxn id="29" idx="0"/>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6" name="群組 85"/>
          <p:cNvGrpSpPr/>
          <p:nvPr/>
        </p:nvGrpSpPr>
        <p:grpSpPr>
          <a:xfrm>
            <a:off x="2172809" y="3663862"/>
            <a:ext cx="1119732" cy="586636"/>
            <a:chOff x="4412273" y="3661775"/>
            <a:chExt cx="1119732" cy="586636"/>
          </a:xfrm>
        </p:grpSpPr>
        <p:cxnSp>
          <p:nvCxnSpPr>
            <p:cNvPr id="87" name="直線接點 86"/>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直線接點 87"/>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9" name="群組 88"/>
          <p:cNvGrpSpPr/>
          <p:nvPr/>
        </p:nvGrpSpPr>
        <p:grpSpPr>
          <a:xfrm>
            <a:off x="6673970" y="3661775"/>
            <a:ext cx="1119732" cy="586636"/>
            <a:chOff x="4412273" y="3661775"/>
            <a:chExt cx="1119732" cy="586636"/>
          </a:xfrm>
        </p:grpSpPr>
        <p:cxnSp>
          <p:nvCxnSpPr>
            <p:cNvPr id="90" name="直線接點 89"/>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直線接點 90"/>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92" name="群組 91"/>
          <p:cNvGrpSpPr/>
          <p:nvPr/>
        </p:nvGrpSpPr>
        <p:grpSpPr>
          <a:xfrm>
            <a:off x="8909818" y="3661775"/>
            <a:ext cx="1119732" cy="586636"/>
            <a:chOff x="4412273" y="3661775"/>
            <a:chExt cx="1119732" cy="586636"/>
          </a:xfrm>
        </p:grpSpPr>
        <p:cxnSp>
          <p:nvCxnSpPr>
            <p:cNvPr id="93" name="直線接點 92"/>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直線接點 93"/>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96" name="直線接點 95"/>
          <p:cNvCxnSpPr>
            <a:endCxn id="69" idx="0"/>
          </p:cNvCxnSpPr>
          <p:nvPr/>
        </p:nvCxnSpPr>
        <p:spPr bwMode="auto">
          <a:xfrm flipH="1">
            <a:off x="7237452" y="2667000"/>
            <a:ext cx="1140027" cy="60646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直線接點 96"/>
          <p:cNvCxnSpPr>
            <a:endCxn id="71" idx="0"/>
          </p:cNvCxnSpPr>
          <p:nvPr/>
        </p:nvCxnSpPr>
        <p:spPr bwMode="auto">
          <a:xfrm>
            <a:off x="8377478" y="2667000"/>
            <a:ext cx="1092206" cy="60646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直線接點 98"/>
          <p:cNvCxnSpPr>
            <a:endCxn id="64" idx="0"/>
          </p:cNvCxnSpPr>
          <p:nvPr/>
        </p:nvCxnSpPr>
        <p:spPr bwMode="auto">
          <a:xfrm flipH="1">
            <a:off x="2737391" y="2665957"/>
            <a:ext cx="1120913" cy="607512"/>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直線接點 99"/>
          <p:cNvCxnSpPr>
            <a:endCxn id="67" idx="0"/>
          </p:cNvCxnSpPr>
          <p:nvPr/>
        </p:nvCxnSpPr>
        <p:spPr bwMode="auto">
          <a:xfrm>
            <a:off x="3858303" y="2665957"/>
            <a:ext cx="1148018" cy="607512"/>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直線接點 111"/>
          <p:cNvCxnSpPr>
            <a:endCxn id="72" idx="0"/>
          </p:cNvCxnSpPr>
          <p:nvPr/>
        </p:nvCxnSpPr>
        <p:spPr bwMode="auto">
          <a:xfrm flipH="1">
            <a:off x="3854765" y="1650304"/>
            <a:ext cx="2100968" cy="610645"/>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3" name="直線接點 112"/>
          <p:cNvCxnSpPr>
            <a:endCxn id="73" idx="0"/>
          </p:cNvCxnSpPr>
          <p:nvPr/>
        </p:nvCxnSpPr>
        <p:spPr bwMode="auto">
          <a:xfrm>
            <a:off x="5955733" y="1650304"/>
            <a:ext cx="2402709" cy="610645"/>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 name="矩形 117"/>
          <p:cNvSpPr/>
          <p:nvPr/>
        </p:nvSpPr>
        <p:spPr>
          <a:xfrm>
            <a:off x="9580755" y="2944402"/>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(53, 62)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0" name="矩形 119"/>
          <p:cNvSpPr/>
          <p:nvPr/>
        </p:nvSpPr>
        <p:spPr>
          <a:xfrm flipH="1">
            <a:off x="7420163" y="2923918"/>
            <a:ext cx="1396471" cy="523220"/>
          </a:xfrm>
          <a:prstGeom prst="rect">
            <a:avLst/>
          </a:prstGeom>
          <a:noFill/>
          <a:ln>
            <a:noFill/>
          </a:ln>
        </p:spPr>
        <p:txBody>
          <a:bodyPr wrap="squar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(28, 41)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1" name="矩形 120"/>
          <p:cNvSpPr/>
          <p:nvPr/>
        </p:nvSpPr>
        <p:spPr>
          <a:xfrm>
            <a:off x="2930775" y="2923918"/>
            <a:ext cx="1072730"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(5, 7)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2" name="矩形 121"/>
          <p:cNvSpPr/>
          <p:nvPr/>
        </p:nvSpPr>
        <p:spPr>
          <a:xfrm>
            <a:off x="5121640" y="2923918"/>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(11, 13)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4" name="矩形 123"/>
          <p:cNvSpPr/>
          <p:nvPr/>
        </p:nvSpPr>
        <p:spPr>
          <a:xfrm>
            <a:off x="1724567" y="5636710"/>
            <a:ext cx="380232"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5" name="矩形 124"/>
          <p:cNvSpPr/>
          <p:nvPr/>
        </p:nvSpPr>
        <p:spPr>
          <a:xfrm>
            <a:off x="2280009" y="5636710"/>
            <a:ext cx="380232" cy="523220"/>
          </a:xfrm>
          <a:prstGeom prst="rect">
            <a:avLst/>
          </a:prstGeom>
          <a:noFill/>
          <a:ln>
            <a:noFill/>
          </a:ln>
        </p:spPr>
        <p:txBody>
          <a:bodyPr wrap="none" lIns="91440" tIns="45720" rIns="91440" bIns="45720">
            <a:spAutoFit/>
          </a:bodyPr>
          <a:lstStyle/>
          <a:p>
            <a:pPr algn="ctr"/>
            <a:r>
              <a:rPr lang="en-US" altLang="zh-TW" sz="2800" dirty="0">
                <a:ln w="0"/>
                <a:effectLst>
                  <a:outerShdw blurRad="38100" dist="19050" dir="2700000" algn="tl" rotWithShape="0">
                    <a:schemeClr val="dk1">
                      <a:alpha val="40000"/>
                    </a:schemeClr>
                  </a:outerShdw>
                </a:effectLst>
              </a:rPr>
              <a:t>5</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6" name="矩形 125"/>
          <p:cNvSpPr/>
          <p:nvPr/>
        </p:nvSpPr>
        <p:spPr>
          <a:xfrm>
            <a:off x="2835451" y="5634625"/>
            <a:ext cx="380232"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6</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7" name="矩形 126"/>
          <p:cNvSpPr/>
          <p:nvPr/>
        </p:nvSpPr>
        <p:spPr>
          <a:xfrm>
            <a:off x="3399448" y="5634624"/>
            <a:ext cx="380232"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8" name="矩形 127"/>
          <p:cNvSpPr/>
          <p:nvPr/>
        </p:nvSpPr>
        <p:spPr>
          <a:xfrm>
            <a:off x="3977821" y="5634624"/>
            <a:ext cx="380232" cy="523220"/>
          </a:xfrm>
          <a:prstGeom prst="rect">
            <a:avLst/>
          </a:prstGeom>
          <a:noFill/>
          <a:ln>
            <a:noFill/>
          </a:ln>
        </p:spPr>
        <p:txBody>
          <a:bodyPr wrap="none" lIns="91440" tIns="45720" rIns="91440" bIns="45720">
            <a:spAutoFit/>
          </a:bodyPr>
          <a:lstStyle/>
          <a:p>
            <a:pPr algn="ctr"/>
            <a:r>
              <a:rPr lang="en-US" altLang="zh-TW" sz="2800" dirty="0">
                <a:ln w="0"/>
                <a:effectLst>
                  <a:outerShdw blurRad="38100" dist="19050" dir="2700000" algn="tl" rotWithShape="0">
                    <a:schemeClr val="dk1">
                      <a:alpha val="40000"/>
                    </a:schemeClr>
                  </a:outerShdw>
                </a:effectLst>
              </a:rPr>
              <a:t>9</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9" name="矩形 128"/>
          <p:cNvSpPr/>
          <p:nvPr/>
        </p:nvSpPr>
        <p:spPr>
          <a:xfrm>
            <a:off x="4438489"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11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0" name="矩形 129"/>
          <p:cNvSpPr/>
          <p:nvPr/>
        </p:nvSpPr>
        <p:spPr>
          <a:xfrm>
            <a:off x="4993931"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12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1" name="矩形 130"/>
          <p:cNvSpPr/>
          <p:nvPr/>
        </p:nvSpPr>
        <p:spPr>
          <a:xfrm>
            <a:off x="5549373" y="5632539"/>
            <a:ext cx="575799"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2" name="矩形 131"/>
          <p:cNvSpPr/>
          <p:nvPr/>
        </p:nvSpPr>
        <p:spPr>
          <a:xfrm>
            <a:off x="6113370"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20</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3" name="矩形 132"/>
          <p:cNvSpPr/>
          <p:nvPr/>
        </p:nvSpPr>
        <p:spPr>
          <a:xfrm>
            <a:off x="6691743" y="5632538"/>
            <a:ext cx="575799"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28</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4" name="矩形 133"/>
          <p:cNvSpPr/>
          <p:nvPr/>
        </p:nvSpPr>
        <p:spPr>
          <a:xfrm>
            <a:off x="7202850"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29</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5" name="矩形 134"/>
          <p:cNvSpPr/>
          <p:nvPr/>
        </p:nvSpPr>
        <p:spPr>
          <a:xfrm>
            <a:off x="7758292"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41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6" name="矩形 135"/>
          <p:cNvSpPr/>
          <p:nvPr/>
        </p:nvSpPr>
        <p:spPr>
          <a:xfrm>
            <a:off x="8313734" y="5632539"/>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42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7" name="矩形 136"/>
          <p:cNvSpPr/>
          <p:nvPr/>
        </p:nvSpPr>
        <p:spPr>
          <a:xfrm>
            <a:off x="8877731"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53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8" name="矩形 137"/>
          <p:cNvSpPr/>
          <p:nvPr/>
        </p:nvSpPr>
        <p:spPr>
          <a:xfrm>
            <a:off x="9456104"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58</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9" name="矩形 138"/>
          <p:cNvSpPr/>
          <p:nvPr/>
        </p:nvSpPr>
        <p:spPr>
          <a:xfrm>
            <a:off x="10061513"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cxnSp>
        <p:nvCxnSpPr>
          <p:cNvPr id="143" name="直線接點 142"/>
          <p:cNvCxnSpPr>
            <a:stCxn id="26" idx="3"/>
            <a:endCxn id="27" idx="1"/>
          </p:cNvCxnSpPr>
          <p:nvPr/>
        </p:nvCxnSpPr>
        <p:spPr bwMode="auto">
          <a:xfrm>
            <a:off x="2326037"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 name="直線接點 143"/>
          <p:cNvCxnSpPr/>
          <p:nvPr/>
        </p:nvCxnSpPr>
        <p:spPr bwMode="auto">
          <a:xfrm>
            <a:off x="3445769"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 name="直線接點 144"/>
          <p:cNvCxnSpPr/>
          <p:nvPr/>
        </p:nvCxnSpPr>
        <p:spPr bwMode="auto">
          <a:xfrm>
            <a:off x="4560785"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直線接點 145"/>
          <p:cNvCxnSpPr/>
          <p:nvPr/>
        </p:nvCxnSpPr>
        <p:spPr bwMode="auto">
          <a:xfrm>
            <a:off x="6773508"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直線接點 146"/>
          <p:cNvCxnSpPr/>
          <p:nvPr/>
        </p:nvCxnSpPr>
        <p:spPr bwMode="auto">
          <a:xfrm>
            <a:off x="7920348"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直線接點 147"/>
          <p:cNvCxnSpPr/>
          <p:nvPr/>
        </p:nvCxnSpPr>
        <p:spPr bwMode="auto">
          <a:xfrm>
            <a:off x="9022383"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 name="直線接點 148"/>
          <p:cNvCxnSpPr/>
          <p:nvPr/>
        </p:nvCxnSpPr>
        <p:spPr bwMode="auto">
          <a:xfrm>
            <a:off x="5702016"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 name="直線接點 152"/>
          <p:cNvCxnSpPr>
            <a:stCxn id="67" idx="3"/>
            <a:endCxn id="69" idx="1"/>
          </p:cNvCxnSpPr>
          <p:nvPr/>
        </p:nvCxnSpPr>
        <p:spPr bwMode="auto">
          <a:xfrm>
            <a:off x="5154833" y="3467622"/>
            <a:ext cx="1934107"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 name="直線接點 153"/>
          <p:cNvCxnSpPr>
            <a:stCxn id="69" idx="3"/>
            <a:endCxn id="71" idx="1"/>
          </p:cNvCxnSpPr>
          <p:nvPr/>
        </p:nvCxnSpPr>
        <p:spPr bwMode="auto">
          <a:xfrm>
            <a:off x="7385964" y="3467622"/>
            <a:ext cx="19352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矩形 1"/>
          <p:cNvSpPr/>
          <p:nvPr/>
        </p:nvSpPr>
        <p:spPr>
          <a:xfrm>
            <a:off x="590271" y="522241"/>
            <a:ext cx="5263300" cy="769441"/>
          </a:xfrm>
          <a:prstGeom prst="rect">
            <a:avLst/>
          </a:prstGeom>
          <a:noFill/>
        </p:spPr>
        <p:txBody>
          <a:bodyPr wrap="none" lIns="91440" tIns="45720" rIns="91440" bIns="45720">
            <a:spAutoFit/>
          </a:bodyPr>
          <a:lstStyle/>
          <a:p>
            <a:pPr algn="ctr"/>
            <a:r>
              <a:rPr lang="en-US" altLang="zh-TW" sz="4400" dirty="0">
                <a:ln w="0"/>
                <a:effectLst>
                  <a:outerShdw blurRad="38100" dist="19050" dir="2700000" algn="tl" rotWithShape="0">
                    <a:schemeClr val="dk1">
                      <a:alpha val="40000"/>
                    </a:schemeClr>
                  </a:outerShdw>
                </a:effectLst>
              </a:rPr>
              <a:t>S={7, 9, 20, 28, 41}</a:t>
            </a:r>
            <a:endParaRPr lang="zh-TW" altLang="en-US" sz="4400" dirty="0">
              <a:ln w="0"/>
              <a:effectLst>
                <a:outerShdw blurRad="38100" dist="19050" dir="2700000" algn="tl" rotWithShape="0">
                  <a:schemeClr val="dk1">
                    <a:alpha val="40000"/>
                  </a:schemeClr>
                </a:outerShdw>
              </a:effectLst>
            </a:endParaRPr>
          </a:p>
        </p:txBody>
      </p:sp>
      <p:sp>
        <p:nvSpPr>
          <p:cNvPr id="109" name="矩形 108"/>
          <p:cNvSpPr/>
          <p:nvPr/>
        </p:nvSpPr>
        <p:spPr>
          <a:xfrm>
            <a:off x="4003277" y="1881520"/>
            <a:ext cx="1242008"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(7, 13)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0" name="矩形 109"/>
          <p:cNvSpPr/>
          <p:nvPr/>
        </p:nvSpPr>
        <p:spPr>
          <a:xfrm>
            <a:off x="6058452" y="998300"/>
            <a:ext cx="1463862"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(13, 62)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1" name="矩形 110"/>
          <p:cNvSpPr/>
          <p:nvPr/>
        </p:nvSpPr>
        <p:spPr>
          <a:xfrm>
            <a:off x="8470414" y="1881520"/>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(41, 62)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cxnSp>
        <p:nvCxnSpPr>
          <p:cNvPr id="114" name="直線接點 113"/>
          <p:cNvCxnSpPr>
            <a:stCxn id="72" idx="3"/>
            <a:endCxn id="73" idx="1"/>
          </p:cNvCxnSpPr>
          <p:nvPr/>
        </p:nvCxnSpPr>
        <p:spPr bwMode="auto">
          <a:xfrm>
            <a:off x="4003277" y="2455102"/>
            <a:ext cx="4206653"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矩形 72"/>
          <p:cNvSpPr/>
          <p:nvPr/>
        </p:nvSpPr>
        <p:spPr bwMode="auto">
          <a:xfrm>
            <a:off x="8209930" y="226094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 name="矩形 2"/>
          <p:cNvSpPr/>
          <p:nvPr/>
        </p:nvSpPr>
        <p:spPr>
          <a:xfrm>
            <a:off x="608974" y="2152390"/>
            <a:ext cx="2778518" cy="769441"/>
          </a:xfrm>
          <a:prstGeom prst="rect">
            <a:avLst/>
          </a:prstGeom>
          <a:noFill/>
        </p:spPr>
        <p:txBody>
          <a:bodyPr wrap="none" lIns="91440" tIns="45720" rIns="91440" bIns="45720">
            <a:spAutoFit/>
          </a:bodyPr>
          <a:lstStyle/>
          <a:p>
            <a:pPr algn="ctr"/>
            <a:r>
              <a:rPr lang="en-US" altLang="zh-TW" sz="4400" dirty="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rPr>
              <a:t>Search 6;</a:t>
            </a:r>
            <a:endParaRPr lang="zh-TW" altLang="en-US" sz="4400" dirty="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endParaRPr>
          </a:p>
        </p:txBody>
      </p:sp>
      <p:cxnSp>
        <p:nvCxnSpPr>
          <p:cNvPr id="13" name="直線單箭頭接點 12"/>
          <p:cNvCxnSpPr/>
          <p:nvPr/>
        </p:nvCxnSpPr>
        <p:spPr bwMode="auto">
          <a:xfrm flipV="1">
            <a:off x="1889097" y="6155758"/>
            <a:ext cx="12793" cy="466338"/>
          </a:xfrm>
          <a:prstGeom prst="straightConnector1">
            <a:avLst/>
          </a:prstGeom>
          <a:solidFill>
            <a:schemeClr val="accent1"/>
          </a:solidFill>
          <a:ln w="76200" cap="flat" cmpd="sng" algn="ctr">
            <a:solidFill>
              <a:srgbClr val="0070C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矩形 13"/>
          <p:cNvSpPr/>
          <p:nvPr/>
        </p:nvSpPr>
        <p:spPr>
          <a:xfrm>
            <a:off x="330917" y="6037070"/>
            <a:ext cx="1487907" cy="707886"/>
          </a:xfrm>
          <a:prstGeom prst="rect">
            <a:avLst/>
          </a:prstGeom>
          <a:noFill/>
        </p:spPr>
        <p:txBody>
          <a:bodyPr wrap="none" lIns="91440" tIns="45720" rIns="91440" bIns="45720">
            <a:spAutoFit/>
          </a:bodyPr>
          <a:lstStyle/>
          <a:p>
            <a:pPr algn="ctr"/>
            <a:r>
              <a:rPr lang="en-US" altLang="zh-TW" sz="40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finger</a:t>
            </a:r>
            <a:endParaRPr lang="zh-TW" altLang="en-US" sz="40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493265724"/>
      </p:ext>
    </p:extLst>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1" name="直線接點 150"/>
          <p:cNvCxnSpPr>
            <a:stCxn id="64" idx="3"/>
            <a:endCxn id="67" idx="1"/>
          </p:cNvCxnSpPr>
          <p:nvPr/>
        </p:nvCxnSpPr>
        <p:spPr bwMode="auto">
          <a:xfrm>
            <a:off x="2885903" y="3467622"/>
            <a:ext cx="1971906"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矩形 3"/>
          <p:cNvSpPr/>
          <p:nvPr/>
        </p:nvSpPr>
        <p:spPr bwMode="auto">
          <a:xfrm>
            <a:off x="1766171" y="5248406"/>
            <a:ext cx="297024" cy="388306"/>
          </a:xfrm>
          <a:prstGeom prst="rect">
            <a:avLst/>
          </a:prstGeom>
          <a:noFill/>
          <a:ln w="3810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5" name="矩形 4"/>
          <p:cNvSpPr/>
          <p:nvPr/>
        </p:nvSpPr>
        <p:spPr bwMode="auto">
          <a:xfrm>
            <a:off x="2326037"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 name="矩形 5"/>
          <p:cNvSpPr/>
          <p:nvPr/>
        </p:nvSpPr>
        <p:spPr bwMode="auto">
          <a:xfrm>
            <a:off x="5675800"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 name="矩形 6"/>
          <p:cNvSpPr/>
          <p:nvPr/>
        </p:nvSpPr>
        <p:spPr bwMode="auto">
          <a:xfrm>
            <a:off x="5118293"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8" name="矩形 7"/>
          <p:cNvSpPr/>
          <p:nvPr/>
        </p:nvSpPr>
        <p:spPr bwMode="auto">
          <a:xfrm>
            <a:off x="2885903" y="5248406"/>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9" name="矩形 8"/>
          <p:cNvSpPr/>
          <p:nvPr/>
        </p:nvSpPr>
        <p:spPr bwMode="auto">
          <a:xfrm>
            <a:off x="3445769"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0" name="矩形 9"/>
          <p:cNvSpPr/>
          <p:nvPr/>
        </p:nvSpPr>
        <p:spPr bwMode="auto">
          <a:xfrm>
            <a:off x="4560785"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1" name="矩形 10"/>
          <p:cNvSpPr/>
          <p:nvPr/>
        </p:nvSpPr>
        <p:spPr bwMode="auto">
          <a:xfrm>
            <a:off x="4003277"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8" name="矩形 17"/>
          <p:cNvSpPr/>
          <p:nvPr/>
        </p:nvSpPr>
        <p:spPr bwMode="auto">
          <a:xfrm>
            <a:off x="6233308"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9" name="矩形 18"/>
          <p:cNvSpPr/>
          <p:nvPr/>
        </p:nvSpPr>
        <p:spPr bwMode="auto">
          <a:xfrm>
            <a:off x="6793174" y="5248404"/>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0" name="矩形 19"/>
          <p:cNvSpPr/>
          <p:nvPr/>
        </p:nvSpPr>
        <p:spPr bwMode="auto">
          <a:xfrm>
            <a:off x="10142937"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1" name="矩形 20"/>
          <p:cNvSpPr/>
          <p:nvPr/>
        </p:nvSpPr>
        <p:spPr bwMode="auto">
          <a:xfrm>
            <a:off x="9585430"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2" name="矩形 21"/>
          <p:cNvSpPr/>
          <p:nvPr/>
        </p:nvSpPr>
        <p:spPr bwMode="auto">
          <a:xfrm>
            <a:off x="7353040"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3" name="矩形 22"/>
          <p:cNvSpPr/>
          <p:nvPr/>
        </p:nvSpPr>
        <p:spPr bwMode="auto">
          <a:xfrm>
            <a:off x="7912906" y="5248404"/>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4" name="矩形 23"/>
          <p:cNvSpPr/>
          <p:nvPr/>
        </p:nvSpPr>
        <p:spPr bwMode="auto">
          <a:xfrm>
            <a:off x="9027922"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5" name="矩形 24"/>
          <p:cNvSpPr/>
          <p:nvPr/>
        </p:nvSpPr>
        <p:spPr bwMode="auto">
          <a:xfrm>
            <a:off x="8470414"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6" name="矩形 25"/>
          <p:cNvSpPr/>
          <p:nvPr/>
        </p:nvSpPr>
        <p:spPr bwMode="auto">
          <a:xfrm>
            <a:off x="2029013" y="4248411"/>
            <a:ext cx="297024" cy="388306"/>
          </a:xfrm>
          <a:prstGeom prst="rect">
            <a:avLst/>
          </a:prstGeom>
          <a:noFill/>
          <a:ln w="3810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7" name="矩形 26"/>
          <p:cNvSpPr/>
          <p:nvPr/>
        </p:nvSpPr>
        <p:spPr bwMode="auto">
          <a:xfrm>
            <a:off x="3148745"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8" name="矩形 27"/>
          <p:cNvSpPr/>
          <p:nvPr/>
        </p:nvSpPr>
        <p:spPr bwMode="auto">
          <a:xfrm>
            <a:off x="4263761"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9" name="矩形 28"/>
          <p:cNvSpPr/>
          <p:nvPr/>
        </p:nvSpPr>
        <p:spPr bwMode="auto">
          <a:xfrm>
            <a:off x="5383493"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0" name="矩形 29"/>
          <p:cNvSpPr/>
          <p:nvPr/>
        </p:nvSpPr>
        <p:spPr bwMode="auto">
          <a:xfrm>
            <a:off x="6496150"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1" name="矩形 30"/>
          <p:cNvSpPr/>
          <p:nvPr/>
        </p:nvSpPr>
        <p:spPr bwMode="auto">
          <a:xfrm>
            <a:off x="7615882"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2" name="矩形 31"/>
          <p:cNvSpPr/>
          <p:nvPr/>
        </p:nvSpPr>
        <p:spPr bwMode="auto">
          <a:xfrm>
            <a:off x="8730898"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3" name="矩形 32"/>
          <p:cNvSpPr/>
          <p:nvPr/>
        </p:nvSpPr>
        <p:spPr bwMode="auto">
          <a:xfrm>
            <a:off x="9850630"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35" name="直線接點 34"/>
          <p:cNvCxnSpPr>
            <a:stCxn id="26" idx="2"/>
            <a:endCxn id="4" idx="0"/>
          </p:cNvCxnSpPr>
          <p:nvPr/>
        </p:nvCxnSpPr>
        <p:spPr bwMode="auto">
          <a:xfrm flipH="1">
            <a:off x="1901890" y="4636717"/>
            <a:ext cx="262842" cy="611689"/>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線接點 36"/>
          <p:cNvCxnSpPr>
            <a:stCxn id="26" idx="2"/>
            <a:endCxn id="5" idx="0"/>
          </p:cNvCxnSpPr>
          <p:nvPr/>
        </p:nvCxnSpPr>
        <p:spPr bwMode="auto">
          <a:xfrm>
            <a:off x="2164732"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9" name="群組 38"/>
          <p:cNvGrpSpPr/>
          <p:nvPr/>
        </p:nvGrpSpPr>
        <p:grpSpPr>
          <a:xfrm>
            <a:off x="3018504" y="4636717"/>
            <a:ext cx="559866" cy="611689"/>
            <a:chOff x="1914683" y="4636717"/>
            <a:chExt cx="559866" cy="611689"/>
          </a:xfrm>
        </p:grpSpPr>
        <p:cxnSp>
          <p:nvCxnSpPr>
            <p:cNvPr id="40" name="直線接點 39"/>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線接點 40"/>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3" name="群組 42"/>
          <p:cNvGrpSpPr/>
          <p:nvPr/>
        </p:nvGrpSpPr>
        <p:grpSpPr>
          <a:xfrm>
            <a:off x="4134720" y="4636717"/>
            <a:ext cx="559866" cy="611689"/>
            <a:chOff x="1914683" y="4636717"/>
            <a:chExt cx="559866" cy="611689"/>
          </a:xfrm>
        </p:grpSpPr>
        <p:cxnSp>
          <p:nvCxnSpPr>
            <p:cNvPr id="44" name="直線接點 43"/>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線接點 44"/>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9" name="群組 48"/>
          <p:cNvGrpSpPr/>
          <p:nvPr/>
        </p:nvGrpSpPr>
        <p:grpSpPr>
          <a:xfrm>
            <a:off x="5246176" y="4636717"/>
            <a:ext cx="559866" cy="611689"/>
            <a:chOff x="1914683" y="4636717"/>
            <a:chExt cx="559866" cy="611689"/>
          </a:xfrm>
        </p:grpSpPr>
        <p:cxnSp>
          <p:nvCxnSpPr>
            <p:cNvPr id="50" name="直線接點 49"/>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線接點 50"/>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2" name="群組 51"/>
          <p:cNvGrpSpPr/>
          <p:nvPr/>
        </p:nvGrpSpPr>
        <p:grpSpPr>
          <a:xfrm>
            <a:off x="6362154" y="4636715"/>
            <a:ext cx="559866" cy="611689"/>
            <a:chOff x="1914683" y="4636717"/>
            <a:chExt cx="559866" cy="611689"/>
          </a:xfrm>
        </p:grpSpPr>
        <p:cxnSp>
          <p:nvCxnSpPr>
            <p:cNvPr id="53" name="直線接點 52"/>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直線接點 53"/>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5" name="群組 54"/>
          <p:cNvGrpSpPr/>
          <p:nvPr/>
        </p:nvGrpSpPr>
        <p:grpSpPr>
          <a:xfrm>
            <a:off x="7479744" y="4636714"/>
            <a:ext cx="559866" cy="611689"/>
            <a:chOff x="1914683" y="4636717"/>
            <a:chExt cx="559866" cy="611689"/>
          </a:xfrm>
        </p:grpSpPr>
        <p:cxnSp>
          <p:nvCxnSpPr>
            <p:cNvPr id="56" name="直線接點 55"/>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直線接點 56"/>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59" name="直線接點 58"/>
          <p:cNvCxnSpPr/>
          <p:nvPr/>
        </p:nvCxnSpPr>
        <p:spPr bwMode="auto">
          <a:xfrm flipH="1">
            <a:off x="8596707" y="4636714"/>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直線接點 59"/>
          <p:cNvCxnSpPr/>
          <p:nvPr/>
        </p:nvCxnSpPr>
        <p:spPr bwMode="auto">
          <a:xfrm>
            <a:off x="8859549" y="4636714"/>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61" name="群組 60"/>
          <p:cNvGrpSpPr/>
          <p:nvPr/>
        </p:nvGrpSpPr>
        <p:grpSpPr>
          <a:xfrm>
            <a:off x="9713670" y="4636714"/>
            <a:ext cx="559866" cy="611689"/>
            <a:chOff x="1914683" y="4636717"/>
            <a:chExt cx="559866" cy="611689"/>
          </a:xfrm>
        </p:grpSpPr>
        <p:cxnSp>
          <p:nvCxnSpPr>
            <p:cNvPr id="62" name="直線接點 61"/>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直線接點 62"/>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4" name="矩形 63"/>
          <p:cNvSpPr/>
          <p:nvPr/>
        </p:nvSpPr>
        <p:spPr bwMode="auto">
          <a:xfrm>
            <a:off x="2588879"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7" name="矩形 66"/>
          <p:cNvSpPr/>
          <p:nvPr/>
        </p:nvSpPr>
        <p:spPr bwMode="auto">
          <a:xfrm>
            <a:off x="4857809"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9" name="矩形 68"/>
          <p:cNvSpPr/>
          <p:nvPr/>
        </p:nvSpPr>
        <p:spPr bwMode="auto">
          <a:xfrm>
            <a:off x="7088940"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1" name="矩形 70"/>
          <p:cNvSpPr/>
          <p:nvPr/>
        </p:nvSpPr>
        <p:spPr bwMode="auto">
          <a:xfrm>
            <a:off x="9321172" y="3273469"/>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2" name="矩形 71"/>
          <p:cNvSpPr/>
          <p:nvPr/>
        </p:nvSpPr>
        <p:spPr bwMode="auto">
          <a:xfrm>
            <a:off x="3706253" y="226094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4" name="矩形 73"/>
          <p:cNvSpPr/>
          <p:nvPr/>
        </p:nvSpPr>
        <p:spPr bwMode="auto">
          <a:xfrm>
            <a:off x="5806042" y="1244253"/>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85" name="群組 84"/>
          <p:cNvGrpSpPr/>
          <p:nvPr/>
        </p:nvGrpSpPr>
        <p:grpSpPr>
          <a:xfrm>
            <a:off x="4412273" y="3661775"/>
            <a:ext cx="1119732" cy="586636"/>
            <a:chOff x="4412273" y="3661775"/>
            <a:chExt cx="1119732" cy="586636"/>
          </a:xfrm>
        </p:grpSpPr>
        <p:cxnSp>
          <p:nvCxnSpPr>
            <p:cNvPr id="78" name="直線接點 77"/>
            <p:cNvCxnSpPr>
              <a:endCxn id="28" idx="0"/>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直線接點 78"/>
            <p:cNvCxnSpPr>
              <a:endCxn id="29" idx="0"/>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6" name="群組 85"/>
          <p:cNvGrpSpPr/>
          <p:nvPr/>
        </p:nvGrpSpPr>
        <p:grpSpPr>
          <a:xfrm>
            <a:off x="2172809" y="3663862"/>
            <a:ext cx="1119732" cy="586636"/>
            <a:chOff x="4412273" y="3661775"/>
            <a:chExt cx="1119732" cy="586636"/>
          </a:xfrm>
        </p:grpSpPr>
        <p:cxnSp>
          <p:nvCxnSpPr>
            <p:cNvPr id="87" name="直線接點 86"/>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直線接點 87"/>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9" name="群組 88"/>
          <p:cNvGrpSpPr/>
          <p:nvPr/>
        </p:nvGrpSpPr>
        <p:grpSpPr>
          <a:xfrm>
            <a:off x="6673970" y="3661775"/>
            <a:ext cx="1119732" cy="586636"/>
            <a:chOff x="4412273" y="3661775"/>
            <a:chExt cx="1119732" cy="586636"/>
          </a:xfrm>
        </p:grpSpPr>
        <p:cxnSp>
          <p:nvCxnSpPr>
            <p:cNvPr id="90" name="直線接點 89"/>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直線接點 90"/>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92" name="群組 91"/>
          <p:cNvGrpSpPr/>
          <p:nvPr/>
        </p:nvGrpSpPr>
        <p:grpSpPr>
          <a:xfrm>
            <a:off x="8909818" y="3661775"/>
            <a:ext cx="1119732" cy="586636"/>
            <a:chOff x="4412273" y="3661775"/>
            <a:chExt cx="1119732" cy="586636"/>
          </a:xfrm>
        </p:grpSpPr>
        <p:cxnSp>
          <p:nvCxnSpPr>
            <p:cNvPr id="93" name="直線接點 92"/>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直線接點 93"/>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96" name="直線接點 95"/>
          <p:cNvCxnSpPr>
            <a:endCxn id="69" idx="0"/>
          </p:cNvCxnSpPr>
          <p:nvPr/>
        </p:nvCxnSpPr>
        <p:spPr bwMode="auto">
          <a:xfrm flipH="1">
            <a:off x="7237452" y="2667000"/>
            <a:ext cx="1140027" cy="60646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直線接點 96"/>
          <p:cNvCxnSpPr>
            <a:endCxn id="71" idx="0"/>
          </p:cNvCxnSpPr>
          <p:nvPr/>
        </p:nvCxnSpPr>
        <p:spPr bwMode="auto">
          <a:xfrm>
            <a:off x="8377478" y="2667000"/>
            <a:ext cx="1092206" cy="60646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直線接點 98"/>
          <p:cNvCxnSpPr>
            <a:endCxn id="64" idx="0"/>
          </p:cNvCxnSpPr>
          <p:nvPr/>
        </p:nvCxnSpPr>
        <p:spPr bwMode="auto">
          <a:xfrm flipH="1">
            <a:off x="2737391" y="2665957"/>
            <a:ext cx="1120913" cy="607512"/>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直線接點 99"/>
          <p:cNvCxnSpPr>
            <a:endCxn id="67" idx="0"/>
          </p:cNvCxnSpPr>
          <p:nvPr/>
        </p:nvCxnSpPr>
        <p:spPr bwMode="auto">
          <a:xfrm>
            <a:off x="3858303" y="2665957"/>
            <a:ext cx="1148018" cy="607512"/>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直線接點 111"/>
          <p:cNvCxnSpPr>
            <a:endCxn id="72" idx="0"/>
          </p:cNvCxnSpPr>
          <p:nvPr/>
        </p:nvCxnSpPr>
        <p:spPr bwMode="auto">
          <a:xfrm flipH="1">
            <a:off x="3854765" y="1650304"/>
            <a:ext cx="2100968" cy="610645"/>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3" name="直線接點 112"/>
          <p:cNvCxnSpPr>
            <a:endCxn id="73" idx="0"/>
          </p:cNvCxnSpPr>
          <p:nvPr/>
        </p:nvCxnSpPr>
        <p:spPr bwMode="auto">
          <a:xfrm>
            <a:off x="5955733" y="1650304"/>
            <a:ext cx="2402709" cy="610645"/>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 name="矩形 117"/>
          <p:cNvSpPr/>
          <p:nvPr/>
        </p:nvSpPr>
        <p:spPr>
          <a:xfrm>
            <a:off x="9580755" y="2944402"/>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(53, 62)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0" name="矩形 119"/>
          <p:cNvSpPr/>
          <p:nvPr/>
        </p:nvSpPr>
        <p:spPr>
          <a:xfrm flipH="1">
            <a:off x="7420163" y="2923918"/>
            <a:ext cx="1396471" cy="523220"/>
          </a:xfrm>
          <a:prstGeom prst="rect">
            <a:avLst/>
          </a:prstGeom>
          <a:noFill/>
          <a:ln>
            <a:noFill/>
          </a:ln>
        </p:spPr>
        <p:txBody>
          <a:bodyPr wrap="squar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(28, 41)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1" name="矩形 120"/>
          <p:cNvSpPr/>
          <p:nvPr/>
        </p:nvSpPr>
        <p:spPr>
          <a:xfrm>
            <a:off x="2930775" y="2923918"/>
            <a:ext cx="1072730"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(5, 7)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2" name="矩形 121"/>
          <p:cNvSpPr/>
          <p:nvPr/>
        </p:nvSpPr>
        <p:spPr>
          <a:xfrm>
            <a:off x="5121640" y="2923918"/>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(11, 13)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4" name="矩形 123"/>
          <p:cNvSpPr/>
          <p:nvPr/>
        </p:nvSpPr>
        <p:spPr>
          <a:xfrm>
            <a:off x="1724567" y="5636710"/>
            <a:ext cx="380232"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5" name="矩形 124"/>
          <p:cNvSpPr/>
          <p:nvPr/>
        </p:nvSpPr>
        <p:spPr>
          <a:xfrm>
            <a:off x="2280009" y="5636710"/>
            <a:ext cx="380232" cy="523220"/>
          </a:xfrm>
          <a:prstGeom prst="rect">
            <a:avLst/>
          </a:prstGeom>
          <a:noFill/>
          <a:ln>
            <a:noFill/>
          </a:ln>
        </p:spPr>
        <p:txBody>
          <a:bodyPr wrap="none" lIns="91440" tIns="45720" rIns="91440" bIns="45720">
            <a:spAutoFit/>
          </a:bodyPr>
          <a:lstStyle/>
          <a:p>
            <a:pPr algn="ctr"/>
            <a:r>
              <a:rPr lang="en-US" altLang="zh-TW" sz="2800" dirty="0">
                <a:ln w="0"/>
                <a:effectLst>
                  <a:outerShdw blurRad="38100" dist="19050" dir="2700000" algn="tl" rotWithShape="0">
                    <a:schemeClr val="dk1">
                      <a:alpha val="40000"/>
                    </a:schemeClr>
                  </a:outerShdw>
                </a:effectLst>
              </a:rPr>
              <a:t>5</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6" name="矩形 125"/>
          <p:cNvSpPr/>
          <p:nvPr/>
        </p:nvSpPr>
        <p:spPr>
          <a:xfrm>
            <a:off x="2835451" y="5634625"/>
            <a:ext cx="380232"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6</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7" name="矩形 126"/>
          <p:cNvSpPr/>
          <p:nvPr/>
        </p:nvSpPr>
        <p:spPr>
          <a:xfrm>
            <a:off x="3399448" y="5634624"/>
            <a:ext cx="380232"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8" name="矩形 127"/>
          <p:cNvSpPr/>
          <p:nvPr/>
        </p:nvSpPr>
        <p:spPr>
          <a:xfrm>
            <a:off x="3977821" y="5634624"/>
            <a:ext cx="380232" cy="523220"/>
          </a:xfrm>
          <a:prstGeom prst="rect">
            <a:avLst/>
          </a:prstGeom>
          <a:noFill/>
          <a:ln>
            <a:noFill/>
          </a:ln>
        </p:spPr>
        <p:txBody>
          <a:bodyPr wrap="none" lIns="91440" tIns="45720" rIns="91440" bIns="45720">
            <a:spAutoFit/>
          </a:bodyPr>
          <a:lstStyle/>
          <a:p>
            <a:pPr algn="ctr"/>
            <a:r>
              <a:rPr lang="en-US" altLang="zh-TW" sz="2800" dirty="0">
                <a:ln w="0"/>
                <a:effectLst>
                  <a:outerShdw blurRad="38100" dist="19050" dir="2700000" algn="tl" rotWithShape="0">
                    <a:schemeClr val="dk1">
                      <a:alpha val="40000"/>
                    </a:schemeClr>
                  </a:outerShdw>
                </a:effectLst>
              </a:rPr>
              <a:t>9</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9" name="矩形 128"/>
          <p:cNvSpPr/>
          <p:nvPr/>
        </p:nvSpPr>
        <p:spPr>
          <a:xfrm>
            <a:off x="4438489"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11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0" name="矩形 129"/>
          <p:cNvSpPr/>
          <p:nvPr/>
        </p:nvSpPr>
        <p:spPr>
          <a:xfrm>
            <a:off x="4993931"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12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1" name="矩形 130"/>
          <p:cNvSpPr/>
          <p:nvPr/>
        </p:nvSpPr>
        <p:spPr>
          <a:xfrm>
            <a:off x="5549373" y="5632539"/>
            <a:ext cx="575799"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2" name="矩形 131"/>
          <p:cNvSpPr/>
          <p:nvPr/>
        </p:nvSpPr>
        <p:spPr>
          <a:xfrm>
            <a:off x="6113370"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20</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3" name="矩形 132"/>
          <p:cNvSpPr/>
          <p:nvPr/>
        </p:nvSpPr>
        <p:spPr>
          <a:xfrm>
            <a:off x="6691743" y="5632538"/>
            <a:ext cx="575799"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28</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4" name="矩形 133"/>
          <p:cNvSpPr/>
          <p:nvPr/>
        </p:nvSpPr>
        <p:spPr>
          <a:xfrm>
            <a:off x="7202850"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29</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5" name="矩形 134"/>
          <p:cNvSpPr/>
          <p:nvPr/>
        </p:nvSpPr>
        <p:spPr>
          <a:xfrm>
            <a:off x="7758292"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41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6" name="矩形 135"/>
          <p:cNvSpPr/>
          <p:nvPr/>
        </p:nvSpPr>
        <p:spPr>
          <a:xfrm>
            <a:off x="8313734" y="5632539"/>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42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7" name="矩形 136"/>
          <p:cNvSpPr/>
          <p:nvPr/>
        </p:nvSpPr>
        <p:spPr>
          <a:xfrm>
            <a:off x="8877731"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53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8" name="矩形 137"/>
          <p:cNvSpPr/>
          <p:nvPr/>
        </p:nvSpPr>
        <p:spPr>
          <a:xfrm>
            <a:off x="9456104"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58</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9" name="矩形 138"/>
          <p:cNvSpPr/>
          <p:nvPr/>
        </p:nvSpPr>
        <p:spPr>
          <a:xfrm>
            <a:off x="10061513"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cxnSp>
        <p:nvCxnSpPr>
          <p:cNvPr id="143" name="直線接點 142"/>
          <p:cNvCxnSpPr>
            <a:stCxn id="26" idx="3"/>
            <a:endCxn id="27" idx="1"/>
          </p:cNvCxnSpPr>
          <p:nvPr/>
        </p:nvCxnSpPr>
        <p:spPr bwMode="auto">
          <a:xfrm>
            <a:off x="2326037"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 name="直線接點 143"/>
          <p:cNvCxnSpPr/>
          <p:nvPr/>
        </p:nvCxnSpPr>
        <p:spPr bwMode="auto">
          <a:xfrm>
            <a:off x="3445769"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 name="直線接點 144"/>
          <p:cNvCxnSpPr/>
          <p:nvPr/>
        </p:nvCxnSpPr>
        <p:spPr bwMode="auto">
          <a:xfrm>
            <a:off x="4560785"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直線接點 145"/>
          <p:cNvCxnSpPr/>
          <p:nvPr/>
        </p:nvCxnSpPr>
        <p:spPr bwMode="auto">
          <a:xfrm>
            <a:off x="6773508"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直線接點 146"/>
          <p:cNvCxnSpPr/>
          <p:nvPr/>
        </p:nvCxnSpPr>
        <p:spPr bwMode="auto">
          <a:xfrm>
            <a:off x="7920348"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直線接點 147"/>
          <p:cNvCxnSpPr/>
          <p:nvPr/>
        </p:nvCxnSpPr>
        <p:spPr bwMode="auto">
          <a:xfrm>
            <a:off x="9022383"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 name="直線接點 148"/>
          <p:cNvCxnSpPr/>
          <p:nvPr/>
        </p:nvCxnSpPr>
        <p:spPr bwMode="auto">
          <a:xfrm>
            <a:off x="5702016"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 name="直線接點 152"/>
          <p:cNvCxnSpPr>
            <a:stCxn id="67" idx="3"/>
            <a:endCxn id="69" idx="1"/>
          </p:cNvCxnSpPr>
          <p:nvPr/>
        </p:nvCxnSpPr>
        <p:spPr bwMode="auto">
          <a:xfrm>
            <a:off x="5154833" y="3467622"/>
            <a:ext cx="1934107"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 name="直線接點 153"/>
          <p:cNvCxnSpPr>
            <a:stCxn id="69" idx="3"/>
            <a:endCxn id="71" idx="1"/>
          </p:cNvCxnSpPr>
          <p:nvPr/>
        </p:nvCxnSpPr>
        <p:spPr bwMode="auto">
          <a:xfrm>
            <a:off x="7385964" y="3467622"/>
            <a:ext cx="19352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矩形 1"/>
          <p:cNvSpPr/>
          <p:nvPr/>
        </p:nvSpPr>
        <p:spPr>
          <a:xfrm>
            <a:off x="590271" y="522241"/>
            <a:ext cx="5263300" cy="769441"/>
          </a:xfrm>
          <a:prstGeom prst="rect">
            <a:avLst/>
          </a:prstGeom>
          <a:noFill/>
        </p:spPr>
        <p:txBody>
          <a:bodyPr wrap="none" lIns="91440" tIns="45720" rIns="91440" bIns="45720">
            <a:spAutoFit/>
          </a:bodyPr>
          <a:lstStyle/>
          <a:p>
            <a:pPr algn="ctr"/>
            <a:r>
              <a:rPr lang="en-US" altLang="zh-TW" sz="4400" dirty="0">
                <a:ln w="0"/>
                <a:effectLst>
                  <a:outerShdw blurRad="38100" dist="19050" dir="2700000" algn="tl" rotWithShape="0">
                    <a:schemeClr val="dk1">
                      <a:alpha val="40000"/>
                    </a:schemeClr>
                  </a:outerShdw>
                </a:effectLst>
              </a:rPr>
              <a:t>S={7, 9, 20, 28, 41}</a:t>
            </a:r>
            <a:endParaRPr lang="zh-TW" altLang="en-US" sz="4400" dirty="0">
              <a:ln w="0"/>
              <a:effectLst>
                <a:outerShdw blurRad="38100" dist="19050" dir="2700000" algn="tl" rotWithShape="0">
                  <a:schemeClr val="dk1">
                    <a:alpha val="40000"/>
                  </a:schemeClr>
                </a:outerShdw>
              </a:effectLst>
            </a:endParaRPr>
          </a:p>
        </p:txBody>
      </p:sp>
      <p:sp>
        <p:nvSpPr>
          <p:cNvPr id="109" name="矩形 108"/>
          <p:cNvSpPr/>
          <p:nvPr/>
        </p:nvSpPr>
        <p:spPr>
          <a:xfrm>
            <a:off x="4003277" y="1881520"/>
            <a:ext cx="1242008"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(7, 13)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0" name="矩形 109"/>
          <p:cNvSpPr/>
          <p:nvPr/>
        </p:nvSpPr>
        <p:spPr>
          <a:xfrm>
            <a:off x="6058452" y="998300"/>
            <a:ext cx="1463862"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(13, 62)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1" name="矩形 110"/>
          <p:cNvSpPr/>
          <p:nvPr/>
        </p:nvSpPr>
        <p:spPr>
          <a:xfrm>
            <a:off x="8470414" y="1881520"/>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(41, 62)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cxnSp>
        <p:nvCxnSpPr>
          <p:cNvPr id="114" name="直線接點 113"/>
          <p:cNvCxnSpPr>
            <a:stCxn id="72" idx="3"/>
            <a:endCxn id="73" idx="1"/>
          </p:cNvCxnSpPr>
          <p:nvPr/>
        </p:nvCxnSpPr>
        <p:spPr bwMode="auto">
          <a:xfrm>
            <a:off x="4003277" y="2455102"/>
            <a:ext cx="4206653"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矩形 72"/>
          <p:cNvSpPr/>
          <p:nvPr/>
        </p:nvSpPr>
        <p:spPr bwMode="auto">
          <a:xfrm>
            <a:off x="8209930" y="226094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 name="矩形 2"/>
          <p:cNvSpPr/>
          <p:nvPr/>
        </p:nvSpPr>
        <p:spPr>
          <a:xfrm>
            <a:off x="608974" y="2152390"/>
            <a:ext cx="2778518" cy="769441"/>
          </a:xfrm>
          <a:prstGeom prst="rect">
            <a:avLst/>
          </a:prstGeom>
          <a:noFill/>
        </p:spPr>
        <p:txBody>
          <a:bodyPr wrap="none" lIns="91440" tIns="45720" rIns="91440" bIns="45720">
            <a:spAutoFit/>
          </a:bodyPr>
          <a:lstStyle/>
          <a:p>
            <a:pPr algn="ctr"/>
            <a:r>
              <a:rPr lang="en-US" altLang="zh-TW" sz="4400" dirty="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rPr>
              <a:t>Search 6;</a:t>
            </a:r>
            <a:endParaRPr lang="zh-TW" altLang="en-US" sz="4400" dirty="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endParaRPr>
          </a:p>
        </p:txBody>
      </p:sp>
      <p:cxnSp>
        <p:nvCxnSpPr>
          <p:cNvPr id="13" name="直線單箭頭接點 12"/>
          <p:cNvCxnSpPr/>
          <p:nvPr/>
        </p:nvCxnSpPr>
        <p:spPr bwMode="auto">
          <a:xfrm flipV="1">
            <a:off x="1889097" y="6155758"/>
            <a:ext cx="12793" cy="466338"/>
          </a:xfrm>
          <a:prstGeom prst="straightConnector1">
            <a:avLst/>
          </a:prstGeom>
          <a:solidFill>
            <a:schemeClr val="accent1"/>
          </a:solidFill>
          <a:ln w="76200" cap="flat" cmpd="sng" algn="ctr">
            <a:solidFill>
              <a:srgbClr val="0070C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矩形 13"/>
          <p:cNvSpPr/>
          <p:nvPr/>
        </p:nvSpPr>
        <p:spPr>
          <a:xfrm>
            <a:off x="330917" y="6037070"/>
            <a:ext cx="1487907" cy="707886"/>
          </a:xfrm>
          <a:prstGeom prst="rect">
            <a:avLst/>
          </a:prstGeom>
          <a:noFill/>
        </p:spPr>
        <p:txBody>
          <a:bodyPr wrap="none" lIns="91440" tIns="45720" rIns="91440" bIns="45720">
            <a:spAutoFit/>
          </a:bodyPr>
          <a:lstStyle/>
          <a:p>
            <a:pPr algn="ctr"/>
            <a:r>
              <a:rPr lang="en-US" altLang="zh-TW" sz="40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finger</a:t>
            </a:r>
            <a:endParaRPr lang="zh-TW" altLang="en-US" sz="40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654856972"/>
      </p:ext>
    </p:extLst>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1" name="直線接點 150"/>
          <p:cNvCxnSpPr>
            <a:stCxn id="64" idx="3"/>
            <a:endCxn id="67" idx="1"/>
          </p:cNvCxnSpPr>
          <p:nvPr/>
        </p:nvCxnSpPr>
        <p:spPr bwMode="auto">
          <a:xfrm>
            <a:off x="2885903" y="3467622"/>
            <a:ext cx="1971906"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矩形 3"/>
          <p:cNvSpPr/>
          <p:nvPr/>
        </p:nvSpPr>
        <p:spPr bwMode="auto">
          <a:xfrm>
            <a:off x="1766171" y="5248406"/>
            <a:ext cx="297024" cy="388306"/>
          </a:xfrm>
          <a:prstGeom prst="rect">
            <a:avLst/>
          </a:prstGeom>
          <a:noFill/>
          <a:ln w="3810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5" name="矩形 4"/>
          <p:cNvSpPr/>
          <p:nvPr/>
        </p:nvSpPr>
        <p:spPr bwMode="auto">
          <a:xfrm>
            <a:off x="2326037"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 name="矩形 5"/>
          <p:cNvSpPr/>
          <p:nvPr/>
        </p:nvSpPr>
        <p:spPr bwMode="auto">
          <a:xfrm>
            <a:off x="5675800"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 name="矩形 6"/>
          <p:cNvSpPr/>
          <p:nvPr/>
        </p:nvSpPr>
        <p:spPr bwMode="auto">
          <a:xfrm>
            <a:off x="5118293"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8" name="矩形 7"/>
          <p:cNvSpPr/>
          <p:nvPr/>
        </p:nvSpPr>
        <p:spPr bwMode="auto">
          <a:xfrm>
            <a:off x="2885903" y="5248406"/>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9" name="矩形 8"/>
          <p:cNvSpPr/>
          <p:nvPr/>
        </p:nvSpPr>
        <p:spPr bwMode="auto">
          <a:xfrm>
            <a:off x="3445769"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0" name="矩形 9"/>
          <p:cNvSpPr/>
          <p:nvPr/>
        </p:nvSpPr>
        <p:spPr bwMode="auto">
          <a:xfrm>
            <a:off x="4560785"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1" name="矩形 10"/>
          <p:cNvSpPr/>
          <p:nvPr/>
        </p:nvSpPr>
        <p:spPr bwMode="auto">
          <a:xfrm>
            <a:off x="4003277"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8" name="矩形 17"/>
          <p:cNvSpPr/>
          <p:nvPr/>
        </p:nvSpPr>
        <p:spPr bwMode="auto">
          <a:xfrm>
            <a:off x="6233308"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9" name="矩形 18"/>
          <p:cNvSpPr/>
          <p:nvPr/>
        </p:nvSpPr>
        <p:spPr bwMode="auto">
          <a:xfrm>
            <a:off x="6793174" y="5248404"/>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0" name="矩形 19"/>
          <p:cNvSpPr/>
          <p:nvPr/>
        </p:nvSpPr>
        <p:spPr bwMode="auto">
          <a:xfrm>
            <a:off x="10142937"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1" name="矩形 20"/>
          <p:cNvSpPr/>
          <p:nvPr/>
        </p:nvSpPr>
        <p:spPr bwMode="auto">
          <a:xfrm>
            <a:off x="9585430"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2" name="矩形 21"/>
          <p:cNvSpPr/>
          <p:nvPr/>
        </p:nvSpPr>
        <p:spPr bwMode="auto">
          <a:xfrm>
            <a:off x="7353040"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3" name="矩形 22"/>
          <p:cNvSpPr/>
          <p:nvPr/>
        </p:nvSpPr>
        <p:spPr bwMode="auto">
          <a:xfrm>
            <a:off x="7912906" y="5248404"/>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4" name="矩形 23"/>
          <p:cNvSpPr/>
          <p:nvPr/>
        </p:nvSpPr>
        <p:spPr bwMode="auto">
          <a:xfrm>
            <a:off x="9027922"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5" name="矩形 24"/>
          <p:cNvSpPr/>
          <p:nvPr/>
        </p:nvSpPr>
        <p:spPr bwMode="auto">
          <a:xfrm>
            <a:off x="8470414"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6" name="矩形 25"/>
          <p:cNvSpPr/>
          <p:nvPr/>
        </p:nvSpPr>
        <p:spPr bwMode="auto">
          <a:xfrm>
            <a:off x="2029013" y="4248411"/>
            <a:ext cx="297024" cy="388306"/>
          </a:xfrm>
          <a:prstGeom prst="rect">
            <a:avLst/>
          </a:prstGeom>
          <a:noFill/>
          <a:ln w="3810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7" name="矩形 26"/>
          <p:cNvSpPr/>
          <p:nvPr/>
        </p:nvSpPr>
        <p:spPr bwMode="auto">
          <a:xfrm>
            <a:off x="3148745" y="4248411"/>
            <a:ext cx="297024" cy="388306"/>
          </a:xfrm>
          <a:prstGeom prst="rect">
            <a:avLst/>
          </a:prstGeom>
          <a:solidFill>
            <a:schemeClr val="accent2">
              <a:lumMod val="40000"/>
              <a:lumOff val="60000"/>
            </a:schemeClr>
          </a:solidFill>
          <a:ln w="7620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8" name="矩形 27"/>
          <p:cNvSpPr/>
          <p:nvPr/>
        </p:nvSpPr>
        <p:spPr bwMode="auto">
          <a:xfrm>
            <a:off x="4263761"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9" name="矩形 28"/>
          <p:cNvSpPr/>
          <p:nvPr/>
        </p:nvSpPr>
        <p:spPr bwMode="auto">
          <a:xfrm>
            <a:off x="5383493"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0" name="矩形 29"/>
          <p:cNvSpPr/>
          <p:nvPr/>
        </p:nvSpPr>
        <p:spPr bwMode="auto">
          <a:xfrm>
            <a:off x="6496150"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1" name="矩形 30"/>
          <p:cNvSpPr/>
          <p:nvPr/>
        </p:nvSpPr>
        <p:spPr bwMode="auto">
          <a:xfrm>
            <a:off x="7615882"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2" name="矩形 31"/>
          <p:cNvSpPr/>
          <p:nvPr/>
        </p:nvSpPr>
        <p:spPr bwMode="auto">
          <a:xfrm>
            <a:off x="8730898"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3" name="矩形 32"/>
          <p:cNvSpPr/>
          <p:nvPr/>
        </p:nvSpPr>
        <p:spPr bwMode="auto">
          <a:xfrm>
            <a:off x="9850630"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35" name="直線接點 34"/>
          <p:cNvCxnSpPr>
            <a:stCxn id="26" idx="2"/>
            <a:endCxn id="4" idx="0"/>
          </p:cNvCxnSpPr>
          <p:nvPr/>
        </p:nvCxnSpPr>
        <p:spPr bwMode="auto">
          <a:xfrm flipH="1">
            <a:off x="1901890" y="4636717"/>
            <a:ext cx="262842" cy="611689"/>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線接點 36"/>
          <p:cNvCxnSpPr>
            <a:stCxn id="26" idx="2"/>
            <a:endCxn id="5" idx="0"/>
          </p:cNvCxnSpPr>
          <p:nvPr/>
        </p:nvCxnSpPr>
        <p:spPr bwMode="auto">
          <a:xfrm>
            <a:off x="2164732"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線接點 39"/>
          <p:cNvCxnSpPr/>
          <p:nvPr/>
        </p:nvCxnSpPr>
        <p:spPr bwMode="auto">
          <a:xfrm flipH="1">
            <a:off x="3018504"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線接點 40"/>
          <p:cNvCxnSpPr/>
          <p:nvPr/>
        </p:nvCxnSpPr>
        <p:spPr bwMode="auto">
          <a:xfrm>
            <a:off x="3281346"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3" name="群組 42"/>
          <p:cNvGrpSpPr/>
          <p:nvPr/>
        </p:nvGrpSpPr>
        <p:grpSpPr>
          <a:xfrm>
            <a:off x="4134720" y="4636717"/>
            <a:ext cx="559866" cy="611689"/>
            <a:chOff x="1914683" y="4636717"/>
            <a:chExt cx="559866" cy="611689"/>
          </a:xfrm>
        </p:grpSpPr>
        <p:cxnSp>
          <p:nvCxnSpPr>
            <p:cNvPr id="44" name="直線接點 43"/>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線接點 44"/>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9" name="群組 48"/>
          <p:cNvGrpSpPr/>
          <p:nvPr/>
        </p:nvGrpSpPr>
        <p:grpSpPr>
          <a:xfrm>
            <a:off x="5246176" y="4636717"/>
            <a:ext cx="559866" cy="611689"/>
            <a:chOff x="1914683" y="4636717"/>
            <a:chExt cx="559866" cy="611689"/>
          </a:xfrm>
        </p:grpSpPr>
        <p:cxnSp>
          <p:nvCxnSpPr>
            <p:cNvPr id="50" name="直線接點 49"/>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線接點 50"/>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2" name="群組 51"/>
          <p:cNvGrpSpPr/>
          <p:nvPr/>
        </p:nvGrpSpPr>
        <p:grpSpPr>
          <a:xfrm>
            <a:off x="6362154" y="4636715"/>
            <a:ext cx="559866" cy="611689"/>
            <a:chOff x="1914683" y="4636717"/>
            <a:chExt cx="559866" cy="611689"/>
          </a:xfrm>
        </p:grpSpPr>
        <p:cxnSp>
          <p:nvCxnSpPr>
            <p:cNvPr id="53" name="直線接點 52"/>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直線接點 53"/>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5" name="群組 54"/>
          <p:cNvGrpSpPr/>
          <p:nvPr/>
        </p:nvGrpSpPr>
        <p:grpSpPr>
          <a:xfrm>
            <a:off x="7479744" y="4636714"/>
            <a:ext cx="559866" cy="611689"/>
            <a:chOff x="1914683" y="4636717"/>
            <a:chExt cx="559866" cy="611689"/>
          </a:xfrm>
        </p:grpSpPr>
        <p:cxnSp>
          <p:nvCxnSpPr>
            <p:cNvPr id="56" name="直線接點 55"/>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直線接點 56"/>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59" name="直線接點 58"/>
          <p:cNvCxnSpPr/>
          <p:nvPr/>
        </p:nvCxnSpPr>
        <p:spPr bwMode="auto">
          <a:xfrm flipH="1">
            <a:off x="8596707" y="4636714"/>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直線接點 59"/>
          <p:cNvCxnSpPr/>
          <p:nvPr/>
        </p:nvCxnSpPr>
        <p:spPr bwMode="auto">
          <a:xfrm>
            <a:off x="8859549" y="4636714"/>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61" name="群組 60"/>
          <p:cNvGrpSpPr/>
          <p:nvPr/>
        </p:nvGrpSpPr>
        <p:grpSpPr>
          <a:xfrm>
            <a:off x="9713670" y="4636714"/>
            <a:ext cx="559866" cy="611689"/>
            <a:chOff x="1914683" y="4636717"/>
            <a:chExt cx="559866" cy="611689"/>
          </a:xfrm>
        </p:grpSpPr>
        <p:cxnSp>
          <p:nvCxnSpPr>
            <p:cNvPr id="62" name="直線接點 61"/>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直線接點 62"/>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4" name="矩形 63"/>
          <p:cNvSpPr/>
          <p:nvPr/>
        </p:nvSpPr>
        <p:spPr bwMode="auto">
          <a:xfrm>
            <a:off x="2588879"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7" name="矩形 66"/>
          <p:cNvSpPr/>
          <p:nvPr/>
        </p:nvSpPr>
        <p:spPr bwMode="auto">
          <a:xfrm>
            <a:off x="4857809"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9" name="矩形 68"/>
          <p:cNvSpPr/>
          <p:nvPr/>
        </p:nvSpPr>
        <p:spPr bwMode="auto">
          <a:xfrm>
            <a:off x="7088940"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1" name="矩形 70"/>
          <p:cNvSpPr/>
          <p:nvPr/>
        </p:nvSpPr>
        <p:spPr bwMode="auto">
          <a:xfrm>
            <a:off x="9321172" y="3273469"/>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2" name="矩形 71"/>
          <p:cNvSpPr/>
          <p:nvPr/>
        </p:nvSpPr>
        <p:spPr bwMode="auto">
          <a:xfrm>
            <a:off x="3706253" y="226094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4" name="矩形 73"/>
          <p:cNvSpPr/>
          <p:nvPr/>
        </p:nvSpPr>
        <p:spPr bwMode="auto">
          <a:xfrm>
            <a:off x="5806042" y="1244253"/>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85" name="群組 84"/>
          <p:cNvGrpSpPr/>
          <p:nvPr/>
        </p:nvGrpSpPr>
        <p:grpSpPr>
          <a:xfrm>
            <a:off x="4412273" y="3661775"/>
            <a:ext cx="1119732" cy="586636"/>
            <a:chOff x="4412273" y="3661775"/>
            <a:chExt cx="1119732" cy="586636"/>
          </a:xfrm>
        </p:grpSpPr>
        <p:cxnSp>
          <p:nvCxnSpPr>
            <p:cNvPr id="78" name="直線接點 77"/>
            <p:cNvCxnSpPr>
              <a:endCxn id="28" idx="0"/>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直線接點 78"/>
            <p:cNvCxnSpPr>
              <a:endCxn id="29" idx="0"/>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6" name="群組 85"/>
          <p:cNvGrpSpPr/>
          <p:nvPr/>
        </p:nvGrpSpPr>
        <p:grpSpPr>
          <a:xfrm>
            <a:off x="2172809" y="3663862"/>
            <a:ext cx="1119732" cy="586636"/>
            <a:chOff x="4412273" y="3661775"/>
            <a:chExt cx="1119732" cy="586636"/>
          </a:xfrm>
        </p:grpSpPr>
        <p:cxnSp>
          <p:nvCxnSpPr>
            <p:cNvPr id="87" name="直線接點 86"/>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直線接點 87"/>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9" name="群組 88"/>
          <p:cNvGrpSpPr/>
          <p:nvPr/>
        </p:nvGrpSpPr>
        <p:grpSpPr>
          <a:xfrm>
            <a:off x="6673970" y="3661775"/>
            <a:ext cx="1119732" cy="586636"/>
            <a:chOff x="4412273" y="3661775"/>
            <a:chExt cx="1119732" cy="586636"/>
          </a:xfrm>
        </p:grpSpPr>
        <p:cxnSp>
          <p:nvCxnSpPr>
            <p:cNvPr id="90" name="直線接點 89"/>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直線接點 90"/>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92" name="群組 91"/>
          <p:cNvGrpSpPr/>
          <p:nvPr/>
        </p:nvGrpSpPr>
        <p:grpSpPr>
          <a:xfrm>
            <a:off x="8909818" y="3661775"/>
            <a:ext cx="1119732" cy="586636"/>
            <a:chOff x="4412273" y="3661775"/>
            <a:chExt cx="1119732" cy="586636"/>
          </a:xfrm>
        </p:grpSpPr>
        <p:cxnSp>
          <p:nvCxnSpPr>
            <p:cNvPr id="93" name="直線接點 92"/>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直線接點 93"/>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96" name="直線接點 95"/>
          <p:cNvCxnSpPr>
            <a:endCxn id="69" idx="0"/>
          </p:cNvCxnSpPr>
          <p:nvPr/>
        </p:nvCxnSpPr>
        <p:spPr bwMode="auto">
          <a:xfrm flipH="1">
            <a:off x="7237452" y="2667000"/>
            <a:ext cx="1140027" cy="60646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直線接點 96"/>
          <p:cNvCxnSpPr>
            <a:endCxn id="71" idx="0"/>
          </p:cNvCxnSpPr>
          <p:nvPr/>
        </p:nvCxnSpPr>
        <p:spPr bwMode="auto">
          <a:xfrm>
            <a:off x="8377478" y="2667000"/>
            <a:ext cx="1092206" cy="60646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直線接點 98"/>
          <p:cNvCxnSpPr>
            <a:endCxn id="64" idx="0"/>
          </p:cNvCxnSpPr>
          <p:nvPr/>
        </p:nvCxnSpPr>
        <p:spPr bwMode="auto">
          <a:xfrm flipH="1">
            <a:off x="2737391" y="2665957"/>
            <a:ext cx="1120913" cy="607512"/>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直線接點 99"/>
          <p:cNvCxnSpPr>
            <a:endCxn id="67" idx="0"/>
          </p:cNvCxnSpPr>
          <p:nvPr/>
        </p:nvCxnSpPr>
        <p:spPr bwMode="auto">
          <a:xfrm>
            <a:off x="3858303" y="2665957"/>
            <a:ext cx="1148018" cy="607512"/>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直線接點 111"/>
          <p:cNvCxnSpPr>
            <a:endCxn id="72" idx="0"/>
          </p:cNvCxnSpPr>
          <p:nvPr/>
        </p:nvCxnSpPr>
        <p:spPr bwMode="auto">
          <a:xfrm flipH="1">
            <a:off x="3854765" y="1650304"/>
            <a:ext cx="2100968" cy="610645"/>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3" name="直線接點 112"/>
          <p:cNvCxnSpPr>
            <a:endCxn id="73" idx="0"/>
          </p:cNvCxnSpPr>
          <p:nvPr/>
        </p:nvCxnSpPr>
        <p:spPr bwMode="auto">
          <a:xfrm>
            <a:off x="5955733" y="1650304"/>
            <a:ext cx="2402709" cy="610645"/>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 name="矩形 117"/>
          <p:cNvSpPr/>
          <p:nvPr/>
        </p:nvSpPr>
        <p:spPr>
          <a:xfrm>
            <a:off x="9580755" y="2944402"/>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(53, 62)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0" name="矩形 119"/>
          <p:cNvSpPr/>
          <p:nvPr/>
        </p:nvSpPr>
        <p:spPr>
          <a:xfrm flipH="1">
            <a:off x="7420163" y="2923918"/>
            <a:ext cx="1396471" cy="523220"/>
          </a:xfrm>
          <a:prstGeom prst="rect">
            <a:avLst/>
          </a:prstGeom>
          <a:noFill/>
          <a:ln>
            <a:noFill/>
          </a:ln>
        </p:spPr>
        <p:txBody>
          <a:bodyPr wrap="squar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(28, 41)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1" name="矩形 120"/>
          <p:cNvSpPr/>
          <p:nvPr/>
        </p:nvSpPr>
        <p:spPr>
          <a:xfrm>
            <a:off x="2930775" y="2923918"/>
            <a:ext cx="1072730"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(5, 7)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2" name="矩形 121"/>
          <p:cNvSpPr/>
          <p:nvPr/>
        </p:nvSpPr>
        <p:spPr>
          <a:xfrm>
            <a:off x="5121640" y="2923918"/>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(11, 13)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4" name="矩形 123"/>
          <p:cNvSpPr/>
          <p:nvPr/>
        </p:nvSpPr>
        <p:spPr>
          <a:xfrm>
            <a:off x="1724567" y="5636710"/>
            <a:ext cx="380232"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5" name="矩形 124"/>
          <p:cNvSpPr/>
          <p:nvPr/>
        </p:nvSpPr>
        <p:spPr>
          <a:xfrm>
            <a:off x="2280009" y="5636710"/>
            <a:ext cx="380232" cy="523220"/>
          </a:xfrm>
          <a:prstGeom prst="rect">
            <a:avLst/>
          </a:prstGeom>
          <a:noFill/>
          <a:ln>
            <a:noFill/>
          </a:ln>
        </p:spPr>
        <p:txBody>
          <a:bodyPr wrap="none" lIns="91440" tIns="45720" rIns="91440" bIns="45720">
            <a:spAutoFit/>
          </a:bodyPr>
          <a:lstStyle/>
          <a:p>
            <a:pPr algn="ctr"/>
            <a:r>
              <a:rPr lang="en-US" altLang="zh-TW" sz="2800" dirty="0">
                <a:ln w="0"/>
                <a:effectLst>
                  <a:outerShdw blurRad="38100" dist="19050" dir="2700000" algn="tl" rotWithShape="0">
                    <a:schemeClr val="dk1">
                      <a:alpha val="40000"/>
                    </a:schemeClr>
                  </a:outerShdw>
                </a:effectLst>
              </a:rPr>
              <a:t>5</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6" name="矩形 125"/>
          <p:cNvSpPr/>
          <p:nvPr/>
        </p:nvSpPr>
        <p:spPr>
          <a:xfrm>
            <a:off x="2835451" y="5634625"/>
            <a:ext cx="380232"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6</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7" name="矩形 126"/>
          <p:cNvSpPr/>
          <p:nvPr/>
        </p:nvSpPr>
        <p:spPr>
          <a:xfrm>
            <a:off x="3399448" y="5634624"/>
            <a:ext cx="380232"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8" name="矩形 127"/>
          <p:cNvSpPr/>
          <p:nvPr/>
        </p:nvSpPr>
        <p:spPr>
          <a:xfrm>
            <a:off x="3977821" y="5634624"/>
            <a:ext cx="380232" cy="523220"/>
          </a:xfrm>
          <a:prstGeom prst="rect">
            <a:avLst/>
          </a:prstGeom>
          <a:noFill/>
          <a:ln>
            <a:noFill/>
          </a:ln>
        </p:spPr>
        <p:txBody>
          <a:bodyPr wrap="none" lIns="91440" tIns="45720" rIns="91440" bIns="45720">
            <a:spAutoFit/>
          </a:bodyPr>
          <a:lstStyle/>
          <a:p>
            <a:pPr algn="ctr"/>
            <a:r>
              <a:rPr lang="en-US" altLang="zh-TW" sz="2800" dirty="0">
                <a:ln w="0"/>
                <a:effectLst>
                  <a:outerShdw blurRad="38100" dist="19050" dir="2700000" algn="tl" rotWithShape="0">
                    <a:schemeClr val="dk1">
                      <a:alpha val="40000"/>
                    </a:schemeClr>
                  </a:outerShdw>
                </a:effectLst>
              </a:rPr>
              <a:t>9</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9" name="矩形 128"/>
          <p:cNvSpPr/>
          <p:nvPr/>
        </p:nvSpPr>
        <p:spPr>
          <a:xfrm>
            <a:off x="4438489"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11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0" name="矩形 129"/>
          <p:cNvSpPr/>
          <p:nvPr/>
        </p:nvSpPr>
        <p:spPr>
          <a:xfrm>
            <a:off x="4993931"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12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1" name="矩形 130"/>
          <p:cNvSpPr/>
          <p:nvPr/>
        </p:nvSpPr>
        <p:spPr>
          <a:xfrm>
            <a:off x="5549373" y="5632539"/>
            <a:ext cx="575799"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2" name="矩形 131"/>
          <p:cNvSpPr/>
          <p:nvPr/>
        </p:nvSpPr>
        <p:spPr>
          <a:xfrm>
            <a:off x="6113370"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20</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3" name="矩形 132"/>
          <p:cNvSpPr/>
          <p:nvPr/>
        </p:nvSpPr>
        <p:spPr>
          <a:xfrm>
            <a:off x="6691743" y="5632538"/>
            <a:ext cx="575799"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28</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4" name="矩形 133"/>
          <p:cNvSpPr/>
          <p:nvPr/>
        </p:nvSpPr>
        <p:spPr>
          <a:xfrm>
            <a:off x="7202850"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29</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5" name="矩形 134"/>
          <p:cNvSpPr/>
          <p:nvPr/>
        </p:nvSpPr>
        <p:spPr>
          <a:xfrm>
            <a:off x="7758292"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41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6" name="矩形 135"/>
          <p:cNvSpPr/>
          <p:nvPr/>
        </p:nvSpPr>
        <p:spPr>
          <a:xfrm>
            <a:off x="8313734" y="5632539"/>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42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7" name="矩形 136"/>
          <p:cNvSpPr/>
          <p:nvPr/>
        </p:nvSpPr>
        <p:spPr>
          <a:xfrm>
            <a:off x="8877731"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53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8" name="矩形 137"/>
          <p:cNvSpPr/>
          <p:nvPr/>
        </p:nvSpPr>
        <p:spPr>
          <a:xfrm>
            <a:off x="9456104"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58</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9" name="矩形 138"/>
          <p:cNvSpPr/>
          <p:nvPr/>
        </p:nvSpPr>
        <p:spPr>
          <a:xfrm>
            <a:off x="10061513"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cxnSp>
        <p:nvCxnSpPr>
          <p:cNvPr id="143" name="直線接點 142"/>
          <p:cNvCxnSpPr>
            <a:stCxn id="26" idx="3"/>
            <a:endCxn id="27" idx="1"/>
          </p:cNvCxnSpPr>
          <p:nvPr/>
        </p:nvCxnSpPr>
        <p:spPr bwMode="auto">
          <a:xfrm>
            <a:off x="2326037" y="4442564"/>
            <a:ext cx="822708" cy="0"/>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 name="直線接點 143"/>
          <p:cNvCxnSpPr/>
          <p:nvPr/>
        </p:nvCxnSpPr>
        <p:spPr bwMode="auto">
          <a:xfrm>
            <a:off x="3445769"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 name="直線接點 144"/>
          <p:cNvCxnSpPr/>
          <p:nvPr/>
        </p:nvCxnSpPr>
        <p:spPr bwMode="auto">
          <a:xfrm>
            <a:off x="4560785"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直線接點 145"/>
          <p:cNvCxnSpPr/>
          <p:nvPr/>
        </p:nvCxnSpPr>
        <p:spPr bwMode="auto">
          <a:xfrm>
            <a:off x="6773508"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直線接點 146"/>
          <p:cNvCxnSpPr/>
          <p:nvPr/>
        </p:nvCxnSpPr>
        <p:spPr bwMode="auto">
          <a:xfrm>
            <a:off x="7920348"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直線接點 147"/>
          <p:cNvCxnSpPr/>
          <p:nvPr/>
        </p:nvCxnSpPr>
        <p:spPr bwMode="auto">
          <a:xfrm>
            <a:off x="9022383"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 name="直線接點 148"/>
          <p:cNvCxnSpPr/>
          <p:nvPr/>
        </p:nvCxnSpPr>
        <p:spPr bwMode="auto">
          <a:xfrm>
            <a:off x="5702016"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 name="直線接點 152"/>
          <p:cNvCxnSpPr>
            <a:stCxn id="67" idx="3"/>
            <a:endCxn id="69" idx="1"/>
          </p:cNvCxnSpPr>
          <p:nvPr/>
        </p:nvCxnSpPr>
        <p:spPr bwMode="auto">
          <a:xfrm>
            <a:off x="5154833" y="3467622"/>
            <a:ext cx="1934107"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 name="直線接點 153"/>
          <p:cNvCxnSpPr>
            <a:stCxn id="69" idx="3"/>
            <a:endCxn id="71" idx="1"/>
          </p:cNvCxnSpPr>
          <p:nvPr/>
        </p:nvCxnSpPr>
        <p:spPr bwMode="auto">
          <a:xfrm>
            <a:off x="7385964" y="3467622"/>
            <a:ext cx="19352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矩形 1"/>
          <p:cNvSpPr/>
          <p:nvPr/>
        </p:nvSpPr>
        <p:spPr>
          <a:xfrm>
            <a:off x="590271" y="522241"/>
            <a:ext cx="5263300" cy="769441"/>
          </a:xfrm>
          <a:prstGeom prst="rect">
            <a:avLst/>
          </a:prstGeom>
          <a:noFill/>
        </p:spPr>
        <p:txBody>
          <a:bodyPr wrap="none" lIns="91440" tIns="45720" rIns="91440" bIns="45720">
            <a:spAutoFit/>
          </a:bodyPr>
          <a:lstStyle/>
          <a:p>
            <a:pPr algn="ctr"/>
            <a:r>
              <a:rPr lang="en-US" altLang="zh-TW" sz="4400" dirty="0">
                <a:ln w="0"/>
                <a:effectLst>
                  <a:outerShdw blurRad="38100" dist="19050" dir="2700000" algn="tl" rotWithShape="0">
                    <a:schemeClr val="dk1">
                      <a:alpha val="40000"/>
                    </a:schemeClr>
                  </a:outerShdw>
                </a:effectLst>
              </a:rPr>
              <a:t>S={7, 9, 20, 28, 41}</a:t>
            </a:r>
            <a:endParaRPr lang="zh-TW" altLang="en-US" sz="4400" dirty="0">
              <a:ln w="0"/>
              <a:effectLst>
                <a:outerShdw blurRad="38100" dist="19050" dir="2700000" algn="tl" rotWithShape="0">
                  <a:schemeClr val="dk1">
                    <a:alpha val="40000"/>
                  </a:schemeClr>
                </a:outerShdw>
              </a:effectLst>
            </a:endParaRPr>
          </a:p>
        </p:txBody>
      </p:sp>
      <p:sp>
        <p:nvSpPr>
          <p:cNvPr id="109" name="矩形 108"/>
          <p:cNvSpPr/>
          <p:nvPr/>
        </p:nvSpPr>
        <p:spPr>
          <a:xfrm>
            <a:off x="4003277" y="1881520"/>
            <a:ext cx="1242008"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(7, 13)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0" name="矩形 109"/>
          <p:cNvSpPr/>
          <p:nvPr/>
        </p:nvSpPr>
        <p:spPr>
          <a:xfrm>
            <a:off x="6058452" y="998300"/>
            <a:ext cx="1463862"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(13, 62)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1" name="矩形 110"/>
          <p:cNvSpPr/>
          <p:nvPr/>
        </p:nvSpPr>
        <p:spPr>
          <a:xfrm>
            <a:off x="8470414" y="1881520"/>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(41, 62)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cxnSp>
        <p:nvCxnSpPr>
          <p:cNvPr id="114" name="直線接點 113"/>
          <p:cNvCxnSpPr>
            <a:stCxn id="72" idx="3"/>
            <a:endCxn id="73" idx="1"/>
          </p:cNvCxnSpPr>
          <p:nvPr/>
        </p:nvCxnSpPr>
        <p:spPr bwMode="auto">
          <a:xfrm>
            <a:off x="4003277" y="2455102"/>
            <a:ext cx="4206653"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矩形 72"/>
          <p:cNvSpPr/>
          <p:nvPr/>
        </p:nvSpPr>
        <p:spPr bwMode="auto">
          <a:xfrm>
            <a:off x="8209930" y="226094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 name="矩形 2"/>
          <p:cNvSpPr/>
          <p:nvPr/>
        </p:nvSpPr>
        <p:spPr>
          <a:xfrm>
            <a:off x="608974" y="2152390"/>
            <a:ext cx="2778518" cy="769441"/>
          </a:xfrm>
          <a:prstGeom prst="rect">
            <a:avLst/>
          </a:prstGeom>
          <a:noFill/>
        </p:spPr>
        <p:txBody>
          <a:bodyPr wrap="none" lIns="91440" tIns="45720" rIns="91440" bIns="45720">
            <a:spAutoFit/>
          </a:bodyPr>
          <a:lstStyle/>
          <a:p>
            <a:pPr algn="ctr"/>
            <a:r>
              <a:rPr lang="en-US" altLang="zh-TW" sz="4400" dirty="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rPr>
              <a:t>Search 6;</a:t>
            </a:r>
            <a:endParaRPr lang="zh-TW" altLang="en-US" sz="4400" dirty="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endParaRPr>
          </a:p>
        </p:txBody>
      </p:sp>
      <p:cxnSp>
        <p:nvCxnSpPr>
          <p:cNvPr id="13" name="直線單箭頭接點 12"/>
          <p:cNvCxnSpPr/>
          <p:nvPr/>
        </p:nvCxnSpPr>
        <p:spPr bwMode="auto">
          <a:xfrm flipV="1">
            <a:off x="1889097" y="6155758"/>
            <a:ext cx="12793" cy="466338"/>
          </a:xfrm>
          <a:prstGeom prst="straightConnector1">
            <a:avLst/>
          </a:prstGeom>
          <a:solidFill>
            <a:schemeClr val="accent1"/>
          </a:solidFill>
          <a:ln w="76200" cap="flat" cmpd="sng" algn="ctr">
            <a:solidFill>
              <a:srgbClr val="0070C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矩形 13"/>
          <p:cNvSpPr/>
          <p:nvPr/>
        </p:nvSpPr>
        <p:spPr>
          <a:xfrm>
            <a:off x="330917" y="6037070"/>
            <a:ext cx="1487907" cy="707886"/>
          </a:xfrm>
          <a:prstGeom prst="rect">
            <a:avLst/>
          </a:prstGeom>
          <a:noFill/>
        </p:spPr>
        <p:txBody>
          <a:bodyPr wrap="none" lIns="91440" tIns="45720" rIns="91440" bIns="45720">
            <a:spAutoFit/>
          </a:bodyPr>
          <a:lstStyle/>
          <a:p>
            <a:pPr algn="ctr"/>
            <a:r>
              <a:rPr lang="en-US" altLang="zh-TW" sz="40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finger</a:t>
            </a:r>
            <a:endParaRPr lang="zh-TW" altLang="en-US" sz="40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616030400"/>
      </p:ext>
    </p:extLst>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1" name="直線接點 150"/>
          <p:cNvCxnSpPr>
            <a:stCxn id="64" idx="3"/>
            <a:endCxn id="67" idx="1"/>
          </p:cNvCxnSpPr>
          <p:nvPr/>
        </p:nvCxnSpPr>
        <p:spPr bwMode="auto">
          <a:xfrm>
            <a:off x="2885903" y="3467622"/>
            <a:ext cx="1971906"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矩形 3"/>
          <p:cNvSpPr/>
          <p:nvPr/>
        </p:nvSpPr>
        <p:spPr bwMode="auto">
          <a:xfrm>
            <a:off x="1766171" y="5248406"/>
            <a:ext cx="297024" cy="388306"/>
          </a:xfrm>
          <a:prstGeom prst="rect">
            <a:avLst/>
          </a:prstGeom>
          <a:noFill/>
          <a:ln w="3810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5" name="矩形 4"/>
          <p:cNvSpPr/>
          <p:nvPr/>
        </p:nvSpPr>
        <p:spPr bwMode="auto">
          <a:xfrm>
            <a:off x="2326037"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 name="矩形 5"/>
          <p:cNvSpPr/>
          <p:nvPr/>
        </p:nvSpPr>
        <p:spPr bwMode="auto">
          <a:xfrm>
            <a:off x="5675800"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 name="矩形 6"/>
          <p:cNvSpPr/>
          <p:nvPr/>
        </p:nvSpPr>
        <p:spPr bwMode="auto">
          <a:xfrm>
            <a:off x="5118293"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8" name="矩形 7"/>
          <p:cNvSpPr/>
          <p:nvPr/>
        </p:nvSpPr>
        <p:spPr bwMode="auto">
          <a:xfrm>
            <a:off x="2885903" y="5248406"/>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9" name="矩形 8"/>
          <p:cNvSpPr/>
          <p:nvPr/>
        </p:nvSpPr>
        <p:spPr bwMode="auto">
          <a:xfrm>
            <a:off x="3445769" y="5248405"/>
            <a:ext cx="297024" cy="388306"/>
          </a:xfrm>
          <a:prstGeom prst="rect">
            <a:avLst/>
          </a:prstGeom>
          <a:solidFill>
            <a:schemeClr val="accent2">
              <a:lumMod val="40000"/>
              <a:lumOff val="60000"/>
            </a:schemeClr>
          </a:solidFill>
          <a:ln w="3810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0" name="矩形 9"/>
          <p:cNvSpPr/>
          <p:nvPr/>
        </p:nvSpPr>
        <p:spPr bwMode="auto">
          <a:xfrm>
            <a:off x="4560785"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1" name="矩形 10"/>
          <p:cNvSpPr/>
          <p:nvPr/>
        </p:nvSpPr>
        <p:spPr bwMode="auto">
          <a:xfrm>
            <a:off x="4003277"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8" name="矩形 17"/>
          <p:cNvSpPr/>
          <p:nvPr/>
        </p:nvSpPr>
        <p:spPr bwMode="auto">
          <a:xfrm>
            <a:off x="6233308"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9" name="矩形 18"/>
          <p:cNvSpPr/>
          <p:nvPr/>
        </p:nvSpPr>
        <p:spPr bwMode="auto">
          <a:xfrm>
            <a:off x="6793174" y="5248404"/>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0" name="矩形 19"/>
          <p:cNvSpPr/>
          <p:nvPr/>
        </p:nvSpPr>
        <p:spPr bwMode="auto">
          <a:xfrm>
            <a:off x="10142937"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1" name="矩形 20"/>
          <p:cNvSpPr/>
          <p:nvPr/>
        </p:nvSpPr>
        <p:spPr bwMode="auto">
          <a:xfrm>
            <a:off x="9585430"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2" name="矩形 21"/>
          <p:cNvSpPr/>
          <p:nvPr/>
        </p:nvSpPr>
        <p:spPr bwMode="auto">
          <a:xfrm>
            <a:off x="7353040"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3" name="矩形 22"/>
          <p:cNvSpPr/>
          <p:nvPr/>
        </p:nvSpPr>
        <p:spPr bwMode="auto">
          <a:xfrm>
            <a:off x="7912906" y="5248404"/>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4" name="矩形 23"/>
          <p:cNvSpPr/>
          <p:nvPr/>
        </p:nvSpPr>
        <p:spPr bwMode="auto">
          <a:xfrm>
            <a:off x="9027922"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5" name="矩形 24"/>
          <p:cNvSpPr/>
          <p:nvPr/>
        </p:nvSpPr>
        <p:spPr bwMode="auto">
          <a:xfrm>
            <a:off x="8470414"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6" name="矩形 25"/>
          <p:cNvSpPr/>
          <p:nvPr/>
        </p:nvSpPr>
        <p:spPr bwMode="auto">
          <a:xfrm>
            <a:off x="2029013" y="4248411"/>
            <a:ext cx="297024" cy="388306"/>
          </a:xfrm>
          <a:prstGeom prst="rect">
            <a:avLst/>
          </a:prstGeom>
          <a:noFill/>
          <a:ln w="3810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7" name="矩形 26"/>
          <p:cNvSpPr/>
          <p:nvPr/>
        </p:nvSpPr>
        <p:spPr bwMode="auto">
          <a:xfrm>
            <a:off x="3148745" y="4248411"/>
            <a:ext cx="297024" cy="388306"/>
          </a:xfrm>
          <a:prstGeom prst="rect">
            <a:avLst/>
          </a:prstGeom>
          <a:solidFill>
            <a:schemeClr val="accent2">
              <a:lumMod val="40000"/>
              <a:lumOff val="60000"/>
            </a:schemeClr>
          </a:solidFill>
          <a:ln w="7620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8" name="矩形 27"/>
          <p:cNvSpPr/>
          <p:nvPr/>
        </p:nvSpPr>
        <p:spPr bwMode="auto">
          <a:xfrm>
            <a:off x="4263761"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9" name="矩形 28"/>
          <p:cNvSpPr/>
          <p:nvPr/>
        </p:nvSpPr>
        <p:spPr bwMode="auto">
          <a:xfrm>
            <a:off x="5383493"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0" name="矩形 29"/>
          <p:cNvSpPr/>
          <p:nvPr/>
        </p:nvSpPr>
        <p:spPr bwMode="auto">
          <a:xfrm>
            <a:off x="6496150"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1" name="矩形 30"/>
          <p:cNvSpPr/>
          <p:nvPr/>
        </p:nvSpPr>
        <p:spPr bwMode="auto">
          <a:xfrm>
            <a:off x="7615882"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2" name="矩形 31"/>
          <p:cNvSpPr/>
          <p:nvPr/>
        </p:nvSpPr>
        <p:spPr bwMode="auto">
          <a:xfrm>
            <a:off x="8730898"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3" name="矩形 32"/>
          <p:cNvSpPr/>
          <p:nvPr/>
        </p:nvSpPr>
        <p:spPr bwMode="auto">
          <a:xfrm>
            <a:off x="9850630"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35" name="直線接點 34"/>
          <p:cNvCxnSpPr>
            <a:stCxn id="26" idx="2"/>
            <a:endCxn id="4" idx="0"/>
          </p:cNvCxnSpPr>
          <p:nvPr/>
        </p:nvCxnSpPr>
        <p:spPr bwMode="auto">
          <a:xfrm flipH="1">
            <a:off x="1901890" y="4636717"/>
            <a:ext cx="262842" cy="611689"/>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線接點 36"/>
          <p:cNvCxnSpPr>
            <a:stCxn id="26" idx="2"/>
            <a:endCxn id="5" idx="0"/>
          </p:cNvCxnSpPr>
          <p:nvPr/>
        </p:nvCxnSpPr>
        <p:spPr bwMode="auto">
          <a:xfrm>
            <a:off x="2164732"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線接點 39"/>
          <p:cNvCxnSpPr/>
          <p:nvPr/>
        </p:nvCxnSpPr>
        <p:spPr bwMode="auto">
          <a:xfrm flipH="1">
            <a:off x="3018504"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線接點 40"/>
          <p:cNvCxnSpPr/>
          <p:nvPr/>
        </p:nvCxnSpPr>
        <p:spPr bwMode="auto">
          <a:xfrm>
            <a:off x="3281346" y="4636717"/>
            <a:ext cx="297024" cy="611688"/>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3" name="群組 42"/>
          <p:cNvGrpSpPr/>
          <p:nvPr/>
        </p:nvGrpSpPr>
        <p:grpSpPr>
          <a:xfrm>
            <a:off x="4134720" y="4636717"/>
            <a:ext cx="559866" cy="611689"/>
            <a:chOff x="1914683" y="4636717"/>
            <a:chExt cx="559866" cy="611689"/>
          </a:xfrm>
        </p:grpSpPr>
        <p:cxnSp>
          <p:nvCxnSpPr>
            <p:cNvPr id="44" name="直線接點 43"/>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線接點 44"/>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9" name="群組 48"/>
          <p:cNvGrpSpPr/>
          <p:nvPr/>
        </p:nvGrpSpPr>
        <p:grpSpPr>
          <a:xfrm>
            <a:off x="5246176" y="4636717"/>
            <a:ext cx="559866" cy="611689"/>
            <a:chOff x="1914683" y="4636717"/>
            <a:chExt cx="559866" cy="611689"/>
          </a:xfrm>
        </p:grpSpPr>
        <p:cxnSp>
          <p:nvCxnSpPr>
            <p:cNvPr id="50" name="直線接點 49"/>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線接點 50"/>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2" name="群組 51"/>
          <p:cNvGrpSpPr/>
          <p:nvPr/>
        </p:nvGrpSpPr>
        <p:grpSpPr>
          <a:xfrm>
            <a:off x="6362154" y="4636715"/>
            <a:ext cx="559866" cy="611689"/>
            <a:chOff x="1914683" y="4636717"/>
            <a:chExt cx="559866" cy="611689"/>
          </a:xfrm>
        </p:grpSpPr>
        <p:cxnSp>
          <p:nvCxnSpPr>
            <p:cNvPr id="53" name="直線接點 52"/>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直線接點 53"/>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5" name="群組 54"/>
          <p:cNvGrpSpPr/>
          <p:nvPr/>
        </p:nvGrpSpPr>
        <p:grpSpPr>
          <a:xfrm>
            <a:off x="7479744" y="4636714"/>
            <a:ext cx="559866" cy="611689"/>
            <a:chOff x="1914683" y="4636717"/>
            <a:chExt cx="559866" cy="611689"/>
          </a:xfrm>
        </p:grpSpPr>
        <p:cxnSp>
          <p:nvCxnSpPr>
            <p:cNvPr id="56" name="直線接點 55"/>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直線接點 56"/>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59" name="直線接點 58"/>
          <p:cNvCxnSpPr/>
          <p:nvPr/>
        </p:nvCxnSpPr>
        <p:spPr bwMode="auto">
          <a:xfrm flipH="1">
            <a:off x="8596707" y="4636714"/>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直線接點 59"/>
          <p:cNvCxnSpPr/>
          <p:nvPr/>
        </p:nvCxnSpPr>
        <p:spPr bwMode="auto">
          <a:xfrm>
            <a:off x="8859549" y="4636714"/>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61" name="群組 60"/>
          <p:cNvGrpSpPr/>
          <p:nvPr/>
        </p:nvGrpSpPr>
        <p:grpSpPr>
          <a:xfrm>
            <a:off x="9713670" y="4636714"/>
            <a:ext cx="559866" cy="611689"/>
            <a:chOff x="1914683" y="4636717"/>
            <a:chExt cx="559866" cy="611689"/>
          </a:xfrm>
        </p:grpSpPr>
        <p:cxnSp>
          <p:nvCxnSpPr>
            <p:cNvPr id="62" name="直線接點 61"/>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直線接點 62"/>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4" name="矩形 63"/>
          <p:cNvSpPr/>
          <p:nvPr/>
        </p:nvSpPr>
        <p:spPr bwMode="auto">
          <a:xfrm>
            <a:off x="2588879"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7" name="矩形 66"/>
          <p:cNvSpPr/>
          <p:nvPr/>
        </p:nvSpPr>
        <p:spPr bwMode="auto">
          <a:xfrm>
            <a:off x="4857809"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9" name="矩形 68"/>
          <p:cNvSpPr/>
          <p:nvPr/>
        </p:nvSpPr>
        <p:spPr bwMode="auto">
          <a:xfrm>
            <a:off x="7088940"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1" name="矩形 70"/>
          <p:cNvSpPr/>
          <p:nvPr/>
        </p:nvSpPr>
        <p:spPr bwMode="auto">
          <a:xfrm>
            <a:off x="9321172" y="3273469"/>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2" name="矩形 71"/>
          <p:cNvSpPr/>
          <p:nvPr/>
        </p:nvSpPr>
        <p:spPr bwMode="auto">
          <a:xfrm>
            <a:off x="3706253" y="226094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4" name="矩形 73"/>
          <p:cNvSpPr/>
          <p:nvPr/>
        </p:nvSpPr>
        <p:spPr bwMode="auto">
          <a:xfrm>
            <a:off x="5806042" y="1244253"/>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85" name="群組 84"/>
          <p:cNvGrpSpPr/>
          <p:nvPr/>
        </p:nvGrpSpPr>
        <p:grpSpPr>
          <a:xfrm>
            <a:off x="4412273" y="3661775"/>
            <a:ext cx="1119732" cy="586636"/>
            <a:chOff x="4412273" y="3661775"/>
            <a:chExt cx="1119732" cy="586636"/>
          </a:xfrm>
        </p:grpSpPr>
        <p:cxnSp>
          <p:nvCxnSpPr>
            <p:cNvPr id="78" name="直線接點 77"/>
            <p:cNvCxnSpPr>
              <a:endCxn id="28" idx="0"/>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直線接點 78"/>
            <p:cNvCxnSpPr>
              <a:endCxn id="29" idx="0"/>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6" name="群組 85"/>
          <p:cNvGrpSpPr/>
          <p:nvPr/>
        </p:nvGrpSpPr>
        <p:grpSpPr>
          <a:xfrm>
            <a:off x="2172809" y="3663862"/>
            <a:ext cx="1119732" cy="586636"/>
            <a:chOff x="4412273" y="3661775"/>
            <a:chExt cx="1119732" cy="586636"/>
          </a:xfrm>
        </p:grpSpPr>
        <p:cxnSp>
          <p:nvCxnSpPr>
            <p:cNvPr id="87" name="直線接點 86"/>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直線接點 87"/>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9" name="群組 88"/>
          <p:cNvGrpSpPr/>
          <p:nvPr/>
        </p:nvGrpSpPr>
        <p:grpSpPr>
          <a:xfrm>
            <a:off x="6673970" y="3661775"/>
            <a:ext cx="1119732" cy="586636"/>
            <a:chOff x="4412273" y="3661775"/>
            <a:chExt cx="1119732" cy="586636"/>
          </a:xfrm>
        </p:grpSpPr>
        <p:cxnSp>
          <p:nvCxnSpPr>
            <p:cNvPr id="90" name="直線接點 89"/>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直線接點 90"/>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92" name="群組 91"/>
          <p:cNvGrpSpPr/>
          <p:nvPr/>
        </p:nvGrpSpPr>
        <p:grpSpPr>
          <a:xfrm>
            <a:off x="8909818" y="3661775"/>
            <a:ext cx="1119732" cy="586636"/>
            <a:chOff x="4412273" y="3661775"/>
            <a:chExt cx="1119732" cy="586636"/>
          </a:xfrm>
        </p:grpSpPr>
        <p:cxnSp>
          <p:nvCxnSpPr>
            <p:cNvPr id="93" name="直線接點 92"/>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直線接點 93"/>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96" name="直線接點 95"/>
          <p:cNvCxnSpPr>
            <a:endCxn id="69" idx="0"/>
          </p:cNvCxnSpPr>
          <p:nvPr/>
        </p:nvCxnSpPr>
        <p:spPr bwMode="auto">
          <a:xfrm flipH="1">
            <a:off x="7237452" y="2667000"/>
            <a:ext cx="1140027" cy="60646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直線接點 96"/>
          <p:cNvCxnSpPr>
            <a:endCxn id="71" idx="0"/>
          </p:cNvCxnSpPr>
          <p:nvPr/>
        </p:nvCxnSpPr>
        <p:spPr bwMode="auto">
          <a:xfrm>
            <a:off x="8377478" y="2667000"/>
            <a:ext cx="1092206" cy="60646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直線接點 98"/>
          <p:cNvCxnSpPr>
            <a:endCxn id="64" idx="0"/>
          </p:cNvCxnSpPr>
          <p:nvPr/>
        </p:nvCxnSpPr>
        <p:spPr bwMode="auto">
          <a:xfrm flipH="1">
            <a:off x="2737391" y="2665957"/>
            <a:ext cx="1120913" cy="607512"/>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直線接點 99"/>
          <p:cNvCxnSpPr>
            <a:endCxn id="67" idx="0"/>
          </p:cNvCxnSpPr>
          <p:nvPr/>
        </p:nvCxnSpPr>
        <p:spPr bwMode="auto">
          <a:xfrm>
            <a:off x="3858303" y="2665957"/>
            <a:ext cx="1148018" cy="607512"/>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直線接點 111"/>
          <p:cNvCxnSpPr>
            <a:endCxn id="72" idx="0"/>
          </p:cNvCxnSpPr>
          <p:nvPr/>
        </p:nvCxnSpPr>
        <p:spPr bwMode="auto">
          <a:xfrm flipH="1">
            <a:off x="3854765" y="1650304"/>
            <a:ext cx="2100968" cy="610645"/>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3" name="直線接點 112"/>
          <p:cNvCxnSpPr>
            <a:endCxn id="73" idx="0"/>
          </p:cNvCxnSpPr>
          <p:nvPr/>
        </p:nvCxnSpPr>
        <p:spPr bwMode="auto">
          <a:xfrm>
            <a:off x="5955733" y="1650304"/>
            <a:ext cx="2402709" cy="610645"/>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 name="矩形 117"/>
          <p:cNvSpPr/>
          <p:nvPr/>
        </p:nvSpPr>
        <p:spPr>
          <a:xfrm>
            <a:off x="9580755" y="2944402"/>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(53, 62)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0" name="矩形 119"/>
          <p:cNvSpPr/>
          <p:nvPr/>
        </p:nvSpPr>
        <p:spPr>
          <a:xfrm flipH="1">
            <a:off x="7420163" y="2923918"/>
            <a:ext cx="1396471" cy="523220"/>
          </a:xfrm>
          <a:prstGeom prst="rect">
            <a:avLst/>
          </a:prstGeom>
          <a:noFill/>
          <a:ln>
            <a:noFill/>
          </a:ln>
        </p:spPr>
        <p:txBody>
          <a:bodyPr wrap="squar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(28, 41)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1" name="矩形 120"/>
          <p:cNvSpPr/>
          <p:nvPr/>
        </p:nvSpPr>
        <p:spPr>
          <a:xfrm>
            <a:off x="2930775" y="2923918"/>
            <a:ext cx="1072730"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(5, 7)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2" name="矩形 121"/>
          <p:cNvSpPr/>
          <p:nvPr/>
        </p:nvSpPr>
        <p:spPr>
          <a:xfrm>
            <a:off x="5121640" y="2923918"/>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(11, 13)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4" name="矩形 123"/>
          <p:cNvSpPr/>
          <p:nvPr/>
        </p:nvSpPr>
        <p:spPr>
          <a:xfrm>
            <a:off x="1724567" y="5636710"/>
            <a:ext cx="380232"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5" name="矩形 124"/>
          <p:cNvSpPr/>
          <p:nvPr/>
        </p:nvSpPr>
        <p:spPr>
          <a:xfrm>
            <a:off x="2280009" y="5636710"/>
            <a:ext cx="380232" cy="523220"/>
          </a:xfrm>
          <a:prstGeom prst="rect">
            <a:avLst/>
          </a:prstGeom>
          <a:noFill/>
          <a:ln>
            <a:noFill/>
          </a:ln>
        </p:spPr>
        <p:txBody>
          <a:bodyPr wrap="none" lIns="91440" tIns="45720" rIns="91440" bIns="45720">
            <a:spAutoFit/>
          </a:bodyPr>
          <a:lstStyle/>
          <a:p>
            <a:pPr algn="ctr"/>
            <a:r>
              <a:rPr lang="en-US" altLang="zh-TW" sz="2800" dirty="0">
                <a:ln w="0"/>
                <a:effectLst>
                  <a:outerShdw blurRad="38100" dist="19050" dir="2700000" algn="tl" rotWithShape="0">
                    <a:schemeClr val="dk1">
                      <a:alpha val="40000"/>
                    </a:schemeClr>
                  </a:outerShdw>
                </a:effectLst>
              </a:rPr>
              <a:t>5</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6" name="矩形 125"/>
          <p:cNvSpPr/>
          <p:nvPr/>
        </p:nvSpPr>
        <p:spPr>
          <a:xfrm>
            <a:off x="2835451" y="5634625"/>
            <a:ext cx="380232"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6</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7" name="矩形 126"/>
          <p:cNvSpPr/>
          <p:nvPr/>
        </p:nvSpPr>
        <p:spPr>
          <a:xfrm>
            <a:off x="3399448" y="5634624"/>
            <a:ext cx="380232"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7</a:t>
            </a:r>
            <a:endParaRPr lang="zh-TW" altLang="en-US" sz="2800" b="0" cap="none" spc="0" dirty="0">
              <a:ln w="0"/>
              <a:effectLst>
                <a:outerShdw blurRad="38100" dist="19050" dir="2700000" algn="tl" rotWithShape="0">
                  <a:schemeClr val="dk1">
                    <a:alpha val="40000"/>
                  </a:schemeClr>
                </a:outerShdw>
              </a:effectLst>
            </a:endParaRPr>
          </a:p>
        </p:txBody>
      </p:sp>
      <p:sp>
        <p:nvSpPr>
          <p:cNvPr id="128" name="矩形 127"/>
          <p:cNvSpPr/>
          <p:nvPr/>
        </p:nvSpPr>
        <p:spPr>
          <a:xfrm>
            <a:off x="3977821" y="5634624"/>
            <a:ext cx="380232" cy="523220"/>
          </a:xfrm>
          <a:prstGeom prst="rect">
            <a:avLst/>
          </a:prstGeom>
          <a:noFill/>
          <a:ln>
            <a:noFill/>
          </a:ln>
        </p:spPr>
        <p:txBody>
          <a:bodyPr wrap="none" lIns="91440" tIns="45720" rIns="91440" bIns="45720">
            <a:spAutoFit/>
          </a:bodyPr>
          <a:lstStyle/>
          <a:p>
            <a:pPr algn="ctr"/>
            <a:r>
              <a:rPr lang="en-US" altLang="zh-TW" sz="2800" dirty="0">
                <a:ln w="0"/>
                <a:effectLst>
                  <a:outerShdw blurRad="38100" dist="19050" dir="2700000" algn="tl" rotWithShape="0">
                    <a:schemeClr val="dk1">
                      <a:alpha val="40000"/>
                    </a:schemeClr>
                  </a:outerShdw>
                </a:effectLst>
              </a:rPr>
              <a:t>9</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9" name="矩形 128"/>
          <p:cNvSpPr/>
          <p:nvPr/>
        </p:nvSpPr>
        <p:spPr>
          <a:xfrm>
            <a:off x="4438489"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11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0" name="矩形 129"/>
          <p:cNvSpPr/>
          <p:nvPr/>
        </p:nvSpPr>
        <p:spPr>
          <a:xfrm>
            <a:off x="4993931"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12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1" name="矩形 130"/>
          <p:cNvSpPr/>
          <p:nvPr/>
        </p:nvSpPr>
        <p:spPr>
          <a:xfrm>
            <a:off x="5549373" y="5632539"/>
            <a:ext cx="575799"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2" name="矩形 131"/>
          <p:cNvSpPr/>
          <p:nvPr/>
        </p:nvSpPr>
        <p:spPr>
          <a:xfrm>
            <a:off x="6113370"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20</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3" name="矩形 132"/>
          <p:cNvSpPr/>
          <p:nvPr/>
        </p:nvSpPr>
        <p:spPr>
          <a:xfrm>
            <a:off x="6691743" y="5632538"/>
            <a:ext cx="575799"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28</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4" name="矩形 133"/>
          <p:cNvSpPr/>
          <p:nvPr/>
        </p:nvSpPr>
        <p:spPr>
          <a:xfrm>
            <a:off x="7202850"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29</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5" name="矩形 134"/>
          <p:cNvSpPr/>
          <p:nvPr/>
        </p:nvSpPr>
        <p:spPr>
          <a:xfrm>
            <a:off x="7758292"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41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6" name="矩形 135"/>
          <p:cNvSpPr/>
          <p:nvPr/>
        </p:nvSpPr>
        <p:spPr>
          <a:xfrm>
            <a:off x="8313734" y="5632539"/>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42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7" name="矩形 136"/>
          <p:cNvSpPr/>
          <p:nvPr/>
        </p:nvSpPr>
        <p:spPr>
          <a:xfrm>
            <a:off x="8877731"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53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8" name="矩形 137"/>
          <p:cNvSpPr/>
          <p:nvPr/>
        </p:nvSpPr>
        <p:spPr>
          <a:xfrm>
            <a:off x="9456104"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58</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9" name="矩形 138"/>
          <p:cNvSpPr/>
          <p:nvPr/>
        </p:nvSpPr>
        <p:spPr>
          <a:xfrm>
            <a:off x="10061513"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cxnSp>
        <p:nvCxnSpPr>
          <p:cNvPr id="143" name="直線接點 142"/>
          <p:cNvCxnSpPr>
            <a:stCxn id="26" idx="3"/>
            <a:endCxn id="27" idx="1"/>
          </p:cNvCxnSpPr>
          <p:nvPr/>
        </p:nvCxnSpPr>
        <p:spPr bwMode="auto">
          <a:xfrm>
            <a:off x="2326037" y="4442564"/>
            <a:ext cx="822708" cy="0"/>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 name="直線接點 143"/>
          <p:cNvCxnSpPr/>
          <p:nvPr/>
        </p:nvCxnSpPr>
        <p:spPr bwMode="auto">
          <a:xfrm>
            <a:off x="3445769"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 name="直線接點 144"/>
          <p:cNvCxnSpPr/>
          <p:nvPr/>
        </p:nvCxnSpPr>
        <p:spPr bwMode="auto">
          <a:xfrm>
            <a:off x="4560785"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直線接點 145"/>
          <p:cNvCxnSpPr/>
          <p:nvPr/>
        </p:nvCxnSpPr>
        <p:spPr bwMode="auto">
          <a:xfrm>
            <a:off x="6773508"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直線接點 146"/>
          <p:cNvCxnSpPr/>
          <p:nvPr/>
        </p:nvCxnSpPr>
        <p:spPr bwMode="auto">
          <a:xfrm>
            <a:off x="7920348"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直線接點 147"/>
          <p:cNvCxnSpPr/>
          <p:nvPr/>
        </p:nvCxnSpPr>
        <p:spPr bwMode="auto">
          <a:xfrm>
            <a:off x="9022383"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 name="直線接點 148"/>
          <p:cNvCxnSpPr/>
          <p:nvPr/>
        </p:nvCxnSpPr>
        <p:spPr bwMode="auto">
          <a:xfrm>
            <a:off x="5702016"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 name="直線接點 152"/>
          <p:cNvCxnSpPr>
            <a:stCxn id="67" idx="3"/>
            <a:endCxn id="69" idx="1"/>
          </p:cNvCxnSpPr>
          <p:nvPr/>
        </p:nvCxnSpPr>
        <p:spPr bwMode="auto">
          <a:xfrm>
            <a:off x="5154833" y="3467622"/>
            <a:ext cx="1934107"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 name="直線接點 153"/>
          <p:cNvCxnSpPr>
            <a:stCxn id="69" idx="3"/>
            <a:endCxn id="71" idx="1"/>
          </p:cNvCxnSpPr>
          <p:nvPr/>
        </p:nvCxnSpPr>
        <p:spPr bwMode="auto">
          <a:xfrm>
            <a:off x="7385964" y="3467622"/>
            <a:ext cx="19352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矩形 1"/>
          <p:cNvSpPr/>
          <p:nvPr/>
        </p:nvSpPr>
        <p:spPr>
          <a:xfrm>
            <a:off x="590271" y="522241"/>
            <a:ext cx="5263300" cy="769441"/>
          </a:xfrm>
          <a:prstGeom prst="rect">
            <a:avLst/>
          </a:prstGeom>
          <a:noFill/>
        </p:spPr>
        <p:txBody>
          <a:bodyPr wrap="none" lIns="91440" tIns="45720" rIns="91440" bIns="45720">
            <a:spAutoFit/>
          </a:bodyPr>
          <a:lstStyle/>
          <a:p>
            <a:pPr algn="ctr"/>
            <a:r>
              <a:rPr lang="en-US" altLang="zh-TW" sz="4400" dirty="0">
                <a:ln w="0"/>
                <a:effectLst>
                  <a:outerShdw blurRad="38100" dist="19050" dir="2700000" algn="tl" rotWithShape="0">
                    <a:schemeClr val="dk1">
                      <a:alpha val="40000"/>
                    </a:schemeClr>
                  </a:outerShdw>
                </a:effectLst>
              </a:rPr>
              <a:t>S={7, 9, 20, 28, 41}</a:t>
            </a:r>
            <a:endParaRPr lang="zh-TW" altLang="en-US" sz="4400" dirty="0">
              <a:ln w="0"/>
              <a:effectLst>
                <a:outerShdw blurRad="38100" dist="19050" dir="2700000" algn="tl" rotWithShape="0">
                  <a:schemeClr val="dk1">
                    <a:alpha val="40000"/>
                  </a:schemeClr>
                </a:outerShdw>
              </a:effectLst>
            </a:endParaRPr>
          </a:p>
        </p:txBody>
      </p:sp>
      <p:sp>
        <p:nvSpPr>
          <p:cNvPr id="109" name="矩形 108"/>
          <p:cNvSpPr/>
          <p:nvPr/>
        </p:nvSpPr>
        <p:spPr>
          <a:xfrm>
            <a:off x="4003277" y="1881520"/>
            <a:ext cx="1242008"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(7, 13)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0" name="矩形 109"/>
          <p:cNvSpPr/>
          <p:nvPr/>
        </p:nvSpPr>
        <p:spPr>
          <a:xfrm>
            <a:off x="6058452" y="998300"/>
            <a:ext cx="1463862"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(13, 62)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1" name="矩形 110"/>
          <p:cNvSpPr/>
          <p:nvPr/>
        </p:nvSpPr>
        <p:spPr>
          <a:xfrm>
            <a:off x="8470414" y="1881520"/>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(41, 62)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cxnSp>
        <p:nvCxnSpPr>
          <p:cNvPr id="114" name="直線接點 113"/>
          <p:cNvCxnSpPr>
            <a:stCxn id="72" idx="3"/>
            <a:endCxn id="73" idx="1"/>
          </p:cNvCxnSpPr>
          <p:nvPr/>
        </p:nvCxnSpPr>
        <p:spPr bwMode="auto">
          <a:xfrm>
            <a:off x="4003277" y="2455102"/>
            <a:ext cx="4206653"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矩形 72"/>
          <p:cNvSpPr/>
          <p:nvPr/>
        </p:nvSpPr>
        <p:spPr bwMode="auto">
          <a:xfrm>
            <a:off x="8209930" y="226094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 name="矩形 2"/>
          <p:cNvSpPr/>
          <p:nvPr/>
        </p:nvSpPr>
        <p:spPr>
          <a:xfrm>
            <a:off x="608974" y="2152390"/>
            <a:ext cx="2778518" cy="769441"/>
          </a:xfrm>
          <a:prstGeom prst="rect">
            <a:avLst/>
          </a:prstGeom>
          <a:noFill/>
        </p:spPr>
        <p:txBody>
          <a:bodyPr wrap="none" lIns="91440" tIns="45720" rIns="91440" bIns="45720">
            <a:spAutoFit/>
          </a:bodyPr>
          <a:lstStyle/>
          <a:p>
            <a:pPr algn="ctr"/>
            <a:r>
              <a:rPr lang="en-US" altLang="zh-TW" sz="4400" dirty="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rPr>
              <a:t>Search 6;</a:t>
            </a:r>
            <a:endParaRPr lang="zh-TW" altLang="en-US" sz="4400" dirty="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endParaRPr>
          </a:p>
        </p:txBody>
      </p:sp>
      <p:cxnSp>
        <p:nvCxnSpPr>
          <p:cNvPr id="13" name="直線單箭頭接點 12"/>
          <p:cNvCxnSpPr/>
          <p:nvPr/>
        </p:nvCxnSpPr>
        <p:spPr bwMode="auto">
          <a:xfrm flipV="1">
            <a:off x="1889097" y="6155758"/>
            <a:ext cx="12793" cy="466338"/>
          </a:xfrm>
          <a:prstGeom prst="straightConnector1">
            <a:avLst/>
          </a:prstGeom>
          <a:solidFill>
            <a:schemeClr val="accent1"/>
          </a:solidFill>
          <a:ln w="76200" cap="flat" cmpd="sng" algn="ctr">
            <a:solidFill>
              <a:srgbClr val="0070C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矩形 13"/>
          <p:cNvSpPr/>
          <p:nvPr/>
        </p:nvSpPr>
        <p:spPr>
          <a:xfrm>
            <a:off x="330917" y="6037070"/>
            <a:ext cx="1487907" cy="707886"/>
          </a:xfrm>
          <a:prstGeom prst="rect">
            <a:avLst/>
          </a:prstGeom>
          <a:noFill/>
        </p:spPr>
        <p:txBody>
          <a:bodyPr wrap="none" lIns="91440" tIns="45720" rIns="91440" bIns="45720">
            <a:spAutoFit/>
          </a:bodyPr>
          <a:lstStyle/>
          <a:p>
            <a:pPr algn="ctr"/>
            <a:r>
              <a:rPr lang="en-US" altLang="zh-TW" sz="40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finger</a:t>
            </a:r>
            <a:endParaRPr lang="zh-TW" altLang="en-US" sz="40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353384075"/>
      </p:ext>
    </p:extLst>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1" name="直線接點 150"/>
          <p:cNvCxnSpPr>
            <a:stCxn id="64" idx="3"/>
            <a:endCxn id="67" idx="1"/>
          </p:cNvCxnSpPr>
          <p:nvPr/>
        </p:nvCxnSpPr>
        <p:spPr bwMode="auto">
          <a:xfrm>
            <a:off x="2885903" y="3467622"/>
            <a:ext cx="1971906"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矩形 3"/>
          <p:cNvSpPr/>
          <p:nvPr/>
        </p:nvSpPr>
        <p:spPr bwMode="auto">
          <a:xfrm>
            <a:off x="1766171" y="5248406"/>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5" name="矩形 4"/>
          <p:cNvSpPr/>
          <p:nvPr/>
        </p:nvSpPr>
        <p:spPr bwMode="auto">
          <a:xfrm>
            <a:off x="2326037"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 name="矩形 5"/>
          <p:cNvSpPr/>
          <p:nvPr/>
        </p:nvSpPr>
        <p:spPr bwMode="auto">
          <a:xfrm>
            <a:off x="5675800"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 name="矩形 6"/>
          <p:cNvSpPr/>
          <p:nvPr/>
        </p:nvSpPr>
        <p:spPr bwMode="auto">
          <a:xfrm>
            <a:off x="5118293"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8" name="矩形 7"/>
          <p:cNvSpPr/>
          <p:nvPr/>
        </p:nvSpPr>
        <p:spPr bwMode="auto">
          <a:xfrm>
            <a:off x="2885903" y="5248406"/>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9" name="矩形 8"/>
          <p:cNvSpPr/>
          <p:nvPr/>
        </p:nvSpPr>
        <p:spPr bwMode="auto">
          <a:xfrm>
            <a:off x="3445769"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0" name="矩形 9"/>
          <p:cNvSpPr/>
          <p:nvPr/>
        </p:nvSpPr>
        <p:spPr bwMode="auto">
          <a:xfrm>
            <a:off x="4560785"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1" name="矩形 10"/>
          <p:cNvSpPr/>
          <p:nvPr/>
        </p:nvSpPr>
        <p:spPr bwMode="auto">
          <a:xfrm>
            <a:off x="4003277"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8" name="矩形 17"/>
          <p:cNvSpPr/>
          <p:nvPr/>
        </p:nvSpPr>
        <p:spPr bwMode="auto">
          <a:xfrm>
            <a:off x="6233308"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9" name="矩形 18"/>
          <p:cNvSpPr/>
          <p:nvPr/>
        </p:nvSpPr>
        <p:spPr bwMode="auto">
          <a:xfrm>
            <a:off x="6793174" y="5248404"/>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0" name="矩形 19"/>
          <p:cNvSpPr/>
          <p:nvPr/>
        </p:nvSpPr>
        <p:spPr bwMode="auto">
          <a:xfrm>
            <a:off x="10142937"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1" name="矩形 20"/>
          <p:cNvSpPr/>
          <p:nvPr/>
        </p:nvSpPr>
        <p:spPr bwMode="auto">
          <a:xfrm>
            <a:off x="9585430"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2" name="矩形 21"/>
          <p:cNvSpPr/>
          <p:nvPr/>
        </p:nvSpPr>
        <p:spPr bwMode="auto">
          <a:xfrm>
            <a:off x="7353040"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3" name="矩形 22"/>
          <p:cNvSpPr/>
          <p:nvPr/>
        </p:nvSpPr>
        <p:spPr bwMode="auto">
          <a:xfrm>
            <a:off x="7912906" y="5248404"/>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4" name="矩形 23"/>
          <p:cNvSpPr/>
          <p:nvPr/>
        </p:nvSpPr>
        <p:spPr bwMode="auto">
          <a:xfrm>
            <a:off x="9027922"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5" name="矩形 24"/>
          <p:cNvSpPr/>
          <p:nvPr/>
        </p:nvSpPr>
        <p:spPr bwMode="auto">
          <a:xfrm>
            <a:off x="8470414"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6" name="矩形 25"/>
          <p:cNvSpPr/>
          <p:nvPr/>
        </p:nvSpPr>
        <p:spPr bwMode="auto">
          <a:xfrm>
            <a:off x="2029013"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7" name="矩形 26"/>
          <p:cNvSpPr/>
          <p:nvPr/>
        </p:nvSpPr>
        <p:spPr bwMode="auto">
          <a:xfrm>
            <a:off x="3148745"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8" name="矩形 27"/>
          <p:cNvSpPr/>
          <p:nvPr/>
        </p:nvSpPr>
        <p:spPr bwMode="auto">
          <a:xfrm>
            <a:off x="4263761"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9" name="矩形 28"/>
          <p:cNvSpPr/>
          <p:nvPr/>
        </p:nvSpPr>
        <p:spPr bwMode="auto">
          <a:xfrm>
            <a:off x="5383493"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0" name="矩形 29"/>
          <p:cNvSpPr/>
          <p:nvPr/>
        </p:nvSpPr>
        <p:spPr bwMode="auto">
          <a:xfrm>
            <a:off x="6496150"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1" name="矩形 30"/>
          <p:cNvSpPr/>
          <p:nvPr/>
        </p:nvSpPr>
        <p:spPr bwMode="auto">
          <a:xfrm>
            <a:off x="7615882"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2" name="矩形 31"/>
          <p:cNvSpPr/>
          <p:nvPr/>
        </p:nvSpPr>
        <p:spPr bwMode="auto">
          <a:xfrm>
            <a:off x="8730898"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3" name="矩形 32"/>
          <p:cNvSpPr/>
          <p:nvPr/>
        </p:nvSpPr>
        <p:spPr bwMode="auto">
          <a:xfrm>
            <a:off x="9850630"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35" name="直線接點 34"/>
          <p:cNvCxnSpPr>
            <a:stCxn id="26" idx="2"/>
            <a:endCxn id="4" idx="0"/>
          </p:cNvCxnSpPr>
          <p:nvPr/>
        </p:nvCxnSpPr>
        <p:spPr bwMode="auto">
          <a:xfrm flipH="1">
            <a:off x="1901890"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線接點 36"/>
          <p:cNvCxnSpPr>
            <a:stCxn id="26" idx="2"/>
            <a:endCxn id="5" idx="0"/>
          </p:cNvCxnSpPr>
          <p:nvPr/>
        </p:nvCxnSpPr>
        <p:spPr bwMode="auto">
          <a:xfrm>
            <a:off x="2164732"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線接點 39"/>
          <p:cNvCxnSpPr/>
          <p:nvPr/>
        </p:nvCxnSpPr>
        <p:spPr bwMode="auto">
          <a:xfrm flipH="1">
            <a:off x="3018504"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線接點 40"/>
          <p:cNvCxnSpPr/>
          <p:nvPr/>
        </p:nvCxnSpPr>
        <p:spPr bwMode="auto">
          <a:xfrm>
            <a:off x="3281346"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3" name="群組 42"/>
          <p:cNvGrpSpPr/>
          <p:nvPr/>
        </p:nvGrpSpPr>
        <p:grpSpPr>
          <a:xfrm>
            <a:off x="4134720" y="4636717"/>
            <a:ext cx="559866" cy="611689"/>
            <a:chOff x="1914683" y="4636717"/>
            <a:chExt cx="559866" cy="611689"/>
          </a:xfrm>
        </p:grpSpPr>
        <p:cxnSp>
          <p:nvCxnSpPr>
            <p:cNvPr id="44" name="直線接點 43"/>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線接點 44"/>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9" name="群組 48"/>
          <p:cNvGrpSpPr/>
          <p:nvPr/>
        </p:nvGrpSpPr>
        <p:grpSpPr>
          <a:xfrm>
            <a:off x="5246176" y="4636717"/>
            <a:ext cx="559866" cy="611689"/>
            <a:chOff x="1914683" y="4636717"/>
            <a:chExt cx="559866" cy="611689"/>
          </a:xfrm>
        </p:grpSpPr>
        <p:cxnSp>
          <p:nvCxnSpPr>
            <p:cNvPr id="50" name="直線接點 49"/>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線接點 50"/>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2" name="群組 51"/>
          <p:cNvGrpSpPr/>
          <p:nvPr/>
        </p:nvGrpSpPr>
        <p:grpSpPr>
          <a:xfrm>
            <a:off x="6362154" y="4636715"/>
            <a:ext cx="559866" cy="611689"/>
            <a:chOff x="1914683" y="4636717"/>
            <a:chExt cx="559866" cy="611689"/>
          </a:xfrm>
        </p:grpSpPr>
        <p:cxnSp>
          <p:nvCxnSpPr>
            <p:cNvPr id="53" name="直線接點 52"/>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直線接點 53"/>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5" name="群組 54"/>
          <p:cNvGrpSpPr/>
          <p:nvPr/>
        </p:nvGrpSpPr>
        <p:grpSpPr>
          <a:xfrm>
            <a:off x="7479744" y="4636714"/>
            <a:ext cx="559866" cy="611689"/>
            <a:chOff x="1914683" y="4636717"/>
            <a:chExt cx="559866" cy="611689"/>
          </a:xfrm>
        </p:grpSpPr>
        <p:cxnSp>
          <p:nvCxnSpPr>
            <p:cNvPr id="56" name="直線接點 55"/>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直線接點 56"/>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59" name="直線接點 58"/>
          <p:cNvCxnSpPr/>
          <p:nvPr/>
        </p:nvCxnSpPr>
        <p:spPr bwMode="auto">
          <a:xfrm flipH="1">
            <a:off x="8596707" y="4636714"/>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直線接點 59"/>
          <p:cNvCxnSpPr/>
          <p:nvPr/>
        </p:nvCxnSpPr>
        <p:spPr bwMode="auto">
          <a:xfrm>
            <a:off x="8859549" y="4636714"/>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61" name="群組 60"/>
          <p:cNvGrpSpPr/>
          <p:nvPr/>
        </p:nvGrpSpPr>
        <p:grpSpPr>
          <a:xfrm>
            <a:off x="9713670" y="4636714"/>
            <a:ext cx="559866" cy="611689"/>
            <a:chOff x="1914683" y="4636717"/>
            <a:chExt cx="559866" cy="611689"/>
          </a:xfrm>
        </p:grpSpPr>
        <p:cxnSp>
          <p:nvCxnSpPr>
            <p:cNvPr id="62" name="直線接點 61"/>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直線接點 62"/>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4" name="矩形 63"/>
          <p:cNvSpPr/>
          <p:nvPr/>
        </p:nvSpPr>
        <p:spPr bwMode="auto">
          <a:xfrm>
            <a:off x="2588879"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7" name="矩形 66"/>
          <p:cNvSpPr/>
          <p:nvPr/>
        </p:nvSpPr>
        <p:spPr bwMode="auto">
          <a:xfrm>
            <a:off x="4857809"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9" name="矩形 68"/>
          <p:cNvSpPr/>
          <p:nvPr/>
        </p:nvSpPr>
        <p:spPr bwMode="auto">
          <a:xfrm>
            <a:off x="7088940"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1" name="矩形 70"/>
          <p:cNvSpPr/>
          <p:nvPr/>
        </p:nvSpPr>
        <p:spPr bwMode="auto">
          <a:xfrm>
            <a:off x="9321172" y="3273469"/>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2" name="矩形 71"/>
          <p:cNvSpPr/>
          <p:nvPr/>
        </p:nvSpPr>
        <p:spPr bwMode="auto">
          <a:xfrm>
            <a:off x="3706253" y="226094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4" name="矩形 73"/>
          <p:cNvSpPr/>
          <p:nvPr/>
        </p:nvSpPr>
        <p:spPr bwMode="auto">
          <a:xfrm>
            <a:off x="5806042" y="1244253"/>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85" name="群組 84"/>
          <p:cNvGrpSpPr/>
          <p:nvPr/>
        </p:nvGrpSpPr>
        <p:grpSpPr>
          <a:xfrm>
            <a:off x="4412273" y="3661775"/>
            <a:ext cx="1119732" cy="586636"/>
            <a:chOff x="4412273" y="3661775"/>
            <a:chExt cx="1119732" cy="586636"/>
          </a:xfrm>
        </p:grpSpPr>
        <p:cxnSp>
          <p:nvCxnSpPr>
            <p:cNvPr id="78" name="直線接點 77"/>
            <p:cNvCxnSpPr>
              <a:endCxn id="28" idx="0"/>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直線接點 78"/>
            <p:cNvCxnSpPr>
              <a:endCxn id="29" idx="0"/>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6" name="群組 85"/>
          <p:cNvGrpSpPr/>
          <p:nvPr/>
        </p:nvGrpSpPr>
        <p:grpSpPr>
          <a:xfrm>
            <a:off x="2172809" y="3663862"/>
            <a:ext cx="1119732" cy="586636"/>
            <a:chOff x="4412273" y="3661775"/>
            <a:chExt cx="1119732" cy="586636"/>
          </a:xfrm>
        </p:grpSpPr>
        <p:cxnSp>
          <p:nvCxnSpPr>
            <p:cNvPr id="87" name="直線接點 86"/>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直線接點 87"/>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9" name="群組 88"/>
          <p:cNvGrpSpPr/>
          <p:nvPr/>
        </p:nvGrpSpPr>
        <p:grpSpPr>
          <a:xfrm>
            <a:off x="6673970" y="3661775"/>
            <a:ext cx="1119732" cy="586636"/>
            <a:chOff x="4412273" y="3661775"/>
            <a:chExt cx="1119732" cy="586636"/>
          </a:xfrm>
        </p:grpSpPr>
        <p:cxnSp>
          <p:nvCxnSpPr>
            <p:cNvPr id="90" name="直線接點 89"/>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直線接點 90"/>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92" name="群組 91"/>
          <p:cNvGrpSpPr/>
          <p:nvPr/>
        </p:nvGrpSpPr>
        <p:grpSpPr>
          <a:xfrm>
            <a:off x="8909818" y="3661775"/>
            <a:ext cx="1119732" cy="586636"/>
            <a:chOff x="4412273" y="3661775"/>
            <a:chExt cx="1119732" cy="586636"/>
          </a:xfrm>
        </p:grpSpPr>
        <p:cxnSp>
          <p:nvCxnSpPr>
            <p:cNvPr id="93" name="直線接點 92"/>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直線接點 93"/>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96" name="直線接點 95"/>
          <p:cNvCxnSpPr>
            <a:endCxn id="69" idx="0"/>
          </p:cNvCxnSpPr>
          <p:nvPr/>
        </p:nvCxnSpPr>
        <p:spPr bwMode="auto">
          <a:xfrm flipH="1">
            <a:off x="7237452" y="2667000"/>
            <a:ext cx="1140027" cy="60646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直線接點 96"/>
          <p:cNvCxnSpPr>
            <a:endCxn id="71" idx="0"/>
          </p:cNvCxnSpPr>
          <p:nvPr/>
        </p:nvCxnSpPr>
        <p:spPr bwMode="auto">
          <a:xfrm>
            <a:off x="8377478" y="2667000"/>
            <a:ext cx="1092206" cy="60646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直線接點 98"/>
          <p:cNvCxnSpPr>
            <a:endCxn id="64" idx="0"/>
          </p:cNvCxnSpPr>
          <p:nvPr/>
        </p:nvCxnSpPr>
        <p:spPr bwMode="auto">
          <a:xfrm flipH="1">
            <a:off x="2737391" y="2665957"/>
            <a:ext cx="1120913" cy="607512"/>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直線接點 99"/>
          <p:cNvCxnSpPr>
            <a:endCxn id="67" idx="0"/>
          </p:cNvCxnSpPr>
          <p:nvPr/>
        </p:nvCxnSpPr>
        <p:spPr bwMode="auto">
          <a:xfrm>
            <a:off x="3858303" y="2665957"/>
            <a:ext cx="1148018" cy="607512"/>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直線接點 111"/>
          <p:cNvCxnSpPr>
            <a:endCxn id="72" idx="0"/>
          </p:cNvCxnSpPr>
          <p:nvPr/>
        </p:nvCxnSpPr>
        <p:spPr bwMode="auto">
          <a:xfrm flipH="1">
            <a:off x="3854765" y="1650304"/>
            <a:ext cx="2100968" cy="610645"/>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3" name="直線接點 112"/>
          <p:cNvCxnSpPr>
            <a:endCxn id="73" idx="0"/>
          </p:cNvCxnSpPr>
          <p:nvPr/>
        </p:nvCxnSpPr>
        <p:spPr bwMode="auto">
          <a:xfrm>
            <a:off x="5955733" y="1650304"/>
            <a:ext cx="2402709" cy="610645"/>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 name="矩形 117"/>
          <p:cNvSpPr/>
          <p:nvPr/>
        </p:nvSpPr>
        <p:spPr>
          <a:xfrm>
            <a:off x="9580755" y="2944402"/>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(53, 62)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0" name="矩形 119"/>
          <p:cNvSpPr/>
          <p:nvPr/>
        </p:nvSpPr>
        <p:spPr>
          <a:xfrm flipH="1">
            <a:off x="7420163" y="2923918"/>
            <a:ext cx="1396471" cy="523220"/>
          </a:xfrm>
          <a:prstGeom prst="rect">
            <a:avLst/>
          </a:prstGeom>
          <a:noFill/>
          <a:ln>
            <a:noFill/>
          </a:ln>
        </p:spPr>
        <p:txBody>
          <a:bodyPr wrap="squar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(28, 41)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1" name="矩形 120"/>
          <p:cNvSpPr/>
          <p:nvPr/>
        </p:nvSpPr>
        <p:spPr>
          <a:xfrm>
            <a:off x="2930775" y="2923918"/>
            <a:ext cx="1072730"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(5, 7)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2" name="矩形 121"/>
          <p:cNvSpPr/>
          <p:nvPr/>
        </p:nvSpPr>
        <p:spPr>
          <a:xfrm>
            <a:off x="5121640" y="2923918"/>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(11, 13)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4" name="矩形 123"/>
          <p:cNvSpPr/>
          <p:nvPr/>
        </p:nvSpPr>
        <p:spPr>
          <a:xfrm>
            <a:off x="1724567" y="5636710"/>
            <a:ext cx="380232"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5" name="矩形 124"/>
          <p:cNvSpPr/>
          <p:nvPr/>
        </p:nvSpPr>
        <p:spPr>
          <a:xfrm>
            <a:off x="2280009" y="5636710"/>
            <a:ext cx="380232" cy="523220"/>
          </a:xfrm>
          <a:prstGeom prst="rect">
            <a:avLst/>
          </a:prstGeom>
          <a:noFill/>
          <a:ln>
            <a:noFill/>
          </a:ln>
        </p:spPr>
        <p:txBody>
          <a:bodyPr wrap="none" lIns="91440" tIns="45720" rIns="91440" bIns="45720">
            <a:spAutoFit/>
          </a:bodyPr>
          <a:lstStyle/>
          <a:p>
            <a:pPr algn="ctr"/>
            <a:r>
              <a:rPr lang="en-US" altLang="zh-TW" sz="2800" dirty="0">
                <a:ln w="0"/>
                <a:effectLst>
                  <a:outerShdw blurRad="38100" dist="19050" dir="2700000" algn="tl" rotWithShape="0">
                    <a:schemeClr val="dk1">
                      <a:alpha val="40000"/>
                    </a:schemeClr>
                  </a:outerShdw>
                </a:effectLst>
              </a:rPr>
              <a:t>5</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6" name="矩形 125"/>
          <p:cNvSpPr/>
          <p:nvPr/>
        </p:nvSpPr>
        <p:spPr>
          <a:xfrm>
            <a:off x="2835451" y="5634625"/>
            <a:ext cx="380232"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6</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7" name="矩形 126"/>
          <p:cNvSpPr/>
          <p:nvPr/>
        </p:nvSpPr>
        <p:spPr>
          <a:xfrm>
            <a:off x="3399448" y="5634624"/>
            <a:ext cx="380232"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8" name="矩形 127"/>
          <p:cNvSpPr/>
          <p:nvPr/>
        </p:nvSpPr>
        <p:spPr>
          <a:xfrm>
            <a:off x="3977821" y="5634624"/>
            <a:ext cx="380232" cy="523220"/>
          </a:xfrm>
          <a:prstGeom prst="rect">
            <a:avLst/>
          </a:prstGeom>
          <a:noFill/>
          <a:ln>
            <a:noFill/>
          </a:ln>
        </p:spPr>
        <p:txBody>
          <a:bodyPr wrap="none" lIns="91440" tIns="45720" rIns="91440" bIns="45720">
            <a:spAutoFit/>
          </a:bodyPr>
          <a:lstStyle/>
          <a:p>
            <a:pPr algn="ctr"/>
            <a:r>
              <a:rPr lang="en-US" altLang="zh-TW" sz="2800" dirty="0">
                <a:ln w="0"/>
                <a:effectLst>
                  <a:outerShdw blurRad="38100" dist="19050" dir="2700000" algn="tl" rotWithShape="0">
                    <a:schemeClr val="dk1">
                      <a:alpha val="40000"/>
                    </a:schemeClr>
                  </a:outerShdw>
                </a:effectLst>
              </a:rPr>
              <a:t>9</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9" name="矩形 128"/>
          <p:cNvSpPr/>
          <p:nvPr/>
        </p:nvSpPr>
        <p:spPr>
          <a:xfrm>
            <a:off x="4438489"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11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0" name="矩形 129"/>
          <p:cNvSpPr/>
          <p:nvPr/>
        </p:nvSpPr>
        <p:spPr>
          <a:xfrm>
            <a:off x="4993931"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12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1" name="矩形 130"/>
          <p:cNvSpPr/>
          <p:nvPr/>
        </p:nvSpPr>
        <p:spPr>
          <a:xfrm>
            <a:off x="5549373" y="5632539"/>
            <a:ext cx="575799"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2" name="矩形 131"/>
          <p:cNvSpPr/>
          <p:nvPr/>
        </p:nvSpPr>
        <p:spPr>
          <a:xfrm>
            <a:off x="6113370"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20</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3" name="矩形 132"/>
          <p:cNvSpPr/>
          <p:nvPr/>
        </p:nvSpPr>
        <p:spPr>
          <a:xfrm>
            <a:off x="6691743" y="5632538"/>
            <a:ext cx="575799"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28</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4" name="矩形 133"/>
          <p:cNvSpPr/>
          <p:nvPr/>
        </p:nvSpPr>
        <p:spPr>
          <a:xfrm>
            <a:off x="7202850"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29</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5" name="矩形 134"/>
          <p:cNvSpPr/>
          <p:nvPr/>
        </p:nvSpPr>
        <p:spPr>
          <a:xfrm>
            <a:off x="7758292"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41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6" name="矩形 135"/>
          <p:cNvSpPr/>
          <p:nvPr/>
        </p:nvSpPr>
        <p:spPr>
          <a:xfrm>
            <a:off x="8313734" y="5632539"/>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42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7" name="矩形 136"/>
          <p:cNvSpPr/>
          <p:nvPr/>
        </p:nvSpPr>
        <p:spPr>
          <a:xfrm>
            <a:off x="8877731"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53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8" name="矩形 137"/>
          <p:cNvSpPr/>
          <p:nvPr/>
        </p:nvSpPr>
        <p:spPr>
          <a:xfrm>
            <a:off x="9456104"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58</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9" name="矩形 138"/>
          <p:cNvSpPr/>
          <p:nvPr/>
        </p:nvSpPr>
        <p:spPr>
          <a:xfrm>
            <a:off x="10061513"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cxnSp>
        <p:nvCxnSpPr>
          <p:cNvPr id="143" name="直線接點 142"/>
          <p:cNvCxnSpPr>
            <a:stCxn id="26" idx="3"/>
            <a:endCxn id="27" idx="1"/>
          </p:cNvCxnSpPr>
          <p:nvPr/>
        </p:nvCxnSpPr>
        <p:spPr bwMode="auto">
          <a:xfrm>
            <a:off x="2326037"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 name="直線接點 143"/>
          <p:cNvCxnSpPr/>
          <p:nvPr/>
        </p:nvCxnSpPr>
        <p:spPr bwMode="auto">
          <a:xfrm>
            <a:off x="3445769"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 name="直線接點 144"/>
          <p:cNvCxnSpPr/>
          <p:nvPr/>
        </p:nvCxnSpPr>
        <p:spPr bwMode="auto">
          <a:xfrm>
            <a:off x="4560785"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直線接點 145"/>
          <p:cNvCxnSpPr/>
          <p:nvPr/>
        </p:nvCxnSpPr>
        <p:spPr bwMode="auto">
          <a:xfrm>
            <a:off x="6773508"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直線接點 146"/>
          <p:cNvCxnSpPr/>
          <p:nvPr/>
        </p:nvCxnSpPr>
        <p:spPr bwMode="auto">
          <a:xfrm>
            <a:off x="7920348"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直線接點 147"/>
          <p:cNvCxnSpPr/>
          <p:nvPr/>
        </p:nvCxnSpPr>
        <p:spPr bwMode="auto">
          <a:xfrm>
            <a:off x="9022383"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 name="直線接點 148"/>
          <p:cNvCxnSpPr/>
          <p:nvPr/>
        </p:nvCxnSpPr>
        <p:spPr bwMode="auto">
          <a:xfrm>
            <a:off x="5702016"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 name="直線接點 152"/>
          <p:cNvCxnSpPr>
            <a:stCxn id="67" idx="3"/>
            <a:endCxn id="69" idx="1"/>
          </p:cNvCxnSpPr>
          <p:nvPr/>
        </p:nvCxnSpPr>
        <p:spPr bwMode="auto">
          <a:xfrm>
            <a:off x="5154833" y="3467622"/>
            <a:ext cx="1934107"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 name="直線接點 153"/>
          <p:cNvCxnSpPr>
            <a:stCxn id="69" idx="3"/>
            <a:endCxn id="71" idx="1"/>
          </p:cNvCxnSpPr>
          <p:nvPr/>
        </p:nvCxnSpPr>
        <p:spPr bwMode="auto">
          <a:xfrm>
            <a:off x="7385964" y="3467622"/>
            <a:ext cx="19352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矩形 1"/>
          <p:cNvSpPr/>
          <p:nvPr/>
        </p:nvSpPr>
        <p:spPr>
          <a:xfrm>
            <a:off x="590271" y="522241"/>
            <a:ext cx="5263300" cy="769441"/>
          </a:xfrm>
          <a:prstGeom prst="rect">
            <a:avLst/>
          </a:prstGeom>
          <a:noFill/>
        </p:spPr>
        <p:txBody>
          <a:bodyPr wrap="none" lIns="91440" tIns="45720" rIns="91440" bIns="45720">
            <a:spAutoFit/>
          </a:bodyPr>
          <a:lstStyle/>
          <a:p>
            <a:pPr algn="ctr"/>
            <a:r>
              <a:rPr lang="en-US" altLang="zh-TW" sz="4400" dirty="0">
                <a:ln w="0"/>
                <a:effectLst>
                  <a:outerShdw blurRad="38100" dist="19050" dir="2700000" algn="tl" rotWithShape="0">
                    <a:schemeClr val="dk1">
                      <a:alpha val="40000"/>
                    </a:schemeClr>
                  </a:outerShdw>
                </a:effectLst>
              </a:rPr>
              <a:t>S={7, 9, 20, 28, 41}</a:t>
            </a:r>
            <a:endParaRPr lang="zh-TW" altLang="en-US" sz="4400" dirty="0">
              <a:ln w="0"/>
              <a:effectLst>
                <a:outerShdw blurRad="38100" dist="19050" dir="2700000" algn="tl" rotWithShape="0">
                  <a:schemeClr val="dk1">
                    <a:alpha val="40000"/>
                  </a:schemeClr>
                </a:outerShdw>
              </a:effectLst>
            </a:endParaRPr>
          </a:p>
        </p:txBody>
      </p:sp>
      <p:sp>
        <p:nvSpPr>
          <p:cNvPr id="109" name="矩形 108"/>
          <p:cNvSpPr/>
          <p:nvPr/>
        </p:nvSpPr>
        <p:spPr>
          <a:xfrm>
            <a:off x="4003277" y="1881520"/>
            <a:ext cx="1242008"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(7, 13)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0" name="矩形 109"/>
          <p:cNvSpPr/>
          <p:nvPr/>
        </p:nvSpPr>
        <p:spPr>
          <a:xfrm>
            <a:off x="6058452" y="998300"/>
            <a:ext cx="1463862"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(13, 62)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1" name="矩形 110"/>
          <p:cNvSpPr/>
          <p:nvPr/>
        </p:nvSpPr>
        <p:spPr>
          <a:xfrm>
            <a:off x="8470414" y="1881520"/>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(41, 62)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cxnSp>
        <p:nvCxnSpPr>
          <p:cNvPr id="114" name="直線接點 113"/>
          <p:cNvCxnSpPr>
            <a:stCxn id="72" idx="3"/>
            <a:endCxn id="73" idx="1"/>
          </p:cNvCxnSpPr>
          <p:nvPr/>
        </p:nvCxnSpPr>
        <p:spPr bwMode="auto">
          <a:xfrm>
            <a:off x="4003277" y="2455102"/>
            <a:ext cx="4206653"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矩形 72"/>
          <p:cNvSpPr/>
          <p:nvPr/>
        </p:nvSpPr>
        <p:spPr bwMode="auto">
          <a:xfrm>
            <a:off x="8209930" y="226094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150" name="群組 149"/>
          <p:cNvGrpSpPr/>
          <p:nvPr/>
        </p:nvGrpSpPr>
        <p:grpSpPr>
          <a:xfrm>
            <a:off x="2047390" y="6037070"/>
            <a:ext cx="1570973" cy="707886"/>
            <a:chOff x="330917" y="6037070"/>
            <a:chExt cx="1570973" cy="707886"/>
          </a:xfrm>
        </p:grpSpPr>
        <p:cxnSp>
          <p:nvCxnSpPr>
            <p:cNvPr id="152" name="直線單箭頭接點 151"/>
            <p:cNvCxnSpPr/>
            <p:nvPr/>
          </p:nvCxnSpPr>
          <p:spPr bwMode="auto">
            <a:xfrm flipV="1">
              <a:off x="1889097" y="6155758"/>
              <a:ext cx="12793" cy="466338"/>
            </a:xfrm>
            <a:prstGeom prst="straightConnector1">
              <a:avLst/>
            </a:prstGeom>
            <a:solidFill>
              <a:schemeClr val="accent1"/>
            </a:solidFill>
            <a:ln w="76200" cap="flat" cmpd="sng" algn="ctr">
              <a:solidFill>
                <a:srgbClr val="0070C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5" name="矩形 154"/>
            <p:cNvSpPr/>
            <p:nvPr/>
          </p:nvSpPr>
          <p:spPr>
            <a:xfrm>
              <a:off x="330917" y="6037070"/>
              <a:ext cx="1487907" cy="707886"/>
            </a:xfrm>
            <a:prstGeom prst="rect">
              <a:avLst/>
            </a:prstGeom>
            <a:noFill/>
          </p:spPr>
          <p:txBody>
            <a:bodyPr wrap="none" lIns="91440" tIns="45720" rIns="91440" bIns="45720">
              <a:spAutoFit/>
            </a:bodyPr>
            <a:lstStyle/>
            <a:p>
              <a:pPr algn="ctr"/>
              <a:r>
                <a:rPr lang="en-US" altLang="zh-TW" sz="40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finger</a:t>
              </a:r>
              <a:endParaRPr lang="zh-TW" altLang="en-US" sz="40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grpSp>
    </p:spTree>
    <p:extLst>
      <p:ext uri="{BB962C8B-B14F-4D97-AF65-F5344CB8AC3E}">
        <p14:creationId xmlns:p14="http://schemas.microsoft.com/office/powerpoint/2010/main" val="2943286140"/>
      </p:ext>
    </p:extLst>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1" name="直線接點 150"/>
          <p:cNvCxnSpPr>
            <a:stCxn id="64" idx="3"/>
            <a:endCxn id="67" idx="1"/>
          </p:cNvCxnSpPr>
          <p:nvPr/>
        </p:nvCxnSpPr>
        <p:spPr bwMode="auto">
          <a:xfrm>
            <a:off x="2885903" y="3467622"/>
            <a:ext cx="1971906"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矩形 3"/>
          <p:cNvSpPr/>
          <p:nvPr/>
        </p:nvSpPr>
        <p:spPr bwMode="auto">
          <a:xfrm>
            <a:off x="1766171" y="5248406"/>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5" name="矩形 4"/>
          <p:cNvSpPr/>
          <p:nvPr/>
        </p:nvSpPr>
        <p:spPr bwMode="auto">
          <a:xfrm>
            <a:off x="2326037"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 name="矩形 5"/>
          <p:cNvSpPr/>
          <p:nvPr/>
        </p:nvSpPr>
        <p:spPr bwMode="auto">
          <a:xfrm>
            <a:off x="5675800"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 name="矩形 6"/>
          <p:cNvSpPr/>
          <p:nvPr/>
        </p:nvSpPr>
        <p:spPr bwMode="auto">
          <a:xfrm>
            <a:off x="5118293"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8" name="矩形 7"/>
          <p:cNvSpPr/>
          <p:nvPr/>
        </p:nvSpPr>
        <p:spPr bwMode="auto">
          <a:xfrm>
            <a:off x="2885903" y="5248406"/>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9" name="矩形 8"/>
          <p:cNvSpPr/>
          <p:nvPr/>
        </p:nvSpPr>
        <p:spPr bwMode="auto">
          <a:xfrm>
            <a:off x="3445769"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0" name="矩形 9"/>
          <p:cNvSpPr/>
          <p:nvPr/>
        </p:nvSpPr>
        <p:spPr bwMode="auto">
          <a:xfrm>
            <a:off x="4560785"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1" name="矩形 10"/>
          <p:cNvSpPr/>
          <p:nvPr/>
        </p:nvSpPr>
        <p:spPr bwMode="auto">
          <a:xfrm>
            <a:off x="4003277"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8" name="矩形 17"/>
          <p:cNvSpPr/>
          <p:nvPr/>
        </p:nvSpPr>
        <p:spPr bwMode="auto">
          <a:xfrm>
            <a:off x="6233308"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9" name="矩形 18"/>
          <p:cNvSpPr/>
          <p:nvPr/>
        </p:nvSpPr>
        <p:spPr bwMode="auto">
          <a:xfrm>
            <a:off x="6793174" y="5248404"/>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0" name="矩形 19"/>
          <p:cNvSpPr/>
          <p:nvPr/>
        </p:nvSpPr>
        <p:spPr bwMode="auto">
          <a:xfrm>
            <a:off x="10142937"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1" name="矩形 20"/>
          <p:cNvSpPr/>
          <p:nvPr/>
        </p:nvSpPr>
        <p:spPr bwMode="auto">
          <a:xfrm>
            <a:off x="9585430"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2" name="矩形 21"/>
          <p:cNvSpPr/>
          <p:nvPr/>
        </p:nvSpPr>
        <p:spPr bwMode="auto">
          <a:xfrm>
            <a:off x="7353040"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3" name="矩形 22"/>
          <p:cNvSpPr/>
          <p:nvPr/>
        </p:nvSpPr>
        <p:spPr bwMode="auto">
          <a:xfrm>
            <a:off x="7912906" y="5248404"/>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4" name="矩形 23"/>
          <p:cNvSpPr/>
          <p:nvPr/>
        </p:nvSpPr>
        <p:spPr bwMode="auto">
          <a:xfrm>
            <a:off x="9027922"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5" name="矩形 24"/>
          <p:cNvSpPr/>
          <p:nvPr/>
        </p:nvSpPr>
        <p:spPr bwMode="auto">
          <a:xfrm>
            <a:off x="8470414"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6" name="矩形 25"/>
          <p:cNvSpPr/>
          <p:nvPr/>
        </p:nvSpPr>
        <p:spPr bwMode="auto">
          <a:xfrm>
            <a:off x="2029013"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7" name="矩形 26"/>
          <p:cNvSpPr/>
          <p:nvPr/>
        </p:nvSpPr>
        <p:spPr bwMode="auto">
          <a:xfrm>
            <a:off x="3148745"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8" name="矩形 27"/>
          <p:cNvSpPr/>
          <p:nvPr/>
        </p:nvSpPr>
        <p:spPr bwMode="auto">
          <a:xfrm>
            <a:off x="4263761"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9" name="矩形 28"/>
          <p:cNvSpPr/>
          <p:nvPr/>
        </p:nvSpPr>
        <p:spPr bwMode="auto">
          <a:xfrm>
            <a:off x="5383493"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0" name="矩形 29"/>
          <p:cNvSpPr/>
          <p:nvPr/>
        </p:nvSpPr>
        <p:spPr bwMode="auto">
          <a:xfrm>
            <a:off x="6496150"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1" name="矩形 30"/>
          <p:cNvSpPr/>
          <p:nvPr/>
        </p:nvSpPr>
        <p:spPr bwMode="auto">
          <a:xfrm>
            <a:off x="7615882"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2" name="矩形 31"/>
          <p:cNvSpPr/>
          <p:nvPr/>
        </p:nvSpPr>
        <p:spPr bwMode="auto">
          <a:xfrm>
            <a:off x="8730898"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3" name="矩形 32"/>
          <p:cNvSpPr/>
          <p:nvPr/>
        </p:nvSpPr>
        <p:spPr bwMode="auto">
          <a:xfrm>
            <a:off x="9850630"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35" name="直線接點 34"/>
          <p:cNvCxnSpPr>
            <a:stCxn id="26" idx="2"/>
            <a:endCxn id="4" idx="0"/>
          </p:cNvCxnSpPr>
          <p:nvPr/>
        </p:nvCxnSpPr>
        <p:spPr bwMode="auto">
          <a:xfrm flipH="1">
            <a:off x="1901890"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線接點 36"/>
          <p:cNvCxnSpPr>
            <a:stCxn id="26" idx="2"/>
            <a:endCxn id="5" idx="0"/>
          </p:cNvCxnSpPr>
          <p:nvPr/>
        </p:nvCxnSpPr>
        <p:spPr bwMode="auto">
          <a:xfrm>
            <a:off x="2164732"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線接點 39"/>
          <p:cNvCxnSpPr/>
          <p:nvPr/>
        </p:nvCxnSpPr>
        <p:spPr bwMode="auto">
          <a:xfrm flipH="1">
            <a:off x="3018504"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線接點 40"/>
          <p:cNvCxnSpPr/>
          <p:nvPr/>
        </p:nvCxnSpPr>
        <p:spPr bwMode="auto">
          <a:xfrm>
            <a:off x="3281346"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3" name="群組 42"/>
          <p:cNvGrpSpPr/>
          <p:nvPr/>
        </p:nvGrpSpPr>
        <p:grpSpPr>
          <a:xfrm>
            <a:off x="4134720" y="4636717"/>
            <a:ext cx="559866" cy="611689"/>
            <a:chOff x="1914683" y="4636717"/>
            <a:chExt cx="559866" cy="611689"/>
          </a:xfrm>
        </p:grpSpPr>
        <p:cxnSp>
          <p:nvCxnSpPr>
            <p:cNvPr id="44" name="直線接點 43"/>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線接點 44"/>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9" name="群組 48"/>
          <p:cNvGrpSpPr/>
          <p:nvPr/>
        </p:nvGrpSpPr>
        <p:grpSpPr>
          <a:xfrm>
            <a:off x="5246176" y="4636717"/>
            <a:ext cx="559866" cy="611689"/>
            <a:chOff x="1914683" y="4636717"/>
            <a:chExt cx="559866" cy="611689"/>
          </a:xfrm>
        </p:grpSpPr>
        <p:cxnSp>
          <p:nvCxnSpPr>
            <p:cNvPr id="50" name="直線接點 49"/>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線接點 50"/>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2" name="群組 51"/>
          <p:cNvGrpSpPr/>
          <p:nvPr/>
        </p:nvGrpSpPr>
        <p:grpSpPr>
          <a:xfrm>
            <a:off x="6362154" y="4636715"/>
            <a:ext cx="559866" cy="611689"/>
            <a:chOff x="1914683" y="4636717"/>
            <a:chExt cx="559866" cy="611689"/>
          </a:xfrm>
        </p:grpSpPr>
        <p:cxnSp>
          <p:nvCxnSpPr>
            <p:cNvPr id="53" name="直線接點 52"/>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直線接點 53"/>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5" name="群組 54"/>
          <p:cNvGrpSpPr/>
          <p:nvPr/>
        </p:nvGrpSpPr>
        <p:grpSpPr>
          <a:xfrm>
            <a:off x="7479744" y="4636714"/>
            <a:ext cx="559866" cy="611689"/>
            <a:chOff x="1914683" y="4636717"/>
            <a:chExt cx="559866" cy="611689"/>
          </a:xfrm>
        </p:grpSpPr>
        <p:cxnSp>
          <p:nvCxnSpPr>
            <p:cNvPr id="56" name="直線接點 55"/>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直線接點 56"/>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59" name="直線接點 58"/>
          <p:cNvCxnSpPr/>
          <p:nvPr/>
        </p:nvCxnSpPr>
        <p:spPr bwMode="auto">
          <a:xfrm flipH="1">
            <a:off x="8596707" y="4636714"/>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直線接點 59"/>
          <p:cNvCxnSpPr/>
          <p:nvPr/>
        </p:nvCxnSpPr>
        <p:spPr bwMode="auto">
          <a:xfrm>
            <a:off x="8859549" y="4636714"/>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61" name="群組 60"/>
          <p:cNvGrpSpPr/>
          <p:nvPr/>
        </p:nvGrpSpPr>
        <p:grpSpPr>
          <a:xfrm>
            <a:off x="9713670" y="4636714"/>
            <a:ext cx="559866" cy="611689"/>
            <a:chOff x="1914683" y="4636717"/>
            <a:chExt cx="559866" cy="611689"/>
          </a:xfrm>
        </p:grpSpPr>
        <p:cxnSp>
          <p:nvCxnSpPr>
            <p:cNvPr id="62" name="直線接點 61"/>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直線接點 62"/>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4" name="矩形 63"/>
          <p:cNvSpPr/>
          <p:nvPr/>
        </p:nvSpPr>
        <p:spPr bwMode="auto">
          <a:xfrm>
            <a:off x="2588879"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7" name="矩形 66"/>
          <p:cNvSpPr/>
          <p:nvPr/>
        </p:nvSpPr>
        <p:spPr bwMode="auto">
          <a:xfrm>
            <a:off x="4857809"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9" name="矩形 68"/>
          <p:cNvSpPr/>
          <p:nvPr/>
        </p:nvSpPr>
        <p:spPr bwMode="auto">
          <a:xfrm>
            <a:off x="7088940"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1" name="矩形 70"/>
          <p:cNvSpPr/>
          <p:nvPr/>
        </p:nvSpPr>
        <p:spPr bwMode="auto">
          <a:xfrm>
            <a:off x="9321172" y="3273469"/>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2" name="矩形 71"/>
          <p:cNvSpPr/>
          <p:nvPr/>
        </p:nvSpPr>
        <p:spPr bwMode="auto">
          <a:xfrm>
            <a:off x="3706253" y="226094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4" name="矩形 73"/>
          <p:cNvSpPr/>
          <p:nvPr/>
        </p:nvSpPr>
        <p:spPr bwMode="auto">
          <a:xfrm>
            <a:off x="5806042" y="1244253"/>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85" name="群組 84"/>
          <p:cNvGrpSpPr/>
          <p:nvPr/>
        </p:nvGrpSpPr>
        <p:grpSpPr>
          <a:xfrm>
            <a:off x="4412273" y="3661775"/>
            <a:ext cx="1119732" cy="586636"/>
            <a:chOff x="4412273" y="3661775"/>
            <a:chExt cx="1119732" cy="586636"/>
          </a:xfrm>
        </p:grpSpPr>
        <p:cxnSp>
          <p:nvCxnSpPr>
            <p:cNvPr id="78" name="直線接點 77"/>
            <p:cNvCxnSpPr>
              <a:endCxn id="28" idx="0"/>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直線接點 78"/>
            <p:cNvCxnSpPr>
              <a:endCxn id="29" idx="0"/>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6" name="群組 85"/>
          <p:cNvGrpSpPr/>
          <p:nvPr/>
        </p:nvGrpSpPr>
        <p:grpSpPr>
          <a:xfrm>
            <a:off x="2172809" y="3663862"/>
            <a:ext cx="1119732" cy="586636"/>
            <a:chOff x="4412273" y="3661775"/>
            <a:chExt cx="1119732" cy="586636"/>
          </a:xfrm>
        </p:grpSpPr>
        <p:cxnSp>
          <p:nvCxnSpPr>
            <p:cNvPr id="87" name="直線接點 86"/>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直線接點 87"/>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9" name="群組 88"/>
          <p:cNvGrpSpPr/>
          <p:nvPr/>
        </p:nvGrpSpPr>
        <p:grpSpPr>
          <a:xfrm>
            <a:off x="6673970" y="3661775"/>
            <a:ext cx="1119732" cy="586636"/>
            <a:chOff x="4412273" y="3661775"/>
            <a:chExt cx="1119732" cy="586636"/>
          </a:xfrm>
        </p:grpSpPr>
        <p:cxnSp>
          <p:nvCxnSpPr>
            <p:cNvPr id="90" name="直線接點 89"/>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直線接點 90"/>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92" name="群組 91"/>
          <p:cNvGrpSpPr/>
          <p:nvPr/>
        </p:nvGrpSpPr>
        <p:grpSpPr>
          <a:xfrm>
            <a:off x="8909818" y="3661775"/>
            <a:ext cx="1119732" cy="586636"/>
            <a:chOff x="4412273" y="3661775"/>
            <a:chExt cx="1119732" cy="586636"/>
          </a:xfrm>
        </p:grpSpPr>
        <p:cxnSp>
          <p:nvCxnSpPr>
            <p:cNvPr id="93" name="直線接點 92"/>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直線接點 93"/>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96" name="直線接點 95"/>
          <p:cNvCxnSpPr>
            <a:endCxn id="69" idx="0"/>
          </p:cNvCxnSpPr>
          <p:nvPr/>
        </p:nvCxnSpPr>
        <p:spPr bwMode="auto">
          <a:xfrm flipH="1">
            <a:off x="7237452" y="2667000"/>
            <a:ext cx="1140027" cy="60646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直線接點 96"/>
          <p:cNvCxnSpPr>
            <a:endCxn id="71" idx="0"/>
          </p:cNvCxnSpPr>
          <p:nvPr/>
        </p:nvCxnSpPr>
        <p:spPr bwMode="auto">
          <a:xfrm>
            <a:off x="8377478" y="2667000"/>
            <a:ext cx="1092206" cy="60646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直線接點 98"/>
          <p:cNvCxnSpPr>
            <a:endCxn id="64" idx="0"/>
          </p:cNvCxnSpPr>
          <p:nvPr/>
        </p:nvCxnSpPr>
        <p:spPr bwMode="auto">
          <a:xfrm flipH="1">
            <a:off x="2737391" y="2665957"/>
            <a:ext cx="1120913" cy="607512"/>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直線接點 99"/>
          <p:cNvCxnSpPr>
            <a:endCxn id="67" idx="0"/>
          </p:cNvCxnSpPr>
          <p:nvPr/>
        </p:nvCxnSpPr>
        <p:spPr bwMode="auto">
          <a:xfrm>
            <a:off x="3858303" y="2665957"/>
            <a:ext cx="1148018" cy="607512"/>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直線接點 111"/>
          <p:cNvCxnSpPr>
            <a:endCxn id="72" idx="0"/>
          </p:cNvCxnSpPr>
          <p:nvPr/>
        </p:nvCxnSpPr>
        <p:spPr bwMode="auto">
          <a:xfrm flipH="1">
            <a:off x="3854765" y="1650304"/>
            <a:ext cx="2100968" cy="610645"/>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3" name="直線接點 112"/>
          <p:cNvCxnSpPr>
            <a:endCxn id="73" idx="0"/>
          </p:cNvCxnSpPr>
          <p:nvPr/>
        </p:nvCxnSpPr>
        <p:spPr bwMode="auto">
          <a:xfrm>
            <a:off x="5955733" y="1650304"/>
            <a:ext cx="2402709" cy="610645"/>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 name="矩形 117"/>
          <p:cNvSpPr/>
          <p:nvPr/>
        </p:nvSpPr>
        <p:spPr>
          <a:xfrm>
            <a:off x="9580755" y="2944402"/>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(53, 62)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0" name="矩形 119"/>
          <p:cNvSpPr/>
          <p:nvPr/>
        </p:nvSpPr>
        <p:spPr>
          <a:xfrm flipH="1">
            <a:off x="7420163" y="2923918"/>
            <a:ext cx="1396471" cy="523220"/>
          </a:xfrm>
          <a:prstGeom prst="rect">
            <a:avLst/>
          </a:prstGeom>
          <a:noFill/>
          <a:ln>
            <a:noFill/>
          </a:ln>
        </p:spPr>
        <p:txBody>
          <a:bodyPr wrap="squar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(28, 41)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1" name="矩形 120"/>
          <p:cNvSpPr/>
          <p:nvPr/>
        </p:nvSpPr>
        <p:spPr>
          <a:xfrm>
            <a:off x="2930775" y="2923918"/>
            <a:ext cx="1072730"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(5, 7)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2" name="矩形 121"/>
          <p:cNvSpPr/>
          <p:nvPr/>
        </p:nvSpPr>
        <p:spPr>
          <a:xfrm>
            <a:off x="5121640" y="2923918"/>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(11, 13)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4" name="矩形 123"/>
          <p:cNvSpPr/>
          <p:nvPr/>
        </p:nvSpPr>
        <p:spPr>
          <a:xfrm>
            <a:off x="1724567" y="5636710"/>
            <a:ext cx="380232"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5" name="矩形 124"/>
          <p:cNvSpPr/>
          <p:nvPr/>
        </p:nvSpPr>
        <p:spPr>
          <a:xfrm>
            <a:off x="2280009" y="5636710"/>
            <a:ext cx="380232" cy="523220"/>
          </a:xfrm>
          <a:prstGeom prst="rect">
            <a:avLst/>
          </a:prstGeom>
          <a:noFill/>
          <a:ln>
            <a:noFill/>
          </a:ln>
        </p:spPr>
        <p:txBody>
          <a:bodyPr wrap="none" lIns="91440" tIns="45720" rIns="91440" bIns="45720">
            <a:spAutoFit/>
          </a:bodyPr>
          <a:lstStyle/>
          <a:p>
            <a:pPr algn="ctr"/>
            <a:r>
              <a:rPr lang="en-US" altLang="zh-TW" sz="2800" dirty="0">
                <a:ln w="0"/>
                <a:effectLst>
                  <a:outerShdw blurRad="38100" dist="19050" dir="2700000" algn="tl" rotWithShape="0">
                    <a:schemeClr val="dk1">
                      <a:alpha val="40000"/>
                    </a:schemeClr>
                  </a:outerShdw>
                </a:effectLst>
              </a:rPr>
              <a:t>5</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6" name="矩形 125"/>
          <p:cNvSpPr/>
          <p:nvPr/>
        </p:nvSpPr>
        <p:spPr>
          <a:xfrm>
            <a:off x="2835451" y="5634625"/>
            <a:ext cx="380232"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6</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7" name="矩形 126"/>
          <p:cNvSpPr/>
          <p:nvPr/>
        </p:nvSpPr>
        <p:spPr>
          <a:xfrm>
            <a:off x="3399448" y="5634624"/>
            <a:ext cx="380232"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8" name="矩形 127"/>
          <p:cNvSpPr/>
          <p:nvPr/>
        </p:nvSpPr>
        <p:spPr>
          <a:xfrm>
            <a:off x="3977821" y="5634624"/>
            <a:ext cx="380232" cy="523220"/>
          </a:xfrm>
          <a:prstGeom prst="rect">
            <a:avLst/>
          </a:prstGeom>
          <a:noFill/>
          <a:ln>
            <a:noFill/>
          </a:ln>
        </p:spPr>
        <p:txBody>
          <a:bodyPr wrap="none" lIns="91440" tIns="45720" rIns="91440" bIns="45720">
            <a:spAutoFit/>
          </a:bodyPr>
          <a:lstStyle/>
          <a:p>
            <a:pPr algn="ctr"/>
            <a:r>
              <a:rPr lang="en-US" altLang="zh-TW" sz="2800" dirty="0">
                <a:ln w="0"/>
                <a:effectLst>
                  <a:outerShdw blurRad="38100" dist="19050" dir="2700000" algn="tl" rotWithShape="0">
                    <a:schemeClr val="dk1">
                      <a:alpha val="40000"/>
                    </a:schemeClr>
                  </a:outerShdw>
                </a:effectLst>
              </a:rPr>
              <a:t>9</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9" name="矩形 128"/>
          <p:cNvSpPr/>
          <p:nvPr/>
        </p:nvSpPr>
        <p:spPr>
          <a:xfrm>
            <a:off x="4438489"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11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0" name="矩形 129"/>
          <p:cNvSpPr/>
          <p:nvPr/>
        </p:nvSpPr>
        <p:spPr>
          <a:xfrm>
            <a:off x="4993931"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12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1" name="矩形 130"/>
          <p:cNvSpPr/>
          <p:nvPr/>
        </p:nvSpPr>
        <p:spPr>
          <a:xfrm>
            <a:off x="5549373" y="5632539"/>
            <a:ext cx="575799"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2" name="矩形 131"/>
          <p:cNvSpPr/>
          <p:nvPr/>
        </p:nvSpPr>
        <p:spPr>
          <a:xfrm>
            <a:off x="6113370"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20</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3" name="矩形 132"/>
          <p:cNvSpPr/>
          <p:nvPr/>
        </p:nvSpPr>
        <p:spPr>
          <a:xfrm>
            <a:off x="6691743" y="5632538"/>
            <a:ext cx="575799"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28</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4" name="矩形 133"/>
          <p:cNvSpPr/>
          <p:nvPr/>
        </p:nvSpPr>
        <p:spPr>
          <a:xfrm>
            <a:off x="7202850"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29</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5" name="矩形 134"/>
          <p:cNvSpPr/>
          <p:nvPr/>
        </p:nvSpPr>
        <p:spPr>
          <a:xfrm>
            <a:off x="7758292"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41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6" name="矩形 135"/>
          <p:cNvSpPr/>
          <p:nvPr/>
        </p:nvSpPr>
        <p:spPr>
          <a:xfrm>
            <a:off x="8313734" y="5632539"/>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42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7" name="矩形 136"/>
          <p:cNvSpPr/>
          <p:nvPr/>
        </p:nvSpPr>
        <p:spPr>
          <a:xfrm>
            <a:off x="8877731"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53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8" name="矩形 137"/>
          <p:cNvSpPr/>
          <p:nvPr/>
        </p:nvSpPr>
        <p:spPr>
          <a:xfrm>
            <a:off x="9456104"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58</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9" name="矩形 138"/>
          <p:cNvSpPr/>
          <p:nvPr/>
        </p:nvSpPr>
        <p:spPr>
          <a:xfrm>
            <a:off x="10061513"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cxnSp>
        <p:nvCxnSpPr>
          <p:cNvPr id="143" name="直線接點 142"/>
          <p:cNvCxnSpPr>
            <a:stCxn id="26" idx="3"/>
            <a:endCxn id="27" idx="1"/>
          </p:cNvCxnSpPr>
          <p:nvPr/>
        </p:nvCxnSpPr>
        <p:spPr bwMode="auto">
          <a:xfrm>
            <a:off x="2326037"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 name="直線接點 143"/>
          <p:cNvCxnSpPr/>
          <p:nvPr/>
        </p:nvCxnSpPr>
        <p:spPr bwMode="auto">
          <a:xfrm>
            <a:off x="3445769"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 name="直線接點 144"/>
          <p:cNvCxnSpPr/>
          <p:nvPr/>
        </p:nvCxnSpPr>
        <p:spPr bwMode="auto">
          <a:xfrm>
            <a:off x="4560785"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直線接點 145"/>
          <p:cNvCxnSpPr/>
          <p:nvPr/>
        </p:nvCxnSpPr>
        <p:spPr bwMode="auto">
          <a:xfrm>
            <a:off x="6773508"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直線接點 146"/>
          <p:cNvCxnSpPr/>
          <p:nvPr/>
        </p:nvCxnSpPr>
        <p:spPr bwMode="auto">
          <a:xfrm>
            <a:off x="7920348"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直線接點 147"/>
          <p:cNvCxnSpPr/>
          <p:nvPr/>
        </p:nvCxnSpPr>
        <p:spPr bwMode="auto">
          <a:xfrm>
            <a:off x="9022383"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 name="直線接點 148"/>
          <p:cNvCxnSpPr/>
          <p:nvPr/>
        </p:nvCxnSpPr>
        <p:spPr bwMode="auto">
          <a:xfrm>
            <a:off x="5702016"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 name="直線接點 152"/>
          <p:cNvCxnSpPr>
            <a:stCxn id="67" idx="3"/>
            <a:endCxn id="69" idx="1"/>
          </p:cNvCxnSpPr>
          <p:nvPr/>
        </p:nvCxnSpPr>
        <p:spPr bwMode="auto">
          <a:xfrm>
            <a:off x="5154833" y="3467622"/>
            <a:ext cx="1934107"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 name="直線接點 153"/>
          <p:cNvCxnSpPr>
            <a:stCxn id="69" idx="3"/>
            <a:endCxn id="71" idx="1"/>
          </p:cNvCxnSpPr>
          <p:nvPr/>
        </p:nvCxnSpPr>
        <p:spPr bwMode="auto">
          <a:xfrm>
            <a:off x="7385964" y="3467622"/>
            <a:ext cx="19352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矩形 1"/>
          <p:cNvSpPr/>
          <p:nvPr/>
        </p:nvSpPr>
        <p:spPr>
          <a:xfrm>
            <a:off x="590271" y="522241"/>
            <a:ext cx="5263300" cy="769441"/>
          </a:xfrm>
          <a:prstGeom prst="rect">
            <a:avLst/>
          </a:prstGeom>
          <a:noFill/>
        </p:spPr>
        <p:txBody>
          <a:bodyPr wrap="none" lIns="91440" tIns="45720" rIns="91440" bIns="45720">
            <a:spAutoFit/>
          </a:bodyPr>
          <a:lstStyle/>
          <a:p>
            <a:pPr algn="ctr"/>
            <a:r>
              <a:rPr lang="en-US" altLang="zh-TW" sz="4400" dirty="0">
                <a:ln w="0"/>
                <a:effectLst>
                  <a:outerShdw blurRad="38100" dist="19050" dir="2700000" algn="tl" rotWithShape="0">
                    <a:schemeClr val="dk1">
                      <a:alpha val="40000"/>
                    </a:schemeClr>
                  </a:outerShdw>
                </a:effectLst>
              </a:rPr>
              <a:t>S={7, 9, 20, 28, 41}</a:t>
            </a:r>
            <a:endParaRPr lang="zh-TW" altLang="en-US" sz="4400" dirty="0">
              <a:ln w="0"/>
              <a:effectLst>
                <a:outerShdw blurRad="38100" dist="19050" dir="2700000" algn="tl" rotWithShape="0">
                  <a:schemeClr val="dk1">
                    <a:alpha val="40000"/>
                  </a:schemeClr>
                </a:outerShdw>
              </a:effectLst>
            </a:endParaRPr>
          </a:p>
        </p:txBody>
      </p:sp>
      <p:sp>
        <p:nvSpPr>
          <p:cNvPr id="109" name="矩形 108"/>
          <p:cNvSpPr/>
          <p:nvPr/>
        </p:nvSpPr>
        <p:spPr>
          <a:xfrm>
            <a:off x="4003277" y="1881520"/>
            <a:ext cx="1242008"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(7, 13)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0" name="矩形 109"/>
          <p:cNvSpPr/>
          <p:nvPr/>
        </p:nvSpPr>
        <p:spPr>
          <a:xfrm>
            <a:off x="6058452" y="998300"/>
            <a:ext cx="1463862"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(13, 62)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1" name="矩形 110"/>
          <p:cNvSpPr/>
          <p:nvPr/>
        </p:nvSpPr>
        <p:spPr>
          <a:xfrm>
            <a:off x="8470414" y="1881520"/>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(41, 62)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cxnSp>
        <p:nvCxnSpPr>
          <p:cNvPr id="114" name="直線接點 113"/>
          <p:cNvCxnSpPr>
            <a:stCxn id="72" idx="3"/>
            <a:endCxn id="73" idx="1"/>
          </p:cNvCxnSpPr>
          <p:nvPr/>
        </p:nvCxnSpPr>
        <p:spPr bwMode="auto">
          <a:xfrm>
            <a:off x="4003277" y="2455102"/>
            <a:ext cx="4206653"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矩形 72"/>
          <p:cNvSpPr/>
          <p:nvPr/>
        </p:nvSpPr>
        <p:spPr bwMode="auto">
          <a:xfrm>
            <a:off x="8209930" y="226094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150" name="群組 149"/>
          <p:cNvGrpSpPr/>
          <p:nvPr/>
        </p:nvGrpSpPr>
        <p:grpSpPr>
          <a:xfrm>
            <a:off x="2047390" y="6037070"/>
            <a:ext cx="1570973" cy="707886"/>
            <a:chOff x="330917" y="6037070"/>
            <a:chExt cx="1570973" cy="707886"/>
          </a:xfrm>
        </p:grpSpPr>
        <p:cxnSp>
          <p:nvCxnSpPr>
            <p:cNvPr id="152" name="直線單箭頭接點 151"/>
            <p:cNvCxnSpPr/>
            <p:nvPr/>
          </p:nvCxnSpPr>
          <p:spPr bwMode="auto">
            <a:xfrm flipV="1">
              <a:off x="1889097" y="6155758"/>
              <a:ext cx="12793" cy="466338"/>
            </a:xfrm>
            <a:prstGeom prst="straightConnector1">
              <a:avLst/>
            </a:prstGeom>
            <a:solidFill>
              <a:schemeClr val="accent1"/>
            </a:solidFill>
            <a:ln w="76200" cap="flat" cmpd="sng" algn="ctr">
              <a:solidFill>
                <a:srgbClr val="0070C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5" name="矩形 154"/>
            <p:cNvSpPr/>
            <p:nvPr/>
          </p:nvSpPr>
          <p:spPr>
            <a:xfrm>
              <a:off x="330917" y="6037070"/>
              <a:ext cx="1487907" cy="707886"/>
            </a:xfrm>
            <a:prstGeom prst="rect">
              <a:avLst/>
            </a:prstGeom>
            <a:noFill/>
          </p:spPr>
          <p:txBody>
            <a:bodyPr wrap="none" lIns="91440" tIns="45720" rIns="91440" bIns="45720">
              <a:spAutoFit/>
            </a:bodyPr>
            <a:lstStyle/>
            <a:p>
              <a:pPr algn="ctr"/>
              <a:r>
                <a:rPr lang="en-US" altLang="zh-TW" sz="40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finger</a:t>
              </a:r>
              <a:endParaRPr lang="zh-TW" altLang="en-US" sz="40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grpSp>
      <p:sp>
        <p:nvSpPr>
          <p:cNvPr id="115" name="矩形 114"/>
          <p:cNvSpPr/>
          <p:nvPr/>
        </p:nvSpPr>
        <p:spPr>
          <a:xfrm>
            <a:off x="402765" y="2176700"/>
            <a:ext cx="3113546" cy="769441"/>
          </a:xfrm>
          <a:prstGeom prst="rect">
            <a:avLst/>
          </a:prstGeom>
          <a:noFill/>
        </p:spPr>
        <p:txBody>
          <a:bodyPr wrap="none" lIns="91440" tIns="45720" rIns="91440" bIns="45720">
            <a:spAutoFit/>
          </a:bodyPr>
          <a:lstStyle/>
          <a:p>
            <a:pPr algn="ctr"/>
            <a:r>
              <a:rPr lang="en-US" altLang="zh-TW" sz="4400" dirty="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rPr>
              <a:t>Search </a:t>
            </a:r>
            <a:r>
              <a:rPr lang="en-US" altLang="zh-TW" sz="4400" dirty="0" smtClean="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rPr>
              <a:t>12;</a:t>
            </a:r>
            <a:endParaRPr lang="zh-TW" altLang="en-US" sz="4400" dirty="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endParaRPr>
          </a:p>
        </p:txBody>
      </p:sp>
    </p:spTree>
    <p:extLst>
      <p:ext uri="{BB962C8B-B14F-4D97-AF65-F5344CB8AC3E}">
        <p14:creationId xmlns:p14="http://schemas.microsoft.com/office/powerpoint/2010/main" val="4161647815"/>
      </p:ext>
    </p:extLst>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1" name="直線接點 150"/>
          <p:cNvCxnSpPr>
            <a:stCxn id="64" idx="3"/>
            <a:endCxn id="67" idx="1"/>
          </p:cNvCxnSpPr>
          <p:nvPr/>
        </p:nvCxnSpPr>
        <p:spPr bwMode="auto">
          <a:xfrm>
            <a:off x="2885903" y="3467622"/>
            <a:ext cx="1971906"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矩形 3"/>
          <p:cNvSpPr/>
          <p:nvPr/>
        </p:nvSpPr>
        <p:spPr bwMode="auto">
          <a:xfrm>
            <a:off x="1766171" y="5248406"/>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5" name="矩形 4"/>
          <p:cNvSpPr/>
          <p:nvPr/>
        </p:nvSpPr>
        <p:spPr bwMode="auto">
          <a:xfrm>
            <a:off x="2326037"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 name="矩形 5"/>
          <p:cNvSpPr/>
          <p:nvPr/>
        </p:nvSpPr>
        <p:spPr bwMode="auto">
          <a:xfrm>
            <a:off x="5675800"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 name="矩形 6"/>
          <p:cNvSpPr/>
          <p:nvPr/>
        </p:nvSpPr>
        <p:spPr bwMode="auto">
          <a:xfrm>
            <a:off x="5118293"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8" name="矩形 7"/>
          <p:cNvSpPr/>
          <p:nvPr/>
        </p:nvSpPr>
        <p:spPr bwMode="auto">
          <a:xfrm>
            <a:off x="2885903" y="5248406"/>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9" name="矩形 8"/>
          <p:cNvSpPr/>
          <p:nvPr/>
        </p:nvSpPr>
        <p:spPr bwMode="auto">
          <a:xfrm>
            <a:off x="3445769" y="5248405"/>
            <a:ext cx="297024" cy="388306"/>
          </a:xfrm>
          <a:prstGeom prst="rect">
            <a:avLst/>
          </a:prstGeom>
          <a:solidFill>
            <a:schemeClr val="accent2">
              <a:lumMod val="40000"/>
              <a:lumOff val="60000"/>
            </a:schemeClr>
          </a:solidFill>
          <a:ln w="3810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0" name="矩形 9"/>
          <p:cNvSpPr/>
          <p:nvPr/>
        </p:nvSpPr>
        <p:spPr bwMode="auto">
          <a:xfrm>
            <a:off x="4560785"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1" name="矩形 10"/>
          <p:cNvSpPr/>
          <p:nvPr/>
        </p:nvSpPr>
        <p:spPr bwMode="auto">
          <a:xfrm>
            <a:off x="4003277"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8" name="矩形 17"/>
          <p:cNvSpPr/>
          <p:nvPr/>
        </p:nvSpPr>
        <p:spPr bwMode="auto">
          <a:xfrm>
            <a:off x="6233308"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9" name="矩形 18"/>
          <p:cNvSpPr/>
          <p:nvPr/>
        </p:nvSpPr>
        <p:spPr bwMode="auto">
          <a:xfrm>
            <a:off x="6793174" y="5248404"/>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0" name="矩形 19"/>
          <p:cNvSpPr/>
          <p:nvPr/>
        </p:nvSpPr>
        <p:spPr bwMode="auto">
          <a:xfrm>
            <a:off x="10142937"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1" name="矩形 20"/>
          <p:cNvSpPr/>
          <p:nvPr/>
        </p:nvSpPr>
        <p:spPr bwMode="auto">
          <a:xfrm>
            <a:off x="9585430"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2" name="矩形 21"/>
          <p:cNvSpPr/>
          <p:nvPr/>
        </p:nvSpPr>
        <p:spPr bwMode="auto">
          <a:xfrm>
            <a:off x="7353040"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3" name="矩形 22"/>
          <p:cNvSpPr/>
          <p:nvPr/>
        </p:nvSpPr>
        <p:spPr bwMode="auto">
          <a:xfrm>
            <a:off x="7912906" y="5248404"/>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4" name="矩形 23"/>
          <p:cNvSpPr/>
          <p:nvPr/>
        </p:nvSpPr>
        <p:spPr bwMode="auto">
          <a:xfrm>
            <a:off x="9027922"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5" name="矩形 24"/>
          <p:cNvSpPr/>
          <p:nvPr/>
        </p:nvSpPr>
        <p:spPr bwMode="auto">
          <a:xfrm>
            <a:off x="8470414"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6" name="矩形 25"/>
          <p:cNvSpPr/>
          <p:nvPr/>
        </p:nvSpPr>
        <p:spPr bwMode="auto">
          <a:xfrm>
            <a:off x="2029013"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7" name="矩形 26"/>
          <p:cNvSpPr/>
          <p:nvPr/>
        </p:nvSpPr>
        <p:spPr bwMode="auto">
          <a:xfrm>
            <a:off x="3148745" y="4248411"/>
            <a:ext cx="297024" cy="388306"/>
          </a:xfrm>
          <a:prstGeom prst="rect">
            <a:avLst/>
          </a:prstGeom>
          <a:solidFill>
            <a:schemeClr val="accent2">
              <a:lumMod val="40000"/>
              <a:lumOff val="60000"/>
            </a:schemeClr>
          </a:solidFill>
          <a:ln w="3810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8" name="矩形 27"/>
          <p:cNvSpPr/>
          <p:nvPr/>
        </p:nvSpPr>
        <p:spPr bwMode="auto">
          <a:xfrm>
            <a:off x="4263761" y="4248411"/>
            <a:ext cx="297024" cy="388303"/>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9" name="矩形 28"/>
          <p:cNvSpPr/>
          <p:nvPr/>
        </p:nvSpPr>
        <p:spPr bwMode="auto">
          <a:xfrm>
            <a:off x="5383493"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0" name="矩形 29"/>
          <p:cNvSpPr/>
          <p:nvPr/>
        </p:nvSpPr>
        <p:spPr bwMode="auto">
          <a:xfrm>
            <a:off x="6496150"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1" name="矩形 30"/>
          <p:cNvSpPr/>
          <p:nvPr/>
        </p:nvSpPr>
        <p:spPr bwMode="auto">
          <a:xfrm>
            <a:off x="7615882"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2" name="矩形 31"/>
          <p:cNvSpPr/>
          <p:nvPr/>
        </p:nvSpPr>
        <p:spPr bwMode="auto">
          <a:xfrm>
            <a:off x="8730898"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3" name="矩形 32"/>
          <p:cNvSpPr/>
          <p:nvPr/>
        </p:nvSpPr>
        <p:spPr bwMode="auto">
          <a:xfrm>
            <a:off x="9850630"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35" name="直線接點 34"/>
          <p:cNvCxnSpPr>
            <a:stCxn id="26" idx="2"/>
            <a:endCxn id="4" idx="0"/>
          </p:cNvCxnSpPr>
          <p:nvPr/>
        </p:nvCxnSpPr>
        <p:spPr bwMode="auto">
          <a:xfrm flipH="1">
            <a:off x="1901890"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線接點 36"/>
          <p:cNvCxnSpPr>
            <a:stCxn id="26" idx="2"/>
            <a:endCxn id="5" idx="0"/>
          </p:cNvCxnSpPr>
          <p:nvPr/>
        </p:nvCxnSpPr>
        <p:spPr bwMode="auto">
          <a:xfrm>
            <a:off x="2164732"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線接點 39"/>
          <p:cNvCxnSpPr/>
          <p:nvPr/>
        </p:nvCxnSpPr>
        <p:spPr bwMode="auto">
          <a:xfrm flipH="1">
            <a:off x="3018504"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線接點 40"/>
          <p:cNvCxnSpPr/>
          <p:nvPr/>
        </p:nvCxnSpPr>
        <p:spPr bwMode="auto">
          <a:xfrm>
            <a:off x="3281346" y="4636717"/>
            <a:ext cx="297024" cy="611688"/>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3" name="群組 42"/>
          <p:cNvGrpSpPr/>
          <p:nvPr/>
        </p:nvGrpSpPr>
        <p:grpSpPr>
          <a:xfrm>
            <a:off x="4134720" y="4636717"/>
            <a:ext cx="559866" cy="611689"/>
            <a:chOff x="1914683" y="4636717"/>
            <a:chExt cx="559866" cy="611689"/>
          </a:xfrm>
        </p:grpSpPr>
        <p:cxnSp>
          <p:nvCxnSpPr>
            <p:cNvPr id="44" name="直線接點 43"/>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線接點 44"/>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9" name="群組 48"/>
          <p:cNvGrpSpPr/>
          <p:nvPr/>
        </p:nvGrpSpPr>
        <p:grpSpPr>
          <a:xfrm>
            <a:off x="5246176" y="4636717"/>
            <a:ext cx="559866" cy="611689"/>
            <a:chOff x="1914683" y="4636717"/>
            <a:chExt cx="559866" cy="611689"/>
          </a:xfrm>
        </p:grpSpPr>
        <p:cxnSp>
          <p:nvCxnSpPr>
            <p:cNvPr id="50" name="直線接點 49"/>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線接點 50"/>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2" name="群組 51"/>
          <p:cNvGrpSpPr/>
          <p:nvPr/>
        </p:nvGrpSpPr>
        <p:grpSpPr>
          <a:xfrm>
            <a:off x="6362154" y="4636715"/>
            <a:ext cx="559866" cy="611689"/>
            <a:chOff x="1914683" y="4636717"/>
            <a:chExt cx="559866" cy="611689"/>
          </a:xfrm>
        </p:grpSpPr>
        <p:cxnSp>
          <p:nvCxnSpPr>
            <p:cNvPr id="53" name="直線接點 52"/>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直線接點 53"/>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5" name="群組 54"/>
          <p:cNvGrpSpPr/>
          <p:nvPr/>
        </p:nvGrpSpPr>
        <p:grpSpPr>
          <a:xfrm>
            <a:off x="7479744" y="4636714"/>
            <a:ext cx="559866" cy="611689"/>
            <a:chOff x="1914683" y="4636717"/>
            <a:chExt cx="559866" cy="611689"/>
          </a:xfrm>
        </p:grpSpPr>
        <p:cxnSp>
          <p:nvCxnSpPr>
            <p:cNvPr id="56" name="直線接點 55"/>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直線接點 56"/>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59" name="直線接點 58"/>
          <p:cNvCxnSpPr/>
          <p:nvPr/>
        </p:nvCxnSpPr>
        <p:spPr bwMode="auto">
          <a:xfrm flipH="1">
            <a:off x="8596707" y="4636714"/>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直線接點 59"/>
          <p:cNvCxnSpPr/>
          <p:nvPr/>
        </p:nvCxnSpPr>
        <p:spPr bwMode="auto">
          <a:xfrm>
            <a:off x="8859549" y="4636714"/>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61" name="群組 60"/>
          <p:cNvGrpSpPr/>
          <p:nvPr/>
        </p:nvGrpSpPr>
        <p:grpSpPr>
          <a:xfrm>
            <a:off x="9713670" y="4636714"/>
            <a:ext cx="559866" cy="611689"/>
            <a:chOff x="1914683" y="4636717"/>
            <a:chExt cx="559866" cy="611689"/>
          </a:xfrm>
        </p:grpSpPr>
        <p:cxnSp>
          <p:nvCxnSpPr>
            <p:cNvPr id="62" name="直線接點 61"/>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直線接點 62"/>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4" name="矩形 63"/>
          <p:cNvSpPr/>
          <p:nvPr/>
        </p:nvSpPr>
        <p:spPr bwMode="auto">
          <a:xfrm>
            <a:off x="2588879"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7" name="矩形 66"/>
          <p:cNvSpPr/>
          <p:nvPr/>
        </p:nvSpPr>
        <p:spPr bwMode="auto">
          <a:xfrm>
            <a:off x="4857809"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9" name="矩形 68"/>
          <p:cNvSpPr/>
          <p:nvPr/>
        </p:nvSpPr>
        <p:spPr bwMode="auto">
          <a:xfrm>
            <a:off x="7088940"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1" name="矩形 70"/>
          <p:cNvSpPr/>
          <p:nvPr/>
        </p:nvSpPr>
        <p:spPr bwMode="auto">
          <a:xfrm>
            <a:off x="9321172" y="3273469"/>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2" name="矩形 71"/>
          <p:cNvSpPr/>
          <p:nvPr/>
        </p:nvSpPr>
        <p:spPr bwMode="auto">
          <a:xfrm>
            <a:off x="3706253" y="226094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4" name="矩形 73"/>
          <p:cNvSpPr/>
          <p:nvPr/>
        </p:nvSpPr>
        <p:spPr bwMode="auto">
          <a:xfrm>
            <a:off x="5806042" y="1244253"/>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85" name="群組 84"/>
          <p:cNvGrpSpPr/>
          <p:nvPr/>
        </p:nvGrpSpPr>
        <p:grpSpPr>
          <a:xfrm>
            <a:off x="4412273" y="3661775"/>
            <a:ext cx="1119732" cy="586636"/>
            <a:chOff x="4412273" y="3661775"/>
            <a:chExt cx="1119732" cy="586636"/>
          </a:xfrm>
        </p:grpSpPr>
        <p:cxnSp>
          <p:nvCxnSpPr>
            <p:cNvPr id="78" name="直線接點 77"/>
            <p:cNvCxnSpPr>
              <a:endCxn id="28" idx="0"/>
            </p:cNvCxnSpPr>
            <p:nvPr/>
          </p:nvCxnSpPr>
          <p:spPr bwMode="auto">
            <a:xfrm flipH="1">
              <a:off x="4412273" y="3661775"/>
              <a:ext cx="576958"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直線接點 78"/>
            <p:cNvCxnSpPr>
              <a:endCxn id="29" idx="0"/>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6" name="群組 85"/>
          <p:cNvGrpSpPr/>
          <p:nvPr/>
        </p:nvGrpSpPr>
        <p:grpSpPr>
          <a:xfrm>
            <a:off x="2172809" y="3663862"/>
            <a:ext cx="1119732" cy="586636"/>
            <a:chOff x="4412273" y="3661775"/>
            <a:chExt cx="1119732" cy="586636"/>
          </a:xfrm>
        </p:grpSpPr>
        <p:cxnSp>
          <p:nvCxnSpPr>
            <p:cNvPr id="87" name="直線接點 86"/>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直線接點 87"/>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89" name="群組 88"/>
          <p:cNvGrpSpPr/>
          <p:nvPr/>
        </p:nvGrpSpPr>
        <p:grpSpPr>
          <a:xfrm>
            <a:off x="6673970" y="3661775"/>
            <a:ext cx="1119732" cy="586636"/>
            <a:chOff x="4412273" y="3661775"/>
            <a:chExt cx="1119732" cy="586636"/>
          </a:xfrm>
        </p:grpSpPr>
        <p:cxnSp>
          <p:nvCxnSpPr>
            <p:cNvPr id="90" name="直線接點 89"/>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直線接點 90"/>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92" name="群組 91"/>
          <p:cNvGrpSpPr/>
          <p:nvPr/>
        </p:nvGrpSpPr>
        <p:grpSpPr>
          <a:xfrm>
            <a:off x="8909818" y="3661775"/>
            <a:ext cx="1119732" cy="586636"/>
            <a:chOff x="4412273" y="3661775"/>
            <a:chExt cx="1119732" cy="586636"/>
          </a:xfrm>
        </p:grpSpPr>
        <p:cxnSp>
          <p:nvCxnSpPr>
            <p:cNvPr id="93" name="直線接點 92"/>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直線接點 93"/>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96" name="直線接點 95"/>
          <p:cNvCxnSpPr>
            <a:endCxn id="69" idx="0"/>
          </p:cNvCxnSpPr>
          <p:nvPr/>
        </p:nvCxnSpPr>
        <p:spPr bwMode="auto">
          <a:xfrm flipH="1">
            <a:off x="7237452" y="2667000"/>
            <a:ext cx="1140027" cy="60646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直線接點 96"/>
          <p:cNvCxnSpPr>
            <a:endCxn id="71" idx="0"/>
          </p:cNvCxnSpPr>
          <p:nvPr/>
        </p:nvCxnSpPr>
        <p:spPr bwMode="auto">
          <a:xfrm>
            <a:off x="8377478" y="2667000"/>
            <a:ext cx="1092206" cy="60646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直線接點 98"/>
          <p:cNvCxnSpPr>
            <a:endCxn id="64" idx="0"/>
          </p:cNvCxnSpPr>
          <p:nvPr/>
        </p:nvCxnSpPr>
        <p:spPr bwMode="auto">
          <a:xfrm flipH="1">
            <a:off x="2737391" y="2665957"/>
            <a:ext cx="1120913" cy="607512"/>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直線接點 99"/>
          <p:cNvCxnSpPr>
            <a:endCxn id="67" idx="0"/>
          </p:cNvCxnSpPr>
          <p:nvPr/>
        </p:nvCxnSpPr>
        <p:spPr bwMode="auto">
          <a:xfrm>
            <a:off x="3858303" y="2665957"/>
            <a:ext cx="1148018" cy="607512"/>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直線接點 111"/>
          <p:cNvCxnSpPr>
            <a:endCxn id="72" idx="0"/>
          </p:cNvCxnSpPr>
          <p:nvPr/>
        </p:nvCxnSpPr>
        <p:spPr bwMode="auto">
          <a:xfrm flipH="1">
            <a:off x="3854765" y="1650304"/>
            <a:ext cx="2100968" cy="610645"/>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3" name="直線接點 112"/>
          <p:cNvCxnSpPr>
            <a:endCxn id="73" idx="0"/>
          </p:cNvCxnSpPr>
          <p:nvPr/>
        </p:nvCxnSpPr>
        <p:spPr bwMode="auto">
          <a:xfrm>
            <a:off x="5955733" y="1650304"/>
            <a:ext cx="2402709" cy="610645"/>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 name="矩形 117"/>
          <p:cNvSpPr/>
          <p:nvPr/>
        </p:nvSpPr>
        <p:spPr>
          <a:xfrm>
            <a:off x="9580755" y="2944402"/>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(53, 62)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0" name="矩形 119"/>
          <p:cNvSpPr/>
          <p:nvPr/>
        </p:nvSpPr>
        <p:spPr>
          <a:xfrm flipH="1">
            <a:off x="7420163" y="2923918"/>
            <a:ext cx="1396471" cy="523220"/>
          </a:xfrm>
          <a:prstGeom prst="rect">
            <a:avLst/>
          </a:prstGeom>
          <a:noFill/>
          <a:ln>
            <a:noFill/>
          </a:ln>
        </p:spPr>
        <p:txBody>
          <a:bodyPr wrap="squar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(28, 41)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1" name="矩形 120"/>
          <p:cNvSpPr/>
          <p:nvPr/>
        </p:nvSpPr>
        <p:spPr>
          <a:xfrm>
            <a:off x="2930775" y="2923918"/>
            <a:ext cx="1072730"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(5, 7)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2" name="矩形 121"/>
          <p:cNvSpPr/>
          <p:nvPr/>
        </p:nvSpPr>
        <p:spPr>
          <a:xfrm>
            <a:off x="5121640" y="2923918"/>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(11, 13)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4" name="矩形 123"/>
          <p:cNvSpPr/>
          <p:nvPr/>
        </p:nvSpPr>
        <p:spPr>
          <a:xfrm>
            <a:off x="1724567" y="5636710"/>
            <a:ext cx="380232"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5" name="矩形 124"/>
          <p:cNvSpPr/>
          <p:nvPr/>
        </p:nvSpPr>
        <p:spPr>
          <a:xfrm>
            <a:off x="2280009" y="5636710"/>
            <a:ext cx="380232" cy="523220"/>
          </a:xfrm>
          <a:prstGeom prst="rect">
            <a:avLst/>
          </a:prstGeom>
          <a:noFill/>
          <a:ln>
            <a:noFill/>
          </a:ln>
        </p:spPr>
        <p:txBody>
          <a:bodyPr wrap="none" lIns="91440" tIns="45720" rIns="91440" bIns="45720">
            <a:spAutoFit/>
          </a:bodyPr>
          <a:lstStyle/>
          <a:p>
            <a:pPr algn="ctr"/>
            <a:r>
              <a:rPr lang="en-US" altLang="zh-TW" sz="2800" dirty="0">
                <a:ln w="0"/>
                <a:effectLst>
                  <a:outerShdw blurRad="38100" dist="19050" dir="2700000" algn="tl" rotWithShape="0">
                    <a:schemeClr val="dk1">
                      <a:alpha val="40000"/>
                    </a:schemeClr>
                  </a:outerShdw>
                </a:effectLst>
              </a:rPr>
              <a:t>5</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6" name="矩形 125"/>
          <p:cNvSpPr/>
          <p:nvPr/>
        </p:nvSpPr>
        <p:spPr>
          <a:xfrm>
            <a:off x="2835451" y="5634625"/>
            <a:ext cx="380232"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6</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7" name="矩形 126"/>
          <p:cNvSpPr/>
          <p:nvPr/>
        </p:nvSpPr>
        <p:spPr>
          <a:xfrm>
            <a:off x="3399448" y="5634624"/>
            <a:ext cx="380232"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8" name="矩形 127"/>
          <p:cNvSpPr/>
          <p:nvPr/>
        </p:nvSpPr>
        <p:spPr>
          <a:xfrm>
            <a:off x="3977821" y="5634624"/>
            <a:ext cx="380232" cy="523220"/>
          </a:xfrm>
          <a:prstGeom prst="rect">
            <a:avLst/>
          </a:prstGeom>
          <a:noFill/>
          <a:ln>
            <a:noFill/>
          </a:ln>
        </p:spPr>
        <p:txBody>
          <a:bodyPr wrap="none" lIns="91440" tIns="45720" rIns="91440" bIns="45720">
            <a:spAutoFit/>
          </a:bodyPr>
          <a:lstStyle/>
          <a:p>
            <a:pPr algn="ctr"/>
            <a:r>
              <a:rPr lang="en-US" altLang="zh-TW" sz="2800" dirty="0">
                <a:ln w="0"/>
                <a:effectLst>
                  <a:outerShdw blurRad="38100" dist="19050" dir="2700000" algn="tl" rotWithShape="0">
                    <a:schemeClr val="dk1">
                      <a:alpha val="40000"/>
                    </a:schemeClr>
                  </a:outerShdw>
                </a:effectLst>
              </a:rPr>
              <a:t>9</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9" name="矩形 128"/>
          <p:cNvSpPr/>
          <p:nvPr/>
        </p:nvSpPr>
        <p:spPr>
          <a:xfrm>
            <a:off x="4438489"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11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0" name="矩形 129"/>
          <p:cNvSpPr/>
          <p:nvPr/>
        </p:nvSpPr>
        <p:spPr>
          <a:xfrm>
            <a:off x="4993931"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12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1" name="矩形 130"/>
          <p:cNvSpPr/>
          <p:nvPr/>
        </p:nvSpPr>
        <p:spPr>
          <a:xfrm>
            <a:off x="5549373" y="5632539"/>
            <a:ext cx="575799"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2" name="矩形 131"/>
          <p:cNvSpPr/>
          <p:nvPr/>
        </p:nvSpPr>
        <p:spPr>
          <a:xfrm>
            <a:off x="6113370"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20</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3" name="矩形 132"/>
          <p:cNvSpPr/>
          <p:nvPr/>
        </p:nvSpPr>
        <p:spPr>
          <a:xfrm>
            <a:off x="6691743" y="5632538"/>
            <a:ext cx="575799"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28</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4" name="矩形 133"/>
          <p:cNvSpPr/>
          <p:nvPr/>
        </p:nvSpPr>
        <p:spPr>
          <a:xfrm>
            <a:off x="7202850"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29</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5" name="矩形 134"/>
          <p:cNvSpPr/>
          <p:nvPr/>
        </p:nvSpPr>
        <p:spPr>
          <a:xfrm>
            <a:off x="7758292"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41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6" name="矩形 135"/>
          <p:cNvSpPr/>
          <p:nvPr/>
        </p:nvSpPr>
        <p:spPr>
          <a:xfrm>
            <a:off x="8313734" y="5632539"/>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42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7" name="矩形 136"/>
          <p:cNvSpPr/>
          <p:nvPr/>
        </p:nvSpPr>
        <p:spPr>
          <a:xfrm>
            <a:off x="8877731"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53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8" name="矩形 137"/>
          <p:cNvSpPr/>
          <p:nvPr/>
        </p:nvSpPr>
        <p:spPr>
          <a:xfrm>
            <a:off x="9456104"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58</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9" name="矩形 138"/>
          <p:cNvSpPr/>
          <p:nvPr/>
        </p:nvSpPr>
        <p:spPr>
          <a:xfrm>
            <a:off x="10061513"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cxnSp>
        <p:nvCxnSpPr>
          <p:cNvPr id="143" name="直線接點 142"/>
          <p:cNvCxnSpPr>
            <a:stCxn id="26" idx="3"/>
            <a:endCxn id="27" idx="1"/>
          </p:cNvCxnSpPr>
          <p:nvPr/>
        </p:nvCxnSpPr>
        <p:spPr bwMode="auto">
          <a:xfrm>
            <a:off x="2326037"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 name="直線接點 143"/>
          <p:cNvCxnSpPr/>
          <p:nvPr/>
        </p:nvCxnSpPr>
        <p:spPr bwMode="auto">
          <a:xfrm>
            <a:off x="3445769"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 name="直線接點 144"/>
          <p:cNvCxnSpPr/>
          <p:nvPr/>
        </p:nvCxnSpPr>
        <p:spPr bwMode="auto">
          <a:xfrm>
            <a:off x="4560785"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直線接點 145"/>
          <p:cNvCxnSpPr/>
          <p:nvPr/>
        </p:nvCxnSpPr>
        <p:spPr bwMode="auto">
          <a:xfrm>
            <a:off x="6773508"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直線接點 146"/>
          <p:cNvCxnSpPr/>
          <p:nvPr/>
        </p:nvCxnSpPr>
        <p:spPr bwMode="auto">
          <a:xfrm>
            <a:off x="7920348"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直線接點 147"/>
          <p:cNvCxnSpPr/>
          <p:nvPr/>
        </p:nvCxnSpPr>
        <p:spPr bwMode="auto">
          <a:xfrm>
            <a:off x="9022383"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 name="直線接點 148"/>
          <p:cNvCxnSpPr/>
          <p:nvPr/>
        </p:nvCxnSpPr>
        <p:spPr bwMode="auto">
          <a:xfrm>
            <a:off x="5702016"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 name="直線接點 152"/>
          <p:cNvCxnSpPr>
            <a:stCxn id="67" idx="3"/>
            <a:endCxn id="69" idx="1"/>
          </p:cNvCxnSpPr>
          <p:nvPr/>
        </p:nvCxnSpPr>
        <p:spPr bwMode="auto">
          <a:xfrm>
            <a:off x="5154833" y="3467622"/>
            <a:ext cx="1934107"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 name="直線接點 153"/>
          <p:cNvCxnSpPr>
            <a:stCxn id="69" idx="3"/>
            <a:endCxn id="71" idx="1"/>
          </p:cNvCxnSpPr>
          <p:nvPr/>
        </p:nvCxnSpPr>
        <p:spPr bwMode="auto">
          <a:xfrm>
            <a:off x="7385964" y="3467622"/>
            <a:ext cx="19352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矩形 1"/>
          <p:cNvSpPr/>
          <p:nvPr/>
        </p:nvSpPr>
        <p:spPr>
          <a:xfrm>
            <a:off x="590271" y="522241"/>
            <a:ext cx="5263300" cy="769441"/>
          </a:xfrm>
          <a:prstGeom prst="rect">
            <a:avLst/>
          </a:prstGeom>
          <a:noFill/>
        </p:spPr>
        <p:txBody>
          <a:bodyPr wrap="none" lIns="91440" tIns="45720" rIns="91440" bIns="45720">
            <a:spAutoFit/>
          </a:bodyPr>
          <a:lstStyle/>
          <a:p>
            <a:pPr algn="ctr"/>
            <a:r>
              <a:rPr lang="en-US" altLang="zh-TW" sz="4400" dirty="0">
                <a:ln w="0"/>
                <a:effectLst>
                  <a:outerShdw blurRad="38100" dist="19050" dir="2700000" algn="tl" rotWithShape="0">
                    <a:schemeClr val="dk1">
                      <a:alpha val="40000"/>
                    </a:schemeClr>
                  </a:outerShdw>
                </a:effectLst>
              </a:rPr>
              <a:t>S={7, 9, 20, 28, 41}</a:t>
            </a:r>
            <a:endParaRPr lang="zh-TW" altLang="en-US" sz="4400" dirty="0">
              <a:ln w="0"/>
              <a:effectLst>
                <a:outerShdw blurRad="38100" dist="19050" dir="2700000" algn="tl" rotWithShape="0">
                  <a:schemeClr val="dk1">
                    <a:alpha val="40000"/>
                  </a:schemeClr>
                </a:outerShdw>
              </a:effectLst>
            </a:endParaRPr>
          </a:p>
        </p:txBody>
      </p:sp>
      <p:sp>
        <p:nvSpPr>
          <p:cNvPr id="109" name="矩形 108"/>
          <p:cNvSpPr/>
          <p:nvPr/>
        </p:nvSpPr>
        <p:spPr>
          <a:xfrm>
            <a:off x="4003277" y="1881520"/>
            <a:ext cx="1242008"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(7, 13)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0" name="矩形 109"/>
          <p:cNvSpPr/>
          <p:nvPr/>
        </p:nvSpPr>
        <p:spPr>
          <a:xfrm>
            <a:off x="6058452" y="998300"/>
            <a:ext cx="1463862"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(13, 62)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1" name="矩形 110"/>
          <p:cNvSpPr/>
          <p:nvPr/>
        </p:nvSpPr>
        <p:spPr>
          <a:xfrm>
            <a:off x="8470414" y="1881520"/>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(41, 62)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cxnSp>
        <p:nvCxnSpPr>
          <p:cNvPr id="114" name="直線接點 113"/>
          <p:cNvCxnSpPr>
            <a:stCxn id="72" idx="3"/>
            <a:endCxn id="73" idx="1"/>
          </p:cNvCxnSpPr>
          <p:nvPr/>
        </p:nvCxnSpPr>
        <p:spPr bwMode="auto">
          <a:xfrm>
            <a:off x="4003277" y="2455102"/>
            <a:ext cx="4206653"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矩形 72"/>
          <p:cNvSpPr/>
          <p:nvPr/>
        </p:nvSpPr>
        <p:spPr bwMode="auto">
          <a:xfrm>
            <a:off x="8209930" y="226094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150" name="群組 149"/>
          <p:cNvGrpSpPr/>
          <p:nvPr/>
        </p:nvGrpSpPr>
        <p:grpSpPr>
          <a:xfrm>
            <a:off x="2047390" y="6037070"/>
            <a:ext cx="1570973" cy="707886"/>
            <a:chOff x="330917" y="6037070"/>
            <a:chExt cx="1570973" cy="707886"/>
          </a:xfrm>
        </p:grpSpPr>
        <p:cxnSp>
          <p:nvCxnSpPr>
            <p:cNvPr id="152" name="直線單箭頭接點 151"/>
            <p:cNvCxnSpPr/>
            <p:nvPr/>
          </p:nvCxnSpPr>
          <p:spPr bwMode="auto">
            <a:xfrm flipV="1">
              <a:off x="1889097" y="6155758"/>
              <a:ext cx="12793" cy="466338"/>
            </a:xfrm>
            <a:prstGeom prst="straightConnector1">
              <a:avLst/>
            </a:prstGeom>
            <a:solidFill>
              <a:schemeClr val="accent1"/>
            </a:solidFill>
            <a:ln w="76200" cap="flat" cmpd="sng" algn="ctr">
              <a:solidFill>
                <a:srgbClr val="0070C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5" name="矩形 154"/>
            <p:cNvSpPr/>
            <p:nvPr/>
          </p:nvSpPr>
          <p:spPr>
            <a:xfrm>
              <a:off x="330917" y="6037070"/>
              <a:ext cx="1487907" cy="707886"/>
            </a:xfrm>
            <a:prstGeom prst="rect">
              <a:avLst/>
            </a:prstGeom>
            <a:noFill/>
          </p:spPr>
          <p:txBody>
            <a:bodyPr wrap="none" lIns="91440" tIns="45720" rIns="91440" bIns="45720">
              <a:spAutoFit/>
            </a:bodyPr>
            <a:lstStyle/>
            <a:p>
              <a:pPr algn="ctr"/>
              <a:r>
                <a:rPr lang="en-US" altLang="zh-TW" sz="40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finger</a:t>
              </a:r>
              <a:endParaRPr lang="zh-TW" altLang="en-US" sz="40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grpSp>
      <p:sp>
        <p:nvSpPr>
          <p:cNvPr id="115" name="矩形 114"/>
          <p:cNvSpPr/>
          <p:nvPr/>
        </p:nvSpPr>
        <p:spPr>
          <a:xfrm>
            <a:off x="402765" y="2176700"/>
            <a:ext cx="3113546" cy="769441"/>
          </a:xfrm>
          <a:prstGeom prst="rect">
            <a:avLst/>
          </a:prstGeom>
          <a:noFill/>
        </p:spPr>
        <p:txBody>
          <a:bodyPr wrap="none" lIns="91440" tIns="45720" rIns="91440" bIns="45720">
            <a:spAutoFit/>
          </a:bodyPr>
          <a:lstStyle/>
          <a:p>
            <a:pPr algn="ctr"/>
            <a:r>
              <a:rPr lang="en-US" altLang="zh-TW" sz="4400" dirty="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rPr>
              <a:t>Search </a:t>
            </a:r>
            <a:r>
              <a:rPr lang="en-US" altLang="zh-TW" sz="4400" dirty="0" smtClean="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rPr>
              <a:t>12;</a:t>
            </a:r>
            <a:endParaRPr lang="zh-TW" altLang="en-US" sz="4400" dirty="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endParaRPr>
          </a:p>
        </p:txBody>
      </p:sp>
    </p:spTree>
    <p:extLst>
      <p:ext uri="{BB962C8B-B14F-4D97-AF65-F5344CB8AC3E}">
        <p14:creationId xmlns:p14="http://schemas.microsoft.com/office/powerpoint/2010/main" val="1150068632"/>
      </p:ext>
    </p:extLst>
  </p:cSld>
  <p:clrMapOvr>
    <a:masterClrMapping/>
  </p:clrMapOvr>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1" name="直線接點 150"/>
          <p:cNvCxnSpPr>
            <a:stCxn id="64" idx="3"/>
            <a:endCxn id="67" idx="1"/>
          </p:cNvCxnSpPr>
          <p:nvPr/>
        </p:nvCxnSpPr>
        <p:spPr bwMode="auto">
          <a:xfrm>
            <a:off x="2885903" y="3467622"/>
            <a:ext cx="1971906"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矩形 3"/>
          <p:cNvSpPr/>
          <p:nvPr/>
        </p:nvSpPr>
        <p:spPr bwMode="auto">
          <a:xfrm>
            <a:off x="1766171" y="5248406"/>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5" name="矩形 4"/>
          <p:cNvSpPr/>
          <p:nvPr/>
        </p:nvSpPr>
        <p:spPr bwMode="auto">
          <a:xfrm>
            <a:off x="2326037"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 name="矩形 5"/>
          <p:cNvSpPr/>
          <p:nvPr/>
        </p:nvSpPr>
        <p:spPr bwMode="auto">
          <a:xfrm>
            <a:off x="5675800"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 name="矩形 6"/>
          <p:cNvSpPr/>
          <p:nvPr/>
        </p:nvSpPr>
        <p:spPr bwMode="auto">
          <a:xfrm>
            <a:off x="5118293"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8" name="矩形 7"/>
          <p:cNvSpPr/>
          <p:nvPr/>
        </p:nvSpPr>
        <p:spPr bwMode="auto">
          <a:xfrm>
            <a:off x="2885903" y="5248406"/>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9" name="矩形 8"/>
          <p:cNvSpPr/>
          <p:nvPr/>
        </p:nvSpPr>
        <p:spPr bwMode="auto">
          <a:xfrm>
            <a:off x="3445769" y="5248405"/>
            <a:ext cx="297024" cy="388306"/>
          </a:xfrm>
          <a:prstGeom prst="rect">
            <a:avLst/>
          </a:prstGeom>
          <a:solidFill>
            <a:schemeClr val="accent2">
              <a:lumMod val="40000"/>
              <a:lumOff val="60000"/>
            </a:schemeClr>
          </a:solidFill>
          <a:ln w="3810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0" name="矩形 9"/>
          <p:cNvSpPr/>
          <p:nvPr/>
        </p:nvSpPr>
        <p:spPr bwMode="auto">
          <a:xfrm>
            <a:off x="4560785"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1" name="矩形 10"/>
          <p:cNvSpPr/>
          <p:nvPr/>
        </p:nvSpPr>
        <p:spPr bwMode="auto">
          <a:xfrm>
            <a:off x="4003277"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8" name="矩形 17"/>
          <p:cNvSpPr/>
          <p:nvPr/>
        </p:nvSpPr>
        <p:spPr bwMode="auto">
          <a:xfrm>
            <a:off x="6233308"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9" name="矩形 18"/>
          <p:cNvSpPr/>
          <p:nvPr/>
        </p:nvSpPr>
        <p:spPr bwMode="auto">
          <a:xfrm>
            <a:off x="6793174" y="5248404"/>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0" name="矩形 19"/>
          <p:cNvSpPr/>
          <p:nvPr/>
        </p:nvSpPr>
        <p:spPr bwMode="auto">
          <a:xfrm>
            <a:off x="10142937"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1" name="矩形 20"/>
          <p:cNvSpPr/>
          <p:nvPr/>
        </p:nvSpPr>
        <p:spPr bwMode="auto">
          <a:xfrm>
            <a:off x="9585430"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2" name="矩形 21"/>
          <p:cNvSpPr/>
          <p:nvPr/>
        </p:nvSpPr>
        <p:spPr bwMode="auto">
          <a:xfrm>
            <a:off x="7353040"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3" name="矩形 22"/>
          <p:cNvSpPr/>
          <p:nvPr/>
        </p:nvSpPr>
        <p:spPr bwMode="auto">
          <a:xfrm>
            <a:off x="7912906" y="5248404"/>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4" name="矩形 23"/>
          <p:cNvSpPr/>
          <p:nvPr/>
        </p:nvSpPr>
        <p:spPr bwMode="auto">
          <a:xfrm>
            <a:off x="9027922"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5" name="矩形 24"/>
          <p:cNvSpPr/>
          <p:nvPr/>
        </p:nvSpPr>
        <p:spPr bwMode="auto">
          <a:xfrm>
            <a:off x="8470414"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6" name="矩形 25"/>
          <p:cNvSpPr/>
          <p:nvPr/>
        </p:nvSpPr>
        <p:spPr bwMode="auto">
          <a:xfrm>
            <a:off x="2029013"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7" name="矩形 26"/>
          <p:cNvSpPr/>
          <p:nvPr/>
        </p:nvSpPr>
        <p:spPr bwMode="auto">
          <a:xfrm>
            <a:off x="3148745" y="4248411"/>
            <a:ext cx="297024" cy="388306"/>
          </a:xfrm>
          <a:prstGeom prst="rect">
            <a:avLst/>
          </a:prstGeom>
          <a:solidFill>
            <a:schemeClr val="accent2">
              <a:lumMod val="40000"/>
              <a:lumOff val="60000"/>
            </a:schemeClr>
          </a:solidFill>
          <a:ln w="3810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8" name="矩形 27"/>
          <p:cNvSpPr/>
          <p:nvPr/>
        </p:nvSpPr>
        <p:spPr bwMode="auto">
          <a:xfrm>
            <a:off x="4263761" y="4248411"/>
            <a:ext cx="297024" cy="388303"/>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9" name="矩形 28"/>
          <p:cNvSpPr/>
          <p:nvPr/>
        </p:nvSpPr>
        <p:spPr bwMode="auto">
          <a:xfrm>
            <a:off x="5383493"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0" name="矩形 29"/>
          <p:cNvSpPr/>
          <p:nvPr/>
        </p:nvSpPr>
        <p:spPr bwMode="auto">
          <a:xfrm>
            <a:off x="6496150"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1" name="矩形 30"/>
          <p:cNvSpPr/>
          <p:nvPr/>
        </p:nvSpPr>
        <p:spPr bwMode="auto">
          <a:xfrm>
            <a:off x="7615882"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2" name="矩形 31"/>
          <p:cNvSpPr/>
          <p:nvPr/>
        </p:nvSpPr>
        <p:spPr bwMode="auto">
          <a:xfrm>
            <a:off x="8730898"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3" name="矩形 32"/>
          <p:cNvSpPr/>
          <p:nvPr/>
        </p:nvSpPr>
        <p:spPr bwMode="auto">
          <a:xfrm>
            <a:off x="9850630"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35" name="直線接點 34"/>
          <p:cNvCxnSpPr>
            <a:stCxn id="26" idx="2"/>
            <a:endCxn id="4" idx="0"/>
          </p:cNvCxnSpPr>
          <p:nvPr/>
        </p:nvCxnSpPr>
        <p:spPr bwMode="auto">
          <a:xfrm flipH="1">
            <a:off x="1901890"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線接點 36"/>
          <p:cNvCxnSpPr>
            <a:stCxn id="26" idx="2"/>
            <a:endCxn id="5" idx="0"/>
          </p:cNvCxnSpPr>
          <p:nvPr/>
        </p:nvCxnSpPr>
        <p:spPr bwMode="auto">
          <a:xfrm>
            <a:off x="2164732"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線接點 39"/>
          <p:cNvCxnSpPr/>
          <p:nvPr/>
        </p:nvCxnSpPr>
        <p:spPr bwMode="auto">
          <a:xfrm flipH="1">
            <a:off x="3018504"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線接點 40"/>
          <p:cNvCxnSpPr/>
          <p:nvPr/>
        </p:nvCxnSpPr>
        <p:spPr bwMode="auto">
          <a:xfrm>
            <a:off x="3281346" y="4636717"/>
            <a:ext cx="297024" cy="611688"/>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3" name="群組 42"/>
          <p:cNvGrpSpPr/>
          <p:nvPr/>
        </p:nvGrpSpPr>
        <p:grpSpPr>
          <a:xfrm>
            <a:off x="4134720" y="4636717"/>
            <a:ext cx="559866" cy="611689"/>
            <a:chOff x="1914683" y="4636717"/>
            <a:chExt cx="559866" cy="611689"/>
          </a:xfrm>
        </p:grpSpPr>
        <p:cxnSp>
          <p:nvCxnSpPr>
            <p:cNvPr id="44" name="直線接點 43"/>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線接點 44"/>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9" name="群組 48"/>
          <p:cNvGrpSpPr/>
          <p:nvPr/>
        </p:nvGrpSpPr>
        <p:grpSpPr>
          <a:xfrm>
            <a:off x="5246176" y="4636717"/>
            <a:ext cx="559866" cy="611689"/>
            <a:chOff x="1914683" y="4636717"/>
            <a:chExt cx="559866" cy="611689"/>
          </a:xfrm>
        </p:grpSpPr>
        <p:cxnSp>
          <p:nvCxnSpPr>
            <p:cNvPr id="50" name="直線接點 49"/>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線接點 50"/>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2" name="群組 51"/>
          <p:cNvGrpSpPr/>
          <p:nvPr/>
        </p:nvGrpSpPr>
        <p:grpSpPr>
          <a:xfrm>
            <a:off x="6362154" y="4636715"/>
            <a:ext cx="559866" cy="611689"/>
            <a:chOff x="1914683" y="4636717"/>
            <a:chExt cx="559866" cy="611689"/>
          </a:xfrm>
        </p:grpSpPr>
        <p:cxnSp>
          <p:nvCxnSpPr>
            <p:cNvPr id="53" name="直線接點 52"/>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直線接點 53"/>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5" name="群組 54"/>
          <p:cNvGrpSpPr/>
          <p:nvPr/>
        </p:nvGrpSpPr>
        <p:grpSpPr>
          <a:xfrm>
            <a:off x="7479744" y="4636714"/>
            <a:ext cx="559866" cy="611689"/>
            <a:chOff x="1914683" y="4636717"/>
            <a:chExt cx="559866" cy="611689"/>
          </a:xfrm>
        </p:grpSpPr>
        <p:cxnSp>
          <p:nvCxnSpPr>
            <p:cNvPr id="56" name="直線接點 55"/>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直線接點 56"/>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59" name="直線接點 58"/>
          <p:cNvCxnSpPr/>
          <p:nvPr/>
        </p:nvCxnSpPr>
        <p:spPr bwMode="auto">
          <a:xfrm flipH="1">
            <a:off x="8596707" y="4636714"/>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直線接點 59"/>
          <p:cNvCxnSpPr/>
          <p:nvPr/>
        </p:nvCxnSpPr>
        <p:spPr bwMode="auto">
          <a:xfrm>
            <a:off x="8859549" y="4636714"/>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61" name="群組 60"/>
          <p:cNvGrpSpPr/>
          <p:nvPr/>
        </p:nvGrpSpPr>
        <p:grpSpPr>
          <a:xfrm>
            <a:off x="9713670" y="4636714"/>
            <a:ext cx="559866" cy="611689"/>
            <a:chOff x="1914683" y="4636717"/>
            <a:chExt cx="559866" cy="611689"/>
          </a:xfrm>
        </p:grpSpPr>
        <p:cxnSp>
          <p:nvCxnSpPr>
            <p:cNvPr id="62" name="直線接點 61"/>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直線接點 62"/>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4" name="矩形 63"/>
          <p:cNvSpPr/>
          <p:nvPr/>
        </p:nvSpPr>
        <p:spPr bwMode="auto">
          <a:xfrm>
            <a:off x="2588879" y="3273469"/>
            <a:ext cx="297024" cy="388306"/>
          </a:xfrm>
          <a:prstGeom prst="rect">
            <a:avLst/>
          </a:prstGeom>
          <a:solidFill>
            <a:schemeClr val="accent2">
              <a:lumMod val="40000"/>
              <a:lumOff val="60000"/>
            </a:schemeClr>
          </a:solidFill>
          <a:ln w="3810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7" name="矩形 66"/>
          <p:cNvSpPr/>
          <p:nvPr/>
        </p:nvSpPr>
        <p:spPr bwMode="auto">
          <a:xfrm>
            <a:off x="4857809"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9" name="矩形 68"/>
          <p:cNvSpPr/>
          <p:nvPr/>
        </p:nvSpPr>
        <p:spPr bwMode="auto">
          <a:xfrm>
            <a:off x="7088940"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1" name="矩形 70"/>
          <p:cNvSpPr/>
          <p:nvPr/>
        </p:nvSpPr>
        <p:spPr bwMode="auto">
          <a:xfrm>
            <a:off x="9321172" y="3273469"/>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2" name="矩形 71"/>
          <p:cNvSpPr/>
          <p:nvPr/>
        </p:nvSpPr>
        <p:spPr bwMode="auto">
          <a:xfrm>
            <a:off x="3706253" y="226094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4" name="矩形 73"/>
          <p:cNvSpPr/>
          <p:nvPr/>
        </p:nvSpPr>
        <p:spPr bwMode="auto">
          <a:xfrm>
            <a:off x="5806042" y="1244253"/>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85" name="群組 84"/>
          <p:cNvGrpSpPr/>
          <p:nvPr/>
        </p:nvGrpSpPr>
        <p:grpSpPr>
          <a:xfrm>
            <a:off x="4412273" y="3661775"/>
            <a:ext cx="1119732" cy="586636"/>
            <a:chOff x="4412273" y="3661775"/>
            <a:chExt cx="1119732" cy="586636"/>
          </a:xfrm>
        </p:grpSpPr>
        <p:cxnSp>
          <p:nvCxnSpPr>
            <p:cNvPr id="78" name="直線接點 77"/>
            <p:cNvCxnSpPr>
              <a:endCxn id="28" idx="0"/>
            </p:cNvCxnSpPr>
            <p:nvPr/>
          </p:nvCxnSpPr>
          <p:spPr bwMode="auto">
            <a:xfrm flipH="1">
              <a:off x="4412273" y="3661775"/>
              <a:ext cx="576958"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直線接點 78"/>
            <p:cNvCxnSpPr>
              <a:endCxn id="29" idx="0"/>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87" name="直線接點 86"/>
          <p:cNvCxnSpPr/>
          <p:nvPr/>
        </p:nvCxnSpPr>
        <p:spPr bwMode="auto">
          <a:xfrm flipH="1">
            <a:off x="2172809" y="3663862"/>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直線接點 87"/>
          <p:cNvCxnSpPr/>
          <p:nvPr/>
        </p:nvCxnSpPr>
        <p:spPr bwMode="auto">
          <a:xfrm>
            <a:off x="2749766" y="3663862"/>
            <a:ext cx="542775" cy="586636"/>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89" name="群組 88"/>
          <p:cNvGrpSpPr/>
          <p:nvPr/>
        </p:nvGrpSpPr>
        <p:grpSpPr>
          <a:xfrm>
            <a:off x="6673970" y="3661775"/>
            <a:ext cx="1119732" cy="586636"/>
            <a:chOff x="4412273" y="3661775"/>
            <a:chExt cx="1119732" cy="586636"/>
          </a:xfrm>
        </p:grpSpPr>
        <p:cxnSp>
          <p:nvCxnSpPr>
            <p:cNvPr id="90" name="直線接點 89"/>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直線接點 90"/>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92" name="群組 91"/>
          <p:cNvGrpSpPr/>
          <p:nvPr/>
        </p:nvGrpSpPr>
        <p:grpSpPr>
          <a:xfrm>
            <a:off x="8909818" y="3661775"/>
            <a:ext cx="1119732" cy="586636"/>
            <a:chOff x="4412273" y="3661775"/>
            <a:chExt cx="1119732" cy="586636"/>
          </a:xfrm>
        </p:grpSpPr>
        <p:cxnSp>
          <p:nvCxnSpPr>
            <p:cNvPr id="93" name="直線接點 92"/>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直線接點 93"/>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96" name="直線接點 95"/>
          <p:cNvCxnSpPr>
            <a:endCxn id="69" idx="0"/>
          </p:cNvCxnSpPr>
          <p:nvPr/>
        </p:nvCxnSpPr>
        <p:spPr bwMode="auto">
          <a:xfrm flipH="1">
            <a:off x="7237452" y="2667000"/>
            <a:ext cx="1140027" cy="60646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直線接點 96"/>
          <p:cNvCxnSpPr>
            <a:endCxn id="71" idx="0"/>
          </p:cNvCxnSpPr>
          <p:nvPr/>
        </p:nvCxnSpPr>
        <p:spPr bwMode="auto">
          <a:xfrm>
            <a:off x="8377478" y="2667000"/>
            <a:ext cx="1092206" cy="60646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直線接點 98"/>
          <p:cNvCxnSpPr>
            <a:endCxn id="64" idx="0"/>
          </p:cNvCxnSpPr>
          <p:nvPr/>
        </p:nvCxnSpPr>
        <p:spPr bwMode="auto">
          <a:xfrm flipH="1">
            <a:off x="2737391" y="2665957"/>
            <a:ext cx="1120913" cy="607512"/>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直線接點 99"/>
          <p:cNvCxnSpPr>
            <a:endCxn id="67" idx="0"/>
          </p:cNvCxnSpPr>
          <p:nvPr/>
        </p:nvCxnSpPr>
        <p:spPr bwMode="auto">
          <a:xfrm>
            <a:off x="3858303" y="2665957"/>
            <a:ext cx="1148018" cy="607512"/>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直線接點 111"/>
          <p:cNvCxnSpPr>
            <a:endCxn id="72" idx="0"/>
          </p:cNvCxnSpPr>
          <p:nvPr/>
        </p:nvCxnSpPr>
        <p:spPr bwMode="auto">
          <a:xfrm flipH="1">
            <a:off x="3854765" y="1650304"/>
            <a:ext cx="2100968" cy="610645"/>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3" name="直線接點 112"/>
          <p:cNvCxnSpPr>
            <a:endCxn id="73" idx="0"/>
          </p:cNvCxnSpPr>
          <p:nvPr/>
        </p:nvCxnSpPr>
        <p:spPr bwMode="auto">
          <a:xfrm>
            <a:off x="5955733" y="1650304"/>
            <a:ext cx="2402709" cy="610645"/>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 name="矩形 117"/>
          <p:cNvSpPr/>
          <p:nvPr/>
        </p:nvSpPr>
        <p:spPr>
          <a:xfrm>
            <a:off x="9580755" y="2944402"/>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(53, 62)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0" name="矩形 119"/>
          <p:cNvSpPr/>
          <p:nvPr/>
        </p:nvSpPr>
        <p:spPr>
          <a:xfrm flipH="1">
            <a:off x="7420163" y="2923918"/>
            <a:ext cx="1396471" cy="523220"/>
          </a:xfrm>
          <a:prstGeom prst="rect">
            <a:avLst/>
          </a:prstGeom>
          <a:noFill/>
          <a:ln>
            <a:noFill/>
          </a:ln>
        </p:spPr>
        <p:txBody>
          <a:bodyPr wrap="squar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(28, 41)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1" name="矩形 120"/>
          <p:cNvSpPr/>
          <p:nvPr/>
        </p:nvSpPr>
        <p:spPr>
          <a:xfrm>
            <a:off x="2930775" y="2923918"/>
            <a:ext cx="1072730"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(5, 7)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2" name="矩形 121"/>
          <p:cNvSpPr/>
          <p:nvPr/>
        </p:nvSpPr>
        <p:spPr>
          <a:xfrm>
            <a:off x="5121640" y="2923918"/>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(11, 13)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4" name="矩形 123"/>
          <p:cNvSpPr/>
          <p:nvPr/>
        </p:nvSpPr>
        <p:spPr>
          <a:xfrm>
            <a:off x="1724567" y="5636710"/>
            <a:ext cx="380232"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5" name="矩形 124"/>
          <p:cNvSpPr/>
          <p:nvPr/>
        </p:nvSpPr>
        <p:spPr>
          <a:xfrm>
            <a:off x="2280009" y="5636710"/>
            <a:ext cx="380232" cy="523220"/>
          </a:xfrm>
          <a:prstGeom prst="rect">
            <a:avLst/>
          </a:prstGeom>
          <a:noFill/>
          <a:ln>
            <a:noFill/>
          </a:ln>
        </p:spPr>
        <p:txBody>
          <a:bodyPr wrap="none" lIns="91440" tIns="45720" rIns="91440" bIns="45720">
            <a:spAutoFit/>
          </a:bodyPr>
          <a:lstStyle/>
          <a:p>
            <a:pPr algn="ctr"/>
            <a:r>
              <a:rPr lang="en-US" altLang="zh-TW" sz="2800" dirty="0">
                <a:ln w="0"/>
                <a:effectLst>
                  <a:outerShdw blurRad="38100" dist="19050" dir="2700000" algn="tl" rotWithShape="0">
                    <a:schemeClr val="dk1">
                      <a:alpha val="40000"/>
                    </a:schemeClr>
                  </a:outerShdw>
                </a:effectLst>
              </a:rPr>
              <a:t>5</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6" name="矩形 125"/>
          <p:cNvSpPr/>
          <p:nvPr/>
        </p:nvSpPr>
        <p:spPr>
          <a:xfrm>
            <a:off x="2835451" y="5634625"/>
            <a:ext cx="380232"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6</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7" name="矩形 126"/>
          <p:cNvSpPr/>
          <p:nvPr/>
        </p:nvSpPr>
        <p:spPr>
          <a:xfrm>
            <a:off x="3399448" y="5634624"/>
            <a:ext cx="380232"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8" name="矩形 127"/>
          <p:cNvSpPr/>
          <p:nvPr/>
        </p:nvSpPr>
        <p:spPr>
          <a:xfrm>
            <a:off x="3977821" y="5634624"/>
            <a:ext cx="380232" cy="523220"/>
          </a:xfrm>
          <a:prstGeom prst="rect">
            <a:avLst/>
          </a:prstGeom>
          <a:noFill/>
          <a:ln>
            <a:noFill/>
          </a:ln>
        </p:spPr>
        <p:txBody>
          <a:bodyPr wrap="none" lIns="91440" tIns="45720" rIns="91440" bIns="45720">
            <a:spAutoFit/>
          </a:bodyPr>
          <a:lstStyle/>
          <a:p>
            <a:pPr algn="ctr"/>
            <a:r>
              <a:rPr lang="en-US" altLang="zh-TW" sz="2800" dirty="0">
                <a:ln w="0"/>
                <a:effectLst>
                  <a:outerShdw blurRad="38100" dist="19050" dir="2700000" algn="tl" rotWithShape="0">
                    <a:schemeClr val="dk1">
                      <a:alpha val="40000"/>
                    </a:schemeClr>
                  </a:outerShdw>
                </a:effectLst>
              </a:rPr>
              <a:t>9</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9" name="矩形 128"/>
          <p:cNvSpPr/>
          <p:nvPr/>
        </p:nvSpPr>
        <p:spPr>
          <a:xfrm>
            <a:off x="4438489"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11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0" name="矩形 129"/>
          <p:cNvSpPr/>
          <p:nvPr/>
        </p:nvSpPr>
        <p:spPr>
          <a:xfrm>
            <a:off x="4993931"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12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1" name="矩形 130"/>
          <p:cNvSpPr/>
          <p:nvPr/>
        </p:nvSpPr>
        <p:spPr>
          <a:xfrm>
            <a:off x="5549373" y="5632539"/>
            <a:ext cx="575799"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2" name="矩形 131"/>
          <p:cNvSpPr/>
          <p:nvPr/>
        </p:nvSpPr>
        <p:spPr>
          <a:xfrm>
            <a:off x="6113370"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20</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3" name="矩形 132"/>
          <p:cNvSpPr/>
          <p:nvPr/>
        </p:nvSpPr>
        <p:spPr>
          <a:xfrm>
            <a:off x="6691743" y="5632538"/>
            <a:ext cx="575799"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28</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4" name="矩形 133"/>
          <p:cNvSpPr/>
          <p:nvPr/>
        </p:nvSpPr>
        <p:spPr>
          <a:xfrm>
            <a:off x="7202850"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29</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5" name="矩形 134"/>
          <p:cNvSpPr/>
          <p:nvPr/>
        </p:nvSpPr>
        <p:spPr>
          <a:xfrm>
            <a:off x="7758292"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41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6" name="矩形 135"/>
          <p:cNvSpPr/>
          <p:nvPr/>
        </p:nvSpPr>
        <p:spPr>
          <a:xfrm>
            <a:off x="8313734" y="5632539"/>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42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7" name="矩形 136"/>
          <p:cNvSpPr/>
          <p:nvPr/>
        </p:nvSpPr>
        <p:spPr>
          <a:xfrm>
            <a:off x="8877731"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53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8" name="矩形 137"/>
          <p:cNvSpPr/>
          <p:nvPr/>
        </p:nvSpPr>
        <p:spPr>
          <a:xfrm>
            <a:off x="9456104"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58</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9" name="矩形 138"/>
          <p:cNvSpPr/>
          <p:nvPr/>
        </p:nvSpPr>
        <p:spPr>
          <a:xfrm>
            <a:off x="10061513"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cxnSp>
        <p:nvCxnSpPr>
          <p:cNvPr id="143" name="直線接點 142"/>
          <p:cNvCxnSpPr>
            <a:stCxn id="26" idx="3"/>
            <a:endCxn id="27" idx="1"/>
          </p:cNvCxnSpPr>
          <p:nvPr/>
        </p:nvCxnSpPr>
        <p:spPr bwMode="auto">
          <a:xfrm>
            <a:off x="2326037"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 name="直線接點 143"/>
          <p:cNvCxnSpPr/>
          <p:nvPr/>
        </p:nvCxnSpPr>
        <p:spPr bwMode="auto">
          <a:xfrm>
            <a:off x="3445769"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 name="直線接點 144"/>
          <p:cNvCxnSpPr/>
          <p:nvPr/>
        </p:nvCxnSpPr>
        <p:spPr bwMode="auto">
          <a:xfrm>
            <a:off x="4560785"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直線接點 145"/>
          <p:cNvCxnSpPr/>
          <p:nvPr/>
        </p:nvCxnSpPr>
        <p:spPr bwMode="auto">
          <a:xfrm>
            <a:off x="6773508"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直線接點 146"/>
          <p:cNvCxnSpPr/>
          <p:nvPr/>
        </p:nvCxnSpPr>
        <p:spPr bwMode="auto">
          <a:xfrm>
            <a:off x="7920348"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直線接點 147"/>
          <p:cNvCxnSpPr/>
          <p:nvPr/>
        </p:nvCxnSpPr>
        <p:spPr bwMode="auto">
          <a:xfrm>
            <a:off x="9022383"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 name="直線接點 148"/>
          <p:cNvCxnSpPr/>
          <p:nvPr/>
        </p:nvCxnSpPr>
        <p:spPr bwMode="auto">
          <a:xfrm>
            <a:off x="5702016"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 name="直線接點 152"/>
          <p:cNvCxnSpPr>
            <a:stCxn id="67" idx="3"/>
            <a:endCxn id="69" idx="1"/>
          </p:cNvCxnSpPr>
          <p:nvPr/>
        </p:nvCxnSpPr>
        <p:spPr bwMode="auto">
          <a:xfrm>
            <a:off x="5154833" y="3467622"/>
            <a:ext cx="1934107"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 name="直線接點 153"/>
          <p:cNvCxnSpPr>
            <a:stCxn id="69" idx="3"/>
            <a:endCxn id="71" idx="1"/>
          </p:cNvCxnSpPr>
          <p:nvPr/>
        </p:nvCxnSpPr>
        <p:spPr bwMode="auto">
          <a:xfrm>
            <a:off x="7385964" y="3467622"/>
            <a:ext cx="19352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矩形 1"/>
          <p:cNvSpPr/>
          <p:nvPr/>
        </p:nvSpPr>
        <p:spPr>
          <a:xfrm>
            <a:off x="590271" y="522241"/>
            <a:ext cx="5263300" cy="769441"/>
          </a:xfrm>
          <a:prstGeom prst="rect">
            <a:avLst/>
          </a:prstGeom>
          <a:noFill/>
        </p:spPr>
        <p:txBody>
          <a:bodyPr wrap="none" lIns="91440" tIns="45720" rIns="91440" bIns="45720">
            <a:spAutoFit/>
          </a:bodyPr>
          <a:lstStyle/>
          <a:p>
            <a:pPr algn="ctr"/>
            <a:r>
              <a:rPr lang="en-US" altLang="zh-TW" sz="4400" dirty="0">
                <a:ln w="0"/>
                <a:effectLst>
                  <a:outerShdw blurRad="38100" dist="19050" dir="2700000" algn="tl" rotWithShape="0">
                    <a:schemeClr val="dk1">
                      <a:alpha val="40000"/>
                    </a:schemeClr>
                  </a:outerShdw>
                </a:effectLst>
              </a:rPr>
              <a:t>S={7, 9, 20, 28, 41}</a:t>
            </a:r>
            <a:endParaRPr lang="zh-TW" altLang="en-US" sz="4400" dirty="0">
              <a:ln w="0"/>
              <a:effectLst>
                <a:outerShdw blurRad="38100" dist="19050" dir="2700000" algn="tl" rotWithShape="0">
                  <a:schemeClr val="dk1">
                    <a:alpha val="40000"/>
                  </a:schemeClr>
                </a:outerShdw>
              </a:effectLst>
            </a:endParaRPr>
          </a:p>
        </p:txBody>
      </p:sp>
      <p:sp>
        <p:nvSpPr>
          <p:cNvPr id="109" name="矩形 108"/>
          <p:cNvSpPr/>
          <p:nvPr/>
        </p:nvSpPr>
        <p:spPr>
          <a:xfrm>
            <a:off x="4003277" y="1881520"/>
            <a:ext cx="1242008"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(7, 13)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0" name="矩形 109"/>
          <p:cNvSpPr/>
          <p:nvPr/>
        </p:nvSpPr>
        <p:spPr>
          <a:xfrm>
            <a:off x="6058452" y="998300"/>
            <a:ext cx="1463862"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(13, 62)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1" name="矩形 110"/>
          <p:cNvSpPr/>
          <p:nvPr/>
        </p:nvSpPr>
        <p:spPr>
          <a:xfrm>
            <a:off x="8470414" y="1881520"/>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(41, 62)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cxnSp>
        <p:nvCxnSpPr>
          <p:cNvPr id="114" name="直線接點 113"/>
          <p:cNvCxnSpPr>
            <a:stCxn id="72" idx="3"/>
            <a:endCxn id="73" idx="1"/>
          </p:cNvCxnSpPr>
          <p:nvPr/>
        </p:nvCxnSpPr>
        <p:spPr bwMode="auto">
          <a:xfrm>
            <a:off x="4003277" y="2455102"/>
            <a:ext cx="4206653"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矩形 72"/>
          <p:cNvSpPr/>
          <p:nvPr/>
        </p:nvSpPr>
        <p:spPr bwMode="auto">
          <a:xfrm>
            <a:off x="8209930" y="226094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150" name="群組 149"/>
          <p:cNvGrpSpPr/>
          <p:nvPr/>
        </p:nvGrpSpPr>
        <p:grpSpPr>
          <a:xfrm>
            <a:off x="2047390" y="6037070"/>
            <a:ext cx="1570973" cy="707886"/>
            <a:chOff x="330917" y="6037070"/>
            <a:chExt cx="1570973" cy="707886"/>
          </a:xfrm>
        </p:grpSpPr>
        <p:cxnSp>
          <p:nvCxnSpPr>
            <p:cNvPr id="152" name="直線單箭頭接點 151"/>
            <p:cNvCxnSpPr/>
            <p:nvPr/>
          </p:nvCxnSpPr>
          <p:spPr bwMode="auto">
            <a:xfrm flipV="1">
              <a:off x="1889097" y="6155758"/>
              <a:ext cx="12793" cy="466338"/>
            </a:xfrm>
            <a:prstGeom prst="straightConnector1">
              <a:avLst/>
            </a:prstGeom>
            <a:solidFill>
              <a:schemeClr val="accent1"/>
            </a:solidFill>
            <a:ln w="76200" cap="flat" cmpd="sng" algn="ctr">
              <a:solidFill>
                <a:srgbClr val="0070C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5" name="矩形 154"/>
            <p:cNvSpPr/>
            <p:nvPr/>
          </p:nvSpPr>
          <p:spPr>
            <a:xfrm>
              <a:off x="330917" y="6037070"/>
              <a:ext cx="1487907" cy="707886"/>
            </a:xfrm>
            <a:prstGeom prst="rect">
              <a:avLst/>
            </a:prstGeom>
            <a:noFill/>
          </p:spPr>
          <p:txBody>
            <a:bodyPr wrap="none" lIns="91440" tIns="45720" rIns="91440" bIns="45720">
              <a:spAutoFit/>
            </a:bodyPr>
            <a:lstStyle/>
            <a:p>
              <a:pPr algn="ctr"/>
              <a:r>
                <a:rPr lang="en-US" altLang="zh-TW" sz="40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finger</a:t>
              </a:r>
              <a:endParaRPr lang="zh-TW" altLang="en-US" sz="40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grpSp>
      <p:sp>
        <p:nvSpPr>
          <p:cNvPr id="115" name="矩形 114"/>
          <p:cNvSpPr/>
          <p:nvPr/>
        </p:nvSpPr>
        <p:spPr>
          <a:xfrm>
            <a:off x="402765" y="2176700"/>
            <a:ext cx="3113546" cy="769441"/>
          </a:xfrm>
          <a:prstGeom prst="rect">
            <a:avLst/>
          </a:prstGeom>
          <a:noFill/>
        </p:spPr>
        <p:txBody>
          <a:bodyPr wrap="none" lIns="91440" tIns="45720" rIns="91440" bIns="45720">
            <a:spAutoFit/>
          </a:bodyPr>
          <a:lstStyle/>
          <a:p>
            <a:pPr algn="ctr"/>
            <a:r>
              <a:rPr lang="en-US" altLang="zh-TW" sz="4400" dirty="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rPr>
              <a:t>Search </a:t>
            </a:r>
            <a:r>
              <a:rPr lang="en-US" altLang="zh-TW" sz="4400" dirty="0" smtClean="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rPr>
              <a:t>12;</a:t>
            </a:r>
            <a:endParaRPr lang="zh-TW" altLang="en-US" sz="4400" dirty="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endParaRPr>
          </a:p>
        </p:txBody>
      </p:sp>
    </p:spTree>
    <p:extLst>
      <p:ext uri="{BB962C8B-B14F-4D97-AF65-F5344CB8AC3E}">
        <p14:creationId xmlns:p14="http://schemas.microsoft.com/office/powerpoint/2010/main" val="1009265155"/>
      </p:ext>
    </p:extLst>
  </p:cSld>
  <p:clrMapOvr>
    <a:masterClrMapping/>
  </p:clrMapOvr>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1" name="直線接點 150"/>
          <p:cNvCxnSpPr>
            <a:stCxn id="64" idx="3"/>
            <a:endCxn id="67" idx="1"/>
          </p:cNvCxnSpPr>
          <p:nvPr/>
        </p:nvCxnSpPr>
        <p:spPr bwMode="auto">
          <a:xfrm>
            <a:off x="2885903" y="3467622"/>
            <a:ext cx="1971906" cy="0"/>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矩形 3"/>
          <p:cNvSpPr/>
          <p:nvPr/>
        </p:nvSpPr>
        <p:spPr bwMode="auto">
          <a:xfrm>
            <a:off x="1766171" y="5248406"/>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5" name="矩形 4"/>
          <p:cNvSpPr/>
          <p:nvPr/>
        </p:nvSpPr>
        <p:spPr bwMode="auto">
          <a:xfrm>
            <a:off x="2326037"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 name="矩形 5"/>
          <p:cNvSpPr/>
          <p:nvPr/>
        </p:nvSpPr>
        <p:spPr bwMode="auto">
          <a:xfrm>
            <a:off x="5675800"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 name="矩形 6"/>
          <p:cNvSpPr/>
          <p:nvPr/>
        </p:nvSpPr>
        <p:spPr bwMode="auto">
          <a:xfrm>
            <a:off x="5118293"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8" name="矩形 7"/>
          <p:cNvSpPr/>
          <p:nvPr/>
        </p:nvSpPr>
        <p:spPr bwMode="auto">
          <a:xfrm>
            <a:off x="2885903" y="5248406"/>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9" name="矩形 8"/>
          <p:cNvSpPr/>
          <p:nvPr/>
        </p:nvSpPr>
        <p:spPr bwMode="auto">
          <a:xfrm>
            <a:off x="3445769" y="5248405"/>
            <a:ext cx="297024" cy="388306"/>
          </a:xfrm>
          <a:prstGeom prst="rect">
            <a:avLst/>
          </a:prstGeom>
          <a:solidFill>
            <a:schemeClr val="accent2">
              <a:lumMod val="40000"/>
              <a:lumOff val="60000"/>
            </a:schemeClr>
          </a:solidFill>
          <a:ln w="3810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0" name="矩形 9"/>
          <p:cNvSpPr/>
          <p:nvPr/>
        </p:nvSpPr>
        <p:spPr bwMode="auto">
          <a:xfrm>
            <a:off x="4560785"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1" name="矩形 10"/>
          <p:cNvSpPr/>
          <p:nvPr/>
        </p:nvSpPr>
        <p:spPr bwMode="auto">
          <a:xfrm>
            <a:off x="4003277"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8" name="矩形 17"/>
          <p:cNvSpPr/>
          <p:nvPr/>
        </p:nvSpPr>
        <p:spPr bwMode="auto">
          <a:xfrm>
            <a:off x="6233308"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9" name="矩形 18"/>
          <p:cNvSpPr/>
          <p:nvPr/>
        </p:nvSpPr>
        <p:spPr bwMode="auto">
          <a:xfrm>
            <a:off x="6793174" y="5248404"/>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0" name="矩形 19"/>
          <p:cNvSpPr/>
          <p:nvPr/>
        </p:nvSpPr>
        <p:spPr bwMode="auto">
          <a:xfrm>
            <a:off x="10142937"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1" name="矩形 20"/>
          <p:cNvSpPr/>
          <p:nvPr/>
        </p:nvSpPr>
        <p:spPr bwMode="auto">
          <a:xfrm>
            <a:off x="9585430"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2" name="矩形 21"/>
          <p:cNvSpPr/>
          <p:nvPr/>
        </p:nvSpPr>
        <p:spPr bwMode="auto">
          <a:xfrm>
            <a:off x="7353040"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3" name="矩形 22"/>
          <p:cNvSpPr/>
          <p:nvPr/>
        </p:nvSpPr>
        <p:spPr bwMode="auto">
          <a:xfrm>
            <a:off x="7912906" y="5248404"/>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4" name="矩形 23"/>
          <p:cNvSpPr/>
          <p:nvPr/>
        </p:nvSpPr>
        <p:spPr bwMode="auto">
          <a:xfrm>
            <a:off x="9027922"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5" name="矩形 24"/>
          <p:cNvSpPr/>
          <p:nvPr/>
        </p:nvSpPr>
        <p:spPr bwMode="auto">
          <a:xfrm>
            <a:off x="8470414"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6" name="矩形 25"/>
          <p:cNvSpPr/>
          <p:nvPr/>
        </p:nvSpPr>
        <p:spPr bwMode="auto">
          <a:xfrm>
            <a:off x="2029013"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7" name="矩形 26"/>
          <p:cNvSpPr/>
          <p:nvPr/>
        </p:nvSpPr>
        <p:spPr bwMode="auto">
          <a:xfrm>
            <a:off x="3148745" y="4248411"/>
            <a:ext cx="297024" cy="388306"/>
          </a:xfrm>
          <a:prstGeom prst="rect">
            <a:avLst/>
          </a:prstGeom>
          <a:solidFill>
            <a:schemeClr val="accent2">
              <a:lumMod val="40000"/>
              <a:lumOff val="60000"/>
            </a:schemeClr>
          </a:solidFill>
          <a:ln w="3810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8" name="矩形 27"/>
          <p:cNvSpPr/>
          <p:nvPr/>
        </p:nvSpPr>
        <p:spPr bwMode="auto">
          <a:xfrm>
            <a:off x="4263761" y="4248411"/>
            <a:ext cx="297024" cy="388303"/>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9" name="矩形 28"/>
          <p:cNvSpPr/>
          <p:nvPr/>
        </p:nvSpPr>
        <p:spPr bwMode="auto">
          <a:xfrm>
            <a:off x="5383493"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0" name="矩形 29"/>
          <p:cNvSpPr/>
          <p:nvPr/>
        </p:nvSpPr>
        <p:spPr bwMode="auto">
          <a:xfrm>
            <a:off x="6496150"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1" name="矩形 30"/>
          <p:cNvSpPr/>
          <p:nvPr/>
        </p:nvSpPr>
        <p:spPr bwMode="auto">
          <a:xfrm>
            <a:off x="7615882"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2" name="矩形 31"/>
          <p:cNvSpPr/>
          <p:nvPr/>
        </p:nvSpPr>
        <p:spPr bwMode="auto">
          <a:xfrm>
            <a:off x="8730898"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3" name="矩形 32"/>
          <p:cNvSpPr/>
          <p:nvPr/>
        </p:nvSpPr>
        <p:spPr bwMode="auto">
          <a:xfrm>
            <a:off x="9850630"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35" name="直線接點 34"/>
          <p:cNvCxnSpPr>
            <a:stCxn id="26" idx="2"/>
            <a:endCxn id="4" idx="0"/>
          </p:cNvCxnSpPr>
          <p:nvPr/>
        </p:nvCxnSpPr>
        <p:spPr bwMode="auto">
          <a:xfrm flipH="1">
            <a:off x="1901890"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線接點 36"/>
          <p:cNvCxnSpPr>
            <a:stCxn id="26" idx="2"/>
            <a:endCxn id="5" idx="0"/>
          </p:cNvCxnSpPr>
          <p:nvPr/>
        </p:nvCxnSpPr>
        <p:spPr bwMode="auto">
          <a:xfrm>
            <a:off x="2164732"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線接點 39"/>
          <p:cNvCxnSpPr/>
          <p:nvPr/>
        </p:nvCxnSpPr>
        <p:spPr bwMode="auto">
          <a:xfrm flipH="1">
            <a:off x="3018504"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線接點 40"/>
          <p:cNvCxnSpPr/>
          <p:nvPr/>
        </p:nvCxnSpPr>
        <p:spPr bwMode="auto">
          <a:xfrm>
            <a:off x="3281346" y="4636717"/>
            <a:ext cx="297024" cy="611688"/>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3" name="群組 42"/>
          <p:cNvGrpSpPr/>
          <p:nvPr/>
        </p:nvGrpSpPr>
        <p:grpSpPr>
          <a:xfrm>
            <a:off x="4134720" y="4636717"/>
            <a:ext cx="559866" cy="611689"/>
            <a:chOff x="1914683" y="4636717"/>
            <a:chExt cx="559866" cy="611689"/>
          </a:xfrm>
        </p:grpSpPr>
        <p:cxnSp>
          <p:nvCxnSpPr>
            <p:cNvPr id="44" name="直線接點 43"/>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線接點 44"/>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9" name="群組 48"/>
          <p:cNvGrpSpPr/>
          <p:nvPr/>
        </p:nvGrpSpPr>
        <p:grpSpPr>
          <a:xfrm>
            <a:off x="5246176" y="4636717"/>
            <a:ext cx="559866" cy="611689"/>
            <a:chOff x="1914683" y="4636717"/>
            <a:chExt cx="559866" cy="611689"/>
          </a:xfrm>
        </p:grpSpPr>
        <p:cxnSp>
          <p:nvCxnSpPr>
            <p:cNvPr id="50" name="直線接點 49"/>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線接點 50"/>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2" name="群組 51"/>
          <p:cNvGrpSpPr/>
          <p:nvPr/>
        </p:nvGrpSpPr>
        <p:grpSpPr>
          <a:xfrm>
            <a:off x="6362154" y="4636715"/>
            <a:ext cx="559866" cy="611689"/>
            <a:chOff x="1914683" y="4636717"/>
            <a:chExt cx="559866" cy="611689"/>
          </a:xfrm>
        </p:grpSpPr>
        <p:cxnSp>
          <p:nvCxnSpPr>
            <p:cNvPr id="53" name="直線接點 52"/>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直線接點 53"/>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5" name="群組 54"/>
          <p:cNvGrpSpPr/>
          <p:nvPr/>
        </p:nvGrpSpPr>
        <p:grpSpPr>
          <a:xfrm>
            <a:off x="7479744" y="4636714"/>
            <a:ext cx="559866" cy="611689"/>
            <a:chOff x="1914683" y="4636717"/>
            <a:chExt cx="559866" cy="611689"/>
          </a:xfrm>
        </p:grpSpPr>
        <p:cxnSp>
          <p:nvCxnSpPr>
            <p:cNvPr id="56" name="直線接點 55"/>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直線接點 56"/>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59" name="直線接點 58"/>
          <p:cNvCxnSpPr/>
          <p:nvPr/>
        </p:nvCxnSpPr>
        <p:spPr bwMode="auto">
          <a:xfrm flipH="1">
            <a:off x="8596707" y="4636714"/>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直線接點 59"/>
          <p:cNvCxnSpPr/>
          <p:nvPr/>
        </p:nvCxnSpPr>
        <p:spPr bwMode="auto">
          <a:xfrm>
            <a:off x="8859549" y="4636714"/>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61" name="群組 60"/>
          <p:cNvGrpSpPr/>
          <p:nvPr/>
        </p:nvGrpSpPr>
        <p:grpSpPr>
          <a:xfrm>
            <a:off x="9713670" y="4636714"/>
            <a:ext cx="559866" cy="611689"/>
            <a:chOff x="1914683" y="4636717"/>
            <a:chExt cx="559866" cy="611689"/>
          </a:xfrm>
        </p:grpSpPr>
        <p:cxnSp>
          <p:nvCxnSpPr>
            <p:cNvPr id="62" name="直線接點 61"/>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直線接點 62"/>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4" name="矩形 63"/>
          <p:cNvSpPr/>
          <p:nvPr/>
        </p:nvSpPr>
        <p:spPr bwMode="auto">
          <a:xfrm>
            <a:off x="2588879" y="3273469"/>
            <a:ext cx="297024" cy="388306"/>
          </a:xfrm>
          <a:prstGeom prst="rect">
            <a:avLst/>
          </a:prstGeom>
          <a:solidFill>
            <a:schemeClr val="accent2">
              <a:lumMod val="40000"/>
              <a:lumOff val="60000"/>
            </a:schemeClr>
          </a:solidFill>
          <a:ln w="3810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7" name="矩形 66"/>
          <p:cNvSpPr/>
          <p:nvPr/>
        </p:nvSpPr>
        <p:spPr bwMode="auto">
          <a:xfrm>
            <a:off x="4857809" y="3273469"/>
            <a:ext cx="297024" cy="388306"/>
          </a:xfrm>
          <a:prstGeom prst="rect">
            <a:avLst/>
          </a:prstGeom>
          <a:solidFill>
            <a:schemeClr val="accent2">
              <a:lumMod val="40000"/>
              <a:lumOff val="60000"/>
            </a:schemeClr>
          </a:solidFill>
          <a:ln w="7620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9" name="矩形 68"/>
          <p:cNvSpPr/>
          <p:nvPr/>
        </p:nvSpPr>
        <p:spPr bwMode="auto">
          <a:xfrm>
            <a:off x="7088940"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1" name="矩形 70"/>
          <p:cNvSpPr/>
          <p:nvPr/>
        </p:nvSpPr>
        <p:spPr bwMode="auto">
          <a:xfrm>
            <a:off x="9321172" y="3273469"/>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2" name="矩形 71"/>
          <p:cNvSpPr/>
          <p:nvPr/>
        </p:nvSpPr>
        <p:spPr bwMode="auto">
          <a:xfrm>
            <a:off x="3706253" y="226094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4" name="矩形 73"/>
          <p:cNvSpPr/>
          <p:nvPr/>
        </p:nvSpPr>
        <p:spPr bwMode="auto">
          <a:xfrm>
            <a:off x="5806042" y="1244253"/>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85" name="群組 84"/>
          <p:cNvGrpSpPr/>
          <p:nvPr/>
        </p:nvGrpSpPr>
        <p:grpSpPr>
          <a:xfrm>
            <a:off x="4412273" y="3661775"/>
            <a:ext cx="1119732" cy="586636"/>
            <a:chOff x="4412273" y="3661775"/>
            <a:chExt cx="1119732" cy="586636"/>
          </a:xfrm>
        </p:grpSpPr>
        <p:cxnSp>
          <p:nvCxnSpPr>
            <p:cNvPr id="78" name="直線接點 77"/>
            <p:cNvCxnSpPr>
              <a:endCxn id="28" idx="0"/>
            </p:cNvCxnSpPr>
            <p:nvPr/>
          </p:nvCxnSpPr>
          <p:spPr bwMode="auto">
            <a:xfrm flipH="1">
              <a:off x="4412273" y="3661775"/>
              <a:ext cx="576958"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直線接點 78"/>
            <p:cNvCxnSpPr>
              <a:endCxn id="29" idx="0"/>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87" name="直線接點 86"/>
          <p:cNvCxnSpPr/>
          <p:nvPr/>
        </p:nvCxnSpPr>
        <p:spPr bwMode="auto">
          <a:xfrm flipH="1">
            <a:off x="2172809" y="3663862"/>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直線接點 87"/>
          <p:cNvCxnSpPr/>
          <p:nvPr/>
        </p:nvCxnSpPr>
        <p:spPr bwMode="auto">
          <a:xfrm>
            <a:off x="2749766" y="3663862"/>
            <a:ext cx="542775" cy="586636"/>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89" name="群組 88"/>
          <p:cNvGrpSpPr/>
          <p:nvPr/>
        </p:nvGrpSpPr>
        <p:grpSpPr>
          <a:xfrm>
            <a:off x="6673970" y="3661775"/>
            <a:ext cx="1119732" cy="586636"/>
            <a:chOff x="4412273" y="3661775"/>
            <a:chExt cx="1119732" cy="586636"/>
          </a:xfrm>
        </p:grpSpPr>
        <p:cxnSp>
          <p:nvCxnSpPr>
            <p:cNvPr id="90" name="直線接點 89"/>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直線接點 90"/>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92" name="群組 91"/>
          <p:cNvGrpSpPr/>
          <p:nvPr/>
        </p:nvGrpSpPr>
        <p:grpSpPr>
          <a:xfrm>
            <a:off x="8909818" y="3661775"/>
            <a:ext cx="1119732" cy="586636"/>
            <a:chOff x="4412273" y="3661775"/>
            <a:chExt cx="1119732" cy="586636"/>
          </a:xfrm>
        </p:grpSpPr>
        <p:cxnSp>
          <p:nvCxnSpPr>
            <p:cNvPr id="93" name="直線接點 92"/>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直線接點 93"/>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96" name="直線接點 95"/>
          <p:cNvCxnSpPr>
            <a:endCxn id="69" idx="0"/>
          </p:cNvCxnSpPr>
          <p:nvPr/>
        </p:nvCxnSpPr>
        <p:spPr bwMode="auto">
          <a:xfrm flipH="1">
            <a:off x="7237452" y="2667000"/>
            <a:ext cx="1140027" cy="60646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直線接點 96"/>
          <p:cNvCxnSpPr>
            <a:endCxn id="71" idx="0"/>
          </p:cNvCxnSpPr>
          <p:nvPr/>
        </p:nvCxnSpPr>
        <p:spPr bwMode="auto">
          <a:xfrm>
            <a:off x="8377478" y="2667000"/>
            <a:ext cx="1092206" cy="60646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直線接點 98"/>
          <p:cNvCxnSpPr>
            <a:endCxn id="64" idx="0"/>
          </p:cNvCxnSpPr>
          <p:nvPr/>
        </p:nvCxnSpPr>
        <p:spPr bwMode="auto">
          <a:xfrm flipH="1">
            <a:off x="2737391" y="2665957"/>
            <a:ext cx="1120913" cy="607512"/>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直線接點 99"/>
          <p:cNvCxnSpPr>
            <a:endCxn id="67" idx="0"/>
          </p:cNvCxnSpPr>
          <p:nvPr/>
        </p:nvCxnSpPr>
        <p:spPr bwMode="auto">
          <a:xfrm>
            <a:off x="3858303" y="2665957"/>
            <a:ext cx="1148018" cy="607512"/>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直線接點 111"/>
          <p:cNvCxnSpPr>
            <a:endCxn id="72" idx="0"/>
          </p:cNvCxnSpPr>
          <p:nvPr/>
        </p:nvCxnSpPr>
        <p:spPr bwMode="auto">
          <a:xfrm flipH="1">
            <a:off x="3854765" y="1650304"/>
            <a:ext cx="2100968" cy="610645"/>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3" name="直線接點 112"/>
          <p:cNvCxnSpPr>
            <a:endCxn id="73" idx="0"/>
          </p:cNvCxnSpPr>
          <p:nvPr/>
        </p:nvCxnSpPr>
        <p:spPr bwMode="auto">
          <a:xfrm>
            <a:off x="5955733" y="1650304"/>
            <a:ext cx="2402709" cy="610645"/>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 name="矩形 117"/>
          <p:cNvSpPr/>
          <p:nvPr/>
        </p:nvSpPr>
        <p:spPr>
          <a:xfrm>
            <a:off x="9580755" y="2944402"/>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(53, 62)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0" name="矩形 119"/>
          <p:cNvSpPr/>
          <p:nvPr/>
        </p:nvSpPr>
        <p:spPr>
          <a:xfrm flipH="1">
            <a:off x="7420163" y="2923918"/>
            <a:ext cx="1396471" cy="523220"/>
          </a:xfrm>
          <a:prstGeom prst="rect">
            <a:avLst/>
          </a:prstGeom>
          <a:noFill/>
          <a:ln>
            <a:noFill/>
          </a:ln>
        </p:spPr>
        <p:txBody>
          <a:bodyPr wrap="squar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(28, 41)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1" name="矩形 120"/>
          <p:cNvSpPr/>
          <p:nvPr/>
        </p:nvSpPr>
        <p:spPr>
          <a:xfrm>
            <a:off x="2930775" y="2923918"/>
            <a:ext cx="1072730"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(5, 7)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2" name="矩形 121"/>
          <p:cNvSpPr/>
          <p:nvPr/>
        </p:nvSpPr>
        <p:spPr>
          <a:xfrm>
            <a:off x="5121640" y="2923918"/>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(11, 13)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4" name="矩形 123"/>
          <p:cNvSpPr/>
          <p:nvPr/>
        </p:nvSpPr>
        <p:spPr>
          <a:xfrm>
            <a:off x="1724567" y="5636710"/>
            <a:ext cx="380232"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5" name="矩形 124"/>
          <p:cNvSpPr/>
          <p:nvPr/>
        </p:nvSpPr>
        <p:spPr>
          <a:xfrm>
            <a:off x="2280009" y="5636710"/>
            <a:ext cx="380232" cy="523220"/>
          </a:xfrm>
          <a:prstGeom prst="rect">
            <a:avLst/>
          </a:prstGeom>
          <a:noFill/>
          <a:ln>
            <a:noFill/>
          </a:ln>
        </p:spPr>
        <p:txBody>
          <a:bodyPr wrap="none" lIns="91440" tIns="45720" rIns="91440" bIns="45720">
            <a:spAutoFit/>
          </a:bodyPr>
          <a:lstStyle/>
          <a:p>
            <a:pPr algn="ctr"/>
            <a:r>
              <a:rPr lang="en-US" altLang="zh-TW" sz="2800" dirty="0">
                <a:ln w="0"/>
                <a:effectLst>
                  <a:outerShdw blurRad="38100" dist="19050" dir="2700000" algn="tl" rotWithShape="0">
                    <a:schemeClr val="dk1">
                      <a:alpha val="40000"/>
                    </a:schemeClr>
                  </a:outerShdw>
                </a:effectLst>
              </a:rPr>
              <a:t>5</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6" name="矩形 125"/>
          <p:cNvSpPr/>
          <p:nvPr/>
        </p:nvSpPr>
        <p:spPr>
          <a:xfrm>
            <a:off x="2835451" y="5634625"/>
            <a:ext cx="380232"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6</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7" name="矩形 126"/>
          <p:cNvSpPr/>
          <p:nvPr/>
        </p:nvSpPr>
        <p:spPr>
          <a:xfrm>
            <a:off x="3399448" y="5634624"/>
            <a:ext cx="380232"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8" name="矩形 127"/>
          <p:cNvSpPr/>
          <p:nvPr/>
        </p:nvSpPr>
        <p:spPr>
          <a:xfrm>
            <a:off x="3977821" y="5634624"/>
            <a:ext cx="380232" cy="523220"/>
          </a:xfrm>
          <a:prstGeom prst="rect">
            <a:avLst/>
          </a:prstGeom>
          <a:noFill/>
          <a:ln>
            <a:noFill/>
          </a:ln>
        </p:spPr>
        <p:txBody>
          <a:bodyPr wrap="none" lIns="91440" tIns="45720" rIns="91440" bIns="45720">
            <a:spAutoFit/>
          </a:bodyPr>
          <a:lstStyle/>
          <a:p>
            <a:pPr algn="ctr"/>
            <a:r>
              <a:rPr lang="en-US" altLang="zh-TW" sz="2800" dirty="0">
                <a:ln w="0"/>
                <a:effectLst>
                  <a:outerShdw blurRad="38100" dist="19050" dir="2700000" algn="tl" rotWithShape="0">
                    <a:schemeClr val="dk1">
                      <a:alpha val="40000"/>
                    </a:schemeClr>
                  </a:outerShdw>
                </a:effectLst>
              </a:rPr>
              <a:t>9</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9" name="矩形 128"/>
          <p:cNvSpPr/>
          <p:nvPr/>
        </p:nvSpPr>
        <p:spPr>
          <a:xfrm>
            <a:off x="4438489"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11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0" name="矩形 129"/>
          <p:cNvSpPr/>
          <p:nvPr/>
        </p:nvSpPr>
        <p:spPr>
          <a:xfrm>
            <a:off x="4993931"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12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1" name="矩形 130"/>
          <p:cNvSpPr/>
          <p:nvPr/>
        </p:nvSpPr>
        <p:spPr>
          <a:xfrm>
            <a:off x="5549373" y="5632539"/>
            <a:ext cx="575799"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2" name="矩形 131"/>
          <p:cNvSpPr/>
          <p:nvPr/>
        </p:nvSpPr>
        <p:spPr>
          <a:xfrm>
            <a:off x="6113370"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20</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3" name="矩形 132"/>
          <p:cNvSpPr/>
          <p:nvPr/>
        </p:nvSpPr>
        <p:spPr>
          <a:xfrm>
            <a:off x="6691743" y="5632538"/>
            <a:ext cx="575799"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28</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4" name="矩形 133"/>
          <p:cNvSpPr/>
          <p:nvPr/>
        </p:nvSpPr>
        <p:spPr>
          <a:xfrm>
            <a:off x="7202850"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29</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5" name="矩形 134"/>
          <p:cNvSpPr/>
          <p:nvPr/>
        </p:nvSpPr>
        <p:spPr>
          <a:xfrm>
            <a:off x="7758292"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41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6" name="矩形 135"/>
          <p:cNvSpPr/>
          <p:nvPr/>
        </p:nvSpPr>
        <p:spPr>
          <a:xfrm>
            <a:off x="8313734" y="5632539"/>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42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7" name="矩形 136"/>
          <p:cNvSpPr/>
          <p:nvPr/>
        </p:nvSpPr>
        <p:spPr>
          <a:xfrm>
            <a:off x="8877731"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53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8" name="矩形 137"/>
          <p:cNvSpPr/>
          <p:nvPr/>
        </p:nvSpPr>
        <p:spPr>
          <a:xfrm>
            <a:off x="9456104"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58</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9" name="矩形 138"/>
          <p:cNvSpPr/>
          <p:nvPr/>
        </p:nvSpPr>
        <p:spPr>
          <a:xfrm>
            <a:off x="10061513"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cxnSp>
        <p:nvCxnSpPr>
          <p:cNvPr id="143" name="直線接點 142"/>
          <p:cNvCxnSpPr>
            <a:stCxn id="26" idx="3"/>
            <a:endCxn id="27" idx="1"/>
          </p:cNvCxnSpPr>
          <p:nvPr/>
        </p:nvCxnSpPr>
        <p:spPr bwMode="auto">
          <a:xfrm>
            <a:off x="2326037"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 name="直線接點 143"/>
          <p:cNvCxnSpPr/>
          <p:nvPr/>
        </p:nvCxnSpPr>
        <p:spPr bwMode="auto">
          <a:xfrm>
            <a:off x="3445769"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 name="直線接點 144"/>
          <p:cNvCxnSpPr/>
          <p:nvPr/>
        </p:nvCxnSpPr>
        <p:spPr bwMode="auto">
          <a:xfrm>
            <a:off x="4560785"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直線接點 145"/>
          <p:cNvCxnSpPr/>
          <p:nvPr/>
        </p:nvCxnSpPr>
        <p:spPr bwMode="auto">
          <a:xfrm>
            <a:off x="6773508"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直線接點 146"/>
          <p:cNvCxnSpPr/>
          <p:nvPr/>
        </p:nvCxnSpPr>
        <p:spPr bwMode="auto">
          <a:xfrm>
            <a:off x="7920348"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直線接點 147"/>
          <p:cNvCxnSpPr/>
          <p:nvPr/>
        </p:nvCxnSpPr>
        <p:spPr bwMode="auto">
          <a:xfrm>
            <a:off x="9022383"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 name="直線接點 148"/>
          <p:cNvCxnSpPr/>
          <p:nvPr/>
        </p:nvCxnSpPr>
        <p:spPr bwMode="auto">
          <a:xfrm>
            <a:off x="5702016"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 name="直線接點 152"/>
          <p:cNvCxnSpPr>
            <a:stCxn id="67" idx="3"/>
            <a:endCxn id="69" idx="1"/>
          </p:cNvCxnSpPr>
          <p:nvPr/>
        </p:nvCxnSpPr>
        <p:spPr bwMode="auto">
          <a:xfrm>
            <a:off x="5154833" y="3467622"/>
            <a:ext cx="1934107"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 name="直線接點 153"/>
          <p:cNvCxnSpPr>
            <a:stCxn id="69" idx="3"/>
            <a:endCxn id="71" idx="1"/>
          </p:cNvCxnSpPr>
          <p:nvPr/>
        </p:nvCxnSpPr>
        <p:spPr bwMode="auto">
          <a:xfrm>
            <a:off x="7385964" y="3467622"/>
            <a:ext cx="19352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矩形 1"/>
          <p:cNvSpPr/>
          <p:nvPr/>
        </p:nvSpPr>
        <p:spPr>
          <a:xfrm>
            <a:off x="590271" y="522241"/>
            <a:ext cx="5263300" cy="769441"/>
          </a:xfrm>
          <a:prstGeom prst="rect">
            <a:avLst/>
          </a:prstGeom>
          <a:noFill/>
        </p:spPr>
        <p:txBody>
          <a:bodyPr wrap="none" lIns="91440" tIns="45720" rIns="91440" bIns="45720">
            <a:spAutoFit/>
          </a:bodyPr>
          <a:lstStyle/>
          <a:p>
            <a:pPr algn="ctr"/>
            <a:r>
              <a:rPr lang="en-US" altLang="zh-TW" sz="4400" dirty="0">
                <a:ln w="0"/>
                <a:effectLst>
                  <a:outerShdw blurRad="38100" dist="19050" dir="2700000" algn="tl" rotWithShape="0">
                    <a:schemeClr val="dk1">
                      <a:alpha val="40000"/>
                    </a:schemeClr>
                  </a:outerShdw>
                </a:effectLst>
              </a:rPr>
              <a:t>S={7, 9, 20, 28, 41}</a:t>
            </a:r>
            <a:endParaRPr lang="zh-TW" altLang="en-US" sz="4400" dirty="0">
              <a:ln w="0"/>
              <a:effectLst>
                <a:outerShdw blurRad="38100" dist="19050" dir="2700000" algn="tl" rotWithShape="0">
                  <a:schemeClr val="dk1">
                    <a:alpha val="40000"/>
                  </a:schemeClr>
                </a:outerShdw>
              </a:effectLst>
            </a:endParaRPr>
          </a:p>
        </p:txBody>
      </p:sp>
      <p:sp>
        <p:nvSpPr>
          <p:cNvPr id="109" name="矩形 108"/>
          <p:cNvSpPr/>
          <p:nvPr/>
        </p:nvSpPr>
        <p:spPr>
          <a:xfrm>
            <a:off x="4003277" y="1881520"/>
            <a:ext cx="1242008"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(7, 13)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0" name="矩形 109"/>
          <p:cNvSpPr/>
          <p:nvPr/>
        </p:nvSpPr>
        <p:spPr>
          <a:xfrm>
            <a:off x="6058452" y="998300"/>
            <a:ext cx="1463862"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(13, 62)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1" name="矩形 110"/>
          <p:cNvSpPr/>
          <p:nvPr/>
        </p:nvSpPr>
        <p:spPr>
          <a:xfrm>
            <a:off x="8470414" y="1881520"/>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(41, 62)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cxnSp>
        <p:nvCxnSpPr>
          <p:cNvPr id="114" name="直線接點 113"/>
          <p:cNvCxnSpPr>
            <a:stCxn id="72" idx="3"/>
            <a:endCxn id="73" idx="1"/>
          </p:cNvCxnSpPr>
          <p:nvPr/>
        </p:nvCxnSpPr>
        <p:spPr bwMode="auto">
          <a:xfrm>
            <a:off x="4003277" y="2455102"/>
            <a:ext cx="4206653"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矩形 72"/>
          <p:cNvSpPr/>
          <p:nvPr/>
        </p:nvSpPr>
        <p:spPr bwMode="auto">
          <a:xfrm>
            <a:off x="8209930" y="226094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150" name="群組 149"/>
          <p:cNvGrpSpPr/>
          <p:nvPr/>
        </p:nvGrpSpPr>
        <p:grpSpPr>
          <a:xfrm>
            <a:off x="2047390" y="6037070"/>
            <a:ext cx="1570973" cy="707886"/>
            <a:chOff x="330917" y="6037070"/>
            <a:chExt cx="1570973" cy="707886"/>
          </a:xfrm>
        </p:grpSpPr>
        <p:cxnSp>
          <p:nvCxnSpPr>
            <p:cNvPr id="152" name="直線單箭頭接點 151"/>
            <p:cNvCxnSpPr/>
            <p:nvPr/>
          </p:nvCxnSpPr>
          <p:spPr bwMode="auto">
            <a:xfrm flipV="1">
              <a:off x="1889097" y="6155758"/>
              <a:ext cx="12793" cy="466338"/>
            </a:xfrm>
            <a:prstGeom prst="straightConnector1">
              <a:avLst/>
            </a:prstGeom>
            <a:solidFill>
              <a:schemeClr val="accent1"/>
            </a:solidFill>
            <a:ln w="76200" cap="flat" cmpd="sng" algn="ctr">
              <a:solidFill>
                <a:srgbClr val="0070C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5" name="矩形 154"/>
            <p:cNvSpPr/>
            <p:nvPr/>
          </p:nvSpPr>
          <p:spPr>
            <a:xfrm>
              <a:off x="330917" y="6037070"/>
              <a:ext cx="1487907" cy="707886"/>
            </a:xfrm>
            <a:prstGeom prst="rect">
              <a:avLst/>
            </a:prstGeom>
            <a:noFill/>
          </p:spPr>
          <p:txBody>
            <a:bodyPr wrap="none" lIns="91440" tIns="45720" rIns="91440" bIns="45720">
              <a:spAutoFit/>
            </a:bodyPr>
            <a:lstStyle/>
            <a:p>
              <a:pPr algn="ctr"/>
              <a:r>
                <a:rPr lang="en-US" altLang="zh-TW" sz="40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finger</a:t>
              </a:r>
              <a:endParaRPr lang="zh-TW" altLang="en-US" sz="40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grpSp>
      <p:sp>
        <p:nvSpPr>
          <p:cNvPr id="115" name="矩形 114"/>
          <p:cNvSpPr/>
          <p:nvPr/>
        </p:nvSpPr>
        <p:spPr>
          <a:xfrm>
            <a:off x="402765" y="2176700"/>
            <a:ext cx="3113546" cy="769441"/>
          </a:xfrm>
          <a:prstGeom prst="rect">
            <a:avLst/>
          </a:prstGeom>
          <a:noFill/>
        </p:spPr>
        <p:txBody>
          <a:bodyPr wrap="none" lIns="91440" tIns="45720" rIns="91440" bIns="45720">
            <a:spAutoFit/>
          </a:bodyPr>
          <a:lstStyle/>
          <a:p>
            <a:pPr algn="ctr"/>
            <a:r>
              <a:rPr lang="en-US" altLang="zh-TW" sz="4400" dirty="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rPr>
              <a:t>Search </a:t>
            </a:r>
            <a:r>
              <a:rPr lang="en-US" altLang="zh-TW" sz="4400" dirty="0" smtClean="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rPr>
              <a:t>12;</a:t>
            </a:r>
            <a:endParaRPr lang="zh-TW" altLang="en-US" sz="4400" dirty="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endParaRPr>
          </a:p>
        </p:txBody>
      </p:sp>
    </p:spTree>
    <p:extLst>
      <p:ext uri="{BB962C8B-B14F-4D97-AF65-F5344CB8AC3E}">
        <p14:creationId xmlns:p14="http://schemas.microsoft.com/office/powerpoint/2010/main" val="1532258298"/>
      </p:ext>
    </p:extLst>
  </p:cSld>
  <p:clrMapOvr>
    <a:masterClrMapping/>
  </p:clrMapOvr>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1" name="直線接點 150"/>
          <p:cNvCxnSpPr>
            <a:stCxn id="64" idx="3"/>
            <a:endCxn id="67" idx="1"/>
          </p:cNvCxnSpPr>
          <p:nvPr/>
        </p:nvCxnSpPr>
        <p:spPr bwMode="auto">
          <a:xfrm>
            <a:off x="2885903" y="3467622"/>
            <a:ext cx="1971906" cy="0"/>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矩形 3"/>
          <p:cNvSpPr/>
          <p:nvPr/>
        </p:nvSpPr>
        <p:spPr bwMode="auto">
          <a:xfrm>
            <a:off x="1766171" y="5248406"/>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5" name="矩形 4"/>
          <p:cNvSpPr/>
          <p:nvPr/>
        </p:nvSpPr>
        <p:spPr bwMode="auto">
          <a:xfrm>
            <a:off x="2326037"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 name="矩形 5"/>
          <p:cNvSpPr/>
          <p:nvPr/>
        </p:nvSpPr>
        <p:spPr bwMode="auto">
          <a:xfrm>
            <a:off x="5675800"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 name="矩形 6"/>
          <p:cNvSpPr/>
          <p:nvPr/>
        </p:nvSpPr>
        <p:spPr bwMode="auto">
          <a:xfrm>
            <a:off x="5118293"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8" name="矩形 7"/>
          <p:cNvSpPr/>
          <p:nvPr/>
        </p:nvSpPr>
        <p:spPr bwMode="auto">
          <a:xfrm>
            <a:off x="2885903" y="5248406"/>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9" name="矩形 8"/>
          <p:cNvSpPr/>
          <p:nvPr/>
        </p:nvSpPr>
        <p:spPr bwMode="auto">
          <a:xfrm>
            <a:off x="3445769" y="5248405"/>
            <a:ext cx="297024" cy="388306"/>
          </a:xfrm>
          <a:prstGeom prst="rect">
            <a:avLst/>
          </a:prstGeom>
          <a:solidFill>
            <a:schemeClr val="accent2">
              <a:lumMod val="40000"/>
              <a:lumOff val="60000"/>
            </a:schemeClr>
          </a:solidFill>
          <a:ln w="3810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0" name="矩形 9"/>
          <p:cNvSpPr/>
          <p:nvPr/>
        </p:nvSpPr>
        <p:spPr bwMode="auto">
          <a:xfrm>
            <a:off x="4560785"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1" name="矩形 10"/>
          <p:cNvSpPr/>
          <p:nvPr/>
        </p:nvSpPr>
        <p:spPr bwMode="auto">
          <a:xfrm>
            <a:off x="4003277" y="5248405"/>
            <a:ext cx="297024" cy="388306"/>
          </a:xfrm>
          <a:prstGeom prst="rect">
            <a:avLst/>
          </a:prstGeom>
          <a:solidFill>
            <a:schemeClr val="accent2">
              <a:lumMod val="40000"/>
              <a:lumOff val="60000"/>
            </a:schemeClr>
          </a:solidFill>
          <a:ln w="3810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8" name="矩形 17"/>
          <p:cNvSpPr/>
          <p:nvPr/>
        </p:nvSpPr>
        <p:spPr bwMode="auto">
          <a:xfrm>
            <a:off x="6233308"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9" name="矩形 18"/>
          <p:cNvSpPr/>
          <p:nvPr/>
        </p:nvSpPr>
        <p:spPr bwMode="auto">
          <a:xfrm>
            <a:off x="6793174" y="5248404"/>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0" name="矩形 19"/>
          <p:cNvSpPr/>
          <p:nvPr/>
        </p:nvSpPr>
        <p:spPr bwMode="auto">
          <a:xfrm>
            <a:off x="10142937"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1" name="矩形 20"/>
          <p:cNvSpPr/>
          <p:nvPr/>
        </p:nvSpPr>
        <p:spPr bwMode="auto">
          <a:xfrm>
            <a:off x="9585430"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2" name="矩形 21"/>
          <p:cNvSpPr/>
          <p:nvPr/>
        </p:nvSpPr>
        <p:spPr bwMode="auto">
          <a:xfrm>
            <a:off x="7353040"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3" name="矩形 22"/>
          <p:cNvSpPr/>
          <p:nvPr/>
        </p:nvSpPr>
        <p:spPr bwMode="auto">
          <a:xfrm>
            <a:off x="7912906" y="5248404"/>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4" name="矩形 23"/>
          <p:cNvSpPr/>
          <p:nvPr/>
        </p:nvSpPr>
        <p:spPr bwMode="auto">
          <a:xfrm>
            <a:off x="9027922"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5" name="矩形 24"/>
          <p:cNvSpPr/>
          <p:nvPr/>
        </p:nvSpPr>
        <p:spPr bwMode="auto">
          <a:xfrm>
            <a:off x="8470414"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6" name="矩形 25"/>
          <p:cNvSpPr/>
          <p:nvPr/>
        </p:nvSpPr>
        <p:spPr bwMode="auto">
          <a:xfrm>
            <a:off x="2029013"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7" name="矩形 26"/>
          <p:cNvSpPr/>
          <p:nvPr/>
        </p:nvSpPr>
        <p:spPr bwMode="auto">
          <a:xfrm>
            <a:off x="3148745" y="4248411"/>
            <a:ext cx="297024" cy="388306"/>
          </a:xfrm>
          <a:prstGeom prst="rect">
            <a:avLst/>
          </a:prstGeom>
          <a:solidFill>
            <a:schemeClr val="accent2">
              <a:lumMod val="40000"/>
              <a:lumOff val="60000"/>
            </a:schemeClr>
          </a:solidFill>
          <a:ln w="3810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8" name="矩形 27"/>
          <p:cNvSpPr/>
          <p:nvPr/>
        </p:nvSpPr>
        <p:spPr bwMode="auto">
          <a:xfrm>
            <a:off x="4263761" y="4248411"/>
            <a:ext cx="297024" cy="388303"/>
          </a:xfrm>
          <a:prstGeom prst="rect">
            <a:avLst/>
          </a:prstGeom>
          <a:solidFill>
            <a:schemeClr val="accent2">
              <a:lumMod val="40000"/>
              <a:lumOff val="60000"/>
            </a:schemeClr>
          </a:solidFill>
          <a:ln w="3810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9" name="矩形 28"/>
          <p:cNvSpPr/>
          <p:nvPr/>
        </p:nvSpPr>
        <p:spPr bwMode="auto">
          <a:xfrm>
            <a:off x="5383493"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0" name="矩形 29"/>
          <p:cNvSpPr/>
          <p:nvPr/>
        </p:nvSpPr>
        <p:spPr bwMode="auto">
          <a:xfrm>
            <a:off x="6496150"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1" name="矩形 30"/>
          <p:cNvSpPr/>
          <p:nvPr/>
        </p:nvSpPr>
        <p:spPr bwMode="auto">
          <a:xfrm>
            <a:off x="7615882"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2" name="矩形 31"/>
          <p:cNvSpPr/>
          <p:nvPr/>
        </p:nvSpPr>
        <p:spPr bwMode="auto">
          <a:xfrm>
            <a:off x="8730898"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3" name="矩形 32"/>
          <p:cNvSpPr/>
          <p:nvPr/>
        </p:nvSpPr>
        <p:spPr bwMode="auto">
          <a:xfrm>
            <a:off x="9850630"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35" name="直線接點 34"/>
          <p:cNvCxnSpPr>
            <a:stCxn id="26" idx="2"/>
            <a:endCxn id="4" idx="0"/>
          </p:cNvCxnSpPr>
          <p:nvPr/>
        </p:nvCxnSpPr>
        <p:spPr bwMode="auto">
          <a:xfrm flipH="1">
            <a:off x="1901890"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線接點 36"/>
          <p:cNvCxnSpPr>
            <a:stCxn id="26" idx="2"/>
            <a:endCxn id="5" idx="0"/>
          </p:cNvCxnSpPr>
          <p:nvPr/>
        </p:nvCxnSpPr>
        <p:spPr bwMode="auto">
          <a:xfrm>
            <a:off x="2164732"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線接點 39"/>
          <p:cNvCxnSpPr/>
          <p:nvPr/>
        </p:nvCxnSpPr>
        <p:spPr bwMode="auto">
          <a:xfrm flipH="1">
            <a:off x="3018504"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線接點 40"/>
          <p:cNvCxnSpPr/>
          <p:nvPr/>
        </p:nvCxnSpPr>
        <p:spPr bwMode="auto">
          <a:xfrm>
            <a:off x="3281346" y="4636717"/>
            <a:ext cx="297024" cy="611688"/>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直線接點 43"/>
          <p:cNvCxnSpPr/>
          <p:nvPr/>
        </p:nvCxnSpPr>
        <p:spPr bwMode="auto">
          <a:xfrm flipH="1">
            <a:off x="4134720" y="4636717"/>
            <a:ext cx="262842" cy="611689"/>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線接點 44"/>
          <p:cNvCxnSpPr/>
          <p:nvPr/>
        </p:nvCxnSpPr>
        <p:spPr bwMode="auto">
          <a:xfrm>
            <a:off x="4397562"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9" name="群組 48"/>
          <p:cNvGrpSpPr/>
          <p:nvPr/>
        </p:nvGrpSpPr>
        <p:grpSpPr>
          <a:xfrm>
            <a:off x="5246176" y="4636717"/>
            <a:ext cx="559866" cy="611689"/>
            <a:chOff x="1914683" y="4636717"/>
            <a:chExt cx="559866" cy="611689"/>
          </a:xfrm>
        </p:grpSpPr>
        <p:cxnSp>
          <p:nvCxnSpPr>
            <p:cNvPr id="50" name="直線接點 49"/>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線接點 50"/>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2" name="群組 51"/>
          <p:cNvGrpSpPr/>
          <p:nvPr/>
        </p:nvGrpSpPr>
        <p:grpSpPr>
          <a:xfrm>
            <a:off x="6362154" y="4636715"/>
            <a:ext cx="559866" cy="611689"/>
            <a:chOff x="1914683" y="4636717"/>
            <a:chExt cx="559866" cy="611689"/>
          </a:xfrm>
        </p:grpSpPr>
        <p:cxnSp>
          <p:nvCxnSpPr>
            <p:cNvPr id="53" name="直線接點 52"/>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直線接點 53"/>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5" name="群組 54"/>
          <p:cNvGrpSpPr/>
          <p:nvPr/>
        </p:nvGrpSpPr>
        <p:grpSpPr>
          <a:xfrm>
            <a:off x="7479744" y="4636714"/>
            <a:ext cx="559866" cy="611689"/>
            <a:chOff x="1914683" y="4636717"/>
            <a:chExt cx="559866" cy="611689"/>
          </a:xfrm>
        </p:grpSpPr>
        <p:cxnSp>
          <p:nvCxnSpPr>
            <p:cNvPr id="56" name="直線接點 55"/>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直線接點 56"/>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59" name="直線接點 58"/>
          <p:cNvCxnSpPr/>
          <p:nvPr/>
        </p:nvCxnSpPr>
        <p:spPr bwMode="auto">
          <a:xfrm flipH="1">
            <a:off x="8596707" y="4636714"/>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直線接點 59"/>
          <p:cNvCxnSpPr/>
          <p:nvPr/>
        </p:nvCxnSpPr>
        <p:spPr bwMode="auto">
          <a:xfrm>
            <a:off x="8859549" y="4636714"/>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61" name="群組 60"/>
          <p:cNvGrpSpPr/>
          <p:nvPr/>
        </p:nvGrpSpPr>
        <p:grpSpPr>
          <a:xfrm>
            <a:off x="9713670" y="4636714"/>
            <a:ext cx="559866" cy="611689"/>
            <a:chOff x="1914683" y="4636717"/>
            <a:chExt cx="559866" cy="611689"/>
          </a:xfrm>
        </p:grpSpPr>
        <p:cxnSp>
          <p:nvCxnSpPr>
            <p:cNvPr id="62" name="直線接點 61"/>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直線接點 62"/>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4" name="矩形 63"/>
          <p:cNvSpPr/>
          <p:nvPr/>
        </p:nvSpPr>
        <p:spPr bwMode="auto">
          <a:xfrm>
            <a:off x="2588879" y="3273469"/>
            <a:ext cx="297024" cy="388306"/>
          </a:xfrm>
          <a:prstGeom prst="rect">
            <a:avLst/>
          </a:prstGeom>
          <a:solidFill>
            <a:schemeClr val="accent2">
              <a:lumMod val="40000"/>
              <a:lumOff val="60000"/>
            </a:schemeClr>
          </a:solidFill>
          <a:ln w="3810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7" name="矩形 66"/>
          <p:cNvSpPr/>
          <p:nvPr/>
        </p:nvSpPr>
        <p:spPr bwMode="auto">
          <a:xfrm>
            <a:off x="4857809" y="3273469"/>
            <a:ext cx="297024" cy="388306"/>
          </a:xfrm>
          <a:prstGeom prst="rect">
            <a:avLst/>
          </a:prstGeom>
          <a:solidFill>
            <a:schemeClr val="accent2">
              <a:lumMod val="40000"/>
              <a:lumOff val="60000"/>
            </a:schemeClr>
          </a:solidFill>
          <a:ln w="7620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9" name="矩形 68"/>
          <p:cNvSpPr/>
          <p:nvPr/>
        </p:nvSpPr>
        <p:spPr bwMode="auto">
          <a:xfrm>
            <a:off x="7088940"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1" name="矩形 70"/>
          <p:cNvSpPr/>
          <p:nvPr/>
        </p:nvSpPr>
        <p:spPr bwMode="auto">
          <a:xfrm>
            <a:off x="9321172" y="3273469"/>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2" name="矩形 71"/>
          <p:cNvSpPr/>
          <p:nvPr/>
        </p:nvSpPr>
        <p:spPr bwMode="auto">
          <a:xfrm>
            <a:off x="3706253" y="226094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4" name="矩形 73"/>
          <p:cNvSpPr/>
          <p:nvPr/>
        </p:nvSpPr>
        <p:spPr bwMode="auto">
          <a:xfrm>
            <a:off x="5806042" y="1244253"/>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78" name="直線接點 77"/>
          <p:cNvCxnSpPr>
            <a:endCxn id="28" idx="0"/>
          </p:cNvCxnSpPr>
          <p:nvPr/>
        </p:nvCxnSpPr>
        <p:spPr bwMode="auto">
          <a:xfrm flipH="1">
            <a:off x="4412273" y="3661775"/>
            <a:ext cx="576958" cy="586636"/>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直線接點 78"/>
          <p:cNvCxnSpPr>
            <a:endCxn id="29" idx="0"/>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7" name="直線接點 86"/>
          <p:cNvCxnSpPr/>
          <p:nvPr/>
        </p:nvCxnSpPr>
        <p:spPr bwMode="auto">
          <a:xfrm flipH="1">
            <a:off x="2172809" y="3663862"/>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直線接點 87"/>
          <p:cNvCxnSpPr/>
          <p:nvPr/>
        </p:nvCxnSpPr>
        <p:spPr bwMode="auto">
          <a:xfrm>
            <a:off x="2749766" y="3663862"/>
            <a:ext cx="542775" cy="586636"/>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89" name="群組 88"/>
          <p:cNvGrpSpPr/>
          <p:nvPr/>
        </p:nvGrpSpPr>
        <p:grpSpPr>
          <a:xfrm>
            <a:off x="6673970" y="3661775"/>
            <a:ext cx="1119732" cy="586636"/>
            <a:chOff x="4412273" y="3661775"/>
            <a:chExt cx="1119732" cy="586636"/>
          </a:xfrm>
        </p:grpSpPr>
        <p:cxnSp>
          <p:nvCxnSpPr>
            <p:cNvPr id="90" name="直線接點 89"/>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直線接點 90"/>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92" name="群組 91"/>
          <p:cNvGrpSpPr/>
          <p:nvPr/>
        </p:nvGrpSpPr>
        <p:grpSpPr>
          <a:xfrm>
            <a:off x="8909818" y="3661775"/>
            <a:ext cx="1119732" cy="586636"/>
            <a:chOff x="4412273" y="3661775"/>
            <a:chExt cx="1119732" cy="586636"/>
          </a:xfrm>
        </p:grpSpPr>
        <p:cxnSp>
          <p:nvCxnSpPr>
            <p:cNvPr id="93" name="直線接點 92"/>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直線接點 93"/>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96" name="直線接點 95"/>
          <p:cNvCxnSpPr>
            <a:endCxn id="69" idx="0"/>
          </p:cNvCxnSpPr>
          <p:nvPr/>
        </p:nvCxnSpPr>
        <p:spPr bwMode="auto">
          <a:xfrm flipH="1">
            <a:off x="7237452" y="2667000"/>
            <a:ext cx="1140027" cy="60646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直線接點 96"/>
          <p:cNvCxnSpPr>
            <a:endCxn id="71" idx="0"/>
          </p:cNvCxnSpPr>
          <p:nvPr/>
        </p:nvCxnSpPr>
        <p:spPr bwMode="auto">
          <a:xfrm>
            <a:off x="8377478" y="2667000"/>
            <a:ext cx="1092206" cy="60646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直線接點 98"/>
          <p:cNvCxnSpPr>
            <a:endCxn id="64" idx="0"/>
          </p:cNvCxnSpPr>
          <p:nvPr/>
        </p:nvCxnSpPr>
        <p:spPr bwMode="auto">
          <a:xfrm flipH="1">
            <a:off x="2737391" y="2665957"/>
            <a:ext cx="1120913" cy="607512"/>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直線接點 99"/>
          <p:cNvCxnSpPr>
            <a:endCxn id="67" idx="0"/>
          </p:cNvCxnSpPr>
          <p:nvPr/>
        </p:nvCxnSpPr>
        <p:spPr bwMode="auto">
          <a:xfrm>
            <a:off x="3858303" y="2665957"/>
            <a:ext cx="1148018" cy="607512"/>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直線接點 111"/>
          <p:cNvCxnSpPr>
            <a:endCxn id="72" idx="0"/>
          </p:cNvCxnSpPr>
          <p:nvPr/>
        </p:nvCxnSpPr>
        <p:spPr bwMode="auto">
          <a:xfrm flipH="1">
            <a:off x="3854765" y="1650304"/>
            <a:ext cx="2100968" cy="610645"/>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3" name="直線接點 112"/>
          <p:cNvCxnSpPr>
            <a:endCxn id="73" idx="0"/>
          </p:cNvCxnSpPr>
          <p:nvPr/>
        </p:nvCxnSpPr>
        <p:spPr bwMode="auto">
          <a:xfrm>
            <a:off x="5955733" y="1650304"/>
            <a:ext cx="2402709" cy="610645"/>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 name="矩形 117"/>
          <p:cNvSpPr/>
          <p:nvPr/>
        </p:nvSpPr>
        <p:spPr>
          <a:xfrm>
            <a:off x="9580755" y="2944402"/>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(53, 62)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0" name="矩形 119"/>
          <p:cNvSpPr/>
          <p:nvPr/>
        </p:nvSpPr>
        <p:spPr>
          <a:xfrm flipH="1">
            <a:off x="7420163" y="2923918"/>
            <a:ext cx="1396471" cy="523220"/>
          </a:xfrm>
          <a:prstGeom prst="rect">
            <a:avLst/>
          </a:prstGeom>
          <a:noFill/>
          <a:ln>
            <a:noFill/>
          </a:ln>
        </p:spPr>
        <p:txBody>
          <a:bodyPr wrap="squar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(28, 41)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1" name="矩形 120"/>
          <p:cNvSpPr/>
          <p:nvPr/>
        </p:nvSpPr>
        <p:spPr>
          <a:xfrm>
            <a:off x="2930775" y="2923918"/>
            <a:ext cx="1072730"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(5, 7)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2" name="矩形 121"/>
          <p:cNvSpPr/>
          <p:nvPr/>
        </p:nvSpPr>
        <p:spPr>
          <a:xfrm>
            <a:off x="5121640" y="2923918"/>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(11, 13)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4" name="矩形 123"/>
          <p:cNvSpPr/>
          <p:nvPr/>
        </p:nvSpPr>
        <p:spPr>
          <a:xfrm>
            <a:off x="1724567" y="5636710"/>
            <a:ext cx="380232"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5" name="矩形 124"/>
          <p:cNvSpPr/>
          <p:nvPr/>
        </p:nvSpPr>
        <p:spPr>
          <a:xfrm>
            <a:off x="2280009" y="5636710"/>
            <a:ext cx="380232" cy="523220"/>
          </a:xfrm>
          <a:prstGeom prst="rect">
            <a:avLst/>
          </a:prstGeom>
          <a:noFill/>
          <a:ln>
            <a:noFill/>
          </a:ln>
        </p:spPr>
        <p:txBody>
          <a:bodyPr wrap="none" lIns="91440" tIns="45720" rIns="91440" bIns="45720">
            <a:spAutoFit/>
          </a:bodyPr>
          <a:lstStyle/>
          <a:p>
            <a:pPr algn="ctr"/>
            <a:r>
              <a:rPr lang="en-US" altLang="zh-TW" sz="2800" dirty="0">
                <a:ln w="0"/>
                <a:effectLst>
                  <a:outerShdw blurRad="38100" dist="19050" dir="2700000" algn="tl" rotWithShape="0">
                    <a:schemeClr val="dk1">
                      <a:alpha val="40000"/>
                    </a:schemeClr>
                  </a:outerShdw>
                </a:effectLst>
              </a:rPr>
              <a:t>5</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6" name="矩形 125"/>
          <p:cNvSpPr/>
          <p:nvPr/>
        </p:nvSpPr>
        <p:spPr>
          <a:xfrm>
            <a:off x="2835451" y="5634625"/>
            <a:ext cx="380232"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6</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7" name="矩形 126"/>
          <p:cNvSpPr/>
          <p:nvPr/>
        </p:nvSpPr>
        <p:spPr>
          <a:xfrm>
            <a:off x="3399448" y="5634624"/>
            <a:ext cx="380232"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8" name="矩形 127"/>
          <p:cNvSpPr/>
          <p:nvPr/>
        </p:nvSpPr>
        <p:spPr>
          <a:xfrm>
            <a:off x="3977821" y="5634624"/>
            <a:ext cx="380232" cy="523220"/>
          </a:xfrm>
          <a:prstGeom prst="rect">
            <a:avLst/>
          </a:prstGeom>
          <a:noFill/>
          <a:ln>
            <a:noFill/>
          </a:ln>
        </p:spPr>
        <p:txBody>
          <a:bodyPr wrap="none" lIns="91440" tIns="45720" rIns="91440" bIns="45720">
            <a:spAutoFit/>
          </a:bodyPr>
          <a:lstStyle/>
          <a:p>
            <a:pPr algn="ctr"/>
            <a:r>
              <a:rPr lang="en-US" altLang="zh-TW" sz="2800" dirty="0">
                <a:ln w="0"/>
                <a:effectLst>
                  <a:outerShdw blurRad="38100" dist="19050" dir="2700000" algn="tl" rotWithShape="0">
                    <a:schemeClr val="dk1">
                      <a:alpha val="40000"/>
                    </a:schemeClr>
                  </a:outerShdw>
                </a:effectLst>
              </a:rPr>
              <a:t>9</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9" name="矩形 128"/>
          <p:cNvSpPr/>
          <p:nvPr/>
        </p:nvSpPr>
        <p:spPr>
          <a:xfrm>
            <a:off x="4438489"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11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0" name="矩形 129"/>
          <p:cNvSpPr/>
          <p:nvPr/>
        </p:nvSpPr>
        <p:spPr>
          <a:xfrm>
            <a:off x="4993931"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12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1" name="矩形 130"/>
          <p:cNvSpPr/>
          <p:nvPr/>
        </p:nvSpPr>
        <p:spPr>
          <a:xfrm>
            <a:off x="5549373" y="5632539"/>
            <a:ext cx="575799"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2" name="矩形 131"/>
          <p:cNvSpPr/>
          <p:nvPr/>
        </p:nvSpPr>
        <p:spPr>
          <a:xfrm>
            <a:off x="6113370"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20</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3" name="矩形 132"/>
          <p:cNvSpPr/>
          <p:nvPr/>
        </p:nvSpPr>
        <p:spPr>
          <a:xfrm>
            <a:off x="6691743" y="5632538"/>
            <a:ext cx="575799"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28</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4" name="矩形 133"/>
          <p:cNvSpPr/>
          <p:nvPr/>
        </p:nvSpPr>
        <p:spPr>
          <a:xfrm>
            <a:off x="7202850"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29</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5" name="矩形 134"/>
          <p:cNvSpPr/>
          <p:nvPr/>
        </p:nvSpPr>
        <p:spPr>
          <a:xfrm>
            <a:off x="7758292"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41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6" name="矩形 135"/>
          <p:cNvSpPr/>
          <p:nvPr/>
        </p:nvSpPr>
        <p:spPr>
          <a:xfrm>
            <a:off x="8313734" y="5632539"/>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42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7" name="矩形 136"/>
          <p:cNvSpPr/>
          <p:nvPr/>
        </p:nvSpPr>
        <p:spPr>
          <a:xfrm>
            <a:off x="8877731"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53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8" name="矩形 137"/>
          <p:cNvSpPr/>
          <p:nvPr/>
        </p:nvSpPr>
        <p:spPr>
          <a:xfrm>
            <a:off x="9456104"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58</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9" name="矩形 138"/>
          <p:cNvSpPr/>
          <p:nvPr/>
        </p:nvSpPr>
        <p:spPr>
          <a:xfrm>
            <a:off x="10061513"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cxnSp>
        <p:nvCxnSpPr>
          <p:cNvPr id="143" name="直線接點 142"/>
          <p:cNvCxnSpPr>
            <a:stCxn id="26" idx="3"/>
            <a:endCxn id="27" idx="1"/>
          </p:cNvCxnSpPr>
          <p:nvPr/>
        </p:nvCxnSpPr>
        <p:spPr bwMode="auto">
          <a:xfrm>
            <a:off x="2326037"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 name="直線接點 143"/>
          <p:cNvCxnSpPr/>
          <p:nvPr/>
        </p:nvCxnSpPr>
        <p:spPr bwMode="auto">
          <a:xfrm>
            <a:off x="3445769"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 name="直線接點 144"/>
          <p:cNvCxnSpPr/>
          <p:nvPr/>
        </p:nvCxnSpPr>
        <p:spPr bwMode="auto">
          <a:xfrm>
            <a:off x="4560785"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直線接點 145"/>
          <p:cNvCxnSpPr/>
          <p:nvPr/>
        </p:nvCxnSpPr>
        <p:spPr bwMode="auto">
          <a:xfrm>
            <a:off x="6773508"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直線接點 146"/>
          <p:cNvCxnSpPr/>
          <p:nvPr/>
        </p:nvCxnSpPr>
        <p:spPr bwMode="auto">
          <a:xfrm>
            <a:off x="7920348"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直線接點 147"/>
          <p:cNvCxnSpPr/>
          <p:nvPr/>
        </p:nvCxnSpPr>
        <p:spPr bwMode="auto">
          <a:xfrm>
            <a:off x="9022383"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 name="直線接點 148"/>
          <p:cNvCxnSpPr/>
          <p:nvPr/>
        </p:nvCxnSpPr>
        <p:spPr bwMode="auto">
          <a:xfrm>
            <a:off x="5702016"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 name="直線接點 152"/>
          <p:cNvCxnSpPr>
            <a:stCxn id="67" idx="3"/>
            <a:endCxn id="69" idx="1"/>
          </p:cNvCxnSpPr>
          <p:nvPr/>
        </p:nvCxnSpPr>
        <p:spPr bwMode="auto">
          <a:xfrm>
            <a:off x="5154833" y="3467622"/>
            <a:ext cx="1934107"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 name="直線接點 153"/>
          <p:cNvCxnSpPr>
            <a:stCxn id="69" idx="3"/>
            <a:endCxn id="71" idx="1"/>
          </p:cNvCxnSpPr>
          <p:nvPr/>
        </p:nvCxnSpPr>
        <p:spPr bwMode="auto">
          <a:xfrm>
            <a:off x="7385964" y="3467622"/>
            <a:ext cx="19352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矩形 1"/>
          <p:cNvSpPr/>
          <p:nvPr/>
        </p:nvSpPr>
        <p:spPr>
          <a:xfrm>
            <a:off x="590271" y="522241"/>
            <a:ext cx="5263300" cy="769441"/>
          </a:xfrm>
          <a:prstGeom prst="rect">
            <a:avLst/>
          </a:prstGeom>
          <a:noFill/>
        </p:spPr>
        <p:txBody>
          <a:bodyPr wrap="none" lIns="91440" tIns="45720" rIns="91440" bIns="45720">
            <a:spAutoFit/>
          </a:bodyPr>
          <a:lstStyle/>
          <a:p>
            <a:pPr algn="ctr"/>
            <a:r>
              <a:rPr lang="en-US" altLang="zh-TW" sz="4400" dirty="0">
                <a:ln w="0"/>
                <a:effectLst>
                  <a:outerShdw blurRad="38100" dist="19050" dir="2700000" algn="tl" rotWithShape="0">
                    <a:schemeClr val="dk1">
                      <a:alpha val="40000"/>
                    </a:schemeClr>
                  </a:outerShdw>
                </a:effectLst>
              </a:rPr>
              <a:t>S={7, 9, 20, 28, 41}</a:t>
            </a:r>
            <a:endParaRPr lang="zh-TW" altLang="en-US" sz="4400" dirty="0">
              <a:ln w="0"/>
              <a:effectLst>
                <a:outerShdw blurRad="38100" dist="19050" dir="2700000" algn="tl" rotWithShape="0">
                  <a:schemeClr val="dk1">
                    <a:alpha val="40000"/>
                  </a:schemeClr>
                </a:outerShdw>
              </a:effectLst>
            </a:endParaRPr>
          </a:p>
        </p:txBody>
      </p:sp>
      <p:sp>
        <p:nvSpPr>
          <p:cNvPr id="109" name="矩形 108"/>
          <p:cNvSpPr/>
          <p:nvPr/>
        </p:nvSpPr>
        <p:spPr>
          <a:xfrm>
            <a:off x="4003277" y="1881520"/>
            <a:ext cx="1242008"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(7, 13)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0" name="矩形 109"/>
          <p:cNvSpPr/>
          <p:nvPr/>
        </p:nvSpPr>
        <p:spPr>
          <a:xfrm>
            <a:off x="6058452" y="998300"/>
            <a:ext cx="1463862"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(13, 62)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1" name="矩形 110"/>
          <p:cNvSpPr/>
          <p:nvPr/>
        </p:nvSpPr>
        <p:spPr>
          <a:xfrm>
            <a:off x="8470414" y="1881520"/>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(41, 62)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cxnSp>
        <p:nvCxnSpPr>
          <p:cNvPr id="114" name="直線接點 113"/>
          <p:cNvCxnSpPr>
            <a:stCxn id="72" idx="3"/>
            <a:endCxn id="73" idx="1"/>
          </p:cNvCxnSpPr>
          <p:nvPr/>
        </p:nvCxnSpPr>
        <p:spPr bwMode="auto">
          <a:xfrm>
            <a:off x="4003277" y="2455102"/>
            <a:ext cx="4206653"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矩形 72"/>
          <p:cNvSpPr/>
          <p:nvPr/>
        </p:nvSpPr>
        <p:spPr bwMode="auto">
          <a:xfrm>
            <a:off x="8209930" y="226094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150" name="群組 149"/>
          <p:cNvGrpSpPr/>
          <p:nvPr/>
        </p:nvGrpSpPr>
        <p:grpSpPr>
          <a:xfrm>
            <a:off x="2047390" y="6037070"/>
            <a:ext cx="1570973" cy="707886"/>
            <a:chOff x="330917" y="6037070"/>
            <a:chExt cx="1570973" cy="707886"/>
          </a:xfrm>
        </p:grpSpPr>
        <p:cxnSp>
          <p:nvCxnSpPr>
            <p:cNvPr id="152" name="直線單箭頭接點 151"/>
            <p:cNvCxnSpPr/>
            <p:nvPr/>
          </p:nvCxnSpPr>
          <p:spPr bwMode="auto">
            <a:xfrm flipV="1">
              <a:off x="1889097" y="6155758"/>
              <a:ext cx="12793" cy="466338"/>
            </a:xfrm>
            <a:prstGeom prst="straightConnector1">
              <a:avLst/>
            </a:prstGeom>
            <a:solidFill>
              <a:schemeClr val="accent1"/>
            </a:solidFill>
            <a:ln w="76200" cap="flat" cmpd="sng" algn="ctr">
              <a:solidFill>
                <a:srgbClr val="0070C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5" name="矩形 154"/>
            <p:cNvSpPr/>
            <p:nvPr/>
          </p:nvSpPr>
          <p:spPr>
            <a:xfrm>
              <a:off x="330917" y="6037070"/>
              <a:ext cx="1487907" cy="707886"/>
            </a:xfrm>
            <a:prstGeom prst="rect">
              <a:avLst/>
            </a:prstGeom>
            <a:noFill/>
          </p:spPr>
          <p:txBody>
            <a:bodyPr wrap="none" lIns="91440" tIns="45720" rIns="91440" bIns="45720">
              <a:spAutoFit/>
            </a:bodyPr>
            <a:lstStyle/>
            <a:p>
              <a:pPr algn="ctr"/>
              <a:r>
                <a:rPr lang="en-US" altLang="zh-TW" sz="40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finger</a:t>
              </a:r>
              <a:endParaRPr lang="zh-TW" altLang="en-US" sz="40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grpSp>
      <p:sp>
        <p:nvSpPr>
          <p:cNvPr id="115" name="矩形 114"/>
          <p:cNvSpPr/>
          <p:nvPr/>
        </p:nvSpPr>
        <p:spPr>
          <a:xfrm>
            <a:off x="402765" y="2176700"/>
            <a:ext cx="3113546" cy="769441"/>
          </a:xfrm>
          <a:prstGeom prst="rect">
            <a:avLst/>
          </a:prstGeom>
          <a:noFill/>
        </p:spPr>
        <p:txBody>
          <a:bodyPr wrap="none" lIns="91440" tIns="45720" rIns="91440" bIns="45720">
            <a:spAutoFit/>
          </a:bodyPr>
          <a:lstStyle/>
          <a:p>
            <a:pPr algn="ctr"/>
            <a:r>
              <a:rPr lang="en-US" altLang="zh-TW" sz="4400" dirty="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rPr>
              <a:t>Search </a:t>
            </a:r>
            <a:r>
              <a:rPr lang="en-US" altLang="zh-TW" sz="4400" dirty="0" smtClean="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rPr>
              <a:t>12;</a:t>
            </a:r>
            <a:endParaRPr lang="zh-TW" altLang="en-US" sz="4400" dirty="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endParaRPr>
          </a:p>
        </p:txBody>
      </p:sp>
    </p:spTree>
    <p:extLst>
      <p:ext uri="{BB962C8B-B14F-4D97-AF65-F5344CB8AC3E}">
        <p14:creationId xmlns:p14="http://schemas.microsoft.com/office/powerpoint/2010/main" val="3771179206"/>
      </p:ext>
    </p:extLst>
  </p:cSld>
  <p:clrMapOvr>
    <a:masterClrMapping/>
  </p:clrMapOvr>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1" name="直線接點 150"/>
          <p:cNvCxnSpPr>
            <a:stCxn id="64" idx="3"/>
            <a:endCxn id="67" idx="1"/>
          </p:cNvCxnSpPr>
          <p:nvPr/>
        </p:nvCxnSpPr>
        <p:spPr bwMode="auto">
          <a:xfrm>
            <a:off x="2885903" y="3467622"/>
            <a:ext cx="1971906" cy="0"/>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矩形 3"/>
          <p:cNvSpPr/>
          <p:nvPr/>
        </p:nvSpPr>
        <p:spPr bwMode="auto">
          <a:xfrm>
            <a:off x="1766171" y="5248406"/>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5" name="矩形 4"/>
          <p:cNvSpPr/>
          <p:nvPr/>
        </p:nvSpPr>
        <p:spPr bwMode="auto">
          <a:xfrm>
            <a:off x="2326037"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 name="矩形 5"/>
          <p:cNvSpPr/>
          <p:nvPr/>
        </p:nvSpPr>
        <p:spPr bwMode="auto">
          <a:xfrm>
            <a:off x="5675800"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 name="矩形 6"/>
          <p:cNvSpPr/>
          <p:nvPr/>
        </p:nvSpPr>
        <p:spPr bwMode="auto">
          <a:xfrm>
            <a:off x="5118293"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8" name="矩形 7"/>
          <p:cNvSpPr/>
          <p:nvPr/>
        </p:nvSpPr>
        <p:spPr bwMode="auto">
          <a:xfrm>
            <a:off x="2885903" y="5248406"/>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9" name="矩形 8"/>
          <p:cNvSpPr/>
          <p:nvPr/>
        </p:nvSpPr>
        <p:spPr bwMode="auto">
          <a:xfrm>
            <a:off x="3445769" y="5248405"/>
            <a:ext cx="297024" cy="388306"/>
          </a:xfrm>
          <a:prstGeom prst="rect">
            <a:avLst/>
          </a:prstGeom>
          <a:solidFill>
            <a:schemeClr val="accent2">
              <a:lumMod val="40000"/>
              <a:lumOff val="60000"/>
            </a:schemeClr>
          </a:solidFill>
          <a:ln w="3810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0" name="矩形 9"/>
          <p:cNvSpPr/>
          <p:nvPr/>
        </p:nvSpPr>
        <p:spPr bwMode="auto">
          <a:xfrm>
            <a:off x="4560785"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1" name="矩形 10"/>
          <p:cNvSpPr/>
          <p:nvPr/>
        </p:nvSpPr>
        <p:spPr bwMode="auto">
          <a:xfrm>
            <a:off x="4003277"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8" name="矩形 17"/>
          <p:cNvSpPr/>
          <p:nvPr/>
        </p:nvSpPr>
        <p:spPr bwMode="auto">
          <a:xfrm>
            <a:off x="6233308"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9" name="矩形 18"/>
          <p:cNvSpPr/>
          <p:nvPr/>
        </p:nvSpPr>
        <p:spPr bwMode="auto">
          <a:xfrm>
            <a:off x="6793174" y="5248404"/>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0" name="矩形 19"/>
          <p:cNvSpPr/>
          <p:nvPr/>
        </p:nvSpPr>
        <p:spPr bwMode="auto">
          <a:xfrm>
            <a:off x="10142937"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1" name="矩形 20"/>
          <p:cNvSpPr/>
          <p:nvPr/>
        </p:nvSpPr>
        <p:spPr bwMode="auto">
          <a:xfrm>
            <a:off x="9585430"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2" name="矩形 21"/>
          <p:cNvSpPr/>
          <p:nvPr/>
        </p:nvSpPr>
        <p:spPr bwMode="auto">
          <a:xfrm>
            <a:off x="7353040"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3" name="矩形 22"/>
          <p:cNvSpPr/>
          <p:nvPr/>
        </p:nvSpPr>
        <p:spPr bwMode="auto">
          <a:xfrm>
            <a:off x="7912906" y="5248404"/>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4" name="矩形 23"/>
          <p:cNvSpPr/>
          <p:nvPr/>
        </p:nvSpPr>
        <p:spPr bwMode="auto">
          <a:xfrm>
            <a:off x="9027922"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5" name="矩形 24"/>
          <p:cNvSpPr/>
          <p:nvPr/>
        </p:nvSpPr>
        <p:spPr bwMode="auto">
          <a:xfrm>
            <a:off x="8470414"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6" name="矩形 25"/>
          <p:cNvSpPr/>
          <p:nvPr/>
        </p:nvSpPr>
        <p:spPr bwMode="auto">
          <a:xfrm>
            <a:off x="2029013"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7" name="矩形 26"/>
          <p:cNvSpPr/>
          <p:nvPr/>
        </p:nvSpPr>
        <p:spPr bwMode="auto">
          <a:xfrm>
            <a:off x="3148745" y="4248411"/>
            <a:ext cx="297024" cy="388306"/>
          </a:xfrm>
          <a:prstGeom prst="rect">
            <a:avLst/>
          </a:prstGeom>
          <a:solidFill>
            <a:schemeClr val="accent2">
              <a:lumMod val="40000"/>
              <a:lumOff val="60000"/>
            </a:schemeClr>
          </a:solidFill>
          <a:ln w="3810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8" name="矩形 27"/>
          <p:cNvSpPr/>
          <p:nvPr/>
        </p:nvSpPr>
        <p:spPr bwMode="auto">
          <a:xfrm>
            <a:off x="4263761" y="4248411"/>
            <a:ext cx="297024" cy="388303"/>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9" name="矩形 28"/>
          <p:cNvSpPr/>
          <p:nvPr/>
        </p:nvSpPr>
        <p:spPr bwMode="auto">
          <a:xfrm>
            <a:off x="5383493"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0" name="矩形 29"/>
          <p:cNvSpPr/>
          <p:nvPr/>
        </p:nvSpPr>
        <p:spPr bwMode="auto">
          <a:xfrm>
            <a:off x="6496150"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1" name="矩形 30"/>
          <p:cNvSpPr/>
          <p:nvPr/>
        </p:nvSpPr>
        <p:spPr bwMode="auto">
          <a:xfrm>
            <a:off x="7615882"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2" name="矩形 31"/>
          <p:cNvSpPr/>
          <p:nvPr/>
        </p:nvSpPr>
        <p:spPr bwMode="auto">
          <a:xfrm>
            <a:off x="8730898"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3" name="矩形 32"/>
          <p:cNvSpPr/>
          <p:nvPr/>
        </p:nvSpPr>
        <p:spPr bwMode="auto">
          <a:xfrm>
            <a:off x="9850630"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35" name="直線接點 34"/>
          <p:cNvCxnSpPr>
            <a:stCxn id="26" idx="2"/>
            <a:endCxn id="4" idx="0"/>
          </p:cNvCxnSpPr>
          <p:nvPr/>
        </p:nvCxnSpPr>
        <p:spPr bwMode="auto">
          <a:xfrm flipH="1">
            <a:off x="1901890"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線接點 36"/>
          <p:cNvCxnSpPr>
            <a:stCxn id="26" idx="2"/>
            <a:endCxn id="5" idx="0"/>
          </p:cNvCxnSpPr>
          <p:nvPr/>
        </p:nvCxnSpPr>
        <p:spPr bwMode="auto">
          <a:xfrm>
            <a:off x="2164732"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線接點 39"/>
          <p:cNvCxnSpPr/>
          <p:nvPr/>
        </p:nvCxnSpPr>
        <p:spPr bwMode="auto">
          <a:xfrm flipH="1">
            <a:off x="3018504"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線接點 40"/>
          <p:cNvCxnSpPr/>
          <p:nvPr/>
        </p:nvCxnSpPr>
        <p:spPr bwMode="auto">
          <a:xfrm>
            <a:off x="3281346" y="4636717"/>
            <a:ext cx="297024" cy="611688"/>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3" name="群組 42"/>
          <p:cNvGrpSpPr/>
          <p:nvPr/>
        </p:nvGrpSpPr>
        <p:grpSpPr>
          <a:xfrm>
            <a:off x="4134720" y="4636717"/>
            <a:ext cx="559866" cy="611689"/>
            <a:chOff x="1914683" y="4636717"/>
            <a:chExt cx="559866" cy="611689"/>
          </a:xfrm>
        </p:grpSpPr>
        <p:cxnSp>
          <p:nvCxnSpPr>
            <p:cNvPr id="44" name="直線接點 43"/>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線接點 44"/>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9" name="群組 48"/>
          <p:cNvGrpSpPr/>
          <p:nvPr/>
        </p:nvGrpSpPr>
        <p:grpSpPr>
          <a:xfrm>
            <a:off x="5246176" y="4636717"/>
            <a:ext cx="559866" cy="611689"/>
            <a:chOff x="1914683" y="4636717"/>
            <a:chExt cx="559866" cy="611689"/>
          </a:xfrm>
        </p:grpSpPr>
        <p:cxnSp>
          <p:nvCxnSpPr>
            <p:cNvPr id="50" name="直線接點 49"/>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線接點 50"/>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2" name="群組 51"/>
          <p:cNvGrpSpPr/>
          <p:nvPr/>
        </p:nvGrpSpPr>
        <p:grpSpPr>
          <a:xfrm>
            <a:off x="6362154" y="4636715"/>
            <a:ext cx="559866" cy="611689"/>
            <a:chOff x="1914683" y="4636717"/>
            <a:chExt cx="559866" cy="611689"/>
          </a:xfrm>
        </p:grpSpPr>
        <p:cxnSp>
          <p:nvCxnSpPr>
            <p:cNvPr id="53" name="直線接點 52"/>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直線接點 53"/>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55" name="群組 54"/>
          <p:cNvGrpSpPr/>
          <p:nvPr/>
        </p:nvGrpSpPr>
        <p:grpSpPr>
          <a:xfrm>
            <a:off x="7479744" y="4636714"/>
            <a:ext cx="559866" cy="611689"/>
            <a:chOff x="1914683" y="4636717"/>
            <a:chExt cx="559866" cy="611689"/>
          </a:xfrm>
        </p:grpSpPr>
        <p:cxnSp>
          <p:nvCxnSpPr>
            <p:cNvPr id="56" name="直線接點 55"/>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直線接點 56"/>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59" name="直線接點 58"/>
          <p:cNvCxnSpPr/>
          <p:nvPr/>
        </p:nvCxnSpPr>
        <p:spPr bwMode="auto">
          <a:xfrm flipH="1">
            <a:off x="8596707" y="4636714"/>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直線接點 59"/>
          <p:cNvCxnSpPr/>
          <p:nvPr/>
        </p:nvCxnSpPr>
        <p:spPr bwMode="auto">
          <a:xfrm>
            <a:off x="8859549" y="4636714"/>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61" name="群組 60"/>
          <p:cNvGrpSpPr/>
          <p:nvPr/>
        </p:nvGrpSpPr>
        <p:grpSpPr>
          <a:xfrm>
            <a:off x="9713670" y="4636714"/>
            <a:ext cx="559866" cy="611689"/>
            <a:chOff x="1914683" y="4636717"/>
            <a:chExt cx="559866" cy="611689"/>
          </a:xfrm>
        </p:grpSpPr>
        <p:cxnSp>
          <p:nvCxnSpPr>
            <p:cNvPr id="62" name="直線接點 61"/>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直線接點 62"/>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4" name="矩形 63"/>
          <p:cNvSpPr/>
          <p:nvPr/>
        </p:nvSpPr>
        <p:spPr bwMode="auto">
          <a:xfrm>
            <a:off x="2588879" y="3273469"/>
            <a:ext cx="297024" cy="388306"/>
          </a:xfrm>
          <a:prstGeom prst="rect">
            <a:avLst/>
          </a:prstGeom>
          <a:solidFill>
            <a:schemeClr val="accent2">
              <a:lumMod val="40000"/>
              <a:lumOff val="60000"/>
            </a:schemeClr>
          </a:solidFill>
          <a:ln w="3810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7" name="矩形 66"/>
          <p:cNvSpPr/>
          <p:nvPr/>
        </p:nvSpPr>
        <p:spPr bwMode="auto">
          <a:xfrm>
            <a:off x="4857809" y="3273469"/>
            <a:ext cx="297024" cy="388306"/>
          </a:xfrm>
          <a:prstGeom prst="rect">
            <a:avLst/>
          </a:prstGeom>
          <a:solidFill>
            <a:schemeClr val="accent2">
              <a:lumMod val="40000"/>
              <a:lumOff val="60000"/>
            </a:schemeClr>
          </a:solidFill>
          <a:ln w="7620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9" name="矩形 68"/>
          <p:cNvSpPr/>
          <p:nvPr/>
        </p:nvSpPr>
        <p:spPr bwMode="auto">
          <a:xfrm>
            <a:off x="7088940"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1" name="矩形 70"/>
          <p:cNvSpPr/>
          <p:nvPr/>
        </p:nvSpPr>
        <p:spPr bwMode="auto">
          <a:xfrm>
            <a:off x="9321172" y="3273469"/>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2" name="矩形 71"/>
          <p:cNvSpPr/>
          <p:nvPr/>
        </p:nvSpPr>
        <p:spPr bwMode="auto">
          <a:xfrm>
            <a:off x="3706253" y="226094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4" name="矩形 73"/>
          <p:cNvSpPr/>
          <p:nvPr/>
        </p:nvSpPr>
        <p:spPr bwMode="auto">
          <a:xfrm>
            <a:off x="5806042" y="1244253"/>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85" name="群組 84"/>
          <p:cNvGrpSpPr/>
          <p:nvPr/>
        </p:nvGrpSpPr>
        <p:grpSpPr>
          <a:xfrm>
            <a:off x="4412273" y="3661775"/>
            <a:ext cx="1119732" cy="586636"/>
            <a:chOff x="4412273" y="3661775"/>
            <a:chExt cx="1119732" cy="586636"/>
          </a:xfrm>
        </p:grpSpPr>
        <p:cxnSp>
          <p:nvCxnSpPr>
            <p:cNvPr id="78" name="直線接點 77"/>
            <p:cNvCxnSpPr>
              <a:endCxn id="28" idx="0"/>
            </p:cNvCxnSpPr>
            <p:nvPr/>
          </p:nvCxnSpPr>
          <p:spPr bwMode="auto">
            <a:xfrm flipH="1">
              <a:off x="4412273" y="3661775"/>
              <a:ext cx="576958"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直線接點 78"/>
            <p:cNvCxnSpPr>
              <a:endCxn id="29" idx="0"/>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87" name="直線接點 86"/>
          <p:cNvCxnSpPr/>
          <p:nvPr/>
        </p:nvCxnSpPr>
        <p:spPr bwMode="auto">
          <a:xfrm flipH="1">
            <a:off x="2172809" y="3663862"/>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直線接點 87"/>
          <p:cNvCxnSpPr/>
          <p:nvPr/>
        </p:nvCxnSpPr>
        <p:spPr bwMode="auto">
          <a:xfrm>
            <a:off x="2749766" y="3663862"/>
            <a:ext cx="542775" cy="586636"/>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89" name="群組 88"/>
          <p:cNvGrpSpPr/>
          <p:nvPr/>
        </p:nvGrpSpPr>
        <p:grpSpPr>
          <a:xfrm>
            <a:off x="6673970" y="3661775"/>
            <a:ext cx="1119732" cy="586636"/>
            <a:chOff x="4412273" y="3661775"/>
            <a:chExt cx="1119732" cy="586636"/>
          </a:xfrm>
        </p:grpSpPr>
        <p:cxnSp>
          <p:nvCxnSpPr>
            <p:cNvPr id="90" name="直線接點 89"/>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直線接點 90"/>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92" name="群組 91"/>
          <p:cNvGrpSpPr/>
          <p:nvPr/>
        </p:nvGrpSpPr>
        <p:grpSpPr>
          <a:xfrm>
            <a:off x="8909818" y="3661775"/>
            <a:ext cx="1119732" cy="586636"/>
            <a:chOff x="4412273" y="3661775"/>
            <a:chExt cx="1119732" cy="586636"/>
          </a:xfrm>
        </p:grpSpPr>
        <p:cxnSp>
          <p:nvCxnSpPr>
            <p:cNvPr id="93" name="直線接點 92"/>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直線接點 93"/>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96" name="直線接點 95"/>
          <p:cNvCxnSpPr>
            <a:endCxn id="69" idx="0"/>
          </p:cNvCxnSpPr>
          <p:nvPr/>
        </p:nvCxnSpPr>
        <p:spPr bwMode="auto">
          <a:xfrm flipH="1">
            <a:off x="7237452" y="2667000"/>
            <a:ext cx="1140027" cy="60646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直線接點 96"/>
          <p:cNvCxnSpPr>
            <a:endCxn id="71" idx="0"/>
          </p:cNvCxnSpPr>
          <p:nvPr/>
        </p:nvCxnSpPr>
        <p:spPr bwMode="auto">
          <a:xfrm>
            <a:off x="8377478" y="2667000"/>
            <a:ext cx="1092206" cy="60646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直線接點 98"/>
          <p:cNvCxnSpPr>
            <a:endCxn id="64" idx="0"/>
          </p:cNvCxnSpPr>
          <p:nvPr/>
        </p:nvCxnSpPr>
        <p:spPr bwMode="auto">
          <a:xfrm flipH="1">
            <a:off x="2737391" y="2665957"/>
            <a:ext cx="1120913" cy="607512"/>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直線接點 99"/>
          <p:cNvCxnSpPr>
            <a:endCxn id="67" idx="0"/>
          </p:cNvCxnSpPr>
          <p:nvPr/>
        </p:nvCxnSpPr>
        <p:spPr bwMode="auto">
          <a:xfrm>
            <a:off x="3858303" y="2665957"/>
            <a:ext cx="1148018" cy="607512"/>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直線接點 111"/>
          <p:cNvCxnSpPr>
            <a:endCxn id="72" idx="0"/>
          </p:cNvCxnSpPr>
          <p:nvPr/>
        </p:nvCxnSpPr>
        <p:spPr bwMode="auto">
          <a:xfrm flipH="1">
            <a:off x="3854765" y="1650304"/>
            <a:ext cx="2100968" cy="610645"/>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3" name="直線接點 112"/>
          <p:cNvCxnSpPr>
            <a:endCxn id="73" idx="0"/>
          </p:cNvCxnSpPr>
          <p:nvPr/>
        </p:nvCxnSpPr>
        <p:spPr bwMode="auto">
          <a:xfrm>
            <a:off x="5955733" y="1650304"/>
            <a:ext cx="2402709" cy="610645"/>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 name="矩形 117"/>
          <p:cNvSpPr/>
          <p:nvPr/>
        </p:nvSpPr>
        <p:spPr>
          <a:xfrm>
            <a:off x="9580755" y="2944402"/>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(53, 62)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0" name="矩形 119"/>
          <p:cNvSpPr/>
          <p:nvPr/>
        </p:nvSpPr>
        <p:spPr>
          <a:xfrm flipH="1">
            <a:off x="7420163" y="2923918"/>
            <a:ext cx="1396471" cy="523220"/>
          </a:xfrm>
          <a:prstGeom prst="rect">
            <a:avLst/>
          </a:prstGeom>
          <a:noFill/>
          <a:ln>
            <a:noFill/>
          </a:ln>
        </p:spPr>
        <p:txBody>
          <a:bodyPr wrap="squar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(28, 41)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1" name="矩形 120"/>
          <p:cNvSpPr/>
          <p:nvPr/>
        </p:nvSpPr>
        <p:spPr>
          <a:xfrm>
            <a:off x="2930775" y="2923918"/>
            <a:ext cx="1072730"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(5, 7)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2" name="矩形 121"/>
          <p:cNvSpPr/>
          <p:nvPr/>
        </p:nvSpPr>
        <p:spPr>
          <a:xfrm>
            <a:off x="5121640" y="2923918"/>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(11, 13)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4" name="矩形 123"/>
          <p:cNvSpPr/>
          <p:nvPr/>
        </p:nvSpPr>
        <p:spPr>
          <a:xfrm>
            <a:off x="1724567" y="5636710"/>
            <a:ext cx="380232"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5" name="矩形 124"/>
          <p:cNvSpPr/>
          <p:nvPr/>
        </p:nvSpPr>
        <p:spPr>
          <a:xfrm>
            <a:off x="2280009" y="5636710"/>
            <a:ext cx="380232" cy="523220"/>
          </a:xfrm>
          <a:prstGeom prst="rect">
            <a:avLst/>
          </a:prstGeom>
          <a:noFill/>
          <a:ln>
            <a:noFill/>
          </a:ln>
        </p:spPr>
        <p:txBody>
          <a:bodyPr wrap="none" lIns="91440" tIns="45720" rIns="91440" bIns="45720">
            <a:spAutoFit/>
          </a:bodyPr>
          <a:lstStyle/>
          <a:p>
            <a:pPr algn="ctr"/>
            <a:r>
              <a:rPr lang="en-US" altLang="zh-TW" sz="2800" dirty="0">
                <a:ln w="0"/>
                <a:effectLst>
                  <a:outerShdw blurRad="38100" dist="19050" dir="2700000" algn="tl" rotWithShape="0">
                    <a:schemeClr val="dk1">
                      <a:alpha val="40000"/>
                    </a:schemeClr>
                  </a:outerShdw>
                </a:effectLst>
              </a:rPr>
              <a:t>5</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6" name="矩形 125"/>
          <p:cNvSpPr/>
          <p:nvPr/>
        </p:nvSpPr>
        <p:spPr>
          <a:xfrm>
            <a:off x="2835451" y="5634625"/>
            <a:ext cx="380232"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6</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7" name="矩形 126"/>
          <p:cNvSpPr/>
          <p:nvPr/>
        </p:nvSpPr>
        <p:spPr>
          <a:xfrm>
            <a:off x="3399448" y="5634624"/>
            <a:ext cx="380232"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8" name="矩形 127"/>
          <p:cNvSpPr/>
          <p:nvPr/>
        </p:nvSpPr>
        <p:spPr>
          <a:xfrm>
            <a:off x="3977821" y="5634624"/>
            <a:ext cx="380232" cy="523220"/>
          </a:xfrm>
          <a:prstGeom prst="rect">
            <a:avLst/>
          </a:prstGeom>
          <a:noFill/>
          <a:ln>
            <a:noFill/>
          </a:ln>
        </p:spPr>
        <p:txBody>
          <a:bodyPr wrap="none" lIns="91440" tIns="45720" rIns="91440" bIns="45720">
            <a:spAutoFit/>
          </a:bodyPr>
          <a:lstStyle/>
          <a:p>
            <a:pPr algn="ctr"/>
            <a:r>
              <a:rPr lang="en-US" altLang="zh-TW" sz="2800" dirty="0">
                <a:ln w="0"/>
                <a:effectLst>
                  <a:outerShdw blurRad="38100" dist="19050" dir="2700000" algn="tl" rotWithShape="0">
                    <a:schemeClr val="dk1">
                      <a:alpha val="40000"/>
                    </a:schemeClr>
                  </a:outerShdw>
                </a:effectLst>
              </a:rPr>
              <a:t>9</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9" name="矩形 128"/>
          <p:cNvSpPr/>
          <p:nvPr/>
        </p:nvSpPr>
        <p:spPr>
          <a:xfrm>
            <a:off x="4438489"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11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0" name="矩形 129"/>
          <p:cNvSpPr/>
          <p:nvPr/>
        </p:nvSpPr>
        <p:spPr>
          <a:xfrm>
            <a:off x="4993931"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12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1" name="矩形 130"/>
          <p:cNvSpPr/>
          <p:nvPr/>
        </p:nvSpPr>
        <p:spPr>
          <a:xfrm>
            <a:off x="5549373" y="5632539"/>
            <a:ext cx="575799"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2" name="矩形 131"/>
          <p:cNvSpPr/>
          <p:nvPr/>
        </p:nvSpPr>
        <p:spPr>
          <a:xfrm>
            <a:off x="6113370"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20</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3" name="矩形 132"/>
          <p:cNvSpPr/>
          <p:nvPr/>
        </p:nvSpPr>
        <p:spPr>
          <a:xfrm>
            <a:off x="6691743" y="5632538"/>
            <a:ext cx="575799"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28</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4" name="矩形 133"/>
          <p:cNvSpPr/>
          <p:nvPr/>
        </p:nvSpPr>
        <p:spPr>
          <a:xfrm>
            <a:off x="7202850"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29</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5" name="矩形 134"/>
          <p:cNvSpPr/>
          <p:nvPr/>
        </p:nvSpPr>
        <p:spPr>
          <a:xfrm>
            <a:off x="7758292"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41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6" name="矩形 135"/>
          <p:cNvSpPr/>
          <p:nvPr/>
        </p:nvSpPr>
        <p:spPr>
          <a:xfrm>
            <a:off x="8313734" y="5632539"/>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42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7" name="矩形 136"/>
          <p:cNvSpPr/>
          <p:nvPr/>
        </p:nvSpPr>
        <p:spPr>
          <a:xfrm>
            <a:off x="8877731"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53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8" name="矩形 137"/>
          <p:cNvSpPr/>
          <p:nvPr/>
        </p:nvSpPr>
        <p:spPr>
          <a:xfrm>
            <a:off x="9456104"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58</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9" name="矩形 138"/>
          <p:cNvSpPr/>
          <p:nvPr/>
        </p:nvSpPr>
        <p:spPr>
          <a:xfrm>
            <a:off x="10061513"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cxnSp>
        <p:nvCxnSpPr>
          <p:cNvPr id="143" name="直線接點 142"/>
          <p:cNvCxnSpPr>
            <a:stCxn id="26" idx="3"/>
            <a:endCxn id="27" idx="1"/>
          </p:cNvCxnSpPr>
          <p:nvPr/>
        </p:nvCxnSpPr>
        <p:spPr bwMode="auto">
          <a:xfrm>
            <a:off x="2326037"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 name="直線接點 143"/>
          <p:cNvCxnSpPr/>
          <p:nvPr/>
        </p:nvCxnSpPr>
        <p:spPr bwMode="auto">
          <a:xfrm>
            <a:off x="3445769"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 name="直線接點 144"/>
          <p:cNvCxnSpPr/>
          <p:nvPr/>
        </p:nvCxnSpPr>
        <p:spPr bwMode="auto">
          <a:xfrm>
            <a:off x="4560785"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直線接點 145"/>
          <p:cNvCxnSpPr/>
          <p:nvPr/>
        </p:nvCxnSpPr>
        <p:spPr bwMode="auto">
          <a:xfrm>
            <a:off x="6773508"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直線接點 146"/>
          <p:cNvCxnSpPr/>
          <p:nvPr/>
        </p:nvCxnSpPr>
        <p:spPr bwMode="auto">
          <a:xfrm>
            <a:off x="7920348"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直線接點 147"/>
          <p:cNvCxnSpPr/>
          <p:nvPr/>
        </p:nvCxnSpPr>
        <p:spPr bwMode="auto">
          <a:xfrm>
            <a:off x="9022383"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 name="直線接點 148"/>
          <p:cNvCxnSpPr/>
          <p:nvPr/>
        </p:nvCxnSpPr>
        <p:spPr bwMode="auto">
          <a:xfrm>
            <a:off x="5702016"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 name="直線接點 152"/>
          <p:cNvCxnSpPr>
            <a:stCxn id="67" idx="3"/>
            <a:endCxn id="69" idx="1"/>
          </p:cNvCxnSpPr>
          <p:nvPr/>
        </p:nvCxnSpPr>
        <p:spPr bwMode="auto">
          <a:xfrm>
            <a:off x="5154833" y="3467622"/>
            <a:ext cx="1934107"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 name="直線接點 153"/>
          <p:cNvCxnSpPr>
            <a:stCxn id="69" idx="3"/>
            <a:endCxn id="71" idx="1"/>
          </p:cNvCxnSpPr>
          <p:nvPr/>
        </p:nvCxnSpPr>
        <p:spPr bwMode="auto">
          <a:xfrm>
            <a:off x="7385964" y="3467622"/>
            <a:ext cx="19352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矩形 1"/>
          <p:cNvSpPr/>
          <p:nvPr/>
        </p:nvSpPr>
        <p:spPr>
          <a:xfrm>
            <a:off x="590271" y="522241"/>
            <a:ext cx="5263300" cy="769441"/>
          </a:xfrm>
          <a:prstGeom prst="rect">
            <a:avLst/>
          </a:prstGeom>
          <a:noFill/>
        </p:spPr>
        <p:txBody>
          <a:bodyPr wrap="none" lIns="91440" tIns="45720" rIns="91440" bIns="45720">
            <a:spAutoFit/>
          </a:bodyPr>
          <a:lstStyle/>
          <a:p>
            <a:pPr algn="ctr"/>
            <a:r>
              <a:rPr lang="en-US" altLang="zh-TW" sz="4400" dirty="0">
                <a:ln w="0"/>
                <a:effectLst>
                  <a:outerShdw blurRad="38100" dist="19050" dir="2700000" algn="tl" rotWithShape="0">
                    <a:schemeClr val="dk1">
                      <a:alpha val="40000"/>
                    </a:schemeClr>
                  </a:outerShdw>
                </a:effectLst>
              </a:rPr>
              <a:t>S={7, 9, 20, 28, 41}</a:t>
            </a:r>
            <a:endParaRPr lang="zh-TW" altLang="en-US" sz="4400" dirty="0">
              <a:ln w="0"/>
              <a:effectLst>
                <a:outerShdw blurRad="38100" dist="19050" dir="2700000" algn="tl" rotWithShape="0">
                  <a:schemeClr val="dk1">
                    <a:alpha val="40000"/>
                  </a:schemeClr>
                </a:outerShdw>
              </a:effectLst>
            </a:endParaRPr>
          </a:p>
        </p:txBody>
      </p:sp>
      <p:sp>
        <p:nvSpPr>
          <p:cNvPr id="109" name="矩形 108"/>
          <p:cNvSpPr/>
          <p:nvPr/>
        </p:nvSpPr>
        <p:spPr>
          <a:xfrm>
            <a:off x="4003277" y="1881520"/>
            <a:ext cx="1242008"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(7, 13)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0" name="矩形 109"/>
          <p:cNvSpPr/>
          <p:nvPr/>
        </p:nvSpPr>
        <p:spPr>
          <a:xfrm>
            <a:off x="6058452" y="998300"/>
            <a:ext cx="1463862"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(13, 62)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1" name="矩形 110"/>
          <p:cNvSpPr/>
          <p:nvPr/>
        </p:nvSpPr>
        <p:spPr>
          <a:xfrm>
            <a:off x="8470414" y="1881520"/>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(41, 62)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cxnSp>
        <p:nvCxnSpPr>
          <p:cNvPr id="114" name="直線接點 113"/>
          <p:cNvCxnSpPr>
            <a:stCxn id="72" idx="3"/>
            <a:endCxn id="73" idx="1"/>
          </p:cNvCxnSpPr>
          <p:nvPr/>
        </p:nvCxnSpPr>
        <p:spPr bwMode="auto">
          <a:xfrm>
            <a:off x="4003277" y="2455102"/>
            <a:ext cx="4206653"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矩形 72"/>
          <p:cNvSpPr/>
          <p:nvPr/>
        </p:nvSpPr>
        <p:spPr bwMode="auto">
          <a:xfrm>
            <a:off x="8209930" y="226094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150" name="群組 149"/>
          <p:cNvGrpSpPr/>
          <p:nvPr/>
        </p:nvGrpSpPr>
        <p:grpSpPr>
          <a:xfrm>
            <a:off x="2047390" y="6037070"/>
            <a:ext cx="1570973" cy="707886"/>
            <a:chOff x="330917" y="6037070"/>
            <a:chExt cx="1570973" cy="707886"/>
          </a:xfrm>
        </p:grpSpPr>
        <p:cxnSp>
          <p:nvCxnSpPr>
            <p:cNvPr id="152" name="直線單箭頭接點 151"/>
            <p:cNvCxnSpPr/>
            <p:nvPr/>
          </p:nvCxnSpPr>
          <p:spPr bwMode="auto">
            <a:xfrm flipV="1">
              <a:off x="1889097" y="6155758"/>
              <a:ext cx="12793" cy="466338"/>
            </a:xfrm>
            <a:prstGeom prst="straightConnector1">
              <a:avLst/>
            </a:prstGeom>
            <a:solidFill>
              <a:schemeClr val="accent1"/>
            </a:solidFill>
            <a:ln w="76200" cap="flat" cmpd="sng" algn="ctr">
              <a:solidFill>
                <a:srgbClr val="0070C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5" name="矩形 154"/>
            <p:cNvSpPr/>
            <p:nvPr/>
          </p:nvSpPr>
          <p:spPr>
            <a:xfrm>
              <a:off x="330917" y="6037070"/>
              <a:ext cx="1487907" cy="707886"/>
            </a:xfrm>
            <a:prstGeom prst="rect">
              <a:avLst/>
            </a:prstGeom>
            <a:noFill/>
          </p:spPr>
          <p:txBody>
            <a:bodyPr wrap="none" lIns="91440" tIns="45720" rIns="91440" bIns="45720">
              <a:spAutoFit/>
            </a:bodyPr>
            <a:lstStyle/>
            <a:p>
              <a:pPr algn="ctr"/>
              <a:r>
                <a:rPr lang="en-US" altLang="zh-TW" sz="40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finger</a:t>
              </a:r>
              <a:endParaRPr lang="zh-TW" altLang="en-US" sz="40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grpSp>
      <p:sp>
        <p:nvSpPr>
          <p:cNvPr id="115" name="矩形 114"/>
          <p:cNvSpPr/>
          <p:nvPr/>
        </p:nvSpPr>
        <p:spPr>
          <a:xfrm>
            <a:off x="402765" y="2176700"/>
            <a:ext cx="3113546" cy="769441"/>
          </a:xfrm>
          <a:prstGeom prst="rect">
            <a:avLst/>
          </a:prstGeom>
          <a:noFill/>
        </p:spPr>
        <p:txBody>
          <a:bodyPr wrap="none" lIns="91440" tIns="45720" rIns="91440" bIns="45720">
            <a:spAutoFit/>
          </a:bodyPr>
          <a:lstStyle/>
          <a:p>
            <a:pPr algn="ctr"/>
            <a:r>
              <a:rPr lang="en-US" altLang="zh-TW" sz="4400" dirty="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rPr>
              <a:t>Search </a:t>
            </a:r>
            <a:r>
              <a:rPr lang="en-US" altLang="zh-TW" sz="4400" dirty="0" smtClean="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rPr>
              <a:t>12;</a:t>
            </a:r>
            <a:endParaRPr lang="zh-TW" altLang="en-US" sz="4400" dirty="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endParaRPr>
          </a:p>
        </p:txBody>
      </p:sp>
    </p:spTree>
    <p:extLst>
      <p:ext uri="{BB962C8B-B14F-4D97-AF65-F5344CB8AC3E}">
        <p14:creationId xmlns:p14="http://schemas.microsoft.com/office/powerpoint/2010/main" val="3520371030"/>
      </p:ext>
    </p:extLst>
  </p:cSld>
  <p:clrMapOvr>
    <a:masterClrMapping/>
  </p:clrMapOvr>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1" name="直線接點 150"/>
          <p:cNvCxnSpPr>
            <a:stCxn id="64" idx="3"/>
            <a:endCxn id="67" idx="1"/>
          </p:cNvCxnSpPr>
          <p:nvPr/>
        </p:nvCxnSpPr>
        <p:spPr bwMode="auto">
          <a:xfrm>
            <a:off x="2885903" y="3467622"/>
            <a:ext cx="1971906" cy="0"/>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矩形 3"/>
          <p:cNvSpPr/>
          <p:nvPr/>
        </p:nvSpPr>
        <p:spPr bwMode="auto">
          <a:xfrm>
            <a:off x="1766171" y="5248406"/>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5" name="矩形 4"/>
          <p:cNvSpPr/>
          <p:nvPr/>
        </p:nvSpPr>
        <p:spPr bwMode="auto">
          <a:xfrm>
            <a:off x="2326037"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 name="矩形 5"/>
          <p:cNvSpPr/>
          <p:nvPr/>
        </p:nvSpPr>
        <p:spPr bwMode="auto">
          <a:xfrm>
            <a:off x="5675800"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 name="矩形 6"/>
          <p:cNvSpPr/>
          <p:nvPr/>
        </p:nvSpPr>
        <p:spPr bwMode="auto">
          <a:xfrm>
            <a:off x="5118293"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8" name="矩形 7"/>
          <p:cNvSpPr/>
          <p:nvPr/>
        </p:nvSpPr>
        <p:spPr bwMode="auto">
          <a:xfrm>
            <a:off x="2885903" y="5248406"/>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9" name="矩形 8"/>
          <p:cNvSpPr/>
          <p:nvPr/>
        </p:nvSpPr>
        <p:spPr bwMode="auto">
          <a:xfrm>
            <a:off x="3445769" y="5248405"/>
            <a:ext cx="297024" cy="388306"/>
          </a:xfrm>
          <a:prstGeom prst="rect">
            <a:avLst/>
          </a:prstGeom>
          <a:solidFill>
            <a:schemeClr val="accent2">
              <a:lumMod val="40000"/>
              <a:lumOff val="60000"/>
            </a:schemeClr>
          </a:solidFill>
          <a:ln w="3810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0" name="矩形 9"/>
          <p:cNvSpPr/>
          <p:nvPr/>
        </p:nvSpPr>
        <p:spPr bwMode="auto">
          <a:xfrm>
            <a:off x="4560785"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1" name="矩形 10"/>
          <p:cNvSpPr/>
          <p:nvPr/>
        </p:nvSpPr>
        <p:spPr bwMode="auto">
          <a:xfrm>
            <a:off x="4003277"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8" name="矩形 17"/>
          <p:cNvSpPr/>
          <p:nvPr/>
        </p:nvSpPr>
        <p:spPr bwMode="auto">
          <a:xfrm>
            <a:off x="6233308" y="5248405"/>
            <a:ext cx="297024" cy="388306"/>
          </a:xfrm>
          <a:prstGeom prst="rect">
            <a:avLst/>
          </a:prstGeom>
          <a:solidFill>
            <a:schemeClr val="accent2">
              <a:lumMod val="40000"/>
              <a:lumOff val="60000"/>
            </a:schemeClr>
          </a:solidFill>
          <a:ln w="3810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9" name="矩形 18"/>
          <p:cNvSpPr/>
          <p:nvPr/>
        </p:nvSpPr>
        <p:spPr bwMode="auto">
          <a:xfrm>
            <a:off x="6793174" y="5248404"/>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0" name="矩形 19"/>
          <p:cNvSpPr/>
          <p:nvPr/>
        </p:nvSpPr>
        <p:spPr bwMode="auto">
          <a:xfrm>
            <a:off x="10142937"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1" name="矩形 20"/>
          <p:cNvSpPr/>
          <p:nvPr/>
        </p:nvSpPr>
        <p:spPr bwMode="auto">
          <a:xfrm>
            <a:off x="9585430"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2" name="矩形 21"/>
          <p:cNvSpPr/>
          <p:nvPr/>
        </p:nvSpPr>
        <p:spPr bwMode="auto">
          <a:xfrm>
            <a:off x="7353040"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3" name="矩形 22"/>
          <p:cNvSpPr/>
          <p:nvPr/>
        </p:nvSpPr>
        <p:spPr bwMode="auto">
          <a:xfrm>
            <a:off x="7912906" y="5248404"/>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4" name="矩形 23"/>
          <p:cNvSpPr/>
          <p:nvPr/>
        </p:nvSpPr>
        <p:spPr bwMode="auto">
          <a:xfrm>
            <a:off x="9027922"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5" name="矩形 24"/>
          <p:cNvSpPr/>
          <p:nvPr/>
        </p:nvSpPr>
        <p:spPr bwMode="auto">
          <a:xfrm>
            <a:off x="8470414"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6" name="矩形 25"/>
          <p:cNvSpPr/>
          <p:nvPr/>
        </p:nvSpPr>
        <p:spPr bwMode="auto">
          <a:xfrm>
            <a:off x="2029013"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7" name="矩形 26"/>
          <p:cNvSpPr/>
          <p:nvPr/>
        </p:nvSpPr>
        <p:spPr bwMode="auto">
          <a:xfrm>
            <a:off x="3148745" y="4248411"/>
            <a:ext cx="297024" cy="388306"/>
          </a:xfrm>
          <a:prstGeom prst="rect">
            <a:avLst/>
          </a:prstGeom>
          <a:solidFill>
            <a:schemeClr val="accent2">
              <a:lumMod val="40000"/>
              <a:lumOff val="60000"/>
            </a:schemeClr>
          </a:solidFill>
          <a:ln w="3810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8" name="矩形 27"/>
          <p:cNvSpPr/>
          <p:nvPr/>
        </p:nvSpPr>
        <p:spPr bwMode="auto">
          <a:xfrm>
            <a:off x="4263761" y="4248411"/>
            <a:ext cx="297024" cy="388303"/>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9" name="矩形 28"/>
          <p:cNvSpPr/>
          <p:nvPr/>
        </p:nvSpPr>
        <p:spPr bwMode="auto">
          <a:xfrm>
            <a:off x="5383493"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0" name="矩形 29"/>
          <p:cNvSpPr/>
          <p:nvPr/>
        </p:nvSpPr>
        <p:spPr bwMode="auto">
          <a:xfrm>
            <a:off x="6496150" y="4248411"/>
            <a:ext cx="297024" cy="388306"/>
          </a:xfrm>
          <a:prstGeom prst="rect">
            <a:avLst/>
          </a:prstGeom>
          <a:solidFill>
            <a:schemeClr val="accent2">
              <a:lumMod val="40000"/>
              <a:lumOff val="60000"/>
            </a:schemeClr>
          </a:solidFill>
          <a:ln w="3810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1" name="矩形 30"/>
          <p:cNvSpPr/>
          <p:nvPr/>
        </p:nvSpPr>
        <p:spPr bwMode="auto">
          <a:xfrm>
            <a:off x="7615882"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2" name="矩形 31"/>
          <p:cNvSpPr/>
          <p:nvPr/>
        </p:nvSpPr>
        <p:spPr bwMode="auto">
          <a:xfrm>
            <a:off x="8730898"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3" name="矩形 32"/>
          <p:cNvSpPr/>
          <p:nvPr/>
        </p:nvSpPr>
        <p:spPr bwMode="auto">
          <a:xfrm>
            <a:off x="9850630"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35" name="直線接點 34"/>
          <p:cNvCxnSpPr>
            <a:stCxn id="26" idx="2"/>
            <a:endCxn id="4" idx="0"/>
          </p:cNvCxnSpPr>
          <p:nvPr/>
        </p:nvCxnSpPr>
        <p:spPr bwMode="auto">
          <a:xfrm flipH="1">
            <a:off x="1901890"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線接點 36"/>
          <p:cNvCxnSpPr>
            <a:stCxn id="26" idx="2"/>
            <a:endCxn id="5" idx="0"/>
          </p:cNvCxnSpPr>
          <p:nvPr/>
        </p:nvCxnSpPr>
        <p:spPr bwMode="auto">
          <a:xfrm>
            <a:off x="2164732"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線接點 39"/>
          <p:cNvCxnSpPr/>
          <p:nvPr/>
        </p:nvCxnSpPr>
        <p:spPr bwMode="auto">
          <a:xfrm flipH="1">
            <a:off x="3018504"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線接點 40"/>
          <p:cNvCxnSpPr/>
          <p:nvPr/>
        </p:nvCxnSpPr>
        <p:spPr bwMode="auto">
          <a:xfrm>
            <a:off x="3281346" y="4636717"/>
            <a:ext cx="297024" cy="611688"/>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3" name="群組 42"/>
          <p:cNvGrpSpPr/>
          <p:nvPr/>
        </p:nvGrpSpPr>
        <p:grpSpPr>
          <a:xfrm>
            <a:off x="4134720" y="4636717"/>
            <a:ext cx="559866" cy="611689"/>
            <a:chOff x="1914683" y="4636717"/>
            <a:chExt cx="559866" cy="611689"/>
          </a:xfrm>
        </p:grpSpPr>
        <p:cxnSp>
          <p:nvCxnSpPr>
            <p:cNvPr id="44" name="直線接點 43"/>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線接點 44"/>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9" name="群組 48"/>
          <p:cNvGrpSpPr/>
          <p:nvPr/>
        </p:nvGrpSpPr>
        <p:grpSpPr>
          <a:xfrm>
            <a:off x="5246176" y="4636717"/>
            <a:ext cx="559866" cy="611689"/>
            <a:chOff x="1914683" y="4636717"/>
            <a:chExt cx="559866" cy="611689"/>
          </a:xfrm>
        </p:grpSpPr>
        <p:cxnSp>
          <p:nvCxnSpPr>
            <p:cNvPr id="50" name="直線接點 49"/>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線接點 50"/>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53" name="直線接點 52"/>
          <p:cNvCxnSpPr/>
          <p:nvPr/>
        </p:nvCxnSpPr>
        <p:spPr bwMode="auto">
          <a:xfrm flipH="1">
            <a:off x="6362154" y="4636715"/>
            <a:ext cx="262842" cy="611689"/>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直線接點 53"/>
          <p:cNvCxnSpPr/>
          <p:nvPr/>
        </p:nvCxnSpPr>
        <p:spPr bwMode="auto">
          <a:xfrm>
            <a:off x="6624996" y="4636715"/>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55" name="群組 54"/>
          <p:cNvGrpSpPr/>
          <p:nvPr/>
        </p:nvGrpSpPr>
        <p:grpSpPr>
          <a:xfrm>
            <a:off x="7479744" y="4636714"/>
            <a:ext cx="559866" cy="611689"/>
            <a:chOff x="1914683" y="4636717"/>
            <a:chExt cx="559866" cy="611689"/>
          </a:xfrm>
        </p:grpSpPr>
        <p:cxnSp>
          <p:nvCxnSpPr>
            <p:cNvPr id="56" name="直線接點 55"/>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直線接點 56"/>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59" name="直線接點 58"/>
          <p:cNvCxnSpPr/>
          <p:nvPr/>
        </p:nvCxnSpPr>
        <p:spPr bwMode="auto">
          <a:xfrm flipH="1">
            <a:off x="8596707" y="4636714"/>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直線接點 59"/>
          <p:cNvCxnSpPr/>
          <p:nvPr/>
        </p:nvCxnSpPr>
        <p:spPr bwMode="auto">
          <a:xfrm>
            <a:off x="8859549" y="4636714"/>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61" name="群組 60"/>
          <p:cNvGrpSpPr/>
          <p:nvPr/>
        </p:nvGrpSpPr>
        <p:grpSpPr>
          <a:xfrm>
            <a:off x="9713670" y="4636714"/>
            <a:ext cx="559866" cy="611689"/>
            <a:chOff x="1914683" y="4636717"/>
            <a:chExt cx="559866" cy="611689"/>
          </a:xfrm>
        </p:grpSpPr>
        <p:cxnSp>
          <p:nvCxnSpPr>
            <p:cNvPr id="62" name="直線接點 61"/>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直線接點 62"/>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4" name="矩形 63"/>
          <p:cNvSpPr/>
          <p:nvPr/>
        </p:nvSpPr>
        <p:spPr bwMode="auto">
          <a:xfrm>
            <a:off x="2588879" y="3273469"/>
            <a:ext cx="297024" cy="388306"/>
          </a:xfrm>
          <a:prstGeom prst="rect">
            <a:avLst/>
          </a:prstGeom>
          <a:solidFill>
            <a:schemeClr val="accent2">
              <a:lumMod val="40000"/>
              <a:lumOff val="60000"/>
            </a:schemeClr>
          </a:solidFill>
          <a:ln w="3810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7" name="矩形 66"/>
          <p:cNvSpPr/>
          <p:nvPr/>
        </p:nvSpPr>
        <p:spPr bwMode="auto">
          <a:xfrm>
            <a:off x="4857809" y="3273469"/>
            <a:ext cx="297024" cy="388306"/>
          </a:xfrm>
          <a:prstGeom prst="rect">
            <a:avLst/>
          </a:prstGeom>
          <a:solidFill>
            <a:schemeClr val="accent2">
              <a:lumMod val="40000"/>
              <a:lumOff val="60000"/>
            </a:schemeClr>
          </a:solidFill>
          <a:ln w="7620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9" name="矩形 68"/>
          <p:cNvSpPr/>
          <p:nvPr/>
        </p:nvSpPr>
        <p:spPr bwMode="auto">
          <a:xfrm>
            <a:off x="7088940" y="3273469"/>
            <a:ext cx="297024" cy="388306"/>
          </a:xfrm>
          <a:prstGeom prst="rect">
            <a:avLst/>
          </a:prstGeom>
          <a:solidFill>
            <a:schemeClr val="accent2">
              <a:lumMod val="40000"/>
              <a:lumOff val="60000"/>
            </a:schemeClr>
          </a:solidFill>
          <a:ln w="3810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1" name="矩形 70"/>
          <p:cNvSpPr/>
          <p:nvPr/>
        </p:nvSpPr>
        <p:spPr bwMode="auto">
          <a:xfrm>
            <a:off x="9321172" y="3273469"/>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2" name="矩形 71"/>
          <p:cNvSpPr/>
          <p:nvPr/>
        </p:nvSpPr>
        <p:spPr bwMode="auto">
          <a:xfrm>
            <a:off x="3706253" y="226094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4" name="矩形 73"/>
          <p:cNvSpPr/>
          <p:nvPr/>
        </p:nvSpPr>
        <p:spPr bwMode="auto">
          <a:xfrm>
            <a:off x="5806042" y="1244253"/>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85" name="群組 84"/>
          <p:cNvGrpSpPr/>
          <p:nvPr/>
        </p:nvGrpSpPr>
        <p:grpSpPr>
          <a:xfrm>
            <a:off x="4412273" y="3661775"/>
            <a:ext cx="1119732" cy="586636"/>
            <a:chOff x="4412273" y="3661775"/>
            <a:chExt cx="1119732" cy="586636"/>
          </a:xfrm>
        </p:grpSpPr>
        <p:cxnSp>
          <p:nvCxnSpPr>
            <p:cNvPr id="78" name="直線接點 77"/>
            <p:cNvCxnSpPr>
              <a:endCxn id="28" idx="0"/>
            </p:cNvCxnSpPr>
            <p:nvPr/>
          </p:nvCxnSpPr>
          <p:spPr bwMode="auto">
            <a:xfrm flipH="1">
              <a:off x="4412273" y="3661775"/>
              <a:ext cx="576958"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直線接點 78"/>
            <p:cNvCxnSpPr>
              <a:endCxn id="29" idx="0"/>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87" name="直線接點 86"/>
          <p:cNvCxnSpPr/>
          <p:nvPr/>
        </p:nvCxnSpPr>
        <p:spPr bwMode="auto">
          <a:xfrm flipH="1">
            <a:off x="2172809" y="3663862"/>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直線接點 87"/>
          <p:cNvCxnSpPr/>
          <p:nvPr/>
        </p:nvCxnSpPr>
        <p:spPr bwMode="auto">
          <a:xfrm>
            <a:off x="2749766" y="3663862"/>
            <a:ext cx="542775" cy="586636"/>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0" name="直線接點 89"/>
          <p:cNvCxnSpPr/>
          <p:nvPr/>
        </p:nvCxnSpPr>
        <p:spPr bwMode="auto">
          <a:xfrm flipH="1">
            <a:off x="6673970" y="3661775"/>
            <a:ext cx="576957" cy="586636"/>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直線接點 90"/>
          <p:cNvCxnSpPr/>
          <p:nvPr/>
        </p:nvCxnSpPr>
        <p:spPr bwMode="auto">
          <a:xfrm>
            <a:off x="7250927"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92" name="群組 91"/>
          <p:cNvGrpSpPr/>
          <p:nvPr/>
        </p:nvGrpSpPr>
        <p:grpSpPr>
          <a:xfrm>
            <a:off x="8909818" y="3661775"/>
            <a:ext cx="1119732" cy="586636"/>
            <a:chOff x="4412273" y="3661775"/>
            <a:chExt cx="1119732" cy="586636"/>
          </a:xfrm>
        </p:grpSpPr>
        <p:cxnSp>
          <p:nvCxnSpPr>
            <p:cNvPr id="93" name="直線接點 92"/>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直線接點 93"/>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96" name="直線接點 95"/>
          <p:cNvCxnSpPr>
            <a:endCxn id="69" idx="0"/>
          </p:cNvCxnSpPr>
          <p:nvPr/>
        </p:nvCxnSpPr>
        <p:spPr bwMode="auto">
          <a:xfrm flipH="1">
            <a:off x="7237452" y="2667000"/>
            <a:ext cx="1140027" cy="60646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直線接點 96"/>
          <p:cNvCxnSpPr>
            <a:endCxn id="71" idx="0"/>
          </p:cNvCxnSpPr>
          <p:nvPr/>
        </p:nvCxnSpPr>
        <p:spPr bwMode="auto">
          <a:xfrm>
            <a:off x="8377478" y="2667000"/>
            <a:ext cx="1092206" cy="60646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直線接點 98"/>
          <p:cNvCxnSpPr>
            <a:endCxn id="64" idx="0"/>
          </p:cNvCxnSpPr>
          <p:nvPr/>
        </p:nvCxnSpPr>
        <p:spPr bwMode="auto">
          <a:xfrm flipH="1">
            <a:off x="2737391" y="2665957"/>
            <a:ext cx="1120913" cy="607512"/>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直線接點 99"/>
          <p:cNvCxnSpPr>
            <a:endCxn id="67" idx="0"/>
          </p:cNvCxnSpPr>
          <p:nvPr/>
        </p:nvCxnSpPr>
        <p:spPr bwMode="auto">
          <a:xfrm>
            <a:off x="3858303" y="2665957"/>
            <a:ext cx="1148018" cy="607512"/>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直線接點 111"/>
          <p:cNvCxnSpPr>
            <a:endCxn id="72" idx="0"/>
          </p:cNvCxnSpPr>
          <p:nvPr/>
        </p:nvCxnSpPr>
        <p:spPr bwMode="auto">
          <a:xfrm flipH="1">
            <a:off x="3854765" y="1650304"/>
            <a:ext cx="2100968" cy="610645"/>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3" name="直線接點 112"/>
          <p:cNvCxnSpPr>
            <a:endCxn id="73" idx="0"/>
          </p:cNvCxnSpPr>
          <p:nvPr/>
        </p:nvCxnSpPr>
        <p:spPr bwMode="auto">
          <a:xfrm>
            <a:off x="5955733" y="1650304"/>
            <a:ext cx="2402709" cy="610645"/>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 name="矩形 117"/>
          <p:cNvSpPr/>
          <p:nvPr/>
        </p:nvSpPr>
        <p:spPr>
          <a:xfrm>
            <a:off x="9580755" y="2944402"/>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(53, 62)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0" name="矩形 119"/>
          <p:cNvSpPr/>
          <p:nvPr/>
        </p:nvSpPr>
        <p:spPr>
          <a:xfrm flipH="1">
            <a:off x="7420163" y="2923918"/>
            <a:ext cx="1396471" cy="523220"/>
          </a:xfrm>
          <a:prstGeom prst="rect">
            <a:avLst/>
          </a:prstGeom>
          <a:noFill/>
          <a:ln>
            <a:noFill/>
          </a:ln>
        </p:spPr>
        <p:txBody>
          <a:bodyPr wrap="squar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(28, 41)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1" name="矩形 120"/>
          <p:cNvSpPr/>
          <p:nvPr/>
        </p:nvSpPr>
        <p:spPr>
          <a:xfrm>
            <a:off x="2930775" y="2923918"/>
            <a:ext cx="1072730"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(5, 7)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2" name="矩形 121"/>
          <p:cNvSpPr/>
          <p:nvPr/>
        </p:nvSpPr>
        <p:spPr>
          <a:xfrm>
            <a:off x="5121640" y="2923918"/>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(11, 13)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4" name="矩形 123"/>
          <p:cNvSpPr/>
          <p:nvPr/>
        </p:nvSpPr>
        <p:spPr>
          <a:xfrm>
            <a:off x="1724567" y="5636710"/>
            <a:ext cx="380232"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5" name="矩形 124"/>
          <p:cNvSpPr/>
          <p:nvPr/>
        </p:nvSpPr>
        <p:spPr>
          <a:xfrm>
            <a:off x="2280009" y="5636710"/>
            <a:ext cx="380232" cy="523220"/>
          </a:xfrm>
          <a:prstGeom prst="rect">
            <a:avLst/>
          </a:prstGeom>
          <a:noFill/>
          <a:ln>
            <a:noFill/>
          </a:ln>
        </p:spPr>
        <p:txBody>
          <a:bodyPr wrap="none" lIns="91440" tIns="45720" rIns="91440" bIns="45720">
            <a:spAutoFit/>
          </a:bodyPr>
          <a:lstStyle/>
          <a:p>
            <a:pPr algn="ctr"/>
            <a:r>
              <a:rPr lang="en-US" altLang="zh-TW" sz="2800" dirty="0">
                <a:ln w="0"/>
                <a:effectLst>
                  <a:outerShdw blurRad="38100" dist="19050" dir="2700000" algn="tl" rotWithShape="0">
                    <a:schemeClr val="dk1">
                      <a:alpha val="40000"/>
                    </a:schemeClr>
                  </a:outerShdw>
                </a:effectLst>
              </a:rPr>
              <a:t>5</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6" name="矩形 125"/>
          <p:cNvSpPr/>
          <p:nvPr/>
        </p:nvSpPr>
        <p:spPr>
          <a:xfrm>
            <a:off x="2835451" y="5634625"/>
            <a:ext cx="380232"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6</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7" name="矩形 126"/>
          <p:cNvSpPr/>
          <p:nvPr/>
        </p:nvSpPr>
        <p:spPr>
          <a:xfrm>
            <a:off x="3399448" y="5634624"/>
            <a:ext cx="380232"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8" name="矩形 127"/>
          <p:cNvSpPr/>
          <p:nvPr/>
        </p:nvSpPr>
        <p:spPr>
          <a:xfrm>
            <a:off x="3977821" y="5634624"/>
            <a:ext cx="380232" cy="523220"/>
          </a:xfrm>
          <a:prstGeom prst="rect">
            <a:avLst/>
          </a:prstGeom>
          <a:noFill/>
          <a:ln>
            <a:noFill/>
          </a:ln>
        </p:spPr>
        <p:txBody>
          <a:bodyPr wrap="none" lIns="91440" tIns="45720" rIns="91440" bIns="45720">
            <a:spAutoFit/>
          </a:bodyPr>
          <a:lstStyle/>
          <a:p>
            <a:pPr algn="ctr"/>
            <a:r>
              <a:rPr lang="en-US" altLang="zh-TW" sz="2800" dirty="0">
                <a:ln w="0"/>
                <a:effectLst>
                  <a:outerShdw blurRad="38100" dist="19050" dir="2700000" algn="tl" rotWithShape="0">
                    <a:schemeClr val="dk1">
                      <a:alpha val="40000"/>
                    </a:schemeClr>
                  </a:outerShdw>
                </a:effectLst>
              </a:rPr>
              <a:t>9</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9" name="矩形 128"/>
          <p:cNvSpPr/>
          <p:nvPr/>
        </p:nvSpPr>
        <p:spPr>
          <a:xfrm>
            <a:off x="4438489"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11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0" name="矩形 129"/>
          <p:cNvSpPr/>
          <p:nvPr/>
        </p:nvSpPr>
        <p:spPr>
          <a:xfrm>
            <a:off x="4993931"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12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1" name="矩形 130"/>
          <p:cNvSpPr/>
          <p:nvPr/>
        </p:nvSpPr>
        <p:spPr>
          <a:xfrm>
            <a:off x="5549373" y="5632539"/>
            <a:ext cx="575799"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2" name="矩形 131"/>
          <p:cNvSpPr/>
          <p:nvPr/>
        </p:nvSpPr>
        <p:spPr>
          <a:xfrm>
            <a:off x="6113370"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20</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3" name="矩形 132"/>
          <p:cNvSpPr/>
          <p:nvPr/>
        </p:nvSpPr>
        <p:spPr>
          <a:xfrm>
            <a:off x="6691743" y="5632538"/>
            <a:ext cx="575799"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28</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4" name="矩形 133"/>
          <p:cNvSpPr/>
          <p:nvPr/>
        </p:nvSpPr>
        <p:spPr>
          <a:xfrm>
            <a:off x="7202850"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29</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5" name="矩形 134"/>
          <p:cNvSpPr/>
          <p:nvPr/>
        </p:nvSpPr>
        <p:spPr>
          <a:xfrm>
            <a:off x="7758292"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41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6" name="矩形 135"/>
          <p:cNvSpPr/>
          <p:nvPr/>
        </p:nvSpPr>
        <p:spPr>
          <a:xfrm>
            <a:off x="8313734" y="5632539"/>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42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7" name="矩形 136"/>
          <p:cNvSpPr/>
          <p:nvPr/>
        </p:nvSpPr>
        <p:spPr>
          <a:xfrm>
            <a:off x="8877731"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53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8" name="矩形 137"/>
          <p:cNvSpPr/>
          <p:nvPr/>
        </p:nvSpPr>
        <p:spPr>
          <a:xfrm>
            <a:off x="9456104"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58</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9" name="矩形 138"/>
          <p:cNvSpPr/>
          <p:nvPr/>
        </p:nvSpPr>
        <p:spPr>
          <a:xfrm>
            <a:off x="10061513"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cxnSp>
        <p:nvCxnSpPr>
          <p:cNvPr id="143" name="直線接點 142"/>
          <p:cNvCxnSpPr>
            <a:stCxn id="26" idx="3"/>
            <a:endCxn id="27" idx="1"/>
          </p:cNvCxnSpPr>
          <p:nvPr/>
        </p:nvCxnSpPr>
        <p:spPr bwMode="auto">
          <a:xfrm>
            <a:off x="2326037"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 name="直線接點 143"/>
          <p:cNvCxnSpPr/>
          <p:nvPr/>
        </p:nvCxnSpPr>
        <p:spPr bwMode="auto">
          <a:xfrm>
            <a:off x="3445769"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 name="直線接點 144"/>
          <p:cNvCxnSpPr/>
          <p:nvPr/>
        </p:nvCxnSpPr>
        <p:spPr bwMode="auto">
          <a:xfrm>
            <a:off x="4560785"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直線接點 145"/>
          <p:cNvCxnSpPr/>
          <p:nvPr/>
        </p:nvCxnSpPr>
        <p:spPr bwMode="auto">
          <a:xfrm>
            <a:off x="6773508"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直線接點 146"/>
          <p:cNvCxnSpPr/>
          <p:nvPr/>
        </p:nvCxnSpPr>
        <p:spPr bwMode="auto">
          <a:xfrm>
            <a:off x="7920348"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直線接點 147"/>
          <p:cNvCxnSpPr/>
          <p:nvPr/>
        </p:nvCxnSpPr>
        <p:spPr bwMode="auto">
          <a:xfrm>
            <a:off x="9022383"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 name="直線接點 148"/>
          <p:cNvCxnSpPr/>
          <p:nvPr/>
        </p:nvCxnSpPr>
        <p:spPr bwMode="auto">
          <a:xfrm>
            <a:off x="5702016"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 name="直線接點 152"/>
          <p:cNvCxnSpPr>
            <a:stCxn id="67" idx="3"/>
            <a:endCxn id="69" idx="1"/>
          </p:cNvCxnSpPr>
          <p:nvPr/>
        </p:nvCxnSpPr>
        <p:spPr bwMode="auto">
          <a:xfrm>
            <a:off x="5154833" y="3467622"/>
            <a:ext cx="1934107" cy="0"/>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 name="直線接點 153"/>
          <p:cNvCxnSpPr>
            <a:stCxn id="69" idx="3"/>
            <a:endCxn id="71" idx="1"/>
          </p:cNvCxnSpPr>
          <p:nvPr/>
        </p:nvCxnSpPr>
        <p:spPr bwMode="auto">
          <a:xfrm>
            <a:off x="7385964" y="3467622"/>
            <a:ext cx="19352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矩形 1"/>
          <p:cNvSpPr/>
          <p:nvPr/>
        </p:nvSpPr>
        <p:spPr>
          <a:xfrm>
            <a:off x="590271" y="522241"/>
            <a:ext cx="5263300" cy="769441"/>
          </a:xfrm>
          <a:prstGeom prst="rect">
            <a:avLst/>
          </a:prstGeom>
          <a:noFill/>
        </p:spPr>
        <p:txBody>
          <a:bodyPr wrap="none" lIns="91440" tIns="45720" rIns="91440" bIns="45720">
            <a:spAutoFit/>
          </a:bodyPr>
          <a:lstStyle/>
          <a:p>
            <a:pPr algn="ctr"/>
            <a:r>
              <a:rPr lang="en-US" altLang="zh-TW" sz="4400" dirty="0">
                <a:ln w="0"/>
                <a:effectLst>
                  <a:outerShdw blurRad="38100" dist="19050" dir="2700000" algn="tl" rotWithShape="0">
                    <a:schemeClr val="dk1">
                      <a:alpha val="40000"/>
                    </a:schemeClr>
                  </a:outerShdw>
                </a:effectLst>
              </a:rPr>
              <a:t>S={7, 9, 20, 28, 41}</a:t>
            </a:r>
            <a:endParaRPr lang="zh-TW" altLang="en-US" sz="4400" dirty="0">
              <a:ln w="0"/>
              <a:effectLst>
                <a:outerShdw blurRad="38100" dist="19050" dir="2700000" algn="tl" rotWithShape="0">
                  <a:schemeClr val="dk1">
                    <a:alpha val="40000"/>
                  </a:schemeClr>
                </a:outerShdw>
              </a:effectLst>
            </a:endParaRPr>
          </a:p>
        </p:txBody>
      </p:sp>
      <p:sp>
        <p:nvSpPr>
          <p:cNvPr id="109" name="矩形 108"/>
          <p:cNvSpPr/>
          <p:nvPr/>
        </p:nvSpPr>
        <p:spPr>
          <a:xfrm>
            <a:off x="4003277" y="1881520"/>
            <a:ext cx="1242008"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(7, 13)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0" name="矩形 109"/>
          <p:cNvSpPr/>
          <p:nvPr/>
        </p:nvSpPr>
        <p:spPr>
          <a:xfrm>
            <a:off x="6058452" y="998300"/>
            <a:ext cx="1463862"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(13, 62)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1" name="矩形 110"/>
          <p:cNvSpPr/>
          <p:nvPr/>
        </p:nvSpPr>
        <p:spPr>
          <a:xfrm>
            <a:off x="8470414" y="1881520"/>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(41, 62)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cxnSp>
        <p:nvCxnSpPr>
          <p:cNvPr id="114" name="直線接點 113"/>
          <p:cNvCxnSpPr>
            <a:stCxn id="72" idx="3"/>
            <a:endCxn id="73" idx="1"/>
          </p:cNvCxnSpPr>
          <p:nvPr/>
        </p:nvCxnSpPr>
        <p:spPr bwMode="auto">
          <a:xfrm>
            <a:off x="4003277" y="2455102"/>
            <a:ext cx="4206653"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矩形 72"/>
          <p:cNvSpPr/>
          <p:nvPr/>
        </p:nvSpPr>
        <p:spPr bwMode="auto">
          <a:xfrm>
            <a:off x="8209930" y="226094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150" name="群組 149"/>
          <p:cNvGrpSpPr/>
          <p:nvPr/>
        </p:nvGrpSpPr>
        <p:grpSpPr>
          <a:xfrm>
            <a:off x="2047390" y="6037070"/>
            <a:ext cx="1570973" cy="707886"/>
            <a:chOff x="330917" y="6037070"/>
            <a:chExt cx="1570973" cy="707886"/>
          </a:xfrm>
        </p:grpSpPr>
        <p:cxnSp>
          <p:nvCxnSpPr>
            <p:cNvPr id="152" name="直線單箭頭接點 151"/>
            <p:cNvCxnSpPr/>
            <p:nvPr/>
          </p:nvCxnSpPr>
          <p:spPr bwMode="auto">
            <a:xfrm flipV="1">
              <a:off x="1889097" y="6155758"/>
              <a:ext cx="12793" cy="466338"/>
            </a:xfrm>
            <a:prstGeom prst="straightConnector1">
              <a:avLst/>
            </a:prstGeom>
            <a:solidFill>
              <a:schemeClr val="accent1"/>
            </a:solidFill>
            <a:ln w="76200" cap="flat" cmpd="sng" algn="ctr">
              <a:solidFill>
                <a:srgbClr val="0070C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5" name="矩形 154"/>
            <p:cNvSpPr/>
            <p:nvPr/>
          </p:nvSpPr>
          <p:spPr>
            <a:xfrm>
              <a:off x="330917" y="6037070"/>
              <a:ext cx="1487907" cy="707886"/>
            </a:xfrm>
            <a:prstGeom prst="rect">
              <a:avLst/>
            </a:prstGeom>
            <a:noFill/>
          </p:spPr>
          <p:txBody>
            <a:bodyPr wrap="none" lIns="91440" tIns="45720" rIns="91440" bIns="45720">
              <a:spAutoFit/>
            </a:bodyPr>
            <a:lstStyle/>
            <a:p>
              <a:pPr algn="ctr"/>
              <a:r>
                <a:rPr lang="en-US" altLang="zh-TW" sz="40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finger</a:t>
              </a:r>
              <a:endParaRPr lang="zh-TW" altLang="en-US" sz="40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grpSp>
      <p:sp>
        <p:nvSpPr>
          <p:cNvPr id="115" name="矩形 114"/>
          <p:cNvSpPr/>
          <p:nvPr/>
        </p:nvSpPr>
        <p:spPr>
          <a:xfrm>
            <a:off x="402765" y="2176700"/>
            <a:ext cx="3113546" cy="769441"/>
          </a:xfrm>
          <a:prstGeom prst="rect">
            <a:avLst/>
          </a:prstGeom>
          <a:noFill/>
        </p:spPr>
        <p:txBody>
          <a:bodyPr wrap="none" lIns="91440" tIns="45720" rIns="91440" bIns="45720">
            <a:spAutoFit/>
          </a:bodyPr>
          <a:lstStyle/>
          <a:p>
            <a:pPr algn="ctr"/>
            <a:r>
              <a:rPr lang="en-US" altLang="zh-TW" sz="4400" dirty="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rPr>
              <a:t>Search </a:t>
            </a:r>
            <a:r>
              <a:rPr lang="en-US" altLang="zh-TW" sz="4400" dirty="0" smtClean="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rPr>
              <a:t>12;</a:t>
            </a:r>
            <a:endParaRPr lang="zh-TW" altLang="en-US" sz="4400" dirty="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endParaRPr>
          </a:p>
        </p:txBody>
      </p:sp>
    </p:spTree>
    <p:extLst>
      <p:ext uri="{BB962C8B-B14F-4D97-AF65-F5344CB8AC3E}">
        <p14:creationId xmlns:p14="http://schemas.microsoft.com/office/powerpoint/2010/main" val="3879894581"/>
      </p:ext>
    </p:extLst>
  </p:cSld>
  <p:clrMapOvr>
    <a:masterClrMapping/>
  </p:clrMapOvr>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1" name="直線接點 150"/>
          <p:cNvCxnSpPr>
            <a:stCxn id="64" idx="3"/>
            <a:endCxn id="67" idx="1"/>
          </p:cNvCxnSpPr>
          <p:nvPr/>
        </p:nvCxnSpPr>
        <p:spPr bwMode="auto">
          <a:xfrm>
            <a:off x="2885903" y="3467622"/>
            <a:ext cx="1971906"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矩形 3"/>
          <p:cNvSpPr/>
          <p:nvPr/>
        </p:nvSpPr>
        <p:spPr bwMode="auto">
          <a:xfrm>
            <a:off x="1766171" y="5248406"/>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5" name="矩形 4"/>
          <p:cNvSpPr/>
          <p:nvPr/>
        </p:nvSpPr>
        <p:spPr bwMode="auto">
          <a:xfrm>
            <a:off x="2326037"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 name="矩形 5"/>
          <p:cNvSpPr/>
          <p:nvPr/>
        </p:nvSpPr>
        <p:spPr bwMode="auto">
          <a:xfrm>
            <a:off x="5675800"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 name="矩形 6"/>
          <p:cNvSpPr/>
          <p:nvPr/>
        </p:nvSpPr>
        <p:spPr bwMode="auto">
          <a:xfrm>
            <a:off x="5118293"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8" name="矩形 7"/>
          <p:cNvSpPr/>
          <p:nvPr/>
        </p:nvSpPr>
        <p:spPr bwMode="auto">
          <a:xfrm>
            <a:off x="2885903" y="5248406"/>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9" name="矩形 8"/>
          <p:cNvSpPr/>
          <p:nvPr/>
        </p:nvSpPr>
        <p:spPr bwMode="auto">
          <a:xfrm>
            <a:off x="3445769"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0" name="矩形 9"/>
          <p:cNvSpPr/>
          <p:nvPr/>
        </p:nvSpPr>
        <p:spPr bwMode="auto">
          <a:xfrm>
            <a:off x="4560785"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1" name="矩形 10"/>
          <p:cNvSpPr/>
          <p:nvPr/>
        </p:nvSpPr>
        <p:spPr bwMode="auto">
          <a:xfrm>
            <a:off x="4003277"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8" name="矩形 17"/>
          <p:cNvSpPr/>
          <p:nvPr/>
        </p:nvSpPr>
        <p:spPr bwMode="auto">
          <a:xfrm>
            <a:off x="6233308"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9" name="矩形 18"/>
          <p:cNvSpPr/>
          <p:nvPr/>
        </p:nvSpPr>
        <p:spPr bwMode="auto">
          <a:xfrm>
            <a:off x="6793174" y="5248404"/>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0" name="矩形 19"/>
          <p:cNvSpPr/>
          <p:nvPr/>
        </p:nvSpPr>
        <p:spPr bwMode="auto">
          <a:xfrm>
            <a:off x="10142937"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1" name="矩形 20"/>
          <p:cNvSpPr/>
          <p:nvPr/>
        </p:nvSpPr>
        <p:spPr bwMode="auto">
          <a:xfrm>
            <a:off x="9585430"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2" name="矩形 21"/>
          <p:cNvSpPr/>
          <p:nvPr/>
        </p:nvSpPr>
        <p:spPr bwMode="auto">
          <a:xfrm>
            <a:off x="7353040"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3" name="矩形 22"/>
          <p:cNvSpPr/>
          <p:nvPr/>
        </p:nvSpPr>
        <p:spPr bwMode="auto">
          <a:xfrm>
            <a:off x="7912906" y="5248404"/>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4" name="矩形 23"/>
          <p:cNvSpPr/>
          <p:nvPr/>
        </p:nvSpPr>
        <p:spPr bwMode="auto">
          <a:xfrm>
            <a:off x="9027922"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5" name="矩形 24"/>
          <p:cNvSpPr/>
          <p:nvPr/>
        </p:nvSpPr>
        <p:spPr bwMode="auto">
          <a:xfrm>
            <a:off x="8470414"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6" name="矩形 25"/>
          <p:cNvSpPr/>
          <p:nvPr/>
        </p:nvSpPr>
        <p:spPr bwMode="auto">
          <a:xfrm>
            <a:off x="2029013"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7" name="矩形 26"/>
          <p:cNvSpPr/>
          <p:nvPr/>
        </p:nvSpPr>
        <p:spPr bwMode="auto">
          <a:xfrm>
            <a:off x="3148745"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8" name="矩形 27"/>
          <p:cNvSpPr/>
          <p:nvPr/>
        </p:nvSpPr>
        <p:spPr bwMode="auto">
          <a:xfrm>
            <a:off x="4263761" y="4248411"/>
            <a:ext cx="297024" cy="388303"/>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9" name="矩形 28"/>
          <p:cNvSpPr/>
          <p:nvPr/>
        </p:nvSpPr>
        <p:spPr bwMode="auto">
          <a:xfrm>
            <a:off x="5383493"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0" name="矩形 29"/>
          <p:cNvSpPr/>
          <p:nvPr/>
        </p:nvSpPr>
        <p:spPr bwMode="auto">
          <a:xfrm>
            <a:off x="6496150"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1" name="矩形 30"/>
          <p:cNvSpPr/>
          <p:nvPr/>
        </p:nvSpPr>
        <p:spPr bwMode="auto">
          <a:xfrm>
            <a:off x="7615882"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2" name="矩形 31"/>
          <p:cNvSpPr/>
          <p:nvPr/>
        </p:nvSpPr>
        <p:spPr bwMode="auto">
          <a:xfrm>
            <a:off x="8730898"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3" name="矩形 32"/>
          <p:cNvSpPr/>
          <p:nvPr/>
        </p:nvSpPr>
        <p:spPr bwMode="auto">
          <a:xfrm>
            <a:off x="9850630"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35" name="直線接點 34"/>
          <p:cNvCxnSpPr>
            <a:stCxn id="26" idx="2"/>
            <a:endCxn id="4" idx="0"/>
          </p:cNvCxnSpPr>
          <p:nvPr/>
        </p:nvCxnSpPr>
        <p:spPr bwMode="auto">
          <a:xfrm flipH="1">
            <a:off x="1901890"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線接點 36"/>
          <p:cNvCxnSpPr>
            <a:stCxn id="26" idx="2"/>
            <a:endCxn id="5" idx="0"/>
          </p:cNvCxnSpPr>
          <p:nvPr/>
        </p:nvCxnSpPr>
        <p:spPr bwMode="auto">
          <a:xfrm>
            <a:off x="2164732"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線接點 39"/>
          <p:cNvCxnSpPr/>
          <p:nvPr/>
        </p:nvCxnSpPr>
        <p:spPr bwMode="auto">
          <a:xfrm flipH="1">
            <a:off x="3018504"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線接點 40"/>
          <p:cNvCxnSpPr/>
          <p:nvPr/>
        </p:nvCxnSpPr>
        <p:spPr bwMode="auto">
          <a:xfrm>
            <a:off x="3281346"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3" name="群組 42"/>
          <p:cNvGrpSpPr/>
          <p:nvPr/>
        </p:nvGrpSpPr>
        <p:grpSpPr>
          <a:xfrm>
            <a:off x="4134720" y="4636717"/>
            <a:ext cx="559866" cy="611689"/>
            <a:chOff x="1914683" y="4636717"/>
            <a:chExt cx="559866" cy="611689"/>
          </a:xfrm>
        </p:grpSpPr>
        <p:cxnSp>
          <p:nvCxnSpPr>
            <p:cNvPr id="44" name="直線接點 43"/>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線接點 44"/>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9" name="群組 48"/>
          <p:cNvGrpSpPr/>
          <p:nvPr/>
        </p:nvGrpSpPr>
        <p:grpSpPr>
          <a:xfrm>
            <a:off x="5246176" y="4636717"/>
            <a:ext cx="559866" cy="611689"/>
            <a:chOff x="1914683" y="4636717"/>
            <a:chExt cx="559866" cy="611689"/>
          </a:xfrm>
        </p:grpSpPr>
        <p:cxnSp>
          <p:nvCxnSpPr>
            <p:cNvPr id="50" name="直線接點 49"/>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線接點 50"/>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53" name="直線接點 52"/>
          <p:cNvCxnSpPr/>
          <p:nvPr/>
        </p:nvCxnSpPr>
        <p:spPr bwMode="auto">
          <a:xfrm flipH="1">
            <a:off x="6362154" y="4636715"/>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直線接點 53"/>
          <p:cNvCxnSpPr/>
          <p:nvPr/>
        </p:nvCxnSpPr>
        <p:spPr bwMode="auto">
          <a:xfrm>
            <a:off x="6624996" y="4636715"/>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55" name="群組 54"/>
          <p:cNvGrpSpPr/>
          <p:nvPr/>
        </p:nvGrpSpPr>
        <p:grpSpPr>
          <a:xfrm>
            <a:off x="7479744" y="4636714"/>
            <a:ext cx="559866" cy="611689"/>
            <a:chOff x="1914683" y="4636717"/>
            <a:chExt cx="559866" cy="611689"/>
          </a:xfrm>
        </p:grpSpPr>
        <p:cxnSp>
          <p:nvCxnSpPr>
            <p:cNvPr id="56" name="直線接點 55"/>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直線接點 56"/>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59" name="直線接點 58"/>
          <p:cNvCxnSpPr/>
          <p:nvPr/>
        </p:nvCxnSpPr>
        <p:spPr bwMode="auto">
          <a:xfrm flipH="1">
            <a:off x="8596707" y="4636714"/>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直線接點 59"/>
          <p:cNvCxnSpPr/>
          <p:nvPr/>
        </p:nvCxnSpPr>
        <p:spPr bwMode="auto">
          <a:xfrm>
            <a:off x="8859549" y="4636714"/>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61" name="群組 60"/>
          <p:cNvGrpSpPr/>
          <p:nvPr/>
        </p:nvGrpSpPr>
        <p:grpSpPr>
          <a:xfrm>
            <a:off x="9713670" y="4636714"/>
            <a:ext cx="559866" cy="611689"/>
            <a:chOff x="1914683" y="4636717"/>
            <a:chExt cx="559866" cy="611689"/>
          </a:xfrm>
        </p:grpSpPr>
        <p:cxnSp>
          <p:nvCxnSpPr>
            <p:cNvPr id="62" name="直線接點 61"/>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直線接點 62"/>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4" name="矩形 63"/>
          <p:cNvSpPr/>
          <p:nvPr/>
        </p:nvSpPr>
        <p:spPr bwMode="auto">
          <a:xfrm>
            <a:off x="2588879"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7" name="矩形 66"/>
          <p:cNvSpPr/>
          <p:nvPr/>
        </p:nvSpPr>
        <p:spPr bwMode="auto">
          <a:xfrm>
            <a:off x="4857809"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9" name="矩形 68"/>
          <p:cNvSpPr/>
          <p:nvPr/>
        </p:nvSpPr>
        <p:spPr bwMode="auto">
          <a:xfrm>
            <a:off x="7088940"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1" name="矩形 70"/>
          <p:cNvSpPr/>
          <p:nvPr/>
        </p:nvSpPr>
        <p:spPr bwMode="auto">
          <a:xfrm>
            <a:off x="9321172" y="3273469"/>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2" name="矩形 71"/>
          <p:cNvSpPr/>
          <p:nvPr/>
        </p:nvSpPr>
        <p:spPr bwMode="auto">
          <a:xfrm>
            <a:off x="3706253" y="226094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4" name="矩形 73"/>
          <p:cNvSpPr/>
          <p:nvPr/>
        </p:nvSpPr>
        <p:spPr bwMode="auto">
          <a:xfrm>
            <a:off x="5806042" y="1244253"/>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78" name="直線接點 77"/>
          <p:cNvCxnSpPr>
            <a:endCxn id="28" idx="0"/>
          </p:cNvCxnSpPr>
          <p:nvPr/>
        </p:nvCxnSpPr>
        <p:spPr bwMode="auto">
          <a:xfrm flipH="1">
            <a:off x="4412273" y="3661775"/>
            <a:ext cx="576958"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直線接點 78"/>
          <p:cNvCxnSpPr>
            <a:endCxn id="29" idx="0"/>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86" name="群組 85"/>
          <p:cNvGrpSpPr/>
          <p:nvPr/>
        </p:nvGrpSpPr>
        <p:grpSpPr>
          <a:xfrm>
            <a:off x="2172809" y="3663862"/>
            <a:ext cx="1119732" cy="586636"/>
            <a:chOff x="4412273" y="3661775"/>
            <a:chExt cx="1119732" cy="586636"/>
          </a:xfrm>
        </p:grpSpPr>
        <p:cxnSp>
          <p:nvCxnSpPr>
            <p:cNvPr id="87" name="直線接點 86"/>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直線接點 87"/>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90" name="直線接點 89"/>
          <p:cNvCxnSpPr/>
          <p:nvPr/>
        </p:nvCxnSpPr>
        <p:spPr bwMode="auto">
          <a:xfrm flipH="1">
            <a:off x="6673970" y="3661775"/>
            <a:ext cx="576957" cy="586636"/>
          </a:xfrm>
          <a:prstGeom prst="line">
            <a:avLst/>
          </a:prstGeom>
          <a:solidFill>
            <a:schemeClr val="accent1"/>
          </a:solidFill>
          <a:ln w="38100" cap="flat" cmpd="sng" algn="ctr">
            <a:solidFill>
              <a:schemeClr val="bg1">
                <a:lumMod val="50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直線接點 90"/>
          <p:cNvCxnSpPr/>
          <p:nvPr/>
        </p:nvCxnSpPr>
        <p:spPr bwMode="auto">
          <a:xfrm>
            <a:off x="7250927"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92" name="群組 91"/>
          <p:cNvGrpSpPr/>
          <p:nvPr/>
        </p:nvGrpSpPr>
        <p:grpSpPr>
          <a:xfrm>
            <a:off x="8909818" y="3661775"/>
            <a:ext cx="1119732" cy="586636"/>
            <a:chOff x="4412273" y="3661775"/>
            <a:chExt cx="1119732" cy="586636"/>
          </a:xfrm>
        </p:grpSpPr>
        <p:cxnSp>
          <p:nvCxnSpPr>
            <p:cNvPr id="93" name="直線接點 92"/>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直線接點 93"/>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96" name="直線接點 95"/>
          <p:cNvCxnSpPr>
            <a:endCxn id="69" idx="0"/>
          </p:cNvCxnSpPr>
          <p:nvPr/>
        </p:nvCxnSpPr>
        <p:spPr bwMode="auto">
          <a:xfrm flipH="1">
            <a:off x="7237452" y="2667000"/>
            <a:ext cx="1140027" cy="60646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直線接點 96"/>
          <p:cNvCxnSpPr>
            <a:endCxn id="71" idx="0"/>
          </p:cNvCxnSpPr>
          <p:nvPr/>
        </p:nvCxnSpPr>
        <p:spPr bwMode="auto">
          <a:xfrm>
            <a:off x="8377478" y="2667000"/>
            <a:ext cx="1092206" cy="60646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直線接點 98"/>
          <p:cNvCxnSpPr>
            <a:endCxn id="64" idx="0"/>
          </p:cNvCxnSpPr>
          <p:nvPr/>
        </p:nvCxnSpPr>
        <p:spPr bwMode="auto">
          <a:xfrm flipH="1">
            <a:off x="2737391" y="2665957"/>
            <a:ext cx="1120913" cy="607512"/>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直線接點 99"/>
          <p:cNvCxnSpPr>
            <a:endCxn id="67" idx="0"/>
          </p:cNvCxnSpPr>
          <p:nvPr/>
        </p:nvCxnSpPr>
        <p:spPr bwMode="auto">
          <a:xfrm>
            <a:off x="3858303" y="2665957"/>
            <a:ext cx="1148018" cy="607512"/>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直線接點 111"/>
          <p:cNvCxnSpPr>
            <a:endCxn id="72" idx="0"/>
          </p:cNvCxnSpPr>
          <p:nvPr/>
        </p:nvCxnSpPr>
        <p:spPr bwMode="auto">
          <a:xfrm flipH="1">
            <a:off x="3854765" y="1650304"/>
            <a:ext cx="2100968" cy="610645"/>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3" name="直線接點 112"/>
          <p:cNvCxnSpPr>
            <a:endCxn id="73" idx="0"/>
          </p:cNvCxnSpPr>
          <p:nvPr/>
        </p:nvCxnSpPr>
        <p:spPr bwMode="auto">
          <a:xfrm>
            <a:off x="5955733" y="1650304"/>
            <a:ext cx="2402709" cy="610645"/>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 name="矩形 117"/>
          <p:cNvSpPr/>
          <p:nvPr/>
        </p:nvSpPr>
        <p:spPr>
          <a:xfrm>
            <a:off x="9580755" y="2944402"/>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(53, 62)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0" name="矩形 119"/>
          <p:cNvSpPr/>
          <p:nvPr/>
        </p:nvSpPr>
        <p:spPr>
          <a:xfrm flipH="1">
            <a:off x="7420163" y="2923918"/>
            <a:ext cx="1396471" cy="523220"/>
          </a:xfrm>
          <a:prstGeom prst="rect">
            <a:avLst/>
          </a:prstGeom>
          <a:noFill/>
          <a:ln>
            <a:noFill/>
          </a:ln>
        </p:spPr>
        <p:txBody>
          <a:bodyPr wrap="squar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(28, 41)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1" name="矩形 120"/>
          <p:cNvSpPr/>
          <p:nvPr/>
        </p:nvSpPr>
        <p:spPr>
          <a:xfrm>
            <a:off x="2930775" y="2923918"/>
            <a:ext cx="1072730"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(5, 7)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2" name="矩形 121"/>
          <p:cNvSpPr/>
          <p:nvPr/>
        </p:nvSpPr>
        <p:spPr>
          <a:xfrm>
            <a:off x="5121640" y="2923918"/>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(11, 13)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4" name="矩形 123"/>
          <p:cNvSpPr/>
          <p:nvPr/>
        </p:nvSpPr>
        <p:spPr>
          <a:xfrm>
            <a:off x="1724567" y="5636710"/>
            <a:ext cx="380232"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5" name="矩形 124"/>
          <p:cNvSpPr/>
          <p:nvPr/>
        </p:nvSpPr>
        <p:spPr>
          <a:xfrm>
            <a:off x="2280009" y="5636710"/>
            <a:ext cx="380232" cy="523220"/>
          </a:xfrm>
          <a:prstGeom prst="rect">
            <a:avLst/>
          </a:prstGeom>
          <a:noFill/>
          <a:ln>
            <a:noFill/>
          </a:ln>
        </p:spPr>
        <p:txBody>
          <a:bodyPr wrap="none" lIns="91440" tIns="45720" rIns="91440" bIns="45720">
            <a:spAutoFit/>
          </a:bodyPr>
          <a:lstStyle/>
          <a:p>
            <a:pPr algn="ctr"/>
            <a:r>
              <a:rPr lang="en-US" altLang="zh-TW" sz="2800" dirty="0">
                <a:ln w="0"/>
                <a:effectLst>
                  <a:outerShdw blurRad="38100" dist="19050" dir="2700000" algn="tl" rotWithShape="0">
                    <a:schemeClr val="dk1">
                      <a:alpha val="40000"/>
                    </a:schemeClr>
                  </a:outerShdw>
                </a:effectLst>
              </a:rPr>
              <a:t>5</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6" name="矩形 125"/>
          <p:cNvSpPr/>
          <p:nvPr/>
        </p:nvSpPr>
        <p:spPr>
          <a:xfrm>
            <a:off x="2835451" y="5634625"/>
            <a:ext cx="380232"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6</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7" name="矩形 126"/>
          <p:cNvSpPr/>
          <p:nvPr/>
        </p:nvSpPr>
        <p:spPr>
          <a:xfrm>
            <a:off x="3399448" y="5634624"/>
            <a:ext cx="380232"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8" name="矩形 127"/>
          <p:cNvSpPr/>
          <p:nvPr/>
        </p:nvSpPr>
        <p:spPr>
          <a:xfrm>
            <a:off x="3977821" y="5634624"/>
            <a:ext cx="380232" cy="523220"/>
          </a:xfrm>
          <a:prstGeom prst="rect">
            <a:avLst/>
          </a:prstGeom>
          <a:noFill/>
          <a:ln>
            <a:noFill/>
          </a:ln>
        </p:spPr>
        <p:txBody>
          <a:bodyPr wrap="none" lIns="91440" tIns="45720" rIns="91440" bIns="45720">
            <a:spAutoFit/>
          </a:bodyPr>
          <a:lstStyle/>
          <a:p>
            <a:pPr algn="ctr"/>
            <a:r>
              <a:rPr lang="en-US" altLang="zh-TW" sz="2800" dirty="0">
                <a:ln w="0"/>
                <a:effectLst>
                  <a:outerShdw blurRad="38100" dist="19050" dir="2700000" algn="tl" rotWithShape="0">
                    <a:schemeClr val="dk1">
                      <a:alpha val="40000"/>
                    </a:schemeClr>
                  </a:outerShdw>
                </a:effectLst>
              </a:rPr>
              <a:t>9</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9" name="矩形 128"/>
          <p:cNvSpPr/>
          <p:nvPr/>
        </p:nvSpPr>
        <p:spPr>
          <a:xfrm>
            <a:off x="4438489"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11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0" name="矩形 129"/>
          <p:cNvSpPr/>
          <p:nvPr/>
        </p:nvSpPr>
        <p:spPr>
          <a:xfrm>
            <a:off x="4993931"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12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1" name="矩形 130"/>
          <p:cNvSpPr/>
          <p:nvPr/>
        </p:nvSpPr>
        <p:spPr>
          <a:xfrm>
            <a:off x="5549373" y="5632539"/>
            <a:ext cx="575799"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2" name="矩形 131"/>
          <p:cNvSpPr/>
          <p:nvPr/>
        </p:nvSpPr>
        <p:spPr>
          <a:xfrm>
            <a:off x="6113370"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20</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3" name="矩形 132"/>
          <p:cNvSpPr/>
          <p:nvPr/>
        </p:nvSpPr>
        <p:spPr>
          <a:xfrm>
            <a:off x="6691743" y="5632538"/>
            <a:ext cx="575799"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28</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4" name="矩形 133"/>
          <p:cNvSpPr/>
          <p:nvPr/>
        </p:nvSpPr>
        <p:spPr>
          <a:xfrm>
            <a:off x="7202850"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29</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5" name="矩形 134"/>
          <p:cNvSpPr/>
          <p:nvPr/>
        </p:nvSpPr>
        <p:spPr>
          <a:xfrm>
            <a:off x="7758292"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41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6" name="矩形 135"/>
          <p:cNvSpPr/>
          <p:nvPr/>
        </p:nvSpPr>
        <p:spPr>
          <a:xfrm>
            <a:off x="8313734" y="5632539"/>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42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7" name="矩形 136"/>
          <p:cNvSpPr/>
          <p:nvPr/>
        </p:nvSpPr>
        <p:spPr>
          <a:xfrm>
            <a:off x="8877731"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53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8" name="矩形 137"/>
          <p:cNvSpPr/>
          <p:nvPr/>
        </p:nvSpPr>
        <p:spPr>
          <a:xfrm>
            <a:off x="9456104"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58</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9" name="矩形 138"/>
          <p:cNvSpPr/>
          <p:nvPr/>
        </p:nvSpPr>
        <p:spPr>
          <a:xfrm>
            <a:off x="10061513"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cxnSp>
        <p:nvCxnSpPr>
          <p:cNvPr id="143" name="直線接點 142"/>
          <p:cNvCxnSpPr>
            <a:stCxn id="26" idx="3"/>
            <a:endCxn id="27" idx="1"/>
          </p:cNvCxnSpPr>
          <p:nvPr/>
        </p:nvCxnSpPr>
        <p:spPr bwMode="auto">
          <a:xfrm>
            <a:off x="2326037"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 name="直線接點 143"/>
          <p:cNvCxnSpPr/>
          <p:nvPr/>
        </p:nvCxnSpPr>
        <p:spPr bwMode="auto">
          <a:xfrm>
            <a:off x="3445769"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 name="直線接點 144"/>
          <p:cNvCxnSpPr/>
          <p:nvPr/>
        </p:nvCxnSpPr>
        <p:spPr bwMode="auto">
          <a:xfrm>
            <a:off x="4560785"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直線接點 145"/>
          <p:cNvCxnSpPr/>
          <p:nvPr/>
        </p:nvCxnSpPr>
        <p:spPr bwMode="auto">
          <a:xfrm>
            <a:off x="6773508"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直線接點 146"/>
          <p:cNvCxnSpPr/>
          <p:nvPr/>
        </p:nvCxnSpPr>
        <p:spPr bwMode="auto">
          <a:xfrm>
            <a:off x="7920348"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直線接點 147"/>
          <p:cNvCxnSpPr/>
          <p:nvPr/>
        </p:nvCxnSpPr>
        <p:spPr bwMode="auto">
          <a:xfrm>
            <a:off x="9022383"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 name="直線接點 148"/>
          <p:cNvCxnSpPr/>
          <p:nvPr/>
        </p:nvCxnSpPr>
        <p:spPr bwMode="auto">
          <a:xfrm>
            <a:off x="5702016"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 name="直線接點 152"/>
          <p:cNvCxnSpPr>
            <a:stCxn id="67" idx="3"/>
            <a:endCxn id="69" idx="1"/>
          </p:cNvCxnSpPr>
          <p:nvPr/>
        </p:nvCxnSpPr>
        <p:spPr bwMode="auto">
          <a:xfrm>
            <a:off x="5154833" y="3467622"/>
            <a:ext cx="1934107"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 name="直線接點 153"/>
          <p:cNvCxnSpPr>
            <a:stCxn id="69" idx="3"/>
            <a:endCxn id="71" idx="1"/>
          </p:cNvCxnSpPr>
          <p:nvPr/>
        </p:nvCxnSpPr>
        <p:spPr bwMode="auto">
          <a:xfrm>
            <a:off x="7385964" y="3467622"/>
            <a:ext cx="19352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矩形 1"/>
          <p:cNvSpPr/>
          <p:nvPr/>
        </p:nvSpPr>
        <p:spPr>
          <a:xfrm>
            <a:off x="590271" y="522241"/>
            <a:ext cx="5263300" cy="769441"/>
          </a:xfrm>
          <a:prstGeom prst="rect">
            <a:avLst/>
          </a:prstGeom>
          <a:noFill/>
        </p:spPr>
        <p:txBody>
          <a:bodyPr wrap="none" lIns="91440" tIns="45720" rIns="91440" bIns="45720">
            <a:spAutoFit/>
          </a:bodyPr>
          <a:lstStyle/>
          <a:p>
            <a:pPr algn="ctr"/>
            <a:r>
              <a:rPr lang="en-US" altLang="zh-TW" sz="4400" dirty="0">
                <a:ln w="0"/>
                <a:effectLst>
                  <a:outerShdw blurRad="38100" dist="19050" dir="2700000" algn="tl" rotWithShape="0">
                    <a:schemeClr val="dk1">
                      <a:alpha val="40000"/>
                    </a:schemeClr>
                  </a:outerShdw>
                </a:effectLst>
              </a:rPr>
              <a:t>S={7, 9, 20, 28, 41}</a:t>
            </a:r>
            <a:endParaRPr lang="zh-TW" altLang="en-US" sz="4400" dirty="0">
              <a:ln w="0"/>
              <a:effectLst>
                <a:outerShdw blurRad="38100" dist="19050" dir="2700000" algn="tl" rotWithShape="0">
                  <a:schemeClr val="dk1">
                    <a:alpha val="40000"/>
                  </a:schemeClr>
                </a:outerShdw>
              </a:effectLst>
            </a:endParaRPr>
          </a:p>
        </p:txBody>
      </p:sp>
      <p:sp>
        <p:nvSpPr>
          <p:cNvPr id="109" name="矩形 108"/>
          <p:cNvSpPr/>
          <p:nvPr/>
        </p:nvSpPr>
        <p:spPr>
          <a:xfrm>
            <a:off x="4003277" y="1881520"/>
            <a:ext cx="1242008"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(7, 13)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0" name="矩形 109"/>
          <p:cNvSpPr/>
          <p:nvPr/>
        </p:nvSpPr>
        <p:spPr>
          <a:xfrm>
            <a:off x="6058452" y="998300"/>
            <a:ext cx="1463862"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(13, 62)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1" name="矩形 110"/>
          <p:cNvSpPr/>
          <p:nvPr/>
        </p:nvSpPr>
        <p:spPr>
          <a:xfrm>
            <a:off x="8470414" y="1881520"/>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(41, 62)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cxnSp>
        <p:nvCxnSpPr>
          <p:cNvPr id="114" name="直線接點 113"/>
          <p:cNvCxnSpPr>
            <a:stCxn id="72" idx="3"/>
            <a:endCxn id="73" idx="1"/>
          </p:cNvCxnSpPr>
          <p:nvPr/>
        </p:nvCxnSpPr>
        <p:spPr bwMode="auto">
          <a:xfrm>
            <a:off x="4003277" y="2455102"/>
            <a:ext cx="4206653"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矩形 72"/>
          <p:cNvSpPr/>
          <p:nvPr/>
        </p:nvSpPr>
        <p:spPr bwMode="auto">
          <a:xfrm>
            <a:off x="8209930" y="226094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117" name="群組 116"/>
          <p:cNvGrpSpPr/>
          <p:nvPr/>
        </p:nvGrpSpPr>
        <p:grpSpPr>
          <a:xfrm>
            <a:off x="4830296" y="6037070"/>
            <a:ext cx="1570973" cy="707886"/>
            <a:chOff x="330917" y="6037070"/>
            <a:chExt cx="1570973" cy="707886"/>
          </a:xfrm>
        </p:grpSpPr>
        <p:cxnSp>
          <p:nvCxnSpPr>
            <p:cNvPr id="119" name="直線單箭頭接點 118"/>
            <p:cNvCxnSpPr/>
            <p:nvPr/>
          </p:nvCxnSpPr>
          <p:spPr bwMode="auto">
            <a:xfrm flipV="1">
              <a:off x="1889097" y="6155758"/>
              <a:ext cx="12793" cy="466338"/>
            </a:xfrm>
            <a:prstGeom prst="straightConnector1">
              <a:avLst/>
            </a:prstGeom>
            <a:solidFill>
              <a:schemeClr val="accent1"/>
            </a:solidFill>
            <a:ln w="76200" cap="flat" cmpd="sng" algn="ctr">
              <a:solidFill>
                <a:srgbClr val="0070C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3" name="矩形 122"/>
            <p:cNvSpPr/>
            <p:nvPr/>
          </p:nvSpPr>
          <p:spPr>
            <a:xfrm>
              <a:off x="330917" y="6037070"/>
              <a:ext cx="1487907" cy="707886"/>
            </a:xfrm>
            <a:prstGeom prst="rect">
              <a:avLst/>
            </a:prstGeom>
            <a:noFill/>
          </p:spPr>
          <p:txBody>
            <a:bodyPr wrap="none" lIns="91440" tIns="45720" rIns="91440" bIns="45720">
              <a:spAutoFit/>
            </a:bodyPr>
            <a:lstStyle/>
            <a:p>
              <a:pPr algn="ctr"/>
              <a:r>
                <a:rPr lang="en-US" altLang="zh-TW" sz="40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finger</a:t>
              </a:r>
              <a:endParaRPr lang="zh-TW" altLang="en-US" sz="4000" dirty="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endParaRPr>
            </a:p>
          </p:txBody>
        </p:sp>
      </p:grpSp>
    </p:spTree>
    <p:extLst>
      <p:ext uri="{BB962C8B-B14F-4D97-AF65-F5344CB8AC3E}">
        <p14:creationId xmlns:p14="http://schemas.microsoft.com/office/powerpoint/2010/main" val="443093111"/>
      </p:ext>
    </p:extLst>
  </p:cSld>
  <p:clrMapOvr>
    <a:masterClrMapping/>
  </p:clrMapOvr>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1" name="直線接點 150"/>
          <p:cNvCxnSpPr>
            <a:stCxn id="64" idx="3"/>
            <a:endCxn id="67" idx="1"/>
          </p:cNvCxnSpPr>
          <p:nvPr/>
        </p:nvCxnSpPr>
        <p:spPr bwMode="auto">
          <a:xfrm>
            <a:off x="2885903" y="3467622"/>
            <a:ext cx="1971906"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矩形 3"/>
          <p:cNvSpPr/>
          <p:nvPr/>
        </p:nvSpPr>
        <p:spPr bwMode="auto">
          <a:xfrm>
            <a:off x="1766171" y="5248406"/>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5" name="矩形 4"/>
          <p:cNvSpPr/>
          <p:nvPr/>
        </p:nvSpPr>
        <p:spPr bwMode="auto">
          <a:xfrm>
            <a:off x="2326037"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 name="矩形 5"/>
          <p:cNvSpPr/>
          <p:nvPr/>
        </p:nvSpPr>
        <p:spPr bwMode="auto">
          <a:xfrm>
            <a:off x="5675800"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 name="矩形 6"/>
          <p:cNvSpPr/>
          <p:nvPr/>
        </p:nvSpPr>
        <p:spPr bwMode="auto">
          <a:xfrm>
            <a:off x="5118293"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8" name="矩形 7"/>
          <p:cNvSpPr/>
          <p:nvPr/>
        </p:nvSpPr>
        <p:spPr bwMode="auto">
          <a:xfrm>
            <a:off x="2885903" y="5248406"/>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9" name="矩形 8"/>
          <p:cNvSpPr/>
          <p:nvPr/>
        </p:nvSpPr>
        <p:spPr bwMode="auto">
          <a:xfrm>
            <a:off x="3445769"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0" name="矩形 9"/>
          <p:cNvSpPr/>
          <p:nvPr/>
        </p:nvSpPr>
        <p:spPr bwMode="auto">
          <a:xfrm>
            <a:off x="4560785"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1" name="矩形 10"/>
          <p:cNvSpPr/>
          <p:nvPr/>
        </p:nvSpPr>
        <p:spPr bwMode="auto">
          <a:xfrm>
            <a:off x="4003277" y="5248405"/>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8" name="矩形 17"/>
          <p:cNvSpPr/>
          <p:nvPr/>
        </p:nvSpPr>
        <p:spPr bwMode="auto">
          <a:xfrm>
            <a:off x="6233308" y="5248405"/>
            <a:ext cx="297024" cy="388306"/>
          </a:xfrm>
          <a:prstGeom prst="rect">
            <a:avLst/>
          </a:prstGeom>
          <a:solidFill>
            <a:schemeClr val="accent2">
              <a:lumMod val="40000"/>
              <a:lumOff val="60000"/>
            </a:schemeClr>
          </a:solidFill>
          <a:ln w="3810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9" name="矩形 18"/>
          <p:cNvSpPr/>
          <p:nvPr/>
        </p:nvSpPr>
        <p:spPr bwMode="auto">
          <a:xfrm>
            <a:off x="6793174" y="5248404"/>
            <a:ext cx="297024" cy="388306"/>
          </a:xfrm>
          <a:prstGeom prst="rect">
            <a:avLst/>
          </a:prstGeom>
          <a:solidFill>
            <a:schemeClr val="accent2">
              <a:lumMod val="40000"/>
              <a:lumOff val="60000"/>
            </a:schemeClr>
          </a:solidFill>
          <a:ln w="3810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0" name="矩形 19"/>
          <p:cNvSpPr/>
          <p:nvPr/>
        </p:nvSpPr>
        <p:spPr bwMode="auto">
          <a:xfrm>
            <a:off x="10142937"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1" name="矩形 20"/>
          <p:cNvSpPr/>
          <p:nvPr/>
        </p:nvSpPr>
        <p:spPr bwMode="auto">
          <a:xfrm>
            <a:off x="9585430"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2" name="矩形 21"/>
          <p:cNvSpPr/>
          <p:nvPr/>
        </p:nvSpPr>
        <p:spPr bwMode="auto">
          <a:xfrm>
            <a:off x="7353040"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3" name="矩形 22"/>
          <p:cNvSpPr/>
          <p:nvPr/>
        </p:nvSpPr>
        <p:spPr bwMode="auto">
          <a:xfrm>
            <a:off x="7912906" y="5248404"/>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4" name="矩形 23"/>
          <p:cNvSpPr/>
          <p:nvPr/>
        </p:nvSpPr>
        <p:spPr bwMode="auto">
          <a:xfrm>
            <a:off x="9027922"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5" name="矩形 24"/>
          <p:cNvSpPr/>
          <p:nvPr/>
        </p:nvSpPr>
        <p:spPr bwMode="auto">
          <a:xfrm>
            <a:off x="8470414" y="5248404"/>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6" name="矩形 25"/>
          <p:cNvSpPr/>
          <p:nvPr/>
        </p:nvSpPr>
        <p:spPr bwMode="auto">
          <a:xfrm>
            <a:off x="2029013"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7" name="矩形 26"/>
          <p:cNvSpPr/>
          <p:nvPr/>
        </p:nvSpPr>
        <p:spPr bwMode="auto">
          <a:xfrm>
            <a:off x="3148745"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8" name="矩形 27"/>
          <p:cNvSpPr/>
          <p:nvPr/>
        </p:nvSpPr>
        <p:spPr bwMode="auto">
          <a:xfrm>
            <a:off x="4263761" y="4248411"/>
            <a:ext cx="297024" cy="388303"/>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29" name="矩形 28"/>
          <p:cNvSpPr/>
          <p:nvPr/>
        </p:nvSpPr>
        <p:spPr bwMode="auto">
          <a:xfrm>
            <a:off x="5383493"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0" name="矩形 29"/>
          <p:cNvSpPr/>
          <p:nvPr/>
        </p:nvSpPr>
        <p:spPr bwMode="auto">
          <a:xfrm>
            <a:off x="6496150" y="4248411"/>
            <a:ext cx="297024" cy="388306"/>
          </a:xfrm>
          <a:prstGeom prst="rect">
            <a:avLst/>
          </a:prstGeom>
          <a:solidFill>
            <a:schemeClr val="accent2">
              <a:lumMod val="40000"/>
              <a:lumOff val="60000"/>
            </a:schemeClr>
          </a:solidFill>
          <a:ln w="76200" cap="flat" cmpd="sng" algn="ctr">
            <a:solidFill>
              <a:srgbClr val="0070C0"/>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1" name="矩形 30"/>
          <p:cNvSpPr/>
          <p:nvPr/>
        </p:nvSpPr>
        <p:spPr bwMode="auto">
          <a:xfrm>
            <a:off x="7615882" y="4248411"/>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2" name="矩形 31"/>
          <p:cNvSpPr/>
          <p:nvPr/>
        </p:nvSpPr>
        <p:spPr bwMode="auto">
          <a:xfrm>
            <a:off x="8730898"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33" name="矩形 32"/>
          <p:cNvSpPr/>
          <p:nvPr/>
        </p:nvSpPr>
        <p:spPr bwMode="auto">
          <a:xfrm>
            <a:off x="9850630"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35" name="直線接點 34"/>
          <p:cNvCxnSpPr>
            <a:stCxn id="26" idx="2"/>
            <a:endCxn id="4" idx="0"/>
          </p:cNvCxnSpPr>
          <p:nvPr/>
        </p:nvCxnSpPr>
        <p:spPr bwMode="auto">
          <a:xfrm flipH="1">
            <a:off x="1901890"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7" name="直線接點 36"/>
          <p:cNvCxnSpPr>
            <a:stCxn id="26" idx="2"/>
            <a:endCxn id="5" idx="0"/>
          </p:cNvCxnSpPr>
          <p:nvPr/>
        </p:nvCxnSpPr>
        <p:spPr bwMode="auto">
          <a:xfrm>
            <a:off x="2164732"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線接點 39"/>
          <p:cNvCxnSpPr/>
          <p:nvPr/>
        </p:nvCxnSpPr>
        <p:spPr bwMode="auto">
          <a:xfrm flipH="1">
            <a:off x="3018504"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線接點 40"/>
          <p:cNvCxnSpPr/>
          <p:nvPr/>
        </p:nvCxnSpPr>
        <p:spPr bwMode="auto">
          <a:xfrm>
            <a:off x="3281346"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3" name="群組 42"/>
          <p:cNvGrpSpPr/>
          <p:nvPr/>
        </p:nvGrpSpPr>
        <p:grpSpPr>
          <a:xfrm>
            <a:off x="4134720" y="4636717"/>
            <a:ext cx="559866" cy="611689"/>
            <a:chOff x="1914683" y="4636717"/>
            <a:chExt cx="559866" cy="611689"/>
          </a:xfrm>
        </p:grpSpPr>
        <p:cxnSp>
          <p:nvCxnSpPr>
            <p:cNvPr id="44" name="直線接點 43"/>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線接點 44"/>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9" name="群組 48"/>
          <p:cNvGrpSpPr/>
          <p:nvPr/>
        </p:nvGrpSpPr>
        <p:grpSpPr>
          <a:xfrm>
            <a:off x="5246176" y="4636717"/>
            <a:ext cx="559866" cy="611689"/>
            <a:chOff x="1914683" y="4636717"/>
            <a:chExt cx="559866" cy="611689"/>
          </a:xfrm>
        </p:grpSpPr>
        <p:cxnSp>
          <p:nvCxnSpPr>
            <p:cNvPr id="50" name="直線接點 49"/>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 name="直線接點 50"/>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53" name="直線接點 52"/>
          <p:cNvCxnSpPr/>
          <p:nvPr/>
        </p:nvCxnSpPr>
        <p:spPr bwMode="auto">
          <a:xfrm flipH="1">
            <a:off x="6362154" y="4636715"/>
            <a:ext cx="262842" cy="611689"/>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直線接點 53"/>
          <p:cNvCxnSpPr/>
          <p:nvPr/>
        </p:nvCxnSpPr>
        <p:spPr bwMode="auto">
          <a:xfrm>
            <a:off x="6624996" y="4636715"/>
            <a:ext cx="297024" cy="611688"/>
          </a:xfrm>
          <a:prstGeom prst="line">
            <a:avLst/>
          </a:prstGeom>
          <a:solidFill>
            <a:schemeClr val="accent1"/>
          </a:solidFill>
          <a:ln w="38100" cap="flat" cmpd="sng" algn="ctr">
            <a:solidFill>
              <a:srgbClr val="0070C0"/>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55" name="群組 54"/>
          <p:cNvGrpSpPr/>
          <p:nvPr/>
        </p:nvGrpSpPr>
        <p:grpSpPr>
          <a:xfrm>
            <a:off x="7479744" y="4636714"/>
            <a:ext cx="559866" cy="611689"/>
            <a:chOff x="1914683" y="4636717"/>
            <a:chExt cx="559866" cy="611689"/>
          </a:xfrm>
        </p:grpSpPr>
        <p:cxnSp>
          <p:nvCxnSpPr>
            <p:cNvPr id="56" name="直線接點 55"/>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7" name="直線接點 56"/>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59" name="直線接點 58"/>
          <p:cNvCxnSpPr/>
          <p:nvPr/>
        </p:nvCxnSpPr>
        <p:spPr bwMode="auto">
          <a:xfrm flipH="1">
            <a:off x="8596707" y="4636714"/>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0" name="直線接點 59"/>
          <p:cNvCxnSpPr/>
          <p:nvPr/>
        </p:nvCxnSpPr>
        <p:spPr bwMode="auto">
          <a:xfrm>
            <a:off x="8859549" y="4636714"/>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61" name="群組 60"/>
          <p:cNvGrpSpPr/>
          <p:nvPr/>
        </p:nvGrpSpPr>
        <p:grpSpPr>
          <a:xfrm>
            <a:off x="9713670" y="4636714"/>
            <a:ext cx="559866" cy="611689"/>
            <a:chOff x="1914683" y="4636717"/>
            <a:chExt cx="559866" cy="611689"/>
          </a:xfrm>
        </p:grpSpPr>
        <p:cxnSp>
          <p:nvCxnSpPr>
            <p:cNvPr id="62" name="直線接點 61"/>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3" name="直線接點 62"/>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64" name="矩形 63"/>
          <p:cNvSpPr/>
          <p:nvPr/>
        </p:nvSpPr>
        <p:spPr bwMode="auto">
          <a:xfrm>
            <a:off x="2588879"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7" name="矩形 66"/>
          <p:cNvSpPr/>
          <p:nvPr/>
        </p:nvSpPr>
        <p:spPr bwMode="auto">
          <a:xfrm>
            <a:off x="4857809"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69" name="矩形 68"/>
          <p:cNvSpPr/>
          <p:nvPr/>
        </p:nvSpPr>
        <p:spPr bwMode="auto">
          <a:xfrm>
            <a:off x="7088940" y="327346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1" name="矩形 70"/>
          <p:cNvSpPr/>
          <p:nvPr/>
        </p:nvSpPr>
        <p:spPr bwMode="auto">
          <a:xfrm>
            <a:off x="9321172" y="3273469"/>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2" name="矩形 71"/>
          <p:cNvSpPr/>
          <p:nvPr/>
        </p:nvSpPr>
        <p:spPr bwMode="auto">
          <a:xfrm>
            <a:off x="3706253" y="226094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74" name="矩形 73"/>
          <p:cNvSpPr/>
          <p:nvPr/>
        </p:nvSpPr>
        <p:spPr bwMode="auto">
          <a:xfrm>
            <a:off x="5806042" y="1244253"/>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cxnSp>
        <p:nvCxnSpPr>
          <p:cNvPr id="78" name="直線接點 77"/>
          <p:cNvCxnSpPr>
            <a:endCxn id="28" idx="0"/>
          </p:cNvCxnSpPr>
          <p:nvPr/>
        </p:nvCxnSpPr>
        <p:spPr bwMode="auto">
          <a:xfrm flipH="1">
            <a:off x="4412273" y="3661775"/>
            <a:ext cx="576958"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直線接點 78"/>
          <p:cNvCxnSpPr>
            <a:endCxn id="29" idx="0"/>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86" name="群組 85"/>
          <p:cNvGrpSpPr/>
          <p:nvPr/>
        </p:nvGrpSpPr>
        <p:grpSpPr>
          <a:xfrm>
            <a:off x="2172809" y="3663862"/>
            <a:ext cx="1119732" cy="586636"/>
            <a:chOff x="4412273" y="3661775"/>
            <a:chExt cx="1119732" cy="586636"/>
          </a:xfrm>
        </p:grpSpPr>
        <p:cxnSp>
          <p:nvCxnSpPr>
            <p:cNvPr id="87" name="直線接點 86"/>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8" name="直線接點 87"/>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90" name="直線接點 89"/>
          <p:cNvCxnSpPr/>
          <p:nvPr/>
        </p:nvCxnSpPr>
        <p:spPr bwMode="auto">
          <a:xfrm flipH="1">
            <a:off x="6673970" y="3661775"/>
            <a:ext cx="576957" cy="586636"/>
          </a:xfrm>
          <a:prstGeom prst="line">
            <a:avLst/>
          </a:prstGeom>
          <a:solidFill>
            <a:schemeClr val="accent1"/>
          </a:solidFill>
          <a:ln w="38100" cap="flat" cmpd="sng" algn="ctr">
            <a:solidFill>
              <a:schemeClr val="bg1">
                <a:lumMod val="50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直線接點 90"/>
          <p:cNvCxnSpPr/>
          <p:nvPr/>
        </p:nvCxnSpPr>
        <p:spPr bwMode="auto">
          <a:xfrm>
            <a:off x="7250927"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92" name="群組 91"/>
          <p:cNvGrpSpPr/>
          <p:nvPr/>
        </p:nvGrpSpPr>
        <p:grpSpPr>
          <a:xfrm>
            <a:off x="8909818" y="3661775"/>
            <a:ext cx="1119732" cy="586636"/>
            <a:chOff x="4412273" y="3661775"/>
            <a:chExt cx="1119732" cy="586636"/>
          </a:xfrm>
        </p:grpSpPr>
        <p:cxnSp>
          <p:nvCxnSpPr>
            <p:cNvPr id="93" name="直線接點 92"/>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4" name="直線接點 93"/>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96" name="直線接點 95"/>
          <p:cNvCxnSpPr>
            <a:endCxn id="69" idx="0"/>
          </p:cNvCxnSpPr>
          <p:nvPr/>
        </p:nvCxnSpPr>
        <p:spPr bwMode="auto">
          <a:xfrm flipH="1">
            <a:off x="7237452" y="2667000"/>
            <a:ext cx="1140027" cy="60646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直線接點 96"/>
          <p:cNvCxnSpPr>
            <a:endCxn id="71" idx="0"/>
          </p:cNvCxnSpPr>
          <p:nvPr/>
        </p:nvCxnSpPr>
        <p:spPr bwMode="auto">
          <a:xfrm>
            <a:off x="8377478" y="2667000"/>
            <a:ext cx="1092206" cy="60646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直線接點 98"/>
          <p:cNvCxnSpPr>
            <a:endCxn id="64" idx="0"/>
          </p:cNvCxnSpPr>
          <p:nvPr/>
        </p:nvCxnSpPr>
        <p:spPr bwMode="auto">
          <a:xfrm flipH="1">
            <a:off x="2737391" y="2665957"/>
            <a:ext cx="1120913" cy="607512"/>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直線接點 99"/>
          <p:cNvCxnSpPr>
            <a:endCxn id="67" idx="0"/>
          </p:cNvCxnSpPr>
          <p:nvPr/>
        </p:nvCxnSpPr>
        <p:spPr bwMode="auto">
          <a:xfrm>
            <a:off x="3858303" y="2665957"/>
            <a:ext cx="1148018" cy="607512"/>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2" name="直線接點 111"/>
          <p:cNvCxnSpPr>
            <a:endCxn id="72" idx="0"/>
          </p:cNvCxnSpPr>
          <p:nvPr/>
        </p:nvCxnSpPr>
        <p:spPr bwMode="auto">
          <a:xfrm flipH="1">
            <a:off x="3854765" y="1650304"/>
            <a:ext cx="2100968" cy="610645"/>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3" name="直線接點 112"/>
          <p:cNvCxnSpPr>
            <a:endCxn id="73" idx="0"/>
          </p:cNvCxnSpPr>
          <p:nvPr/>
        </p:nvCxnSpPr>
        <p:spPr bwMode="auto">
          <a:xfrm>
            <a:off x="5955733" y="1650304"/>
            <a:ext cx="2402709" cy="610645"/>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8" name="矩形 117"/>
          <p:cNvSpPr/>
          <p:nvPr/>
        </p:nvSpPr>
        <p:spPr>
          <a:xfrm>
            <a:off x="9580755" y="2944402"/>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(53, 62)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0" name="矩形 119"/>
          <p:cNvSpPr/>
          <p:nvPr/>
        </p:nvSpPr>
        <p:spPr>
          <a:xfrm flipH="1">
            <a:off x="7420163" y="2923918"/>
            <a:ext cx="1396471" cy="523220"/>
          </a:xfrm>
          <a:prstGeom prst="rect">
            <a:avLst/>
          </a:prstGeom>
          <a:noFill/>
          <a:ln>
            <a:noFill/>
          </a:ln>
        </p:spPr>
        <p:txBody>
          <a:bodyPr wrap="squar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(28, 41)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1" name="矩形 120"/>
          <p:cNvSpPr/>
          <p:nvPr/>
        </p:nvSpPr>
        <p:spPr>
          <a:xfrm>
            <a:off x="2930775" y="2923918"/>
            <a:ext cx="1072730"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(5, 7)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2" name="矩形 121"/>
          <p:cNvSpPr/>
          <p:nvPr/>
        </p:nvSpPr>
        <p:spPr>
          <a:xfrm>
            <a:off x="5121640" y="2923918"/>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(11, 13)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4" name="矩形 123"/>
          <p:cNvSpPr/>
          <p:nvPr/>
        </p:nvSpPr>
        <p:spPr>
          <a:xfrm>
            <a:off x="1724567" y="5636710"/>
            <a:ext cx="380232"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5" name="矩形 124"/>
          <p:cNvSpPr/>
          <p:nvPr/>
        </p:nvSpPr>
        <p:spPr>
          <a:xfrm>
            <a:off x="2280009" y="5636710"/>
            <a:ext cx="380232" cy="523220"/>
          </a:xfrm>
          <a:prstGeom prst="rect">
            <a:avLst/>
          </a:prstGeom>
          <a:noFill/>
          <a:ln>
            <a:noFill/>
          </a:ln>
        </p:spPr>
        <p:txBody>
          <a:bodyPr wrap="none" lIns="91440" tIns="45720" rIns="91440" bIns="45720">
            <a:spAutoFit/>
          </a:bodyPr>
          <a:lstStyle/>
          <a:p>
            <a:pPr algn="ctr"/>
            <a:r>
              <a:rPr lang="en-US" altLang="zh-TW" sz="2800" dirty="0">
                <a:ln w="0"/>
                <a:effectLst>
                  <a:outerShdw blurRad="38100" dist="19050" dir="2700000" algn="tl" rotWithShape="0">
                    <a:schemeClr val="dk1">
                      <a:alpha val="40000"/>
                    </a:schemeClr>
                  </a:outerShdw>
                </a:effectLst>
              </a:rPr>
              <a:t>5</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6" name="矩形 125"/>
          <p:cNvSpPr/>
          <p:nvPr/>
        </p:nvSpPr>
        <p:spPr>
          <a:xfrm>
            <a:off x="2835451" y="5634625"/>
            <a:ext cx="380232"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6</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7" name="矩形 126"/>
          <p:cNvSpPr/>
          <p:nvPr/>
        </p:nvSpPr>
        <p:spPr>
          <a:xfrm>
            <a:off x="3399448" y="5634624"/>
            <a:ext cx="380232"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7</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8" name="矩形 127"/>
          <p:cNvSpPr/>
          <p:nvPr/>
        </p:nvSpPr>
        <p:spPr>
          <a:xfrm>
            <a:off x="3977821" y="5634624"/>
            <a:ext cx="380232" cy="523220"/>
          </a:xfrm>
          <a:prstGeom prst="rect">
            <a:avLst/>
          </a:prstGeom>
          <a:noFill/>
          <a:ln>
            <a:noFill/>
          </a:ln>
        </p:spPr>
        <p:txBody>
          <a:bodyPr wrap="none" lIns="91440" tIns="45720" rIns="91440" bIns="45720">
            <a:spAutoFit/>
          </a:bodyPr>
          <a:lstStyle/>
          <a:p>
            <a:pPr algn="ctr"/>
            <a:r>
              <a:rPr lang="en-US" altLang="zh-TW" sz="2800" dirty="0">
                <a:ln w="0"/>
                <a:effectLst>
                  <a:outerShdw blurRad="38100" dist="19050" dir="2700000" algn="tl" rotWithShape="0">
                    <a:schemeClr val="dk1">
                      <a:alpha val="40000"/>
                    </a:schemeClr>
                  </a:outerShdw>
                </a:effectLst>
              </a:rPr>
              <a:t>9</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29" name="矩形 128"/>
          <p:cNvSpPr/>
          <p:nvPr/>
        </p:nvSpPr>
        <p:spPr>
          <a:xfrm>
            <a:off x="4438489"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11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0" name="矩形 129"/>
          <p:cNvSpPr/>
          <p:nvPr/>
        </p:nvSpPr>
        <p:spPr>
          <a:xfrm>
            <a:off x="4993931"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12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1" name="矩形 130"/>
          <p:cNvSpPr/>
          <p:nvPr/>
        </p:nvSpPr>
        <p:spPr>
          <a:xfrm>
            <a:off x="5549373" y="5632539"/>
            <a:ext cx="575799"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2" name="矩形 131"/>
          <p:cNvSpPr/>
          <p:nvPr/>
        </p:nvSpPr>
        <p:spPr>
          <a:xfrm>
            <a:off x="6113370"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20</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3" name="矩形 132"/>
          <p:cNvSpPr/>
          <p:nvPr/>
        </p:nvSpPr>
        <p:spPr>
          <a:xfrm>
            <a:off x="6691743" y="5632538"/>
            <a:ext cx="575799"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28</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4" name="矩形 133"/>
          <p:cNvSpPr/>
          <p:nvPr/>
        </p:nvSpPr>
        <p:spPr>
          <a:xfrm>
            <a:off x="7202850"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29</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5" name="矩形 134"/>
          <p:cNvSpPr/>
          <p:nvPr/>
        </p:nvSpPr>
        <p:spPr>
          <a:xfrm>
            <a:off x="7758292" y="5634624"/>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41</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6" name="矩形 135"/>
          <p:cNvSpPr/>
          <p:nvPr/>
        </p:nvSpPr>
        <p:spPr>
          <a:xfrm>
            <a:off x="8313734" y="5632539"/>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42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7" name="矩形 136"/>
          <p:cNvSpPr/>
          <p:nvPr/>
        </p:nvSpPr>
        <p:spPr>
          <a:xfrm>
            <a:off x="8877731"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53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8" name="矩形 137"/>
          <p:cNvSpPr/>
          <p:nvPr/>
        </p:nvSpPr>
        <p:spPr>
          <a:xfrm>
            <a:off x="9456104"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58</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39" name="矩形 138"/>
          <p:cNvSpPr/>
          <p:nvPr/>
        </p:nvSpPr>
        <p:spPr>
          <a:xfrm>
            <a:off x="10061513" y="5632538"/>
            <a:ext cx="575799" cy="523220"/>
          </a:xfrm>
          <a:prstGeom prst="rect">
            <a:avLst/>
          </a:prstGeom>
          <a:noFill/>
          <a:ln>
            <a:noFill/>
          </a:ln>
        </p:spPr>
        <p:txBody>
          <a:bodyPr wrap="none" lIns="91440" tIns="45720" rIns="91440" bIns="45720">
            <a:spAutoFit/>
          </a:bodyPr>
          <a:lstStyle/>
          <a:p>
            <a:pPr algn="ctr"/>
            <a:r>
              <a:rPr lang="en-US" altLang="zh-TW" sz="2800" dirty="0" smtClean="0">
                <a:ln w="0"/>
                <a:effectLst>
                  <a:outerShdw blurRad="38100" dist="19050" dir="2700000" algn="tl" rotWithShape="0">
                    <a:schemeClr val="dk1">
                      <a:alpha val="40000"/>
                    </a:schemeClr>
                  </a:outerShdw>
                </a:effectLst>
              </a:rPr>
              <a:t>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cxnSp>
        <p:nvCxnSpPr>
          <p:cNvPr id="143" name="直線接點 142"/>
          <p:cNvCxnSpPr>
            <a:stCxn id="26" idx="3"/>
            <a:endCxn id="27" idx="1"/>
          </p:cNvCxnSpPr>
          <p:nvPr/>
        </p:nvCxnSpPr>
        <p:spPr bwMode="auto">
          <a:xfrm>
            <a:off x="2326037"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 name="直線接點 143"/>
          <p:cNvCxnSpPr/>
          <p:nvPr/>
        </p:nvCxnSpPr>
        <p:spPr bwMode="auto">
          <a:xfrm>
            <a:off x="3445769"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 name="直線接點 144"/>
          <p:cNvCxnSpPr/>
          <p:nvPr/>
        </p:nvCxnSpPr>
        <p:spPr bwMode="auto">
          <a:xfrm>
            <a:off x="4560785"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直線接點 145"/>
          <p:cNvCxnSpPr/>
          <p:nvPr/>
        </p:nvCxnSpPr>
        <p:spPr bwMode="auto">
          <a:xfrm>
            <a:off x="6773508"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直線接點 146"/>
          <p:cNvCxnSpPr/>
          <p:nvPr/>
        </p:nvCxnSpPr>
        <p:spPr bwMode="auto">
          <a:xfrm>
            <a:off x="7920348"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直線接點 147"/>
          <p:cNvCxnSpPr/>
          <p:nvPr/>
        </p:nvCxnSpPr>
        <p:spPr bwMode="auto">
          <a:xfrm>
            <a:off x="9022383"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 name="直線接點 148"/>
          <p:cNvCxnSpPr/>
          <p:nvPr/>
        </p:nvCxnSpPr>
        <p:spPr bwMode="auto">
          <a:xfrm>
            <a:off x="5702016"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3" name="直線接點 152"/>
          <p:cNvCxnSpPr>
            <a:stCxn id="67" idx="3"/>
            <a:endCxn id="69" idx="1"/>
          </p:cNvCxnSpPr>
          <p:nvPr/>
        </p:nvCxnSpPr>
        <p:spPr bwMode="auto">
          <a:xfrm>
            <a:off x="5154833" y="3467622"/>
            <a:ext cx="1934107"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4" name="直線接點 153"/>
          <p:cNvCxnSpPr>
            <a:stCxn id="69" idx="3"/>
            <a:endCxn id="71" idx="1"/>
          </p:cNvCxnSpPr>
          <p:nvPr/>
        </p:nvCxnSpPr>
        <p:spPr bwMode="auto">
          <a:xfrm>
            <a:off x="7385964" y="3467622"/>
            <a:ext cx="19352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矩形 1"/>
          <p:cNvSpPr/>
          <p:nvPr/>
        </p:nvSpPr>
        <p:spPr>
          <a:xfrm>
            <a:off x="590271" y="522241"/>
            <a:ext cx="5263300" cy="769441"/>
          </a:xfrm>
          <a:prstGeom prst="rect">
            <a:avLst/>
          </a:prstGeom>
          <a:noFill/>
        </p:spPr>
        <p:txBody>
          <a:bodyPr wrap="none" lIns="91440" tIns="45720" rIns="91440" bIns="45720">
            <a:spAutoFit/>
          </a:bodyPr>
          <a:lstStyle/>
          <a:p>
            <a:pPr algn="ctr"/>
            <a:r>
              <a:rPr lang="en-US" altLang="zh-TW" sz="4400" dirty="0">
                <a:ln w="0"/>
                <a:effectLst>
                  <a:outerShdw blurRad="38100" dist="19050" dir="2700000" algn="tl" rotWithShape="0">
                    <a:schemeClr val="dk1">
                      <a:alpha val="40000"/>
                    </a:schemeClr>
                  </a:outerShdw>
                </a:effectLst>
              </a:rPr>
              <a:t>S={7, 9, 20, 28, 41}</a:t>
            </a:r>
            <a:endParaRPr lang="zh-TW" altLang="en-US" sz="4400" dirty="0">
              <a:ln w="0"/>
              <a:effectLst>
                <a:outerShdw blurRad="38100" dist="19050" dir="2700000" algn="tl" rotWithShape="0">
                  <a:schemeClr val="dk1">
                    <a:alpha val="40000"/>
                  </a:schemeClr>
                </a:outerShdw>
              </a:effectLst>
            </a:endParaRPr>
          </a:p>
        </p:txBody>
      </p:sp>
      <p:sp>
        <p:nvSpPr>
          <p:cNvPr id="109" name="矩形 108"/>
          <p:cNvSpPr/>
          <p:nvPr/>
        </p:nvSpPr>
        <p:spPr>
          <a:xfrm>
            <a:off x="4003277" y="1881520"/>
            <a:ext cx="1242008"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(7, 13)</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0" name="矩形 109"/>
          <p:cNvSpPr/>
          <p:nvPr/>
        </p:nvSpPr>
        <p:spPr>
          <a:xfrm>
            <a:off x="6058452" y="998300"/>
            <a:ext cx="1463862"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(13, 62)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sp>
        <p:nvSpPr>
          <p:cNvPr id="111" name="矩形 110"/>
          <p:cNvSpPr/>
          <p:nvPr/>
        </p:nvSpPr>
        <p:spPr>
          <a:xfrm>
            <a:off x="8470414" y="1881520"/>
            <a:ext cx="1463863" cy="523220"/>
          </a:xfrm>
          <a:prstGeom prst="rect">
            <a:avLst/>
          </a:prstGeom>
          <a:noFill/>
          <a:ln>
            <a:noFill/>
          </a:ln>
        </p:spPr>
        <p:txBody>
          <a:bodyPr wrap="none" lIns="91440" tIns="45720" rIns="91440" bIns="45720">
            <a:spAutoFit/>
          </a:bodyPr>
          <a:lstStyle/>
          <a:p>
            <a:pPr algn="ctr"/>
            <a:r>
              <a:rPr lang="en-US" altLang="zh-TW" sz="2800" b="0" cap="none" spc="0" dirty="0" smtClean="0">
                <a:ln w="0"/>
                <a:solidFill>
                  <a:schemeClr val="tx1"/>
                </a:solidFill>
                <a:effectLst>
                  <a:outerShdw blurRad="38100" dist="19050" dir="2700000" algn="tl" rotWithShape="0">
                    <a:schemeClr val="dk1">
                      <a:alpha val="40000"/>
                    </a:schemeClr>
                  </a:outerShdw>
                </a:effectLst>
              </a:rPr>
              <a:t>(41, 62)</a:t>
            </a:r>
            <a:endParaRPr lang="zh-TW" altLang="en-US" sz="2800" b="0" cap="none" spc="0" dirty="0">
              <a:ln w="0"/>
              <a:solidFill>
                <a:schemeClr val="tx1"/>
              </a:solidFill>
              <a:effectLst>
                <a:outerShdw blurRad="38100" dist="19050" dir="2700000" algn="tl" rotWithShape="0">
                  <a:schemeClr val="dk1">
                    <a:alpha val="40000"/>
                  </a:schemeClr>
                </a:outerShdw>
              </a:effectLst>
            </a:endParaRPr>
          </a:p>
        </p:txBody>
      </p:sp>
      <p:cxnSp>
        <p:nvCxnSpPr>
          <p:cNvPr id="114" name="直線接點 113"/>
          <p:cNvCxnSpPr>
            <a:stCxn id="72" idx="3"/>
            <a:endCxn id="73" idx="1"/>
          </p:cNvCxnSpPr>
          <p:nvPr/>
        </p:nvCxnSpPr>
        <p:spPr bwMode="auto">
          <a:xfrm>
            <a:off x="4003277" y="2455102"/>
            <a:ext cx="4206653"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3" name="矩形 72"/>
          <p:cNvSpPr/>
          <p:nvPr/>
        </p:nvSpPr>
        <p:spPr bwMode="auto">
          <a:xfrm>
            <a:off x="8209930" y="2260949"/>
            <a:ext cx="297024" cy="388306"/>
          </a:xfrm>
          <a:prstGeom prst="rect">
            <a:avLst/>
          </a:prstGeom>
          <a:solidFill>
            <a:schemeClr val="accent2">
              <a:lumMod val="40000"/>
              <a:lumOff val="60000"/>
            </a:schemeClr>
          </a:solid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15" name="矩形 114"/>
          <p:cNvSpPr/>
          <p:nvPr/>
        </p:nvSpPr>
        <p:spPr>
          <a:xfrm>
            <a:off x="402766" y="2176700"/>
            <a:ext cx="3113545" cy="769441"/>
          </a:xfrm>
          <a:prstGeom prst="rect">
            <a:avLst/>
          </a:prstGeom>
          <a:noFill/>
        </p:spPr>
        <p:txBody>
          <a:bodyPr wrap="none" lIns="91440" tIns="45720" rIns="91440" bIns="45720">
            <a:spAutoFit/>
          </a:bodyPr>
          <a:lstStyle/>
          <a:p>
            <a:pPr algn="ctr"/>
            <a:r>
              <a:rPr lang="en-US" altLang="zh-TW" sz="4400" b="0" cap="none" spc="0" dirty="0" smtClean="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rPr>
              <a:t>Search 28;</a:t>
            </a:r>
            <a:endParaRPr lang="zh-TW" altLang="en-US" sz="4400" b="0" cap="none" spc="0" dirty="0">
              <a:ln w="0"/>
              <a:solidFill>
                <a:srgbClr val="0070C0"/>
              </a:solidFill>
              <a:effectLst>
                <a:outerShdw blurRad="38100" dist="19050" dir="2700000" algn="tl" rotWithShape="0">
                  <a:schemeClr val="dk1">
                    <a:alpha val="40000"/>
                  </a:schemeClr>
                </a:outerShdw>
              </a:effectLst>
              <a:latin typeface="Arial Rounded MT Bold" panose="020F0704030504030204" pitchFamily="34" charset="0"/>
            </a:endParaRPr>
          </a:p>
        </p:txBody>
      </p:sp>
      <p:grpSp>
        <p:nvGrpSpPr>
          <p:cNvPr id="152" name="群組 151"/>
          <p:cNvGrpSpPr/>
          <p:nvPr/>
        </p:nvGrpSpPr>
        <p:grpSpPr>
          <a:xfrm>
            <a:off x="5360057" y="6037070"/>
            <a:ext cx="1570973" cy="707886"/>
            <a:chOff x="330917" y="6037070"/>
            <a:chExt cx="1570973" cy="707886"/>
          </a:xfrm>
        </p:grpSpPr>
        <p:cxnSp>
          <p:nvCxnSpPr>
            <p:cNvPr id="155" name="直線單箭頭接點 154"/>
            <p:cNvCxnSpPr/>
            <p:nvPr/>
          </p:nvCxnSpPr>
          <p:spPr bwMode="auto">
            <a:xfrm flipV="1">
              <a:off x="1889097" y="6155758"/>
              <a:ext cx="12793" cy="466338"/>
            </a:xfrm>
            <a:prstGeom prst="straightConnector1">
              <a:avLst/>
            </a:prstGeom>
            <a:solidFill>
              <a:schemeClr val="accent1"/>
            </a:solidFill>
            <a:ln w="76200" cap="flat" cmpd="sng" algn="ctr">
              <a:solidFill>
                <a:srgbClr val="0070C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6" name="矩形 155"/>
            <p:cNvSpPr/>
            <p:nvPr/>
          </p:nvSpPr>
          <p:spPr>
            <a:xfrm>
              <a:off x="330917" y="6037070"/>
              <a:ext cx="1487907" cy="707886"/>
            </a:xfrm>
            <a:prstGeom prst="rect">
              <a:avLst/>
            </a:prstGeom>
            <a:noFill/>
          </p:spPr>
          <p:txBody>
            <a:bodyPr wrap="none" lIns="91440" tIns="45720" rIns="91440" bIns="45720">
              <a:spAutoFit/>
            </a:bodyPr>
            <a:lstStyle/>
            <a:p>
              <a:pPr algn="ctr"/>
              <a:r>
                <a:rPr lang="en-US" altLang="zh-TW" sz="4000" b="0" cap="none" spc="0" dirty="0" smtClean="0">
                  <a:ln w="0"/>
                  <a:solidFill>
                    <a:srgbClr val="0070C0"/>
                  </a:solidFill>
                  <a:effectLst>
                    <a:outerShdw blurRad="38100" dist="19050" dir="2700000" algn="tl" rotWithShape="0">
                      <a:schemeClr val="dk1">
                        <a:alpha val="40000"/>
                      </a:schemeClr>
                    </a:outerShdw>
                  </a:effectLst>
                  <a:latin typeface="Tahoma" panose="020B0604030504040204" pitchFamily="34" charset="0"/>
                  <a:ea typeface="Tahoma" panose="020B0604030504040204" pitchFamily="34" charset="0"/>
                  <a:cs typeface="Tahoma" panose="020B0604030504040204" pitchFamily="34" charset="0"/>
                </a:rPr>
                <a:t>finger</a:t>
              </a:r>
              <a:endParaRPr lang="zh-TW" altLang="en-US" sz="4000" b="0" cap="none" spc="0" dirty="0">
                <a:ln w="0"/>
                <a:solidFill>
                  <a:srgbClr val="0070C0"/>
                </a:solidFill>
                <a:effectLst>
                  <a:outerShdw blurRad="38100" dist="19050" dir="2700000" algn="tl" rotWithShape="0">
                    <a:schemeClr val="dk1">
                      <a:alpha val="40000"/>
                    </a:schemeClr>
                  </a:outerShdw>
                </a:effectLst>
                <a:latin typeface="Tahoma" panose="020B0604030504040204" pitchFamily="34" charset="0"/>
                <a:cs typeface="Tahoma" panose="020B0604030504040204" pitchFamily="34" charset="0"/>
              </a:endParaRPr>
            </a:p>
          </p:txBody>
        </p:sp>
      </p:grpSp>
    </p:spTree>
    <p:extLst>
      <p:ext uri="{BB962C8B-B14F-4D97-AF65-F5344CB8AC3E}">
        <p14:creationId xmlns:p14="http://schemas.microsoft.com/office/powerpoint/2010/main" val="3897459364"/>
      </p:ext>
    </p:extLst>
  </p:cSld>
  <p:clrMapOvr>
    <a:masterClrMapping/>
  </p:clrMapOvr>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5059857"/>
      </p:ext>
    </p:extLst>
  </p:cSld>
  <p:clrMapOvr>
    <a:masterClrMapping/>
  </p:clrMapOvr>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5290061" y="1648514"/>
            <a:ext cx="1417376" cy="923330"/>
          </a:xfrm>
          <a:prstGeom prst="rect">
            <a:avLst/>
          </a:prstGeom>
          <a:noFill/>
        </p:spPr>
        <p:txBody>
          <a:bodyPr wrap="none" lIns="91440" tIns="45720" rIns="91440" bIns="45720">
            <a:spAutoFit/>
          </a:bodyPr>
          <a:lstStyle/>
          <a:p>
            <a:pPr algn="ctr"/>
            <a:r>
              <a:rPr lang="en-US" altLang="zh-TW" sz="5400" dirty="0" smtClean="0">
                <a:ln w="0"/>
                <a:solidFill>
                  <a:srgbClr val="000000"/>
                </a:solidFill>
                <a:effectLst>
                  <a:outerShdw blurRad="38100" dist="19050" dir="2700000" algn="tl" rotWithShape="0">
                    <a:srgbClr val="000000">
                      <a:alpha val="40000"/>
                    </a:srgbClr>
                  </a:outerShdw>
                </a:effectLst>
              </a:rPr>
              <a:t>HS1</a:t>
            </a:r>
          </a:p>
        </p:txBody>
      </p:sp>
      <p:sp>
        <p:nvSpPr>
          <p:cNvPr id="4" name="矩形 3"/>
          <p:cNvSpPr/>
          <p:nvPr/>
        </p:nvSpPr>
        <p:spPr>
          <a:xfrm>
            <a:off x="4846994" y="3972755"/>
            <a:ext cx="6466834" cy="553998"/>
          </a:xfrm>
          <a:prstGeom prst="rect">
            <a:avLst/>
          </a:prstGeom>
          <a:noFill/>
        </p:spPr>
        <p:txBody>
          <a:bodyPr wrap="none" lIns="91440" tIns="45720" rIns="91440" bIns="45720">
            <a:spAutoFit/>
          </a:bodyPr>
          <a:lstStyle/>
          <a:p>
            <a:pPr algn="ctr"/>
            <a:r>
              <a:rPr lang="pt-BR" altLang="zh-TW" sz="3000" dirty="0">
                <a:ln w="0"/>
                <a:solidFill>
                  <a:srgbClr val="000000"/>
                </a:solidFill>
                <a:effectLst>
                  <a:outerShdw blurRad="38100" dist="19050" dir="2700000" algn="tl" rotWithShape="0">
                    <a:srgbClr val="000000">
                      <a:alpha val="40000"/>
                    </a:srgbClr>
                  </a:outerShdw>
                </a:effectLst>
              </a:rPr>
              <a:t>O(m log n + d log(2mn/d) + n log s)</a:t>
            </a:r>
          </a:p>
        </p:txBody>
      </p:sp>
      <p:sp>
        <p:nvSpPr>
          <p:cNvPr id="5" name="矩形 4"/>
          <p:cNvSpPr/>
          <p:nvPr/>
        </p:nvSpPr>
        <p:spPr>
          <a:xfrm>
            <a:off x="768720" y="1648514"/>
            <a:ext cx="1031051" cy="1169551"/>
          </a:xfrm>
          <a:prstGeom prst="rect">
            <a:avLst/>
          </a:prstGeom>
          <a:noFill/>
        </p:spPr>
        <p:txBody>
          <a:bodyPr wrap="none" lIns="91440" tIns="45720" rIns="91440" bIns="45720">
            <a:spAutoFit/>
          </a:bodyPr>
          <a:lstStyle/>
          <a:p>
            <a:pPr algn="ctr"/>
            <a:r>
              <a:rPr lang="en-US" altLang="zh-TW" sz="5400" dirty="0" smtClean="0">
                <a:ln w="0"/>
                <a:effectLst>
                  <a:outerShdw blurRad="38100" dist="19050" dir="2700000" algn="tl" rotWithShape="0">
                    <a:schemeClr val="dk1">
                      <a:alpha val="40000"/>
                    </a:schemeClr>
                  </a:outerShdw>
                </a:effectLst>
              </a:rPr>
              <a:t>H1</a:t>
            </a:r>
            <a:endParaRPr lang="en-US" altLang="zh-TW" sz="5400" b="0" cap="none" spc="0" dirty="0" smtClean="0">
              <a:ln w="0"/>
              <a:solidFill>
                <a:schemeClr val="tx1"/>
              </a:solidFill>
              <a:effectLst>
                <a:outerShdw blurRad="38100" dist="19050" dir="2700000" algn="tl" rotWithShape="0">
                  <a:schemeClr val="dk1">
                    <a:alpha val="40000"/>
                  </a:schemeClr>
                </a:outerShdw>
              </a:effectLst>
            </a:endParaRPr>
          </a:p>
          <a:p>
            <a:pPr algn="ctr"/>
            <a:endParaRPr lang="en-US" altLang="zh-TW" sz="1600" b="0" cap="none" spc="0" dirty="0" smtClean="0">
              <a:ln w="0"/>
              <a:solidFill>
                <a:schemeClr val="tx1"/>
              </a:solidFill>
              <a:effectLst>
                <a:outerShdw blurRad="38100" dist="19050" dir="2700000" algn="tl" rotWithShape="0">
                  <a:schemeClr val="dk1">
                    <a:alpha val="40000"/>
                  </a:schemeClr>
                </a:outerShdw>
              </a:effectLst>
            </a:endParaRPr>
          </a:p>
        </p:txBody>
      </p:sp>
      <p:sp>
        <p:nvSpPr>
          <p:cNvPr id="6" name="矩形 5"/>
          <p:cNvSpPr/>
          <p:nvPr/>
        </p:nvSpPr>
        <p:spPr>
          <a:xfrm>
            <a:off x="83508" y="5497833"/>
            <a:ext cx="6623929" cy="553998"/>
          </a:xfrm>
          <a:prstGeom prst="rect">
            <a:avLst/>
          </a:prstGeom>
          <a:noFill/>
        </p:spPr>
        <p:txBody>
          <a:bodyPr wrap="none" lIns="91440" tIns="45720" rIns="91440" bIns="45720">
            <a:spAutoFit/>
          </a:bodyPr>
          <a:lstStyle/>
          <a:p>
            <a:pPr algn="ctr"/>
            <a:r>
              <a:rPr lang="pt-BR" altLang="zh-TW" sz="3000" dirty="0">
                <a:ln w="0"/>
                <a:effectLst>
                  <a:outerShdw blurRad="38100" dist="19050" dir="2700000" algn="tl" rotWithShape="0">
                    <a:schemeClr val="dk1">
                      <a:alpha val="40000"/>
                    </a:schemeClr>
                  </a:outerShdw>
                </a:effectLst>
              </a:rPr>
              <a:t>O(</a:t>
            </a:r>
            <a:r>
              <a:rPr lang="el-GR" altLang="zh-TW" sz="3000" dirty="0">
                <a:ln w="0"/>
                <a:effectLst>
                  <a:outerShdw blurRad="38100" dist="19050" dir="2700000" algn="tl" rotWithShape="0">
                    <a:schemeClr val="dk1">
                      <a:alpha val="40000"/>
                    </a:schemeClr>
                  </a:outerShdw>
                </a:effectLst>
              </a:rPr>
              <a:t>ℓ </a:t>
            </a:r>
            <a:r>
              <a:rPr lang="pt-BR" altLang="zh-TW" sz="3000" dirty="0">
                <a:ln w="0"/>
                <a:effectLst>
                  <a:outerShdw blurRad="38100" dist="19050" dir="2700000" algn="tl" rotWithShape="0">
                    <a:schemeClr val="dk1">
                      <a:alpha val="40000"/>
                    </a:schemeClr>
                  </a:outerShdw>
                </a:effectLst>
              </a:rPr>
              <a:t>m · min{log s, log m, log(2n/m)})</a:t>
            </a:r>
            <a:endParaRPr lang="zh-TW" altLang="en-US" sz="3000" dirty="0">
              <a:ln w="0"/>
              <a:effectLst>
                <a:outerShdw blurRad="38100" dist="19050" dir="2700000" algn="tl" rotWithShape="0">
                  <a:schemeClr val="dk1">
                    <a:alpha val="40000"/>
                  </a:schemeClr>
                </a:outerShdw>
              </a:effectLst>
            </a:endParaRPr>
          </a:p>
        </p:txBody>
      </p:sp>
      <p:grpSp>
        <p:nvGrpSpPr>
          <p:cNvPr id="7" name="群組 6"/>
          <p:cNvGrpSpPr/>
          <p:nvPr/>
        </p:nvGrpSpPr>
        <p:grpSpPr>
          <a:xfrm>
            <a:off x="2318865" y="2260491"/>
            <a:ext cx="1976622" cy="2363243"/>
            <a:chOff x="1766171" y="3273469"/>
            <a:chExt cx="1976622" cy="2363243"/>
          </a:xfrm>
        </p:grpSpPr>
        <p:sp>
          <p:nvSpPr>
            <p:cNvPr id="8" name="矩形 7"/>
            <p:cNvSpPr/>
            <p:nvPr/>
          </p:nvSpPr>
          <p:spPr bwMode="auto">
            <a:xfrm>
              <a:off x="3148745"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9" name="群組 8"/>
            <p:cNvGrpSpPr/>
            <p:nvPr/>
          </p:nvGrpSpPr>
          <p:grpSpPr>
            <a:xfrm>
              <a:off x="1766171" y="3273469"/>
              <a:ext cx="1976622" cy="2363243"/>
              <a:chOff x="1766171" y="3273469"/>
              <a:chExt cx="1976622" cy="2363243"/>
            </a:xfrm>
          </p:grpSpPr>
          <p:sp>
            <p:nvSpPr>
              <p:cNvPr id="10" name="矩形 9"/>
              <p:cNvSpPr/>
              <p:nvPr/>
            </p:nvSpPr>
            <p:spPr bwMode="auto">
              <a:xfrm>
                <a:off x="1766171" y="5248406"/>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1" name="矩形 10"/>
              <p:cNvSpPr/>
              <p:nvPr/>
            </p:nvSpPr>
            <p:spPr bwMode="auto">
              <a:xfrm>
                <a:off x="2326037"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2" name="矩形 11"/>
              <p:cNvSpPr/>
              <p:nvPr/>
            </p:nvSpPr>
            <p:spPr bwMode="auto">
              <a:xfrm>
                <a:off x="2885903" y="5248406"/>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3" name="矩形 12"/>
              <p:cNvSpPr/>
              <p:nvPr/>
            </p:nvSpPr>
            <p:spPr bwMode="auto">
              <a:xfrm>
                <a:off x="3445769" y="5248405"/>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sp>
            <p:nvSpPr>
              <p:cNvPr id="14" name="矩形 13"/>
              <p:cNvSpPr/>
              <p:nvPr/>
            </p:nvSpPr>
            <p:spPr bwMode="auto">
              <a:xfrm>
                <a:off x="2029013" y="4248411"/>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15" name="群組 14"/>
              <p:cNvGrpSpPr/>
              <p:nvPr/>
            </p:nvGrpSpPr>
            <p:grpSpPr>
              <a:xfrm>
                <a:off x="1901890" y="4636717"/>
                <a:ext cx="559866" cy="611689"/>
                <a:chOff x="1914683" y="4636717"/>
                <a:chExt cx="559866" cy="611689"/>
              </a:xfrm>
            </p:grpSpPr>
            <p:cxnSp>
              <p:nvCxnSpPr>
                <p:cNvPr id="24" name="直線接點 23"/>
                <p:cNvCxnSpPr>
                  <a:stCxn id="14" idx="2"/>
                  <a:endCxn id="10" idx="0"/>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直線接點 24"/>
                <p:cNvCxnSpPr>
                  <a:stCxn id="14" idx="2"/>
                  <a:endCxn id="11" idx="0"/>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6" name="群組 15"/>
              <p:cNvGrpSpPr/>
              <p:nvPr/>
            </p:nvGrpSpPr>
            <p:grpSpPr>
              <a:xfrm>
                <a:off x="3018504" y="4636717"/>
                <a:ext cx="559866" cy="611689"/>
                <a:chOff x="1914683" y="4636717"/>
                <a:chExt cx="559866" cy="611689"/>
              </a:xfrm>
            </p:grpSpPr>
            <p:cxnSp>
              <p:nvCxnSpPr>
                <p:cNvPr id="22" name="直線接點 21"/>
                <p:cNvCxnSpPr/>
                <p:nvPr/>
              </p:nvCxnSpPr>
              <p:spPr bwMode="auto">
                <a:xfrm flipH="1">
                  <a:off x="1914683" y="4636717"/>
                  <a:ext cx="262842" cy="611689"/>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直線接點 22"/>
                <p:cNvCxnSpPr/>
                <p:nvPr/>
              </p:nvCxnSpPr>
              <p:spPr bwMode="auto">
                <a:xfrm>
                  <a:off x="2177525" y="4636717"/>
                  <a:ext cx="297024" cy="611688"/>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7" name="矩形 16"/>
              <p:cNvSpPr/>
              <p:nvPr/>
            </p:nvSpPr>
            <p:spPr bwMode="auto">
              <a:xfrm>
                <a:off x="2588879" y="3273469"/>
                <a:ext cx="297024" cy="388306"/>
              </a:xfrm>
              <a:prstGeom prst="rect">
                <a:avLst/>
              </a:prstGeom>
              <a:noFill/>
              <a:ln w="38100" cap="flat" cmpd="sng" algn="ctr">
                <a:solidFill>
                  <a:schemeClr val="bg1">
                    <a:lumMod val="65000"/>
                  </a:schemeClr>
                </a:solidFill>
                <a:prstDash val="solid"/>
                <a:miter lim="800000"/>
                <a:headEnd type="none" w="med" len="med"/>
                <a:tailEnd type="none" w="med" len="med"/>
              </a:ln>
              <a:effectLst/>
              <a:ex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endParaRPr>
              </a:p>
            </p:txBody>
          </p:sp>
          <p:grpSp>
            <p:nvGrpSpPr>
              <p:cNvPr id="18" name="群組 17"/>
              <p:cNvGrpSpPr/>
              <p:nvPr/>
            </p:nvGrpSpPr>
            <p:grpSpPr>
              <a:xfrm>
                <a:off x="2172809" y="3663862"/>
                <a:ext cx="1119732" cy="586636"/>
                <a:chOff x="4412273" y="3661775"/>
                <a:chExt cx="1119732" cy="586636"/>
              </a:xfrm>
            </p:grpSpPr>
            <p:cxnSp>
              <p:nvCxnSpPr>
                <p:cNvPr id="20" name="直線接點 19"/>
                <p:cNvCxnSpPr/>
                <p:nvPr/>
              </p:nvCxnSpPr>
              <p:spPr bwMode="auto">
                <a:xfrm flipH="1">
                  <a:off x="4412273" y="3661775"/>
                  <a:ext cx="576957"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直線接點 20"/>
                <p:cNvCxnSpPr/>
                <p:nvPr/>
              </p:nvCxnSpPr>
              <p:spPr bwMode="auto">
                <a:xfrm>
                  <a:off x="4989230" y="3661775"/>
                  <a:ext cx="542775" cy="586636"/>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19" name="直線接點 18"/>
              <p:cNvCxnSpPr>
                <a:stCxn id="14" idx="3"/>
                <a:endCxn id="8" idx="1"/>
              </p:cNvCxnSpPr>
              <p:nvPr/>
            </p:nvCxnSpPr>
            <p:spPr bwMode="auto">
              <a:xfrm>
                <a:off x="2326037" y="4442564"/>
                <a:ext cx="822708" cy="0"/>
              </a:xfrm>
              <a:prstGeom prst="line">
                <a:avLst/>
              </a:prstGeom>
              <a:solidFill>
                <a:schemeClr val="accent1"/>
              </a:solidFill>
              <a:ln w="38100" cap="flat" cmpd="sng" algn="ctr">
                <a:solidFill>
                  <a:schemeClr val="bg1">
                    <a:lumMod val="65000"/>
                  </a:schemeClr>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cxnSp>
        <p:nvCxnSpPr>
          <p:cNvPr id="30" name="直線單箭頭接點 29"/>
          <p:cNvCxnSpPr/>
          <p:nvPr/>
        </p:nvCxnSpPr>
        <p:spPr bwMode="auto">
          <a:xfrm>
            <a:off x="1284245" y="2571844"/>
            <a:ext cx="0" cy="2801822"/>
          </a:xfrm>
          <a:prstGeom prst="straightConnector1">
            <a:avLst/>
          </a:prstGeom>
          <a:solidFill>
            <a:schemeClr val="accent1"/>
          </a:solidFill>
          <a:ln w="38100" cap="flat" cmpd="sng" algn="ctr">
            <a:solidFill>
              <a:schemeClr val="bg1">
                <a:lumMod val="65000"/>
              </a:schemeClr>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2" name="直線單箭頭接點 31"/>
          <p:cNvCxnSpPr/>
          <p:nvPr/>
        </p:nvCxnSpPr>
        <p:spPr bwMode="auto">
          <a:xfrm>
            <a:off x="5673072" y="2633726"/>
            <a:ext cx="26270" cy="1295857"/>
          </a:xfrm>
          <a:prstGeom prst="straightConnector1">
            <a:avLst/>
          </a:prstGeom>
          <a:solidFill>
            <a:schemeClr val="accent1"/>
          </a:solidFill>
          <a:ln w="38100" cap="flat" cmpd="sng" algn="ctr">
            <a:solidFill>
              <a:schemeClr val="bg1">
                <a:lumMod val="65000"/>
              </a:schemeClr>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線單箭頭接點 25"/>
          <p:cNvCxnSpPr/>
          <p:nvPr/>
        </p:nvCxnSpPr>
        <p:spPr bwMode="auto">
          <a:xfrm flipV="1">
            <a:off x="2454584" y="4724400"/>
            <a:ext cx="0" cy="328246"/>
          </a:xfrm>
          <a:prstGeom prst="straightConnector1">
            <a:avLst/>
          </a:prstGeom>
          <a:solidFill>
            <a:schemeClr val="accent1"/>
          </a:solidFill>
          <a:ln w="38100" cap="flat" cmpd="sng" algn="ctr">
            <a:solidFill>
              <a:srgbClr val="0070C0"/>
            </a:solidFill>
            <a:prstDash val="solid"/>
            <a:miter lim="800000"/>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80322357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lgo5">
  <a:themeElements>
    <a:clrScheme name="algo5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algo5">
      <a:majorFont>
        <a:latin typeface="Times New Roman"/>
        <a:ea typeface="新細明體"/>
        <a:cs typeface=""/>
      </a:majorFont>
      <a:minorFont>
        <a:latin typeface="Tahoma"/>
        <a:ea typeface="新細明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defRPr>
        </a:defPPr>
      </a:lstStyle>
    </a:lnDef>
  </a:objectDefaults>
  <a:extraClrSchemeLst>
    <a:extraClrScheme>
      <a:clrScheme name="algo5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algo5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algo5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algo5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algo5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algo5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algo5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algo5">
  <a:themeElements>
    <a:clrScheme name="algo5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algo5">
      <a:majorFont>
        <a:latin typeface="Times New Roman"/>
        <a:ea typeface="新細明體"/>
        <a:cs typeface=""/>
      </a:majorFont>
      <a:minorFont>
        <a:latin typeface="Tahoma"/>
        <a:ea typeface="新細明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defRPr>
        </a:defPPr>
      </a:lstStyle>
    </a:lnDef>
  </a:objectDefaults>
  <a:extraClrSchemeLst>
    <a:extraClrScheme>
      <a:clrScheme name="algo5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algo5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algo5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algo5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algo5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algo5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algo5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algo5">
  <a:themeElements>
    <a:clrScheme name="algo5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algo5">
      <a:majorFont>
        <a:latin typeface="Times New Roman"/>
        <a:ea typeface="新細明體"/>
        <a:cs typeface=""/>
      </a:majorFont>
      <a:minorFont>
        <a:latin typeface="Tahoma"/>
        <a:ea typeface="新細明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TW" altLang="en-US" sz="2400" b="0" i="0" u="none" strike="noStrike" cap="none" normalizeH="0" baseline="0" smtClean="0">
            <a:ln>
              <a:noFill/>
            </a:ln>
            <a:solidFill>
              <a:schemeClr val="tx1"/>
            </a:solidFill>
            <a:effectLst/>
            <a:latin typeface="Tahoma" panose="020B0604030504040204" pitchFamily="34" charset="0"/>
            <a:ea typeface="新細明體" panose="02020500000000000000" pitchFamily="18" charset="-120"/>
          </a:defRPr>
        </a:defPPr>
      </a:lstStyle>
    </a:lnDef>
  </a:objectDefaults>
  <a:extraClrSchemeLst>
    <a:extraClrScheme>
      <a:clrScheme name="algo5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algo5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algo5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algo5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algo5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algo5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algo5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1369</TotalTime>
  <Words>7907</Words>
  <Application>Microsoft Office PowerPoint</Application>
  <PresentationFormat>寬螢幕</PresentationFormat>
  <Paragraphs>6137</Paragraphs>
  <Slides>195</Slides>
  <Notes>3</Notes>
  <HiddenSlides>0</HiddenSlides>
  <MMClips>0</MMClips>
  <ScaleCrop>false</ScaleCrop>
  <HeadingPairs>
    <vt:vector size="8" baseType="variant">
      <vt:variant>
        <vt:lpstr>使用字型</vt:lpstr>
      </vt:variant>
      <vt:variant>
        <vt:i4>19</vt:i4>
      </vt:variant>
      <vt:variant>
        <vt:lpstr>佈景主題</vt:lpstr>
      </vt:variant>
      <vt:variant>
        <vt:i4>4</vt:i4>
      </vt:variant>
      <vt:variant>
        <vt:lpstr>內嵌 OLE 伺服程式</vt:lpstr>
      </vt:variant>
      <vt:variant>
        <vt:i4>1</vt:i4>
      </vt:variant>
      <vt:variant>
        <vt:lpstr>投影片標題</vt:lpstr>
      </vt:variant>
      <vt:variant>
        <vt:i4>195</vt:i4>
      </vt:variant>
    </vt:vector>
  </HeadingPairs>
  <TitlesOfParts>
    <vt:vector size="219" baseType="lpstr">
      <vt:lpstr>微軟正黑體</vt:lpstr>
      <vt:lpstr>新細明體</vt:lpstr>
      <vt:lpstr>Aharoni</vt:lpstr>
      <vt:lpstr>Algerian</vt:lpstr>
      <vt:lpstr>Arial</vt:lpstr>
      <vt:lpstr>Arial Rounded MT Bold</vt:lpstr>
      <vt:lpstr>Calibri</vt:lpstr>
      <vt:lpstr>Calibri Light</vt:lpstr>
      <vt:lpstr>Californian FB</vt:lpstr>
      <vt:lpstr>Cambria Math</vt:lpstr>
      <vt:lpstr>Courier New</vt:lpstr>
      <vt:lpstr>Ebrima</vt:lpstr>
      <vt:lpstr>Georgia</vt:lpstr>
      <vt:lpstr>OCR A Extended</vt:lpstr>
      <vt:lpstr>Old English Text MT</vt:lpstr>
      <vt:lpstr>Symbol</vt:lpstr>
      <vt:lpstr>Tahoma</vt:lpstr>
      <vt:lpstr>Times New Roman</vt:lpstr>
      <vt:lpstr>Wingdings</vt:lpstr>
      <vt:lpstr>Office 佈景主題</vt:lpstr>
      <vt:lpstr>algo5</vt:lpstr>
      <vt:lpstr>2_algo5</vt:lpstr>
      <vt:lpstr>1_algo5</vt:lpstr>
      <vt:lpstr>VISIO</vt:lpstr>
      <vt:lpstr>The Longest Common Subsequence Problem Revisited</vt:lpstr>
      <vt:lpstr> Abstract (1/4)</vt:lpstr>
      <vt:lpstr> Abstract (2/4)</vt:lpstr>
      <vt:lpstr> Abstract (3/4)</vt:lpstr>
      <vt:lpstr> Abstract (4/4)</vt:lpstr>
      <vt:lpstr>PowerPoint 簡報</vt:lpstr>
      <vt:lpstr>PowerPoint 簡報</vt:lpstr>
      <vt:lpstr>The LCS Algorithm</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Longest Common Subsequence Problem Revisited</dc:title>
  <dc:creator>qiang zi</dc:creator>
  <cp:lastModifiedBy>qiang zi</cp:lastModifiedBy>
  <cp:revision>277</cp:revision>
  <dcterms:created xsi:type="dcterms:W3CDTF">2014-09-26T20:09:01Z</dcterms:created>
  <dcterms:modified xsi:type="dcterms:W3CDTF">2014-10-01T10:10:15Z</dcterms:modified>
</cp:coreProperties>
</file>