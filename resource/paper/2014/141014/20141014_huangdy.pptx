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2.xml" ContentType="application/vnd.openxmlformats-officedocument.presentationml.notesSlide+xml"/>
  <Override PartName="/ppt/ink/ink48.xml" ContentType="application/inkml+xml"/>
  <Override PartName="/ppt/notesSlides/notesSlide3.xml" ContentType="application/vnd.openxmlformats-officedocument.presentationml.notesSlide+xml"/>
  <Override PartName="/ppt/ink/ink49.xml" ContentType="application/inkml+xml"/>
  <Override PartName="/ppt/notesSlides/notesSlide4.xml" ContentType="application/vnd.openxmlformats-officedocument.presentationml.notesSlide+xml"/>
  <Override PartName="/ppt/ink/ink50.xml" ContentType="application/inkml+xml"/>
  <Override PartName="/ppt/ink/ink51.xml" ContentType="application/inkml+xml"/>
  <Override PartName="/ppt/ink/ink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39" r:id="rId2"/>
    <p:sldId id="340" r:id="rId3"/>
    <p:sldId id="305" r:id="rId4"/>
    <p:sldId id="306" r:id="rId5"/>
    <p:sldId id="307" r:id="rId6"/>
    <p:sldId id="308" r:id="rId7"/>
    <p:sldId id="309" r:id="rId8"/>
    <p:sldId id="318" r:id="rId9"/>
    <p:sldId id="317" r:id="rId10"/>
    <p:sldId id="315" r:id="rId11"/>
    <p:sldId id="319" r:id="rId12"/>
    <p:sldId id="345" r:id="rId13"/>
    <p:sldId id="346" r:id="rId14"/>
    <p:sldId id="347" r:id="rId15"/>
    <p:sldId id="321" r:id="rId16"/>
    <p:sldId id="348" r:id="rId17"/>
    <p:sldId id="350" r:id="rId18"/>
    <p:sldId id="352" r:id="rId19"/>
    <p:sldId id="356" r:id="rId20"/>
    <p:sldId id="323" r:id="rId21"/>
    <p:sldId id="351" r:id="rId22"/>
    <p:sldId id="349" r:id="rId23"/>
    <p:sldId id="353" r:id="rId24"/>
    <p:sldId id="355" r:id="rId25"/>
    <p:sldId id="324" r:id="rId26"/>
    <p:sldId id="358" r:id="rId27"/>
    <p:sldId id="354" r:id="rId28"/>
    <p:sldId id="326" r:id="rId29"/>
    <p:sldId id="327" r:id="rId30"/>
    <p:sldId id="328" r:id="rId31"/>
    <p:sldId id="329" r:id="rId32"/>
    <p:sldId id="333" r:id="rId33"/>
    <p:sldId id="330" r:id="rId34"/>
    <p:sldId id="335" r:id="rId35"/>
    <p:sldId id="334" r:id="rId36"/>
    <p:sldId id="336" r:id="rId37"/>
    <p:sldId id="337" r:id="rId38"/>
    <p:sldId id="338" r:id="rId39"/>
    <p:sldId id="357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3" autoAdjust="0"/>
    <p:restoredTop sz="92297" autoAdjust="0"/>
  </p:normalViewPr>
  <p:slideViewPr>
    <p:cSldViewPr snapToGrid="0" showGuides="1">
      <p:cViewPr varScale="1">
        <p:scale>
          <a:sx n="68" d="100"/>
          <a:sy n="68" d="100"/>
        </p:scale>
        <p:origin x="708" y="66"/>
      </p:cViewPr>
      <p:guideLst>
        <p:guide orient="horz" pos="238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BEDC8-CD23-4B99-A5A8-788F37C118B1}" type="doc">
      <dgm:prSet loTypeId="urn:microsoft.com/office/officeart/2005/8/layout/process1" loCatId="process" qsTypeId="urn:microsoft.com/office/officeart/2005/8/quickstyle/simple5" qsCatId="simple" csTypeId="urn:microsoft.com/office/officeart/2005/8/colors/accent1_2" csCatId="accent1" phldr="1"/>
      <dgm:spPr/>
    </dgm:pt>
    <dgm:pt modelId="{98DE7C94-B5B5-4D07-A707-D2BC85FB9715}">
      <dgm:prSet phldrT="[文字]"/>
      <dgm:spPr/>
      <dgm:t>
        <a:bodyPr/>
        <a:lstStyle/>
        <a:p>
          <a:r>
            <a:rPr lang="en-US" altLang="zh-TW" dirty="0" smtClean="0"/>
            <a:t>I</a:t>
          </a:r>
          <a:r>
            <a:rPr lang="en-US" altLang="zh-TW" baseline="-25000" dirty="0" smtClean="0"/>
            <a:t>G</a:t>
          </a:r>
          <a:endParaRPr lang="zh-TW" altLang="en-US" baseline="-25000" dirty="0"/>
        </a:p>
      </dgm:t>
    </dgm:pt>
    <dgm:pt modelId="{26AC8BE8-5910-405C-B151-038B06BC5385}" type="parTrans" cxnId="{859EAC98-5139-4655-84B0-E8B76ADC82A5}">
      <dgm:prSet/>
      <dgm:spPr/>
      <dgm:t>
        <a:bodyPr/>
        <a:lstStyle/>
        <a:p>
          <a:endParaRPr lang="zh-TW" altLang="en-US"/>
        </a:p>
      </dgm:t>
    </dgm:pt>
    <dgm:pt modelId="{6F431D7D-43B7-45F9-AA14-03F93BB0C55C}" type="sibTrans" cxnId="{859EAC98-5139-4655-84B0-E8B76ADC82A5}">
      <dgm:prSet/>
      <dgm:spPr/>
      <dgm:t>
        <a:bodyPr/>
        <a:lstStyle/>
        <a:p>
          <a:endParaRPr lang="zh-TW" altLang="en-US"/>
        </a:p>
      </dgm:t>
    </dgm:pt>
    <dgm:pt modelId="{37D7027C-C35A-44A8-BEF3-616B3703CE0E}">
      <dgm:prSet phldrT="[文字]"/>
      <dgm:spPr/>
      <dgm:t>
        <a:bodyPr/>
        <a:lstStyle/>
        <a:p>
          <a:r>
            <a:rPr lang="en-US" altLang="zh-TW" dirty="0" smtClean="0"/>
            <a:t>D</a:t>
          </a:r>
          <a:r>
            <a:rPr lang="en-US" altLang="zh-TW" baseline="30000" dirty="0" smtClean="0"/>
            <a:t>0</a:t>
          </a:r>
          <a:r>
            <a:rPr lang="en-US" altLang="zh-TW" baseline="-25000" dirty="0" smtClean="0"/>
            <a:t>G , </a:t>
          </a:r>
          <a:r>
            <a:rPr lang="en-US" altLang="zh-TW" baseline="0" dirty="0" smtClean="0"/>
            <a:t>V</a:t>
          </a:r>
          <a:r>
            <a:rPr lang="en-US" altLang="zh-TW" baseline="-25000" dirty="0" smtClean="0"/>
            <a:t>G</a:t>
          </a:r>
          <a:endParaRPr lang="zh-TW" altLang="en-US" baseline="-25000" dirty="0"/>
        </a:p>
      </dgm:t>
    </dgm:pt>
    <dgm:pt modelId="{029F5E63-590C-4CCB-AE40-01B4CB53A805}" type="parTrans" cxnId="{0917EB2B-27B8-437C-AD00-B6F53B3C4985}">
      <dgm:prSet/>
      <dgm:spPr/>
      <dgm:t>
        <a:bodyPr/>
        <a:lstStyle/>
        <a:p>
          <a:endParaRPr lang="zh-TW" altLang="en-US"/>
        </a:p>
      </dgm:t>
    </dgm:pt>
    <dgm:pt modelId="{67BDC035-355B-4980-971B-357E7D072EC7}" type="sibTrans" cxnId="{0917EB2B-27B8-437C-AD00-B6F53B3C4985}">
      <dgm:prSet/>
      <dgm:spPr/>
      <dgm:t>
        <a:bodyPr/>
        <a:lstStyle/>
        <a:p>
          <a:endParaRPr lang="zh-TW" altLang="en-US"/>
        </a:p>
      </dgm:t>
    </dgm:pt>
    <dgm:pt modelId="{F1BCB2D3-5006-42E2-A9F3-8E6A0B25D378}">
      <dgm:prSet phldrT="[文字]"/>
      <dgm:spPr/>
      <dgm:t>
        <a:bodyPr/>
        <a:lstStyle/>
        <a:p>
          <a:r>
            <a:rPr lang="en-US" altLang="zh-TW" dirty="0" smtClean="0"/>
            <a:t>C</a:t>
          </a:r>
          <a:r>
            <a:rPr lang="en-US" altLang="zh-TW" baseline="-25000" dirty="0" smtClean="0"/>
            <a:t>G</a:t>
          </a:r>
          <a:endParaRPr lang="zh-TW" altLang="en-US" baseline="-25000" dirty="0"/>
        </a:p>
      </dgm:t>
    </dgm:pt>
    <dgm:pt modelId="{06A29312-8C75-47ED-A8E7-3EECB316F385}" type="parTrans" cxnId="{672DD5BC-6228-4FF2-A8B7-534B42CE6E4A}">
      <dgm:prSet/>
      <dgm:spPr/>
      <dgm:t>
        <a:bodyPr/>
        <a:lstStyle/>
        <a:p>
          <a:endParaRPr lang="zh-TW" altLang="en-US"/>
        </a:p>
      </dgm:t>
    </dgm:pt>
    <dgm:pt modelId="{C67AB86B-70D0-4D30-8ABC-1A4515445335}" type="sibTrans" cxnId="{672DD5BC-6228-4FF2-A8B7-534B42CE6E4A}">
      <dgm:prSet/>
      <dgm:spPr/>
      <dgm:t>
        <a:bodyPr/>
        <a:lstStyle/>
        <a:p>
          <a:endParaRPr lang="zh-TW" altLang="en-US"/>
        </a:p>
      </dgm:t>
    </dgm:pt>
    <dgm:pt modelId="{B34B07E4-99B3-4579-A481-FD2710986C70}" type="pres">
      <dgm:prSet presAssocID="{E5CBEDC8-CD23-4B99-A5A8-788F37C118B1}" presName="Name0" presStyleCnt="0">
        <dgm:presLayoutVars>
          <dgm:dir/>
          <dgm:resizeHandles val="exact"/>
        </dgm:presLayoutVars>
      </dgm:prSet>
      <dgm:spPr/>
    </dgm:pt>
    <dgm:pt modelId="{66CD4D20-FF1F-43F3-9790-0274D0DE1AEA}" type="pres">
      <dgm:prSet presAssocID="{98DE7C94-B5B5-4D07-A707-D2BC85FB971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E02EF82-8F2C-4D9E-8B7A-83562B9BA2E7}" type="pres">
      <dgm:prSet presAssocID="{6F431D7D-43B7-45F9-AA14-03F93BB0C55C}" presName="sibTrans" presStyleLbl="sibTrans2D1" presStyleIdx="0" presStyleCnt="2"/>
      <dgm:spPr/>
      <dgm:t>
        <a:bodyPr/>
        <a:lstStyle/>
        <a:p>
          <a:endParaRPr lang="zh-TW" altLang="en-US"/>
        </a:p>
      </dgm:t>
    </dgm:pt>
    <dgm:pt modelId="{DE84EF12-4CAE-4104-B99D-AE4EDFE27308}" type="pres">
      <dgm:prSet presAssocID="{6F431D7D-43B7-45F9-AA14-03F93BB0C55C}" presName="connectorText" presStyleLbl="sibTrans2D1" presStyleIdx="0" presStyleCnt="2"/>
      <dgm:spPr/>
      <dgm:t>
        <a:bodyPr/>
        <a:lstStyle/>
        <a:p>
          <a:endParaRPr lang="zh-TW" altLang="en-US"/>
        </a:p>
      </dgm:t>
    </dgm:pt>
    <dgm:pt modelId="{B442921A-1804-469D-BA9A-BE55492D3DBF}" type="pres">
      <dgm:prSet presAssocID="{37D7027C-C35A-44A8-BEF3-616B3703CE0E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0E57994-E994-4E1D-AB97-92117FBE8AA8}" type="pres">
      <dgm:prSet presAssocID="{67BDC035-355B-4980-971B-357E7D072EC7}" presName="sibTrans" presStyleLbl="sibTrans2D1" presStyleIdx="1" presStyleCnt="2"/>
      <dgm:spPr/>
      <dgm:t>
        <a:bodyPr/>
        <a:lstStyle/>
        <a:p>
          <a:endParaRPr lang="zh-TW" altLang="en-US"/>
        </a:p>
      </dgm:t>
    </dgm:pt>
    <dgm:pt modelId="{E1388CEC-5B89-42B2-B57A-C1D7444F5891}" type="pres">
      <dgm:prSet presAssocID="{67BDC035-355B-4980-971B-357E7D072EC7}" presName="connectorText" presStyleLbl="sibTrans2D1" presStyleIdx="1" presStyleCnt="2"/>
      <dgm:spPr/>
      <dgm:t>
        <a:bodyPr/>
        <a:lstStyle/>
        <a:p>
          <a:endParaRPr lang="zh-TW" altLang="en-US"/>
        </a:p>
      </dgm:t>
    </dgm:pt>
    <dgm:pt modelId="{74F640F0-6FCA-49CB-B22E-39BB92B954DB}" type="pres">
      <dgm:prSet presAssocID="{F1BCB2D3-5006-42E2-A9F3-8E6A0B25D37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A6348B16-71B2-4CEC-9E57-4FB40D01FCB5}" type="presOf" srcId="{6F431D7D-43B7-45F9-AA14-03F93BB0C55C}" destId="{DE84EF12-4CAE-4104-B99D-AE4EDFE27308}" srcOrd="1" destOrd="0" presId="urn:microsoft.com/office/officeart/2005/8/layout/process1"/>
    <dgm:cxn modelId="{B1E62C6F-1DE8-4A37-AB82-EF3784F301C6}" type="presOf" srcId="{E5CBEDC8-CD23-4B99-A5A8-788F37C118B1}" destId="{B34B07E4-99B3-4579-A481-FD2710986C70}" srcOrd="0" destOrd="0" presId="urn:microsoft.com/office/officeart/2005/8/layout/process1"/>
    <dgm:cxn modelId="{99D9E124-880C-40D5-AE1D-796953B789D6}" type="presOf" srcId="{98DE7C94-B5B5-4D07-A707-D2BC85FB9715}" destId="{66CD4D20-FF1F-43F3-9790-0274D0DE1AEA}" srcOrd="0" destOrd="0" presId="urn:microsoft.com/office/officeart/2005/8/layout/process1"/>
    <dgm:cxn modelId="{F5CD58D2-5E5C-409E-8A5A-53E38A0BF080}" type="presOf" srcId="{67BDC035-355B-4980-971B-357E7D072EC7}" destId="{E0E57994-E994-4E1D-AB97-92117FBE8AA8}" srcOrd="0" destOrd="0" presId="urn:microsoft.com/office/officeart/2005/8/layout/process1"/>
    <dgm:cxn modelId="{E917D716-DC9B-4CEA-9473-9CFD1C0C14D3}" type="presOf" srcId="{67BDC035-355B-4980-971B-357E7D072EC7}" destId="{E1388CEC-5B89-42B2-B57A-C1D7444F5891}" srcOrd="1" destOrd="0" presId="urn:microsoft.com/office/officeart/2005/8/layout/process1"/>
    <dgm:cxn modelId="{859EAC98-5139-4655-84B0-E8B76ADC82A5}" srcId="{E5CBEDC8-CD23-4B99-A5A8-788F37C118B1}" destId="{98DE7C94-B5B5-4D07-A707-D2BC85FB9715}" srcOrd="0" destOrd="0" parTransId="{26AC8BE8-5910-405C-B151-038B06BC5385}" sibTransId="{6F431D7D-43B7-45F9-AA14-03F93BB0C55C}"/>
    <dgm:cxn modelId="{218ED768-1D85-47A6-B39F-C26095C79B62}" type="presOf" srcId="{6F431D7D-43B7-45F9-AA14-03F93BB0C55C}" destId="{BE02EF82-8F2C-4D9E-8B7A-83562B9BA2E7}" srcOrd="0" destOrd="0" presId="urn:microsoft.com/office/officeart/2005/8/layout/process1"/>
    <dgm:cxn modelId="{672DD5BC-6228-4FF2-A8B7-534B42CE6E4A}" srcId="{E5CBEDC8-CD23-4B99-A5A8-788F37C118B1}" destId="{F1BCB2D3-5006-42E2-A9F3-8E6A0B25D378}" srcOrd="2" destOrd="0" parTransId="{06A29312-8C75-47ED-A8E7-3EECB316F385}" sibTransId="{C67AB86B-70D0-4D30-8ABC-1A4515445335}"/>
    <dgm:cxn modelId="{0917EB2B-27B8-437C-AD00-B6F53B3C4985}" srcId="{E5CBEDC8-CD23-4B99-A5A8-788F37C118B1}" destId="{37D7027C-C35A-44A8-BEF3-616B3703CE0E}" srcOrd="1" destOrd="0" parTransId="{029F5E63-590C-4CCB-AE40-01B4CB53A805}" sibTransId="{67BDC035-355B-4980-971B-357E7D072EC7}"/>
    <dgm:cxn modelId="{541C7B38-B9EF-45B8-BA23-5897D9342AB3}" type="presOf" srcId="{F1BCB2D3-5006-42E2-A9F3-8E6A0B25D378}" destId="{74F640F0-6FCA-49CB-B22E-39BB92B954DB}" srcOrd="0" destOrd="0" presId="urn:microsoft.com/office/officeart/2005/8/layout/process1"/>
    <dgm:cxn modelId="{B570F79A-BE3C-4EFC-9D35-EE6D4ABCB9E0}" type="presOf" srcId="{37D7027C-C35A-44A8-BEF3-616B3703CE0E}" destId="{B442921A-1804-469D-BA9A-BE55492D3DBF}" srcOrd="0" destOrd="0" presId="urn:microsoft.com/office/officeart/2005/8/layout/process1"/>
    <dgm:cxn modelId="{E28548FB-F51D-451F-A939-749D98A0D8A2}" type="presParOf" srcId="{B34B07E4-99B3-4579-A481-FD2710986C70}" destId="{66CD4D20-FF1F-43F3-9790-0274D0DE1AEA}" srcOrd="0" destOrd="0" presId="urn:microsoft.com/office/officeart/2005/8/layout/process1"/>
    <dgm:cxn modelId="{CE071846-6500-4966-B17D-275C99D57F12}" type="presParOf" srcId="{B34B07E4-99B3-4579-A481-FD2710986C70}" destId="{BE02EF82-8F2C-4D9E-8B7A-83562B9BA2E7}" srcOrd="1" destOrd="0" presId="urn:microsoft.com/office/officeart/2005/8/layout/process1"/>
    <dgm:cxn modelId="{1B580FB3-5EAC-47F1-BE4D-7DD4B55B18B2}" type="presParOf" srcId="{BE02EF82-8F2C-4D9E-8B7A-83562B9BA2E7}" destId="{DE84EF12-4CAE-4104-B99D-AE4EDFE27308}" srcOrd="0" destOrd="0" presId="urn:microsoft.com/office/officeart/2005/8/layout/process1"/>
    <dgm:cxn modelId="{CD905742-D5F4-4562-AD51-3430BB99FD05}" type="presParOf" srcId="{B34B07E4-99B3-4579-A481-FD2710986C70}" destId="{B442921A-1804-469D-BA9A-BE55492D3DBF}" srcOrd="2" destOrd="0" presId="urn:microsoft.com/office/officeart/2005/8/layout/process1"/>
    <dgm:cxn modelId="{7C34C1C5-28B1-46DD-9274-0276963BE2B1}" type="presParOf" srcId="{B34B07E4-99B3-4579-A481-FD2710986C70}" destId="{E0E57994-E994-4E1D-AB97-92117FBE8AA8}" srcOrd="3" destOrd="0" presId="urn:microsoft.com/office/officeart/2005/8/layout/process1"/>
    <dgm:cxn modelId="{C05F33EC-5CBE-44CE-BDDB-BBBD8DA338F1}" type="presParOf" srcId="{E0E57994-E994-4E1D-AB97-92117FBE8AA8}" destId="{E1388CEC-5B89-42B2-B57A-C1D7444F5891}" srcOrd="0" destOrd="0" presId="urn:microsoft.com/office/officeart/2005/8/layout/process1"/>
    <dgm:cxn modelId="{1B6B702D-396E-48FE-A3C1-DC698F2B9FC7}" type="presParOf" srcId="{B34B07E4-99B3-4579-A481-FD2710986C70}" destId="{74F640F0-6FCA-49CB-B22E-39BB92B954D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D4D20-FF1F-43F3-9790-0274D0DE1AEA}">
      <dsp:nvSpPr>
        <dsp:cNvPr id="0" name=""/>
        <dsp:cNvSpPr/>
      </dsp:nvSpPr>
      <dsp:spPr>
        <a:xfrm>
          <a:off x="6931" y="1554129"/>
          <a:ext cx="2071799" cy="12430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4600" kern="1200" dirty="0" smtClean="0"/>
            <a:t>I</a:t>
          </a:r>
          <a:r>
            <a:rPr lang="en-US" altLang="zh-TW" sz="4600" kern="1200" baseline="-25000" dirty="0" smtClean="0"/>
            <a:t>G</a:t>
          </a:r>
          <a:endParaRPr lang="zh-TW" altLang="en-US" sz="4600" kern="1200" baseline="-25000" dirty="0"/>
        </a:p>
      </dsp:txBody>
      <dsp:txXfrm>
        <a:off x="43340" y="1590538"/>
        <a:ext cx="1998981" cy="1170261"/>
      </dsp:txXfrm>
    </dsp:sp>
    <dsp:sp modelId="{BE02EF82-8F2C-4D9E-8B7A-83562B9BA2E7}">
      <dsp:nvSpPr>
        <dsp:cNvPr id="0" name=""/>
        <dsp:cNvSpPr/>
      </dsp:nvSpPr>
      <dsp:spPr>
        <a:xfrm>
          <a:off x="2285910" y="1918765"/>
          <a:ext cx="439221" cy="513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2200" kern="1200"/>
        </a:p>
      </dsp:txBody>
      <dsp:txXfrm>
        <a:off x="2285910" y="2021526"/>
        <a:ext cx="307455" cy="308284"/>
      </dsp:txXfrm>
    </dsp:sp>
    <dsp:sp modelId="{B442921A-1804-469D-BA9A-BE55492D3DBF}">
      <dsp:nvSpPr>
        <dsp:cNvPr id="0" name=""/>
        <dsp:cNvSpPr/>
      </dsp:nvSpPr>
      <dsp:spPr>
        <a:xfrm>
          <a:off x="2907450" y="1554129"/>
          <a:ext cx="2071799" cy="12430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4600" kern="1200" dirty="0" smtClean="0"/>
            <a:t>D</a:t>
          </a:r>
          <a:r>
            <a:rPr lang="en-US" altLang="zh-TW" sz="4600" kern="1200" baseline="30000" dirty="0" smtClean="0"/>
            <a:t>0</a:t>
          </a:r>
          <a:r>
            <a:rPr lang="en-US" altLang="zh-TW" sz="4600" kern="1200" baseline="-25000" dirty="0" smtClean="0"/>
            <a:t>G , </a:t>
          </a:r>
          <a:r>
            <a:rPr lang="en-US" altLang="zh-TW" sz="4600" kern="1200" baseline="0" dirty="0" smtClean="0"/>
            <a:t>V</a:t>
          </a:r>
          <a:r>
            <a:rPr lang="en-US" altLang="zh-TW" sz="4600" kern="1200" baseline="-25000" dirty="0" smtClean="0"/>
            <a:t>G</a:t>
          </a:r>
          <a:endParaRPr lang="zh-TW" altLang="en-US" sz="4600" kern="1200" baseline="-25000" dirty="0"/>
        </a:p>
      </dsp:txBody>
      <dsp:txXfrm>
        <a:off x="2943859" y="1590538"/>
        <a:ext cx="1998981" cy="1170261"/>
      </dsp:txXfrm>
    </dsp:sp>
    <dsp:sp modelId="{E0E57994-E994-4E1D-AB97-92117FBE8AA8}">
      <dsp:nvSpPr>
        <dsp:cNvPr id="0" name=""/>
        <dsp:cNvSpPr/>
      </dsp:nvSpPr>
      <dsp:spPr>
        <a:xfrm>
          <a:off x="5186429" y="1918765"/>
          <a:ext cx="439221" cy="513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2200" kern="1200"/>
        </a:p>
      </dsp:txBody>
      <dsp:txXfrm>
        <a:off x="5186429" y="2021526"/>
        <a:ext cx="307455" cy="308284"/>
      </dsp:txXfrm>
    </dsp:sp>
    <dsp:sp modelId="{74F640F0-6FCA-49CB-B22E-39BB92B954DB}">
      <dsp:nvSpPr>
        <dsp:cNvPr id="0" name=""/>
        <dsp:cNvSpPr/>
      </dsp:nvSpPr>
      <dsp:spPr>
        <a:xfrm>
          <a:off x="5807969" y="1554129"/>
          <a:ext cx="2071799" cy="12430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4600" kern="1200" dirty="0" smtClean="0"/>
            <a:t>C</a:t>
          </a:r>
          <a:r>
            <a:rPr lang="en-US" altLang="zh-TW" sz="4600" kern="1200" baseline="-25000" dirty="0" smtClean="0"/>
            <a:t>G</a:t>
          </a:r>
          <a:endParaRPr lang="zh-TW" altLang="en-US" sz="4600" kern="1200" baseline="-25000" dirty="0"/>
        </a:p>
      </dsp:txBody>
      <dsp:txXfrm>
        <a:off x="5844378" y="1590538"/>
        <a:ext cx="1998981" cy="11702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6:09:43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19097 8819 0,'0'24'15,"0"-24"32,24 0-16,-24 0 0,23-24-15,-23 24 0,47 0-16,-23 0 15,-1 0 1,1 0-1,-24 0 1,23 0-16,1 0 16,-24 0-16,23 0 15,-23 0 1,24 0-1,-24 0 1,23 0 0,1 0-1,-24 0 1,23 0-1,-23 0 1,24 0 15,-24 0-15,23 0-1,1 0 1,-24 0 0,23 0-1,-23 0 1,24 0-1,-1 0 1,-23 0 0,24 0-1,-24 0 1,23 0-1,-23 0 17,24 0-17,-1 0-15,-23 0 16,24 0-1,-24 0 1,24 0 15,-1 0 0,-23 0-15,24 0 15,-24 0 0,23 0 1,-23 0-17,24 0 16,-1 0-15,-23 0 0,24 0-16,-24 0 31,23 0-31,1 0 15,-24 0 1,23 0 31</inkml:trace>
  <inkml:trace contextRef="#ctx0" brushRef="#br0" timeOffset="9022.516">894 4468 0,'0'0'47,"0"0"-1,23 0-30,-23 0 0,24 0-1,-24 24-15,23-1 16,1-23-16,-1 0 15,1 0-15,-24 0 16,23 0-16,1 0 16,-1 0-16,1 0 15,-1 0-15,24 0 16,0 0-16,-47 0 15,48 0-15,-1 0 32,-47 0-32,23 0 15,-23 0-15,24 0 31,-1 0-15,-23 0 15,24 24-31,-24-24 16,23 23-16,-23 1 15,24-24 1,-24 0 15,47 0 0,-24 0-31,24 0 16,-23 0-16,46 0 16,-23 0-16,0 0 15,0 0-15,-23 0 16,23 0-16,-23 0 15,-1 0-15,1 0 16,-24 0 0,23 0-1,1 0-15,-24 0 16,23 0 15,-23 0-31,24 0 16,-24 0-1,23 0-15,1 0 16,-24 0-16,23 0 15,1 0 1,-1 0-16,-23 0 16,24 0-16,46 0 15,-23 0-15,24 0 16,-1 0-16,1 0 15,-24 0-15,24-24 16,-1 24-16,24 0 16,-23 0-16,-1-23 15,1 23-15,-1 0 16,-23 0-16,-23 0 15,23 0-15,-23 0 16,23 0 0,0 0-16,0 0 15,0-24-15,-24 24 16,24 0-16,-23 0 15,-1 0-15,24 0 16,-23 0-16,-24 0 16,47 0-16,-47 0 15,47 0-15,-47 0 16,23 0-16,-23 0 15,24 0-15,-1 0 16,1 0-16,-24 0 16,24 0-16,-24 0 15,23 0-15,1 0 16,-1 0-16,-23 0 15,47 0-15,-23 0 16,-1 0-16,1 0 16,-1 0-16,1 0 15,-1 0-15,1 0 16,-1 0-16,1 0 15,23 0-15,-24 0 16,1 0 0,-1 0-16,1 0 15,-1 0-15,-23 0 16,24 0-16,-24 0 15,23 0 1,-23 0 15,24 0-31,-1 0 31,-23 0-15,24 0-16,-24 0 16,24 0-1,-1 0 1,1 24-16,-1-24 15,1 0-15,-1 0 16,-23 0-16,24 0 16,-1 0-16,1 0 15,-1 0-15,1 0 16,-24 0-16,23 0 15,1 0-15,-1 0 16,1 0 0,-24 0-16,47 0 15,-47 0-15,23 0 16,-23 0-16,24 0 15,-1 0 1,-23 0-16,24 0 16,-24 0-16,47 0 15,-47 0 1,23 0-16,-23 0 15,24 0-15,-24 0 16,23 0-16,1 0 16,-24 0-16,24 0 15,-24 0-15,23 0 16,1 0-1,-1 0-15,-23 0 16,24 0-16,-1 0 16,1 0-16,-1 0 15,1 0-15,-1 0 16,1 0-16,-1 0 15,24 0-15,-23 0 16,-1 0 0,24 0-16,-47 0 15,24 0-15,-24 0 16,23 0-16,1 0 15,-24 0-15,23 0 16,-23 0-16,24 0 16,-1 0-1,-23 0 1,24 0-1,-24 0 1,23 0-16,-23 0 16,24 0-1,0 0-15,-24 0 16,23 23-1,-23-23 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6:13:13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24224 3645 0,'24'0'62,"-1"0"-46,1 0-1,-1 0-15,1 0 16,46 0-16,-46 0 16,23 0-16,23 0 15,-23 0-15,24 0 16,-24 0-1,-24 0-15,1 0 16,0 0-16,-1 0 16,-23 0-16,24 0 15,-1 0 1,1 0-16,-24 0 15,23 0 1,-23 0-16,24 0 16,-24 24-16,23-24 15,-23 0-15,24 0 16,-24 0-16,23 0 15,-23 0 1,24 0 0,-1 0-16,-23 0 15,24 0-15,-24 23 16,47-23-16,-24 0 15,1 0-15,-24 0 16,23 0-16,1 0 16,-24 0-16,23 0 15,1 0-15,-1 0 16,-23 0-1,24 0 1,-1 0 0,-23 0-1,24 0-15,-24 0 31,23 0-15,1 0-16,-24 0 31,24 0-31,-24 0 31,23 0-15,-23 0 15,24 0 0,-1 0 1,1 0-17,-24 0 1,23 0 15,1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6:09:43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19097 8819 0,'0'24'15,"0"-24"32,24 0-16,-24 0 0,23-24-15,-23 24 0,47 0-16,-23 0 15,-1 0 1,1 0-1,-24 0 1,23 0-16,1 0 16,-24 0-16,23 0 15,-23 0 1,24 0-1,-24 0 1,23 0 0,1 0-1,-24 0 1,23 0-1,-23 0 1,24 0 15,-24 0-15,23 0-1,1 0 1,-24 0 0,23 0-1,-23 0 1,24 0-1,-1 0 1,-23 0 0,24 0-1,-24 0 1,23 0-1,-23 0 17,24 0-17,-1 0-15,-23 0 16,24 0-1,-24 0 1,24 0 15,-1 0 0,-23 0-15,24 0 15,-24 0 0,23 0 1,-23 0-17,24 0 16,-1 0-15,-23 0 0,24 0-16,-24 0 31,23 0-31,1 0 15,-24 0 1,23 0 31</inkml:trace>
  <inkml:trace contextRef="#ctx0" brushRef="#br0" timeOffset="9022.516">894 4468 0,'0'0'47,"0"0"-1,23 0-30,-23 0 0,24 0-1,-24 24-15,23-1 16,1-23-16,-1 0 15,1 0-15,-24 0 16,23 0-16,1 0 16,-1 0-16,1 0 15,-1 0-15,24 0 16,0 0-16,-47 0 15,48 0-15,-1 0 32,-47 0-32,23 0 15,-23 0-15,24 0 31,-1 0-15,-23 0 15,24 24-31,-24-24 16,23 23-16,-23 1 15,24-24 1,-24 0 15,47 0 0,-24 0-31,24 0 16,-23 0-16,46 0 16,-23 0-16,0 0 15,0 0-15,-23 0 16,23 0-16,-23 0 15,-1 0-15,1 0 16,-24 0 0,23 0-1,1 0-15,-24 0 16,23 0 15,-23 0-31,24 0 16,-24 0-1,23 0-15,1 0 16,-24 0-16,23 0 15,1 0 1,-1 0-16,-23 0 16,24 0-16,46 0 15,-23 0-15,24 0 16,-1 0-16,1 0 15,-24 0-15,24-24 16,-1 24-16,24 0 16,-23 0-16,-1-23 15,1 23-15,-1 0 16,-23 0-16,-23 0 15,23 0-15,-23 0 16,23 0 0,0 0-16,0 0 15,0-24-15,-24 24 16,24 0-16,-23 0 15,-1 0-15,24 0 16,-23 0-16,-24 0 16,47 0-16,-47 0 15,47 0-15,-47 0 16,23 0-16,-23 0 15,24 0-15,-1 0 16,1 0-16,-24 0 16,24 0-16,-24 0 15,23 0-15,1 0 16,-1 0-16,-23 0 15,47 0-15,-23 0 16,-1 0-16,1 0 16,-1 0-16,1 0 15,-1 0-15,1 0 16,-1 0-16,1 0 15,23 0-15,-24 0 16,1 0 0,-1 0-16,1 0 15,-1 0-15,-23 0 16,24 0-16,-24 0 15,23 0 1,-23 0 15,24 0-31,-1 0 31,-23 0-15,24 0-16,-24 0 16,24 0-1,-1 0 1,1 24-16,-1-24 15,1 0-15,-1 0 16,-23 0-16,24 0 16,-1 0-16,1 0 15,-1 0-15,1 0 16,-24 0-16,23 0 15,1 0-15,-1 0 16,1 0 0,-24 0-16,47 0 15,-47 0-15,23 0 16,-23 0-16,24 0 15,-1 0 1,-23 0-16,24 0 16,-24 0-16,47 0 15,-47 0 1,23 0-16,-23 0 15,24 0-15,-24 0 16,23 0-16,1 0 16,-24 0-16,24 0 15,-24 0-15,23 0 16,1 0-1,-1 0-15,-23 0 16,24 0-16,-1 0 16,1 0-16,-1 0 15,1 0-15,-1 0 16,1 0-16,-1 0 15,24 0-15,-23 0 16,-1 0 0,24 0-16,-47 0 15,24 0-15,-24 0 16,23 0-16,1 0 15,-24 0-15,23 0 16,-23 0-16,24 0 16,-1 0-1,-23 0 1,24 0-1,-24 0 1,23 0-16,-23 0 16,24 0-1,0 0-15,-24 0 16,23 23-1,-23-23 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6:13:13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24224 3645 0,'24'0'62,"-1"0"-46,1 0-1,-1 0-15,1 0 16,46 0-16,-46 0 16,23 0-16,23 0 15,-23 0-15,24 0 16,-24 0-1,-24 0-15,1 0 16,0 0-16,-1 0 16,-23 0-16,24 0 15,-1 0 1,1 0-16,-24 0 15,23 0 1,-23 0-16,24 0 16,-24 24-16,23-24 15,-23 0-15,24 0 16,-24 0-16,23 0 15,-23 0 1,24 0 0,-1 0-16,-23 0 15,24 0-15,-24 23 16,47-23-16,-24 0 15,1 0-15,-24 0 16,23 0-16,1 0 16,-24 0-16,23 0 15,1 0-15,-1 0 16,-23 0-1,24 0 1,-1 0 0,-23 0-1,24 0-15,-24 0 31,23 0-15,1 0-16,-24 0 31,24 0-31,-24 0 31,23 0-15,-23 0 15,24 0 0,-1 0 1,1 0-17,-24 0 1,23 0 15,1 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6:16:57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894 2540 0,'0'0'109,"0"0"-93,23 0 0,1 0-16,-24 0 15,23 0-15,48 0 16,-48 0-16,24 0 15,0 0 1,0 0-16,24 0 16,0 0-16,-1 0 15,1 23-15,-1-23 16,1 0-16,-1 0 15,1 0-15,-1 0 16,1 0-16,0 0 16,23 0-16,-24 24 15,-23-24-15,0 0 16,24 0-16,-24 0 15,0 0-15,0 0 16,0 23-16,0-23 16,0 0-16,24 0 15,-1 0-15,-23 0 16,0 0-16,-23 0 15,46 0-15,-46 0 16,23 0-16,-24 0 16,48 0-16,-48 0 15,24 0-15,-23 0 16,47 0-16,-48 0 15,24 0 1,-23 0-16,23 0 16,0 0-16,-24 0 15,24 0-15,0 0 16,-23 0-16,23 0 15,-24 0-15,71 0 16,-47 0-16,1 0 16,-25 0-16,24 0 15,24 0-15,-24 0 16,-24 0-16,24 0 15,0 0-15,-23 0 16,-1 0-16,24 0 16,0 0-16,-23 0 15,-1 0-15,24 0 16,-23 0-16,23 0 15,-23 0-15,-1 0 16,1 0-16,23 0 16,-47 0-16,23 0 15,24 0-15,-47 0 16,47 0-16,-47 0 15,24 0 1,-24 0-16,23 0 16,-23 0-16,24 0 15,-1 0-15,1 0 16,-1 0-16,1 0 15,-1 0-15,1 0 16,23 0-16,-47 0 16,23 0-16,24 0 15,0 0-15,-23 0 16,23 0-16,0 0 15,-23 0-15,-1 0 16,24 0-16,-23 0 16,-1 0-16,24 0 15,0 0-15,-23 0 16,-1 0-16,24 0 15,-23 0-15,-1 0 16,24 0-16,-47 0 16,24 0-16,-1 0 15,1 0-15,-1 0 16,-23 0-16,24 0 15,0 0 1,23 0-16,-47 0 16,23 0-16,1 0 15,-1 0-15,1 0 16,-1 0-16,1 0 15,-24 0-15,23 0 16,1 0-16,-1 0 16,-23 0-16,24 0 15,23 0 1,-47 0-16,47 0 15,-47 0-15,23 0 16,1 0-16,-1 0 16,-23 0-16,24 0 15,-1 0-15,1 0 16,-1 0-16,-23 0 15,24 0-15,-1 0 16,1 0-16,0 0 16,-1 0-16,1 0 15,-1 0-15,1 0 16,-1 0-16,1 0 31,-1 0-15,-23 0-16,0-23 15,24 23-15,-1 0 16,-23 0-1,24 0 1,-24 0 0,47 0-16,-47 0 15,23 0-15,-23 0 16,24 0-16,-1 0 15,1 0-15,-1-24 16,1 24 0,23 0-16,-47 0 15,23 0-15,1 0 16,-1 0-16,1 0 15,-24 0-15,23 0 16,1 0-16,0 0 16,-24 0-1,23 0 1,1 0-16,-24 0 15,23 0-15,-23-23 32,47 23-17,-47 0 1,24 0-1,-24 0-15,23 0 16,1 0-16,-24 0 16,23 0-1,1 0-15,-1 0 16,-23 0-1,24 0 1,-24 0 0,23 0-16,-23 0 31,24 0-31,-1 0 31,-23 0-15,24 0-1,-24 0 16,23 0 1</inkml:trace>
  <inkml:trace contextRef="#ctx0" brushRef="#br0" timeOffset="4937.2824">12394 2493 0,'0'0'16,"24"0"-1,-24 0-15,23 0 16,1 0-16,-24 0 15,23 0-15,-23 0 16,24 0 0,-24 0-1,23 0-15,1 0 16,-24 0-1,23 0-15,-23 0 16,24 0-16,-24 0 16,23 0-16,1 0 15,-24 0-15,23 0 16,-23 0-16,48 0 15,-48 0 1,23 0 0,-23 0-1,24 0-15,-1 0 16,-23 0-1,24 0-15,-24 0 16,23 0-16,-23 0 16,24 0-16,-1 0 15,1 0-15,-24 0 16,23 0-16,1 0 15,-24 0-15,23 0 16,-23 0-16,24 0 16,-1 0-16,1 0 15,-24 0-15,47 0 16,-47 0-16,23 0 15,1 0-15,-1 0 16,1 0 0,-1 0-16,1 0 15,-1 0 1,1 0-16,-1 0 15,1 0-15,0 0 16,-1 0-16,1 0 16,-1 0-1,-23 0-15,24 0 16,-1 0-16,1 0 15,-1 0-15,1 0 16,-1 0-16,-23 0 16,47 0-1,-47 0-15,24 0 16,-1 0-16,1 0 15,-1 0 1,-23 0-16,24 0 16,-1 0-16,1 0 15,-1 0-15,1 0 16,-24 0-16,47 0 15,-47 0-15,23 0 16,1 0-16,-1 0 16,25 0-16,-25 0 15,1 0-15,-1 0 16,1 0-16,-1 0 15,1 23-15,-1-23 16,1 0-16,23 0 16,-47 0-1,47 0-15,0 0 16,-47 0-16,23 0 15,24 0-15,-47 0 16,24 0-16,-24 0 16,23 0-16,1 0 15,-1 0-15,-23 0 16,24 0-16,-1 0 15,1 0-15,-24 0 16,23 0-16,1 0 16,0 0-16,-24 0 15,47 0-15,-47 0 16,23 0-16,1 0 15,-1 0-15,-23 0 16,24 0-16,-24 0 16,23 0-16,1 0 15,-24 0-15,23 0 16,24 24-16,-47-24 15,24 0-15,-1 0 16,1 0-16,-24 0 16,23 0-1,-23 0-15,24 0 16,-1 0-16,1 0 15,-24 0 1,23 0 62,1 0-31,-24 0-32,23 0 1,-23 0-16,24 0 16,-24 0-1,23 0 1,-23 0 15,24 0-15,-24 0-1</inkml:trace>
  <inkml:trace contextRef="#ctx0" brushRef="#br0" timeOffset="8063.4612">19144 9313 0,'0'0'16,"24"0"15,-24 0-31,23 0 15,-23 0 1,24 0 0,-24 0-1,47 0-15,-47 0 16,23 0-16,1 0 15,-24 0-15,23 0 16,-23 0-16,47 0 16,-47 0-1,24 0-15,-24 0 16,23 0-16,-23 0 15,24 0-15,-1 0 16,-23 0 0,24 0-16,-24 0 15,23 0 1,-23 0-1,24 0 1,-1 0-16,-23 0 16,24 0-1,-24 0 1,23 0-1,1 0-15,-24 0 32,23 0-17,-23 0 1,24 0-1,-24 0 1,24 0 0,-1 0-1,-23 0 1,24 0 15,-24 0 0,23 0 16,1 0-16</inkml:trace>
  <inkml:trace contextRef="#ctx0" brushRef="#br0" timeOffset="11375.6505">24412 1717 0,'24'0'0,"-1"0"16,-23 0-1,24 0-15,23 0 16,-24 0 0,1 0-1,-24 0 1,23 0-16,-23 0 15,24 0-15,-1 0 16,-23 0-16,24 0 16,-24 0-16,23 0 15,-23 0-15,24 0 16,-1 0-16,25 0 15,-48 0 17,23 0-32,24 0 15,-23 0 1,-1 0-1,-23 0-15,24 0 16,-1 0-16,1 0 16,-24 0-1,23 0 1,-23 0-16,24 0 31,-1 0-15,-23 0-16,24 0 31,-24 0-31,23 0 31,-23 0-15,24 0-1,-1 0 1,-23 0-1,24 0 32,-24 0 0,23 0-16,-23 0 16,24 0-31,-1 0 15,-23 0-16,24 0 1,-24 0 15,23 0-15,1 0 15,-24 0 31,23 0-30,-23 0-1,24 0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6:16:57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894 2540 0,'0'0'109,"0"0"-93,23 0 0,1 0-16,-24 0 15,23 0-15,48 0 16,-48 0-16,24 0 15,0 0 1,0 0-16,24 0 16,0 0-16,-1 0 15,1 23-15,-1-23 16,1 0-16,-1 0 15,1 0-15,-1 0 16,1 0-16,0 0 16,23 0-16,-24 24 15,-23-24-15,0 0 16,24 0-16,-24 0 15,0 0-15,0 0 16,0 23-16,0-23 16,0 0-16,24 0 15,-1 0-15,-23 0 16,0 0-16,-23 0 15,46 0-15,-46 0 16,23 0-16,-24 0 16,48 0-16,-48 0 15,24 0-15,-23 0 16,47 0-16,-48 0 15,24 0 1,-23 0-16,23 0 16,0 0-16,-24 0 15,24 0-15,0 0 16,-23 0-16,23 0 15,-24 0-15,71 0 16,-47 0-16,1 0 16,-25 0-16,24 0 15,24 0-15,-24 0 16,-24 0-16,24 0 15,0 0-15,-23 0 16,-1 0-16,24 0 16,0 0-16,-23 0 15,-1 0-15,24 0 16,-23 0-16,23 0 15,-23 0-15,-1 0 16,1 0-16,23 0 16,-47 0-16,23 0 15,24 0-15,-47 0 16,47 0-16,-47 0 15,24 0 1,-24 0-16,23 0 16,-23 0-16,24 0 15,-1 0-15,1 0 16,-1 0-16,1 0 15,-1 0-15,1 0 16,23 0-16,-47 0 16,23 0-16,24 0 15,0 0-15,-23 0 16,23 0-16,0 0 15,-23 0-15,-1 0 16,24 0-16,-23 0 16,-1 0-16,24 0 15,0 0-15,-23 0 16,-1 0-16,24 0 15,-23 0-15,-1 0 16,24 0-16,-47 0 16,24 0-16,-1 0 15,1 0-15,-1 0 16,-23 0-16,24 0 15,0 0 1,23 0-16,-47 0 16,23 0-16,1 0 15,-1 0-15,1 0 16,-1 0-16,1 0 15,-24 0-15,23 0 16,1 0-16,-1 0 16,-23 0-16,24 0 15,23 0 1,-47 0-16,47 0 15,-47 0-15,23 0 16,1 0-16,-1 0 16,-23 0-16,24 0 15,-1 0-15,1 0 16,-1 0-16,-23 0 15,24 0-15,-1 0 16,1 0-16,0 0 16,-1 0-16,1 0 15,-1 0-15,1 0 16,-1 0-16,1 0 31,-1 0-15,-23 0-16,0-23 15,24 23-15,-1 0 16,-23 0-1,24 0 1,-24 0 0,47 0-16,-47 0 15,23 0-15,-23 0 16,24 0-16,-1 0 15,1 0-15,-1-24 16,1 24 0,23 0-16,-47 0 15,23 0-15,1 0 16,-1 0-16,1 0 15,-24 0-15,23 0 16,1 0-16,0 0 16,-24 0-1,23 0 1,1 0-16,-24 0 15,23 0-15,-23-23 32,47 23-17,-47 0 1,24 0-1,-24 0-15,23 0 16,1 0-16,-24 0 16,23 0-1,1 0-15,-1 0 16,-23 0-1,24 0 1,-24 0 0,23 0-16,-23 0 31,24 0-31,-1 0 31,-23 0-15,24 0-1,-24 0 16,23 0 1</inkml:trace>
  <inkml:trace contextRef="#ctx0" brushRef="#br0" timeOffset="4937.2824">12394 2493 0,'0'0'16,"24"0"-1,-24 0-15,23 0 16,1 0-16,-24 0 15,23 0-15,-23 0 16,24 0 0,-24 0-1,23 0-15,1 0 16,-24 0-1,23 0-15,-23 0 16,24 0-16,-24 0 16,23 0-16,1 0 15,-24 0-15,23 0 16,-23 0-16,48 0 15,-48 0 1,23 0 0,-23 0-1,24 0-15,-1 0 16,-23 0-1,24 0-15,-24 0 16,23 0-16,-23 0 16,24 0-16,-1 0 15,1 0-15,-24 0 16,23 0-16,1 0 15,-24 0-15,23 0 16,-23 0-16,24 0 16,-1 0-16,1 0 15,-24 0-15,47 0 16,-47 0-16,23 0 15,1 0-15,-1 0 16,1 0 0,-1 0-16,1 0 15,-1 0 1,1 0-16,-1 0 15,1 0-15,0 0 16,-1 0-16,1 0 16,-1 0-1,-23 0-15,24 0 16,-1 0-16,1 0 15,-1 0-15,1 0 16,-1 0-16,-23 0 16,47 0-1,-47 0-15,24 0 16,-1 0-16,1 0 15,-1 0 1,-23 0-16,24 0 16,-1 0-16,1 0 15,-1 0-15,1 0 16,-24 0-16,47 0 15,-47 0-15,23 0 16,1 0-16,-1 0 16,25 0-16,-25 0 15,1 0-15,-1 0 16,1 0-16,-1 0 15,1 23-15,-1-23 16,1 0-16,23 0 16,-47 0-1,47 0-15,0 0 16,-47 0-16,23 0 15,24 0-15,-47 0 16,24 0-16,-24 0 16,23 0-16,1 0 15,-1 0-15,-23 0 16,24 0-16,-1 0 15,1 0-15,-24 0 16,23 0-16,1 0 16,0 0-16,-24 0 15,47 0-15,-47 0 16,23 0-16,1 0 15,-1 0-15,-23 0 16,24 0-16,-24 0 16,23 0-16,1 0 15,-24 0-15,23 0 16,24 24-16,-47-24 15,24 0-15,-1 0 16,1 0-16,-24 0 16,23 0-1,-23 0-15,24 0 16,-1 0-16,1 0 15,-24 0 1,23 0 62,1 0-31,-24 0-32,23 0 1,-23 0-16,24 0 16,-24 0-1,23 0 1,-23 0 15,24 0-15,-24 0-1</inkml:trace>
  <inkml:trace contextRef="#ctx0" brushRef="#br0" timeOffset="8063.4612">19144 9313 0,'0'0'16,"24"0"15,-24 0-31,23 0 15,-23 0 1,24 0 0,-24 0-1,47 0-15,-47 0 16,23 0-16,1 0 15,-24 0-15,23 0 16,-23 0-16,47 0 16,-47 0-1,24 0-15,-24 0 16,23 0-16,-23 0 15,24 0-15,-1 0 16,-23 0 0,24 0-16,-24 0 15,23 0 1,-23 0-1,24 0 1,-1 0-16,-23 0 16,24 0-1,-24 0 1,23 0-1,1 0-15,-24 0 32,23 0-17,-23 0 1,24 0-1,-24 0 1,24 0 0,-1 0-1,-23 0 1,24 0 15,-24 0 0,23 0 16,1 0-16</inkml:trace>
  <inkml:trace contextRef="#ctx0" brushRef="#br0" timeOffset="11375.6505">24412 1717 0,'24'0'0,"-1"0"16,-23 0-1,24 0-15,23 0 16,-24 0 0,1 0-1,-24 0 1,23 0-16,-23 0 15,24 0-15,-1 0 16,-23 0-16,24 0 16,-24 0-16,23 0 15,-23 0-15,24 0 16,-1 0-16,25 0 15,-48 0 17,23 0-32,24 0 15,-23 0 1,-1 0-1,-23 0-15,24 0 16,-1 0-16,1 0 16,-24 0-1,23 0 1,-23 0-16,24 0 31,-1 0-15,-23 0-16,24 0 31,-24 0-31,23 0 31,-23 0-15,24 0-1,-1 0 1,-23 0-1,24 0 32,-24 0 0,23 0-16,-23 0 16,24 0-31,-1 0 15,-23 0-16,24 0 1,-24 0 15,23 0-15,1 0 15,-24 0 31,23 0-30,-23 0-1,24 0 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9:05:08.6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1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2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3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9:07:17.61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6844 7361 0,'-24'0'16,"24"0"-1,-23 0 1,-1-24-16,24 24 16,-47 0-16,24-23 15,-24-1-15,0 24 16,23-47-16,-23 24 15,0 23-15,24-24 16,-1 24-16,1-23 16,-24 23-16,23-24 15,0 1-15,24 23 16,-23 0-16,23-24 15,-47 24-15,47-23 16,-24 23 0,1-24-16,-1 24 15,24-23-15,-23-1 16,-1 1-16,24 23 15,0-24-15,-23 1 16,23-1 0,0 1-1,0-1-15,0 1 16,0 23-16,0-47 15,0 23-15,0 0 16,0-23-16,47 47 16,-24-23-16,1-24 15,-1 23-15,24 1 16,-23-24-16,-1 23 15,1 24-15,0-47 16,-1 47-16,1 0 16,-1-23-16,1 23 15,-1-24-15,1 24 16,-1-23-16,1 23 15,-1 0-15,24 0 16,-23 0 0,23 0-16,-24 0 15,-23 0-15,47-24 16,0 24-16,-47 0 15,24 0-15,23 0 16,-24 0 0,1 0-16,-1 0 15,1 0-15,0 0 16,23 0-16,0 0 15,-24 0-15,24 0 16,0 0-16,0 0 16,-23 0-16,23 0 15,0 0-15,-24 0 16,1 0-16,23 0 15,0 0-15,-24 0 16,24 0-16,1 0 16,-1 0-16,0 0 15,0 0-15,0 0 16,0 0-16,0 0 15,0 0-15,-24 0 16,1 0-16,-1 0 16,24 0-16,-23 0 15,-1 0-15,24 0 16,-23 0-16,23 0 15,-23 0-15,-1 0 16,1 0 0,23 0-16,-47 0 15,23 0-15,24 0 16,-47 0-16,24 0 15,-1 0-15,1 0 16,-24 0-16,23 0 16,-23 0-16,24 0 15,-1 0-15,-23 0 16,24 0-16,-24 0 15,23 24-15,-23-24 16,24 0 0,-1 0-16,-23 0 15,24 0 1,-1 0-16,1 0 15,-24 23-15,23-23 16,-23 0 0,24 0-16,-1 0 15,-23 0 1,24 0-16,-24 0 15,23 0-15,-23 0 16,24 0 15,-24 24-31,24-24 16,23 0-1,-47 0-15,23 0 16,-23 23 0,0-23-16,47 0 15,-47 0 1,24 0-16,-24 0 15,23 24-15,1-24 16,-24 0 0,23 0-16,1 0 15,-1 0-15,-23 23 16,24-23-16,-1 0 15,1 0-15,-24 0 16,23 0-16,1 0 16,-24 24-16,23-24 15,-23 0-15,24 0 16,-24 0-16,23 0 15,1 23-15,-24-23 32,23 0-17,-23 0 1,24 24-16,-1-24 15,-23 0-15,0 0 16,24 0-16,-24 0 16,23 0 15,-23 0 78,24 0-93,0 0-16,-24 0 15,23 0-15,-23 0 16,24 0-1,-24 0-15,23 0 16,1 0 15,-24 23-15,0-23-16,23 0 15,-23 0-15,0 0 16,24 0-16,-1 0 16,-23 24-1,24-24-15,-24 0 16,0 0-1,23 0 1,-23 23 0,24 1 15,-1-24 0,-23 23-31,0-23 16,24 0-16,-24 24 15,0-1 1,0-23-16,23 24 15,-23-24-15,24 47 16,-24-47 0,0 0-16,23 24 15,-23-24-15,0 47 16,24-47-16,-1 23 15,-23-23-15,0 47 32,24-47-32,-24 0 15,0 24 1,0-24-16,0 0 15,0 23 1,0-23-16,23 0 16,-23 24-16,0-1 31,24-23-16,-24 0 1,0 24 0,0-1-1,0 1-15,0-24 16,0 0-16,0 23 15,-24-23-15,24 0 16,0 24 0,0-24-16,0 23 15,-23-23-15,23 0 16,0 24-1,0-24-15,-24 23 16,24 1-16,-23-24 16,23 23-1,0-23-15,-24 24 16,24-24-1,-23 0-15,23 23 16,0-23-16,-24 24 16,1-24-16,-1 0 15,1 0-15,-24 23 16,47-23-16,-47 24 15,0-24-15,23 0 16,1 0-16,-1 24 16,1-24-16,-25 0 15,25 0-15,-1 0 16,1 0-16,-1 23 15,1-23-15,-24 0 16,23 0 0,1 0-16,-48 0 15,48 0-15,-1 24 16,1-24-16,-1 0 15,1 0-15,-48 0 16,71 23-16,-23-23 16,-48 0-16,48 0 15,-1 0-15,-23 0 16,0 0-16,23 24 15,-23-24-15,0 0 16,24 0-16,-1 0 16,1 0-16,-24 0 15,23 0-15,1 0 16,-24 0-16,23 0 15,1 0-15,-1 23 16,1-23-16,-24 0 16,23 0-16,1 0 15,-1 0-15,0 0 16,1 0-16,-1 0 15,1 0-15,-24 0 16,0 0 0,23 0-16,1 0 15,-24 0-15,23 0 16,24 0-16,-47 0 15,0 0-15,24 0 16,-1 0-16,-23 0 16,47 0-16,-23 0 15,-24 0-15,23 0 16,1 0-1,-1 0-15,0 0 16,1 0-16,-1 0 16,1 0-16,23 0 15,-24 0-15,1 0 16,-1 0-16,1 0 15,-1 0-15,1 0 16,-1 0-16,24 0 16,-47 0-16,47 0 15,-23 0-15,23 0 16,-24 0-16,1 0 15,-1 0-15,1 0 16,-1 0 0,1 0-16,-1 0 0,1 0 15,-1 0-15,1 0 16,-24 0-1,47 0 1,-24 0 0,0 0-16,24 0 15,-23 0-15,-1 0 16,1 0-1,23 0-15,-24 0 16,24-23 0,-23 23-1,23 0 16,-24 0 16,24 0-31,-23 0 31,23-24-32,0 24 1,0 0 15,-24 0-31,24-23 47,0-1 15,-23 24-46,-1 0-1,24 0 1,-23-23 15,23 23 0,-24 0-31,24 0 32,-23 0-17,-1-24 1,24 24-1</inkml:trace>
  <inkml:trace contextRef="#ctx0" brushRef="#br0" timeOffset="1753.1003">14817 11194 0,'0'-23'31,"0"23"-31,23 0 16,-23-24-16,0 24 15,24 0-15,-24-23 16,23 23-16,1-24 15,-24 1-15,23 23 16,-23 0-16,24-24 16,-1 24-16,1 0 15,-24 0 1,23-23-1,1 23-15,-1 0 16,-23 0-16,24 0 16,-1 0-16,-23 0 15,0 0 1,24 0-16,-24 0 15,23 23 1,-23-23-16,0 0 16,24 0-16,-24 24 15,23-1 16,1 1-15,-24-24-16,24 23 16,-1 1-16,-23 23 15,0-47-15,24 24 16,-1-1-16,-23 1 15,0-24-15,0 23 16,24 1 0,-24-24-16,23 23 15,1-23 1,-24 24-1,23-1 1,-23-23 0,24 0-16,-24 0 15,23 0-15,1 24 16,-24-24-16,23 0 15,1 0-15,-24 0 16,23 0 0,1 0-1,-1 0 1,-23 0-16,0 0 15,24 0-15,-24 0 16,23 0-16,-23-24 16,24 1-1,-24 23-15,0-24 16,23 24-16,-23 0 15,24-23-15,-24 23 110,0 0-110</inkml:trace>
  <inkml:trace contextRef="#ctx0" brushRef="#br0" timeOffset="2951.1685">15522 11006 0,'0'0'78,"0"24"-63,0-24-15,0 23 16,-23 1-16,-1 23 15,24-47-15,-23 23 16,23-23-16,-24 47 16,24-47-16,-23 0 15,23 24-15,0-24 16,-24 24-16,24-1 15,0-23-15,-23 24 16,23-24 15,-24 23-31,24 1 16,0-24-1,0 23 1,0-23-16,-23 24 16,23-24-16,0 0 31,-24 0-16,24 23-15,0 1 16,-23-24 0,23 0-1,0 23 1,-24-23-16,24 24 15,0-1 1,-24-23 0,24 0-1,-23 0 1,23 24-16,0-24 15,-24 0 1,24 23 0,-23-23-1,23 0 1,0 0-1,-24 0-15,24 24 16,-23-24 0,23 0-1,0 23 16,-24-23-31,24 0 47,-23 0-16,-1 0 16</inkml:trace>
  <inkml:trace contextRef="#ctx0" brushRef="#br0" timeOffset="4527.2589">14817 15545 0,'0'0'31,"0"-23"-15,23 23-16,-23-47 15,0 47-15,24-24 16,-24 1-16,23-1 16,1 1-16,-24-1 15,0 24-15,23-23 16,-23 23-1,0 0-15,24 0 32,-1 0-32,-23 0 15,24 0-15,-1 0 16,1 0-16,-24 0 15,23 23 1,-23-23-16,0 24 16,47-24-16,-47 23 15,0-23-15,0 24 16,24-1-1,-24 1-15,0-24 16,0 47-16,0-47 16,0 23-16,0 1 15,0-1-15,0 1 16,0-1-16,0 1 15,23 0-15,-23-1 16,0 1-16,0-1 16,24-23-16,-24 24 15,0-24-15,0 0 16,23 0-1,1 23-15,-24-23 16,24 0 0,-24 0-16,47 0 15,0 24-15,0-1 16,0-23-16,-24 0 15,1 0 1,-1 0-16,-23 0 16,24 0-16,-24 0 15,23 0 16,-23 0 47,0 0-62,0 0 0</inkml:trace>
  <inkml:trace contextRef="#ctx0" brushRef="#br0" timeOffset="5471.3129">15381 15381 0,'0'0'47,"0"0"-32,0 0-15,-23 23 16,23 1-16,-24-1 15,1 1 1,23-24-16,-24 23 16,24 1-16,0-1 15,-23-23-15,-1 0 16,24 24-16,-24-24 15,24 23-15,-23 1 16,23-24 0,-24 23-16,24-23 15,0 0-15,0 24 16,-23-24-16,23 0 15,0 24-15,0-24 16,-24 23 0,24-23-16,0 24 15,-23-24-15,23 0 16,-24 23-16,24-23 15,-23 24-15,23-24 16,0 0 0,-24 23-16,1-23 15,23 0-15,0 24 31,0-24-15,-24 0 0,24 23-1,0-23 126,0 0-141</inkml:trace>
  <inkml:trace contextRef="#ctx0" brushRef="#br0" timeOffset="6367.3642">15428 15616 0,'0'0'16,"0"0"-16,24 0 16,-1 0-16,1 0 15,-1 0-15,24 0 16,-23 0-16,23 0 15,-24 0-15,24 0 16,-47 0-16,24 0 16,-24 0-16,47 0 15,-47 0-15,23 0 16,1 0-1,-1 0 1,-23 0-16,24 0 16,-24 0-16,24 0 15,-1 0 48</inkml:trace>
  <inkml:trace contextRef="#ctx0" brushRef="#br0" timeOffset="7335.4195">15757 15404 0,'0'0'15,"0"24"-15,0-24 16,0 23-16,0 1 15,0-24 1,0 23 0,0-23-16,0 24 15,0-1 1,0 1-1,0-24 1,0 23 0,0-23 15,0 24-31,0-1 15,0-23 1,0 24 0,0-24-1,0 0-15,0 24 16,0-1-1,0-23 17,0 24-1,0-24 16,0 0 31</inkml:trace>
  <inkml:trace contextRef="#ctx0" brushRef="#br0" timeOffset="9087.5198">16228 14887 0,'0'0'32,"0"0"-32,0 23 31,0-23-31,0 24 15,0-1 1,0 24 0,0-47-16,0 24 15,0-24-15,0 24 16,0-1-16,0 1 15,0-24-15,0 47 16,0-24-16,0 1 16,0-1-1,0 1 1,0-1-1,0-23-15,0 24 16,0 23-16,0-47 16,0 23-16,0 1 15,0-24-15,0 23 16,0-23-16,0 24 15,0-24 1,-24 0-16,24 47 16,0-47-1,0 23-15,0-23 16,0 24-1,0-1-15,0 1 16,0-24 0,0 23-1,0 1-15,-23-24 16,23 0-1,0 23-15,0-23 16,-24 24 0,24 0 15,0-1 16,0-23-16,0 24 16,0-24-32,0 23 1,0 1 15,24-24-15,-24 23-1,0-23 16,0 24-15,0-24 0,0 23-16,0-23 15,23 24 63,-23-24-15,0 0 30,0 23-62,24-23 1,-24 0 77,23 0-94</inkml:trace>
  <inkml:trace contextRef="#ctx0" brushRef="#br0" timeOffset="39015.2312">19450 11053 0,'0'0'15,"0"0"16,0 0-15,0-23 0,23-1-16,1 24 15,-24-23-15,23-1 16,1 24-16,-24-23 15,23 23-15,-23 0 16,0 0-16,24-24 16,-24 24-1,23 0 1,1 0-1,-24 0 1,23 0 0,-23 0-1,0 0 1,24 0-1,0 0-15,-24 0 16,23 0 15,-23 0-15,0 0-1,24 0 1,-24 24-16,0-1 16,0 1-1,23-1-15,-23 24 16,24-23-16,-1-1 15,-23 48-15,0-24 16,0-47-16,47 47 16,-47-23-16,0-1 15,0-23-15,0 24 16,0-24-16,24 23 15,-24 1-15,0-24 16,23 23-16,-23-23 16,24 24-16,-24-1 15,47 1 1,-47-1-16,23 1 15,1-24-15,-1 23 16,1 1-16,23-1 16,-47-23-16,47 24 15,-24-24-15,1 23 16,-1-23-16,1 24 15,23-24-15,0 0 16,-23 0-16,-1 0 16,24 0-16,-23 0 15,-1 0-15,24 0 16,-23 0-16,-1 0 15,1 0-15,-1 0 16,1 0-16,-24 0 16,0 0-1,23 0-15,-23-24 109</inkml:trace>
  <inkml:trace contextRef="#ctx0" brushRef="#br0" timeOffset="40231.301">20532 10842 0,'0'0'0,"0"23"16,-24-23 0,24 0-16,-23 24 15,-1-24-15,24 0 16,-23 23-16,23 1 15,-24-24-15,1 23 16,23-23-16,-24 24 16,24-1-16,-47-23 15,47 24-15,-24-24 16,24 0-16,-47 23 15,47 1-15,-23-24 16,23 23-16,-24-23 16,1 0-1,23 24-15,-24-1 16,24-23-16,-23 0 15,-1 24-15,24-24 16,-23 23-16,23 1 16,-24-24-16,24 24 15,-47-24-15,47 23 16,-23-23-16,-1 24 15,24-1-15,-23-23 16,23 0-16,-47 24 16,47-1-16,0-23 15,-24 24-15,1-24 16,-1 0-16,1 23 15,-1 1-15,1-24 16,23 23-16,-24-23 16,24 0-16,-23 24 15,23-1-15,-24-23 16,24 0-16,0 0 15,-24 0-15,24 24 16,-23-24 0,23 0-1,0 0 1,-24 0-1,24 23 1,0-23 62,-23 0-78,23 0 31,0 24 32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9:05:08.6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1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2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3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9:08:35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11077 7620 0,'-47'0'16,"47"0"-16,-23 0 15,-1 0-15,1 0 16,-1 0-16,-46 0 15,46 0-15,1 0 16,-48 0-16,47 0 16,-23-24-16,0 24 15,0 0-15,0-23 16,0-1-16,-23 1 15,23 23 1,-47 0-16,70-47 16,1 47-16,-24-24 15,47 24-15,-48 0 16,48-23-16,-47 23 15,47 0-15,-23-48 16,-24 25-16,47 23 16,-47-24-16,47 24 15,-24 0-15,24-23 16,-23-1-16,-1 24 15,1-23 1,23-1-16,-24 1 16,24 23-16,0-24 15,0 1-15,0-1 16,0 1-16,0 23 15,-23-24-15,23 1 16,0-1-16,0 24 16,0-23-16,0-1 15,0 1-15,0 23 16,0-24-16,23 1 15,1-24 1,-24 47-16,0-47 16,47 47-16,-47-47 15,0 47-15,47-24 16,-47 24-16,0-24 15,23 1-15,1 23 16,-1-47-16,1 47 16,23 0-16,-24-24 15,1 1-15,0 23 16,-1-47-16,24 47 15,-23 0-15,-1 0 16,24 0-16,0-47 16,0 23-16,24 24 15,-24 0-15,47 0 16,-47 0-16,0 0 15,0 0-15,-23 0 16,46 0-16,-46-23 16,46 23-16,-46 0 15,46 0-15,-23 0 16,0 0-16,24 0 15,-24 0 1,-24 0-16,48 0 16,-48 0-16,25 0 15,-25 0-15,48 0 16,-24 0-16,0 0 15,0 0-15,0 0 16,0 0-16,-24 0 16,1 0-16,-1 0 15,24 23-15,-23-23 16,-1 24-16,1-24 15,-24 0-15,23 0 16,24 0-16,-47 0 16,48 0-16,-48 0 15,23 0-15,-23 0 16,24 23-16,-1-23 15,1 0 1,-24 0-16,23 24 31,-23-24-15,24 0-16,-1 23 15,-23-23 1,0 0-16,24 24 16,-24-24-16,23 23 15,-23 1-15,0-24 16,24 23-16,-1-23 15,-23 47-15,0-23 16,0 0 0,24-1-16,-24 1 15,0-1-15,23 1 16,-23-1-16,0 1 15,0-24-15,0 47 16,24-47-16,-24 47 16,0-47-16,0 23 15,0-23-15,0 47 16,0-47-16,0 24 15,0-1-15,0 1 16,0-24-16,0 23 16,0 1-16,0-24 15,0 23-15,0 1 16,0-24-16,0 23 31,0-23-31,-24 24 16,1-1-16,23-23 15,-24 24-15,24-24 16,-47 0-16,24 23 15,-1-23 1,24 24-16,-23-24 16,-1 0-16,1 24 15,-1-24-15,24 0 16,-23 23-16,-24-23 15,23 24-15,-23-24 16,23 23-16,1-23 16,-48 0-16,48 0 15,-24 0-15,0 0 16,23 0-16,1 0 15,-1 0-15,-23 0 16,24 0-16,-1 0 16,-23 0-16,47 0 15,-47 0-15,47 24 16,-23-24-16,-1 0 15,1 0 1,23 0-16,-24 0 16,0 0-16,1 0 15,23 0-15,-24 0 16,24 0-1,-23 0-15,23 0 16,-47 0-16,47 0 16,-24 0-16,1 0 15,-1 23-15,1-23 16,23 0-16,-47 0 15,47 0-15,-24 0 16,24 0 0,-23 0-16,-1 0 15,24 0-15,-23 0 16,-1 0-16,1 0 15,23 0-15,-24 0 16,24 0-16,-23 24 16,-1-24-16,1 0 15,23 0-15,-24 0 16,24 0-16,-23 23 15,23-23 1,-24 0 15,24 0-15,0 0-16,-23 0 15,23 0 1,-24 0-16,0 0 16,24 0-1,-23 0 1,23 24-1,0-24-15,-24 0 16,24 0 0,-23 0-16,-1 0 15,24 23-15,-23-23 16,23 0-16,-24 0 15,1 0-15,23 0 16,0 24-16,-24-24 31,24 0-15</inkml:trace>
  <inkml:trace contextRef="#ctx0" brushRef="#br0" timeOffset="2727.156">14746 11524 0,'0'0'31,"24"0"-31,-1 0 16,24 0 0,-23 0-1,-1 0-15,24 0 16,-23 0-16,-1 0 15,24 23-15,-47-23 16,24 24 0,-1-24-16,-23 23 15,0 1-15,24-1 16,-24 1-16,0 23 15,23-24-15,-23 1 16,24-1-16,-24 1 16,0-1-16,0 25 15,0-25-15,0 1 16,0 23-16,23-24 15,1 24-15,-24-23 16,23-24 0,1 23-16,-24 1 15,0-1-15,47-23 16,-47 24-1,0 23-15,47-47 16,-47 0-16,24 0 16,23 0-16,-47 0 15,23 0 1,-23 0-16,24 0 15,-1 0-15,-23 0 16,0 0-16,24 0 16,-24 0-16,0-24 15,23 1 1,-23 23 31,0-24-32,0 24 1</inkml:trace>
  <inkml:trace contextRef="#ctx0" brushRef="#br0" timeOffset="3400.1945">15475 11571 0,'-23'23'15,"-1"1"-15,1-24 16,-24 47 0,47-24-16,-71 24 15,48-47-15,-25 24 16,1-1-1,24 1-15,-24-1 16,23 1-16,-23 0 16,47-1-16,-23-23 15,-24 47-15,23-47 16,-23 24-16,47-24 15,-23 23-15,-1 1 16,24-24 0,-23 0-16,-1 23 15,1-23-15,-24 0 16,47 0-16,-24 47 15,24-47 1,0 0-16,-23 0 16,23 0 62,0 0-78</inkml:trace>
  <inkml:trace contextRef="#ctx0" brushRef="#br0" timeOffset="4825.276">14840 15334 0,'0'0'0,"0"0"16,0-24 0,0 24-16,24-23 15,-1-1-15,1 24 16,-1-23-16,24 23 15,-23 0-15,-1 0 16,24 0-16,24 0 16,-24 0-16,-47 0 15,47 0-15,24 23 16,-71-23-16,47 24 15,-24-1-15,1-23 16,-1 47-16,-23-47 16,47 24-16,-47-24 15,0 23-15,24 1 16,-24-24-1,0 23-15,0 24 16,23-47-16,1 47 16,-24-23-16,0-1 15,23 24-15,-23-47 16,24 48-16,-24-25 15,23 1-15,1 23 16,-24-24-16,23 1 16,1 23-16,-1-24 15,-23 1-15,24-24 16,-1 47-16,1-47 15,-24 0-15,47 23 16,-47-23-16,23 24 16,-23-24-16,24 0 15,-24 0-15,24 0 16,-1 0-16,1 0 15,-24 0 1,23 0-16,1 0 16,-24 0-1,0 0 16,23 0-15,-23-24 62,0 24-62,0-23-1,-23-1 1</inkml:trace>
  <inkml:trace contextRef="#ctx0" brushRef="#br0" timeOffset="6168.3528">15804 15216 0,'0'0'31,"-23"0"-15,23 0-1,-47 0-15,47 0 16,-24 24-16,24-24 16,-47 23-16,24 1 15,-1-24-15,1 0 16,23 23-1,-47-23-15,47 0 16,-24 24-16,24-1 16,0-23-16,-23 0 15,-1 0-15,24 0 16,0 24-16,0-24 15,-23 0-15,23 0 16,-24 23 0,24-23-16,0 0 15,0 24 1,-23-24-16,23 23 15,-24-23 1,24 0-16,0 0 16,-23 24-1,23-24 1,-24 23-16,1-23 15,23 24 1,-24-24-16,24 0 16,-23 0-16,-1 23 15,24-23-15,0 0 16,-24 0-1,24 47 1,-47-47 0,47 0-1,0 24-15,0-24 16,-23 0-1,23 0 1,0 0 0,-24 0-16,24 23 31,-23-23-16,23 0 1,0 24 0,0 0-1,-24-24 1,1 0-1,-1 0 1,24 0 0,0 0-1,-23 0 16,23 0-15,0 0-16,0 23 16,-24-23-1,1 0 16,23 0 125</inkml:trace>
  <inkml:trace contextRef="#ctx0" brushRef="#br0" timeOffset="18543.0606">19309 11289 0,'0'0'78,"0"0"-31,0 0-47,23 0 31,-23-24-31,0 24 16,24 0-1,-1 0 16,-23-23-31,0 23 32,24 23-17,-24 1 1,23-24-16,1 47 15,-24-24-15,23 1 16,-23-1 0,24 1-16,-1 23 15,-23-47-15,0 47 0,0-47 16,0 23-16,0 1 15,0-1 1,24 24-16,-24-23 16,0-1-16,23 24 15,-23-47-15,24 47 16,-24-47-16,0 24 15,0-24-15,23 23 16,-23 1-16,24-24 16,-1 24-1,-23-24 1,24 0-16,0 0 15,-1 0-15,-23 0 16,24 0-16,-1 0 16,1 0-1,-24 0 1,23 0-1,-23 0-15,24 0 16,-24 0-16,23 0 16,1 0-1,-24 0-15,0-24 16,23 24 62,-23-24-31</inkml:trace>
  <inkml:trace contextRef="#ctx0" brushRef="#br0" timeOffset="19449.1121">19920 11453 0,'0'0'15,"-47"24"1,47-1-16,-23-23 16,-1 24-16,24-1 15,-47 1-15,47-24 16,-23 23-16,23-23 15,-24 24-15,1-24 16,23 23-16,-24-23 16,24 24-16,0-24 15,-47 0-15,47 23 16,-24 1-16,24-24 15,-47 23 1,47-23-16,-23 24 16,23-24-16,-24 23 15,1-23-15,23 24 16,-24-1-16,1 1 15,-1-24-15,24 0 16,-23 0-16,23 24 16,-24-24-16,24 0 15,-23 23-15,-1 1 16,24-24-1,-47 23 1,47-23 0,0 0-16,0 24 15,-23-24 1,23 23-1,0-23 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9:05:08.6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1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2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3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9:09:27.21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15452 7643 0,'-24'0'0,"24"0"15,-23 0 1,-1 0-1,1 0-15,23 0 16,-47 0-16,0 0 16,-1 0-16,1 0 15,-23 0 1,23 0-16,-47 0 15,23 0-15,24 0 16,-23 0-16,23 0 16,-24 0-16,24 0 15,-24-23-15,1 23 16,23 0-16,-24-24 15,24 24-15,0-23 16,0 23-16,0 0 16,0 0-16,0-24 15,-23 24-15,22-23 16,1-1-16,24 24 15,-48 0-15,24-23 16,0-1-16,0 24 16,0-23-16,0 23 15,24 0-15,-48-24 16,48 24-16,-1 0 15,-23-24-15,-24 1 16,24 23-16,0-24 16,0 1-16,-23 23 15,46-24 1,-23 1-16,24 23 15,-24-24-15,23 24 16,1 0-16,-1-23 16,1 23-16,-1-24 15,1 24-15,-1-23 16,1 23-16,-1 0 15,1-24-15,-1 24 16,24-23-16,-24 23 16,24 0-16,-23-47 15,-1 47-15,24-24 16,-23 24-16,23-23 15,-47-1-15,47 24 16,0-47-16,-24 47 16,24-23-16,0 23 15,-23-24-15,-1 24 16,24-23-16,0-1 15,0 24-15,0-23 16,-23-1-16,23 1 16,0 23-16,0-24 15,0 24 1,0-24-16,0 1 15,0 23 1,0-24 0,0 1-16,0-1 15,0 1-15,23-1 16,-23 1-16,24-1 15,-1-23-15,48 0 16,-48 0-16,24 24 16,1-1-16,-25-23 15,48 24-15,-48-1 16,24-23-16,24 24 15,-24-24-15,0 23 16,0 0-16,23-23 16,-23 47-16,0-47 15,24 24-15,23 23 16,-47 0-16,0-47 15,0 23-15,24 24 16,-24 0-16,-24-23 16,1 23-16,70-24 15,-24 24 1,-46-23-16,47 23 15,-1 0-15,1 0 16,23 0-16,23-24 16,-23 24-16,0 0 15,24-23-15,-24 23 16,47 0-16,-70 0 15,23-24-15,47 1 16,-70-1-16,23 24 16,0-23-16,-24 23 15,24 0-15,-23 0 16,23 0-16,-47-24 15,24 24-15,23 0 16,-24 0-16,1 0 16,23 0-16,0-23 15,0 23-15,-24 0 16,1 0-16,-24 0 15,24-24-15,-1 24 16,-23 0-16,0 0 16,24 0-16,-1 0 15,1 0 1,-24 0-16,47 0 15,-23 0-15,-1 0 16,48 0-16,-48 0 16,1 0-16,-24 0 15,47 0-15,-47 0 16,24 24-16,-1-24 15,24 0-15,-23 23 16,-1-23-16,1 0 16,-24 0-16,23 0 15,-23 0-15,1 0 16,22 0-16,1 0 15,-1 0-15,1 0 16,-1 0-16,1 24 16,-24-24-16,0 0 15,0 0-15,-24 23 16,25 1-16,-25-24 15,24 0-15,-23 0 16,23 0-16,0 0 16,-24 23-16,24 1 15,-23-24 1,23 0-16,0 23 15,-24-23-15,1 24 16,23-1-16,-24-23 16,1 24-16,-1-24 15,1 23-15,-1-23 16,1 24-16,0-1 15,-1 1-15,1-24 16,-1 47-16,1-47 16,-1 23-16,1 1 15,-1-1-15,1 1 16,-1 23-16,1-23 15,-1-24-15,1 47 16,-1-47-16,-23 23 16,0 1-16,24-1 15,-24 1-15,23-1 16,1 24-16,-1-23 15,-23-1-15,0 24 16,24-23-16,-24-1 16,23 1-16,-23 23 15,0-24 1,0 24-16,0-23 15,0-1-15,0 1 16,0 0-16,0 23 16,0-24-16,0 1 15,0-1-15,-23 24 16,23-47-16,0 47 15,-47-23-15,47-1 16,0 1-16,-24-1 16,1 1-16,23-24 15,-47 47-15,47-47 16,-47 23-16,47 1 15,-47-1-15,23 1 16,-23-1-16,-23 24 16,23-23-16,-1-1 15,-22 1-15,-1 0 16,1 23-16,23-24 15,0 1-15,-47-24 16,23 23-16,48 1 16,-24-24-16,-24 23 15,0-23 1,24 24-16,24-24 15,-48 23-15,24-23 16,0 24-16,0-24 16,0 0-16,0 0 15,-23 23-15,46-23 16,-23 0-16,-24 24 15,24-24-15,0 0 16,0 0-16,0 0 16,-23 23-16,46-23 15,-46 0-15,23 0 16,0 0-16,-24 0 15,-23 0-15,70 0 16,-23 24-16,-23-24 16,23 0-16,0 23 15,0-23-15,0 0 16,0 0-16,-24 0 15,24 0-15,0 0 16,0 0-16,24 24 16,-48-24-16,47 0 15,-23 0 1,24 0-16,-24 0 15,23 0-15,1 0 16,-48 0-16,24 0 16,0 0-16,24 0 15,-24 0-15,0 0 16,23 0-16,1 0 16,-24 0-16,23 0 15,0 0-15,-23 0 16,0 0-16,24 0 15,-1 0-15,-23 0 16,24 0-16,-1 0 16,1 0-16,-1 0 15,1 0-15,-24 0 16,47 0-16,-47 0 15,23 0-15,1 0 16,23 0-16,-24 0 16,1 0-16,23 0 15,-47 0 1,47 0-16,-24 0 15,24 0 1,-23 0-16,-1 0 16,24 0-1,-47 0-15,47 0 16,-24 0-1,24 0 1,-23 0 0,23 0-1,-24 0 1,1 0-1,23 0 1,0 0-16,-24 0 16,24 0-16,-23 0 15,-1 0-15,1 0 16,23-24-1,-24 24-15,24 0 16,-23-23-16,-1 23 16,24 0-1,-23 0 1,23 0-16,-24 0 31,1-24-15,23 24-16,-24 0 15,24 0 1,-23 0-1,23 0-15,-24 0 16,24-23-16,-23 23 16,23-24-16,-24 24 15,24 0-15,-23 0 16,-1 0-16,24 0 15,-23 0-15,23-23 16,-47 23-16,47 0 16,0 0-16,-24 0 15,24 0-15,-24 0 16,1 0-1,23-24-15,0 24 16,-24 0 0,24 0 15,-23 0 0,23 0 0,-24 0 16,1 0-31,23 0-1</inkml:trace>
  <inkml:trace contextRef="#ctx0" brushRef="#br0" timeOffset="8599.4918">14840 10889 0,'0'0'78,"0"0"-63,24 0 1,-1 0-1,-23-24-15,0 24 16,24 0-16,-1 0 16,1-23-16,-24-1 15,23 24-15,-23-23 16,24 23-1,-1 0-15,-23 0 16,24-24-16,-24 24 16,0-23-16,47 23 15,-47 0-15,23 0 16,-23 0-16,24 0 31,-24 0 0,23 0 0,-23 0-31,24 0 16,-24 23 0,23 1-16,-23-24 15,0 23-15,0 1 16,24 23-1,-24-47-15,24 47 16,-24-24 0,0 1-16,23 23 15,-23-47-15,0 23 16,24 1-1,-24-1-15,0 1 16,23-24-16,1 47 16,-24-24-16,0 1 15,23-24-15,-23 24 16,24-24-16,-1 47 15,-23-47 1,0 0-16,24 0 16,-24 23-16,23-23 15,-23 0 1,24 0-16,-1 0 15,1 24-15,-24-24 16,23 0-16,1 0 16,-24 0-1,23 0-15,-23 0 63,0 0-48,0 0 1</inkml:trace>
  <inkml:trace contextRef="#ctx0" brushRef="#br0" timeOffset="9248.529">15616 10842 0,'-23'0'0,"-1"23"15,-23 1-15,24-1 16,-24 1-16,0 23 16,0-24-16,0 24 15,0-23-15,23-1 16,-23 1-16,47-24 15,-47 47-15,47-47 16,0 0 0,0 23-16,-24-23 31,24 0-16,0 24 1,0-24-16,-23 24 16,-1-24-1,24 0 1</inkml:trace>
  <inkml:trace contextRef="#ctx0" brushRef="#br0" timeOffset="11015.6301">18885 10842 0,'0'0'15,"0"-24"-15,24 24 16,-1-23-16,1-1 15,23 24-15,-24-23 16,1-1-16,0 24 16,23-23-16,-24-1 15,24 24 1,-47-23-16,47 23 0,-47-24 15,24 24 1,-24 0-16,23 0 16,1 0-1,-24 0 1,23 0 15,-23 0-15,0 0-16,24 24 15,-24-1-15,23 1 16,-23 23-16,0 23 15,0-46-15,0 23 16,0 0-16,0 0 16,0-24-16,0 1 15,0 23-15,0-24 16,0 1-16,0-24 15,0 23 1,0-23 0,0 0-16,24 0 15,-1 0-15,1 24 16,23-1-16,-47-23 15,23 0-15,24 24 16,-23-24 0,-1 0-16,24 0 15,1 0-15,-25 0 16,-23 0-16,24 0 15,-24 0 1</inkml:trace>
  <inkml:trace contextRef="#ctx0" brushRef="#br0" timeOffset="11743.6717">19756 10865 0,'-24'0'0,"1"0"0,23 24 16,-24-24-16,0 23 15,-23 1 1,0-1-16,24 1 15,-48-1-15,48 24 0,-1-23 16,-46-24 0,46 47-16,1-47 15,-24 23-15,47-23 16,-47 24-16,47-24 15,-24 23-15,24-23 16,-23 24-16,-1-24 16,24 0-16,0 24 15,-23-24 1,23 0 46</inkml:trace>
  <inkml:trace contextRef="#ctx0" brushRef="#br0" timeOffset="12287.7028">20038 10912 0,'23'-23'16,"1"23"-16,-1 0 15,48 0-15,-24 0 16,23 0-16,-22 0 16,-25 0-16,1 0 15,-1 0 1</inkml:trace>
  <inkml:trace contextRef="#ctx0" brushRef="#br0" timeOffset="12927.7394">20226 10724 0,'0'0'31,"0"0"-15,0 24-16,0 23 16,0-24-16,0 24 15,23 0-15,-23 0 16,0-23-16,0-1 15,0-23-15,0 24 16,0-24-16,0 23 16,0 1-16,0-24 15,0 23 1,0-23 15,0 0 47,24-23-78</inkml:trace>
  <inkml:trace contextRef="#ctx0" brushRef="#br0" timeOffset="13782.7883">21331 9924 0,'0'0'16,"0"24"-16,0 0 15,0-1-15,0 24 16,0-23-16,0 23 16,0 23-16,0 1 15,0-24-15,0 23 16,0 1-16,-23-24 15,23 23 1,0-22-16,0-1 16,0 0-16,0-24 15,0 24-15,0-47 16,0 24-16,0 23 15,0-24-15,0 24 16,0 0-16,0-23 16,0 23-16,0-24 15,0 1-15,0-1 16,0 1-16,0-1 15,0 1-15,0-1 16,0-23-16,0 24 16,0 0-16,0-1 15,0-23-15,0 24 16,0-1-16,0 1 15,0-24-15,0 23 16,0 1 0,0-24-16,0 23 15,0 1 1,0-1 15,0-23-15,0 24-1,-24-24-15</inkml:trace>
  <inkml:trace contextRef="#ctx0" brushRef="#br0" timeOffset="16262.9302">15052 15028 0,'0'0'16,"23"-24"-16,1 24 15,-24 0 1,23 0-16,-23 0 16,24-23-16,-24 23 15,47 0-15,-47 0 16,47-24-16,-23 24 15,-24 0-15,23 0 16,1 0-16,-24 0 16,23 0-1,-23 0-15,0 0 16,24 0-16,-1 0 31,-23 47-31,0-23 16,0-24-16,0 47 15,47 0-15,-47-23 16,0 23-16,0-24 15,0 1-15,0 23 16,0 0-16,0 0 16,0-24-16,0 24 15,0-23-15,0-1 16,0 24-16,24-47 15,-1 24-15,-23 23 16,0-24-16,24 1 16,-24-24-16,23 47 15,-23-47-15,24 24 16,-24-1-16,23 1 15,1-1-15,-24-23 16,23 24-16,24-1 16,-23 1-16,-1-24 15,24 23-15,-47-23 16,47 24-16,-23-24 15,-1 0 1,1 0-16,-24 0 16,24 0-16,-1 0 15,1 0-15,-24 0 16,23 0-1,-23-24 63,0 24-78</inkml:trace>
  <inkml:trace contextRef="#ctx0" brushRef="#br0" timeOffset="16998.9723">15993 15216 0,'0'0'31,"-24"0"-15,24 0-16,-23 0 16,-1 0-16,1 0 15,-25 24-15,1-24 16,0 47-16,0-24 15,0 1-15,0-1 16,24 24-16,-71-23 16,70-1-16,1 1 15,-24-1-15,0-23 16,0 24-16,23-1 15,1 1 1,-1-24-16,0 47 16,24-47-16,-23 0 15,23 0-15,-24 23 16,1-23-16,23 0 15,-24 0-15,1 0 16,-1 24-16,24-24 16,-23 24-1,-1-24-15,24 23 16,-23-23-16,23 0 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0:11.8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3432.1963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54768.1326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57056.2632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1:45:50.0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15687 8725 0,'0'0'31,"-24"0"0,24 0-15,-23 0-1,23 0-15,-47 0 16,23 0-16,1 0 16,-48-23-16,71-1 15,-70 24-15,46-24 16,-23 1-16,0 23 15,24-24-15,-25 24 16,1-23-16,24-1 16,-24 24-16,0-47 15,23 47-15,-46-47 16,46 24-16,-23 23 15,0-47-15,47 47 16,-23-24-16,-1 1 16,1-1-16,23 24 15,-47-23 1,47-24-16,-24 23 15,1 1-15,-1-24 16,24 23-16,-23 1 16,23-24-16,-24 23 15,24-23-15,0 23 16,0 1-16,0-24 15,47 0-15,0 23 16,-23-23-16,46 24 16,-23-24-16,-23 23 15,46-23-15,-23 24 16,47-1-16,-23 1 15,23-24-15,-23 0 16,-1 47-16,24-24 16,-23-23-16,-1 23 15,1 24-15,-1 0 16,48-23-16,-24 23 15,-23 0-15,23 0 16,0 0-16,-24 0 16,-23 0-16,47 0 15,-23 0 1,23 0-16,0 0 15,-23 0-15,-1 0 16,1 0-16,-1 0 16,1 0-16,-24 0 15,24 0-15,-1 0 16,-23 23-16,0-23 15,-23 24-15,-1-24 16,1 0-16,-1 24 16,24-24-16,-47 0 15,47 23-15,-23-23 16,-1 24-16,24-24 15,-23 23-15,23-23 16,0 24-16,0-1 16,-23 1-16,23-24 15,-47 23-15,47-23 16,-24 24-16,1-1 15,-24-23-15,23 0 16,1 24-16,-1-1 16,24-23-16,-47 24 15,47-24 1,-47 23-16,24-23 15,-1 24-15,-23-24 16,24 23-16,-24 1 16,47-1-16,-47 1 15,0-1-15,23-23 16,1 24-16,-24-1 15,0 1-15,23-1 16,-23 1-16,0-24 16,0 47-16,0-23 15,0-1-15,0 1 16,0-24-16,0 47 15,0-24-15,0 1 16,0 23-16,0-24 16,0 1-16,0-1 15,0-23-15,0 24 16,0-1-16,0-23 15,0 24-15,-23-24 16,23 23-16,-24-23 16,1 0-16,-1 47 15,1-47 1,23 0-16,-47 24 15,0-1-15,0 1 16,0-1-16,0 1 16,-24-24-16,1 47 15,-1-24-15,0-23 16,1 24-16,23-24 15,-24 0-15,1 24 16,-1-1-16,1-23 16,-24 0-16,-48 24 15,72-24-15,-24 0 16,0 0-16,23 23 15,-46 1-15,70-24 16,-24 0-16,0 0 16,48 0-16,-48 23 15,24-23-15,47 0 16,-47 0-16,0 0 15,0 0-15,47 24 16,-47-24-16,24 0 16,-1 0-16,1 0 15,-24 0 1,23 0-16,1 0 15,-1 0-15,0 0 16,1 0-16,23 0 16,-47 0-16,47 0 15,-24 0-15,1 0 16,-1 0-1,1 0-15,-1 0 16,24 0-16,-23 0 16,23 0-1,-24 0 1,24 0 93</inkml:trace>
  <inkml:trace contextRef="#ctx0" brushRef="#br0" timeOffset="4280.2446">21049 12935 0,'0'-24'0,"0"24"15,24 0 1,-1 0-1,-23-23 1,24 23 0,-1 0-1,1-24-15,-24 1 16,23 23-16,1 0 15,-1 0-15,24-24 16,-47 24-16,47 0 16,-47 0-16,24 0 15,-1-23 1,1 23-16,-24 0 15,23 0 17,-23 0-32,0 0 15,24 23-15,-1 1 16,-23-1-16,0 1 15,0-1-15,24 1 16,-24-1-16,0 1 16,23-1-16,-23 1 15,0-1-15,24 24 16,-24-23-16,0 0 15,23-1-15,1 1 16,-24-1-16,0 1 16,24-1-16,-24-23 15,0 0-15,23 0 16,1 24-16,-24-1 15,23-23-15,-23 0 16,24 24-16,-1-24 16,1 0-16,-24 0 15,47 0 1,0 0-1,-47 0 1,23 0 0,-23 0-1,24 0-15,-1 0 16,-23 0-1,0 0-15,24-24 16</inkml:trace>
  <inkml:trace contextRef="#ctx0" brushRef="#br0" timeOffset="5240.2996">21825 12888 0,'0'0'15,"0"23"-15,-23 1 16,-1-1-16,24-23 15,0 47-15,-47-23 16,47-1-16,0 1 16,-47-1-16,47 1 15,-23 0-15,-1-1 16,24 1-16,-23-1 15,-1 1-15,24-24 16,-24 47-16,24-47 16,-23 23-16,23-23 15,-24 24-15,24-24 16,0 0-1,0 23 48,-23-23-32,23 24-15,0-24-1</inkml:trace>
  <inkml:trace contextRef="#ctx0" brushRef="#br0" timeOffset="6420.3672">20179 17450 0,'0'0'15,"0"0"-15,0-23 16,23 23-16,-23 0 16,0-47-16,24 23 15,-1 1 1,24-48-16,-23 48 15,0-24-15,-1 23 16,24-23-16,-23 47 16,-24-23-16,23 23 15,1 0-15,-1 0 16,-23 0-1,24 0 1,-24 0-16,0 0 16,23 23-16,1 48 15,-24-1-15,23 1 16,1-24-16,-1 0 15,-23 23-15,24 1 16,-24 23-16,23-47 16,1 0-16,-1-23 15,-23 23-15,24-47 16,-1 23-16,-23 1 15,0-24-15,24 23 16,23 1-16,0 23 16,0-47-1,24 23-15,-24 1 16,0-24-16,0 0 15,0 0-15,-24 0 16,-23 0 0,0 0 15,0 0 16,0-24-32,0 1-15,0-1 16</inkml:trace>
  <inkml:trace contextRef="#ctx0" brushRef="#br0" timeOffset="7073.4046">21073 17286 0,'0'0'16,"-24"23"-16,1 1 15,23-1-15,0-23 16,-24 24-16,-23-1 16,23 24-16,1 0 15,-24-23-15,23 23 16,-23-23-16,24 23 15,-1-47-15,-23 23 16,24 24-16,-24-23 16,23 23-1,-23-24-15,24 1 16,-24-1-16,47 1 15,-24-24-15,24 23 16,0 1 0,-23-24-1,23 0 79,0 0-94,47 0 15,23-47-15,1 47 16</inkml:trace>
  <inkml:trace contextRef="#ctx0" brushRef="#br0" timeOffset="7592.4342">21355 17709 0,'47'0'15,"23"0"-15,-23 0 16,0 0-16,1 0 16,22 0-16,-70 0 15,24 0-15,-24 0 16,23 0 46,-23 0-62,24 0 16,-1 0-1</inkml:trace>
  <inkml:trace contextRef="#ctx0" brushRef="#br0" timeOffset="8113.464">21637 17474 0,'0'23'16,"0"1"-16,0 23 15,-23 24-15,23-24 16,0-24-16,0 24 16,0 0-16,0 0 15,0-23-15,0-1 16,0 1-16,0-24 31,0 0 47,23 0-62,-23-24-16</inkml:trace>
  <inkml:trace contextRef="#ctx0" brushRef="#br0" timeOffset="9088.5198">22366 17380 0,'0'23'16,"0"24"-16,0 0 16,0 48-16,0-48 15,24 47-15,-24 23 16,0-46-16,23-1 15,-23 1-15,0-1 16,24-23-16,-24 1 16,0-1-16,0-24 15,0 24-15,23-23 16,-23-1-16,0 1 15,24 23-15,-24-47 32,0 0 61,0 0-93,0-24 16,0-23-16,0-23 15</inkml:trace>
  <inkml:trace contextRef="#ctx0" brushRef="#br0" timeOffset="10384.5939">27705 12323 0,'0'-47'16,"47"-23"-16,0 23 16,0 0-16,-24 0 15,48-24-15,-47 24 16,23 0-16,-24 0 15,1 47-15,-1 0 16,1-47-16,-1 47 16,-23 0-16,24 0 15,-1 0 1,1 0-1,-24-24-15,0 24 16,23 0 0,-23 47-16,47-23 15,-23 23-15,-24 24 16,23-1-16,24 1 15,-23-24-15,-1 117 16,24-70-16,0 24 16,0 0-16,1-48 15,-25-23-15,24 24 16,-23-24-16,23-24 15,-24 1-15,1-1 16,-24 1-16,47-24 16,-47 0-16,23 0 15,24 23-15,-23-23 16,-1 0-16,24-23 15,-23 23-15,-1 0 16,-23-24-16,24 1 16,-1 23-16,-23 0 15,24-24-15,-24 24 16</inkml:trace>
  <inkml:trace contextRef="#ctx0" brushRef="#br0" timeOffset="11504.658">28834 11571 0,'0'0'15,"0"0"1,0 23-16,0-23 16,0 24-16,0-1 15,-24 1-15,1-24 16,-1 47-16,1-24 15,23 1-15,-47-1 16,23 24-16,1-47 16,23 48-16,-47-25 15,23-23-15,0 47 16,-23-23-16,24-1 15,-1 1-15,24-1 16,-23-23 0,-1 24-16,1 23 15,-1-47-15,24 23 16,-23 1-16,23-24 15,-24 23-15,24-23 16,-23 24-16,23-24 16,-24 23-1,1 1-15,23-24 16,-24 23-16,1 1 15,-1-24-15,24 23 16,-23-23-16,-1 24 16,24-24-16,-23 23 15,23 1 1,0-24-16,-24 0 15,24 0-15,-23 23 16,-1-23 0,24 24-16,0-24 15,-23 23 1,-1-23-16,24 0 15,-23 24 1,23-24 0,0 0-16,-48 24 15,48-1 1,-23-23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09:57.0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26865 16137 0,'99'-248'110,"-49"248"-110,248-75 109,-249 100-109,274 521 109,-273-322-109,124 223 109,223-547 47,-397 100-156</inkml:trace>
  <inkml:trace contextRef="#ctx0" brushRef="#br0" timeOffset="814.0466">27933 16112 0,'-274'75'109,"-197"247"0,421-247-109,75-50 156,-25-25-156</inkml:trace>
  <inkml:trace contextRef="#ctx0" brushRef="#br0" timeOffset="1448.0829">28429 16311 0,'273'-75'109,"-248"75"62,-25 0-171</inkml:trace>
  <inkml:trace contextRef="#ctx0" brushRef="#br0" timeOffset="2039.1167">28603 16112 0,'25'522'109,"0"-473"32,74-198-126,-99 149-15</inkml:trace>
  <inkml:trace contextRef="#ctx0" brushRef="#br0" timeOffset="2586.148">29497 15765 0,'49'670'109,"-98"149"63,24-819-172,25 0 62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0:11.8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3432.1963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54768.1326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57056.2632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1:48:38.40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19638 8890 0,'-24'0'16,"1"-24"-16,-1 24 16,24 0-16,-47 0 15,47 0-15,-23 0 16,-24 0-1,0 0-15,-24 0 16,-23 0-16,0 0 16,-47 0-16,70 0 15,1 0-15,-1 0 16,24-23-16,24 23 15,-1 0-15,1-24 16,-1 24-16,1-23 16,-24 23-16,0-24 15,23 1-15,-23-1 16,0-23-16,-24 23 15,48-23-15,-1 24 16,1-24-16,-24 0 16,23 23-16,1-23 15,-1 24-15,24-1 16,-23-46-16,23 46 15,-24-23-15,1-23 16,23 23-16,0 0 16,0 23-16,0-23 15,0 0-15,23 23 16,1-23-1,-24 0-15,23 24 16,1-24-16,-1 23 16,24-23-16,-23 24 15,23-1-15,0 1 16,0-1-16,0-23 15,24 47-15,46-47 16,-70 24-16,71-1 16,-24 1-16,0 23 15,47 0-15,-23 0 16,23 0-16,-24 0 15,1 0-15,-24 0 16,0 0-16,0 0 16,-23 0-16,23 0 15,0 0-15,-24 0 16,25 23-16,-48-23 15,0 0-15,23 0 16,-23 0-16,0 0 16,0 24-16,0-24 15,-23 47-15,23-24 16,0-23-1,-24 24-15,24-1 16,-47-23-16,47 47 16,-47-47-16,24 47 15,0-23-15,23-1 16,-47 1-16,23 23 15,1-24-15,-24 1 16,0 46-16,23-46 16,1-1-16,-24 48 15,23-71-15,-23 24 16,0 23-16,0 0 15,24-24-15,-24 24 16,0-47-16,0 47 16,0-23-16,-24-1 15,1 1-15,23 23 16,-24-24-16,1 24 15,-1-23-15,-23-1 16,24 1-16,-48 23 16,47-47-16,1 47 15,-48-24-15,71 1 16,-70-24-1,46 24-15,1-24 16,-1 0-16,1 23 16,-1-23-16,1 24 15,-48-1-15,24 1 16,24-24-16,-48 23 15,24 1-15,0-1 16,0-23-16,0 0 16,23 24-16,-23-1 15,0-23-15,24 0 16,-24 0-16,0 24 15,0-24-15,23 0 16,-23 23-16,24-23 16,-24 24-16,23-24 15,-47 0-15,48 0 16,-1 0-16,-23 0 15,0 0-15,24 0 16,-1 0 0,24 0-16,-23 0 31,23 23-31,-24-23 15,1 0 1</inkml:trace>
  <inkml:trace contextRef="#ctx0" brushRef="#br0" timeOffset="3471.1985">23824 11994 0,'0'0'16,"24"0"-1,-24 0 1,0 0-1,23 0 17,1 24-17,-1-1 1,1-23-16,23 24 15,0-1-15,0 24 16,47 24-16,-23-48 16,-1 71-16,1-47 15,-24 24-15,23 0 16,-46-1-16,23 24 15,-24-70-15,-23 23 16,24 0-16,-1-24 16,-23 24-16,24-47 15,-1 47 1,-23-23-16,0-1 15,24-23-15,-1 0 16,-23 0 15,24 0-31,-24 0 16,24 0-16,-24 0 15,23-23-15,1-1 16,-24 24-16,0-23 16,0-1-16,0-23 15,0 24-15,0-1 16</inkml:trace>
  <inkml:trace contextRef="#ctx0" brushRef="#br0" timeOffset="3919.2242">24577 12159 0,'-24'47'15,"1"-24"-15,-24 24 16,23 0-16,-23 0 16,24 0-16,-24-23 15,0 23-15,23-23 16,1-1-16,-1 1 15,24-24-15,-23 47 16,23-47-16,0 0 16,-24 0-16</inkml:trace>
  <inkml:trace contextRef="#ctx0" brushRef="#br0" timeOffset="4847.2769">27799 12159 0,'47'-47'0,"-47"47"15,47 0-15,-47-24 16,47 1-16,-23 23 15,-24 0-15,23 0 16,1 0-16,-24 0 16,23 23-16,48 1 15,-48 23-15,24-47 16,-23 70-16,-1-46 15,1 23-15,-24 0 16,47 23-16,-24 1 16,1 0-16,-24-24 15,23 23 1,1-23-16,-1 0 15,-23 0-15,24 0 16,-24 0-16,23-23 16,24 23-16,-23-24 15,-24-23-15,23 24 16,1-24-1,0 0-15,-1 0 16,1 0-16,-1 0 16,24 0-16,-23 0 15,-1 0-15,24 0 16,-47 0-1,24-24-15,-1 1 16,-23 23-16,0 0 16,0-24-16,24 24 15,-24 0 1,0 0 31</inkml:trace>
  <inkml:trace contextRef="#ctx0" brushRef="#br0" timeOffset="5399.3088">28763 12088 0,'0'24'0,"-23"-1"15,-1 24-15,-46-23 16,46 46-16,-70-23 15,47 0-15,-24 24 16,-46 0-16,70-24 16,-47 0-16,47 0 15,-24-24 1,1 24-16,22-23 15,25-1-15,-71 24 16,70-23-16,-23-1 16,24 1-16,-1-24 15,1 0-15,23 23 16,-24-23-16,1 0 15,23 24-15,-24-1 16,24-23 62,-23 0-62</inkml:trace>
  <inkml:trace contextRef="#ctx0" brushRef="#br0" timeOffset="6327.3619">23189 16698 0,'47'0'0,"-23"-47"16,23 23-16,0-23 16,0 47-16,23-47 15,1 0-15,-24 47 16,0-23-16,0 23 15,-23 0-15,-24 0 16,47 0-16,-47 0 16,23 0-16,-23 47 15,24-24-15,-1 24 16,24 24-16,-23-1 15,-1 24-15,24-47 16,0 71-16,-23-71 16,-1 24-16,1-24 15,23-24 1,-47 24-16,47 0 15,-23-23-15,23-1 16,0 1-16,0 23 16,-24-24-16,48-23 15,-24 24-15,-24-24 16,1 0-16,-1 0 15,1 0-15,-1 0 16,-23 0-16,24 0 16,-24-24-16,0 24 31,0-23-16,0-1-15,0 24 16,0-23-16,0-1 16</inkml:trace>
  <inkml:trace contextRef="#ctx0" brushRef="#br0" timeOffset="6783.388">24553 16674 0,'0'0'0,"-23"24"16,-1-1-16,-23 1 16,-23 46-16,-24-23 15,23 24-15,-70 23 16,23-23-16,24 23 15,-23-47-15,23 23 16,0-23-16,47 0 16,-1-47-16,25 0 15,23 0 110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10:17.9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27411 15988 0,'25'-25'94,"298"-273"15,-149 522 0,-50 496 1,-75-546-110,398-174 109,-323-75 31,-173 1-93,49 74-47</inkml:trace>
  <inkml:trace contextRef="#ctx0" brushRef="#br0" timeOffset="690.0395">28280 15740 0,'-372'273'109,"-1"149"1,299-348-110,-26 51 202,100-125-202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0:11.8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3432.1963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54768.1326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57056.2632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1:48:47.9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22625 8443 0,'0'0'15,"0"0"1,-47 0-16,23 0 15,-23 0-15,-23 0 16,-48 0-16,-23-24 16,-24-23-16,1 0 15,-24-23-15,46-1 16,1 24-16,71-23 15,-1 46-15,71 24 16,-23-47-16,-1 23 16,24 1-1,0 23-15,0-24 16,0-23-16,0 0 15,24-23-15</inkml:trace>
  <inkml:trace contextRef="#ctx0" brushRef="#br0" timeOffset="2288.1308">21331 7808 0,'0'0'16,"0"0"-1,0-24 1,71 1-16,-24-24 15,23 23-15,48 1 16,-24-24-16,47 23 16,0-46-16,24 46 15,47-23 1,-48 47-16,1-23 15,0-1-15,46 0 16,24 24-16,24 0 16,-71 0-16,71 0 15,-71-23-15,0 23 16,47 0-16,-70 0 15,23 0-15,-23 0 16,23 0-16,-47 0 16,47 0-16,-47 0 15,47 0-15,-23 23 16,0 1-16,23-24 15,0 0-15,47 24 16,0-24-16,-23 23 16,0-23-16,-1 24 15,-22-24-15,22 0 16,-46 0-16,23 0 15,-70 0-15,46 0 16,-23 0-16,-23 0 16,23 0-16,0 23 15,-23-23 1,-1 24-16,1-1 15,-24 24-15,0-23 16,-47-24-16,71 47 16,-48-24-16,-23 1 15,24-1-15,-48 1 16,24-24-16,-23 47 15,-24-47-15,0 23 16,0 1-16,0 23 16,0-24-16,23 24 15,-23 0-15,0 48 16,-47-1-16,47-24 15,-47 48-15,-23-24 16,-24 0-16,23 24 16,1-24-16,-48 0 15,0 0-15,1-47 16,-1 23-16,1-46 15,-1-1-15,-70-23 16,47 0-16,-24 24 16,1-24-1,-25 0-15,25 0 16,-48 0-16,24 0 15,-24 0-15,24 0 16,24 0-16,-1 0 16,-47 0-16,48 0 15,-25 0-15,-22 0 16,70 0-16,-71 23 15,47-23-15,1 0 16,23 0-16,-24 0 16,0 0-16,-23 0 15,47 0-15,47 0 16,0-23-16,47 23 15,0 0-15,23 0 16,24-24-16,-23 24 16,-1-23-16,-23 23 15,24-24-15,-24 24 16,0 0-16,0 0 15,0-23-15,23 23 16,-23 0-16,24 0 16,-24-24-1,-1 24-15,25 0 16,-48 0-16,24 0 15,-23-23-15,46-1 16,-46 24-16,23-23 16,0 23-16,0-24 15,0 1-15,0-1 16,0 1-16,-24-1 15,47 1-15,-23 23 16,0-24-16,0-23 16,24 24-16,-24 23 15,23-47-15,1 47 16,23-24-16,-24 24 15,24 0-15,-23-24 16,-1 24-16,1-23 16,-1-24-16,1 47 15,-1-47-15,-23 23 16,24-23-16,-24 24 15,47-1-15,-48 24 16,48-23-16,0 23 16,-23 0-1,23 0-15,0 0 16,-24 0 15,1 0-15,23 0-16</inkml:trace>
  <inkml:trace contextRef="#ctx0" brushRef="#br0" timeOffset="3448.1972">23307 11665 0,'0'0'15,"0"0"1,23 0 0,24 0-16,24-47 15,47 0-15,-48 23 16,48 1-16,-24-24 15,-24 47-15,1 0 16,-48 0-16,1 0 31,-24 0-31,23 0 16,-23 23-16,0 24 15,24 0-15,-1 0 16,1 24-16,0 23 16,-24 0-16,47-47 15,-24 24-15,24-1 16,-23-23-16,-1 0 15,1-23-15,-1-1 16,1-23-16,-1 0 16,1 0-16,-24 0 15,47 0-15,0 0 16,-24-47-16,71 24 15,-70-24-15,-1 23 16,1 1-16,-1-1 16,1 1-16,-24 23 15,0-24-15,0 24 16</inkml:trace>
  <inkml:trace contextRef="#ctx0" brushRef="#br0" timeOffset="3912.2237">24530 11665 0,'-24'47'15,"-46"-24"-15,-1 24 16,1-23-16,23 23 15,-47 24-15,23-24 16,24-24-16,-24 24 16,48-23-1,-24-1-15,23-23 16,1 24-16,23-24 15,-24 23-15,24-23 78,0-23-62,47-24-16</inkml:trace>
  <inkml:trace contextRef="#ctx0" brushRef="#br0" timeOffset="4648.2658">27728 11618 0,'0'0'16,"24"0"-16,23-24 16,-24 24-16,71-47 15,-23 24-15,-24 23 16,24-47-16,23 23 15,-71 24-15,1 0 16,-24 0-16,23 0 16,-23 24-1,24-1-15,-24 71 16,23-23-16,1-1 15,-24-23-15,0 0 16,23 1-16,-23 22 16,24-23-16,-24-23 15,23 23-15,1-24 16,-24 1-16,23-24 15,1 23-15,-24-23 16,23 0-16,24 24 16,-23-24-16,23 0 15,0 0-15,24 0 16,-48 0-16,24-24 15,-23 1-15,-1-1 16,-23 24-16,24 0 16,-24-23-16</inkml:trace>
  <inkml:trace contextRef="#ctx0" brushRef="#br0" timeOffset="5160.2951">28857 11665 0,'-23'0'0,"-1"70"16,-23-46-16,0 46 16,-47-46-16,47 47 15,-24-24-15,-23 47 16,0-47-16,47-24 15,0 24-15,0-47 16,24 24-16,-1 23 16,1-47-1,23 0 1,-24 0-16,24 0 93,24 0-93,70-24 16,47-46-16</inkml:trace>
  <inkml:trace contextRef="#ctx0" brushRef="#br0" timeOffset="5569.3185">29304 11806 0,'47'0'0,"0"0"15,0 0-15,0 0 16,0 0-16,-23 0 15,-1 0-15,-23 0 16,24 0-16,-24 0 16,23 0-1,-23 0-15,47 0 16,-47 0-1,0-24 1</inkml:trace>
  <inkml:trace contextRef="#ctx0" brushRef="#br0" timeOffset="6072.3472">29539 11594 0,'0'0'15,"0"24"-15,24-1 16,-24 1-16,0 23 16,0 0-16,0-24 15,0 24-15,0 1 16,0-1-16,23-24 15,-23 1-15,0-1 16,0-23-16,0 24 16,0-24 93,0-24-109,47-23 15</inkml:trace>
  <inkml:trace contextRef="#ctx0" brushRef="#br0" timeOffset="6576.3761">30104 11242 0,'0'0'0,"0"23"0,23 24 16,-23 0-1,0 0-15,0 24 16,0-1-16,0 1 16,0-1-16,0-23 15,0 24-15,0 0 16,0-1-16,0-23 15,0 0-15,47 0 16,-47-23-16,0-1 16,0-23-1,0 24-15,24-1 31,-24-23-15,0 0-16,0 24 47,0-24-16,0 0-15</inkml:trace>
  <inkml:trace contextRef="#ctx0" brushRef="#br0" timeOffset="8152.4663">23613 16463 0,'0'0'0,"23"0"32,-23-24-32,47 24 15,0-47-15,0 24 16,0 23-1,47-47-15,-47 23 16,0 24-16,0 0 16,-47 0-1,24 0-15,-24 0 16,0 0-16,23 0 15,-23 0 1,0 0 31,24 24-47,-24-24 15,24 23-15,-24 1 16,0 23-16,0-24 16,0 1-16,0 23 15,0-24-15,0 1 16,47 23-16,-47-24 15,0 1-15,47 23 16,-47-47-16,23 23 16,-23 1-16,24-1 15,-24 1-15,23-24 16,-23 23-1,24-23-15,23 0 16,-47 0 0,23 24-16,24-24 15,-23 0-15,-1 0 16,24 0-16,-47 0 15,24 0-15,-24 0 16,0 0-16,23 0 16,-23 0 62</inkml:trace>
  <inkml:trace contextRef="#ctx0" brushRef="#br0" timeOffset="8687.4967">24530 16298 0,'0'24'0,"-24"23"15,-23-24-15,24 24 16,-48 47-16,-23-47 16,24 0-16,-25 47 15,25-23-15,-24-24 16,47 0-1,23-24-15,1 1 16,23-24-16,-24 0 16,24 0 140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10:21.2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27585 16087 0,'174'-223'109,"49"273"0,-148 645 1,-75-447-110,25-99 124,322-323 48,-471 0-141,124 174-31</inkml:trace>
  <inkml:trace contextRef="#ctx0" brushRef="#br0" timeOffset="564.0322">28206 15864 0,'-298'348'94,"-174"198"109,472-546-203</inkml:trace>
  <inkml:trace contextRef="#ctx0" brushRef="#br0" timeOffset="2028.116">28504 16509 0,'322'-49'94,"-98"-1"124,-224 50-218</inkml:trace>
  <inkml:trace contextRef="#ctx0" brushRef="#br0" timeOffset="2607.1491">28603 16137 0,'0'397'109,"25"-173"110,24-299-204,-49 75-15</inkml:trace>
  <inkml:trace contextRef="#ctx0" brushRef="#br0" timeOffset="3649.2087">29770 15516 0,'-25'497'109,"0"-348"-109,-24 198 110,24-148-110,0 99 109,25-273-109,0 74 171,25-99-61,-25 0-110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0:11.8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3432.1963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54768.1326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57056.2632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11:06.8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23495 12394 0,'47'0'15,"-47"-47"-15,71 47 16,-24 0-16,-47-24 15,47 1-15,-24 23 16,1 0-16,23 0 16,-47 0-16,47 0 15,-47 0-15,23 0 16,-23 0-16,24 0 15,-1 0-15,-23 23 16,24 1 0,-24-1-16,23 1 15,-23 46-15,24 25 16,-24-1-16,0 0 15,23 0-15,-23 23 16,0-70-16,0 24 16,0-71-16,24 23 15,-24 1 1,23-24-1,1 0 1,-1 0-16,25 0 16,-1 0-16,23 0 15,1 0-15,-1-24 16,-46 1-16,23 23 15,-24-47-15,1 47 16,-24-24-16,0 1 109,0-1-93</inkml:trace>
  <inkml:trace contextRef="#ctx0" brushRef="#br0" timeOffset="624.0357">24295 12464 0,'0'0'31,"-24"0"-31,24 24 15,-47-24-15,-47 47 16,47-23-16,0-24 16,0 47-16,-24-24 15,48 1-15,-24-1 16,0 1-16,23 23 15,-23-24-15,47-23 16,0 24-16,-47-24 16,47 0-1,0 23-15,-23 1 16,23-24-1,-24 0 1,24 0 15,0 0-15,0 0 46,24 0-46</inkml:trace>
  <inkml:trace contextRef="#ctx0" brushRef="#br0" timeOffset="1888.108">27705 12206 0,'47'0'0,"-47"0"16,47-24-16,-24 24 16,-23 0-16,47-23 15,-23 23-15,-1 0 16,25 0-16,-48 0 15,23 0-15,1 0 16,-1 0-16,-23 0 16,24 0-16,-24 0 15,23 23-15,1 1 16,-24-1-16,23 1 15,1 23-15,-24 23 16,23-23 0,1 0-16,-1 48 15,-23-48-15,24 23 16,-24-23-16,23 0 15,1 24-15,-24-1 16,0-23-16,0-23 16,47 23-16,-47-47 15,0 23-15,23-23 16,-23 0-16,0 0 15,24 0-15,-24 24 16,23-24 0,1 0-16,-1 0 15,24 0-15,-23 0 16,-1 0-16,25 0 15,-25 0-15,1 0 16,-24-24-16,23 24 16,-23 0-16,0 0 15,0-23 16,0-1 47</inkml:trace>
  <inkml:trace contextRef="#ctx0" brushRef="#br0" timeOffset="2640.151">28551 12347 0,'0'0'47,"0"0"-32,-23 0-15,-1 0 16,1 0-16,-1 23 16,-46 1-16,46-24 15,-23 47-15,0-24 16,-23 25-16,46-48 15,-23 23-15,0 1 16,24-1-16,-24-23 16,0 47-16,23-47 15,-23 24-15,47-1 16,-24-23-16,24 0 15,0 0-15,-23 24 32,23-24 139</inkml:trace>
  <inkml:trace contextRef="#ctx0" brushRef="#br0" timeOffset="4040.2311">23519 16604 0,'23'0'0,"-23"0"15,47 0-15,-23-47 16,-1 47-16,24-24 16,-23 1-16,23-1 15,-24 24-15,1 0 16,23 0-16,-24-23 15,1 23-15,-24 0 16,23 0-16,-23 0 16,24 0-16,-1 0 15,-23 23-15,0 1 16,24-1-16,-24 24 15,0 0-15,23 0 16,-23 24 0,24-24-16,-24 23 15,0-23-15,23-23 16,-23 23-16,0-47 15,24 24-15,-24 23 16,0-47-16,0 23 16,23-23-16,1 24 15,0-24-15,-1 23 16,1-23-16,-1 0 15,1 0-15,23 24 16,0-24-16,0 0 16,-24 0-16,24 0 15,-47 0-15,24 0 16,-24 0-16,0 0 15,23 0 1,-23-24-16,0 24 78,0 0-62,0-23-16,0 23 15</inkml:trace>
  <inkml:trace contextRef="#ctx0" brushRef="#br0" timeOffset="4600.2631">24342 16580 0,'-24'0'0,"1"24"15,-1-1-15,-46 1 16,23 23 0,23 0-16,-70-24 15,23 48-15,24-48 16,-23 24-16,23-23 15,23 0-15,-23 23 16,0-24-16,0 1 16,47-24-16,-23 23 15,23-23-15,-24 24 16,1-24-1,23 0 79</inkml:trace>
  <inkml:trace contextRef="#ctx0" brushRef="#br0" timeOffset="11648.6662">20532 9031 0,'-47'0'16,"23"0"-1,1 0 1,-1 0-16,-46 0 15,22 0 1,-22 0-16,23 0 16,0 0-16,-24 0 15,1 0-15,-24 0 16,47 0-16,0 0 15,-24 0-15,24 0 16,0 0-16,-24 0 16,24-47-16,0 47 15,24 0-15,-48 0 16,48-24-16,-1 24 15,-46-23-15,46 23 16,1-24-16,-48 1 16,48-1-16,-1 24 15,1-23-15,-1 23 16,-47-47-16,71 47 15,-23 0-15,-1-24 16,1 24-16,23-47 16,-24 47-16,1-23 15,-1-1 1,24 24-16,0-24 15,-23 24 1,-1-23-16,24-1 16,0-23-16,-23 47 15,23-23-15,0-1 16,-24 1-16,1-24 15,23 47-15,0 0 16,0-24-16,0 1 16,-24-1-16,24 24 15,0-23-15,0-1 16,0 1-1,0 23-15,0-24 16,0 1-16,0-1 16,0 24-16,24-23 15,-1-24-15,24 23 16,-23 1-16,23-24 15,0 47-15,-47 0 16,47-24-16,-47 24 16,47 0-16,-47-24 15,23 24-15,25-23 16,-25 23-16,24 0 15,-23 0 1,23 0-16,0-24 16,0 1-16,0 23 15,23 0-15,1-24 16,-1 24-16,24 0 15,-23 0-15,0 0 16,-1 0-16,1 0 16,-1 0-16,-23 0 15,0 0-15,0 0 16,0 0-16,0 24 15,0-1-15,-23-23 16,47 0-16,-24 24 16,0-1-16,0 1 15,23-24-15,-23 24 16,-23-24-16,23 23 15,0 1-15,-47-24 16,47 0-16,-24 23 16,24 1-16,-47-24 15,24 23-15,23-23 16,-47 24-16,47-1 15,-47-23 1,24 24-16,-24-24 16,0 23-16,23-23 15,-23 24-15,24-24 16,-24 23-16,23 1 15,-23-1-15,0 1 16,0-24-16,24 23 16,-24 1-16,0-1 15,0-23-15,0 47 16,0-47-16,0 47 15,0-47-15,0 24 16,0 23-16,0-47 16,0 47-16,-24-47 15,24 24-15,-23-24 16,23 23-16,-24-23 15,24 24 1,-23-1-16,23-23 16,0 24-16,0-24 15,-47 0-15,47 23 16,0-23-16,-24 0 15,24 24 1,-24-24-16,1 23 16,23-23-16,0 0 15,-24 0-15,24 24 16,-23-24-1,-1 0-15,24 0 16,-23 0-16,23 23 16,-24-23-16,24 0 15,-23 24 1,-1-24-16,24 0 15,0 0-15,-23 0 16,23 0-16,-24 0 16,1 0-1,23 0-15,-24 23 16,24-23-1,-23 0-15,23 0 16,-24 0 0,1 0-16,23 0 15,0 24-15,-24-24 16,24 0-1,0 23 17</inkml:trace>
  <inkml:trace contextRef="#ctx0" brushRef="#br0" timeOffset="24224.3856">27987 16251 0,'24'0'0,"-1"-24"16,1 1-16,23-1 15,-24 1 1,24-24-16,-23 47 15,-1-24-15,24 24 16,-23 0-16,-1-23 16,1 23-16,-1 0 15,1 0-15,-24 0 16,23 0-16,1 0 15,-24 0-15,23 0 16,1 23-16,-1-23 16,-23 24-16,24-1 15,-24 1-15,23-1 16,1 1-16,-24 23 15,24-24-15,-1 25 16,-23-25-16,24 24 16,-1-23-16,-23-1 15,24 24-15,-1-23 16,-23-1-16,24 1 15,-1-1-15,1-23 16,-1 24-16,-23-24 16,24 23-16,-1-23 15,1 0 1,-24 0-16,23 24 15,24-1-15,-23-23 16,23 0-16,23 0 16,-23 0-16,24 0 15,-24 0-15,-23 0 16,23 0-16,-47 0 15,23-23-15,-23 23 16,0 0-16</inkml:trace>
  <inkml:trace contextRef="#ctx0" brushRef="#br0" timeOffset="24928.4259">29139 15945 0,'-23'0'0,"23"24"16,-24-1-16,1 1 15,-24-1-15,0 1 16,23-1-16,-23 24 15,0-23-15,0 23 16,-23-24-16,46 1 16,-23 23-16,-23-23 15,46-1 1,-23 1-16,47-1 15,-24 1-15,-23-1 16,24 1-16,-24-24 16,23 47-16,1-47 15,-1 23-15,1 1 16,-24-1-16,23 1 15,-23-1-15,0 1 16,47-1-16,-23-23 16,-1 0-16,24 24 15,-23-24-15,23 0 47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0:11.8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22625 12323 0,'0'-47'110,"0"24"-110,23-1 15,-23-23-15,0 24 16,24-24-16,-1 0 15,-23 0-15,24 23 16,-24-23-16,23 0 16,-23 24-16,0-1 15,24 0 1,-24 1-16,0-1 15,0 24-15,0-47 16,23 0-16,-23 24 16,24-24-16,-24-24 15,0 48-15,0-1 16,0-46-16,23 23 15,-23 23-15,0-23 16,0 0-16,0-47 16,0 47-16,0-24 15,0 24-15,0 0 16,0 0-16,0-47 15,0 47-15,0-23 16,-23-1-16,-1-23 16,1 0-16,-24 23 15,23 24-15,1-23 16,-48-24-16,71 23 15,-23 24-15,-1 0 16,1-24-16,-24 24 16,23-23-16,1 23 15,-24 0 1,0-24-16,0 48 15,23-24-15,-23-24 16,0 48-16,23-24 16,-46 0-16,46 23 15,-23-23-15,24 23 16,-1 1-16,-23-1 15,24-23-15,-48 24 16,48-1-16,-24-23 16,23 24-16,-23-1 15,24 24-15,-1-23 16,-23-24-16,-24 23 15,24 1-15,24-1 16,-48 1-16,24 23 16,24-47-16,-48 47 15,48-24-15,-1 24 16,24-23-16,-23 23 15,23 0-15,-47 0 16,47 0 0,0-24-1,-24 24-15,24 0 16,-23-23-1,23 23 1,-24 0-16,24-24 16,-23 24-16,23-23 15,-24 23-15,24-24 16,-23 24-16,23-24 15,0 1-15,-24 23 16,24-24 0,0 24-16,0-23 15,-24-1-15,24 24 31,0-23-31,0 23 32,0-24-32,0 24 31,0-23-16,0-1 17,0 24-17,0-23 110,0 23-31,0-24-79,0 1 16,-23 23-15,23 0-16,0-24 16,0 24-1,0-23 1,0 23-1,0-24 17,0 1 14,0 23 17,-24 0-1</inkml:trace>
  <inkml:trace contextRef="#ctx0" brushRef="#br0" timeOffset="3432.1963">20884 8349 0,'24'0'31,"-24"0"-15,23 23-1,1-23 1,0 0 0,-24 24-16,23-1 15,1-23-15,-1 24 16,-23-24-1,47 23-15,-23 1 16,23-24-16,0 47 16,0-24-16,0 1 15,23-1-15,-23 1 16,0-1-16,0-23 15,24 48-15,-24-25 16,-23-23-16,23 24 16,-24-1-16,24 1 15,-23-24-15,-1 23 16,48 1-16,-48-24 15,24 23-15,0 1 16,24-1-16,-1 1 16,-23-1-16,24 1 15,0-24-15,-1 23 16,24 24-16,-23-23 15,-24-24-15,23 0 16,1 23-16,-1 1 16,-22-1-16,46 1 15,23-24-15,-46 0 16,23 0-1,0 23-15,23-23 16,-22 0-16,-25 24 16,1-24-16,23 0 15,-47 0-15,47 0 16,-24 23-16,24-23 15,-46 0-15,46 0 16,-47 24-16,23-24 16,1 0-16,-1 0 15,1 0-15,-1 23 16,1-23-16,-24 24 15,24 0-15,23-24 16,-24 0-16,1 23 16,23 1-16,-24-1 15,1 1-15,-24-1 16,-24 1-16,25-1 15,-1-23-15,0 47 16,0-23-16,-24-1 16,1 1-16,23-1 15,-24 1-15,24-1 16,-23 24-1,-24 0-15,47-23 16,-47 23-16,47 0 16,0 47-16,0-47 15,-24 0-15,24 24 16,-23-24-16,23 23 15,-47-23-15,71 24 16,-71-24-16,23 0 16,1 23-16,-1 1 15,-23-24-15,24 0 16,-1-23-16,1 46 15,-24-23-15,0-23 16,23 23-16,-23-47 16,0 23-16,24 24 15,-24-23-15,0-1 16,23 1-16,-23-1 15,24 24-15,-24-23 16,0-1-16,23 25 16,1-25-16,-24 24 15,47 0-15,-24 0 16,-23-23-1,47 23-15,-47-24 16,47 24-16,-23 0 0,23-23 16,-47-1-1,47 24-15,-23-23 16,-24-1-16,23-23 15,-23 24-15,24-24 16,-24 0-16,23 23 16,-23-23-16,24 0 15,-24 24-15,23-24 16,-23 23-16,24-23 15,-1 0-15,1 24 16,-24-24 0,23 0-1,1 0-15,-24 0 16,0 24-16,23-24 15,-23 23 266,24-23-265,-24 0-1,0 24 1,23-24 15,-23 23-15,0 1 15,0-24-15,0 23-1,0-23-15,0 24 16,0-24 15,0 23 0,-23 1 16,23-24 47</inkml:trace>
  <inkml:trace contextRef="#ctx0" brushRef="#br1" timeOffset="54768.1326">21966 12488 0,'0'-24'15,"0"24"1,0 0 0,-23 0-16,-48-23 15,24-1-15,24 1 16,-24 23-16,0-47 15,0 23-15,-24 1 16,-23-48-16,47 48 16,-47-48-16,0 1 15,0 23-15,0-24 16,23 1-16,0-1 15,1 0-15,-48-23 16,48 47-16,23-23 16,0 23-16,0 0 15,-24-24-15,1 1 16,-25-25-16,25 25 15,-24-1-15,0-23 16,47 24-16,0 46 16,-24-46-1,24-1-15,-23 1 16,46 23-16,-47-24 15,48 24-15,-48-24 16,24-23-16,0 47 16,-23-23-16,46-1 15,-23 24-15,24 24 16,-24-48-16,23 24 15,1 23-15,-1-46 16,-23 46-16,47 1 16,-23-24-16,-1 23 15,24 1-15,0-1 16,-23 1-16,23-1 15,-24 1-15,24-1 16,0 1-16,0-1 16,-24 1-16,24-1 15,0 1-15,0-1 16,-23-23-16,23 47 15,0-23-15,0-24 16,0 47-16,-24-48 16,24 48-1,0-23-15,-23-1 16,23 1-16,0-1 15,0 1-15,-24-24 16,24 47-16,0-24 16,-23 1-16,23-1 15,0 1-15,0-1 16,-24-23-1,24 24-15,0-1 16,-23 24-16,23-23 16,0 23-16,0-24 15,0 24-15,0-23 16,0-1-1,0 24-15,0-23 32,0 23-32,-24-24 31,24 1-31,0 23 31,0-24-31,0 24 16,-23-23-1,23 23 1,-24 0-1,24-24-15,0 0 16,0 1 0,0-1-1,-23 24-15,23-23 16,0 23-16,0 0 15,-24 0-15,24-24 16,0 24-16,0 0 16,0-23-1,-23 23 1,-1-24-16,24 24 15,0 0-15,0-23 16,-23 23 0,23-24-16,-24 24 31,1 0-16,23-23-15,0 23 16,0-24-16,-24 24 31,24 0-15,0 0-1,-23-23 1,23 23 15,-24 0-15,24-24-16,-23 24 31,23 0-15,-24 0-1,24-23-15,0 23 16,0 0-16,-23 0 47,-1 0-32,24-24-15,0 24 31,0 0-31,0 0 219</inkml:trace>
  <inkml:trace contextRef="#ctx0" brushRef="#br1" timeOffset="57056.2632">18462 8325 0,'0'0'31,"0"0"-31,0 0 15,0 24 1,0-1 0,24-23-1,-24 24-15,0-24 16,23 23-16,-23 1 15,0-24-15,0 23 16,24 1-16,-24-24 16,23 23-1,-23 1-15,0-1 16,24 1-16,-24-24 15,0 23-15,0 1 16,47-1 0,-47 25-16,0-25 15,0 1-15,0-1 16,0 1-16,0-1 15,0 1-15,0-1 16,0 24-16,0-23 16,0-1-16,0 24 15,0 0-15,0 0 16,0 0-16,0-23 15,0 46-15,0 1 16,0-24-16,0 0 16,0-23-16,0 46 15,0-23-15,0-23 16,0-1-16,0 24 15,0-23-15,0 23 16,0 0-16,0 23 16,0-23-1,0 0-15,-24 1 16,1 22-16,23 1 15,0-24-15,-24 0 16,24 23-16,-23-23 16,23-23-16,0 23 15,-24 0-15,1 0 16,-1-24-16,24 24 15,0 1-15,0-25 16,-23 24-16,23-23 16,-24-24-16,24 47 15,0-24-15,0 1 16,-24 23-16,24-24 15,-23 24-15,23-23 16,0 23-16,0 0 16,0 0-16,0 23 15,0 1-15,0 0 16,0-1-16,0 1 15,23-1-15,1 1 16,23 46-16,-47-93 16,47 93-16,-23-46 15,70 47-15,-47-48 16,-24 24-1,48 0-15,-24-23 16,0-1-16,0-23 16,0 24-16,23 0 15,-46-1-15,47-23 16,-24 0-16,0 0 15,-24 0-15,24-23 16,0 23-16,-23 0 16,46 0-16,-23 0 15,0 24-15,24-48 16,-24 24-16,0 0 15,24 0-15,-48-23 16,24 23-16,24 0 16,-1 23-16,24-46 15,-23 46-15,23 1 16,24-24-16,-48 24 15,1-24-15,-1 0 16,-23 0-16,24-24 16,-1 24-16,-23-23 15,24 46-15,23 1 16,-23-48-1,-1 48-15,-23-48 16,24 24-16,23 24 16,-24-24-16,24 24 15,-23-24-15,23 0 16,-47 0-16,24 0 15,-48 0-15,1-24 16,23 1-16,-24-1 16,24 24-16,-47-23 15,47 23-15,-23 0 16,23 24-16,-24-48 15,24 71-15,-23-47 16,23 24-16,-24-1 16,1-23-16,0-23 15,-24 23-15,23-24 16,-23 1-16,24-24 15,-24 23-15,0-23 16,0 47-16,0-47 16,0 24-16,23-1 15,-23 1-15,0-24 16,0 47-1,0-23-15,0-24 16,24 23-16,-24 1 16,23-1-16,-23-23 15,0 24 1,0-1-16,0-23 15,24 24 1,-24-24-16,0 23 16,0-23-1,0 24-15,23-1 16,-23-23-16,0 24 15,24-24-15,-24 23 16,0 1 0,23-24-16,-23 23 15,0-23-15,24 24 16,-24-24-1,0 23 1,23 1-16,-23-24 16,24 23-16,-24-23 15,0 0-15,0 24 16,23-24-1,-23 23-15,0-23 16,24 0 15,-24 24-15,23-24-16,-23 0 171,24 0-155,-24 0-16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11:06.8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23495 12394 0,'47'0'15,"-47"-47"-15,71 47 16,-24 0-16,-47-24 15,47 1-15,-24 23 16,1 0-16,23 0 16,-47 0-16,47 0 15,-47 0-15,23 0 16,-23 0-16,24 0 15,-1 0-15,-23 23 16,24 1 0,-24-1-16,23 1 15,-23 46-15,24 25 16,-24-1-16,0 0 15,23 0-15,-23 23 16,0-70-16,0 24 16,0-71-16,24 23 15,-24 1 1,23-24-1,1 0 1,-1 0-16,25 0 16,-1 0-16,23 0 15,1 0-15,-1-24 16,-46 1-16,23 23 15,-24-47-15,1 47 16,-24-24-16,0 1 109,0-1-93</inkml:trace>
  <inkml:trace contextRef="#ctx0" brushRef="#br0" timeOffset="624.0357">24295 12464 0,'0'0'31,"-24"0"-31,24 24 15,-47-24-15,-47 47 16,47-23-16,0-24 16,0 47-16,-24-24 15,48 1-15,-24-1 16,0 1-16,23 23 15,-23-24-15,47-23 16,0 24-16,-47-24 16,47 0-1,0 23-15,-23 1 16,23-24-1,-24 0 1,24 0 15,0 0-15,0 0 46,24 0-46</inkml:trace>
  <inkml:trace contextRef="#ctx0" brushRef="#br0" timeOffset="1888.108">27705 12206 0,'47'0'0,"-47"0"16,47-24-16,-24 24 16,-23 0-16,47-23 15,-23 23-15,-1 0 16,25 0-16,-48 0 15,23 0-15,1 0 16,-1 0-16,-23 0 16,24 0-16,-24 0 15,23 23-15,1 1 16,-24-1-16,23 1 15,1 23-15,-24 23 16,23-23 0,1 0-16,-1 48 15,-23-48-15,24 23 16,-24-23-16,23 0 15,1 24-15,-24-1 16,0-23-16,0-23 16,47 23-16,-47-47 15,0 23-15,23-23 16,-23 0-16,0 0 15,24 0-15,-24 24 16,23-24 0,1 0-16,-1 0 15,24 0-15,-23 0 16,-1 0-16,25 0 15,-25 0-15,1 0 16,-24-24-16,23 24 16,-23 0-16,0 0 15,0-23 16,0-1 47</inkml:trace>
  <inkml:trace contextRef="#ctx0" brushRef="#br0" timeOffset="2640.151">28551 12347 0,'0'0'47,"0"0"-32,-23 0-15,-1 0 16,1 0-16,-1 23 16,-46 1-16,46-24 15,-23 47-15,0-24 16,-23 25-16,46-48 15,-23 23-15,0 1 16,24-1-16,-24-23 16,0 47-16,23-47 15,-23 24-15,47-1 16,-24-23-16,24 0 15,0 0-15,-23 24 32,23-24 139</inkml:trace>
  <inkml:trace contextRef="#ctx0" brushRef="#br0" timeOffset="4040.2311">23519 16604 0,'23'0'0,"-23"0"15,47 0-15,-23-47 16,-1 47-16,24-24 16,-23 1-16,23-1 15,-24 24-15,1 0 16,23 0-16,-24-23 15,1 23-15,-24 0 16,23 0-16,-23 0 16,24 0-16,-1 0 15,-23 23-15,0 1 16,24-1-16,-24 24 15,0 0-15,23 0 16,-23 24 0,24-24-16,-24 23 15,0-23-15,23-23 16,-23 23-16,0-47 15,24 24-15,-24 23 16,0-47-16,0 23 16,23-23-16,1 24 15,0-24-15,-1 23 16,1-23-16,-1 0 15,1 0-15,23 24 16,0-24-16,0 0 16,-24 0-16,24 0 15,-47 0-15,24 0 16,-24 0-16,0 0 15,23 0 1,-23-24-16,0 24 78,0 0-62,0-23-16,0 23 15</inkml:trace>
  <inkml:trace contextRef="#ctx0" brushRef="#br0" timeOffset="4600.2631">24342 16580 0,'-24'0'0,"1"24"15,-1-1-15,-46 1 16,23 23 0,23 0-16,-70-24 15,23 48-15,24-48 16,-23 24-16,23-23 15,23 0-15,-23 23 16,0-24-16,0 1 16,47-24-16,-23 23 15,23-23-15,-24 24 16,1-24-1,23 0 79</inkml:trace>
  <inkml:trace contextRef="#ctx0" brushRef="#br0" timeOffset="11648.6662">20532 9031 0,'-47'0'16,"23"0"-1,1 0 1,-1 0-16,-46 0 15,22 0 1,-22 0-16,23 0 16,0 0-16,-24 0 15,1 0-15,-24 0 16,47 0-16,0 0 15,-24 0-15,24 0 16,0 0-16,-24 0 16,24-47-16,0 47 15,24 0-15,-48 0 16,48-24-16,-1 24 15,-46-23-15,46 23 16,1-24-16,-48 1 16,48-1-16,-1 24 15,1-23-15,-1 23 16,-47-47-16,71 47 15,-23 0-15,-1-24 16,1 24-16,23-47 16,-24 47-16,1-23 15,-1-1 1,24 24-16,0-24 15,-23 24 1,-1-23-16,24-1 16,0-23-16,-23 47 15,23-23-15,0-1 16,-24 1-16,1-24 15,23 47-15,0 0 16,0-24-16,0 1 16,-24-1-16,24 24 15,0-23-15,0-1 16,0 1-1,0 23-15,0-24 16,0 1-16,0-1 16,0 24-16,24-23 15,-1-24-15,24 23 16,-23 1-16,23-24 15,0 47-15,-47 0 16,47-24-16,-47 24 16,47 0-16,-47-24 15,23 24-15,25-23 16,-25 23-16,24 0 15,-23 0 1,23 0-16,0-24 16,0 1-16,0 23 15,23 0-15,1-24 16,-1 24-16,24 0 15,-23 0-15,0 0 16,-1 0-16,1 0 16,-1 0-16,-23 0 15,0 0-15,0 0 16,0 0-16,0 24 15,0-1-15,-23-23 16,47 0-16,-24 24 16,0-1-16,0 1 15,23-24-15,-23 24 16,-23-24-16,23 23 15,0 1-15,-47-24 16,47 0-16,-24 23 16,24 1-16,-47-24 15,24 23-15,23-23 16,-47 24-16,47-1 15,-47-23 1,24 24-16,-24-24 16,0 23-16,23-23 15,-23 24-15,24-24 16,-24 23-16,23 1 15,-23-1-15,0 1 16,0-24-16,24 23 16,-24 1-16,0-1 15,0-23-15,0 47 16,0-47-16,0 47 15,0-47-15,0 24 16,0 23-16,0-47 16,0 47-16,-24-47 15,24 24-15,-23-24 16,23 23-16,-24-23 15,24 24 1,-23-1-16,23-23 16,0 24-16,0-24 15,-47 0-15,47 23 16,0-23-16,-24 0 15,24 24 1,-24-24-16,1 23 16,23-23-16,0 0 15,-24 0-15,24 24 16,-23-24-1,-1 0-15,24 0 16,-23 0-16,23 23 16,-24-23-16,24 0 15,-23 24 1,-1-24-16,24 0 15,0 0-15,-23 0 16,23 0-16,-24 0 16,1 0-1,23 0-15,-24 23 16,24-23-1,-23 0-15,23 0 16,-24 0 0,1 0-16,23 0 15,0 24-15,-24-24 16,24 0-1,0 23 17</inkml:trace>
  <inkml:trace contextRef="#ctx0" brushRef="#br0" timeOffset="24224.3856">27987 16251 0,'24'0'0,"-1"-24"16,1 1-16,23-1 15,-24 1 1,24-24-16,-23 47 15,-1-24-15,24 24 16,-23 0-16,-1-23 16,1 23-16,-1 0 15,1 0-15,-24 0 16,23 0-16,1 0 15,-24 0-15,23 0 16,1 23-16,-1-23 16,-23 24-16,24-1 15,-24 1-15,23-1 16,1 1-16,-24 23 15,24-24-15,-1 25 16,-23-25-16,24 24 16,-1-23-16,-23-1 15,24 24-15,-1-23 16,-23-1-16,24 1 15,-1-1-15,1-23 16,-1 24-16,-23-24 16,24 23-16,-1-23 15,1 0 1,-24 0-16,23 24 15,24-1-15,-23-23 16,23 0-16,23 0 16,-23 0-16,24 0 15,-24 0-15,-23 0 16,23 0-16,-47 0 15,23-23-15,-23 23 16,0 0-16</inkml:trace>
  <inkml:trace contextRef="#ctx0" brushRef="#br0" timeOffset="24928.4259">29139 15945 0,'-23'0'0,"23"24"16,-24-1-16,1 1 15,-24-1-15,0 1 16,23-1-16,-23 24 15,0-23-15,0 23 16,-23-24-16,46 1 16,-23 23-16,-23-23 15,46-1 1,-23 1-16,47-1 15,-24 1-15,-23-1 16,24 1-16,-24-24 16,23 47-16,1-47 15,-1 23-15,1 1 16,-24-1-16,23 1 15,-23-1-15,0 1 16,47-1-16,-23-23 16,-1 0-16,24 24 15,-23-24-15,23 0 47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27:43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9078 3057 0,'0'0'62,"0"0"-46,47 0-16,-23 0 16,23 0-16,-24 0 15,24 0-15,-23 0 16,-1 0-16,1 0 15,-1 0-15,1 0 16,-24 0-16,47 0 16,-47 0-16,23 0 15,-23 0-15,0 0 16,24 0-16,-1 0 15,-23 0 1,24 0 15,-24 0-31,24 0 16,-1 0 15,-23 24 0</inkml:trace>
  <inkml:trace contextRef="#ctx0" brushRef="#br0" timeOffset="6119.35">8984 8678 0,'0'0'422</inkml:trace>
  <inkml:trace contextRef="#ctx0" brushRef="#br0" timeOffset="18688.0689">3551 6726 0</inkml:trace>
  <inkml:trace contextRef="#ctx0" brushRef="#br0" timeOffset="20175.154">3716 5479 0,'0'0'78,"23"0"-62,1 0-16,23 0 15,0 0-15,0 0 16,24 0-16,-24 0 15,23 0-15,-46 0 16,-1 0-16,24 0 16,-47 0-16,24 0 15,-1 0-15,1 0 16,-24 0-1,23 0-15,-23 0 16,24 0-16,-24 0 16,23 0-16,1 0 15,-1 0 1,-23 0-1,24 0-15,-1 0 16,-23 0 15,24 0-31,-24 0 16,24 0-1</inkml:trace>
  <inkml:trace contextRef="#ctx0" brushRef="#br0" timeOffset="25391.4523">9008 4468 0,'23'0'31,"-23"0"-15,24 0-1,-1 0-15,-23 0 16,24 0-16,-1 0 15,1 0-15,-1 0 16,1 0-16,-1 0 16,1 0-1,-1 0-15,-23 0 16,24 0-16,-24 0 15,23 0 17,-23 0-17,24 0 16,-1 0-15,-23 0 0,24 0-16,-24 0 15,23 0-15,1 0 16,-24 0-16,23 0 15,-23 0-15,24 0 16,-1 0-16,1 0 16,0 0-1,-1 0-15,-23 0 16,0 0 31</inkml:trace>
  <inkml:trace contextRef="#ctx0" brushRef="#br0" timeOffset="26312.505">8255 5197 0,'24'0'15,"-24"0"-15,23 0 16,-23 0-16,47 0 15,-47 0-15,24 0 16,23 0-16,-24 0 16,1 0-1,23 0-15,-47 0 16,23 0-16,1 0 15,-1 0-15,1 0 16,-24 0-16,23 0 16,1 0-1,-24 0-15,23 0 16,-23 0-16,24 0 15,-24 0-15,23 0 16,1 0 0,-24 0 15,23 0-16,-23 0 17</inkml:trace>
  <inkml:trace contextRef="#ctx0" brushRef="#br0" timeOffset="42695.4421">9008 5903 0,'0'0'31,"0"-24"-15,0 24 0,0-23-1,0-24-15,0 23 16,0 1-16,0-1 15,0 1-15,0-24 16,-24 0-16,24 23 16,-23-23-16,23 0 15,0 23 1,0 1-16,0-24 15,0 23-15,0 1 16,0-1-16,0 1 16,-24-24-16,24 23 15,0 1-15,0-24 16,0 47-16,0-24 15,0 1-15,0-1 16,0 1-16,0 23 16,0-24-16,0 1 15,0-1-15,0 1 16,0-1-16,0 24 15,0-23-15,0 23 16,0-24-16,0 1 16,0 23-1,0-24 1,0 24-1,0-24 1,24 24 0,-24 0-1,0-23 1,0 23-16,0-24 15,23 24-15,-23-23 16,24 23 0,-24 0-1,23-47 1,1 47-16,-24 0 15,23 0 1,-23-24-16,0 24 16,24 0-1,-1-23-15,-23 23 16,24-24-1,-24 24 1,47 0-16,-47-23 16,0 23-16,47 0 15,-47 0 1,23 0-1,-23-24 1,24 24-16,-24 0 16,23 0 15,1 0-31,-24 0 15,23 0 1,1 0-16,-1 0 16,1 24-16,-24-24 15,23 0-15,1 0 16,-24 23-1,23-23-15,-23 24 16,24-24 0,0 23-16,-24-23 15,23 24-15,1-1 16,-1 1-16,-23-24 15,0 23-15,24 1 16,-24-1-16,0-23 16,23 48-16,1-48 15,-24 47-15,23 0 16,-23-24-16,24 1 15,-24 23-15,0-24 16,0 1-16,23 23 16,-23-24-16,24 1 15,-24 46 1,0-46-16,0-1 15,0 1-15,0 23 16,0-47-16,0 47 16,0-47-16,0 23 15,0-23-15,0 24 16,0 0-1,0 23 17,0-47-32,0 0 15,0 23-15,0-23 16,0 0-16,-24 24 15,1-24-15,23 23 16,-24-23 0,24 24-16,-23-24 15,23 0-15,0 23 16,-24-23-16,1 0 15,23 0-15,-24 0 16,24 24 0,-23-24-16,-1 0 15,24 0 1,0 0-16,-23 23 15,-1-23 1,24 24 0,-24-24-16,24 0 15,-23 0-15,23 23 16,-24-23-16,1 0 15,23 0 1,-24 0-16,24 0 16,-23 24-16,23-24 15,-24 23 1,1-23-16,23 0 15,-24 0 1,-23 0 0,47 0-16,-23 0 15,-1 0 1,1 0-1,23 0-15,-24 0 16,24 0 0,-23 0-16,-1 0 15,24 0 1,-23 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11:00.1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2682 3426 0,'24'0'234,"1"0"187,0 25-327,-25-25-94</inkml:trace>
  <inkml:trace contextRef="#ctx0" brushRef="#br0" timeOffset="1044.0597">2706 3674 0,'25'75'109,"-25"-1"31,0-24-31,0-50 16</inkml:trace>
  <inkml:trace contextRef="#ctx0" brushRef="#br0" timeOffset="2318.1326">2979 3625 0,'0'198'109,"25"-123"16,0-75 0,99-174-32,-74 174 328,-50 0-421</inkml:trace>
  <inkml:trace contextRef="#ctx0" brushRef="#br0" timeOffset="3684.2107">2706 4196 0,'25'0'234,"25"-50"-16,-50 50-108</inkml:trace>
  <inkml:trace contextRef="#ctx0" brushRef="#br0" timeOffset="4381.2506">2756 4369 0,'-25'249'109,"25"-274"63,0 0-172,0 25 0</inkml:trace>
  <inkml:trace contextRef="#ctx0" brushRef="#br0" timeOffset="6373.3645">3079 3873 0,'0'174'109,"-50"49"0,25-24 16,-24-25 0,49-174 140,124-174-156,-75 149-109,26-25 156,-25 274-31,-26-150-32,51-99 48,-50-24 108,-25 49-249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5:26.3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22437 12065 0,'0'-24'47,"0"1"-47,0-1 16,0 24-1,23-47-15,-23 24 16,24-24-16,-24-1 16,23 25-16,1-1 15,-24-23-15,0 47 16,0-47-16,0 24 15,23-1-15,-23-23 16,24 0-16,-24 24 16,0-1-16,0-23 15,0 24-15,0-1 16,0-23-16,0 24 15,0-1-15,0-23 16,0 0-16,0 23 16,-24-23-16,24 0 15,0 24 1,-23-24-16,-24 0 15,23 0-15,-23-24 16,0 48-16,0-24 16,0 0-16,0 23 15,0 1-15,0-24 16,0 47-16,0-24 15,23 1-15,1-1 16,-24 24-16,23-24 16,1 1-16,-1 23 15,-23-24-15,24 24 16,-1 0-16,1-23 15,-1 23-15,1-24 16,-1 24-16,1 0 16,-1 0-16,-23-23 15,47-1-15,-24 24 16,1 0-16,-1 0 15,-23-23-15,47-1 16,-23 24-16,-1 0 16,1 0-16,-24-23 15,47 23 1,-24 0-16,24-24 15,-47 24-15,24-23 16,-1 23-16,-23 0 16,24-47-16,-1 47 15,1-24-15,-1 24 16,1-23-16,-1-1 15,24 1-15,-23 23 16,-1-47-16,-23 47 16,47-24-16,-24 1 15,1-1-15,-1 1 16,1-1-16,-1-23 16,1 23-16,-1-23 15,-23 47-15,24-47 16,23 24-16,-47-24 15,47 47-15,-47-24 16,47 24-16,-24-23 16,1-1-16,-1 24 15,24 0-15,-23-23 16,23 23-16,-24 0 15,1-24 1,-1 1-16,24 23 16,-47-24-16,24 24 15,-1 0-15,-23-23 16,47-1-16,-71 24 15,24-47-15,24 24 16,-48 23-16,1-24 16,-1 1-16,1-1 15,23 1-15,-24 23 16,1-24-16,-25 1 15,48-1-15,-23 24 16,-1 0-16,24-24 16,-23 24-16,-1-23 15,1 23-15,23-24 16,-24 1-16,0 23 15,24 0-15,-23 0 16,-1 0-16,24 0 16,-23-24-16,23 24 15,0-23-15,0 23 16,23 0-16,-23-24 15,-24 24 1,48 0-16,-1 0 16,-23-47-16,0 47 15,24-23-15,-24 23 16,0-24-16,47 1 15,-47 23-15,47-24 16,-47 24-16,23-23 16,1-1-16,23 24 15,-24-23-15,24 23 16,-47-24-16,47 1 15,-23-1-15,23 1 16,-24-1-16,24 24 16,-23-23-16,23-1 15,-24 1-15,24-1 16,-23 1-16,23 23 15,0-24-15,0 0 16,-24-23 0,24 47-1,0-23-15,0 23 16,0 0-16,0-24 31,0 1 0,0 23-15,-24 0-16,24-24 15,0 24 1,0-23 0,0 23 15,0-47-16,0 47 1,0-24 0,-23 24-1,23 0-15,0-23 47,0-1-16,0 24-15,0-23 15,0 23-31,0-24 109</inkml:trace>
  <inkml:trace contextRef="#ctx0" brushRef="#br0" timeOffset="2440.1396">17756 8349 0,'0'0'16,"0"23"-1,0-23-15,0 0 16,0 24-16,24-24 16,-24 23-16,0 1 15,0-1-15,24 1 16,-1-1-16,1-23 15,-24 47-15,23-47 16,-23 47-16,47-47 16,-23 24-16,-1-24 15,1 23-15,-1 1 16,48 0-1,-48-24-15,24 47 16,0-47-16,0 23 16,0-23-16,0 24 15,0-1-15,1-23 16,-25 0-16,24 24 15,-23-24-15,-1 23 16,24-23-16,-23 24 16,23-24-16,0 0 15,-24 0-15,1 0 16,23 23-16,-24-23 15,1 0-15,46 0 16,-23 0-16,24 0 16,-24 0-16,0 0 15,0 0-15,24 0 16,-1 0-16,-23 0 15,24 0-15,-24 24 16,0-24-16,0 0 16,23 0-16,-22 0 15,22 0-15,1 0 16,23 0-1,0 0-15,23 0 16,-23 23-16,1-23 16,-1 0-16,-24 0 15,24 0-15,-23 0 16,-1 0-16,1 0 15,23 0-15,-23 0 16,-1 0-16,1 0 16,-1 0-16,24 0 15,-23 0-15,-1 0 16,24 0-16,-23 0 15,23 0-15,0 0 16,47 24-16,-47-1 16,24-23-16,-24 0 15,0 24-15,24-1 16,-48-23-16,1 24 15,23-1-15,-24-23 16,24 47-16,1-23 16,22 23-16,-23-24 15,24 1-15,-48-1 16,1 1-1,23 23-15,-47-23 16,24-1-16,-1 24 16,-23-23-16,24-1 15,-24 24-15,23-23 16,-23 23-16,0-24 15,0 24-15,24-23 16,-24 46-16,47-23 16,-70 0-16,23 0 15,47 24-15,-47 0 16,0-24-16,0 23 15,0-23-15,0 24 16,-24-1-16,24-23 16,-23 0-16,0 24 15,-1-24-15,1 0 16,23 0-16,-24 24 15,1-48-15,-1 48 16,-23-24-16,24-24 16,23 24-16,-47 24 15,47-48-15,-24 1 16,-23 23-1,24 0-15,23 0 16,-47-23-16,47-1 16,-24 48-16,1-71 15,-1 47-15,24-24 16,-47 1-16,24-1 15,23 1-15,-23-1 16,46 24-16,-46-47 16,23 47-16,23-23 15,1-1-15,-48 24 16,48-23-16,-24-1 15,0 1-15,-24-24 16,24 23-16,-47 1 16,47-24-16,-23 23 15,0-23-15,-1 0 16,1 24-16,-1-24 15,-23 0-15,24 0 16,-1 24-16,1-24 16,-1 23-1,-23-23-15,24 0 16,-24 0-1,0 0 1,23 0 0,-23 0-1,0 24-15,24-24 16,-1 0-1,-23 23 1,24-23 0,-24 24-16,23-24 15,1 23-15,-24-23 16,23 47-16,-23-47 15,24 24-15,23-1 16,-24 24-16,-23-47 16,24 24-16,-1-24 15,-23 23-15,24 1 16,-1-24 62,-23 0-63,0 0 1,24 0 0,-24 23-16,23-23 15,1 0 1</inkml:trace>
  <inkml:trace contextRef="#ctx0" brushRef="#br1" timeOffset="10647.6091">20555 8325 0,'0'0'46,"24"0"-30,-24 0 0,23 0-16,24 0 15,0 47-15,0-47 16,0 24-16,0 23 15,0-47-15,-47 23 16,24 1 0,23-1-16,-47-23 15,47 47-15,-47-47 16,47 47-16,-23-23 15,23 23-15,0-23 16,-24-1-16,1 1 16,-1-1-16,1 1 15,-1-1-15,1 1 16,-1 23-16,1-24 15,-1 1-15,1 23 16,23 0-16,-24 0 16,24 0-16,0 23 15,1-23-15,-1 24 16,-47-24-16,47-23 15,-47 23-15,23-47 16,-23 47-16,0-47 16,24 23-16,-1 1 15,-23-1-15,0-23 16,0 24-16,0-1 15,0 1-15,0-1 16,0-23 0,0 24-16,0-1 15,0 1-15,0-24 16,0 47-16,0-24 15,0 1-15,0 23 16,0-47-16,0 23 16,0 1-16,0-1 15,0 1-15,0-24 16,0 47-16,0-47 15,0 24-15,0-1 16,24 1-16,-24-24 16,0 23-16,0 24 15,0-47 1,0 47-16,0-47 15,0 24-15,0-1 16,0 1-16,0-1 16,23 1-16,-23-1 15,24 48-15,-24-24 16,23 0-16,-23 0 15,24 0-15,-1-23 16,-23-1 0,0 1-16,0-1 15,24 1-15,-24-24 16,0 47-16,0-47 15,0 23-15,23 1 16,-23-1-16,0 1 16,24-1-16,-24 24 15,0-23-15,23-1 16,1 24-16,-24-23 15,0-1-15,23 24 16,-23-23-16,24 23 16,-24-47-16,0 23 15,23-23-15,-23 24 16,24 0-16,-24-1 15,0 1-15,23-1 16,1 1-16,-24-1 16,0 48-16,23-71 15,-23 23-15,24 1 16,-24-1-16,0 1 15,0-24-15,24 23 16,-24-23 0,0 24-16,0-1 15,23-23-15,-23 0 16,24 24-16,-24-1 15,0 1-15,23-24 16,-23 0-16,0 23 16,0-23-16,0 24 15,24-1-15,-24-23 16,0 24-16,23-24 15,-23 0 1,0 23-16,24-23 16,-24 0-1,23 0-15,-23 24 16,0-24-16,0 23 15,24-23-15,-24 0 16,0 0 0,0 24-16,23-24 15,-23 0-15,24 0 16,-24 24-16,23-24 15,-23 23 1,24-23 15,-24 0-31,0 0 16,23 0-1,1 24 17,-24-24-17,23 23 1,-23-23-1,0 0-15,24 0 16,-1 0 0,-23 24-1,0-1 1,0-23-1,24 0 1,-24 0-16,0 0 31,23 24-15,-23-24-1,0 23 17,0 1-1,0-24 156,0 0-171</inkml:trace>
  <inkml:trace contextRef="#ctx0" brushRef="#br1" timeOffset="15279.874">20602 8325 0,'0'0'125,"0"0"-109,0 0 15,0 0-15,24 0-16,-1 0 15,-23 0-15,0 24 16,24-24-16,-24 23 15,0-23-15,47 24 16,-24-1 0,1-23-16,-24 24 15,0-24-15,23 23 16,-23-23-16,0 24 15,24-1-15,-1-23 16,-23 24-16,24-1 16,-24 1-16,23-1 15,-23 1-15,0-24 16,0 23-16,24-23 15,-24 24 1,0 0-16,23-1 16,1-23-16,-24 47 15,0-47-15,24 24 16,-24-1-16,0 1 15,23 23 1,1-24-16,-24 1 16,23 23-16,-23-24 15,0 1-15,47-1 16,-47 24-16,0-23 15,24-24-15,-24 47 16,23-24-16,-23 1 16,24 23-16,-24 0 15,23-23-15,-23 23 16,0-24-16,47 24 15,-47-23-15,24-1 16,-24 24-16,0-47 16,0 47-16,23-23 15,-23-1-15,0 1 16,24-1-16,-24 24 15,23-23-15,-23-1 16,0 24-16,0-23 16,24 23-16,-24-24 15,23 48-15,-23-24 16,0-23-16,0 46 15,0-23 1,0 0-16,0 0 16,0 0-16,0-23 15,0 46-15,0-46 16,24-1-16,-1 1 15,-23-24 1,0 47-16,0-47 16,0 23-16,0 1 15,0 0-15,0 23 16,0-47-16,0 47 15,0 0-15,0-24 16,0 24-16,0 0 16,0 24-16,0-24 15,0-24-15,24 48 16,-24-24-16,0 23 15,0-22-15,0-1 16,0 0-16,0 0 16,0 23-16,0-23 15,0 0-15,0 24 16,0-1-16,0 1 15,0-1 1,0 25-16,0-25 16,0 1-16,0-1 15,0 1-15,0-48 16,0 1-16,0 23 15,0-47-15,0 23 16,0-23-16,0 24 16,0-1-16,0-23 15,-24 47-15,24-47 16,0 24-16,0-24 15,0 23-15,0 25 16,0-1-16,0-24 16,-23 24-16,23-23 15,0-1-15,0 48 16,0-48-16,0-23 15,0 47-15,0-23 16,0 23-16,0-24 16,0 1-16,0-1 15,0 1-15,0 23 16,0-24-16,0 24 15,0-23 1,-24 0-16,24 23 16,0 0-16,-23-24 15,23 24-15,0-23 16,0 23-16,-24-24 15,24 48-15,0-24 16,0-24-16,-23 24 16,23 0-16,0 0 15,-24-23-15,24 23 16,0 0-16,0-23 15,-23 23-15,23-24 16,0 1-16,0 23 16,0-24-16,-24 24 15,24-23-15,0 23 16,0 0-16,0-24 15,0 1-15,0-1 16,-23 1-16,23 23 16,0-24-16,0 1 15,0 23-15,0-23 16,0-24-16,0 47 15,0-47 1,0 47-16,0-24 16,0-23-16,0 47 15,-24-23-15,24-1 16,0 24-16,0-47 15,0 24-15,0 46 16,0-46-16,0-1 16,0 1-16,0-1 15,0 24-15,0 0 16,0-23-16,0-1 15,0 1-15,0 23 16,0-23-16,0-1 16,0 1-16,0-1 15,0 24-15,24-23 16,-24-24-16,0 23 15,0 1-15,0-1 16,0-23-16,23 24 16,-23-1-16,0-23 15,0 24-15,24-1 16,-24 1-16,0-24 15,23 23 1,-23 1-16,0-1 16,24 1-16,-24-1 15,0-23-15,23 24 16,1-24-16,-24 23 15,0 1 1,23-24-16,-23 0 16,24 23-1,-1-23 1,-23 24-16,0 0 15,24-24-15,-24 23 16,0-23-16,23 0 16,1 24-1,-24-24-15,23 23 16,1 1-1,-24-24 1,0 23-16,23 1 16,-23-24-16,24 0 15,-24 23-15,0-23 16,24 24-16,-1-24 31,-23 23-15,0 1-16,24-24 15,-24 0-15,0 23 16,0-23-16,23 0 15,-23 47-15,24-47 16,-24 24 0,0-24-1,23 23-15,-23 1 16,24-24-16,-24 0 15,0 23-15,0-23 16,0 0-16,0 24 31,0-1-31,23-23 16,1 0-16,-24 24 15,0-24 1,0 0 0,0 23-1,23-23 1,-23 0 15,0 24-31,47-1 31,-47-23-15,0 0-1,24 0 1,-24 24 0,23-24-1,1 0 1,-24 0-1,0 0-15,23 0 32,-23 23-1,0-23-16,0 24 1,24-24 0,-24 0-1,0 0-15,23 24 47,-23-24 0,24 0-47,-24 0 31,0 23-15,23-23-1,-23 24-15,0-24 47,0 0-47,24 0 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1:49:04.77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16157 9031 0,'0'0'31,"0"0"-15,-23 0-16,23 0 15,-47 0-15,23 0 16,-23 0-16,-23 0 16,23 0-16,23 0 15,-23-24-15,-24 24 16,71 0-16,-23-23 15,-24 23-15,47 0 16,-24 0-16,1 0 16,-1-24-16,24 24 15,-47-23-15,47-1 16,-47 24-1,47-23-15,-23 23 16,23-24-16,-47 1 16,47 23-16,-24-47 15,1 47-15,-1-24 16,24 1-16,-47-1 15,47 1-15,-23-1 16,-1 0 0,24 24-16,0-23 15,-23-1 1,23 1-1,-24 23-15,0-47 16,24 23-16,-23 1 16,23-1-16,0 24 15,0-23-15,0-1 16,0 1-16,0 23 15,0-47-15,0 47 16,0-47-16,0 23 16,0 1-16,0-24 15,0 23-15,23 1 16,1-24-16,0 23 15,23-23-15,0 47 16,23-47-16,-46 23 16,23 1-16,23-1 15,24 1-15,-47-1 16,0 24-16,0-23 15,48-1-15,-25 1 16,1 23-16,-1 0 16,-23 0-16,24 0 15,-24-24 1,23 24-16,1 0 15,-1 0-15,-22 0 16,22 0-16,1 0 16,-24 0-16,0 0 15,23 0-15,1 0 16,-48 0-16,24 0 15,0 0-15,24 0 16,-48 0-16,25 0 16,-1 24-16,23-24 15,-70 0-15,47 23 16,-23 1-16,-1-24 15,-23 0-15,24 23 16,-24-23-16,0 0 16,47 24-16,-24-1 15,1-23 1,-24 0-16,23 24 15,-23-24-15,24 23 16,-24-23-16,23 24 16,1-1-16,-24-23 15,0 48 1,47-48-16,-47 47 15,0-24-15,0-23 16,23 47-16,1-23 16,-24-1-16,23 48 15,-23-48-15,24 1 16,-24 23-16,0-47 15,0 47-15,0-47 16,0 23-16,0 1 16,0-1-16,0 1 15,0-24-15,0 47 16,0-47-16,-24 23 15,1-23-15,23 47 16,-24-47-16,24 24 16,-23 0-16,-1-24 15,1 23-15,23-23 16,-24 0-16,1 24 15,23-24-15,-24 23 16,1-23-16,-1 0 16,24 24-16,-23-24 15,23 23 1,-24-23-16,24 0 15,-23 0-15,-1 24 16,1-24-16,23 0 16,-24 0-16,1 23 15,-1-23-15,1 0 16,-1 0-16,24 0 15,-47 24-15,47-24 16,-23 0-16,-25 0 16,25 23-16,-24-23 15,0 0-15,23 24 16,1-24-16,-48 0 15,48 23-15,-1-23 16,-46 0-16,23 24 16,0-24-16,-24 23 15,24 1-15,-24-1 16,24-23-16,0 0 15,24 0-15,-1 0 16,1 0-16,-1 0 16,24 24-16,0-24 31,-23 0-16,-1 0 17,1 0-32,-1 0 15,1 0 1,23 0-16,-24 0 15,1 0-15,-1 0 16,24 0-16,-23 0 16,23 0-16,-47 0 15,47 0 1,-24 0-16,24 0 15,-23 0-15,23 0 16,-24 0-16,1 0 62</inkml:trace>
  <inkml:trace contextRef="#ctx0" brushRef="#br0" timeOffset="1472.0839">23095 12135 0,'0'-23'15,"24"23"-15,-24 0 16,23-24 0,-23 24-16,0 0 15,24 0 1,-1-23-16,-23 23 15,24-24-15,-24 24 16,47 0-16,-47 0 16,23-23-16,24-1 15,-23 24-15,23 0 16,-24 0-16,1 0 15,-1 0-15,25 0 16,-48 0-16,23 0 16,1 0-16,-24 24 15,23-24-15,-23 23 16,24 1-16,-1-1 15,-23 24-15,24-23 16,-1 23-16,-23-47 16,0 23-16,24 24 15,-1-47-15,-23 47 16,0-23-16,24-1 15,-24-23-15,0 24 16,23-1-16,-23 1 16,24-24-16,-24 23 15,23-23 1,1 24-16,-1-24 15,-23 24-15,47-24 16,-47 0-16,24 23 16,23-23-16,-24 0 15,1 0-15,23 0 16,-47 0-16,23 0 15,-23 0-15,0-23 32,0 23 30</inkml:trace>
  <inkml:trace contextRef="#ctx0" brushRef="#br0" timeOffset="1912.1094">23918 12018 0,'0'0'0,"-47"47"16,47 0-16,-70-24 16,46 48-16,-46-1 15,23-23-15,23 0 16,-46 24-16,46-48 16,1 1-16,23-24 15,-24 47-15,0-47 16,24 0-16,0 0 15,0 24 1,-23-24 0,23 0 46,0-24-46</inkml:trace>
  <inkml:trace contextRef="#ctx0" brushRef="#br0" timeOffset="2712.1551">26435 11618 0,'23'0'16,"24"0"-16,0-24 16,24 24-16,0 0 15,-24 0-15,-24 0 16,1 0-16,-1 0 15,1 0-15,-24 0 16,23 24-16,1-1 16,-1 1-16,1-1 15,-1 1-15,1 46 16,-1-23-16,1 1 15,-1-1-15,24 0 16,-23 23-16,-1-23 16,1 0-16,23 0 15,-24-23-15,1-24 16,-24 23-16,47-23 15,-23 0 1,-1 24-16,-23-24 16,47 0-16,24 0 15,-1 0-15,-23 0 16,47 0-16,-23 0 15,-24-47-15,0 23 16,-24 24-16,1 0 16,-24-23-16,23-1 15,-23 24-15,0-23 31,0 23 1,0-24-17</inkml:trace>
  <inkml:trace contextRef="#ctx0" brushRef="#br0" timeOffset="3184.1821">27564 11618 0,'-47'23'16,"0"24"-16,23-23 15,-70 23-15,47 0 16,0 0-16,-47-23 16,70 23-16,-23-24 15,-23 24-15,23-23 16,23 23-16,1-47 15,-1 23-15,24-23 16,0 24-16,-23-24 16,23 0 62,0 0-63</inkml:trace>
  <inkml:trace contextRef="#ctx0" brushRef="#br0" timeOffset="4592.2627">23471 16039 0,'0'0'16,"0"0"-1,0 0 1,0-23-16,24 23 15,0-47-15,-24 47 16,23-24-16,24 1 16,-47 23-16,24 0 15,-1 0-15,-23 0 16,24 0-1,-24 0 1,0 0-16,23 0 16,-23 23-16,24 1 15,-1-24-15,-23 47 16,24-24-16,-24 1 15,23-1-15,-23 1 16,0-1-16,24 1 16,-24-1-16,0 24 15,23-23-15,-23-1 16,0 1-16,0 0 15,0 23-15,0-47 16,24 23-16,-1 1 16,-23-1-16,24-23 15,-24 24-15,0-24 16,0 23-16,23 1 15,1-24 1,-24 0-16,0 0 16,23 0-16,-23 0 15,24 23-15,-24-23 16,23 0-1,1 0-15,-24 0 16,23 0 0,-23 0-16,24 0 15,-1 0 1,-23 0-16,24-23 15,-24 23 1,0-24 46</inkml:trace>
  <inkml:trace contextRef="#ctx0" brushRef="#br0" timeOffset="5608.3208">24059 15945 0,'0'0'31,"-23"0"-15,-1 24 0,1-24-16,-1 23 15,1 1-15,-24 23 16,23-47-16,1 23 15,-24 1-15,23-1 16,1 1-16,-1-24 16,1 23-16,-1-23 15,1 47-15,-1-47 16,1 24-16,23-24 15,-24 23-15,1 1 16,23 0-16,-24-24 16,1 23-16,-1-23 15,24 24-15,0-24 78,-24 0-31,24 0 93</inkml:trace>
  <inkml:trace contextRef="#ctx0" brushRef="#br0" timeOffset="6280.3592">24295 16063 0,'23'0'16,"1"0"-16,-1 0 16,24 0-16,-23 0 15,-1 23-15,48-23 16,-48 0-16,24 0 15,-23 0-15,23 0 16,0 0-16,0 0 16,-23 0-16,-1 0 15,1 0-15</inkml:trace>
  <inkml:trace contextRef="#ctx0" brushRef="#br0" timeOffset="6769.3872">24600 15898 0,'0'0'15,"0"47"-15,0-23 16,0-1-16,24 48 15,-24-24-15,0 0 16,23 0-16,-23 0 16,0-24-1,0 1-15,0 23 16,0-47-1,0 0-15,0 0 94,0 0-94,24-47 16,-1 23-16,1-23 15</inkml:trace>
  <inkml:trace contextRef="#ctx0" brushRef="#br0" timeOffset="7336.4196">25094 15522 0,'24'47'16,"-24"0"-16,0 0 15,0 47-15,0-23 16,0 23-16,0-24 15,0 24-15,0 0 16,0 24-16,0-24 16,0-23-16,0-24 15,0 23-15,0-23 16,0-23-16,0-1 15,0-23-15,0 24 16,0-24 0,0 23 15,0-23 0,0 0 94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11:13.3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27560 15864 0,'0'-75'109,"248"-24"0,-223 99-109,323 174 110,-224 74-110,25 199 140,74-621 63,-223 149-203,-24-24 0,24 49 0</inkml:trace>
  <inkml:trace contextRef="#ctx0" brushRef="#br0" timeOffset="1103.063">28454 15616 0,'-149'372'109,"25"-124"0,99-198-109,0 0 390,-49 24-280,74-74 14</inkml:trace>
  <inkml:trace contextRef="#ctx0" brushRef="#br0" timeOffset="1877.1073">28777 16063 0,'447'0'109,"-398"0"-109,150 0 249,-199 0-249</inkml:trace>
  <inkml:trace contextRef="#ctx0" brushRef="#br0" timeOffset="2583.1477">29224 15839 0,'0'199'109,"24"99"0,-24-298 47</inkml:trace>
  <inkml:trace contextRef="#ctx0" brushRef="#br0" timeOffset="3702.2117">29745 15516 0,'50'497'125,"-50"-75"-31,0-348-94,49 200 125,-24-250-125,50 175 93,-50-149 110,-25-50-156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5:26.3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22437 12065 0,'0'-24'47,"0"1"-47,0-1 16,0 24-1,23-47-15,-23 24 16,24-24-16,-24-1 16,23 25-16,1-1 15,-24-23-15,0 47 16,0-47-16,0 24 15,23-1-15,-23-23 16,24 0-16,-24 24 16,0-1-16,0-23 15,0 24-15,0-1 16,0-23-16,0 24 15,0-1-15,0-23 16,0 0-16,0 23 16,-24-23-16,24 0 15,0 24 1,-23-24-16,-24 0 15,23 0-15,-23-24 16,0 48-16,0-24 16,0 0-16,0 23 15,0 1-15,0-24 16,0 47-16,0-24 15,23 1-15,1-1 16,-24 24-16,23-24 16,1 1-16,-1 23 15,-23-24-15,24 24 16,-1 0-16,1-23 15,-1 23-15,1-24 16,-1 24-16,1 0 16,-1 0-16,-23-23 15,47-1-15,-24 24 16,1 0-16,-1 0 15,-23-23-15,47-1 16,-23 24-16,-1 0 16,1 0-16,-24-23 15,47 23 1,-24 0-16,24-24 15,-47 24-15,24-23 16,-1 23-16,-23 0 16,24-47-16,-1 47 15,1-24-15,-1 24 16,1-23-16,-1-1 15,24 1-15,-23 23 16,-1-47-16,-23 47 16,47-24-16,-24 1 15,1-1-15,-1 1 16,1-1-16,-1-23 16,1 23-16,-1-23 15,-23 47-15,24-47 16,23 24-16,-47-24 15,47 47-15,-47-24 16,47 24-16,-24-23 16,1-1-16,-1 24 15,24 0-15,-23-23 16,23 23-16,-24 0 15,1-24 1,-1 1-16,24 23 16,-47-24-16,24 24 15,-1 0-15,-23-23 16,47-1-16,-71 24 15,24-47-15,24 24 16,-48 23-16,1-24 16,-1 1-16,1-1 15,23 1-15,-24 23 16,1-24-16,-25 1 15,48-1-15,-23 24 16,-1 0-16,24-24 16,-23 24-16,-1-23 15,1 23-15,23-24 16,-24 1-16,0 23 15,24 0-15,-23 0 16,-1 0-16,24 0 16,-23-24-16,23 24 15,0-23-15,0 23 16,23 0-16,-23-24 15,-24 24 1,48 0-16,-1 0 16,-23-47-16,0 47 15,24-23-15,-24 23 16,0-24-16,47 1 15,-47 23-15,47-24 16,-47 24-16,23-23 16,1-1-16,23 24 15,-24-23-15,24 23 16,-47-24-16,47 1 15,-23-1-15,23 1 16,-24-1-16,24 24 16,-23-23-16,23-1 15,-24 1-15,24-1 16,-23 1-16,23 23 15,0-24-15,0 0 16,-24-23 0,24 47-1,0-23-15,0 23 16,0 0-16,0-24 31,0 1 0,0 23-15,-24 0-16,24-24 15,0 24 1,0-23 0,0 23 15,0-47-16,0 47 1,0-24 0,-23 24-1,23 0-15,0-23 47,0-1-16,0 24-15,0-23 15,0 23-31,0-24 109</inkml:trace>
  <inkml:trace contextRef="#ctx0" brushRef="#br0" timeOffset="2440.1396">17756 8349 0,'0'0'16,"0"23"-1,0-23-15,0 0 16,0 24-16,24-24 16,-24 23-16,0 1 15,0-1-15,24 1 16,-1-1-16,1-23 15,-24 47-15,23-47 16,-23 47-16,47-47 16,-23 24-16,-1-24 15,1 23-15,-1 1 16,48 0-1,-48-24-15,24 47 16,0-47-16,0 23 16,0-23-16,0 24 15,0-1-15,1-23 16,-25 0-16,24 24 15,-23-24-15,-1 23 16,24-23-16,-23 24 16,23-24-16,0 0 15,-24 0-15,1 0 16,23 23-16,-24-23 15,1 0-15,46 0 16,-23 0-16,24 0 16,-24 0-16,0 0 15,0 0-15,24 0 16,-1 0-16,-23 0 15,24 0-15,-24 24 16,0-24-16,0 0 16,23 0-16,-22 0 15,22 0-15,1 0 16,23 0-1,0 0-15,23 0 16,-23 23-16,1-23 16,-1 0-16,-24 0 15,24 0-15,-23 0 16,-1 0-16,1 0 15,23 0-15,-23 0 16,-1 0-16,1 0 16,-1 0-16,24 0 15,-23 0-15,-1 0 16,24 0-16,-23 0 15,23 0-15,0 0 16,47 24-16,-47-1 16,24-23-16,-24 0 15,0 24-15,24-1 16,-48-23-16,1 24 15,23-1-15,-24-23 16,24 47-16,1-23 16,22 23-16,-23-24 15,24 1-15,-48-1 16,1 1-1,23 23-15,-47-23 16,24-1-16,-1 24 16,-23-23-16,24-1 15,-24 24-15,23-23 16,-23 23-16,0-24 15,0 24-15,24-23 16,-24 46-16,47-23 16,-70 0-16,23 0 15,47 24-15,-47 0 16,0-24-16,0 23 15,0-23-15,0 24 16,-24-1-16,24-23 16,-23 0-16,0 24 15,-1-24-15,1 0 16,23 0-16,-24 24 15,1-48-15,-1 48 16,-23-24-16,24-24 16,23 24-16,-47 24 15,47-48-15,-24 1 16,-23 23-1,24 0-15,23 0 16,-47-23-16,47-1 16,-24 48-16,1-71 15,-1 47-15,24-24 16,-47 1-16,24-1 15,23 1-15,-23-1 16,46 24-16,-46-47 16,23 47-16,23-23 15,1-1-15,-48 24 16,48-23-16,-24-1 15,0 1-15,-24-24 16,24 23-16,-47 1 16,47-24-16,-23 23 15,0-23-15,-1 0 16,1 24-16,-1-24 15,-23 0-15,24 0 16,-1 24-16,1-24 16,-1 23-1,-23-23-15,24 0 16,-24 0-1,0 0 1,23 0 0,-23 0-1,0 24-15,24-24 16,-1 0-1,-23 23 1,24-23 0,-24 24-16,23-24 15,1 23-15,-24-23 16,23 47-16,-23-47 15,24 24-15,23-1 16,-24 24-16,-23-47 16,24 24-16,-1-24 15,-23 23-15,24 1 16,-1-24 62,-23 0-63,0 0 1,24 0 0,-24 23-16,23-23 15,1 0 1</inkml:trace>
  <inkml:trace contextRef="#ctx0" brushRef="#br1" timeOffset="10647.6091">20555 8325 0,'0'0'46,"24"0"-30,-24 0 0,23 0-16,24 0 15,0 47-15,0-47 16,0 24-16,0 23 15,0-47-15,-47 23 16,24 1 0,23-1-16,-47-23 15,47 47-15,-47-47 16,47 47-16,-23-23 15,23 23-15,0-23 16,-24-1-16,1 1 16,-1-1-16,1 1 15,-1-1-15,1 1 16,-1 23-16,1-24 15,-1 1-15,1 23 16,23 0-16,-24 0 16,24 0-16,0 23 15,1-23-15,-1 24 16,-47-24-16,47-23 15,-47 23-15,23-47 16,-23 47-16,0-47 16,24 23-16,-1 1 15,-23-1-15,0-23 16,0 24-16,0-1 15,0 1-15,0-1 16,0-23 0,0 24-16,0-1 15,0 1-15,0-24 16,0 47-16,0-24 15,0 1-15,0 23 16,0-47-16,0 23 16,0 1-16,0-1 15,0 1-15,0-24 16,0 47-16,0-47 15,0 24-15,0-1 16,24 1-16,-24-24 16,0 23-16,0 24 15,0-47 1,0 47-16,0-47 15,0 24-15,0-1 16,0 1-16,0-1 16,23 1-16,-23-1 15,24 48-15,-24-24 16,23 0-16,-23 0 15,24 0-15,-1-23 16,-23-1 0,0 1-16,0-1 15,24 1-15,-24-24 16,0 47-16,0-47 15,0 23-15,23 1 16,-23-1-16,0 1 16,24-1-16,-24 24 15,0-23-15,23-1 16,1 24-16,-24-23 15,0-1-15,23 24 16,-23-23-16,24 23 16,-24-47-16,0 23 15,23-23-15,-23 24 16,24 0-16,-24-1 15,0 1-15,23-1 16,1 1-16,-24-1 16,0 48-16,23-71 15,-23 23-15,24 1 16,-24-1-16,0 1 15,0-24-15,24 23 16,-24-23 0,0 24-16,0-1 15,23-23-15,-23 0 16,24 24-16,-24-1 15,0 1-15,23-24 16,-23 0-16,0 23 16,0-23-16,0 24 15,24-1-15,-24-23 16,0 24-16,23-24 15,-23 0 1,0 23-16,24-23 16,-24 0-1,23 0-15,-23 24 16,0-24-16,0 23 15,24-23-15,-24 0 16,0 0 0,0 24-16,23-24 15,-23 0-15,24 0 16,-24 24-16,23-24 15,-23 23 1,24-23 15,-24 0-31,0 0 16,23 0-1,1 24 17,-24-24-17,23 23 1,-23-23-1,0 0-15,24 0 16,-1 0 0,-23 24-1,0-1 1,0-23-1,24 0 1,-24 0-16,0 0 31,23 24-15,-23-24-1,0 23 17,0 1-1,0-24 156,0 0-171</inkml:trace>
  <inkml:trace contextRef="#ctx0" brushRef="#br1" timeOffset="15279.874">20602 8325 0,'0'0'125,"0"0"-109,0 0 15,0 0-15,24 0-16,-1 0 15,-23 0-15,0 24 16,24-24-16,-24 23 15,0-23-15,47 24 16,-24-1 0,1-23-16,-24 24 15,0-24-15,23 23 16,-23-23-16,0 24 15,24-1-15,-1-23 16,-23 24-16,24-1 16,-24 1-16,23-1 15,-23 1-15,0-24 16,0 23-16,24-23 15,-24 24 1,0 0-16,23-1 16,1-23-16,-24 47 15,0-47-15,24 24 16,-24-1-16,0 1 15,23 23 1,1-24-16,-24 1 16,23 23-16,-23-24 15,0 1-15,47-1 16,-47 24-16,0-23 15,24-24-15,-24 47 16,23-24-16,-23 1 16,24 23-16,-24 0 15,23-23-15,-23 23 16,0-24-16,47 24 15,-47-23-15,24-1 16,-24 24-16,0-47 16,0 47-16,23-23 15,-23-1-15,0 1 16,24-1-16,-24 24 15,23-23-15,-23-1 16,0 24-16,0-23 16,24 23-16,-24-24 15,23 48-15,-23-24 16,0-23-16,0 46 15,0-23 1,0 0-16,0 0 16,0 0-16,0-23 15,0 46-15,0-46 16,24-1-16,-1 1 15,-23-24 1,0 47-16,0-47 16,0 23-16,0 1 15,0 0-15,0 23 16,0-47-16,0 47 15,0 0-15,0-24 16,0 24-16,0 0 16,0 24-16,0-24 15,0-24-15,24 48 16,-24-24-16,0 23 15,0-22-15,0-1 16,0 0-16,0 0 16,0 23-16,0-23 15,0 0-15,0 24 16,0-1-16,0 1 15,0-1 1,0 25-16,0-25 16,0 1-16,0-1 15,0 1-15,0-48 16,0 1-16,0 23 15,0-47-15,0 23 16,0-23-16,0 24 16,0-1-16,0-23 15,-24 47-15,24-47 16,0 24-16,0-24 15,0 23-15,0 25 16,0-1-16,0-24 16,-23 24-16,23-23 15,0-1-15,0 48 16,0-48-16,0-23 15,0 47-15,0-23 16,0 23-16,0-24 16,0 1-16,0-1 15,0 1-15,0 23 16,0-24-16,0 24 15,0-23 1,-24 0-16,24 23 16,0 0-16,-23-24 15,23 24-15,0-23 16,0 23-16,-24-24 15,24 48-15,0-24 16,0-24-16,-23 24 16,23 0-16,0 0 15,-24-23-15,24 23 16,0 0-16,0-23 15,-23 23-15,23-24 16,0 1-16,0 23 16,0-24-16,-24 24 15,24-23-15,0 23 16,0 0-16,0-24 15,0 1-15,0-1 16,-23 1-16,23 23 16,0-24-16,0 1 15,0 23-15,0-23 16,0-24-16,0 47 15,0-47 1,0 47-16,0-24 16,0-23-16,0 47 15,-24-23-15,24-1 16,0 24-16,0-47 15,0 24-15,0 46 16,0-46-16,0-1 16,0 1-16,0-1 15,0 24-15,0 0 16,0-23-16,0-1 15,0 1-15,0 23 16,0-23-16,0-1 16,0 1-16,0-1 15,0 24-15,24-23 16,-24-24-16,0 23 15,0 1-15,0-1 16,0-23-16,23 24 16,-23-1-16,0-23 15,0 24-15,24-1 16,-24 1-16,0-24 15,23 23 1,-23 1-16,0-1 16,24 1-16,-24-1 15,0-23-15,23 24 16,1-24-16,-24 23 15,0 1 1,23-24-16,-23 0 16,24 23-1,-1-23 1,-23 24-16,0 0 15,24-24-15,-24 23 16,0-23-16,23 0 16,1 24-1,-24-24-15,23 23 16,1 1-1,-24-24 1,0 23-16,23 1 16,-23-24-16,24 0 15,-24 23-15,0-23 16,24 24-16,-1-24 31,-23 23-15,0 1-16,24-24 15,-24 0-15,0 23 16,0-23-16,23 0 15,-23 47-15,24-47 16,-24 24 0,0-24-1,23 23-15,-23 1 16,24-24-16,-24 0 15,0 23-15,0-23 16,0 0-16,0 24 31,0-1-31,23-23 16,1 0-16,-24 24 15,0-24 1,0 0 0,0 23-1,23-23 1,-23 0 15,0 24-31,47-1 31,-47-23-15,0 0-1,24 0 1,-24 24 0,23-24-1,1 0 1,-24 0-1,0 0-15,23 0 32,-23 23-1,0-23-16,0 24 1,24-24 0,-24 0-1,0 0-15,23 24 47,-23-24 0,24 0-47,-24 0 31,0 23-15,23-23-1,-23 24-15,0-24 47,0 0-47,24 0 94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1:49:16.6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19803 8843 0,'-24'0'16,"1"0"-1,23 0-15,-24 0 16,-23 0-16,23 0 16,-46-24-16,-1 1 15,1-1-15,-1 24 16,1-23-16,-1-1 15,24 24-15,-23-23 16,-1-1-16,0 24 16,1-24-16,-1 1 15,-23-1-15,0 1 16,47 23-16,0-24 15,0 1-15,-23 23 16,46-24-16,0 24 16,-23 0-16,0-47 15,24 47-15,-24 0 16,0-23-16,23-1 15,-46 1-15,46 23 16,1-24 0,-1 24-16,1 0 15,23-23-15,-24 23 16,24 0-16,-47-24 15,47 1 1,-23 23-16,23-24 16,0 24-1,-24-47-15,1 47 16,23-23-1,0-24-15,0 23 16,0 1 0,0 23-16,0-47 15,0 23-15,23 24 16,1-47-16,-1 23 15,24 1-15,-23-1 16,46-23-16,1 0 16,-1 24-16,1-1 15,46-23-15,-69 24 16,69-1-16,-46 24 15,-1-23-15,1 23 16,-1-24 0,1 24-16,-1 0 15,1 0-15,-24 0 16,47 0-16,-23 0 15,-1 0-15,1 0 16,-1 0-16,1 0 16,-1 0-16,1 24 15,0-24-15,46 23 16,-23 1-16,24-1 15,-48 1-15,-23-1 16,24-23-16,-24 0 16,47 0-16,-47 24 15,-47-24-15,47 23 16,-47-23-16,24 0 15,-1 24-15,1-1 16,-24-23-16,23 24 16,1-24-16,-1 47 15,-23-47-15,24 47 16,-1-47-16,-23 23 15,24 1-15,-24 0 16,0-24 0,0 23-16,0-23 15,23 47-15,-23-47 16,0 24-16,0-1 15,0 1-15,0-1 16,0-23-16,0 24 16,-47-1-16,24 24 15,-1-23-15,24 23 16,-47-47-16,24 23 15,-24 1-15,23-1 16,1 1-16,-24-24 16,47 23-16,-24 1 15,-23-24-15,24 23 16,-1-23-16,0 0 15,1 0-15,-1 24 16,1-24-16,-1 23 16,1 1-16,-1-24 15,1 0-15,-24 23 16,23-23-16,24 24 15,-23-24-15,-1 0 16,1 24 0,-1-24-16,1 0 15,23 23-15,-47 1 16,23-24-16,1 0 15,-1 23-15,1-23 16,-1 0-16,1 0 16,-1 0-16,24 24 15,-23-24-15,23 0 16,-24 0-1,0 23 1,24-23-16,-23 0 16,23 0-1,-24 0-15</inkml:trace>
  <inkml:trace contextRef="#ctx0" brushRef="#br0" timeOffset="3872.2215">23025 13664 0,'23'0'15,"-23"0"1,24-24 0,-1 24-1,1 0-15,-1-23 16,1 23-16,-1 0 15,1-24-15,-1 1 16,1 23-16,-1 0 16,1-24-16,-1 24 15,1 0 1,-24 0-16,0 0 15,23 0-15,-23 0 16,24 47-16,23 0 16,-47 0-16,23 48 15,25-48-15,-48 23 16,70-23-16,-46 0 15,-24 0-15,47-47 16,-47 47-16,0-47 16,23 24-16,-23-24 15,24 23-15,-1 1 16,1-24-16,-24 23 15,23-23-15,1 0 16,-1 0 0,-23 0-1,47 0-15,-47 0 16,47 0-16,-23-23 15,46 23-15,-46-24 16,-1 1-16,1-1 16,-24 24-16,23 0 15,-23-23-15</inkml:trace>
  <inkml:trace contextRef="#ctx0" brushRef="#br0" timeOffset="4552.2604">23918 13782 0,'0'0'16,"-23"0"-1,23 23 1,0-23-16,0 24 15,0-1-15,0 24 16,-24-47-16,1 47 16,-24-23-16,23 23 15,1-24-15,-1 1 16,-23-1-16,24 24 15,-24 0 1,23 0-16,-23-47 16,47 24-16,-23-1 15,23 1 1,0-24-16,-24 0 31,0 0 47</inkml:trace>
  <inkml:trace contextRef="#ctx0" brushRef="#br0" timeOffset="5393.3085">23354 16674 0,'0'0'16,"0"0"15,0 0-15,47 0-16,-24 0 15,24 0-15,-23 0 16,0 0-16,-1 0 15,1 0-15,-1 0 16,1 0 0,23 47-16,-47 0 15,47 0-15,-24 24 16,-23 0-16,24-1 15,-1-23-15,24 71 16,-47-48-16,24-23 16,-1 0-16,1 0 15,-1-23-15,1-1 16,-24-23-16,23 47 15,1-47-15,-24 0 16,0 0-16,23 0 16,1 0-16,-1 0 15,-23 0-15,24 0 16,-1 0-16,1 0 15,-24 0 1,0 0-16,24 0 16,-24-23-16,0-1 15,0 24 1,0-23 15</inkml:trace>
  <inkml:trace contextRef="#ctx0" brushRef="#br0" timeOffset="5992.3428">23989 16886 0,'0'23'0,"-24"1"16,1 23-16,-1-23 15,1 23-15,-24-47 16,47 47-16,-47-47 15,23 47-15,24-47 16,-23 23-16,23 1 16,-24-24-1,24 23-15,-23-23 16,23 24-16,-24-24 15,24 23 1,0-23-16,0 24 16,-23-24-1,23 0 32,-24 0-47,24 23 16,0-23-1,0 0 63,0 0-78,24 0 16,-1-23-16</inkml:trace>
  <inkml:trace contextRef="#ctx0" brushRef="#br0" timeOffset="6472.3702">24271 17121 0,'24'0'0,"-24"0"16,23 0-16,24 0 15,-23 0-15,23 0 16,47 0-16,-47 0 16,-24 0-16,1 0 15,-1 0-15,1 0 16,-1 0-1,-23-23 1,0 23 0,0-24 30</inkml:trace>
  <inkml:trace contextRef="#ctx0" brushRef="#br0" timeOffset="7008.4009">24483 16768 0,'0'24'16,"0"-24"-16,0 23 15,0 24-15,0-23 16,0 23-16,0-23 16,0 46-16,0-46 15,0-1-15,0 24 16,0-23-16,0-24 15,0 23 1,0 1 0,0-24 93,47-47-109</inkml:trace>
  <inkml:trace contextRef="#ctx0" brushRef="#br0" timeOffset="7936.4539">24953 16486 0,'24'0'0,"-24"0"16,0 0-16,0 47 15,0-47 1,0 24-16,0 23 16,0-24-16,0 1 15,-24 23-15,24-24 16,0 24-16,0 0 15,0 24-15,0-24 16,0 0-16,0-23 16,-23 46-16,23-46 15,0 23-15,0-24 16,0 48-16,0-48 15,0 24-15,0-23 16,0 46-16,0-46 16,0-1-16,0 24 15,0-23-15,0-24 16,0 47-16,0-47 15,0 24-15,0-1 16,0 1-16,0-1 16,0 1-16,0-1 15,0-23-15,0 47 16,0-47-1,0 24 1,0-24 0,0 0 93</inkml:trace>
  <inkml:trace contextRef="#ctx0" brushRef="#br0" timeOffset="9888.5654">24530 17192 0,'0'0'47,"0"23"-47,0-23 16,0 24-1,0-24-15,0 23 16,0 1-16,0-24 15,0 23-15,0 1 16,0-1 0,23-23-1,-23 0 16</inkml:trace>
  <inkml:trace contextRef="#ctx0" brushRef="#br0" timeOffset="12256.7011">25376 12512 0,'0'0'31,"0"0"-15,24 0-16,0 0 0,-1 0 16,24 0-1,-23 0-15,-1 0 16,24 0-16,0 0 15,-23 0-15,-1 0 16,1 0-16,-24 0 16,23 0-16,1 23 15,-1 1-15,1-1 16,23 48-16,-24-24 15,1 0-15,-1 23 16,24 1-16,-23-24 16,-1 0-16,25 47 15,-25-47-15,1 0 16,23 0-16,-47-23 15,23-1-15,1-23 16,-1 24-16,-23-24 16,24 0-16,-1 0 15,24 23-15,-47-23 16,24 0-16,-1 0 15,1 0 1,-24 0-16,47-23 16,-24-1-1,1 24-15,-1-47 16,-23 47-16,24-23 15</inkml:trace>
  <inkml:trace contextRef="#ctx0" brushRef="#br0" timeOffset="12880.7367">26247 12676 0,'0'0'0,"-24"0"16,24 24-16,0-1 16,-23 24-16,-1-23 15,1 23-15,-24 23 16,47-46-16,-47 23 15,23 0-15,-23 0 16,0 0-16,47-23 16,-24-1-16,24 1 15,-23-1-15,23 1 16,-24-1-1,24 1-15,0-24 16,-23 23-16,23-23 16,-24 24-16,24-24 15,-23 23 1,23-23-1,0 0 63,0 0-78,23 0 16</inkml:trace>
  <inkml:trace contextRef="#ctx0" brushRef="#br0" timeOffset="13384.7655">26411 13052 0,'24'0'15,"23"24"-15,-24-24 16,48 0-16,-1 0 16,1 0-16,0 0 15,-1 0-15,-23 0 16,-23 0-16,-24 0 15</inkml:trace>
  <inkml:trace contextRef="#ctx0" brushRef="#br0" timeOffset="14008.8013">26788 12911 0,'0'24'0,"0"-1"16,0 1-16,0-24 15,0 23-15,0 1 16,0-1-16,0 1 16,0-24-1,0 47-15,0-23 16,0-1-16,0-23 15,23 24-15,-23-1 16,0 1-16,0-24 16,0 23-16,0-23 15,0 47-15,0-47 16,0 24-16,0-24 15,24 0 110</inkml:trace>
  <inkml:trace contextRef="#ctx0" brushRef="#br0" timeOffset="15063.8615">27376 12629 0,'0'24'0,"0"-1"16,0 24-16,23-47 15,-23 24-15,0 46 16,0-46-16,24 23 16,-24 0-1,0 0-15,23-24 16,-23 1-16,0 46 15,0-70-15,0 24 16,0 23-16,0-47 16,0 47-16,24-47 15,-24 24-15,0 23 16,0-24-16,0 1 15,0-1-15,0 1 16,0-1-16,0 1 16,0-1-16,23 1 15,-23-24-15,0 23 16,0 1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11:21.9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26964 15665 0,'25'-24'171,"223"-101"-77,-124 150 140,199 422-125,-248-348-109,173 75 109,-223-149-109,174-75 110,-150 1 30,-49 49-140</inkml:trace>
  <inkml:trace contextRef="#ctx0" brushRef="#br0" timeOffset="674.0386">28082 15616 0,'-25'223'94,"-124"224"15,74-348-109,1 1 234,74-100-234</inkml:trace>
  <inkml:trace contextRef="#ctx0" brushRef="#br0" timeOffset="1394.0797">28404 15938 0,'174'-49'109,"25"24"109,-199 25-218</inkml:trace>
  <inkml:trace contextRef="#ctx0" brushRef="#br0" timeOffset="1974.1129">28553 15591 0,'25'447'94,"-25"-422"-94,0 99 203,0-124-203</inkml:trace>
  <inkml:trace contextRef="#ctx0" brushRef="#br0" timeOffset="3089.1767">29025 15218 0,'75'497'93,"-51"-125"17,-24-297-110,25 223 109,-25-273-109,50 273 109,-50-224-109,74 149 109,-74-198-109,25-25 234,-25 0-234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5:26.3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22437 12065 0,'0'-24'47,"0"1"-47,0-1 16,0 24-1,23-47-15,-23 24 16,24-24-16,-24-1 16,23 25-16,1-1 15,-24-23-15,0 47 16,0-47-16,0 24 15,23-1-15,-23-23 16,24 0-16,-24 24 16,0-1-16,0-23 15,0 24-15,0-1 16,0-23-16,0 24 15,0-1-15,0-23 16,0 0-16,0 23 16,-24-23-16,24 0 15,0 24 1,-23-24-16,-24 0 15,23 0-15,-23-24 16,0 48-16,0-24 16,0 0-16,0 23 15,0 1-15,0-24 16,0 47-16,0-24 15,23 1-15,1-1 16,-24 24-16,23-24 16,1 1-16,-1 23 15,-23-24-15,24 24 16,-1 0-16,1-23 15,-1 23-15,1-24 16,-1 24-16,1 0 16,-1 0-16,-23-23 15,47-1-15,-24 24 16,1 0-16,-1 0 15,-23-23-15,47-1 16,-23 24-16,-1 0 16,1 0-16,-24-23 15,47 23 1,-24 0-16,24-24 15,-47 24-15,24-23 16,-1 23-16,-23 0 16,24-47-16,-1 47 15,1-24-15,-1 24 16,1-23-16,-1-1 15,24 1-15,-23 23 16,-1-47-16,-23 47 16,47-24-16,-24 1 15,1-1-15,-1 1 16,1-1-16,-1-23 16,1 23-16,-1-23 15,-23 47-15,24-47 16,23 24-16,-47-24 15,47 47-15,-47-24 16,47 24-16,-24-23 16,1-1-16,-1 24 15,24 0-15,-23-23 16,23 23-16,-24 0 15,1-24 1,-1 1-16,24 23 16,-47-24-16,24 24 15,-1 0-15,-23-23 16,47-1-16,-71 24 15,24-47-15,24 24 16,-48 23-16,1-24 16,-1 1-16,1-1 15,23 1-15,-24 23 16,1-24-16,-25 1 15,48-1-15,-23 24 16,-1 0-16,24-24 16,-23 24-16,-1-23 15,1 23-15,23-24 16,-24 1-16,0 23 15,24 0-15,-23 0 16,-1 0-16,24 0 16,-23-24-16,23 24 15,0-23-15,0 23 16,23 0-16,-23-24 15,-24 24 1,48 0-16,-1 0 16,-23-47-16,0 47 15,24-23-15,-24 23 16,0-24-16,47 1 15,-47 23-15,47-24 16,-47 24-16,23-23 16,1-1-16,23 24 15,-24-23-15,24 23 16,-47-24-16,47 1 15,-23-1-15,23 1 16,-24-1-16,24 24 16,-23-23-16,23-1 15,-24 1-15,24-1 16,-23 1-16,23 23 15,0-24-15,0 0 16,-24-23 0,24 47-1,0-23-15,0 23 16,0 0-16,0-24 31,0 1 0,0 23-15,-24 0-16,24-24 15,0 24 1,0-23 0,0 23 15,0-47-16,0 47 1,0-24 0,-23 24-1,23 0-15,0-23 47,0-1-16,0 24-15,0-23 15,0 23-31,0-24 109</inkml:trace>
  <inkml:trace contextRef="#ctx0" brushRef="#br0" timeOffset="2440.1396">17756 8349 0,'0'0'16,"0"23"-1,0-23-15,0 0 16,0 24-16,24-24 16,-24 23-16,0 1 15,0-1-15,24 1 16,-1-1-16,1-23 15,-24 47-15,23-47 16,-23 47-16,47-47 16,-23 24-16,-1-24 15,1 23-15,-1 1 16,48 0-1,-48-24-15,24 47 16,0-47-16,0 23 16,0-23-16,0 24 15,0-1-15,1-23 16,-25 0-16,24 24 15,-23-24-15,-1 23 16,24-23-16,-23 24 16,23-24-16,0 0 15,-24 0-15,1 0 16,23 23-16,-24-23 15,1 0-15,46 0 16,-23 0-16,24 0 16,-24 0-16,0 0 15,0 0-15,24 0 16,-1 0-16,-23 0 15,24 0-15,-24 24 16,0-24-16,0 0 16,23 0-16,-22 0 15,22 0-15,1 0 16,23 0-1,0 0-15,23 0 16,-23 23-16,1-23 16,-1 0-16,-24 0 15,24 0-15,-23 0 16,-1 0-16,1 0 15,23 0-15,-23 0 16,-1 0-16,1 0 16,-1 0-16,24 0 15,-23 0-15,-1 0 16,24 0-16,-23 0 15,23 0-15,0 0 16,47 24-16,-47-1 16,24-23-16,-24 0 15,0 24-15,24-1 16,-48-23-16,1 24 15,23-1-15,-24-23 16,24 47-16,1-23 16,22 23-16,-23-24 15,24 1-15,-48-1 16,1 1-1,23 23-15,-47-23 16,24-1-16,-1 24 16,-23-23-16,24-1 15,-24 24-15,23-23 16,-23 23-16,0-24 15,0 24-15,24-23 16,-24 46-16,47-23 16,-70 0-16,23 0 15,47 24-15,-47 0 16,0-24-16,0 23 15,0-23-15,0 24 16,-24-1-16,24-23 16,-23 0-16,0 24 15,-1-24-15,1 0 16,23 0-16,-24 24 15,1-48-15,-1 48 16,-23-24-16,24-24 16,23 24-16,-47 24 15,47-48-15,-24 1 16,-23 23-1,24 0-15,23 0 16,-47-23-16,47-1 16,-24 48-16,1-71 15,-1 47-15,24-24 16,-47 1-16,24-1 15,23 1-15,-23-1 16,46 24-16,-46-47 16,23 47-16,23-23 15,1-1-15,-48 24 16,48-23-16,-24-1 15,0 1-15,-24-24 16,24 23-16,-47 1 16,47-24-16,-23 23 15,0-23-15,-1 0 16,1 24-16,-1-24 15,-23 0-15,24 0 16,-1 24-16,1-24 16,-1 23-1,-23-23-15,24 0 16,-24 0-1,0 0 1,23 0 0,-23 0-1,0 24-15,24-24 16,-1 0-1,-23 23 1,24-23 0,-24 24-16,23-24 15,1 23-15,-24-23 16,23 47-16,-23-47 15,24 24-15,23-1 16,-24 24-16,-23-47 16,24 24-16,-1-24 15,-23 23-15,24 1 16,-1-24 62,-23 0-63,0 0 1,24 0 0,-24 23-16,23-23 15,1 0 1</inkml:trace>
  <inkml:trace contextRef="#ctx0" brushRef="#br1" timeOffset="10647.6091">20555 8325 0,'0'0'46,"24"0"-30,-24 0 0,23 0-16,24 0 15,0 47-15,0-47 16,0 24-16,0 23 15,0-47-15,-47 23 16,24 1 0,23-1-16,-47-23 15,47 47-15,-47-47 16,47 47-16,-23-23 15,23 23-15,0-23 16,-24-1-16,1 1 16,-1-1-16,1 1 15,-1-1-15,1 1 16,-1 23-16,1-24 15,-1 1-15,1 23 16,23 0-16,-24 0 16,24 0-16,0 23 15,1-23-15,-1 24 16,-47-24-16,47-23 15,-47 23-15,23-47 16,-23 47-16,0-47 16,24 23-16,-1 1 15,-23-1-15,0-23 16,0 24-16,0-1 15,0 1-15,0-1 16,0-23 0,0 24-16,0-1 15,0 1-15,0-24 16,0 47-16,0-24 15,0 1-15,0 23 16,0-47-16,0 23 16,0 1-16,0-1 15,0 1-15,0-24 16,0 47-16,0-47 15,0 24-15,0-1 16,24 1-16,-24-24 16,0 23-16,0 24 15,0-47 1,0 47-16,0-47 15,0 24-15,0-1 16,0 1-16,0-1 16,23 1-16,-23-1 15,24 48-15,-24-24 16,23 0-16,-23 0 15,24 0-15,-1-23 16,-23-1 0,0 1-16,0-1 15,24 1-15,-24-24 16,0 47-16,0-47 15,0 23-15,23 1 16,-23-1-16,0 1 16,24-1-16,-24 24 15,0-23-15,23-1 16,1 24-16,-24-23 15,0-1-15,23 24 16,-23-23-16,24 23 16,-24-47-16,0 23 15,23-23-15,-23 24 16,24 0-16,-24-1 15,0 1-15,23-1 16,1 1-16,-24-1 16,0 48-16,23-71 15,-23 23-15,24 1 16,-24-1-16,0 1 15,0-24-15,24 23 16,-24-23 0,0 24-16,0-1 15,23-23-15,-23 0 16,24 24-16,-24-1 15,0 1-15,23-24 16,-23 0-16,0 23 16,0-23-16,0 24 15,24-1-15,-24-23 16,0 24-16,23-24 15,-23 0 1,0 23-16,24-23 16,-24 0-1,23 0-15,-23 24 16,0-24-16,0 23 15,24-23-15,-24 0 16,0 0 0,0 24-16,23-24 15,-23 0-15,24 0 16,-24 24-16,23-24 15,-23 23 1,24-23 15,-24 0-31,0 0 16,23 0-1,1 24 17,-24-24-17,23 23 1,-23-23-1,0 0-15,24 0 16,-1 0 0,-23 24-1,0-1 1,0-23-1,24 0 1,-24 0-16,0 0 31,23 24-15,-23-24-1,0 23 17,0 1-1,0-24 156,0 0-171</inkml:trace>
  <inkml:trace contextRef="#ctx0" brushRef="#br1" timeOffset="15279.874">20602 8325 0,'0'0'125,"0"0"-109,0 0 15,0 0-15,24 0-16,-1 0 15,-23 0-15,0 24 16,24-24-16,-24 23 15,0-23-15,47 24 16,-24-1 0,1-23-16,-24 24 15,0-24-15,23 23 16,-23-23-16,0 24 15,24-1-15,-1-23 16,-23 24-16,24-1 16,-24 1-16,23-1 15,-23 1-15,0-24 16,0 23-16,24-23 15,-24 24 1,0 0-16,23-1 16,1-23-16,-24 47 15,0-47-15,24 24 16,-24-1-16,0 1 15,23 23 1,1-24-16,-24 1 16,23 23-16,-23-24 15,0 1-15,47-1 16,-47 24-16,0-23 15,24-24-15,-24 47 16,23-24-16,-23 1 16,24 23-16,-24 0 15,23-23-15,-23 23 16,0-24-16,47 24 15,-47-23-15,24-1 16,-24 24-16,0-47 16,0 47-16,23-23 15,-23-1-15,0 1 16,24-1-16,-24 24 15,23-23-15,-23-1 16,0 24-16,0-23 16,24 23-16,-24-24 15,23 48-15,-23-24 16,0-23-16,0 46 15,0-23 1,0 0-16,0 0 16,0 0-16,0-23 15,0 46-15,0-46 16,24-1-16,-1 1 15,-23-24 1,0 47-16,0-47 16,0 23-16,0 1 15,0 0-15,0 23 16,0-47-16,0 47 15,0 0-15,0-24 16,0 24-16,0 0 16,0 24-16,0-24 15,0-24-15,24 48 16,-24-24-16,0 23 15,0-22-15,0-1 16,0 0-16,0 0 16,0 23-16,0-23 15,0 0-15,0 24 16,0-1-16,0 1 15,0-1 1,0 25-16,0-25 16,0 1-16,0-1 15,0 1-15,0-48 16,0 1-16,0 23 15,0-47-15,0 23 16,0-23-16,0 24 16,0-1-16,0-23 15,-24 47-15,24-47 16,0 24-16,0-24 15,0 23-15,0 25 16,0-1-16,0-24 16,-23 24-16,23-23 15,0-1-15,0 48 16,0-48-16,0-23 15,0 47-15,0-23 16,0 23-16,0-24 16,0 1-16,0-1 15,0 1-15,0 23 16,0-24-16,0 24 15,0-23 1,-24 0-16,24 23 16,0 0-16,-23-24 15,23 24-15,0-23 16,0 23-16,-24-24 15,24 48-15,0-24 16,0-24-16,-23 24 16,23 0-16,0 0 15,-24-23-15,24 23 16,0 0-16,0-23 15,-23 23-15,23-24 16,0 1-16,0 23 16,0-24-16,-24 24 15,24-23-15,0 23 16,0 0-16,0-24 15,0 1-15,0-1 16,-23 1-16,23 23 16,0-24-16,0 1 15,0 23-15,0-23 16,0-24-16,0 47 15,0-47 1,0 47-16,0-24 16,0-23-16,0 47 15,-24-23-15,24-1 16,0 24-16,0-47 15,0 24-15,0 46 16,0-46-16,0-1 16,0 1-16,0-1 15,0 24-15,0 0 16,0-23-16,0-1 15,0 1-15,0 23 16,0-23-16,0-1 16,0 1-16,0-1 15,0 24-15,24-23 16,-24-24-16,0 23 15,0 1-15,0-1 16,0-23-16,23 24 16,-23-1-16,0-23 15,0 24-15,24-1 16,-24 1-16,0-24 15,23 23 1,-23 1-16,0-1 16,24 1-16,-24-1 15,0-23-15,23 24 16,1-24-16,-24 23 15,0 1 1,23-24-16,-23 0 16,24 23-1,-1-23 1,-23 24-16,0 0 15,24-24-15,-24 23 16,0-23-16,23 0 16,1 24-1,-24-24-15,23 23 16,1 1-1,-24-24 1,0 23-16,23 1 16,-23-24-16,24 0 15,-24 23-15,0-23 16,24 24-16,-1-24 31,-23 23-15,0 1-16,24-24 15,-24 0-15,0 23 16,0-23-16,23 0 15,-23 47-15,24-47 16,-24 24 0,0-24-1,23 23-15,-23 1 16,24-24-16,-24 0 15,0 23-15,0-23 16,0 0-16,0 24 31,0-1-31,23-23 16,1 0-16,-24 24 15,0-24 1,0 0 0,0 23-1,23-23 1,-23 0 15,0 24-31,47-1 31,-47-23-15,0 0-1,24 0 1,-24 24 0,23-24-1,1 0 1,-24 0-1,0 0-15,23 0 32,-23 23-1,0-23-16,0 24 1,24-24 0,-24 0-1,0 0-15,23 24 47,-23-24 0,24 0-47,-24 0 31,0 23-15,23-23-1,-23 24-15,0-24 47,0 0-47,24 0 94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1:49:43.3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21919 8490 0,'0'0'31,"-23"0"-31,-24 0 16,-24 0-16,1-47 15,-95 0-15,47 0 16,1-24-16,-24 24 16,23 0-16,-23-23 15,70-25-15,-23 48 16,47 24-16,24-1 15,-1 1-15,1-1 16,23 1-16,-24-1 16,24 24-1,0-23-15,0-1 16,0-23-16,0 47 15,0-47-15,0 24 16,24-1-16,-1 1 16,1-1-16,23-23 15,-24 47-15,48-47 16,-24 24-16,23-1 15,1-23-15,0 23 16,46 1-16,-23-1 16,47 1-16,24-1 15,23 1-15,24 23 16,-24-24-16,0 1 15,24 23-15,-24-47 16,0 23-16,-23 24 16,23 0-16,-24 0 15,1 0-15,0 0 16,-24-23-16,47 23 15,-23 0-15,23 0 16,-24 0-16,1 0 16,23 0-1,0 0-15,24 23 16,-24-23-16,0 24 15,0-24-15,-23 0 16,47 0-16,-24 0 16,-71 0-16,48 23 15,47-23-15,-95 24 16,48-24-16,-24 0 15,0 0-15,-23 0 16,23 23-16,0 1 16,24-1-16,-1 24 15,-46-47-15,23 24 16,24-1-16,-48 25 15,-23-1-15,24-24 16,-24 24-16,0-23 16,0 23-16,-23-47 15,-48 47-15,24-47 16,-23 0-16,-24 23 15,23-23-15,-23 24 16,24-1-16,-1 24 16,1 0-1,-24-23-15,23 46 16,-23-23-16,0 0 15,0 1-15,0-1 16,0 23-16,-23 1 16,-24-48-16,0 48 15,23-48-15,-70 48 16,24-24-16,-1-24 15,-47 24-15,24-23 16,-47-1-16,0-23 16,24 0-16,-48 24 15,24-24-15,23 0 16,-23 0-16,47 0 15,-47 0-15,-24 0 16,71 23-16,-70-23 16,-1 0-16,24 24 15,-24 0-15,71-24 16,-23 0-16,-25 23 15,48-23-15,-23 0 16,46 0-16,-23 0 16,24 0-1,-24 0-15,-24 24 16,47-24-16,1 0 15,-48 23-15,48-23 16,-1 0-16,1 0 16,-25 0-16,1 0 15,0 0-15,24 0 16,-1 0-16,1 0 15,-1 0-15,24 0 16,-23 0-16,-25 0 16,25 0-16,-1 0 15,1 0-15,-1 0 16,1-23-16,-1 23 15,-23 0-15,23 0 16,1 0-16,-24 0 16,23 0-16,1 0 15,-1 0-15,1 0 16,-1 0-16,48 0 15,-1 0-15,-23 0 16,0 0-16,0-24 16,23 24-1,-23 0-15,0 0 16,24 0-16,-24 0 15,0 0-15,23 0 16,1 0-16,-24 0 16,0 0-16,23-23 15,1 23-15,-24 0 16,23-24-16,-23 24 15,0-24-15,47 24 16,-47 0-16,23 0 16,-23-23-16,0 23 15,0 0-15,0 0 16,24 0-16,-24 0 15,23 0-15,24 0 16,-47 0-16,24 0 16,-1 0-16,-23 0 15,0 0-15,24 0 16,-1 0-16,-23-24 15,23 24-15,1 0 16,23 0-16,-24 0 31,24 0-15,-23 0-1,-1 0 17,24 0-17,-23 0 16,23 0 16,-24 0-47,24 0 16,-47 0-16</inkml:trace>
  <inkml:trace contextRef="#ctx0" brushRef="#br0" timeOffset="986.0564">22554 13734 0,'24'-47'16,"-1"24"0,24 23-16,0-47 15,-23 47-15,23 0 16,-24-24-16,1 24 15,-24 0-15,23 0 16,1 0-16,-24 0 16,0 0-16,24 24 15,-24-1-15,23 24 16,1 24-16,-1 0 15,24 23-15,-23 0 16,23-24-16,0 24 16,-47-70-1,47-1-15,-47 1 16,23-24-16,1 0 15,23 0 1,-47 23 0,23-23-16,24 0 15,24 0-15,-24 0 16,47 0-16,-23-47 15,-24 47-15,-24-23 16,1 23-16,-24-24 16,23 24-16,-23 0 15,0-23 32,0 23-31,-23-24-16</inkml:trace>
  <inkml:trace contextRef="#ctx0" brushRef="#br0" timeOffset="1384.0791">23448 13734 0,'-47'71'16,"23"-24"-16,-23 24 16,-23 23-16,23-47 15,-24 23-15,48 24 16,-24-70-16,0 23 15,47-47-15,-24 47 16,1-47-16,-1 0 16,24 23-1,-23 1-15,-1-24 31,24 0-15,0 0 15</inkml:trace>
  <inkml:trace contextRef="#ctx0" brushRef="#br0" timeOffset="2248.1283">23072 16016 0,'23'0'16,"-23"0"-16,47-24 15,-23 24-15,-1 0 16,1 0-16,-1 0 15,1 0-15,-24 0 16,23 0-16,1 0 16,-1 0-16,-23 0 15,47 24-15,-47-24 16,24 23-16,-24 1 15,0-1-15,23 24 16,1-23-16,-24 23 16,23 0-16,-23 0 15,0-23-15,24 46 16,-24-70-16,0 24 15,24-24 1,-1 0 15,-23 0-15,71 0-16,-48 0 15,24 0-15,0 0 16,0 0-16,-23 0 16,-24 0-16,23 0 15,-23 0-15,24 0 16,-1 0-16,1 0 15,-24 0-15,0 0 16,23 0-16,-23 0 109,0 0-109</inkml:trace>
  <inkml:trace contextRef="#ctx0" brushRef="#br0" timeOffset="2736.1565">23824 15992 0,'-23'24'0,"-1"-1"16,-23 24-16,24-23 15,-48 46-15,24-23 16,-23 0-16,-25 1 16,1 22-16,24-23 15,-1 0-15,-23 0 16,47 0-16,0-23 15,0-1-15,47-23 16,0 0 109,0 0-125,0-47 15</inkml:trace>
  <inkml:trace contextRef="#ctx0" brushRef="#br0" timeOffset="3720.2128">27329 12159 0,'23'0'15,"1"-24"-15,-1 1 16,48 23-16,-1 0 16,-23 0-16,-23 0 15,-1 0-15,24 0 31,-47 47-31,0-24 16,24 24-16,23 24 16,-24-1-16,-23 1 15,0 0-15,0-1 16,47 1-16,-47-1 15,24 1-15,-1-1 16,-23-23-16,24-23 16,-1 46-16,-23-70 15,24 24-15,0-24 16,-24 0-1,23 0-15,-23 0 16,47 0-16,-23 0 16,46 0-16,-23 0 15,0-24-15,-23 1 16,-1 23-16,1-24 15,-1 1 1,-23 23 0,0 0-1</inkml:trace>
  <inkml:trace contextRef="#ctx0" brushRef="#br0" timeOffset="4208.2406">28199 12370 0,'0'24'0,"-47"-1"15,0 1-15,23-1 16,-70 25-16,71-1 16,-48-24-16,0 24 15,48-23-15,-24 23 16,-24-47-16,48 23 15,-24 1-15,0-1 16,23 1-16,1-24 16,23 23-16,-24-23 46,24 0-14,0 0-17,24 0-15,70-23 16</inkml:trace>
  <inkml:trace contextRef="#ctx0" brushRef="#br0" timeOffset="4760.2723">28222 12700 0,'24'0'16,"-24"0"-16,23 0 15,24 0 1,-23 0-1,-1 0-15,1 0 16,-1 0-16,-23 0 16,24 0-16,-24 0 15,23 0-15,1 0 16,-1 0-16,24 0 15,-47 0-15,48 0 16,-48 0 0,23 0-16,-23 0 15,24 0 16</inkml:trace>
  <inkml:trace contextRef="#ctx0" brushRef="#br0" timeOffset="5256.3006">28504 12559 0,'0'23'15,"0"-23"-15,0 47 16,0-23-16,0-1 15,0 24-15,0-23 16,0 23 0,0-24-16,0 24 0,0-47 15,-23 0 1,23 24-1,0-24 79,0 0-94</inkml:trace>
  <inkml:trace contextRef="#ctx0" brushRef="#br0" timeOffset="5960.3409">29163 11924 0,'0'23'0,"0"1"15,0-1-15,0 24 16,0 0-16,0 0 16,0 0-16,0 24 15,0-24-15,0 0 16,0 0-16,0 0 15,0 24-15,0-48 16,0 1-16,0-1 16,0 24-16,0-23 15,0 23-15,0 0 16,0 0-16,0-24 15,0 1-15,0-1 16,0-23-16,0 24 16,0-1-16,0-23 15,0 24-15,0-24 16,0 47-1,23-47-15,-23 23 16,0 1-16,0-1 47,0-23-47,0 0 62,24 0-15,-24-23-47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11:28.25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27213 15889 0,'74'-199'109,"423"348"1,-423-74-110,150 471 109,-150-447-109,149-24 109,-173-274 0,-75 174-109,25 25 0</inkml:trace>
  <inkml:trace contextRef="#ctx0" brushRef="#br0" timeOffset="614.0352">28181 15740 0,'-149'347'109,"-50"75"1,125-347-110,24 24 140,174-148-124,-124 49-16</inkml:trace>
  <inkml:trace contextRef="#ctx0" brushRef="#br0" timeOffset="1416.081">28479 16212 0,'198'49'94,"76"-74"15,-200-49 125,-74 74-234</inkml:trace>
  <inkml:trace contextRef="#ctx0" brushRef="#br0" timeOffset="1956.1119">28851 15914 0,'25'397'124,"25"-223"79,-50-174-203</inkml:trace>
  <inkml:trace contextRef="#ctx0" brushRef="#br0" timeOffset="3873.2216">29298 15243 0,'25'0'63,"49"447"30,-49-298-93,25 298 110,-25-273-110,99 149 109,-99-175-109,74 150 109,-99-273-109,25 75 234,-25-100-234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5:26.3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22437 12065 0,'0'-24'47,"0"1"-47,0-1 16,0 24-1,23-47-15,-23 24 16,24-24-16,-24-1 16,23 25-16,1-1 15,-24-23-15,0 47 16,0-47-16,0 24 15,23-1-15,-23-23 16,24 0-16,-24 24 16,0-1-16,0-23 15,0 24-15,0-1 16,0-23-16,0 24 15,0-1-15,0-23 16,0 0-16,0 23 16,-24-23-16,24 0 15,0 24 1,-23-24-16,-24 0 15,23 0-15,-23-24 16,0 48-16,0-24 16,0 0-16,0 23 15,0 1-15,0-24 16,0 47-16,0-24 15,23 1-15,1-1 16,-24 24-16,23-24 16,1 1-16,-1 23 15,-23-24-15,24 24 16,-1 0-16,1-23 15,-1 23-15,1-24 16,-1 24-16,1 0 16,-1 0-16,-23-23 15,47-1-15,-24 24 16,1 0-16,-1 0 15,-23-23-15,47-1 16,-23 24-16,-1 0 16,1 0-16,-24-23 15,47 23 1,-24 0-16,24-24 15,-47 24-15,24-23 16,-1 23-16,-23 0 16,24-47-16,-1 47 15,1-24-15,-1 24 16,1-23-16,-1-1 15,24 1-15,-23 23 16,-1-47-16,-23 47 16,47-24-16,-24 1 15,1-1-15,-1 1 16,1-1-16,-1-23 16,1 23-16,-1-23 15,-23 47-15,24-47 16,23 24-16,-47-24 15,47 47-15,-47-24 16,47 24-16,-24-23 16,1-1-16,-1 24 15,24 0-15,-23-23 16,23 23-16,-24 0 15,1-24 1,-1 1-16,24 23 16,-47-24-16,24 24 15,-1 0-15,-23-23 16,47-1-16,-71 24 15,24-47-15,24 24 16,-48 23-16,1-24 16,-1 1-16,1-1 15,23 1-15,-24 23 16,1-24-16,-25 1 15,48-1-15,-23 24 16,-1 0-16,24-24 16,-23 24-16,-1-23 15,1 23-15,23-24 16,-24 1-16,0 23 15,24 0-15,-23 0 16,-1 0-16,24 0 16,-23-24-16,23 24 15,0-23-15,0 23 16,23 0-16,-23-24 15,-24 24 1,48 0-16,-1 0 16,-23-47-16,0 47 15,24-23-15,-24 23 16,0-24-16,47 1 15,-47 23-15,47-24 16,-47 24-16,23-23 16,1-1-16,23 24 15,-24-23-15,24 23 16,-47-24-16,47 1 15,-23-1-15,23 1 16,-24-1-16,24 24 16,-23-23-16,23-1 15,-24 1-15,24-1 16,-23 1-16,23 23 15,0-24-15,0 0 16,-24-23 0,24 47-1,0-23-15,0 23 16,0 0-16,0-24 31,0 1 0,0 23-15,-24 0-16,24-24 15,0 24 1,0-23 0,0 23 15,0-47-16,0 47 1,0-24 0,-23 24-1,23 0-15,0-23 47,0-1-16,0 24-15,0-23 15,0 23-31,0-24 109</inkml:trace>
  <inkml:trace contextRef="#ctx0" brushRef="#br0" timeOffset="2440.1396">17756 8349 0,'0'0'16,"0"23"-1,0-23-15,0 0 16,0 24-16,24-24 16,-24 23-16,0 1 15,0-1-15,24 1 16,-1-1-16,1-23 15,-24 47-15,23-47 16,-23 47-16,47-47 16,-23 24-16,-1-24 15,1 23-15,-1 1 16,48 0-1,-48-24-15,24 47 16,0-47-16,0 23 16,0-23-16,0 24 15,0-1-15,1-23 16,-25 0-16,24 24 15,-23-24-15,-1 23 16,24-23-16,-23 24 16,23-24-16,0 0 15,-24 0-15,1 0 16,23 23-16,-24-23 15,1 0-15,46 0 16,-23 0-16,24 0 16,-24 0-16,0 0 15,0 0-15,24 0 16,-1 0-16,-23 0 15,24 0-15,-24 24 16,0-24-16,0 0 16,23 0-16,-22 0 15,22 0-15,1 0 16,23 0-1,0 0-15,23 0 16,-23 23-16,1-23 16,-1 0-16,-24 0 15,24 0-15,-23 0 16,-1 0-16,1 0 15,23 0-15,-23 0 16,-1 0-16,1 0 16,-1 0-16,24 0 15,-23 0-15,-1 0 16,24 0-16,-23 0 15,23 0-15,0 0 16,47 24-16,-47-1 16,24-23-16,-24 0 15,0 24-15,24-1 16,-48-23-16,1 24 15,23-1-15,-24-23 16,24 47-16,1-23 16,22 23-16,-23-24 15,24 1-15,-48-1 16,1 1-1,23 23-15,-47-23 16,24-1-16,-1 24 16,-23-23-16,24-1 15,-24 24-15,23-23 16,-23 23-16,0-24 15,0 24-15,24-23 16,-24 46-16,47-23 16,-70 0-16,23 0 15,47 24-15,-47 0 16,0-24-16,0 23 15,0-23-15,0 24 16,-24-1-16,24-23 16,-23 0-16,0 24 15,-1-24-15,1 0 16,23 0-16,-24 24 15,1-48-15,-1 48 16,-23-24-16,24-24 16,23 24-16,-47 24 15,47-48-15,-24 1 16,-23 23-1,24 0-15,23 0 16,-47-23-16,47-1 16,-24 48-16,1-71 15,-1 47-15,24-24 16,-47 1-16,24-1 15,23 1-15,-23-1 16,46 24-16,-46-47 16,23 47-16,23-23 15,1-1-15,-48 24 16,48-23-16,-24-1 15,0 1-15,-24-24 16,24 23-16,-47 1 16,47-24-16,-23 23 15,0-23-15,-1 0 16,1 24-16,-1-24 15,-23 0-15,24 0 16,-1 24-16,1-24 16,-1 23-1,-23-23-15,24 0 16,-24 0-1,0 0 1,23 0 0,-23 0-1,0 24-15,24-24 16,-1 0-1,-23 23 1,24-23 0,-24 24-16,23-24 15,1 23-15,-24-23 16,23 47-16,-23-47 15,24 24-15,23-1 16,-24 24-16,-23-47 16,24 24-16,-1-24 15,-23 23-15,24 1 16,-1-24 62,-23 0-63,0 0 1,24 0 0,-24 23-16,23-23 15,1 0 1</inkml:trace>
  <inkml:trace contextRef="#ctx0" brushRef="#br1" timeOffset="10647.6091">20555 8325 0,'0'0'46,"24"0"-30,-24 0 0,23 0-16,24 0 15,0 47-15,0-47 16,0 24-16,0 23 15,0-47-15,-47 23 16,24 1 0,23-1-16,-47-23 15,47 47-15,-47-47 16,47 47-16,-23-23 15,23 23-15,0-23 16,-24-1-16,1 1 16,-1-1-16,1 1 15,-1-1-15,1 1 16,-1 23-16,1-24 15,-1 1-15,1 23 16,23 0-16,-24 0 16,24 0-16,0 23 15,1-23-15,-1 24 16,-47-24-16,47-23 15,-47 23-15,23-47 16,-23 47-16,0-47 16,24 23-16,-1 1 15,-23-1-15,0-23 16,0 24-16,0-1 15,0 1-15,0-1 16,0-23 0,0 24-16,0-1 15,0 1-15,0-24 16,0 47-16,0-24 15,0 1-15,0 23 16,0-47-16,0 23 16,0 1-16,0-1 15,0 1-15,0-24 16,0 47-16,0-47 15,0 24-15,0-1 16,24 1-16,-24-24 16,0 23-16,0 24 15,0-47 1,0 47-16,0-47 15,0 24-15,0-1 16,0 1-16,0-1 16,23 1-16,-23-1 15,24 48-15,-24-24 16,23 0-16,-23 0 15,24 0-15,-1-23 16,-23-1 0,0 1-16,0-1 15,24 1-15,-24-24 16,0 47-16,0-47 15,0 23-15,23 1 16,-23-1-16,0 1 16,24-1-16,-24 24 15,0-23-15,23-1 16,1 24-16,-24-23 15,0-1-15,23 24 16,-23-23-16,24 23 16,-24-47-16,0 23 15,23-23-15,-23 24 16,24 0-16,-24-1 15,0 1-15,23-1 16,1 1-16,-24-1 16,0 48-16,23-71 15,-23 23-15,24 1 16,-24-1-16,0 1 15,0-24-15,24 23 16,-24-23 0,0 24-16,0-1 15,23-23-15,-23 0 16,24 24-16,-24-1 15,0 1-15,23-24 16,-23 0-16,0 23 16,0-23-16,0 24 15,24-1-15,-24-23 16,0 24-16,23-24 15,-23 0 1,0 23-16,24-23 16,-24 0-1,23 0-15,-23 24 16,0-24-16,0 23 15,24-23-15,-24 0 16,0 0 0,0 24-16,23-24 15,-23 0-15,24 0 16,-24 24-16,23-24 15,-23 23 1,24-23 15,-24 0-31,0 0 16,23 0-1,1 24 17,-24-24-17,23 23 1,-23-23-1,0 0-15,24 0 16,-1 0 0,-23 24-1,0-1 1,0-23-1,24 0 1,-24 0-16,0 0 31,23 24-15,-23-24-1,0 23 17,0 1-1,0-24 156,0 0-171</inkml:trace>
  <inkml:trace contextRef="#ctx0" brushRef="#br1" timeOffset="15279.874">20602 8325 0,'0'0'125,"0"0"-109,0 0 15,0 0-15,24 0-16,-1 0 15,-23 0-15,0 24 16,24-24-16,-24 23 15,0-23-15,47 24 16,-24-1 0,1-23-16,-24 24 15,0-24-15,23 23 16,-23-23-16,0 24 15,24-1-15,-1-23 16,-23 24-16,24-1 16,-24 1-16,23-1 15,-23 1-15,0-24 16,0 23-16,24-23 15,-24 24 1,0 0-16,23-1 16,1-23-16,-24 47 15,0-47-15,24 24 16,-24-1-16,0 1 15,23 23 1,1-24-16,-24 1 16,23 23-16,-23-24 15,0 1-15,47-1 16,-47 24-16,0-23 15,24-24-15,-24 47 16,23-24-16,-23 1 16,24 23-16,-24 0 15,23-23-15,-23 23 16,0-24-16,47 24 15,-47-23-15,24-1 16,-24 24-16,0-47 16,0 47-16,23-23 15,-23-1-15,0 1 16,24-1-16,-24 24 15,23-23-15,-23-1 16,0 24-16,0-23 16,24 23-16,-24-24 15,23 48-15,-23-24 16,0-23-16,0 46 15,0-23 1,0 0-16,0 0 16,0 0-16,0-23 15,0 46-15,0-46 16,24-1-16,-1 1 15,-23-24 1,0 47-16,0-47 16,0 23-16,0 1 15,0 0-15,0 23 16,0-47-16,0 47 15,0 0-15,0-24 16,0 24-16,0 0 16,0 24-16,0-24 15,0-24-15,24 48 16,-24-24-16,0 23 15,0-22-15,0-1 16,0 0-16,0 0 16,0 23-16,0-23 15,0 0-15,0 24 16,0-1-16,0 1 15,0-1 1,0 25-16,0-25 16,0 1-16,0-1 15,0 1-15,0-48 16,0 1-16,0 23 15,0-47-15,0 23 16,0-23-16,0 24 16,0-1-16,0-23 15,-24 47-15,24-47 16,0 24-16,0-24 15,0 23-15,0 25 16,0-1-16,0-24 16,-23 24-16,23-23 15,0-1-15,0 48 16,0-48-16,0-23 15,0 47-15,0-23 16,0 23-16,0-24 16,0 1-16,0-1 15,0 1-15,0 23 16,0-24-16,0 24 15,0-23 1,-24 0-16,24 23 16,0 0-16,-23-24 15,23 24-15,0-23 16,0 23-16,-24-24 15,24 48-15,0-24 16,0-24-16,-23 24 16,23 0-16,0 0 15,-24-23-15,24 23 16,0 0-16,0-23 15,-23 23-15,23-24 16,0 1-16,0 23 16,0-24-16,-24 24 15,24-23-15,0 23 16,0 0-16,0-24 15,0 1-15,0-1 16,-23 1-16,23 23 16,0-24-16,0 1 15,0 23-15,0-23 16,0-24-16,0 47 15,0-47 1,0 47-16,0-24 16,0-23-16,0 47 15,-24-23-15,24-1 16,0 24-16,0-47 15,0 24-15,0 46 16,0-46-16,0-1 16,0 1-16,0-1 15,0 24-15,0 0 16,0-23-16,0-1 15,0 1-15,0 23 16,0-23-16,0-1 16,0 1-16,0-1 15,0 24-15,24-23 16,-24-24-16,0 23 15,0 1-15,0-1 16,0-23-16,23 24 16,-23-1-16,0-23 15,0 24-15,24-1 16,-24 1-16,0-24 15,23 23 1,-23 1-16,0-1 16,24 1-16,-24-1 15,0-23-15,23 24 16,1-24-16,-24 23 15,0 1 1,23-24-16,-23 0 16,24 23-1,-1-23 1,-23 24-16,0 0 15,24-24-15,-24 23 16,0-23-16,23 0 16,1 24-1,-24-24-15,23 23 16,1 1-1,-24-24 1,0 23-16,23 1 16,-23-24-16,24 0 15,-24 23-15,0-23 16,24 24-16,-1-24 31,-23 23-15,0 1-16,24-24 15,-24 0-15,0 23 16,0-23-16,23 0 15,-23 47-15,24-47 16,-24 24 0,0-24-1,23 23-15,-23 1 16,24-24-16,-24 0 15,0 23-15,0-23 16,0 0-16,0 24 31,0-1-31,23-23 16,1 0-16,-24 24 15,0-24 1,0 0 0,0 23-1,23-23 1,-23 0 15,0 24-31,47-1 31,-47-23-15,0 0-1,24 0 1,-24 24 0,23-24-1,1 0 1,-24 0-1,0 0-15,23 0 32,-23 23-1,0-23-16,0 24 1,24-24 0,-24 0-1,0 0-15,23 24 47,-23-24 0,24 0-47,-24 0 31,0 23-15,23-23-1,-23 24-15,0-24 47,0 0-47,24 0 94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14:28.1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23495 12300 0,'0'0'15,"24"-24"1,-24 24-16,23 0 15,-23-23 1,24 23-16,-1 0 16,1-24-16,-24 1 15,47 23-15,-47 0 16,23-24-16,-23 24 15,0 0-15,24 0 32,-1 0-1,-23 0-31,0 0 15,0 0 1,24 24-16,-1-1 16,1-23-16,-24 24 15,23-24-15,-23 47 16,0-24-1,24 1 1,-1-1-16,-23 1 16,0-1-16,24-23 15,-24 47-15,23-23 16,-23 0-16,0-1 15,24-23-15,-24 47 16,47-47-16,-47 24 16,23-1-16,1 1 15,-24-1-15,23-23 16,1 24-16,-24-24 15,23 0-15,-23 23 16,24 1 0,0-24-16,-1 0 15,-23 0-15,24 0 16,-1 23-1,-23-23 1,24 0 0,-24 0-1,23 0 1,-23 0 15,24 0 16,-24 0 31</inkml:trace>
  <inkml:trace contextRef="#ctx0" brushRef="#br0" timeOffset="1952.1117">20296 8890 0,'-23'0'0,"-24"0"15,0 0-15,0 0 16,0 0-16,0 0 15,-24 0-15,1 0 16,-71-24-16,70 24 16,-47 0-16,24-23 15,-47 23-15,-23-24 16,93 24-16,-47-23 15,48 23 1,-24 0-16,0-24 16,23 24-16,1-23 15,-1 23-15,1 0 16,-1-24-16,0 24 15,1 0-15,-1 0 16,24-23-16,0-1 16,24 24-16,-24 0 15,23-24-15,-23 1 16,24-1-16,-24 1 15,23-1-15,-47 24 16,48-47-16,-1 47 16,-23-23-16,0-1 15,47 24-15,-23 0 16,-1-23-16,24-1 15,-23 24 1,23-23-16,-24 23 16,24-24-1,0 1 1,0 23-16,0-24 15,0 24 1,0-47-16,0 24 16,0-1-16,24-23 15,23 0-15,0 0 16,0 24-16,23-25 15,1 25-15,0-24 16,46 0-16,-70 23 16,24 1-16,-24-1 15,23 1-15,1 23 16,-24 0-16,24 0 15,-1 0-15,24 0 16,0 0-16,24 0 16,-24 0-16,23 0 15,72 0-15,-48 0 16,0 0-16,0 0 15,0 0-15,24 0 16,-48 23-16,1-23 16,-48 24-16,72-24 15,-72 47-15,48-24 16,-48 1-16,1-1 15,23 1 1,-24-1-16,1 25 16,0-48-16,-1 47 15,1 0-15,-1-24 16,-23 1-16,0-1 15,-23 1-15,-1-1 16,-23-23-16,24 24 16,-24-24-16,23 23 15,-23 1 1,0-24-16,0 23 15,0-23-15,0 24 16,-23-1-16,-1 24 16,-23-23-16,24-1 15,-1 1-15,-46 23 16,23-47-16,0 23 15,23-23-15,-46 0 16,-1 24-16,24-1 16,-24 1-16,24-24 15,-23 0-15,-24 0 16,47 0-16,-24 0 15,1 24 1,23-24-16,-24 23 16,0-23-16,1 24 15,23-24-15,23 0 16,-23 0-16,-23 0 15,70 23-15,-24-23 16,-23 24-16,24-24 16,-1 0-1,24 0-15,0 23 16,-23-23-1,23 0 48</inkml:trace>
  <inkml:trace contextRef="#ctx0" brushRef="#br0" timeOffset="3416.1954">24083 12347 0,'23'0'109,"1"0"-109,23 0 15,47-24-15,-47-23 16,0 24-16,-23 23 16,-24 0-16,0-24 15,0 24 79,0 24-94,-24-24 15,24 23-15,-47 1 16,24-24-16,-24 23 16,47-23-16,-24 71 15,-23-71-15,0 23 16,0 1-16,23 23 15,-23-23-15,-23 23 16,23 0-16,-24-24 16,24 24-16,0-23 15,24-1-15,-24 1 16,47-1-16,-47-23 15,23 24-15,24-1 16,-23-23-16,-1 47 16,1-47-16,-1 24 15,0-1 1,24-23-1,0 0 110</inkml:trace>
  <inkml:trace contextRef="#ctx0" brushRef="#br0" timeOffset="4552.2604">27775 12323 0,'0'0'15,"47"-23"-15,-47-1 16,0 24-16,24-23 16,23-1-16,0 24 15,0-47-15,47 24 16,-94 23-16,47 0 15,-23-24-15,-24 24 16,23 0-16,1 0 16,-1 0-16,-23 0 15,24 0-15,-24 0 16,23 24-16,1-24 15,23 70 1,0 24-16,0 47 16,23 1-16,1-1 15,-24 23-15,47-46 16,-23 47-16,-24-48 15,-47-46-15,47-24 16,-24 23-16,-23-46 16,24-1-16,-1 1 15,-23-1-15,0 1 16,24-24-1,-1 0-15,-23 0 16,24 0 0,-24 0-16,23 0 15,1 0-15,-1 0 16,1 0-16,-1 0 15,1 0-15,-24-24 16,0 1-16,0 23 16,0 0-1,0-24-15,0 24 16,0-47-1,0 47 1,0-23-16</inkml:trace>
  <inkml:trace contextRef="#ctx0" brushRef="#br0" timeOffset="5184.2965">28928 12441 0,'0'0'32,"-24"23"-17,1 25-15,-24-25 16,-24 24-16,48 24 15,-71-24-15,47 0 16,-1 0-16,-22-24 16,23 24-16,0 0 15,0-23-15,0 23 16,0 0-16,0 0 15,0-47-15,23 23 16,1 25-16,-1-48 16,24 23-16,-23-23 15,-1 0-15,24 24 31,0-24-15,0 23 0,0-23 15,0 0-16,24 0 1,70 0-16,-24-23 0</inkml:trace>
  <inkml:trace contextRef="#ctx0" brushRef="#br0" timeOffset="5632.3222">29092 12794 0,'0'0'0,"24"0"15,46 0-15,-22 0 16,22 0-16,1 0 15,-1 0-15,-23-24 16,-23 24-16,-1 0 16,1 0 15,-24 0 31,0-23-31,-24 23-31</inkml:trace>
  <inkml:trace contextRef="#ctx0" brushRef="#br0" timeOffset="6000.3432">29257 12582 0,'0'24'16,"0"23"-1,0 23-15,0 1 16,47-1-16,-47 1 15,24-1-15,-1 1 16,-23-48-16,0 25 16,0-25 15,0-23 16,24 0-47,-1-23 15,1-25-15,-1 1 16</inkml:trace>
  <inkml:trace contextRef="#ctx0" brushRef="#br0" timeOffset="6488.3711">30245 11853 0,'0'0'15,"23"47"-15,-23 0 16,24 71-16,-1-1 15,-23 48-15,24 0 16,-1 46-16,24-46 16,-23 23-16,47-47 15,-24 24-15,-24-24 16,24-24-16,-23-46 15,-24-48-15,23 48 16,-23-47-16,0-1 16,0-23-16,24 24 15,-24-24-15,0 0 94,-24 0-79</inkml:trace>
  <inkml:trace contextRef="#ctx0" brushRef="#br0" timeOffset="7552.432">23566 16274 0,'47'-23'0,"-24"-1"16,24 1-16,-23-24 15,23 47-15,0 0 16,-24-24-16,1 24 16,46 0-16,-23 0 15,-23 0-15,23 0 16,-24 0-16,24 47 15,-23-23-15,23-1 16,-23 48-16,23-24 16,0 47-16,0 24 15,-47-48-15,47-23 16,-24 24-16,-23-48 15,0 1-15,0-1 16,0 1-16,0-24 16,0 23-1,0-23-15,47 0 16,-23 47-16,-1-47 15,48 24-15,-24 0 16,0-24-16,0 0 16,0 0-1,-23 0-15,-24 0 16,23 0-16,1 0 15,-1 0-15,-23 0 16,0 0 78,0-24-94,0 0 15,0 1-15</inkml:trace>
  <inkml:trace contextRef="#ctx0" brushRef="#br0" timeOffset="8064.4613">24553 16086 0,'-23'0'15,"-1"24"-15,-23 23 16,0-24-16,0 48 16,-47-24-16,24 24 15,-25-24-15,-22 47 16,46-24-16,-23-23 15,71-23-15,-24 23 16,47-47-16,-24 23 16,24 1-16,0-24 15,-23 23 1,-1-23-16,24 24 15,-47-1-15,47-23 16,-23 0-16,23 24 16,0-24 62,23 0-78,24 0 15,24-47-15</inkml:trace>
  <inkml:trace contextRef="#ctx0" brushRef="#br0" timeOffset="9071.5188">24718 16463 0,'0'0'16,"23"0"-1,-23 0 1,48 0-16,-25 0 15,24 0-15,-23 0 16,46 0-16,1 0 16,-48 0-16,1 0 15,23 0-15,-47 0 16,23 0-16,-23 0 15,24 0 32,-1 0-47,-23 0 16,24 0-16,23 0 15,-47 0-15,23-24 16,-23 24-16,24 0 47,-1 0-32,-23 0 17,0 0 61</inkml:trace>
  <inkml:trace contextRef="#ctx0" brushRef="#br0" timeOffset="9759.5582">25047 16274 0,'0'0'0,"24"0"15,-24 0-15,0 24 16,0 0-16,0-1 16,23 1-16,-23-1 15,0 1-15,0-1 16,0 1-16,0-24 15,0 23-15,0-23 16,0 24-16,0-1 16,0-23-16,0 24 15,0-24 1,0 23-1,24-23-15,-24 24 16,0-1-16,0-23 16,0 24-16,0-24 15,0 23-15,0 1 16,0-24-16,0 23 15,23-23-15,-23 0 16,0 0 62,0 0-78,0-23 16</inkml:trace>
  <inkml:trace contextRef="#ctx0" brushRef="#br0" timeOffset="10800.6178">25776 15522 0,'0'23'0,"24"-23"16,-24 24-16,0-1 15,0 1-15,0 47 16,0-24-16,0-24 16,0 24-16,0 24 15,0-1-15,0-23 16,0 24-16,0-1 15,0-23-15,-24 0 16,24 24-16,0 0 16,0-48-16,0 1 15,0 23-15,0 0 16,0-24-16,0 1 15,0-1-15,0 1 16,0 23-16,0-47 16,0 23-16,0 24 15,0-47 1,0 47-16,0-23 15,0-1-15,0 1 16,0-1-16,0 1 16,0-1-16,0 25 15,0-48-15,0 47 16,0-24-16,0 1 15,0-1 1,0-23 15,0 24-15,0-24-16,0 23 47,0-23 62</inkml:trace>
  <inkml:trace contextRef="#ctx0" brushRef="#br0" timeOffset="11703.6694">27987 16322 0,'0'0'0,"24"-24"16,-24 0-16,70 24 15,-70-23-15,47-24 16,0 23-16,24 1 16,-24-1-16,-24 24 15,-23 0 1,24 0 15,-24 24-15,23 23-16,1 23 15,-24 48 1,23-24-16,24 24 15,0-1-15,-23-46 16,-1-1-16,1-46 16,0-1-16,-24 1 15,23 0-15,1-24 16,-1 23-16,1-23 15,46 0-15,-23 0 16,24 0-16,-24 0 16,23 0-16,-23 0 15,-23 0-15,-1-23 16,1 23-16,-24 0 15,0-24 1,0 24 46,0-24-62,0 24 16,0-23-16</inkml:trace>
  <inkml:trace contextRef="#ctx0" brushRef="#br0" timeOffset="12231.6996">28928 16369 0,'-24'47'0,"24"23"15,-70 1-15,46 46 16,-23-23-16,-23 24 15,23-47-15,0 23 16,-24-47-16,24 47 16,23-47-16,-23-24 15,0 48 1,47-71-16,-23 47 15,-1-47-15,1 47 16,-1-47-16,24 47 16,-23-47-1,23 23-15,0-23 16,0 0 62,47-23-63,0-1-15</inkml:trace>
  <inkml:trace contextRef="#ctx0" brushRef="#br0" timeOffset="12767.7303">29186 16839 0,'71'0'0,"23"0"16,47-24-16,-23 24 15,-1 0-15,-23 0 16,-23 0-16,-47 0 15,-1 0-15,-23-23 32</inkml:trace>
  <inkml:trace contextRef="#ctx0" brushRef="#br0" timeOffset="13295.7605">29610 16651 0,'0'47'0,"0"-24"15,0 1-15,0 46 16,0-23-16,0-23 15,0-1-15,0 25 16,0-25-16,0 1 16,0-24-16,0 23 15,0-23 1,0 24-16,0-1 15,0-23 1,0 24-16,23-24 16,-23 23 46,0-23-31,0-23-15</inkml:trace>
  <inkml:trace contextRef="#ctx0" brushRef="#br0" timeOffset="13999.8007">30315 15969 0,'0'0'16,"0"23"-16,0 1 16,0 23-16,0 0 15,24 23 1,-24 1-16,0 0 15,0-1-15,0 1 16,0-1-16,0-23 16,0 24-16,0-1 15,0 1-15,0-24 16,0-24-16,0 24 15,0 1-15,0-25 16,0 24-16,0 0 16,0 0-16,0-23 15,0 23-15,0 23 16,23-46-16,1-1 15,-24 24-15,0 0 16,0-23-16,0-1 16,0 1-16,23-1 15,-23 24-15,0-47 16,0 24-16,0-24 15,0 24-15,0-1 16,24-23-16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28:46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3410 9877 0,'24'0'0,"-1"0"16,-23 0-16,24 0 16,46 0-16,-46 0 15,23 0-15,0 0 16,23 0-16,1 0 15,0 0 1,-48 0-16,1 0 16,-1 0-16,1 0 15,-1 0-15,-23 0 16,24 0-16,-24 0 15,23 0-15,1 0 16</inkml:trace>
  <inkml:trace contextRef="#ctx0" brushRef="#br0" timeOffset="1207.0691">8678 3786 0,'0'0'31,"0"0"-16,24 0 1,23 0-16,23 0 16,-23 0-16,24 0 15,-47 0-15,46 0 16,-70 0-16,24 0 15,-1 0 1,1 0-16,-24 0 16,23 0-16,-23 0 15,24 0 1,-24 0-1</inkml:trace>
  <inkml:trace contextRef="#ctx0" brushRef="#br0" timeOffset="3255.1861">8514 10677 0,'0'-23'16,"0"23"0,0 0-1,-24-24-15,1 24 16,23-47-1,0 23-15,-47-23 16,23 24-16,24-24 16,0 0-16,-23 23 15,23-23-15,-24 0 16,24 0-16,0 0 15,0 24-15,0-24 16,0-24-16,0 48 16,0-24-16,0-1 15,0 25-15,0-1 16,24 1-16,-24-48 15,0 48-15,23-1 16,1-23-16,-24 24 16,23-24-16,1 23 15,-24 1-15,23-1 16,-23 1-16,47-1 15,-47 1-15,24-24 16,-1 23-16,1 1 16,-1-1-16,-23-23 15,47 47-15,-23-47 16,-24 47-1,47-24-15,-47 1 16,0 23-16,23 0 16,1-24-16,-1 24 15,1 0-15,-24 0 16,23-23-1,1 23-15,-24 0 32,24 0-17,-24 0-15,23 0 16,1 23-16,-1-23 15,-23 0-15,47 47 16,-47-23-16,24-1 16,-1 25-16,-23-1 15,47 0-15,-23 0 16,-1 47-16,1-47 15,-24-24-15,23 24 16,-23-23-16,0-1 16,0 24-16,0-23 15,0-24-15,0 47 16,0 23-1,0-46-15,0 23 16,0-23-16,0 23 16,0-24-16,0 24 15,0-23-15,0-1 16,0 1-16,0 23 15,-23-24-15,23 1 16,0 23-16,0-24 16,0 1-16,-24-1 15,24 1-15,-23-1 16,23 1-16,0-1 15,-24 1-15,24-1 16,0 25-16,-23-48 16,-1 23-16,24-23 15,0 24-15,-23-24 16,-1 23-16,24 1 15,-23-24-15,23 0 16,0 0-16,0 23 16,-24-23-16,24 24 15,-23-24-15,-1 0 16,24 0-1,-23 23-15,23-23 16,-48 0-16,48 0 16,-23 0-16,-1 0 15,1 0-15,-1 0 16,-23 0-16,24 0 15,-1 0-15,24 0 16,-23 0-16,-1 0 16,1 0-16,23 0 15,-47 0-15,23 0 16,1 0-16,23 0 15,-24 0-15,24-23 32,0 23-32,-23 0 15,-1 0 1,24-24 77,0 24-77,0 0 0,0-23-1</inkml:trace>
  <inkml:trace contextRef="#ctx0" brushRef="#br0" timeOffset="4327.2476">7808 9760 0,'0'0'31,"47"0"-16,-47 0-15,24 0 16,46 0-16,-46 0 16,23 0-16,-24 0 15,1 0-15,-1 0 16,1 0-16,-24 0 15,23 0 1,1 0 15,-24 0-15,23 0-1,-23 0 1,24 0 0,-24 0-16</inkml:trace>
  <inkml:trace contextRef="#ctx0" brushRef="#br0" timeOffset="5679.3249">8655 8984 0,'0'0'31,"0"0"-15,23 0-1,-23 0 1,24 0 0,-24 0-16,47 0 15,-47 0-15,23 0 16,-23 0-16,47 0 15,-47 0 1,24 0-16,-1 0 16,-23 0-1,24 0-15,-24 0 16,24 0-1,-24 0 1,23 0-16,1 0 47,-24 0-16,23 0 0,-23 0 0,24 0-15,-24 0 31,0 0-16,23 0-15,1 0 30,-24 0-30,23 0 0,-23 0 46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5:26.3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22437 12065 0,'0'-24'47,"0"1"-47,0-1 16,0 24-1,23-47-15,-23 24 16,24-24-16,-24-1 16,23 25-16,1-1 15,-24-23-15,0 47 16,0-47-16,0 24 15,23-1-15,-23-23 16,24 0-16,-24 24 16,0-1-16,0-23 15,0 24-15,0-1 16,0-23-16,0 24 15,0-1-15,0-23 16,0 0-16,0 23 16,-24-23-16,24 0 15,0 24 1,-23-24-16,-24 0 15,23 0-15,-23-24 16,0 48-16,0-24 16,0 0-16,0 23 15,0 1-15,0-24 16,0 47-16,0-24 15,23 1-15,1-1 16,-24 24-16,23-24 16,1 1-16,-1 23 15,-23-24-15,24 24 16,-1 0-16,1-23 15,-1 23-15,1-24 16,-1 24-16,1 0 16,-1 0-16,-23-23 15,47-1-15,-24 24 16,1 0-16,-1 0 15,-23-23-15,47-1 16,-23 24-16,-1 0 16,1 0-16,-24-23 15,47 23 1,-24 0-16,24-24 15,-47 24-15,24-23 16,-1 23-16,-23 0 16,24-47-16,-1 47 15,1-24-15,-1 24 16,1-23-16,-1-1 15,24 1-15,-23 23 16,-1-47-16,-23 47 16,47-24-16,-24 1 15,1-1-15,-1 1 16,1-1-16,-1-23 16,1 23-16,-1-23 15,-23 47-15,24-47 16,23 24-16,-47-24 15,47 47-15,-47-24 16,47 24-16,-24-23 16,1-1-16,-1 24 15,24 0-15,-23-23 16,23 23-16,-24 0 15,1-24 1,-1 1-16,24 23 16,-47-24-16,24 24 15,-1 0-15,-23-23 16,47-1-16,-71 24 15,24-47-15,24 24 16,-48 23-16,1-24 16,-1 1-16,1-1 15,23 1-15,-24 23 16,1-24-16,-25 1 15,48-1-15,-23 24 16,-1 0-16,24-24 16,-23 24-16,-1-23 15,1 23-15,23-24 16,-24 1-16,0 23 15,24 0-15,-23 0 16,-1 0-16,24 0 16,-23-24-16,23 24 15,0-23-15,0 23 16,23 0-16,-23-24 15,-24 24 1,48 0-16,-1 0 16,-23-47-16,0 47 15,24-23-15,-24 23 16,0-24-16,47 1 15,-47 23-15,47-24 16,-47 24-16,23-23 16,1-1-16,23 24 15,-24-23-15,24 23 16,-47-24-16,47 1 15,-23-1-15,23 1 16,-24-1-16,24 24 16,-23-23-16,23-1 15,-24 1-15,24-1 16,-23 1-16,23 23 15,0-24-15,0 0 16,-24-23 0,24 47-1,0-23-15,0 23 16,0 0-16,0-24 31,0 1 0,0 23-15,-24 0-16,24-24 15,0 24 1,0-23 0,0 23 15,0-47-16,0 47 1,0-24 0,-23 24-1,23 0-15,0-23 47,0-1-16,0 24-15,0-23 15,0 23-31,0-24 109</inkml:trace>
  <inkml:trace contextRef="#ctx0" brushRef="#br0" timeOffset="2440.1396">17756 8349 0,'0'0'16,"0"23"-1,0-23-15,0 0 16,0 24-16,24-24 16,-24 23-16,0 1 15,0-1-15,24 1 16,-1-1-16,1-23 15,-24 47-15,23-47 16,-23 47-16,47-47 16,-23 24-16,-1-24 15,1 23-15,-1 1 16,48 0-1,-48-24-15,24 47 16,0-47-16,0 23 16,0-23-16,0 24 15,0-1-15,1-23 16,-25 0-16,24 24 15,-23-24-15,-1 23 16,24-23-16,-23 24 16,23-24-16,0 0 15,-24 0-15,1 0 16,23 23-16,-24-23 15,1 0-15,46 0 16,-23 0-16,24 0 16,-24 0-16,0 0 15,0 0-15,24 0 16,-1 0-16,-23 0 15,24 0-15,-24 24 16,0-24-16,0 0 16,23 0-16,-22 0 15,22 0-15,1 0 16,23 0-1,0 0-15,23 0 16,-23 23-16,1-23 16,-1 0-16,-24 0 15,24 0-15,-23 0 16,-1 0-16,1 0 15,23 0-15,-23 0 16,-1 0-16,1 0 16,-1 0-16,24 0 15,-23 0-15,-1 0 16,24 0-16,-23 0 15,23 0-15,0 0 16,47 24-16,-47-1 16,24-23-16,-24 0 15,0 24-15,24-1 16,-48-23-16,1 24 15,23-1-15,-24-23 16,24 47-16,1-23 16,22 23-16,-23-24 15,24 1-15,-48-1 16,1 1-1,23 23-15,-47-23 16,24-1-16,-1 24 16,-23-23-16,24-1 15,-24 24-15,23-23 16,-23 23-16,0-24 15,0 24-15,24-23 16,-24 46-16,47-23 16,-70 0-16,23 0 15,47 24-15,-47 0 16,0-24-16,0 23 15,0-23-15,0 24 16,-24-1-16,24-23 16,-23 0-16,0 24 15,-1-24-15,1 0 16,23 0-16,-24 24 15,1-48-15,-1 48 16,-23-24-16,24-24 16,23 24-16,-47 24 15,47-48-15,-24 1 16,-23 23-1,24 0-15,23 0 16,-47-23-16,47-1 16,-24 48-16,1-71 15,-1 47-15,24-24 16,-47 1-16,24-1 15,23 1-15,-23-1 16,46 24-16,-46-47 16,23 47-16,23-23 15,1-1-15,-48 24 16,48-23-16,-24-1 15,0 1-15,-24-24 16,24 23-16,-47 1 16,47-24-16,-23 23 15,0-23-15,-1 0 16,1 24-16,-1-24 15,-23 0-15,24 0 16,-1 24-16,1-24 16,-1 23-1,-23-23-15,24 0 16,-24 0-1,0 0 1,23 0 0,-23 0-1,0 24-15,24-24 16,-1 0-1,-23 23 1,24-23 0,-24 24-16,23-24 15,1 23-15,-24-23 16,23 47-16,-23-47 15,24 24-15,23-1 16,-24 24-16,-23-47 16,24 24-16,-1-24 15,-23 23-15,24 1 16,-1-24 62,-23 0-63,0 0 1,24 0 0,-24 23-16,23-23 15,1 0 1</inkml:trace>
  <inkml:trace contextRef="#ctx0" brushRef="#br1" timeOffset="10647.6091">20555 8325 0,'0'0'46,"24"0"-30,-24 0 0,23 0-16,24 0 15,0 47-15,0-47 16,0 24-16,0 23 15,0-47-15,-47 23 16,24 1 0,23-1-16,-47-23 15,47 47-15,-47-47 16,47 47-16,-23-23 15,23 23-15,0-23 16,-24-1-16,1 1 16,-1-1-16,1 1 15,-1-1-15,1 1 16,-1 23-16,1-24 15,-1 1-15,1 23 16,23 0-16,-24 0 16,24 0-16,0 23 15,1-23-15,-1 24 16,-47-24-16,47-23 15,-47 23-15,23-47 16,-23 47-16,0-47 16,24 23-16,-1 1 15,-23-1-15,0-23 16,0 24-16,0-1 15,0 1-15,0-1 16,0-23 0,0 24-16,0-1 15,0 1-15,0-24 16,0 47-16,0-24 15,0 1-15,0 23 16,0-47-16,0 23 16,0 1-16,0-1 15,0 1-15,0-24 16,0 47-16,0-47 15,0 24-15,0-1 16,24 1-16,-24-24 16,0 23-16,0 24 15,0-47 1,0 47-16,0-47 15,0 24-15,0-1 16,0 1-16,0-1 16,23 1-16,-23-1 15,24 48-15,-24-24 16,23 0-16,-23 0 15,24 0-15,-1-23 16,-23-1 0,0 1-16,0-1 15,24 1-15,-24-24 16,0 47-16,0-47 15,0 23-15,23 1 16,-23-1-16,0 1 16,24-1-16,-24 24 15,0-23-15,23-1 16,1 24-16,-24-23 15,0-1-15,23 24 16,-23-23-16,24 23 16,-24-47-16,0 23 15,23-23-15,-23 24 16,24 0-16,-24-1 15,0 1-15,23-1 16,1 1-16,-24-1 16,0 48-16,23-71 15,-23 23-15,24 1 16,-24-1-16,0 1 15,0-24-15,24 23 16,-24-23 0,0 24-16,0-1 15,23-23-15,-23 0 16,24 24-16,-24-1 15,0 1-15,23-24 16,-23 0-16,0 23 16,0-23-16,0 24 15,24-1-15,-24-23 16,0 24-16,23-24 15,-23 0 1,0 23-16,24-23 16,-24 0-1,23 0-15,-23 24 16,0-24-16,0 23 15,24-23-15,-24 0 16,0 0 0,0 24-16,23-24 15,-23 0-15,24 0 16,-24 24-16,23-24 15,-23 23 1,24-23 15,-24 0-31,0 0 16,23 0-1,1 24 17,-24-24-17,23 23 1,-23-23-1,0 0-15,24 0 16,-1 0 0,-23 24-1,0-1 1,0-23-1,24 0 1,-24 0-16,0 0 31,23 24-15,-23-24-1,0 23 17,0 1-1,0-24 156,0 0-171</inkml:trace>
  <inkml:trace contextRef="#ctx0" brushRef="#br1" timeOffset="15279.874">20602 8325 0,'0'0'125,"0"0"-109,0 0 15,0 0-15,24 0-16,-1 0 15,-23 0-15,0 24 16,24-24-16,-24 23 15,0-23-15,47 24 16,-24-1 0,1-23-16,-24 24 15,0-24-15,23 23 16,-23-23-16,0 24 15,24-1-15,-1-23 16,-23 24-16,24-1 16,-24 1-16,23-1 15,-23 1-15,0-24 16,0 23-16,24-23 15,-24 24 1,0 0-16,23-1 16,1-23-16,-24 47 15,0-47-15,24 24 16,-24-1-16,0 1 15,23 23 1,1-24-16,-24 1 16,23 23-16,-23-24 15,0 1-15,47-1 16,-47 24-16,0-23 15,24-24-15,-24 47 16,23-24-16,-23 1 16,24 23-16,-24 0 15,23-23-15,-23 23 16,0-24-16,47 24 15,-47-23-15,24-1 16,-24 24-16,0-47 16,0 47-16,23-23 15,-23-1-15,0 1 16,24-1-16,-24 24 15,23-23-15,-23-1 16,0 24-16,0-23 16,24 23-16,-24-24 15,23 48-15,-23-24 16,0-23-16,0 46 15,0-23 1,0 0-16,0 0 16,0 0-16,0-23 15,0 46-15,0-46 16,24-1-16,-1 1 15,-23-24 1,0 47-16,0-47 16,0 23-16,0 1 15,0 0-15,0 23 16,0-47-16,0 47 15,0 0-15,0-24 16,0 24-16,0 0 16,0 24-16,0-24 15,0-24-15,24 48 16,-24-24-16,0 23 15,0-22-15,0-1 16,0 0-16,0 0 16,0 23-16,0-23 15,0 0-15,0 24 16,0-1-16,0 1 15,0-1 1,0 25-16,0-25 16,0 1-16,0-1 15,0 1-15,0-48 16,0 1-16,0 23 15,0-47-15,0 23 16,0-23-16,0 24 16,0-1-16,0-23 15,-24 47-15,24-47 16,0 24-16,0-24 15,0 23-15,0 25 16,0-1-16,0-24 16,-23 24-16,23-23 15,0-1-15,0 48 16,0-48-16,0-23 15,0 47-15,0-23 16,0 23-16,0-24 16,0 1-16,0-1 15,0 1-15,0 23 16,0-24-16,0 24 15,0-23 1,-24 0-16,24 23 16,0 0-16,-23-24 15,23 24-15,0-23 16,0 23-16,-24-24 15,24 48-15,0-24 16,0-24-16,-23 24 16,23 0-16,0 0 15,-24-23-15,24 23 16,0 0-16,0-23 15,-23 23-15,23-24 16,0 1-16,0 23 16,0-24-16,-24 24 15,24-23-15,0 23 16,0 0-16,0-24 15,0 1-15,0-1 16,-23 1-16,23 23 16,0-24-16,0 1 15,0 23-15,0-23 16,0-24-16,0 47 15,0-47 1,0 47-16,0-24 16,0-23-16,0 47 15,-24-23-15,24-1 16,0 24-16,0-47 15,0 24-15,0 46 16,0-46-16,0-1 16,0 1-16,0-1 15,0 24-15,0 0 16,0-23-16,0-1 15,0 1-15,0 23 16,0-23-16,0-1 16,0 1-16,0-1 15,0 24-15,24-23 16,-24-24-16,0 23 15,0 1-15,0-1 16,0-23-16,23 24 16,-23-1-16,0-23 15,0 24-15,24-1 16,-24 1-16,0-24 15,23 23 1,-23 1-16,0-1 16,24 1-16,-24-1 15,0-23-15,23 24 16,1-24-16,-24 23 15,0 1 1,23-24-16,-23 0 16,24 23-1,-1-23 1,-23 24-16,0 0 15,24-24-15,-24 23 16,0-23-16,23 0 16,1 24-1,-24-24-15,23 23 16,1 1-1,-24-24 1,0 23-16,23 1 16,-23-24-16,24 0 15,-24 23-15,0-23 16,24 24-16,-1-24 31,-23 23-15,0 1-16,24-24 15,-24 0-15,0 23 16,0-23-16,23 0 15,-23 47-15,24-47 16,-24 24 0,0-24-1,23 23-15,-23 1 16,24-24-16,-24 0 15,0 23-15,0-23 16,0 0-16,0 24 31,0-1-31,23-23 16,1 0-16,-24 24 15,0-24 1,0 0 0,0 23-1,23-23 1,-23 0 15,0 24-31,47-1 31,-47-23-15,0 0-1,24 0 1,-24 24 0,23-24-1,1 0 1,-24 0-1,0 0-15,23 0 32,-23 23-1,0-23-16,0 24 1,24-24 0,-24 0-1,0 0-15,23 24 47,-23-24 0,24 0-47,-24 0 31,0 23-15,23-23-1,-23 24-15,0-24 47,0 0-47,24 0 94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26:23.6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24906 4233 0,'0'0'172,"0"0"-157,0 0 1,24 0-16,-24 0 31,23 0-15,-23 0-1,0 0 1,24 0 0,-1 0-1,-23-24 1,24 24-16,-1 0 15,1 0 1,-24 0 0,23 0-16,-23 0 15,24 0 1,-1 0-1,-23 0-15,24-23 32,-24 23-32,23 0 31,-23 0-16,24 0 1,-1 0 0,-23 0-1,24 0 1,-24 0-1,23 0 17,-23 0-32,24 0 15,-24 0 1,23 0-1,-23 0 17,24 0-17,-24 0 1,23 0-1,1 0 1,-24 0 15,24 0 0,-24 0 16,23 0 16</inkml:trace>
  <inkml:trace contextRef="#ctx0" brushRef="#br0" timeOffset="5088.291">18627 11453 0,'0'0'31,"23"0"-15,24 0-1,-47 0-15,24 0 16,23 0-16,-47 0 16,47 0-16,-24-23 15,1 23-15,-24 0 16,23 0-16,1 0 15,-1 0-15,1-24 16,-24 24-16,23 0 16,1 0-1,-1 0-15,-23 0 16,24-23-16,0 23 15,-1 0-15,1 0 16,-1 0-16,1 0 16,-24 0-1,0 0-15,23 0 31,1 0-15,-24 0 0,23 0-16,-23 0 15,24 0-15,-1 0 16,-23 0-16,24 0 15,-24 0-15,23 0 16,-23 0-16,24 0 16,-1 0-1,-23 0 1,24 0 15,-24 0 78,0 0-109</inkml:trace>
  <inkml:trace contextRef="#ctx0" brushRef="#br0" timeOffset="9509.5439">24977 12276 0,'0'0'78,"0"-23"-47,0 23-15,0-24-16,0 24 15,-24-23-15,24-1 16,0 24-1,0-23-15,0-24 16,0 47 0,-23-24-16,23 1 15,0-1-15,0 24 16,0-23-16,0 23 15,0-24-15,-24 1 16,24 23-16,0-24 16,0 1-16,0-1 15,0 24-15,0-23 16,0-1-16,0 0 15,0 1-15,0-1 16,0 1-16,0-1 16,0 1-16,0-1 15,0 1-15,0-1 16,0 1-16,0-1 15,0-23-15,0 47 16,0-23-16,0-24 16,0 23-16,0 1 15,0-24-15,0 23 16,0 1-1,0-1-15,0-23 16,0 24-16,0-1 16,0 0-16,0 1 15,24-1-15,-24 24 16,0-47-16,0 47 15,0-47-15,47 47 16,-47-23-16,0 23 16,0-24-16,0 1 15,0 23 1,23 0-16,1-24 15,-24 24 1,0-23-16,23 23 16,-23 0-1,24-24-15,-24 24 16,23-23-16,1 23 15,-24-24-15,47 24 16,-47-23-16,23 23 16,-23 0-16,24 0 15,-24-24 1,0 24-1,23 0 1,1 0 0,-24 0 15,23 0-16,-23 0 1,24 0-16,-1 0 16,-23 0-16,24 24 15,-1-1-15,1-23 16,-24 24-16,47-1 15,-23 24-15,-1-23 16,24 23-16,-23 23 16,-1-70-16,-23 47 15,24-23-15,-24 23 16,0-47-16,23 47 15,1 0-15,-24-23 16,23 23-16,1-24 16,-24 1-16,23 46 15,-23-23-15,24-23 16,-24 23-1,23-24-15,-23 1 16,0 23-16,24 0 16,-1-24-16,-23 24 15,0-23-15,24 0 16,-24-1-16,0-23 15,0 24-15,0-1 16,0 24-16,0-47 16,0 24-16,0-1 15,0 1-15,0-1 16,0 1-16,0-1 15,0 1-15,0-1 16,0-23-16,0 24 16,-24-24-16,24 23 15,0-23 1,0 24-16,-47-1 15,47-23 1,-23 24 0,23-24-16,-24 0 15,24 0-15,-23 0 16,23 23-1,-24-23-15,24 0 16,-23 24-16,-24-24 16,47 0-1,0 0-15,-47 0 16,47 0-1,-24 23-15,1-23 16,-1 0 0,1 0-1,-1 0 1,24 0-16,-23 0 15,23 0-15,-24 0 16,24 0 0,-24 0-16,1 0 15,23 0-15,-24 0 16,24 0-16,-47 0 15,47 0 1,-23 0-16,23 0 16,-24 0-1,1 0-15,-1 0 0,24 0 16,-23 0-1,-1 0-15,24 0 16,-23 0 0,23 0-1,-24 0 1,24 0-1,-23 0-15,-1 0 16,24 0 0,-23 0-16,23 0 15,-24 0 1,1 0-1,23 0 1,-24 0 0,1 0 15,23-23 0,0-1-15,-24 24 30,24 0 32</inkml:trace>
  <inkml:trace contextRef="#ctx0" brushRef="#br0" timeOffset="13791.7888">24977 10583 0,'0'0'63,"0"0"-48,23 0 16,-23 0-31,24 0 16,-24 0 0,23 0-16,-23 0 15,47 0-15,-47 0 16,24 0-1,-24 0 1,0-24-16,23 24 16,1 0-1,-24 0 1,23 0 31,-23 0-47,24 0 31,-1 0-31,-23 0 31,24 0-15,-24 0-1,23 0 1,-23 0-1,24 0 1,-1 0 0,-23 0-1,24 0 1,-24 0 15,23 0 0</inkml:trace>
  <inkml:trace contextRef="#ctx0" brushRef="#br0" timeOffset="15111.8643">24083 11430 0,'0'0'15,"23"0"1,-23 0-1,24 0 1,0 0 0,-24 0-16,23-24 15,-23 24-15,24 0 16,-24 0-16,47 0 15,-24 0 1,1 0-16,-24 0 16,23 0-1,-23 0-15,24 0 16,-24 0-16,23 0 15,1 0-15,-24 0 16,23 0-16,1 0 31,-1 0-15,-23 0-1,24 0-15,-24 0 32,23 0-17,1 0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7:40.99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22225 12159 0,'0'0'94,"24"0"-94,-24 0 15,0-24-15,0 24 16,0-23-16,23-1 16,1 1-1,-24 23 1,0-24-16,0 24 15,0-23 1,0-1-16,0 24 16,0-23-16,0 23 15,0-47 1,0 23-16,0 24 15,0-47-15,-24 23 16,24 1-16,-23-1 16,-1 1-16,24-24 15,0 23-15,-47-23 16,47 0-16,-24 0 15,1 24-15,-1-48 16,-23 48 0,24-48-16,-1 48 15,-23-24-15,0-24 16,24 47-16,-24 1 15,0-24-15,0 23 16,0-23-16,23 24 16,-46-24-16,46 23 15,-23 24-15,23-47 16,1 24-16,-48 23 15,71-24-15,-23 1 16,-1 23-16,1-24 16,-24 24-16,47 0 15,-47-47-15,23 47 16,1 0-16,-48-23 15,24-1-15,24 1 16,-24 23-16,-24 0 16,24-47-16,23 47 15,-23-24-15,24 24 16,-48 0-16,48-23 15,-1-1-15,-46 24 16,70 0 0,-24 0-16,-23-24 15,47 1-15,-47 23 16,24-24-16,-1 1 15,24 23-15,-47 0 16,47 0-16,-23-24 16,-24 1-16,47 23 15,-48-24-15,48 24 16,-47-23-16,47 23 15,-23-24-15,-1 24 16,-23-47-16,47 47 16,-23-23-16,-24-1 15,47 24-15,-47-23 16,47-1-16,-47 24 15,47-23-15,-24 23 16,-23-47-16,47 47 16,-23 0-16,-1-24 15,24 1-15,-23 23 16,23 0-16,-47-24 15,47 1-15,0 23 16,-47-24 0,23 24-16,24-47 15,-47 47-15,47-23 16,-24-1-16,1 0 15,-1 24-15,1 0 16,23-23-16,-24-1 16,24 1-1,-23-1-15,-1 24 16,24-23-16,-23-24 15,-1 47-15,24-47 16,0 23-16,-47 1 16,47 23-16,-23-47 15,-1 23-15,1 24 16,23-47-16,0 47 15,-24-23-15,1-1 16,23 24-16,0-23 16,0-1-16,-24 24 15,24-23-15,-23 23 16,-1-24-16,24 1 15,0-1-15,-23 24 16,23-23 0,0-1-16,-24 24 15,1-24-15,23 24 16,0-23-16,-24 23 15,24-24 1,0 1 0,0 23-16,-23-24 15,23 24-15,0-23 16,0 23-16,0-24 15,-24 24-15,1-23 16,23 23-16,0-24 16,-24 24-16,24 0 15,0-47-15,-24 47 16,1-23-16,23-1 15,-24 24 1,24-23-16,-23 23 16,23-24-16,-24 1 15,24 23-15,0-24 16,-23 24-16,23-47 15,-24 47-15,1-23 16,23 23 0,-24-24-16,24 1 15,0-1 1,-23 24-16,23 0 15,-24-23-15,24-1 16,-23 24 0,23-23-16,0 23 15,-24 0 1,24-24-16,-23 24 15,23-24 1,0 24 0,-24-23-1,24-1 16,0 24-15,-23 0 0,23-23-1,0-1-15,-24 24 16,24 0 15,-23 0-15,23-23-1,0 23 16,0 0-15,-24 0-16,24-24 31,0 1-15,-23 23-16,23 0 31,-24 0 0,24-24 0,0 24-15,0 0-16,-23 0 16,23 0-1,0-23 1,-24 23-1,1 0 17,23-24-17,0 24 48,0-23-48,-24 23-15,1 0 16,23-24-1,-24 24-15,24 0 16,0-23 15,-24 23-15,24-24 15,0 24 281,0 24-281,0-24-15,0 23-1,0-23 1,0 47 0,24-47-1,-24 0 1,0 24-16,24-24 15,-24 0-15,0 23 32,23-23-17,-23 24-15,0-24 31,24 0-15,-1 0-16,-23 23 16,24-23-1,-24 0-15,23 0 31,-23 0 16,24 0-31,-1 0-1,-23 24 1,0-24 15,24 23-15,-24-23-1,47 24-15,-47-24 16,23 0 0,-23 23-16,24 1 15,-24-24-15,23 0 16,-23 23-16,0-23 15,0 24-15,24-24 16,-24 0-16,23 24 16,-23-1-16,0-23 15,0 24 1,24-24-16,-24 23 15,0 1-15,23-1 16,-23 1 0,24-24-16,-1 23 15,-23-23-15,0 24 16,0-1-16,24-23 15,-24 24-15,23-24 16,-23 23 0,0 1-1,24-1-15,-24-23 16,0 24-16,23-24 15,-23 47-15,24-47 16,-24 23-16,0-23 16,0 0-16,0 47 15,23-47-15,-23 24 16,0-24-16,0 23 15,24 1-15,0-24 16,-24 23-16,0 1 16,0-24-16,0 23 15,23-23-15,-23 48 16,0-48-16,24 23 15,-24 1-15,0-1 16,23 1-16,-23-24 16,0 47-16,24-24 15,-1 1-15,-23-1 16,0 1-16,0-24 15,24 23-15,-24 1 16,0-1 0,0 1-1,23-1 1,-23 1-16,24-24 15,-24 23-15,0 1 16,0-1-16,23 24 16,-23-47-16,0 47 15,24-23-15,-24-1 16,0 1-16,0-24 15,23 24-15,-23-1 16,0 1-16,0-24 16,0 47-16,0-24 15,24 1-15,-24-1 16,0 1-16,0-1 15,0 1-15,0-1 16,0 1-16,0-1 16,0 1-16,0 23 15,0 0-15,0-24 16,23 24-16,-23-23 15,0 23-15,0-24 16,0 25 0,0-48-16,0 23 15,0 24-15,0-47 16,0 47-16,0-23 15,0-24-15,0 47 16,0-24-16,0 1 16,0-1-16,0 1 15,0-1-15,0 24 16,0-23-16,0-24 15,0 23-15,0 1 16,0-24-16,0 47 16,0-47-16,0 23 15,0 1-15,0-1 16,0 1-16,0-1 15,0 1-15,0 0 16,-23-1-16,23 24 16,0-47-16,0 47 15,0-23-15,0-1 16,0 1-16,0-1 15,0 1-15,0 23 16,0-24 0,0 1-16,0 23 15,0 0-15,0-24 16,0 24-16,0 0 15,0 24-15,0-24 16,0 0-16,0-23 16,0 23-16,0 0 15,0-24-15,0 1 16,0-1-16,0 1 15,0-1-15,0 1 16,0-1-16,0 1 16,0-1-16,0 24 15,23-23-15,-23-1 16,0 24-16,24-23 15,-24 23-15,23-23 16,1 46-16,-24-46 16,23-1-16,-23 24 15,24-23-15,-1 23 16,-23-47-16,0 23 15,24 1-15,-1-1 16,-23-23 0,0 24-16,24 23 15,-24-47-15,23 23 16,-23 1-16,0-1 15,24-23-15,-24 24 16,23-1-16,1-23 16,-24 24-16,0-1 15,47 1-15,-47-1 16,0 1-16,24 0 15,-1-1-15,-23 1 16,47-1-16,-47 1 16,24-24-16,-1 23 15,-23 1-15,24-24 16,46 47-16,-46 0 15,23-24 1,-47-23-16,47 24 16,-47-1-16,70 24 15,-70-47-15,24 24 16,23-1-16,-24 1 15,24 23-15,-23-47 16,23 47 0,-23-24-16,23 24 15,23-23-15,-46 23 16,23-23-16,23 46 15,-23-70-15,0 71 16,24-48-16,-24 48 16,-24-48-16,24 1 15,1-1-15,-1 1 16,-47-1-16,23-23 15,1 24-15,-1-24 16,1 23-16,-1 24 16,24-47-16,-23 47 15,23-23-15,-24 23 16,24 0-16,0 24 15,0-24-15,24 23 16,-24-23-16,0 24 16,-23-24-16,23 0 15,-24-24-15,-23 24 16,47-23-16,-47-1 15,0 24 1,24-23-16,23 23 16,-47 0-16,47-23 15,-24 23-15,-23-24 16,24 1-16,-24 23 15,0-47-15,47 47 16,-47-24-16,0 1 16,0-1-16,47 24 15,-47-23-15,23 23 16,-23-24-16,0 1 15,24-1-15,-24 24 16,0-47-16,23 48 16,-23-25-16,24 1 15,-24-1-15,0 1 16,0 23-1,23-47-15,-23 0 16,0 23-16,0-23 16,24 0-16,-24 24 15,0-24-15,0 23 16,0-23-1,0 24 1,0-24 0,0 23-1,0-23 16,23 24-31,-23-1 16,0-23 0,0 24 15,24-24-16,-24 23 1,23-23-16,-23 0 16,0 24-16,0-1 15,0-23 1,24 0-16,-24 24 15,0 23 1,0-47-16,0 0 16,24 0 15,-24 23-31,0 1 31,0-24 0,0 0-15,0 23 15,23-23-31,-23 0 16,0 24 15,24-24 172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12:21:42.5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17286 8984 0,'0'0'0,"-23"0"15,-1 0 1,1 0-16,-1 0 15,-23 0-15,0 0 16,0 0-16,-24 0 16,-23-24-16,-23 1 15,23-1-15,-47 1 16,70 23-16,-70-47 15,23 23-15,24-23 16,-47 0-16,71 24 16,-25-25-16,25 25 15,-1-1-15,1-23 16,23 47-16,0-23 15,23-24-15,-46 23 16,46-23-16,-23 47 16,24-47-16,-24 24 15,23-48-15,-23 48 16,47-1-16,-24-46 15,24 70-15,-23-24 16,23-23 0,0 47-16,0-47 15,0 23-15,0 1 16,0 23-16,0-24 15,0 1-15,23-1 16,24 1-16,-23-1 16,23 1-16,24-1 15,-1 1-15,1-1 16,46 1-16,-23-1 15,-47 1-15,95 23 16,-48-24-16,-24 1 16,1 23-16,23 0 15,-47 0-15,23 0 16,1 0-16,-24 0 15,24 0-15,-24 0 16,0 0-16,23 0 16,1 0-16,-48 47 15,71-47-15,-47 0 16,47 0-16,-47 23 15,-47 1-15,47-24 16,-23 0 0,0 23-16,23 1 15,-24-24-15,1 0 16,46 0-16,-46 47 15,-1-24-15,1-23 16,-1 47-16,24-47 16,-23 24-16,23-1 15,0 1-15,0 23 16,0-23-16,-24 23 15,24-24-15,1 24 16,-48-47-16,23 24 16,-23-24-16,24 47 15,-24-47-15,23 23 16,-23-23-16,0 24 15,0-1 1,0-23 15,0 24-15,0-24-16,24 23 15,-24 1-15,0-24 16,0 23 0,0 1-16,0-24 15,0 23-15,0 1 16,0-24-16,-24 23 15,24 1 1,-23-1-16,23-23 16,-24 0-16,24 24 15,0-24-15,0 23 16,-23-23-16,-1 24 15,0-24 1,24 23 0,-23-23-16,23 24 15,-24-24-15,24 24 16,-23-24-16,23 0 15,-24 0-15,24 23 16,-23-23-16,-1 0 16,24 0-16,-23 24 15,-1-24-15,1 23 16,23-23-16,-24 0 15,-23 0-15,47 24 16,-23-24 0,-1 0-16,1 0 15,23 0-15,-24 0 16,1 0-16,-24 23 15,47-23-15,-24 0 16,-23 24-16,47-24 16,-47 0-16,24 0 15,-1 23-15,-23-23 16,23 0-16,1 0 15,-1 0-15,1 0 16,-1 0-16,1 0 16,-1 0-16,1 0 15,23 0-15,-24 0 16,24 0-16,-23 0 15,-1 0-15,24 0 16,-23 24-16,-1-24 16,1 0-1,23 0-15,-24 0 16,24 0-16,-23 0 15,-1 0-15,24 0 16,0 0 0,-23 0-1,23 0 1,-24 0-1,24 0-15,-23 0 16,-1 0-16,24 0 16,-23 0-16,-1 0 15,1 0-15,23 23 16,-24-23-1,0 0-15,1 0 16,23 0-16,-24 0 16,24 0-16,-47 0 15,47 0-15,-23 0 16,23 0 15,-24 0-15,24 0 15</inkml:trace>
  <inkml:trace contextRef="#ctx0" brushRef="#br0" timeOffset="1848.1057">20720 12276 0,'0'0'16,"0"0"-16,0-23 15,0-1-15,23 24 16,-23 0-16,0-23 15,0 23 1,24-24-16,-1 1 16,1 23-16,-1-47 15,1 47-15,-1-24 16,1 24-16,-24 0 15,47 0-15,-47-23 16,24 23-16,-1 0 31,1 0-15,-24 0-16,23 0 15,-23 23-15,24-23 16,-1 24-16,1 23 16,-1-24-16,-23 1 15,24-1-15,-1 1 16,-23-1-16,24 24 15,-1-23-15,-23-1 16,0 24-16,24-23 16,-1-1-16,-23 25 15,24-25-15,-1 24 16,-23-23-16,0-1 15,47 1 1,-47-1-16,24-23 16,-24 24-16,23-1 15,1 1-15,-1-24 16,1 0-16,-24 0 15,47 23-15,-24-23 16,1 0-16,23 0 16,-23 24-16,-1-24 15,24 0-15,-23 0 16,-1 0-16,1-24 15,-24 24 1,23 0-16,-23-23 16</inkml:trace>
  <inkml:trace contextRef="#ctx0" brushRef="#br0" timeOffset="4040.2311">21566 12159 0,'0'0'32,"0"0"-17,-47 47-15,47-24 16,-23 24-16,-24-23 15,47 46 1,-24-23-16,-23-23 16,24 23-16,-24 0 15,47-47-15,0 47 16,-47-47-16,47 24 15,0-24-15,-24 23 16,24 1-16,-23-1 16,-1-23-16,24 47 15,-23-47-15,23 24 16,0-1-16,-24 1 15,1-24-15,23 47 16,-47-47-16,47 70 16,-24-70-16,1 24 15,-1-1-15,1 1 16,23-1-16,0 1 15,-24-24-15,24 23 16,0-23 62,0 0-62</inkml:trace>
  <inkml:trace contextRef="#ctx0" brushRef="#br0" timeOffset="5080.2906">20696 16627 0,'0'-23'15,"0"-24"-15,24 23 16,-1-23-16,-23 24 15,47-24 1,-23 23-16,-24 1 16,47-1-16,-47 24 15,23 0-15,1-23 16,-1 23-16,1 0 15,-24 0 1,24 0-16,-1 0 16,-23 23-16,47 48 15,-23-1-15,-1 24 16,24 24-16,-23-71 15,-1 70-15,-23-46 16,0-24-16,24 24 16,-1-24-16,1 0 15,-24-24-15,23 1 16,1-1-16,-24 1 15,23-1-15,1 1 16,-1-24-16,24 23 16,-23 1-16,23-24 15,0 23-15,-24 1 16,25-24-16,-48 0 15,23 0 1,1 0 0,-1 0-1,-23 0 16,0-24-31,0 1 16,0 23-16,0-24 16,0 1-16,0-1 15,0-23-15</inkml:trace>
  <inkml:trace contextRef="#ctx0" brushRef="#br0" timeOffset="5632.3222">21449 16486 0,'0'0'0,"-24"24"15,-23-1-15,24 1 16,-71 23-16,47-47 16,0 70-16,0-46 15,0-1-15,23 1 16,-23-1-16,0 24 15,0 0-15,47-23 16,-71 23-16,48-23 16,-1-1-16,24 1 15,-23-1-15,23-23 16,-24 24-16,24-24 15,0 23-15,-23-23 16,23 24 0,0-24 77</inkml:trace>
  <inkml:trace contextRef="#ctx0" brushRef="#br0" timeOffset="6240.357">21378 16909 0,'24'0'0,"-24"-23"15,23 23-15,24 0 16,0 0-16,24 0 15,0 0-15,-24 0 16,-24 0-16,24 0 16,-23 0-16,-1 0 15,1 0-15,23 0 16,-24 0-1,-23 0 1</inkml:trace>
  <inkml:trace contextRef="#ctx0" brushRef="#br0" timeOffset="6792.3885">21708 16721 0,'0'0'15,"0"24"1,0-1-16,0 24 15,0 0-15,0 0 16,-24 24-16,24-24 16,-23-23-16,23 23 15,0-24-15,0 1 16,0-24-16,0 23 15,0-23 17,0 0 30,0 0-46,23 0-16,-23 0 15</inkml:trace>
  <inkml:trace contextRef="#ctx0" brushRef="#br0" timeOffset="7328.4192">22343 16322 0,'0'47'0,"-24"-47"16,24 23-16,0 1 15,0-1-15,0-23 16,0 24-16,-23-24 16</inkml:trace>
  <inkml:trace contextRef="#ctx0" brushRef="#br0" timeOffset="8008.4581">22296 16463 0,'0'23'31,"0"1"-15,0-24-1,0 23-15,0-23 16,0 47-16,0-23 16,0-1-16,0 24 15,0 0-15,0-23 16,0 23-16,0 0 15,0 0-15,0 0 16,0 0-16,0 0 16,0 0-16,0 0 15,0 24-15,0-48 16,0 1-16,23 23 15,-23-24-15,0 24 16,0-47-16,0 24 16,0-1-16,0 1 15,0-1-15,24-23 16,-24 0-1,0 24-15,0-1 0,0-23 16,0 24 0,0-24-16,0 23 15,0-23-15,0 24 16,0-24 140,23 0-141,-23-24 1</inkml:trace>
  <inkml:trace contextRef="#ctx0" brushRef="#br0" timeOffset="14119.8075">27587 16274 0,'0'0'0,"0"0"15,24-23-15,-1-1 16,1 24-16,-24 0 15,47-23-15,-47 23 16,23 0-16,1 0 16,23-24-16,-24 24 15,24 0 1,0 0-16,-23 0 15,0 0-15,-1 0 16,1 0-16,-24 0 16,23 47-16,1-47 15,-1 24-15,-23 23 16,24 0-16,-1 0 15,-23 24-15,47 46 16,-47-46-16,24-1 16,-1 1-16,1-1 15,-1-23-15,1 24 16,-1-24-16,1-23 15,-1-24-15,-23 23 16,24 1-16,-24-24 16,23 0-16,1 0 15,-24 0-15,47 0 16,0 0-16,24 0 15,-24-24-15,0 24 16,0-23-16,0 23 16,0-24-16,-47 1 31,23 23 16</inkml:trace>
  <inkml:trace contextRef="#ctx0" brushRef="#br0" timeOffset="14839.8488">28622 16345 0,'-23'0'15,"-1"47"-15,0-23 16,1 23-16,-48-24 16,71 48-16,-23-24 15,-24 0-15,0 0 16,23-24-16,-23 1 15,47-1-15,-47 24 16,47-47-16,-47 24 16,47-1-16,-23-23 15,-1 24 1,1-24-16,-1 47 15,-23-23-15,24-1 16,-1 1-16,24-1 16,-23 1-16,-1-24 15,24 0-15,0 23 16,0-23 77,24-23-77</inkml:trace>
  <inkml:trace contextRef="#ctx0" brushRef="#br0" timeOffset="15351.878">28646 16768 0,'23'0'0,"1"0"16,70 0-16,-24 0 16,24 0-16,-23 0 15,23 0-15,0 0 16,-47 0-16,0 0 15,24 0-15,-48 0 16,-23 0-16,24 0 16,-1 0-16</inkml:trace>
  <inkml:trace contextRef="#ctx0" brushRef="#br0" timeOffset="15831.9055">29234 16627 0,'0'24'15,"0"-1"-15,0-23 16,0 47-16,0-23 16,0 23-16,0-24 15,0 48-15,0-48 16,23 1-16,-23 0 15,0-1-15,0 24 16,0-47-16,0 24 16,0-1-16,0 1 31,0-24 31,0-24-46,24-23-16</inkml:trace>
  <inkml:trace contextRef="#ctx0" brushRef="#br0" timeOffset="16487.9431">30010 16063 0,'0'0'16,"0"23"-16,0 1 15,23 23-15,-23-24 16,0 24-16,0 0 16,0 24-16,0 0 15,0-1 1,0-23-16,0 24 15,0-24-15,0 0 16,0 23-16,24-23 16,-24 0-16,0 24 15,23-47-15,1 46 16,-24-46-16,0 23 15,0 0-15,23-24 16,-23 24-16,24-23 16,-24-1-16,0 1 15,0-1-15,23-23 16,-23 24-1,0-1-15,0-23 16,0 0 0,0 0 46,24 0-62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26:11.7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26567 11867 0,'0'-25'125,"174"-322"-32,-125 297-93,76-25 141,98 597-48,-198-473-93,149 225 187,-50-423-77,-124 74-32,0 75-78</inkml:trace>
  <inkml:trace contextRef="#ctx0" brushRef="#br0" timeOffset="586.0335">27361 11321 0,'-148'223'109,"-175"373"125,273-571-234,50-25 15</inkml:trace>
  <inkml:trace contextRef="#ctx0" brushRef="#br0" timeOffset="1184.0678">27610 11544 0,'323'-74'109,"-125"49"94,-198 25-203</inkml:trace>
  <inkml:trace contextRef="#ctx0" brushRef="#br0" timeOffset="1636.0936">27957 11246 0,'0'646'109,"0"-621"-109,0 49 125,0-74-125</inkml:trace>
  <inkml:trace contextRef="#ctx0" brushRef="#br0" timeOffset="2230.1276">28653 10824 0,'49'695'109,"-49"-372"-109,-49 248 249,24-521-249,25-50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7:40.99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22225 12159 0,'0'0'94,"24"0"-94,-24 0 15,0-24-15,0 24 16,0-23-16,23-1 16,1 1-1,-24 23 1,0-24-16,0 24 15,0-23 1,0-1-16,0 24 16,0-23-16,0 23 15,0-47 1,0 23-16,0 24 15,0-47-15,-24 23 16,24 1-16,-23-1 16,-1 1-16,24-24 15,0 23-15,-47-23 16,47 0-16,-24 0 15,1 24-15,-1-48 16,-23 48 0,24-48-16,-1 48 15,-23-24-15,0-24 16,24 47-16,-24 1 15,0-24-15,0 23 16,0-23-16,23 24 16,-46-24-16,46 23 15,-23 24-15,23-47 16,1 24-16,-48 23 15,71-24-15,-23 1 16,-1 23-16,1-24 16,-24 24-16,47 0 15,-47-47-15,23 47 16,1 0-16,-48-23 15,24-1-15,24 1 16,-24 23-16,-24 0 16,24-47-16,23 47 15,-23-24-15,24 24 16,-48 0-16,48-23 15,-1-1-15,-46 24 16,70 0 0,-24 0-16,-23-24 15,47 1-15,-47 23 16,24-24-16,-1 1 15,24 23-15,-47 0 16,47 0-16,-23-24 16,-24 1-16,47 23 15,-48-24-15,48 24 16,-47-23-16,47 23 15,-23-24-15,-1 24 16,-23-47-16,47 47 16,-23-23-16,-24-1 15,47 24-15,-47-23 16,47-1-16,-47 24 15,47-23-15,-24 23 16,-23-47-16,47 47 16,-23 0-16,-1-24 15,24 1-15,-23 23 16,23 0-16,-47-24 15,47 1-15,0 23 16,-47-24 0,23 24-16,24-47 15,-47 47-15,47-23 16,-24-1-16,1 0 15,-1 24-15,1 0 16,23-23-16,-24-1 16,24 1-1,-23-1-15,-1 24 16,24-23-16,-23-24 15,-1 47-15,24-47 16,0 23-16,-47 1 16,47 23-16,-23-47 15,-1 23-15,1 24 16,23-47-16,0 47 15,-24-23-15,1-1 16,23 24-16,0-23 16,0-1-16,-24 24 15,24-23-15,-23 23 16,-1-24-16,24 1 15,0-1-15,-23 24 16,23-23 0,0-1-16,-24 24 15,1-24-15,23 24 16,0-23-16,-24 23 15,24-24 1,0 1 0,0 23-16,-23-24 15,23 24-15,0-23 16,0 23-16,0-24 15,-24 24-15,1-23 16,23 23-16,0-24 16,-24 24-16,24 0 15,0-47-15,-24 47 16,1-23-16,23-1 15,-24 24 1,24-23-16,-23 23 16,23-24-16,-24 1 15,24 23-15,0-24 16,-23 24-16,23-47 15,-24 47-15,1-23 16,23 23 0,-24-24-16,24 1 15,0-1 1,-23 24-16,23 0 15,-24-23-15,24-1 16,-23 24 0,23-23-16,0 23 15,-24 0 1,24-24-16,-23 24 15,23-24 1,0 24 0,-24-23-1,24-1 16,0 24-15,-23 0 0,23-23-1,0-1-15,-24 24 16,24 0 15,-23 0-15,23-23-1,0 23 16,0 0-15,-24 0-16,24-24 31,0 1-15,-23 23-16,23 0 31,-24 0 0,24-24 0,0 24-15,0 0-16,-23 0 16,23 0-1,0-23 1,-24 23-1,1 0 17,23-24-17,0 24 48,0-23-48,-24 23-15,1 0 16,23-24-1,-24 24-15,24 0 16,0-23 15,-24 23-15,24-24 15,0 24 281,0 24-281,0-24-15,0 23-1,0-23 1,0 47 0,24-47-1,-24 0 1,0 24-16,24-24 15,-24 0-15,0 23 32,23-23-17,-23 24-15,0-24 31,24 0-15,-1 0-16,-23 23 16,24-23-1,-24 0-15,23 0 31,-23 0 16,24 0-31,-1 0-1,-23 24 1,0-24 15,24 23-15,-24-23-1,47 24-15,-47-24 16,23 0 0,-23 23-16,24 1 15,-24-24-15,23 0 16,-23 23-16,0-23 15,0 24-15,24-24 16,-24 0-16,23 24 16,-23-1-16,0-23 15,0 24 1,24-24-16,-24 23 15,0 1-15,23-1 16,-23 1 0,24-24-16,-1 23 15,-23-23-15,0 24 16,0-1-16,24-23 15,-24 24-15,23-24 16,-23 23 0,0 1-1,24-1-15,-24-23 16,0 24-16,23-24 15,-23 47-15,24-47 16,-24 23-16,0-23 16,0 0-16,0 47 15,23-47-15,-23 24 16,0-24-16,0 23 15,24 1-15,0-24 16,-24 23-16,0 1 16,0-24-16,0 23 15,23-23-15,-23 48 16,0-48-16,24 23 15,-24 1-15,0-1 16,23 1-16,-23-24 16,0 47-16,24-24 15,-1 1-15,-23-1 16,0 1-16,0-24 15,24 23-15,-24 1 16,0-1 0,0 1-1,23-1 1,-23 1-16,24-24 15,-24 23-15,0 1 16,0-1-16,23 24 16,-23-47-16,0 47 15,24-23-15,-24-1 16,0 1-16,0-24 15,23 24-15,-23-1 16,0 1-16,0-24 16,0 47-16,0-24 15,24 1-15,-24-1 16,0 1-16,0-1 15,0 1-15,0-1 16,0 1-16,0-1 16,0 1-16,0 23 15,0 0-15,0-24 16,23 24-16,-23-23 15,0 23-15,0-24 16,0 25 0,0-48-16,0 23 15,0 24-15,0-47 16,0 47-16,0-23 15,0-24-15,0 47 16,0-24-16,0 1 16,0-1-16,0 1 15,0-1-15,0 24 16,0-23-16,0-24 15,0 23-15,0 1 16,0-24-16,0 47 16,0-47-16,0 23 15,0 1-15,0-1 16,0 1-16,0-1 15,0 1-15,0 0 16,-23-1-16,23 24 16,0-47-16,0 47 15,0-23-15,0-1 16,0 1-16,0-1 15,0 1-15,0 23 16,0-24 0,0 1-16,0 23 15,0 0-15,0-24 16,0 24-16,0 0 15,0 24-15,0-24 16,0 0-16,0-23 16,0 23-16,0 0 15,0-24-15,0 1 16,0-1-16,0 1 15,0-1-15,0 1 16,0-1-16,0 1 16,0-1-16,0 24 15,23-23-15,-23-1 16,0 24-16,24-23 15,-24 23-15,23-23 16,1 46-16,-24-46 16,23-1-16,-23 24 15,24-23-15,-1 23 16,-23-47-16,0 23 15,24 1-15,-1-1 16,-23-23 0,0 24-16,24 23 15,-24-47-15,23 23 16,-23 1-16,0-1 15,24-23-15,-24 24 16,23-1-16,1-23 16,-24 24-16,0-1 15,47 1-15,-47-1 16,0 1-16,24 0 15,-1-1-15,-23 1 16,47-1-16,-47 1 16,24-24-16,-1 23 15,-23 1-15,24-24 16,46 47-16,-46 0 15,23-24 1,-47-23-16,47 24 16,-47-1-16,70 24 15,-70-47-15,24 24 16,23-1-16,-24 1 15,24 23-15,-23-47 16,23 47 0,-23-24-16,23 24 15,23-23-15,-46 23 16,23-23-16,23 46 15,-23-70-15,0 71 16,24-48-16,-24 48 16,-24-48-16,24 1 15,1-1-15,-1 1 16,-47-1-16,23-23 15,1 24-15,-1-24 16,1 23-16,-1 24 16,24-47-16,-23 47 15,23-23-15,-24 23 16,24 0-16,0 24 15,0-24-15,24 23 16,-24-23-16,0 24 16,-23-24-16,23 0 15,-24-24-15,-23 24 16,47-23-16,-47-1 15,0 24 1,24-23-16,23 23 16,-47 0-16,47-23 15,-24 23-15,-23-24 16,24 1-16,-24 23 15,0-47-15,47 47 16,-47-24-16,0 1 16,0-1-16,47 24 15,-47-23-15,23 23 16,-23-24-16,0 1 15,24-1-15,-24 24 16,0-47-16,23 48 16,-23-25-16,24 1 15,-24-1-15,0 1 16,0 23-1,23-47-15,-23 0 16,0 23-16,0-23 16,24 0-16,-24 24 15,0-24-15,0 23 16,0-23-1,0 24 1,0-24 0,0 23-1,0-23 16,23 24-31,-23-1 16,0-23 0,0 24 15,24-24-16,-24 23 1,23-23-16,-23 0 16,0 24-16,0-1 15,0-23 1,24 0-16,-24 24 15,0 23 1,0-47-16,0 0 16,24 0 15,-24 23-31,0 1 31,0-24 0,0 0-15,0 23 15,23-23-31,-23 0 16,0 24 15,24-24 172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4T01:29:53.3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19938 8838 0,'-174'-25'109,"-199"-124"-16,299 100-93,-125-100 110,75 49-110,-223-148 109,297 199-109,249-225 109,24 150 16,-149 124-125,498 0 93,-523 25-93,348 25 125,-198 24-125,174 100 94,-274-124-94,373 173 109,-448-198-109,150 124 125,-149-99-125,25 173 109,-398 0 0,149-198-109,-372 25 125,373-25-125,24 0 94,124-25 62,-148-100 93,198 100-249</inkml:trace>
  <inkml:trace contextRef="#ctx0" brushRef="#br0" timeOffset="3327.1903">21179 12910 0,'-25'-50'109,"149"-124"1,-74 199 92,99 124-92,-124-75-110,173 299 109,-148-323-109,149-1 93,-125-223 17,-74 174-110</inkml:trace>
  <inkml:trace contextRef="#ctx0" brushRef="#br0" timeOffset="3774.2158">21800 12885 0,'-224'422'94,"-24"-75"46,248-347-140</inkml:trace>
  <inkml:trace contextRef="#ctx0" brushRef="#br0" timeOffset="4669.267">21154 16112 0,'174'-49'125,"0"595"-32,-174-497-93,248 175 110,-198-224-110,173-75 156,-223 51-141,0 24-15</inkml:trace>
  <inkml:trace contextRef="#ctx0" brushRef="#br0" timeOffset="5196.2972">21775 16013 0,'-472'496'109,"398"-421"-109,-75 49 141,99-99-110,50-25-31</inkml:trace>
  <inkml:trace contextRef="#ctx0" brushRef="#br0" timeOffset="10313.5899">27684 12363 0,'75'-124'93,"198"100"17,-174 197-95,199 622 79,-223-671-94,98-25 125,-98-74-125,-75-99 93,-25-100-46,25 174-47</inkml:trace>
  <inkml:trace contextRef="#ctx0" brushRef="#br0" timeOffset="10839.6199">28702 12438 0,'-248'248'125,"-273"174"-16,496-372-109,-25-50 93,50 0-93</inkml:trace>
  <inkml:trace contextRef="#ctx0" brushRef="#br0" timeOffset="11718.6702">28777 16584 0,'-25'50'140,"25"-50"-140</inkml:trace>
  <inkml:trace contextRef="#ctx0" brushRef="#br0" timeOffset="13280.7596">28553 16832 0,'124'-99'110,"100"24"-17,-50 348 32,-125-124-125,125 447 109,-99-447-109,173-99 94,-74-199 77,-224 25-139,50 124-32</inkml:trace>
  <inkml:trace contextRef="#ctx0" brushRef="#br0" timeOffset="13907.7954">29571 16981 0,'-174'75'93,"-397"347"16,472-348-109,-75 25 172,174-99-156</inkml:trace>
  <inkml:trace contextRef="#ctx0" brushRef="#br0" timeOffset="14603.8352">29969 17155 0,'322'-25'93,"-173"25"32,-149 0-47</inkml:trace>
  <inkml:trace contextRef="#ctx0" brushRef="#br0" timeOffset="15188.8687">30316 16956 0,'-99'522'109,"99"-473"-109,0-24 125,0-25-125</inkml:trace>
  <inkml:trace contextRef="#ctx0" brushRef="#br0" timeOffset="15868.9076">31111 16286 0,'49'596'94,"1"24"15,-50-371-109,0 49 218,0-298-218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27:40.99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22225 12159 0,'0'0'94,"24"0"-94,-24 0 15,0-24-15,0 24 16,0-23-16,23-1 16,1 1-1,-24 23 1,0-24-16,0 24 15,0-23 1,0-1-16,0 24 16,0-23-16,0 23 15,0-47 1,0 23-16,0 24 15,0-47-15,-24 23 16,24 1-16,-23-1 16,-1 1-16,24-24 15,0 23-15,-47-23 16,47 0-16,-24 0 15,1 24-15,-1-48 16,-23 48 0,24-48-16,-1 48 15,-23-24-15,0-24 16,24 47-16,-24 1 15,0-24-15,0 23 16,0-23-16,23 24 16,-46-24-16,46 23 15,-23 24-15,23-47 16,1 24-16,-48 23 15,71-24-15,-23 1 16,-1 23-16,1-24 16,-24 24-16,47 0 15,-47-47-15,23 47 16,1 0-16,-48-23 15,24-1-15,24 1 16,-24 23-16,-24 0 16,24-47-16,23 47 15,-23-24-15,24 24 16,-48 0-16,48-23 15,-1-1-15,-46 24 16,70 0 0,-24 0-16,-23-24 15,47 1-15,-47 23 16,24-24-16,-1 1 15,24 23-15,-47 0 16,47 0-16,-23-24 16,-24 1-16,47 23 15,-48-24-15,48 24 16,-47-23-16,47 23 15,-23-24-15,-1 24 16,-23-47-16,47 47 16,-23-23-16,-24-1 15,47 24-15,-47-23 16,47-1-16,-47 24 15,47-23-15,-24 23 16,-23-47-16,47 47 16,-23 0-16,-1-24 15,24 1-15,-23 23 16,23 0-16,-47-24 15,47 1-15,0 23 16,-47-24 0,23 24-16,24-47 15,-47 47-15,47-23 16,-24-1-16,1 0 15,-1 24-15,1 0 16,23-23-16,-24-1 16,24 1-1,-23-1-15,-1 24 16,24-23-16,-23-24 15,-1 47-15,24-47 16,0 23-16,-47 1 16,47 23-16,-23-47 15,-1 23-15,1 24 16,23-47-16,0 47 15,-24-23-15,1-1 16,23 24-16,0-23 16,0-1-16,-24 24 15,24-23-15,-23 23 16,-1-24-16,24 1 15,0-1-15,-23 24 16,23-23 0,0-1-16,-24 24 15,1-24-15,23 24 16,0-23-16,-24 23 15,24-24 1,0 1 0,0 23-16,-23-24 15,23 24-15,0-23 16,0 23-16,0-24 15,-24 24-15,1-23 16,23 23-16,0-24 16,-24 24-16,24 0 15,0-47-15,-24 47 16,1-23-16,23-1 15,-24 24 1,24-23-16,-23 23 16,23-24-16,-24 1 15,24 23-15,0-24 16,-23 24-16,23-47 15,-24 47-15,1-23 16,23 23 0,-24-24-16,24 1 15,0-1 1,-23 24-16,23 0 15,-24-23-15,24-1 16,-23 24 0,23-23-16,0 23 15,-24 0 1,24-24-16,-23 24 15,23-24 1,0 24 0,-24-23-1,24-1 16,0 24-15,-23 0 0,23-23-1,0-1-15,-24 24 16,24 0 15,-23 0-15,23-23-1,0 23 16,0 0-15,-24 0-16,24-24 31,0 1-15,-23 23-16,23 0 31,-24 0 0,24-24 0,0 24-15,0 0-16,-23 0 16,23 0-1,0-23 1,-24 23-1,1 0 17,23-24-17,0 24 48,0-23-48,-24 23-15,1 0 16,23-24-1,-24 24-15,24 0 16,0-23 15,-24 23-15,24-24 15,0 24 281,0 24-281,0-24-15,0 23-1,0-23 1,0 47 0,24-47-1,-24 0 1,0 24-16,24-24 15,-24 0-15,0 23 32,23-23-17,-23 24-15,0-24 31,24 0-15,-1 0-16,-23 23 16,24-23-1,-24 0-15,23 0 31,-23 0 16,24 0-31,-1 0-1,-23 24 1,0-24 15,24 23-15,-24-23-1,47 24-15,-47-24 16,23 0 0,-23 23-16,24 1 15,-24-24-15,23 0 16,-23 23-16,0-23 15,0 24-15,24-24 16,-24 0-16,23 24 16,-23-1-16,0-23 15,0 24 1,24-24-16,-24 23 15,0 1-15,23-1 16,-23 1 0,24-24-16,-1 23 15,-23-23-15,0 24 16,0-1-16,24-23 15,-24 24-15,23-24 16,-23 23 0,0 1-1,24-1-15,-24-23 16,0 24-16,23-24 15,-23 47-15,24-47 16,-24 23-16,0-23 16,0 0-16,0 47 15,23-47-15,-23 24 16,0-24-16,0 23 15,24 1-15,0-24 16,-24 23-16,0 1 16,0-24-16,0 23 15,23-23-15,-23 48 16,0-48-16,24 23 15,-24 1-15,0-1 16,23 1-16,-23-24 16,0 47-16,24-24 15,-1 1-15,-23-1 16,0 1-16,0-24 15,24 23-15,-24 1 16,0-1 0,0 1-1,23-1 1,-23 1-16,24-24 15,-24 23-15,0 1 16,0-1-16,23 24 16,-23-47-16,0 47 15,24-23-15,-24-1 16,0 1-16,0-24 15,23 24-15,-23-1 16,0 1-16,0-24 16,0 47-16,0-24 15,24 1-15,-24-1 16,0 1-16,0-1 15,0 1-15,0-1 16,0 1-16,0-1 16,0 1-16,0 23 15,0 0-15,0-24 16,23 24-16,-23-23 15,0 23-15,0-24 16,0 25 0,0-48-16,0 23 15,0 24-15,0-47 16,0 47-16,0-23 15,0-24-15,0 47 16,0-24-16,0 1 16,0-1-16,0 1 15,0-1-15,0 24 16,0-23-16,0-24 15,0 23-15,0 1 16,0-24-16,0 47 16,0-47-16,0 23 15,0 1-15,0-1 16,0 1-16,0-1 15,0 1-15,0 0 16,-23-1-16,23 24 16,0-47-16,0 47 15,0-23-15,0-1 16,0 1-16,0-1 15,0 1-15,0 23 16,0-24 0,0 1-16,0 23 15,0 0-15,0-24 16,0 24-16,0 0 15,0 24-15,0-24 16,0 0-16,0-23 16,0 23-16,0 0 15,0-24-15,0 1 16,0-1-16,0 1 15,0-1-15,0 1 16,0-1-16,0 1 16,0-1-16,0 24 15,23-23-15,-23-1 16,0 24-16,24-23 15,-24 23-15,23-23 16,1 46-16,-24-46 16,23-1-16,-23 24 15,24-23-15,-1 23 16,-23-47-16,0 23 15,24 1-15,-1-1 16,-23-23 0,0 24-16,24 23 15,-24-47-15,23 23 16,-23 1-16,0-1 15,24-23-15,-24 24 16,23-1-16,1-23 16,-24 24-16,0-1 15,47 1-15,-47-1 16,0 1-16,24 0 15,-1-1-15,-23 1 16,47-1-16,-47 1 16,24-24-16,-1 23 15,-23 1-15,24-24 16,46 47-16,-46 0 15,23-24 1,-47-23-16,47 24 16,-47-1-16,70 24 15,-70-47-15,24 24 16,23-1-16,-24 1 15,24 23-15,-23-47 16,23 47 0,-23-24-16,23 24 15,23-23-15,-46 23 16,23-23-16,23 46 15,-23-70-15,0 71 16,24-48-16,-24 48 16,-24-48-16,24 1 15,1-1-15,-1 1 16,-47-1-16,23-23 15,1 24-15,-1-24 16,1 23-16,-1 24 16,24-47-16,-23 47 15,23-23-15,-24 23 16,24 0-16,0 24 15,0-24-15,24 23 16,-24-23-16,0 24 16,-23-24-16,23 0 15,-24-24-15,-23 24 16,47-23-16,-47-1 15,0 24 1,24-23-16,23 23 16,-47 0-16,47-23 15,-24 23-15,-23-24 16,24 1-16,-24 23 15,0-47-15,47 47 16,-47-24-16,0 1 16,0-1-16,47 24 15,-47-23-15,23 23 16,-23-24-16,0 1 15,24-1-15,-24 24 16,0-47-16,23 48 16,-23-25-16,24 1 15,-24-1-15,0 1 16,0 23-1,23-47-15,-23 0 16,0 23-16,0-23 16,24 0-16,-24 24 15,0-24-15,0 23 16,0-23-1,0 24 1,0-24 0,0 23-1,0-23 16,23 24-31,-23-1 16,0-23 0,0 24 15,24-24-16,-24 23 1,23-23-16,-23 0 16,0 24-16,0-1 15,0-23 1,24 0-16,-24 24 15,0 23 1,0-47-16,0 0 16,24 0 15,-24 23-31,0 1 31,0-24 0,0 0-15,0 23 15,23-23-31,-23 0 16,0 24 15,24-24 172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49:59.6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14746 13029 0,'0'0'62,"0"0"-46,0 0-16,0 47 16,0-47-1,0 23-15,0-23 16,0 24-16,0-24 15,0 24-15,24-1 16,-24-23-16,23 0 16,-23 24-16,0-24 15,24 23-15,-1 1 16,24-24-1,-47 0-15,24 23 16,-24-23-16,47 24 16,-47-24-16,23 0 15,-23 0 1,24 0-16,-24 23 15,23-23-15,1 0 16,-24 0 0,23 0-16,-23 0 31,24 0-31,-1 0 15,-23 0 1,24 0-16,-24 0 16,23 0-1,-23 0 1,24 0-16,-1 0 31,-23 0-31,24 0 16,0 47-1,-24-47 16,0 24-31,23-24 16,-23 0-16,0 23 16,0-23-1,0 47 1,24-47-1,-24 24 1,0-24 0,0 23 30,0-23 17,23 0-48,1-23-15,-24-1 16,47 1-16,-47-1 16,23 1-16,1 23 15,-24-24-15,0 24 16,23-47-16,-23 47 15,24 0-15,-1 0 16,-23 0 0,24 0-1,-24-23 1,0 23-16,23 0 15,-23 0-15,24 0 16,-1 0-16,-23 0 16,24 0-16,-24 0 15,23 0-15,1 0 16,-24 0-16,23 0 15,-23 0 1,24 0 0,-24 0-1,23 0 1,1 0-1,-24 0 1,0 0 0,23-24-16,-23 24 15,0-23-15,24-24 16,-24 47-16,0-24 15,23 1-15,-23-1 16,0 24-16,0-24 16,0 1-16,0-1 15,0 24 1,0-23-1,24 23 1,-24 0 0,0-24 15,0 1-16,0 23 17,0-24-1,0 24-31,0 0 15,0-23 17</inkml:trace>
  <inkml:trace contextRef="#ctx0" brushRef="#br1" timeOffset="72272.1337">14746 12417 0,'0'0'46,"0"-23"-30,24 23 15,-24 0-15,0-24-16,23 1 47,-23 23-47,24-24 31,-1 24-16,-23 0 1,0 0-16,24 0 16,-24 0-1,23 0 16,1 0-15,-24 0 0,23 0-1,-23-23-15,24 23 16,-24 0-16,23 0 15,1 0-15,-24 0 16,23 0-16,-23 0 16,0 0-16,24 0 15,-1 23-15,1-23 16,-1 0-16,1 0 15,-24 0-15,23 0 16,-23 0-16,24 0 16,-1 0-16,-23 0 15,24 0 1,0 0-16,-1 0 15,1 0 1,-24 0-16,23 0 16,1 0-16,-24 0 15,23 0-15,1 0 16,-1 24-1,-23-24-15,24 0 16,-24 0 0,23 0-16,-23 0 15,24 0-15,-1 0 16,-23 0-16,24 0 15,-24 0-15,23 0 16,1 0 0,-24 0-16,23 0 15,-23 0 1,24 0-16,-24 0 15,23 0 1,1 0 0,-24 0-1,0-24 1,23 24-16,1-23 31,-1 23-31,-23 0 31,0-24-15,0 24 15,24-23 16,-24-1-16,0 24-15,23 0-1,-23-23 16,24 23 63,-24 0-32,0 0-46,23 0 0,-23 0-16,0 23 15,0 1-15,0-24 16,24 23-1,-24 1 1,24-24 0,-24 23-1,0-23 1,0 0-16,0 24 15,23-24-15,-23 0 32,24 23-17,-24-23 1,0 24-16,23-24 15,1 0-15,-24 23 16,0-23 0,23 0-16,-23 0 0,24 0 15,-1 0 16,-23 0-15,0 0 0,24 0-1,-24 0-15,23 24 63,-23-1-48,0-23 1,24 0-1,-1 0 32,-23 0-16,24 0-15,-24 0 15,0 0 16,0 24-31,23-24-1,-23 0 16,0 0-31,0 24 32,24-24-17,-1 0 204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51:45.0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14723 12888 0,'0'0'47,"0"23"-31,0-23-1,0 24 1,0-1 0,0 1-1,0-1 1,0-23-1,0 0 17,0 24-32,23-24 31,-23 23-31,24-23 15,-24 0 1,23 0 0,-23 0-1,24 0-15,-1 0 16,-23 0-1,24 0 1,-24 0 0,23 0-16,-23 0 15,24 0 16,-1 0-15,-23 0 0,24 0-1,-24 0 1,0 0-16,23 0 15,-23 0 1,24 0 0,-1 0-1,-23 0 1,24 0-1,-24 24 1,23-24 0,1 0-1,-24 0 1,23 0-1,-23 23 1,0 1 0,24-24-1,-24 24 16,0-24-15,0 23 0,23-23-16,-23 0 31,0 24-16,0-1 1,24-23 0,-24 0-16,0 24 46,0-24 64,0 0-110,0 0 15,0-24 1,23 1-1,-23 23-15,24 0 16,0 0-16,-24-24 16,23 24-16,-23 0 15,24 0-15,-1 0 16,1 0-1,-24-23-15,23 23 16,1 0 0,-24 0-16,23 0 31,-23 0-16,24 0 1,-24 0 0,0 0-16,23 0 15,-23 0 1,24 0 15,-24 0 0,23 0-15,-23 0 15,24 0-15,-1 0-1,-23-24 1,24 0-16,-24 24 15,0-23-15,23-1 16,-23 24 0,0-23-16,24 23 15,-24-24-15,0 24 16,0-23-16,0-1 15,23 24-15,-23-23 16,0 23 0,0 0 15,0-24-31</inkml:trace>
  <inkml:trace contextRef="#ctx0" brushRef="#br1" timeOffset="38975.229">15052 12417 0,'0'0'125,"23"0"-94,-23 0-15,24-23-1,-24 23 1,23-24 0,-23 24-1,0 0-15,24 0 16,-1-23-16,-23 23 31,0 0-31,0-24 31,24 24-31,-24 0 31,23 0-15,-23-23 0,24 23-1,-24-24-15,0 24 16,0 0 15,0-23-31,24 23 16,-24 0-1,0-24 1,0 1 31,23 23-32,-23 0 1,0 0-1,0-24 141,24 24-124,-1 0 14,-23 0-30,0 0-16,24 0 16,-24 0-16,23 0 15,1 0 16,-24 0-15,0-23 0,23 23-1,-23 0 16,24 0-15,-24 0 31,0 0-16,23 0-15,1 0 15,-24 23-31,23-23 15,-23 0 1,24 0 0,-1 0-1,-23 0-15,24 0 31,-24 0-15,23 0-16,-23 0 31,24 0 16,-1 0 0,-23 0-32,0 0 17,0-23-17,0 23 16,0-24-15,24 24 31,-24-23 93,0 23-46,0 0-79,0 23 1,0-23 0,0 24-16,0-24 15,0 23 1,0-23 15,0 0-31,0 24 31,23-1-31,-23-23 31,24 0-31,-24 24 16,23-24-16,-23 0 16,0 0-16,24 23 15,-24-23 1,23 0-1,-23 24 1,24-24-16,-24 0 31,23 0-15,-23 0-1,24 0-15,-24 23 16,24-23 0,-1 0-1,-23 24 16,24-24-15,-24 0 0,0 23-1,23-23 16,-23 24-31,0-24 16,24 0 15,-24 23-15,0-23 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56:44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8184 9454 0,'0'0'234,"24"0"-203,-24 0-31,23 0 15,1 0 17,-24 0-17,24 0 1,-24 0 15,23 0-15,-23 0-1,24 0 1,-1 0-1,-23 0 1,24-23 15,-24 23 16,23 0-16,1 0 0,-24 0-15,23 0 15,-23 0 0,24 0-15,-24 0 15,23 0 0,1 0 1,-24 0-1,23 0 0,-23 0-15,24 0-1,-24 0 16,23 0-15,1 0 0,-24 0-1,23 0 1,-23 0-1,24 0 17,-1 0-17,-23 0 1,24 0 15,-24 0 390</inkml:trace>
  <inkml:trace contextRef="#ctx0" brushRef="#br0" timeOffset="67927.8853">2893 16909 0,'23'0'78,"1"0"-62,-24 0-16,23 0 15,1 0-15,-1 0 16,1 0-16,-24 0 15,23 0-15,1 0 16,-24 0 0,23 0-16,-23 0 15,24 0 1,-1 0-1,-23 0 17,24 0-17,-24 0 16,24 0 1,-24 0 14,23 0-30,1 0 0,-24 0 15,23 0-16,-23 0 32,24 0-31,-1 0 46,-23 0-46,24 0 15,-24 0-15,23 0-1,-23 0 32,24 0-16</inkml:trace>
  <inkml:trace contextRef="#ctx0" brushRef="#br0" timeOffset="80143.584">9831 9431 0,'23'0'437,"1"0"-406,-24 0-31,0 0 78,0 0-47,0 23 16,23-23-31,-23 24 62,0-24-32,0 0-14,0 23 14,24-23-46,-24 0 16,0 24 31,0-1-16,0-23-15,23 24-1,-23-24 16,0 23-15,0-23 0,24 0-1,-24 24 1,0-1-16,0-23 15,0 0-15,0 24 16,0-24 0,0 0-16,0 23 15,0 1 16,0-24-31,0 23 32,0-23-32,0 24 31,0-24 0,0 23-15,0 1-16,0-24 46,0 23-30,0-23 0,0 24-16,0-1 15,0-23 1,0 24-1,0-24 1,0 23-16,0-23 16,0 48-1,0-48-15,0 23 16,0-23-16,0 24 15,0-1-15,0-23 16,0 24 0,23-24-16,-23 23 15,0-23 1,0 24-16,0-1 15,0-23 1,0 24-16,0 23 16,0-24-1,0 1 1,0-24-1,0 23-15,0-23 16,0 24-16,0-1 16,0 1-16,0-1 15,0 1 1,0-1-1,0 1-15,0-24 16,0 23-16,0-23 16,0 24-16,0-1 15,0 1 1,0-24-1,0 23-15,0 1 16,0-24-16,0 24 16,0-24-16,0 23 15,0 1 1,0-1-1,0 1 1,0-24-16,0 23 16,0 1-16,0-24 15,0 47-15,0-24 16,0-23-1,0 24-15,0-1 16,0 1-16,0-1 16,0 1-1,0 23 1,0-47-1,0 23-15,0-23 16,0 24-16,0-1 16,0-23-16,0 24 15,0 23 1,0-47-1,0 23-15,0 1 16,0-24-16,0 23 16,0 1-16,0 0 15,0-24-15,0 23 16,0-23-16,0 24 15,0-1 1,0 1 0,0-1-1,0 1-15,0-1 16,0-23-16,0 24 15,0-1-15,0-23 16,0 24-16,0-24 16,0 23-16,0-23 15,-23 24 1,23-1-16,0-23 15,0 24-15,0-24 16,0 23-16,0 1 16,0-24-16,0 23 15,0-23-15,0 24 16,0-1-16,-24 1 15,24-1-15,0 1 16,0-1 0,0-23-16,0 24 15,0-1-15,0-23 16,0 24-16,0 0 15,-23-24 1,23 23-16,0 1 16,0-24-1,0 23-15,0 1 16,0-24-16,0 23 15,0 1-15,0-1 16,0 24 0,-24-47-16,24 24 15,-23-24-15,23 47 16,0-47-16,0 23 15,0 1-15,0-1 16,0-23-16,0 24 16,0-1-1,0 1 1,0-24-1,0 23 1,0-23 0,0 24-16,0-24 15,0 23-15,0 1 16,0-24-16,0 23 15,-24-23 17,24 0-17,0 24 16,0-1-15,0-23 0,0 24-16,0 0 15,0-1 1,0-23-16,0 24 15,0-24 1,0 23 0,0-23-16,0 0 15,0 47-15,0-47 16,0 47-1,0-23 1,0-1 0,0 1-16,0-1 15,0 1-15,0-1 16,0-23-16,0 24 15,0-1 1,0-23-16,0 24 16,0-1-1,0 1 1,0-24 15,0 23-31,0-23 16,0 47-1,0-47 1,0 24-16,0-24 15,0 47 1,0-47 0,0 23-16,0 1 15,0 0-15,0-24 16,0 23-16,0 1 15,0-1-15,0 24 16,0-23-16,0-24 16,0 23-16,0 1 15,0-1 1,0-23-16,0 47 78,0-47-63,0 24 1,0-24 15,0 23-15,0 1-16,0-24 15,0 23 1,0-23 0,0 24-1,0-1 1,0 1-16,0-24 15,24 23 1,-24-23-16,0 47 16,0-47-1,0 24 1,0-24-16,0 0 15,0 23 1,23 1-16,-23-24 16,0 23-16,0-23 15,0 24-15,0 0 16,0-24-1,0 23 17,24-23-17,-24 0 1,0 24-16,0-24 15,0 23 17,23-23 61,1 24-62,-24-24 1,0 0-17,23 23 1,-23-23-1,24 0 17,-24 0-32,0 0 15,23 0 16,1 0 1,-24 24-17,23-24 1,-23 0-1,24 0 1,-1 0 31,-23 0-32,24 0 17,-24 0-17,24 0 32,-24 23 187,0-23-218,0 0-16,0 24 15,-24-24 1,24 23-16,0-23 15,0 0 1,0 24-16,0-1 16,-24-23-1,24 24 1,-23-24-1,23 23 1,0 1 0,0-24-16,0 23 15,-24-23 1,24 0-1,0 24-15,0-24 16,-23 23-16,23 1 16,0-24-16,0 23 15,-24-23-15,24 47 16,0-47-16,0 24 15,0-24 1,0 23-16,-23 1 16,23-24-16,0 23 15,0-23-15,0 24 16,0 0-1,0-1 17,0 1-17,0-1 1,0 24-1,0-47 1,0 24-16,0-24 16,0 23-16,0-23 15,0 24-15,0-1 16,0 1-1,0-1 1,0 1 0,23-1-16,-23 1 15,0-24-15,0 23 16,24 1-16,-24-1 15,0-23 1,0 24-16,0-24 16,23 23-16,-23 1 15,0-24-15,0 23 16,0 1-1,0-24 1,0 47-16,0-47 16,0 23-16,0 1 15,0 0-15,0-1 16,0 1-16,0 46 15,24-46-15,-24-1 16,0 24-16,0 0 16,0-23-16,0-1 15,0 48-15,0-48 16,0 1-16,0 23 15,0-24-15,0 1 16,0 23-16,0-24 16,0 25-16,0-1 15,0 0-15,0 0 16,0 0-16,0-24 15,0 24 1,-24 24-16,24-71 16,0 23-16,0 24 15,-23-47-15,23 47 16,0-47-16,0 24 15,0-1-15,0 1 16,-24-1-16,24 1 16,0-1-16,0 1 15,-23 0-15,23-1 16,0 1-16,0-1 15,0-23-15,0 47 16,0-47 0,0 24-16,0-24 15,0 23 1,-24-23-16,24 24 15,0-1 1,0-23-16,0 24 16,-23-24-1,23 23-15,0 1 16,0-24 15,0 23-15,-24-23 30,24 0-30,0 24 0,-23-24-1,23 0 1,0 23-16,0 1 15,-24-24 1,24 0-16,0 23 16,0-23-1,-23 24-15,-1-24 16,24 23-1,0-23 1,-23 0 15,23 24-15,0-24 15,0 0 94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7:59:00.36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30362 11124 0,'0'0'31,"24"0"0,-24-24-31,23 24 16,-23 0-1,24 0-15,-24 0 31,23 0-31,1 0 16,-24 0-16,0-23 16,24 23-16,-1 0 15,1 0 1,-24 0-1,23 0 1,24 0 15,-47-24-15,0 24-1,24 0 32,-24 0-31,0 0-1,23 0-15,1 0 16,-24 0 15,23 0-31,-23 0 31,24 0-15,-1 0 15,-23 0 0,24 0 16,-24 0-31,0-23 15,23 23 16,-23 0-16</inkml:trace>
  <inkml:trace contextRef="#ctx0" brushRef="#br0" timeOffset="2128.1217">28081 14628 0,'24'0'78,"-1"0"-62,-23 0-1,24 0 1,-24 0-16,47 0 15,-47 0-15,23 0 16,-23 0-16,24 0 16,-1 0-16,-23 0 15,24 0-15,-24 0 16,23 0-1,-23 0 1,24 0 15,-1 0-15,-23 0-1,24 0 17,-24 0-1,23-23-16,1 23 32,-24 0-16,23 0 1,-23 0 77</inkml:trace>
  <inkml:trace contextRef="#ctx0" brushRef="#br0" timeOffset="10199.5834">31938 10936 0,'0'0'359,"24"0"-312,-24 0-16,0 23-16,23-23 32,1 0-16,-24 24 1,23-24-17,-23 0 1,0 0-1,0 23-15,24-23 16,-24 0-16,23 0 16,-23 24-1,0-1 1,0-23-1,0 24-15,0-24 32,24 0-17,-24 23 1,0 1-1,0-24-15,0 23 32,0-23-32,0 47 15,0-47 1,0 24-1,0-24-15,0 24 16,0-24 0,0 23-16,0 1 15,0-24 1,0 23-16,0-23 15,23 24 1,-23-1-16,0-23 16,0 24-1,0-24-15,0 23 16,0-23-16,0 24 15,0-1 1,0-23 0,0 24-16,0-24 15,0 23-15,0 1 16,0-24-16,0 23 15,0-23 1,0 47 0,0-47-16,0 24 15,0-24-15,0 23 16,24-23-16,-24 0 15,0 24-15,0-1 16,0-23-16,0 24 16,23-24-16,-23 0 15,0 23-15,0 1 16,0-24-1,0 23-15,0-23 16,0 24-16,0-24 16,0 23-1,0 1-15,0-24 16,24 0-1,-24 24-15,0-1 32,0 1-17,0-24 1,0 23-1,0-23-15,0 24 16,0-1 0,0-23-1,0 24-15,0-24 16,0 23-1,0-23 1,0 24 0,0-1-1,0-23 1,0 24-16,0-24 15,0 23-15,0-23 32,0 24-32,23-24 15,-23 23-15,0-23 16,24 0-16,-24 24 15,0-24-15,0 23 16,0 1 0,0-24-1,0 23 1,0-23-1,0 24 1,23-24-16,-23 0 16,0 23 15,0 1-16,0-24-15,24 0 16,-24 0 0,0 23-1,0-23 1,23 0-16,1 0 62,-24 24-46,0-24-1,23 0 17,-23 23-17,0-23 16,24 0 1,-24 0 30,24 24-31,-1-24 16,-23 0-31,0 0 280,0 0-280,24 0-1,-24 0 1,0 23-16,0-23 62,0 24 172,0-24-218,0 24-1,0-24-15,0 0 16,0 23 0,-24 1-1,24-24-15,0 23 16,0-23-16,-23 24 15,-1-24 1,24 23 0,0 1-16,0-24 15,0 23-15,-24-23 16,24 0-1,0 47-15,-47-47 16,47 24 0,0-24-16,0 23 15,0 1-15,0-1 16,-23-23-1,23 24-15,-24-1 16,24-23-16,0 24 16,0-24-16,0 23 15,0-23-15,0 47 16,-23-47-1,23 24 1,0-24 0,0 47-1,0-47-15,0 0 16,0 23-16,0-23 15,-24 0 1,24 47-16,0-47 16,0 24-1,0-24-15,0 0 16,0 24-16,0-1 15,0-23 1,0 24 0,0-24-16,0 23 15,0 1 1,0-1-1,0 1-15,0-1 16,0-23-16,0 24 16,0-1-16,0 1 15,0-1-15,0-23 16,0 24-16,0-1 15,0-23-15,0 24 16,0-1 0,0 1-16,0-24 15,0 23-15,0-23 16,0 47-16,0-47 15,0 24-15,0-24 16,0 47-16,24-47 16,-24 23-16,0-23 15,0 47-15,0-47 16,0 24-16,0 0 15,0-1-15,0-23 16,0 24-16,0-24 16,0 23-16,0 1 15,0-1-15,0-23 16,0 47-1,0-47-15,0 24 16,0-24-16,0 47 16,0-24-1,0 1 1,0-1-1,0 1-15,0-1 32,0-23-32,0 24 15,0-1 1,0 1-1,0-24 1,0 0-16,0 23 31,0-23-15,0 24-1,0-1-15,0-23 16,0 24 0,0-24-1,-24 0 1,24 23-16,0-23 15,0 24 1,0-24 0,0 23-16,0-23 15,-23 0 1,23 24-16,-24-24 15,24 24 1,0-1 0,-23-23-1,23 0 1,0 0-1,-24 0 1,24 24-16,0-24 16,0 0-1,-23 0-15,23 23 16,-24-23-1,24 0 1,-23 0 0,23 0-1,0 24-15,0-24 16,-24 0 15,1 23 0,23-23-15,0 0-1,-24 24 79,24-24-63,-23 0 0,23 0-31,-24 0 32,24 23-1,0-23 31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28.34646" units="1/cm"/>
          <inkml:channelProperty channel="Y" name="resolution" value="28.30189" units="1/cm"/>
          <inkml:channelProperty channel="T" name="resolution" value="1" units="1/dev"/>
        </inkml:channelProperties>
      </inkml:inkSource>
      <inkml:timestamp xml:id="ts0" timeString="2014-10-22T08:01:38.5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8819 9501 0,'0'0'0,"0"24"16,0-24-16,0 23 16,0 24-1,0-47 1,0 24-16,0-1 15,0 1-15,0-1 16,0 1-16,0-1 16,0 1-16,0-1 15,0-23-15,0 24 16,0-1-16,0 1 15,0-24-15,0 23 16,0-23-16,0 47 16,0-47-1,0 24-15,0 0 16,0-1-1,0 1-15,0-1 16,0 1-16,0-24 16,0 23-16,0 1 15,-23-1 1,23-23-16,0 24 15,0-24-15,-24 23 16,24 1 0,-23-24-16,23 23 15,-24-23 1,1 24-16,23-24 15,-47 23-15,47-23 16,-24 0-16,1 47 16,-1-47-16,1 0 15,-1 24-15,1-24 16,-1 0-16,1 23 15,23-23-15,-47 24 16,47-24-16,-24 0 16,24 23-16,-23-23 15,-1 0-15,1 24 16,23-24-16,-24 23 15,1-23-15,23 24 16,-24-24-16,0 0 16,1 0-1,23 0-15,0 23 16,-24 1-1,24-24 1,0 0-16,-23 23 16,-1-23 15,24 0-31,0 24 15,0-24 1,0 24 0,-23-24-16,23 23 15,0 1 1,0-24-16,0 23 15,0 1 1,0-24 0,0 23-1,0-23 1,-24 0-16,24 24 15,0-1-15,0-23 16,0 24 0,0-24-1,0 23-15,0-23 16,-23 24-1,23-1 1,0 1-16,-24-24 31,24 23-15,0 1-1,0-24-15,0 23 16,0-23-16,0 24 16,-23-24-16,23 23 15,0-23 1,0 0-16,0 24 15,0-24-15,0 23 16,0-23 0,0 24-1,0-1 1,0-23-16,-24 24 15,24-1 1,0 1-16,0-24 16,0 23-16,0-23 15,0 48-15,0-48 16,0 23-16,0-23 15,0 47 1,-23-47-16,23 24 16,0-1-1,0 24 1,0-47-1,0 24-15,-24-24 16,24 23 0,0-23-16,-23 24 15,23-1-15,-24-23 16,24 0-16,0 24 15,0-1-15,-23-23 16,23 24-16,-24-24 16,24 23-1,-23-23-15,23 0 16,-24 24-1,24-1-15,-23-23 16,-1 24 0,24-24-16,-23 0 15,23 0-15,-47 23 16,47 1-1,-24-24-15,24 0 16,-23 23-16,-1-23 16,24 0-1,0 0-15,-24 0 16,24 24-16,-23-24 15,23 23-15,-24-23 16,24 0-16,-23 0 16,23 24-16,-24-24 15,24 0-15,0 0 16,-23 0-16,-1 23 15,24-23-15,-23 0 16,23 24-16,-24-24 16,1 24-1,23-24-15,-24 0 16,1 23-16,-1-23 15,24 24-15,-23-1 16,23 1-16,-24-24 16,1 23-16,23 24 15,-24-47 1,24 24-1,0-24-15,0 0 16,0 23 0,0-23-1,-23 0-15,23 24 16,-24-1-16,24-23 31,0 24-31,-23-24 16,23 0-1,0 23-15,-24 1 16,1-24-1,23 47-15,-24-47 16,24 0-16,-47 23 16,47-23-16,-23 24 15,23-24-15,-48 23 16,48-23-16,-47 0 15,47 24-15,0-24 16,-23 0-16,-1 23 16,1-23-16,23 0 15,-24 24-15,24-1 16,0-23-16,-23 0 15,23 24 1,-24-24-16,1 0 16,23 23-1,0-23-15,-24 24 16,24-24-16,-23 0 15,23 24-15,-24-24 16,24 0-16,0 23 16,-23-23-16,23 0 15,0 47 1,-24-47-16,24 0 15,-23 0 1,23 24-16,0-24 16,-24 23-16,24 1 15,-23-24-15,23 23 16,0-23-16,-24 24 15,24-1 1,-23-23 0,23 0-1,0 24 1,-24-1-1,24-23 1,0 24-16,0-24 16,-23 23-1,-1-23 1,24 24 15,0-24-31,0 23 16,0-23-16,-23 0 15,23 24-15,0-24 16,0 23-1,0-23 1,0 24 0,0-1-1,0-23 1,0 24-16,0-24 15,0 23-15,0 1 16,0-1 0,0-23-16,0 0 15,0 24 1,0-1-1,0-23 1,23 0 0,-23 24-1,0-24-15,0 24 16,0-24-1,0 47 1,24-47 0,-24 47-16,0-47 15,0 23-15,0-23 16,0 24-16,0-1 15,0 1-15,0-1 16,0 1 0,0-1-1,0 1 1,0-1-16,0 24 15,0-47 1,0 24-16,0-24 16,0 47-16,0-47 15,0 23-15,0-23 16,0 24-16,0-1 15,0 1 1,0-24-16,0 23 16,0-23-1,0 24 1,0-1-16,0 1 15,0-24 1,0 47-16,0-47 16,0 24-1,0-24 1,0 23-16,0 1 15,0-24-15,0 23 16,0-23-16,0 24 16,0-1-1,0-23 1,-24 24-1,24-1 1,0 1 0,0-24-1,0 23-15,0-23 16,0 24-16,-23-24 15,23 0-15,0 23 16,-24 1-16,1-24 16,23 23-1,-24-23-15,24 24 16,0-24-16,-24 23 15,24-23 1,0 24 0,0-24-16,-23 0 31,-1 0-31,24 23 15,0 1-15,-23-24 16,23 0-16,0 0 16,-24 0-16,24 23 15,-23-23-15,23 0 16,0 0-16,-24 24 15,24-24-15,-23 0 16,23 0 15,0 23-31,-24-23 16,1 24-1,23-24-15,0 0 16,-24 0-16,24 0 16,0 23-1,-23-23-15,-1 0 16,24 24-1,0-24-15,0 24 16,-23-24-16,23 0 16,-24 0-16,24 23 15,0-23-15,-23 0 16,23 24-1,-24-24-15,24 0 16,-23 23 0,23 1-1,0-24-15,-24 0 16,24 23-1,-23-23-15,23 24 16,0-1 15,-24-23-15,24 0-16,0 24 15,0-24 1,0 23 0,0-23-1,-23 0 1,23 24-1,0-24-15,0 23 16,-24-23 0,24 24-16,-23-24 31,23 23-31,0 1 15,-24-24-15,24 0 16,0 23-16,0-23 16,-23 24-16,-1-1 15,24-23-15,-24 24 16,24-24-16,0 0 15,-23 23-15,23-23 16,0 24-16,-24-1 16,24-23-16,-23 24 15,23-24-15,-24 0 16,24 23-16,-23 1 15,-1-24-15,24 0 16,-23 23 0,23-23-1,-24 0-15,1 0 16,23 24-16,-24 0 15,24-24-15,-23 0 16,-1 0-16,24 23 16,-23-23-16,23 0 15,-24 24-15,24-24 16,-23 23-16,-1-23 15,1 24-15,23-24 16,-24 0-16,1 0 16,23 23-16,0-23 15,-24 0 1,24 0-1,0 0-15,-23 24 32,-1-1-1,24-23-31,-23 0 15,23 24 1,0-24-16,-24 0 31,24 23-15,-23-23-1,-1 0-15,24 24 16,0-24-16,0 23 16,-24-23-16,1 0 15,-1 24 1,24-24-16,0 23 15,-23-23-15,23 24 16,-24-24 0,24 23-1,-23-23-15,23 0 16,0 0-16,-24 24 15,24-24 1,0 23 15,-23 1-15,23-24-1,0 0-15,-24 23 16,1-23 0,23 0-1,0 24 1,0-1-1,0-23-15,-24 0 16,24 24 0,0-1-16,-23-23 15,23 24 1,-24-24-16,24 0 15,0 23 1,-23-23 0,23 0-16,0 0 15,-24 24-15,24-24 16,-23 0-16,-1 0 15,24 24-15,0-24 16,-23 23-16,23-23 16,0 0-16,-24 0 15,24 24-15,-23-24 16,23 0-16,-24 0 15,24 47-15,0-47 16,-23 23-16,23-23 16,0 0-1,-24 24-15,1-24 16,23 23-1,-24-23 1,24 0-16,0 24 16,-23-24-16,-1 0 15,24 23-15,-24-23 16,24 0-16,0 24 15,-23-24-15,23 0 16,0 23-16,-24-23 16,24 0-16,-23 0 15,23 24-15,0-24 16,-24 0-16,24 23 15,0-23-15,-23 0 16,23 24-16,0-1 16,-24-23-16,1 24 15,23-1 1,-24-23-16,24 0 15,-23 24-15,23-24 16,-24 0-16,24 23 16,-23-23-1,23 0 1,-24 0-16,24 24 15,0-1-15,-23-23 16,23 0 0,-24 24-16,24-24 15,-23 23 1,-1 1-1,24-24 1,0 0-16,-23 0 16,23 23-16,0-23 15,-24 0 1,24 24-16,0-24 15,0 0-15,-23 0 16,-1 24 0,24-1-16,0-23 15,-23 0 1,23 24-16,-24-24 15,1 0-15,23 0 16,0 47-16,-24-47 16,24 0-1,-23 23-15,23-23 16,-24 0-16,24 47 15,-24-47-15,24 0 16,-23 24-16,23-24 16,0 0-16,-24 0 15,24 23-15,-23-23 16,23 0-16,0 47 15,-24-47-15,24 0 16,0 24-16,-23-24 16,23 0-16,-24 23 15,24 1 1,0-24-1,-23 0-15,23 23 16,0-23 0,0 0-16,0 24 31,-24-1 16,24-23-1,0 0-46,-23 0 63,23 24-63,0-24 31,-24 0-15,24 23-1,0-23 1,0 0-16,-23 0 15,23 0-15,0 24 16,-24-24 0,24 23-1,-23-23-15,23 0 16,0 0-1,0 24 1,-24-24 0,24 0-1,0 0 1,-23 0 31,23 0-16,0 23-16,-24-23 1,24 24-16,-23-24 16,23 0-1,0 23 1,-24-23-1,24 0-15,0 0 16,-23 0 0,23 24-16,0-24 15,-24 0 1,24 0-1,0 24 1,0-1 0,-23-23-1,23 0 1,0 24 15,-24-24-15,24 0-1,0 0-15,-23 0 16,23 23 15,-24-23-15,24 24-1,0-24 1,-23 0-1,23 0 17,0 23-17,0-23 1,-24 0-16,0 0 31,24 24-31,0-24 16,0 0-1,-23 0 16,23 23 1,0-23-17,0 24-15,0-24 16,-24 0 15,24 23-15,0-23 93</inkml:trace>
  <inkml:trace contextRef="#ctx0" brushRef="#br1" timeOffset="12455.7124">25118 11265 0,'0'0'31,"0"0"-31,0 24 15,23-1 1,-23-23-16,0 47 16,0-47-16,0 24 15,0 23-15,0-24 16,0 1-16,0 23 15,-23 0-15,23-24 16,0 1-16,0-1 16,-24-23-16,24 24 15,0-24-15,-23 23 16,23 1-16,-24-1 15,24-23 1,-23 24-16,23-1 16,0-23-16,-24 24 15,1-24-15,-1 23 16,24 1-1,-23-24-15,-1 24 16,1-24-16,-24 0 16,47 23-16,-47-23 15,-1 24 1,48-24-16,-47 23 15,24-23-15,-1 0 16,-23 0-16,24 24 16,-1-24-16,-23 0 15,24 23-15,-24-23 16,23 0-16,1 0 15,-1 24-15,24-24 16,0 0 0,-23 0-16,-1 23 31,24 1-16,-23-24 1,23 0-16,0 23 16,-24-23-16,24 24 15,0-1 1,-23-23-16,23 24 15,-24-24-15,24 23 16,0-23 0,0 24-16,0-1 15,0-23 1,0 24-16,-23-24 15,23 23-15,0 1 16,0-24 0,0 23-16,0-23 15,-24 0-15,24 47 16,0-47-1,0 24 1,-23-24-16,23 23 16,0-23-1,0 0-15,-24 24 16,24-1-1,0-23 1,0 24-16,0-24 16,0 0-1,0 47 1,0-47-1,0 24 1,0-24 0,0 23-1,0-23 16,0 0-15,0 24 0,0-1-1,0-23-15,0 0 16,0 24-16,24-24 15,-24 23 1,0 1 0,0-24-1,0 23-15,23-23 16,-23 0-16,0 24 15,0-24-15,0 23 16,0 1 0,24-24-16,-24 23 15,0-23 1,0 24-16,0-1 15,0-23 1,0 24 0,0-24-16,0 23 31,0 1-31,0-24 15,0 23 1,0-23-16,0 24 16,0-24-1,0 23-15,0 1 16,0-24-16,0 23 15,0-23-15,0 24 16,0-1-16,-24-23 16,1 24-16,23-24 15,-24 24-15,24-24 16,0 23-16,-24 1 15,24-24-15,-23 0 16,-1 0-16,24 23 16,-23-23-16,23 0 15,-24 0-15,1 24 16,-1-24-16,24 23 15,-23-23-15,23 0 16,-24 0-16,1 24 16,-1-24 15,24 0-16,-23 0-15,23 23 16,-24-23 0,24 24-16,-23-24 15,-1 0-15,24 0 16,0 23-16,-23-23 15,23 0-15,-24 24 16,1-24-16,23 0 16,-24 23-16,24 1 15,0-24-15,-23 0 16,23 23-16,-24-23 15,24 0 1,-23 0 0,23 24-16,0-24 15,0 23 1,0-23-16,-24 24 15,24-24-15,0 23 16,0-23-16,0 24 16,-23-1-1,23-23 1,0 24-1,-24-24-15,24 0 16,0 23 0,0 1-1,0-24-15,-23 0 16,23 23-16,0-23 15,0 0-15,-24 24 16,24-24 0,0 23-16,0 1 15,-24-24-15,1 0 16,23 24-16,0-24 15,-24 23-15,24 1 16,0-24-16,-23 23 16,23-23-16,-24 47 15,1-47-15,23 24 16,-24-24-16,1 23 15,23 1-15,-24-24 16,24 23-16,-23-23 16,-1 0-1,24 24 1,-23-24-16,23 23 16,-24-23-1,24 24-15,-23-24 16,23 0-16,-24 23 15,24-23-15,0 0 16,-23 0-16,23 24 16,0-1-1,-24-23-15,1 0 16,23 0-16,0 0 15,-24 24-15,24-24 16,0 0 0,0 23-16,-23-23 15,23 0-15,-24 0 16,24 24-16,0-1 15,-23-23 1,23 24-16,-24-24 16,24 23-1,-23 1 1,-1-24-1,24 0 1,0 23 0,-23-23-16,23 0 15,0 0 1,0 24-1,-24-24 1,24 0-16,-24 23 16,24-23 15,0 24-31,-23-24 31,23 0-15,0 0-1,0 24-15,-24-24 16,24 0-1,0 23 1,0-23 0,0 24-1,-23-24-15,23 0 16,-24 23 15,24-23 0,-23 0 32,23 24-48,0-24 32,0 23-16,0 1-15,0-24-16,0 23 47,0-23-16,-24 0 16,24 24-1,-23-24-30,23 23 0,0-23 15,0 0-16,-24 24 1,24-24 0,0 0-1,0 23 16,-23-23-15,23 0 0,0 0-1,0 24 32,0-1 15,-24-23-30,24 0 92</inkml:trace>
  <inkml:trace contextRef="#ctx0" brushRef="#br1" timeOffset="16215.9275">25165 11571 0,'0'0'46,"0"0"-30,0 0 15,-24 0-15,24 0-1,0-24-15,0 1 16,0 23-16,-23-24 16,-1 24-16,24-47 15,0 24 1,0 23-16,0-24 15,-23 1 1,23 23 0,0-24-1,-24 24 16,24 0-31,0-23 47,0-1-31,0 24-16,0-23 15,0 23 1,0-24 0,0 24-1,0-23 1,0-1-1,0 24 17,0 0-32,0-24 15,0 24-15,0-23 31,0-1-31,24 24 32,-24-23-17,0 23 1,0-24 31,0 24-32,0 0 1,0-23 15,23-1-15,-23 24-1,0 0 1,0-23-1,24 23 48,-24 0-63,0-24 31,0 1-15,23 23-16,-23 0 15,0 0 1,0-24-1,0 24-15,0-23 16,24 23 171,-24 0-171,0-24-16,0 1 15,0 23 17,0-24-17,0 24 16,0-23-15,0 23 46,0-24-46,0 24 15,0-23-15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E644F-DFC4-4C49-9D15-21E70D2FA942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6DFBB-F8E8-4339-8899-E31030824A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98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6DFBB-F8E8-4339-8899-E31030824A1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701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6DFBB-F8E8-4339-8899-E31030824A14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299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6DFBB-F8E8-4339-8899-E31030824A14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79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6DFBB-F8E8-4339-8899-E31030824A14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423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46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92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48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36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21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82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9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009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28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15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E514C-28AA-42B0-8C7B-642523C65A67}" type="datetimeFigureOut">
              <a:rPr lang="zh-TW" altLang="en-US" smtClean="0"/>
              <a:t>2014/10/24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8930-6483-43F5-80D8-16D6DB768A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9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customXml" Target="../ink/ink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customXml" Target="../ink/ink4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7.emf"/><Relationship Id="rId5" Type="http://schemas.openxmlformats.org/officeDocument/2006/relationships/image" Target="../media/image10.png"/><Relationship Id="rId10" Type="http://schemas.openxmlformats.org/officeDocument/2006/relationships/customXml" Target="../ink/ink15.xml"/><Relationship Id="rId4" Type="http://schemas.openxmlformats.org/officeDocument/2006/relationships/image" Target="../media/image4.png"/><Relationship Id="rId9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4.png"/><Relationship Id="rId7" Type="http://schemas.openxmlformats.org/officeDocument/2006/relationships/customXml" Target="../ink/ink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customXml" Target="../ink/ink16.xml"/><Relationship Id="rId10" Type="http://schemas.openxmlformats.org/officeDocument/2006/relationships/image" Target="../media/image20.emf"/><Relationship Id="rId4" Type="http://schemas.openxmlformats.org/officeDocument/2006/relationships/image" Target="../media/image10.png"/><Relationship Id="rId9" Type="http://schemas.openxmlformats.org/officeDocument/2006/relationships/customXml" Target="../ink/ink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3" Type="http://schemas.openxmlformats.org/officeDocument/2006/relationships/image" Target="../media/image4.png"/><Relationship Id="rId7" Type="http://schemas.openxmlformats.org/officeDocument/2006/relationships/customXml" Target="../ink/ink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customXml" Target="../ink/ink19.xml"/><Relationship Id="rId10" Type="http://schemas.openxmlformats.org/officeDocument/2006/relationships/image" Target="../media/image21.emf"/><Relationship Id="rId4" Type="http://schemas.openxmlformats.org/officeDocument/2006/relationships/image" Target="../media/image10.png"/><Relationship Id="rId9" Type="http://schemas.openxmlformats.org/officeDocument/2006/relationships/customXml" Target="../ink/ink2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emf"/><Relationship Id="rId3" Type="http://schemas.openxmlformats.org/officeDocument/2006/relationships/image" Target="../media/image4.png"/><Relationship Id="rId7" Type="http://schemas.openxmlformats.org/officeDocument/2006/relationships/customXml" Target="../ink/ink2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customXml" Target="../ink/ink22.xml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emf"/><Relationship Id="rId13" Type="http://schemas.openxmlformats.org/officeDocument/2006/relationships/customXml" Target="../ink/ink27.xml"/><Relationship Id="rId3" Type="http://schemas.openxmlformats.org/officeDocument/2006/relationships/image" Target="../media/image4.png"/><Relationship Id="rId7" Type="http://schemas.openxmlformats.org/officeDocument/2006/relationships/customXml" Target="../ink/ink25.xml"/><Relationship Id="rId12" Type="http://schemas.openxmlformats.org/officeDocument/2006/relationships/image" Target="../media/image2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customXml" Target="../ink/ink26.xml"/><Relationship Id="rId5" Type="http://schemas.openxmlformats.org/officeDocument/2006/relationships/customXml" Target="../ink/ink24.xml"/><Relationship Id="rId10" Type="http://schemas.openxmlformats.org/officeDocument/2006/relationships/image" Target="../media/image23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Relationship Id="rId1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4.png"/><Relationship Id="rId7" Type="http://schemas.openxmlformats.org/officeDocument/2006/relationships/customXml" Target="../ink/ink2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customXml" Target="../ink/ink28.xml"/><Relationship Id="rId10" Type="http://schemas.openxmlformats.org/officeDocument/2006/relationships/image" Target="../media/image28.emf"/><Relationship Id="rId4" Type="http://schemas.openxmlformats.org/officeDocument/2006/relationships/image" Target="../media/image26.png"/><Relationship Id="rId9" Type="http://schemas.openxmlformats.org/officeDocument/2006/relationships/customXml" Target="../ink/ink3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emf"/><Relationship Id="rId3" Type="http://schemas.openxmlformats.org/officeDocument/2006/relationships/image" Target="../media/image4.png"/><Relationship Id="rId7" Type="http://schemas.openxmlformats.org/officeDocument/2006/relationships/customXml" Target="../ink/ink3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customXml" Target="../ink/ink31.xml"/><Relationship Id="rId10" Type="http://schemas.openxmlformats.org/officeDocument/2006/relationships/image" Target="../media/image29.emf"/><Relationship Id="rId4" Type="http://schemas.openxmlformats.org/officeDocument/2006/relationships/image" Target="../media/image26.png"/><Relationship Id="rId9" Type="http://schemas.openxmlformats.org/officeDocument/2006/relationships/customXml" Target="../ink/ink3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3" Type="http://schemas.openxmlformats.org/officeDocument/2006/relationships/image" Target="../media/image4.png"/><Relationship Id="rId7" Type="http://schemas.openxmlformats.org/officeDocument/2006/relationships/customXml" Target="../ink/ink3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customXml" Target="../ink/ink34.xml"/><Relationship Id="rId10" Type="http://schemas.openxmlformats.org/officeDocument/2006/relationships/image" Target="../media/image30.emf"/><Relationship Id="rId4" Type="http://schemas.openxmlformats.org/officeDocument/2006/relationships/image" Target="../media/image26.png"/><Relationship Id="rId9" Type="http://schemas.openxmlformats.org/officeDocument/2006/relationships/customXml" Target="../ink/ink3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emf"/><Relationship Id="rId3" Type="http://schemas.openxmlformats.org/officeDocument/2006/relationships/image" Target="../media/image4.png"/><Relationship Id="rId7" Type="http://schemas.openxmlformats.org/officeDocument/2006/relationships/customXml" Target="../ink/ink38.xml"/><Relationship Id="rId12" Type="http://schemas.openxmlformats.org/officeDocument/2006/relationships/image" Target="../media/image3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11" Type="http://schemas.openxmlformats.org/officeDocument/2006/relationships/customXml" Target="../ink/ink39.xml"/><Relationship Id="rId5" Type="http://schemas.openxmlformats.org/officeDocument/2006/relationships/customXml" Target="../ink/ink37.xml"/><Relationship Id="rId10" Type="http://schemas.openxmlformats.org/officeDocument/2006/relationships/image" Target="../media/image2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11" Type="http://schemas.openxmlformats.org/officeDocument/2006/relationships/image" Target="../media/image33.emf"/><Relationship Id="rId5" Type="http://schemas.openxmlformats.org/officeDocument/2006/relationships/customXml" Target="../ink/ink40.xml"/><Relationship Id="rId10" Type="http://schemas.openxmlformats.org/officeDocument/2006/relationships/customXml" Target="../ink/ink41.xml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3" Type="http://schemas.openxmlformats.org/officeDocument/2006/relationships/image" Target="../media/image4.png"/><Relationship Id="rId7" Type="http://schemas.openxmlformats.org/officeDocument/2006/relationships/image" Target="../media/image3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5" Type="http://schemas.openxmlformats.org/officeDocument/2006/relationships/image" Target="../media/image34.emf"/><Relationship Id="rId4" Type="http://schemas.openxmlformats.org/officeDocument/2006/relationships/customXml" Target="../ink/ink42.xml"/><Relationship Id="rId9" Type="http://schemas.openxmlformats.org/officeDocument/2006/relationships/image" Target="../media/image3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5" Type="http://schemas.openxmlformats.org/officeDocument/2006/relationships/image" Target="../media/image37.emf"/><Relationship Id="rId4" Type="http://schemas.openxmlformats.org/officeDocument/2006/relationships/customXml" Target="../ink/ink4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customXml" Target="../ink/ink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3" Type="http://schemas.openxmlformats.org/officeDocument/2006/relationships/image" Target="../media/image39.png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.xml"/><Relationship Id="rId11" Type="http://schemas.openxmlformats.org/officeDocument/2006/relationships/image" Target="../media/image46.emf"/><Relationship Id="rId5" Type="http://schemas.openxmlformats.org/officeDocument/2006/relationships/image" Target="../media/image44.png"/><Relationship Id="rId10" Type="http://schemas.openxmlformats.org/officeDocument/2006/relationships/customXml" Target="../ink/ink52.xml"/><Relationship Id="rId4" Type="http://schemas.openxmlformats.org/officeDocument/2006/relationships/image" Target="../media/image43.png"/><Relationship Id="rId9" Type="http://schemas.openxmlformats.org/officeDocument/2006/relationships/image" Target="../media/image4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An all-substrings common subsequence algorithm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TW" dirty="0"/>
              <a:t>C.E.R. </a:t>
            </a:r>
            <a:r>
              <a:rPr lang="en-US" altLang="zh-TW" dirty="0" smtClean="0"/>
              <a:t>Alves, E.N</a:t>
            </a:r>
            <a:r>
              <a:rPr lang="en-US" altLang="zh-TW" dirty="0"/>
              <a:t>. </a:t>
            </a:r>
            <a:r>
              <a:rPr lang="en-US" altLang="zh-TW" dirty="0" err="1" smtClean="0"/>
              <a:t>Cáceres</a:t>
            </a:r>
            <a:r>
              <a:rPr lang="en-US" altLang="zh-TW" dirty="0" smtClean="0"/>
              <a:t>, </a:t>
            </a:r>
            <a:r>
              <a:rPr lang="en-US" altLang="zh-TW" dirty="0"/>
              <a:t>S.W. </a:t>
            </a:r>
            <a:r>
              <a:rPr lang="en-US" altLang="zh-TW" dirty="0" smtClean="0"/>
              <a:t>Song</a:t>
            </a:r>
          </a:p>
          <a:p>
            <a:pPr algn="r"/>
            <a:r>
              <a:rPr lang="en-US" altLang="zh-TW" sz="1800" dirty="0"/>
              <a:t>Discrete Applied Mathematics 156 (2008) 1025 – 1035</a:t>
            </a:r>
          </a:p>
          <a:p>
            <a:pPr algn="r"/>
            <a:r>
              <a:rPr lang="en-US" altLang="zh-TW" sz="1800" dirty="0"/>
              <a:t>Presenter: Ding-Yao Huang</a:t>
            </a:r>
          </a:p>
          <a:p>
            <a:pPr algn="r"/>
            <a:r>
              <a:rPr lang="en-US" altLang="zh-TW" sz="1800" dirty="0"/>
              <a:t>Date:2014/10/14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6669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Given </a:t>
                </a:r>
                <a:r>
                  <a:rPr lang="en-US" altLang="zh-TW" dirty="0"/>
                  <a:t>two strings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of lengths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a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b</a:t>
                </a:r>
                <a:r>
                  <a:rPr lang="en-US" altLang="zh-TW" dirty="0"/>
                  <a:t>, 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a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b</a:t>
                </a:r>
                <a:r>
                  <a:rPr lang="en-US" altLang="zh-TW" dirty="0"/>
                  <a:t>, respectively, the all-substrings longest common subsequence (</a:t>
                </a:r>
                <a:r>
                  <a:rPr lang="en-US" altLang="zh-TW" dirty="0" smtClean="0"/>
                  <a:t>ALCS) problem </a:t>
                </a:r>
                <a:r>
                  <a:rPr lang="en-US" altLang="zh-TW" dirty="0"/>
                  <a:t>obtains, for every substring </a:t>
                </a:r>
                <a:r>
                  <a:rPr lang="en-US" altLang="zh-TW" i="1" dirty="0" smtClean="0"/>
                  <a:t>B’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of 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, the length of the longest string that is a subsequence of both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and </a:t>
                </a:r>
                <a:r>
                  <a:rPr lang="en-US" altLang="zh-TW" i="1" dirty="0" smtClean="0"/>
                  <a:t>B</a:t>
                </a:r>
                <a:r>
                  <a:rPr lang="en-US" altLang="zh-TW" dirty="0" smtClean="0"/>
                  <a:t>. 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The ALCS problem </a:t>
                </a:r>
                <a:r>
                  <a:rPr lang="en-US" altLang="zh-TW" dirty="0"/>
                  <a:t>has many applications, such as finding approximate tandem repeats in strings, solving the circular alignment of two </a:t>
                </a:r>
                <a:r>
                  <a:rPr lang="en-US" altLang="zh-TW" dirty="0" smtClean="0"/>
                  <a:t>strings and </a:t>
                </a:r>
                <a:r>
                  <a:rPr lang="en-US" altLang="zh-TW" dirty="0"/>
                  <a:t>finding the alignment of one string with several others that have a common substring. We present an algorithm to prepare </a:t>
                </a:r>
                <a:r>
                  <a:rPr lang="en-US" altLang="zh-TW" dirty="0" smtClean="0"/>
                  <a:t>the basic </a:t>
                </a:r>
                <a:r>
                  <a:rPr lang="en-US" altLang="zh-TW" dirty="0"/>
                  <a:t>data structure for ALCS queries that takes O</a:t>
                </a:r>
                <a:r>
                  <a:rPr lang="en-US" altLang="zh-TW" i="1" dirty="0"/>
                  <a:t>(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a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b</a:t>
                </a:r>
                <a:r>
                  <a:rPr lang="en-US" altLang="zh-TW" i="1" dirty="0"/>
                  <a:t>) </a:t>
                </a:r>
                <a:r>
                  <a:rPr lang="en-US" altLang="zh-TW" dirty="0"/>
                  <a:t>time and O</a:t>
                </a:r>
                <a:r>
                  <a:rPr lang="en-US" altLang="zh-TW" i="1" dirty="0"/>
                  <a:t>(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a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+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b</a:t>
                </a:r>
                <a:r>
                  <a:rPr lang="en-US" altLang="zh-TW" i="1" dirty="0"/>
                  <a:t>) </a:t>
                </a:r>
                <a:r>
                  <a:rPr lang="en-US" altLang="zh-TW" dirty="0"/>
                  <a:t>space.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After </a:t>
                </a:r>
                <a:r>
                  <a:rPr lang="en-US" altLang="zh-TW" dirty="0"/>
                  <a:t>this preparation, it is possible to </a:t>
                </a:r>
                <a:r>
                  <a:rPr lang="en-US" altLang="zh-TW" dirty="0" smtClean="0"/>
                  <a:t>build a </a:t>
                </a:r>
                <a:r>
                  <a:rPr lang="en-US" altLang="zh-TW" dirty="0"/>
                  <a:t>matrix of size </a:t>
                </a:r>
                <a:r>
                  <a:rPr lang="en-US" altLang="zh-TW" dirty="0" smtClean="0"/>
                  <a:t>O</a:t>
                </a:r>
                <a:r>
                  <a:rPr lang="en-US" altLang="zh-TW" i="1" dirty="0" smtClean="0"/>
                  <a:t>(n</a:t>
                </a:r>
                <a:r>
                  <a:rPr lang="en-US" altLang="zh-TW" i="1" baseline="-25000" dirty="0" smtClean="0"/>
                  <a:t>b</a:t>
                </a:r>
                <a:r>
                  <a:rPr lang="en-US" altLang="zh-TW" baseline="30000" dirty="0" smtClean="0"/>
                  <a:t>2</a:t>
                </a:r>
                <a:r>
                  <a:rPr lang="en-US" altLang="zh-TW" i="1" dirty="0" smtClean="0"/>
                  <a:t>) </a:t>
                </a:r>
                <a:r>
                  <a:rPr lang="en-US" altLang="zh-TW" dirty="0"/>
                  <a:t>that allows any LCS length to be retrieved in constant time. Some trade-offs between the space required </a:t>
                </a:r>
                <a:r>
                  <a:rPr lang="en-US" altLang="zh-TW" dirty="0" smtClean="0"/>
                  <a:t>and the </a:t>
                </a:r>
                <a:r>
                  <a:rPr lang="en-US" altLang="zh-TW" dirty="0"/>
                  <a:t>querying time are discussed. To our knowledge, this is the first algorithm in the literature for the ALCS problem.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 r="-9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68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3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91525" y="2647950"/>
            <a:ext cx="1647825" cy="352901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558" y="1814515"/>
            <a:ext cx="4148137" cy="405940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4412455"/>
            <a:ext cx="3543300" cy="1333500"/>
          </a:xfrm>
          <a:prstGeom prst="rect">
            <a:avLst/>
          </a:prstGeom>
        </p:spPr>
      </p:pic>
      <p:cxnSp>
        <p:nvCxnSpPr>
          <p:cNvPr id="11" name="直線單箭頭接點 10"/>
          <p:cNvCxnSpPr/>
          <p:nvPr/>
        </p:nvCxnSpPr>
        <p:spPr>
          <a:xfrm flipH="1" flipV="1">
            <a:off x="5379027" y="5361709"/>
            <a:ext cx="1440874" cy="987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819902" y="6348845"/>
            <a:ext cx="89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</a:t>
            </a:r>
            <a:r>
              <a:rPr lang="en-US" altLang="zh-TW" baseline="-25000" dirty="0"/>
              <a:t>G</a:t>
            </a:r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28524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3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91525" y="2647950"/>
            <a:ext cx="1647825" cy="352901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558" y="1814515"/>
            <a:ext cx="4148137" cy="405940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4412455"/>
            <a:ext cx="3543300" cy="1333500"/>
          </a:xfrm>
          <a:prstGeom prst="rect">
            <a:avLst/>
          </a:prstGeom>
        </p:spPr>
      </p:pic>
      <p:cxnSp>
        <p:nvCxnSpPr>
          <p:cNvPr id="9" name="直線單箭頭接點 8"/>
          <p:cNvCxnSpPr/>
          <p:nvPr/>
        </p:nvCxnSpPr>
        <p:spPr>
          <a:xfrm flipV="1">
            <a:off x="5545283" y="4717474"/>
            <a:ext cx="1433945" cy="1280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578927" y="5997746"/>
            <a:ext cx="111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</a:t>
            </a:r>
            <a:r>
              <a:rPr lang="en-US" altLang="zh-TW" baseline="30000" dirty="0"/>
              <a:t>0 </a:t>
            </a:r>
            <a:r>
              <a:rPr lang="en-US" altLang="zh-TW" baseline="-25000" dirty="0"/>
              <a:t>,</a:t>
            </a:r>
            <a:r>
              <a:rPr lang="en-US" altLang="zh-TW" dirty="0"/>
              <a:t> V</a:t>
            </a:r>
            <a:r>
              <a:rPr lang="en-US" altLang="zh-TW" baseline="-25000" dirty="0"/>
              <a:t>G</a:t>
            </a:r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41387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流程</a:t>
            </a:r>
            <a:r>
              <a:rPr lang="en-US" altLang="zh-TW" dirty="0" smtClean="0"/>
              <a:t>	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/>
          </p:nvPr>
        </p:nvGraphicFramePr>
        <p:xfrm>
          <a:off x="2152650" y="1503507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6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目標推回</a:t>
            </a:r>
            <a:r>
              <a:rPr lang="en-US" altLang="zh-TW" dirty="0" smtClean="0"/>
              <a:t>C</a:t>
            </a:r>
            <a:r>
              <a:rPr lang="en-US" altLang="zh-TW" baseline="-25000" dirty="0" smtClean="0"/>
              <a:t>G</a:t>
            </a:r>
            <a:r>
              <a:rPr lang="zh-TW" altLang="en-US" dirty="0" smtClean="0"/>
              <a:t>這張表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759113" y="2287244"/>
            <a:ext cx="6181726" cy="3704431"/>
            <a:chOff x="676055" y="359844"/>
            <a:chExt cx="7660079" cy="4435973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055" y="656071"/>
              <a:ext cx="7660079" cy="4139746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680592" y="1098789"/>
              <a:ext cx="541117" cy="442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/>
                <a:t>i</a:t>
              </a:r>
              <a:endParaRPr lang="zh-TW" altLang="en-US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739008" y="359844"/>
              <a:ext cx="541117" cy="442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j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1619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106" y="1690689"/>
            <a:ext cx="4455331" cy="465891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35" y="1690688"/>
            <a:ext cx="3699039" cy="46589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541" y="1690688"/>
            <a:ext cx="1038128" cy="46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9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線接點 79"/>
          <p:cNvCxnSpPr/>
          <p:nvPr/>
        </p:nvCxnSpPr>
        <p:spPr>
          <a:xfrm flipH="1">
            <a:off x="1246371" y="2562778"/>
            <a:ext cx="21826" cy="402284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7" y="212725"/>
            <a:ext cx="9899000" cy="144383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94371"/>
              </p:ext>
            </p:extLst>
          </p:nvPr>
        </p:nvGraphicFramePr>
        <p:xfrm>
          <a:off x="499805" y="3285256"/>
          <a:ext cx="4973371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646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511849" y="327610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0" y="3027170"/>
            <a:ext cx="70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31503" y="3478148"/>
            <a:ext cx="390356" cy="2956165"/>
            <a:chOff x="2469007" y="3352238"/>
            <a:chExt cx="390356" cy="2956165"/>
          </a:xfrm>
        </p:grpSpPr>
        <p:sp>
          <p:nvSpPr>
            <p:cNvPr id="10" name="文字方塊 9"/>
            <p:cNvSpPr txBox="1"/>
            <p:nvPr/>
          </p:nvSpPr>
          <p:spPr>
            <a:xfrm>
              <a:off x="2482845" y="3352238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482845" y="377162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2482845" y="415814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493603" y="5939071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2482845" y="45260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469007" y="527232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482845" y="490441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2482845" y="564819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</p:grpSp>
      <p:cxnSp>
        <p:nvCxnSpPr>
          <p:cNvPr id="18" name="直線單箭頭接點 17"/>
          <p:cNvCxnSpPr/>
          <p:nvPr/>
        </p:nvCxnSpPr>
        <p:spPr>
          <a:xfrm>
            <a:off x="1671276" y="3297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99386" y="364654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263029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64586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99385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286921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85192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648483" y="441472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07018" y="514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648482" y="513589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263029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753482" y="2834232"/>
            <a:ext cx="4954111" cy="435197"/>
            <a:chOff x="3190986" y="2708322"/>
            <a:chExt cx="4954111" cy="435197"/>
          </a:xfrm>
        </p:grpSpPr>
        <p:sp>
          <p:nvSpPr>
            <p:cNvPr id="30" name="文字方塊 29"/>
            <p:cNvSpPr txBox="1"/>
            <p:nvPr/>
          </p:nvSpPr>
          <p:spPr>
            <a:xfrm>
              <a:off x="3190986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348323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596639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3951516" y="2719203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704207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095698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5507652" y="272486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862529" y="274124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237973" y="274810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628086" y="276194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7006711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382792" y="276177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779337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</p:grpSp>
      <p:cxnSp>
        <p:nvCxnSpPr>
          <p:cNvPr id="43" name="直線單箭頭接點 42"/>
          <p:cNvCxnSpPr/>
          <p:nvPr/>
        </p:nvCxnSpPr>
        <p:spPr>
          <a:xfrm>
            <a:off x="2802170" y="32838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964557" y="33121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2414633" y="3642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3553350" y="36435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4318622" y="364856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5050392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2415424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3556833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432210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508414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2802961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3941458" y="43920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2027096" y="476848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3174293" y="477120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4691136" y="47606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2803316" y="511135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921318" y="512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2049431" y="552114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4691136" y="55125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3189707" y="55020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2426945" y="587774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3577020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4294217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5084144" y="586709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352094" y="3027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742345" y="2632709"/>
            <a:ext cx="555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1     2     3     4     5     6     7     8     9     10   11  12   13</a:t>
            </a:r>
            <a:endParaRPr lang="zh-TW" altLang="en-US" dirty="0" smtClean="0"/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3747118" y="2278172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	             j</a:t>
            </a:r>
            <a:endParaRPr lang="zh-TW" altLang="en-US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9975272" y="4236147"/>
            <a:ext cx="166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323507"/>
              </p:ext>
            </p:extLst>
          </p:nvPr>
        </p:nvGraphicFramePr>
        <p:xfrm>
          <a:off x="6132513" y="1969347"/>
          <a:ext cx="5272605" cy="462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</a:tblGrid>
              <a:tr h="51460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</a:tr>
              <a:tr h="39642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" name="橢圓 69"/>
          <p:cNvSpPr/>
          <p:nvPr/>
        </p:nvSpPr>
        <p:spPr>
          <a:xfrm>
            <a:off x="1198483" y="3591072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1203959" y="3219052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/>
          <p:cNvCxnSpPr/>
          <p:nvPr/>
        </p:nvCxnSpPr>
        <p:spPr>
          <a:xfrm flipH="1">
            <a:off x="11452303" y="2454290"/>
            <a:ext cx="267629" cy="1784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11452302" y="2801295"/>
            <a:ext cx="267630" cy="65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11719932" y="2174488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v</a:t>
            </a:r>
            <a:endParaRPr lang="zh-TW" altLang="en-US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1719932" y="2715431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endParaRPr lang="zh-TW" altLang="en-US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9" name="筆跡 78"/>
              <p14:cNvContentPartPr/>
              <p14:nvPr/>
            </p14:nvContentPartPr>
            <p14:xfrm>
              <a:off x="678960" y="1619654"/>
              <a:ext cx="6849720" cy="1575360"/>
            </p14:xfrm>
          </p:contentPart>
        </mc:Choice>
        <mc:Fallback xmlns="">
          <p:pic>
            <p:nvPicPr>
              <p:cNvPr id="79" name="筆跡 7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600" y="1610294"/>
                <a:ext cx="6868440" cy="15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2" name="筆跡 81"/>
              <p14:cNvContentPartPr/>
              <p14:nvPr/>
            </p14:nvContentPartPr>
            <p14:xfrm>
              <a:off x="8720640" y="1312200"/>
              <a:ext cx="483120" cy="17280"/>
            </p14:xfrm>
          </p:contentPart>
        </mc:Choice>
        <mc:Fallback xmlns="">
          <p:pic>
            <p:nvPicPr>
              <p:cNvPr id="82" name="筆跡 8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11280" y="1302840"/>
                <a:ext cx="5018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918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線接點 79"/>
          <p:cNvCxnSpPr/>
          <p:nvPr/>
        </p:nvCxnSpPr>
        <p:spPr>
          <a:xfrm flipH="1">
            <a:off x="1224545" y="2555957"/>
            <a:ext cx="21826" cy="402284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7" y="212725"/>
            <a:ext cx="9899000" cy="144383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883446"/>
              </p:ext>
            </p:extLst>
          </p:nvPr>
        </p:nvGraphicFramePr>
        <p:xfrm>
          <a:off x="499805" y="3285256"/>
          <a:ext cx="4973371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646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511849" y="327610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0" y="3027170"/>
            <a:ext cx="70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31503" y="3478148"/>
            <a:ext cx="390356" cy="2956165"/>
            <a:chOff x="2469007" y="3352238"/>
            <a:chExt cx="390356" cy="2956165"/>
          </a:xfrm>
        </p:grpSpPr>
        <p:sp>
          <p:nvSpPr>
            <p:cNvPr id="10" name="文字方塊 9"/>
            <p:cNvSpPr txBox="1"/>
            <p:nvPr/>
          </p:nvSpPr>
          <p:spPr>
            <a:xfrm>
              <a:off x="2482845" y="3352238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482845" y="377162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2482845" y="415814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493603" y="5939071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2482845" y="45260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469007" y="527232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482845" y="490441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2482845" y="564819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</p:grpSp>
      <p:cxnSp>
        <p:nvCxnSpPr>
          <p:cNvPr id="18" name="直線單箭頭接點 17"/>
          <p:cNvCxnSpPr/>
          <p:nvPr/>
        </p:nvCxnSpPr>
        <p:spPr>
          <a:xfrm>
            <a:off x="1671276" y="3297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99386" y="364654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263029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64586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99385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286921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85192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648483" y="441472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07018" y="514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648482" y="513589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263029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753482" y="2834232"/>
            <a:ext cx="4954111" cy="435197"/>
            <a:chOff x="3190986" y="2708322"/>
            <a:chExt cx="4954111" cy="435197"/>
          </a:xfrm>
        </p:grpSpPr>
        <p:sp>
          <p:nvSpPr>
            <p:cNvPr id="30" name="文字方塊 29"/>
            <p:cNvSpPr txBox="1"/>
            <p:nvPr/>
          </p:nvSpPr>
          <p:spPr>
            <a:xfrm>
              <a:off x="3190986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348323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596639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3951516" y="2719203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704207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095698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5507652" y="272486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862529" y="274124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237973" y="274810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628086" y="276194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7006711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382792" y="276177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779337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</p:grpSp>
      <p:cxnSp>
        <p:nvCxnSpPr>
          <p:cNvPr id="43" name="直線單箭頭接點 42"/>
          <p:cNvCxnSpPr/>
          <p:nvPr/>
        </p:nvCxnSpPr>
        <p:spPr>
          <a:xfrm>
            <a:off x="2802170" y="32838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964557" y="33121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2414633" y="3642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3553350" y="36435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4318622" y="364856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5050392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2415424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3556833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432210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508414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2802961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3941458" y="43920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2027096" y="476848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3174293" y="477120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4691136" y="47606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2803316" y="511135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921318" y="512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2049431" y="552114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4691136" y="55125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3189707" y="55020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2426945" y="587774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3577020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4294217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5084144" y="586709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352094" y="3027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742345" y="2632709"/>
            <a:ext cx="555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1     2     3     4     5     6     7     8     9     10   11  12   13</a:t>
            </a:r>
            <a:endParaRPr lang="zh-TW" altLang="en-US" dirty="0" smtClean="0"/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3747118" y="2278172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	             j</a:t>
            </a:r>
            <a:endParaRPr lang="zh-TW" altLang="en-US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9975272" y="4236147"/>
            <a:ext cx="166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91451"/>
              </p:ext>
            </p:extLst>
          </p:nvPr>
        </p:nvGraphicFramePr>
        <p:xfrm>
          <a:off x="6132513" y="1969347"/>
          <a:ext cx="5272605" cy="462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</a:tblGrid>
              <a:tr h="51460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</a:tr>
              <a:tr h="39642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" name="橢圓 69"/>
          <p:cNvSpPr/>
          <p:nvPr/>
        </p:nvSpPr>
        <p:spPr>
          <a:xfrm>
            <a:off x="1187797" y="3591072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1192808" y="3242534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/>
          <p:cNvCxnSpPr/>
          <p:nvPr/>
        </p:nvCxnSpPr>
        <p:spPr>
          <a:xfrm flipH="1">
            <a:off x="11452303" y="2454290"/>
            <a:ext cx="267629" cy="1784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11452302" y="2801295"/>
            <a:ext cx="267630" cy="65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11719932" y="2174488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v</a:t>
            </a:r>
            <a:endParaRPr lang="zh-TW" altLang="en-US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1719932" y="2715431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endParaRPr lang="zh-TW" altLang="en-US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9" name="筆跡 78"/>
              <p14:cNvContentPartPr/>
              <p14:nvPr/>
            </p14:nvContentPartPr>
            <p14:xfrm>
              <a:off x="690226" y="1608892"/>
              <a:ext cx="6849720" cy="1575360"/>
            </p14:xfrm>
          </p:contentPart>
        </mc:Choice>
        <mc:Fallback xmlns="">
          <p:pic>
            <p:nvPicPr>
              <p:cNvPr id="79" name="筆跡 7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866" y="1599532"/>
                <a:ext cx="6868440" cy="15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2" name="筆跡 81"/>
              <p14:cNvContentPartPr/>
              <p14:nvPr/>
            </p14:nvContentPartPr>
            <p14:xfrm>
              <a:off x="8720640" y="1312200"/>
              <a:ext cx="483120" cy="17280"/>
            </p14:xfrm>
          </p:contentPart>
        </mc:Choice>
        <mc:Fallback xmlns="">
          <p:pic>
            <p:nvPicPr>
              <p:cNvPr id="82" name="筆跡 8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11280" y="1302840"/>
                <a:ext cx="5018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606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線接點 74"/>
          <p:cNvCxnSpPr/>
          <p:nvPr/>
        </p:nvCxnSpPr>
        <p:spPr>
          <a:xfrm flipH="1">
            <a:off x="1256919" y="2543499"/>
            <a:ext cx="21826" cy="402284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7" y="212725"/>
            <a:ext cx="9899000" cy="144383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458368"/>
              </p:ext>
            </p:extLst>
          </p:nvPr>
        </p:nvGraphicFramePr>
        <p:xfrm>
          <a:off x="499805" y="3285256"/>
          <a:ext cx="4973371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646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511849" y="327610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0" y="3027170"/>
            <a:ext cx="70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31503" y="3478148"/>
            <a:ext cx="390356" cy="2956165"/>
            <a:chOff x="2469007" y="3352238"/>
            <a:chExt cx="390356" cy="2956165"/>
          </a:xfrm>
        </p:grpSpPr>
        <p:sp>
          <p:nvSpPr>
            <p:cNvPr id="10" name="文字方塊 9"/>
            <p:cNvSpPr txBox="1"/>
            <p:nvPr/>
          </p:nvSpPr>
          <p:spPr>
            <a:xfrm>
              <a:off x="2482845" y="3352238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482845" y="377162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2482845" y="415814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493603" y="5939071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2482845" y="45260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469007" y="527232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482845" y="490441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2482845" y="564819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</p:grpSp>
      <p:cxnSp>
        <p:nvCxnSpPr>
          <p:cNvPr id="18" name="直線單箭頭接點 17"/>
          <p:cNvCxnSpPr/>
          <p:nvPr/>
        </p:nvCxnSpPr>
        <p:spPr>
          <a:xfrm>
            <a:off x="1671276" y="3297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99386" y="364654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263029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64586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99385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286921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85192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648483" y="441472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07018" y="514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648482" y="513589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263029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753482" y="2834232"/>
            <a:ext cx="4954111" cy="435197"/>
            <a:chOff x="3190986" y="2708322"/>
            <a:chExt cx="4954111" cy="435197"/>
          </a:xfrm>
        </p:grpSpPr>
        <p:sp>
          <p:nvSpPr>
            <p:cNvPr id="30" name="文字方塊 29"/>
            <p:cNvSpPr txBox="1"/>
            <p:nvPr/>
          </p:nvSpPr>
          <p:spPr>
            <a:xfrm>
              <a:off x="3190986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348323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596639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3951516" y="2719203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704207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095698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5507652" y="272486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862529" y="274124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237973" y="274810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628086" y="276194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7006711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382792" y="276177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779337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</p:grpSp>
      <p:cxnSp>
        <p:nvCxnSpPr>
          <p:cNvPr id="43" name="直線單箭頭接點 42"/>
          <p:cNvCxnSpPr/>
          <p:nvPr/>
        </p:nvCxnSpPr>
        <p:spPr>
          <a:xfrm>
            <a:off x="2802170" y="32838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964557" y="33121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2414633" y="3642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3553350" y="36435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4318622" y="364856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5050392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2415424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3556833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432210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508414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2802961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3941458" y="43920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2027096" y="476848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3174293" y="477120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4691136" y="47606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2803316" y="511135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921318" y="512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2049431" y="552114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4691136" y="55125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3189707" y="55020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2426945" y="587774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3577020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4294217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5084144" y="586709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352094" y="3027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742345" y="2632709"/>
            <a:ext cx="555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1     2     3     4     5     6     7     8     9     10   11  12   13</a:t>
            </a:r>
            <a:endParaRPr lang="zh-TW" altLang="en-US" dirty="0" smtClean="0"/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3747118" y="2278172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	             j</a:t>
            </a:r>
            <a:endParaRPr lang="zh-TW" altLang="en-US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9975272" y="4236147"/>
            <a:ext cx="166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059423"/>
              </p:ext>
            </p:extLst>
          </p:nvPr>
        </p:nvGraphicFramePr>
        <p:xfrm>
          <a:off x="6132513" y="1969347"/>
          <a:ext cx="5272605" cy="462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</a:tblGrid>
              <a:tr h="51460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</a:tr>
              <a:tr h="39642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" name="橢圓 69"/>
          <p:cNvSpPr/>
          <p:nvPr/>
        </p:nvSpPr>
        <p:spPr>
          <a:xfrm>
            <a:off x="1198483" y="3579336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824485" y="3598890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單箭頭接點 75"/>
          <p:cNvCxnSpPr/>
          <p:nvPr/>
        </p:nvCxnSpPr>
        <p:spPr>
          <a:xfrm flipH="1">
            <a:off x="11452303" y="2454290"/>
            <a:ext cx="267629" cy="1784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11452302" y="2801295"/>
            <a:ext cx="267630" cy="65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1719932" y="2174488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v</a:t>
            </a:r>
            <a:endParaRPr lang="zh-TW" altLang="en-US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719932" y="2715431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endParaRPr lang="zh-TW" altLang="en-US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筆跡 2"/>
              <p14:cNvContentPartPr/>
              <p14:nvPr/>
            </p14:nvContentPartPr>
            <p14:xfrm>
              <a:off x="675873" y="653058"/>
              <a:ext cx="8805600" cy="2734920"/>
            </p14:xfrm>
          </p:contentPart>
        </mc:Choice>
        <mc:Fallback xmlns="">
          <p:pic>
            <p:nvPicPr>
              <p:cNvPr id="3" name="筆跡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513" y="643698"/>
                <a:ext cx="8824320" cy="275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194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線接點 74"/>
          <p:cNvCxnSpPr/>
          <p:nvPr/>
        </p:nvCxnSpPr>
        <p:spPr>
          <a:xfrm flipH="1">
            <a:off x="1256919" y="2543499"/>
            <a:ext cx="21826" cy="402284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7" y="212725"/>
            <a:ext cx="9899000" cy="144383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253100"/>
              </p:ext>
            </p:extLst>
          </p:nvPr>
        </p:nvGraphicFramePr>
        <p:xfrm>
          <a:off x="499805" y="3285256"/>
          <a:ext cx="4973371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646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511849" y="327610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0" y="3027170"/>
            <a:ext cx="70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31503" y="3478148"/>
            <a:ext cx="390356" cy="2956165"/>
            <a:chOff x="2469007" y="3352238"/>
            <a:chExt cx="390356" cy="2956165"/>
          </a:xfrm>
        </p:grpSpPr>
        <p:sp>
          <p:nvSpPr>
            <p:cNvPr id="10" name="文字方塊 9"/>
            <p:cNvSpPr txBox="1"/>
            <p:nvPr/>
          </p:nvSpPr>
          <p:spPr>
            <a:xfrm>
              <a:off x="2482845" y="3352238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482845" y="377162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2482845" y="415814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493603" y="5939071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2482845" y="45260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469007" y="527232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482845" y="490441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2482845" y="564819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</p:grpSp>
      <p:cxnSp>
        <p:nvCxnSpPr>
          <p:cNvPr id="18" name="直線單箭頭接點 17"/>
          <p:cNvCxnSpPr/>
          <p:nvPr/>
        </p:nvCxnSpPr>
        <p:spPr>
          <a:xfrm>
            <a:off x="1671276" y="3297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99386" y="364654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263029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64586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99385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286921" y="58896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85192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648483" y="441472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07018" y="514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648482" y="513589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263029" y="404816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753482" y="2834232"/>
            <a:ext cx="4954111" cy="435197"/>
            <a:chOff x="3190986" y="2708322"/>
            <a:chExt cx="4954111" cy="435197"/>
          </a:xfrm>
        </p:grpSpPr>
        <p:sp>
          <p:nvSpPr>
            <p:cNvPr id="30" name="文字方塊 29"/>
            <p:cNvSpPr txBox="1"/>
            <p:nvPr/>
          </p:nvSpPr>
          <p:spPr>
            <a:xfrm>
              <a:off x="3190986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348323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596639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3951516" y="2719203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704207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095698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5507652" y="272486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862529" y="274124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237973" y="274810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628086" y="276194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7006711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382792" y="276177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779337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</p:grpSp>
      <p:cxnSp>
        <p:nvCxnSpPr>
          <p:cNvPr id="43" name="直線單箭頭接點 42"/>
          <p:cNvCxnSpPr/>
          <p:nvPr/>
        </p:nvCxnSpPr>
        <p:spPr>
          <a:xfrm>
            <a:off x="2802170" y="3283837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964557" y="33121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2414633" y="364287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3553350" y="36435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4318622" y="364856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5050392" y="364118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2415424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3556833" y="401468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432210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5084145" y="402769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2802961" y="43988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3941458" y="43920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2027096" y="476848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3174293" y="477120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4691136" y="47606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2803316" y="5111359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921318" y="512125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2049431" y="552114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4691136" y="551252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3189707" y="55020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2426945" y="587774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3577020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4294217" y="585047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5084144" y="586709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352094" y="3027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742345" y="2632709"/>
            <a:ext cx="555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1     2     3     4     5     6     7     8     9     10   11  12   13</a:t>
            </a:r>
            <a:endParaRPr lang="zh-TW" altLang="en-US" dirty="0" smtClean="0"/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3747118" y="2278172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	             j</a:t>
            </a:r>
            <a:endParaRPr lang="zh-TW" altLang="en-US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9975272" y="4236147"/>
            <a:ext cx="166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489032"/>
              </p:ext>
            </p:extLst>
          </p:nvPr>
        </p:nvGraphicFramePr>
        <p:xfrm>
          <a:off x="6132513" y="1969347"/>
          <a:ext cx="5272605" cy="462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  <a:gridCol w="351507"/>
              </a:tblGrid>
              <a:tr h="51460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</a:p>
                    <a:p>
                      <a:r>
                        <a:rPr lang="en-US" altLang="zh-TW" sz="1200" dirty="0" smtClean="0"/>
                        <a:t>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</a:p>
                    <a:p>
                      <a:r>
                        <a:rPr lang="en-US" altLang="zh-TW" sz="1200" dirty="0" smtClean="0"/>
                        <a:t>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</a:p>
                    <a:p>
                      <a:r>
                        <a:rPr lang="en-US" altLang="zh-TW" sz="1200" dirty="0" smtClean="0"/>
                        <a:t>x</a:t>
                      </a:r>
                      <a:endParaRPr lang="zh-TW" altLang="en-US" sz="1200" dirty="0"/>
                    </a:p>
                  </a:txBody>
                  <a:tcPr/>
                </a:tc>
              </a:tr>
              <a:tr h="39642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-</a:t>
                      </a:r>
                    </a:p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</a:p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7z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40234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8x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</a:p>
                    <a:p>
                      <a:r>
                        <a:rPr lang="en-US" altLang="zh-TW" sz="1200" dirty="0" smtClean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" name="橢圓 69"/>
          <p:cNvSpPr/>
          <p:nvPr/>
        </p:nvSpPr>
        <p:spPr>
          <a:xfrm>
            <a:off x="1209301" y="3589397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824485" y="3577501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單箭頭接點 75"/>
          <p:cNvCxnSpPr/>
          <p:nvPr/>
        </p:nvCxnSpPr>
        <p:spPr>
          <a:xfrm flipH="1">
            <a:off x="11452303" y="2454290"/>
            <a:ext cx="267629" cy="1784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11452302" y="2801295"/>
            <a:ext cx="267630" cy="65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1719932" y="2174488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v</a:t>
            </a:r>
            <a:endParaRPr lang="zh-TW" altLang="en-US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719932" y="2715431"/>
            <a:ext cx="47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endParaRPr lang="zh-TW" altLang="en-US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筆跡 2"/>
              <p14:cNvContentPartPr/>
              <p14:nvPr/>
            </p14:nvContentPartPr>
            <p14:xfrm>
              <a:off x="678960" y="606258"/>
              <a:ext cx="8805600" cy="2734920"/>
            </p14:xfrm>
          </p:contentPart>
        </mc:Choice>
        <mc:Fallback xmlns="">
          <p:pic>
            <p:nvPicPr>
              <p:cNvPr id="3" name="筆跡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600" y="596898"/>
                <a:ext cx="8824320" cy="275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51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</a:t>
            </a:r>
            <a:r>
              <a:rPr lang="en-US" altLang="zh-TW" dirty="0"/>
              <a:t>i</a:t>
            </a:r>
            <a:r>
              <a:rPr lang="en-US" altLang="zh-TW" baseline="-25000" dirty="0"/>
              <a:t>v</a:t>
            </a:r>
            <a:r>
              <a:rPr lang="zh-TW" altLang="en-US" baseline="-25000" dirty="0"/>
              <a:t> 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r>
              <a:rPr lang="zh-TW" altLang="en-US" baseline="-25000" dirty="0" smtClean="0"/>
              <a:t>   </a:t>
            </a:r>
            <a:r>
              <a:rPr lang="zh-TW" altLang="en-US" dirty="0" smtClean="0"/>
              <a:t>分別代表可以</a:t>
            </a:r>
            <a:r>
              <a:rPr lang="zh-TW" altLang="en-US" dirty="0"/>
              <a:t>找到</a:t>
            </a:r>
            <a:r>
              <a:rPr lang="zh-TW" altLang="en-US" dirty="0" smtClean="0"/>
              <a:t>分界線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83640" y="1825625"/>
            <a:ext cx="1470159" cy="4351338"/>
          </a:xfrm>
        </p:spPr>
        <p:txBody>
          <a:bodyPr/>
          <a:lstStyle/>
          <a:p>
            <a:endParaRPr lang="zh-TW" altLang="en-US" baseline="-25000" dirty="0"/>
          </a:p>
        </p:txBody>
      </p:sp>
      <p:grpSp>
        <p:nvGrpSpPr>
          <p:cNvPr id="30" name="群組 29"/>
          <p:cNvGrpSpPr/>
          <p:nvPr/>
        </p:nvGrpSpPr>
        <p:grpSpPr>
          <a:xfrm>
            <a:off x="2342186" y="2178096"/>
            <a:ext cx="5876692" cy="3646396"/>
            <a:chOff x="-597783" y="2959265"/>
            <a:chExt cx="5876692" cy="3646396"/>
          </a:xfrm>
        </p:grpSpPr>
        <p:sp>
          <p:nvSpPr>
            <p:cNvPr id="22" name="橢圓 21"/>
            <p:cNvSpPr/>
            <p:nvPr/>
          </p:nvSpPr>
          <p:spPr>
            <a:xfrm>
              <a:off x="1927967" y="6175884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3527530" y="6186793"/>
              <a:ext cx="412596" cy="41886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3527530" y="4675590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/>
          </p:nvSpPr>
          <p:spPr>
            <a:xfrm>
              <a:off x="1927967" y="4675590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接點 25"/>
            <p:cNvCxnSpPr/>
            <p:nvPr/>
          </p:nvCxnSpPr>
          <p:spPr>
            <a:xfrm>
              <a:off x="-597783" y="3326873"/>
              <a:ext cx="587669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筆跡 26"/>
                <p14:cNvContentPartPr/>
                <p14:nvPr/>
              </p14:nvContentPartPr>
              <p14:xfrm>
                <a:off x="633595" y="3330319"/>
                <a:ext cx="3124440" cy="2845080"/>
              </p14:xfrm>
            </p:contentPart>
          </mc:Choice>
          <mc:Fallback xmlns="">
            <p:pic>
              <p:nvPicPr>
                <p:cNvPr id="27" name="筆跡 26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235" y="3320959"/>
                  <a:ext cx="3143160" cy="2863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文字方塊 27"/>
            <p:cNvSpPr txBox="1"/>
            <p:nvPr/>
          </p:nvSpPr>
          <p:spPr>
            <a:xfrm>
              <a:off x="508168" y="2959265"/>
              <a:ext cx="479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i</a:t>
              </a:r>
              <a:r>
                <a:rPr lang="en-US" altLang="zh-TW" baseline="-25000" dirty="0" smtClean="0">
                  <a:solidFill>
                    <a:srgbClr val="00B0F0"/>
                  </a:solidFill>
                </a:rPr>
                <a:t>v</a:t>
              </a:r>
              <a:endParaRPr lang="zh-TW" altLang="en-US" baseline="-25000" dirty="0">
                <a:solidFill>
                  <a:srgbClr val="00B0F0"/>
                </a:solidFill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377445" y="2960502"/>
              <a:ext cx="479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>
                  <a:solidFill>
                    <a:srgbClr val="FF0000"/>
                  </a:solidFill>
                </a:rPr>
                <a:t>i</a:t>
              </a:r>
              <a:r>
                <a:rPr lang="en-US" altLang="zh-TW" baseline="-25000" dirty="0" err="1">
                  <a:solidFill>
                    <a:srgbClr val="FF0000"/>
                  </a:solidFill>
                </a:rPr>
                <a:t>h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筆跡 3"/>
              <p14:cNvContentPartPr/>
              <p14:nvPr/>
            </p14:nvContentPartPr>
            <p14:xfrm>
              <a:off x="2201400" y="2294280"/>
              <a:ext cx="5249520" cy="342936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2040" y="2284920"/>
                <a:ext cx="5268240" cy="34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34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</a:t>
            </a:r>
            <a:r>
              <a:rPr lang="en-US" altLang="zh-TW" dirty="0"/>
              <a:t>i</a:t>
            </a:r>
            <a:r>
              <a:rPr lang="en-US" altLang="zh-TW" baseline="-25000" dirty="0"/>
              <a:t>v</a:t>
            </a:r>
            <a:r>
              <a:rPr lang="zh-TW" altLang="en-US" baseline="-25000" dirty="0"/>
              <a:t> 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r>
              <a:rPr lang="zh-TW" altLang="en-US" baseline="-25000" dirty="0" smtClean="0"/>
              <a:t>   </a:t>
            </a:r>
            <a:r>
              <a:rPr lang="zh-TW" altLang="en-US" dirty="0" smtClean="0"/>
              <a:t>分別代表可以</a:t>
            </a:r>
            <a:r>
              <a:rPr lang="zh-TW" altLang="en-US" dirty="0"/>
              <a:t>找到</a:t>
            </a:r>
            <a:r>
              <a:rPr lang="zh-TW" altLang="en-US" dirty="0" smtClean="0"/>
              <a:t>分界線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83640" y="1825625"/>
            <a:ext cx="1470159" cy="4351338"/>
          </a:xfrm>
        </p:spPr>
        <p:txBody>
          <a:bodyPr/>
          <a:lstStyle/>
          <a:p>
            <a:endParaRPr lang="zh-TW" altLang="en-US" baseline="-25000" dirty="0"/>
          </a:p>
        </p:txBody>
      </p:sp>
      <p:grpSp>
        <p:nvGrpSpPr>
          <p:cNvPr id="30" name="群組 29"/>
          <p:cNvGrpSpPr/>
          <p:nvPr/>
        </p:nvGrpSpPr>
        <p:grpSpPr>
          <a:xfrm>
            <a:off x="2342186" y="2178096"/>
            <a:ext cx="5876692" cy="3646396"/>
            <a:chOff x="-597783" y="2959265"/>
            <a:chExt cx="5876692" cy="3646396"/>
          </a:xfrm>
        </p:grpSpPr>
        <p:sp>
          <p:nvSpPr>
            <p:cNvPr id="22" name="橢圓 21"/>
            <p:cNvSpPr/>
            <p:nvPr/>
          </p:nvSpPr>
          <p:spPr>
            <a:xfrm>
              <a:off x="1927967" y="6175884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3527530" y="6186793"/>
              <a:ext cx="412596" cy="41886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3527530" y="4675590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/>
          </p:nvSpPr>
          <p:spPr>
            <a:xfrm>
              <a:off x="1927967" y="4675590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接點 25"/>
            <p:cNvCxnSpPr/>
            <p:nvPr/>
          </p:nvCxnSpPr>
          <p:spPr>
            <a:xfrm>
              <a:off x="-597783" y="3326873"/>
              <a:ext cx="587669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筆跡 26"/>
                <p14:cNvContentPartPr/>
                <p14:nvPr/>
              </p14:nvContentPartPr>
              <p14:xfrm>
                <a:off x="633595" y="3330319"/>
                <a:ext cx="3124440" cy="2845080"/>
              </p14:xfrm>
            </p:contentPart>
          </mc:Choice>
          <mc:Fallback xmlns="">
            <p:pic>
              <p:nvPicPr>
                <p:cNvPr id="27" name="筆跡 26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235" y="3320959"/>
                  <a:ext cx="3143160" cy="2863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文字方塊 27"/>
            <p:cNvSpPr txBox="1"/>
            <p:nvPr/>
          </p:nvSpPr>
          <p:spPr>
            <a:xfrm>
              <a:off x="508168" y="2959265"/>
              <a:ext cx="479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i</a:t>
              </a:r>
              <a:r>
                <a:rPr lang="en-US" altLang="zh-TW" baseline="-25000" dirty="0" smtClean="0">
                  <a:solidFill>
                    <a:srgbClr val="00B0F0"/>
                  </a:solidFill>
                </a:rPr>
                <a:t>v</a:t>
              </a:r>
              <a:endParaRPr lang="zh-TW" altLang="en-US" baseline="-25000" dirty="0">
                <a:solidFill>
                  <a:srgbClr val="00B0F0"/>
                </a:solidFill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377445" y="2960502"/>
              <a:ext cx="479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>
                  <a:solidFill>
                    <a:srgbClr val="FF0000"/>
                  </a:solidFill>
                </a:rPr>
                <a:t>i</a:t>
              </a:r>
              <a:r>
                <a:rPr lang="en-US" altLang="zh-TW" baseline="-25000" dirty="0" err="1">
                  <a:solidFill>
                    <a:srgbClr val="FF0000"/>
                  </a:solidFill>
                </a:rPr>
                <a:t>h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筆跡 3"/>
              <p14:cNvContentPartPr/>
              <p14:nvPr/>
            </p14:nvContentPartPr>
            <p14:xfrm>
              <a:off x="3539160" y="2336760"/>
              <a:ext cx="3632400" cy="342936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9800" y="2327400"/>
                <a:ext cx="3651120" cy="34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030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</a:t>
            </a:r>
            <a:r>
              <a:rPr lang="en-US" altLang="zh-TW" dirty="0"/>
              <a:t>i</a:t>
            </a:r>
            <a:r>
              <a:rPr lang="en-US" altLang="zh-TW" baseline="-25000" dirty="0"/>
              <a:t>v</a:t>
            </a:r>
            <a:r>
              <a:rPr lang="zh-TW" altLang="en-US" baseline="-25000" dirty="0"/>
              <a:t> 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r>
              <a:rPr lang="zh-TW" altLang="en-US" baseline="-25000" dirty="0" smtClean="0"/>
              <a:t>   </a:t>
            </a:r>
            <a:r>
              <a:rPr lang="zh-TW" altLang="en-US" dirty="0" smtClean="0"/>
              <a:t>分別代表可以</a:t>
            </a:r>
            <a:r>
              <a:rPr lang="zh-TW" altLang="en-US" dirty="0"/>
              <a:t>找到</a:t>
            </a:r>
            <a:r>
              <a:rPr lang="zh-TW" altLang="en-US" dirty="0" smtClean="0"/>
              <a:t>分界線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83640" y="1825625"/>
            <a:ext cx="1470159" cy="4351338"/>
          </a:xfrm>
        </p:spPr>
        <p:txBody>
          <a:bodyPr/>
          <a:lstStyle/>
          <a:p>
            <a:endParaRPr lang="zh-TW" altLang="en-US" baseline="-25000" dirty="0"/>
          </a:p>
        </p:txBody>
      </p:sp>
      <p:grpSp>
        <p:nvGrpSpPr>
          <p:cNvPr id="30" name="群組 29"/>
          <p:cNvGrpSpPr/>
          <p:nvPr/>
        </p:nvGrpSpPr>
        <p:grpSpPr>
          <a:xfrm>
            <a:off x="2342186" y="2178096"/>
            <a:ext cx="5876692" cy="3646396"/>
            <a:chOff x="-597783" y="2959265"/>
            <a:chExt cx="5876692" cy="3646396"/>
          </a:xfrm>
        </p:grpSpPr>
        <p:sp>
          <p:nvSpPr>
            <p:cNvPr id="22" name="橢圓 21"/>
            <p:cNvSpPr/>
            <p:nvPr/>
          </p:nvSpPr>
          <p:spPr>
            <a:xfrm>
              <a:off x="1927967" y="6175884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3527530" y="6186793"/>
              <a:ext cx="412596" cy="41886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3527530" y="4675590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/>
          </p:nvSpPr>
          <p:spPr>
            <a:xfrm>
              <a:off x="1927967" y="4675590"/>
              <a:ext cx="412596" cy="41886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接點 25"/>
            <p:cNvCxnSpPr/>
            <p:nvPr/>
          </p:nvCxnSpPr>
          <p:spPr>
            <a:xfrm>
              <a:off x="-597783" y="3326873"/>
              <a:ext cx="587669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筆跡 26"/>
                <p14:cNvContentPartPr/>
                <p14:nvPr/>
              </p14:nvContentPartPr>
              <p14:xfrm>
                <a:off x="633595" y="3330319"/>
                <a:ext cx="3124440" cy="2845080"/>
              </p14:xfrm>
            </p:contentPart>
          </mc:Choice>
          <mc:Fallback xmlns="">
            <p:pic>
              <p:nvPicPr>
                <p:cNvPr id="27" name="筆跡 26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235" y="3320959"/>
                  <a:ext cx="3143160" cy="2863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文字方塊 27"/>
            <p:cNvSpPr txBox="1"/>
            <p:nvPr/>
          </p:nvSpPr>
          <p:spPr>
            <a:xfrm>
              <a:off x="508168" y="2959265"/>
              <a:ext cx="479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i</a:t>
              </a:r>
              <a:r>
                <a:rPr lang="en-US" altLang="zh-TW" baseline="-25000" dirty="0" smtClean="0">
                  <a:solidFill>
                    <a:srgbClr val="00B0F0"/>
                  </a:solidFill>
                </a:rPr>
                <a:t>v</a:t>
              </a:r>
              <a:endParaRPr lang="zh-TW" altLang="en-US" baseline="-25000" dirty="0">
                <a:solidFill>
                  <a:srgbClr val="00B0F0"/>
                </a:solidFill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377445" y="2960502"/>
              <a:ext cx="479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>
                  <a:solidFill>
                    <a:srgbClr val="FF0000"/>
                  </a:solidFill>
                </a:rPr>
                <a:t>i</a:t>
              </a:r>
              <a:r>
                <a:rPr lang="en-US" altLang="zh-TW" baseline="-25000" dirty="0" err="1">
                  <a:solidFill>
                    <a:srgbClr val="FF0000"/>
                  </a:solidFill>
                </a:rPr>
                <a:t>h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筆跡 3"/>
              <p14:cNvContentPartPr/>
              <p14:nvPr/>
            </p14:nvContentPartPr>
            <p14:xfrm>
              <a:off x="4487400" y="2031840"/>
              <a:ext cx="3192120" cy="370044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8040" y="2022480"/>
                <a:ext cx="3210840" cy="37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267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129" y="2121008"/>
            <a:ext cx="3397522" cy="341889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筆跡 20"/>
              <p14:cNvContentPartPr/>
              <p14:nvPr/>
            </p14:nvContentPartPr>
            <p14:xfrm>
              <a:off x="6612480" y="2988720"/>
              <a:ext cx="3124440" cy="2845080"/>
            </p14:xfrm>
          </p:contentPart>
        </mc:Choice>
        <mc:Fallback xmlns="">
          <p:pic>
            <p:nvPicPr>
              <p:cNvPr id="21" name="筆跡 2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3120" y="2979360"/>
                <a:ext cx="3143160" cy="28638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56330" y="261890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筆跡 23"/>
              <p14:cNvContentPartPr/>
              <p14:nvPr/>
            </p14:nvContentPartPr>
            <p14:xfrm>
              <a:off x="5257800" y="2649960"/>
              <a:ext cx="5224320" cy="3996720"/>
            </p14:xfrm>
          </p:contentPart>
        </mc:Choice>
        <mc:Fallback xmlns="">
          <p:pic>
            <p:nvPicPr>
              <p:cNvPr id="24" name="筆跡 2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48440" y="2640600"/>
                <a:ext cx="5243040" cy="40154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文字方塊 24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" name="筆跡 3"/>
              <p14:cNvContentPartPr/>
              <p14:nvPr/>
            </p14:nvContentPartPr>
            <p14:xfrm>
              <a:off x="9671400" y="5675400"/>
              <a:ext cx="965520" cy="536400"/>
            </p14:xfrm>
          </p:contentPart>
        </mc:Choice>
        <mc:Fallback>
          <p:pic>
            <p:nvPicPr>
              <p:cNvPr id="4" name="筆跡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62040" y="5666040"/>
                <a:ext cx="984240" cy="5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536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9" y="2121008"/>
            <a:ext cx="3397522" cy="341889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筆跡 20"/>
              <p14:cNvContentPartPr/>
              <p14:nvPr/>
            </p14:nvContentPartPr>
            <p14:xfrm>
              <a:off x="6612480" y="2988720"/>
              <a:ext cx="3124440" cy="2845080"/>
            </p14:xfrm>
          </p:contentPart>
        </mc:Choice>
        <mc:Fallback xmlns="">
          <p:pic>
            <p:nvPicPr>
              <p:cNvPr id="21" name="筆跡 2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3120" y="2979360"/>
                <a:ext cx="3143160" cy="28638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56330" y="261890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筆跡 11"/>
              <p14:cNvContentPartPr/>
              <p14:nvPr/>
            </p14:nvContentPartPr>
            <p14:xfrm>
              <a:off x="6510960" y="2675520"/>
              <a:ext cx="3886560" cy="3598560"/>
            </p14:xfrm>
          </p:contentPart>
        </mc:Choice>
        <mc:Fallback xmlns="">
          <p:pic>
            <p:nvPicPr>
              <p:cNvPr id="12" name="筆跡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1600" y="2666160"/>
                <a:ext cx="3905280" cy="36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筆跡 3"/>
              <p14:cNvContentPartPr/>
              <p14:nvPr/>
            </p14:nvContentPartPr>
            <p14:xfrm>
              <a:off x="9849960" y="5639400"/>
              <a:ext cx="474120" cy="402840"/>
            </p14:xfrm>
          </p:contentPart>
        </mc:Choice>
        <mc:Fallback>
          <p:pic>
            <p:nvPicPr>
              <p:cNvPr id="4" name="筆跡 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40600" y="5630040"/>
                <a:ext cx="492840" cy="4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612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9" y="2121008"/>
            <a:ext cx="3397522" cy="341889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筆跡 20"/>
              <p14:cNvContentPartPr/>
              <p14:nvPr/>
            </p14:nvContentPartPr>
            <p14:xfrm>
              <a:off x="6612480" y="2988720"/>
              <a:ext cx="3124440" cy="2845080"/>
            </p14:xfrm>
          </p:contentPart>
        </mc:Choice>
        <mc:Fallback xmlns="">
          <p:pic>
            <p:nvPicPr>
              <p:cNvPr id="21" name="筆跡 2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3120" y="2979360"/>
                <a:ext cx="3143160" cy="28638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56330" y="261890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筆跡 3"/>
              <p14:cNvContentPartPr/>
              <p14:nvPr/>
            </p14:nvContentPartPr>
            <p14:xfrm>
              <a:off x="7628400" y="2649960"/>
              <a:ext cx="3319200" cy="344628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19040" y="2640600"/>
                <a:ext cx="3337920" cy="346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6"/>
              <p14:cNvContentPartPr/>
              <p14:nvPr/>
            </p14:nvContentPartPr>
            <p14:xfrm>
              <a:off x="9876960" y="5585760"/>
              <a:ext cx="840600" cy="581400"/>
            </p14:xfrm>
          </p:contentPart>
        </mc:Choice>
        <mc:Fallback>
          <p:pic>
            <p:nvPicPr>
              <p:cNvPr id="7" name="筆跡 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67600" y="5576400"/>
                <a:ext cx="859320" cy="60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961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9" y="2121008"/>
            <a:ext cx="3397522" cy="341889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筆跡 20"/>
              <p14:cNvContentPartPr/>
              <p14:nvPr/>
            </p14:nvContentPartPr>
            <p14:xfrm>
              <a:off x="6612480" y="2988720"/>
              <a:ext cx="3124440" cy="2845080"/>
            </p14:xfrm>
          </p:contentPart>
        </mc:Choice>
        <mc:Fallback xmlns="">
          <p:pic>
            <p:nvPicPr>
              <p:cNvPr id="21" name="筆跡 2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3120" y="2979360"/>
                <a:ext cx="3143160" cy="28638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56330" y="261890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/>
              <p14:cNvContentPartPr/>
              <p14:nvPr/>
            </p14:nvContentPartPr>
            <p14:xfrm>
              <a:off x="6730920" y="2853000"/>
              <a:ext cx="3835800" cy="3319560"/>
            </p14:xfrm>
          </p:contentPart>
        </mc:Choice>
        <mc:Fallback xmlns="">
          <p:pic>
            <p:nvPicPr>
              <p:cNvPr id="7" name="筆跡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1560" y="2843640"/>
                <a:ext cx="3854520" cy="33382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5769" y="5812680"/>
            <a:ext cx="3657600" cy="381000"/>
          </a:xfrm>
          <a:prstGeom prst="rect">
            <a:avLst/>
          </a:prstGeom>
        </p:spPr>
      </p:pic>
      <p:sp>
        <p:nvSpPr>
          <p:cNvPr id="10" name="框架 9"/>
          <p:cNvSpPr/>
          <p:nvPr/>
        </p:nvSpPr>
        <p:spPr>
          <a:xfrm>
            <a:off x="3476978" y="5643543"/>
            <a:ext cx="4033309" cy="7361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08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9" y="2121008"/>
            <a:ext cx="3397522" cy="341889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筆跡 20"/>
              <p14:cNvContentPartPr/>
              <p14:nvPr/>
            </p14:nvContentPartPr>
            <p14:xfrm>
              <a:off x="6612480" y="2988720"/>
              <a:ext cx="3124440" cy="2845080"/>
            </p14:xfrm>
          </p:contentPart>
        </mc:Choice>
        <mc:Fallback xmlns="">
          <p:pic>
            <p:nvPicPr>
              <p:cNvPr id="21" name="筆跡 2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3120" y="2979360"/>
                <a:ext cx="3143160" cy="28638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56330" y="261890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/>
              <p14:cNvContentPartPr/>
              <p14:nvPr/>
            </p14:nvContentPartPr>
            <p14:xfrm>
              <a:off x="6730920" y="2853000"/>
              <a:ext cx="3835800" cy="3319560"/>
            </p14:xfrm>
          </p:contentPart>
        </mc:Choice>
        <mc:Fallback xmlns="">
          <p:pic>
            <p:nvPicPr>
              <p:cNvPr id="7" name="筆跡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1560" y="2843640"/>
                <a:ext cx="3854520" cy="33382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5769" y="5812680"/>
            <a:ext cx="3657600" cy="381000"/>
          </a:xfrm>
          <a:prstGeom prst="rect">
            <a:avLst/>
          </a:prstGeom>
        </p:spPr>
      </p:pic>
      <p:sp>
        <p:nvSpPr>
          <p:cNvPr id="10" name="框架 9"/>
          <p:cNvSpPr/>
          <p:nvPr/>
        </p:nvSpPr>
        <p:spPr>
          <a:xfrm>
            <a:off x="3476978" y="5643543"/>
            <a:ext cx="4033309" cy="7361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020" y="79913"/>
            <a:ext cx="4501242" cy="55461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筆跡 3"/>
              <p14:cNvContentPartPr/>
              <p14:nvPr/>
            </p14:nvContentPartPr>
            <p14:xfrm>
              <a:off x="1278360" y="1100520"/>
              <a:ext cx="2244240" cy="202392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9000" y="1091160"/>
                <a:ext cx="2262960" cy="20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筆跡 10"/>
              <p14:cNvContentPartPr/>
              <p14:nvPr/>
            </p14:nvContentPartPr>
            <p14:xfrm>
              <a:off x="965520" y="1233360"/>
              <a:ext cx="250560" cy="456120"/>
            </p14:xfrm>
          </p:contentPart>
        </mc:Choice>
        <mc:Fallback>
          <p:pic>
            <p:nvPicPr>
              <p:cNvPr id="11" name="筆跡 1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6160" y="1224000"/>
                <a:ext cx="269280" cy="4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92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8" y="2148743"/>
            <a:ext cx="3499533" cy="293374"/>
          </a:xfrm>
          <a:prstGeom prst="rect">
            <a:avLst/>
          </a:prstGeom>
        </p:spPr>
      </p:pic>
      <p:sp>
        <p:nvSpPr>
          <p:cNvPr id="13" name="橢圓 12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7281089" y="263462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02087" y="260715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/>
              <p14:cNvContentPartPr/>
              <p14:nvPr/>
            </p14:nvContentPartPr>
            <p14:xfrm>
              <a:off x="6413540" y="2994065"/>
              <a:ext cx="3217680" cy="289620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4180" y="2984705"/>
                <a:ext cx="3236400" cy="29149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字方塊 20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筆跡 23"/>
              <p14:cNvContentPartPr/>
              <p14:nvPr/>
            </p14:nvContentPartPr>
            <p14:xfrm>
              <a:off x="5469480" y="2802240"/>
              <a:ext cx="4580640" cy="3217680"/>
            </p14:xfrm>
          </p:contentPart>
        </mc:Choice>
        <mc:Fallback xmlns="">
          <p:pic>
            <p:nvPicPr>
              <p:cNvPr id="24" name="筆跡 2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0120" y="2792880"/>
                <a:ext cx="4599360" cy="32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筆跡 3"/>
              <p14:cNvContentPartPr/>
              <p14:nvPr/>
            </p14:nvContentPartPr>
            <p14:xfrm>
              <a:off x="9921600" y="5585760"/>
              <a:ext cx="867600" cy="554760"/>
            </p14:xfrm>
          </p:contentPart>
        </mc:Choice>
        <mc:Fallback>
          <p:pic>
            <p:nvPicPr>
              <p:cNvPr id="4" name="筆跡 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12240" y="5576400"/>
                <a:ext cx="886320" cy="57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37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8" y="2148743"/>
            <a:ext cx="3499533" cy="293374"/>
          </a:xfrm>
          <a:prstGeom prst="rect">
            <a:avLst/>
          </a:prstGeom>
        </p:spPr>
      </p:pic>
      <p:sp>
        <p:nvSpPr>
          <p:cNvPr id="13" name="橢圓 12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7281089" y="263462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02087" y="260715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/>
              <p14:cNvContentPartPr/>
              <p14:nvPr/>
            </p14:nvContentPartPr>
            <p14:xfrm>
              <a:off x="6413540" y="2994065"/>
              <a:ext cx="3217680" cy="289620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4180" y="2984705"/>
                <a:ext cx="3236400" cy="2914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17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筆跡 3"/>
              <p14:cNvContentPartPr/>
              <p14:nvPr/>
            </p14:nvContentPartPr>
            <p14:xfrm>
              <a:off x="6426360" y="2751480"/>
              <a:ext cx="3471480" cy="364968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7000" y="2742120"/>
                <a:ext cx="3490200" cy="36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筆跡 5"/>
              <p14:cNvContentPartPr/>
              <p14:nvPr/>
            </p14:nvContentPartPr>
            <p14:xfrm>
              <a:off x="9707040" y="5478480"/>
              <a:ext cx="840600" cy="679680"/>
            </p14:xfrm>
          </p:contentPart>
        </mc:Choice>
        <mc:Fallback>
          <p:pic>
            <p:nvPicPr>
              <p:cNvPr id="6" name="筆跡 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97680" y="5469120"/>
                <a:ext cx="859320" cy="6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129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8" y="2148743"/>
            <a:ext cx="3499533" cy="293374"/>
          </a:xfrm>
          <a:prstGeom prst="rect">
            <a:avLst/>
          </a:prstGeom>
        </p:spPr>
      </p:pic>
      <p:sp>
        <p:nvSpPr>
          <p:cNvPr id="13" name="橢圓 12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7281089" y="263462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02087" y="260715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/>
              <p14:cNvContentPartPr/>
              <p14:nvPr/>
            </p14:nvContentPartPr>
            <p14:xfrm>
              <a:off x="6413540" y="2994065"/>
              <a:ext cx="3217680" cy="289620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4180" y="2984705"/>
                <a:ext cx="3236400" cy="2914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17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筆跡 3"/>
              <p14:cNvContentPartPr/>
              <p14:nvPr/>
            </p14:nvContentPartPr>
            <p14:xfrm>
              <a:off x="7416720" y="2565360"/>
              <a:ext cx="3251520" cy="342072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07360" y="2556000"/>
                <a:ext cx="3270240" cy="34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筆跡 5"/>
              <p14:cNvContentPartPr/>
              <p14:nvPr/>
            </p14:nvContentPartPr>
            <p14:xfrm>
              <a:off x="9796680" y="5487480"/>
              <a:ext cx="920880" cy="760320"/>
            </p14:xfrm>
          </p:contentPart>
        </mc:Choice>
        <mc:Fallback>
          <p:pic>
            <p:nvPicPr>
              <p:cNvPr id="6" name="筆跡 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87320" y="5478120"/>
                <a:ext cx="939600" cy="77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102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8" y="2148743"/>
            <a:ext cx="3499533" cy="293374"/>
          </a:xfrm>
          <a:prstGeom prst="rect">
            <a:avLst/>
          </a:prstGeom>
        </p:spPr>
      </p:pic>
      <p:sp>
        <p:nvSpPr>
          <p:cNvPr id="13" name="橢圓 12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7281089" y="263462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02087" y="260715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/>
              <p14:cNvContentPartPr/>
              <p14:nvPr/>
            </p14:nvContentPartPr>
            <p14:xfrm>
              <a:off x="6413540" y="2994065"/>
              <a:ext cx="3217680" cy="289620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4180" y="2984705"/>
                <a:ext cx="3236400" cy="2914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17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/>
              <p14:cNvContentPartPr/>
              <p14:nvPr/>
            </p14:nvContentPartPr>
            <p14:xfrm>
              <a:off x="6307560" y="2810880"/>
              <a:ext cx="4741920" cy="3530880"/>
            </p14:xfrm>
          </p:contentPart>
        </mc:Choice>
        <mc:Fallback xmlns="">
          <p:pic>
            <p:nvPicPr>
              <p:cNvPr id="6" name="筆跡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8200" y="2801520"/>
                <a:ext cx="4760640" cy="3549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6996" y="5881469"/>
            <a:ext cx="3543300" cy="304800"/>
          </a:xfrm>
          <a:prstGeom prst="rect">
            <a:avLst/>
          </a:prstGeom>
        </p:spPr>
      </p:pic>
      <p:sp>
        <p:nvSpPr>
          <p:cNvPr id="11" name="框架 10"/>
          <p:cNvSpPr/>
          <p:nvPr/>
        </p:nvSpPr>
        <p:spPr>
          <a:xfrm>
            <a:off x="3172178" y="5784631"/>
            <a:ext cx="3691466" cy="47586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142" y="386750"/>
            <a:ext cx="4320646" cy="53236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筆跡 11"/>
              <p14:cNvContentPartPr/>
              <p14:nvPr/>
            </p14:nvContentPartPr>
            <p14:xfrm>
              <a:off x="1227600" y="1362960"/>
              <a:ext cx="2091600" cy="2514960"/>
            </p14:xfrm>
          </p:contentPart>
        </mc:Choice>
        <mc:Fallback xmlns="">
          <p:pic>
            <p:nvPicPr>
              <p:cNvPr id="12" name="筆跡 1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18240" y="1353600"/>
                <a:ext cx="2110320" cy="253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208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≠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28" y="2148743"/>
            <a:ext cx="3499533" cy="293374"/>
          </a:xfrm>
          <a:prstGeom prst="rect">
            <a:avLst/>
          </a:prstGeom>
        </p:spPr>
      </p:pic>
      <p:sp>
        <p:nvSpPr>
          <p:cNvPr id="13" name="橢圓 12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7281089" y="2634623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02087" y="260715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/>
              <p14:cNvContentPartPr/>
              <p14:nvPr/>
            </p14:nvContentPartPr>
            <p14:xfrm>
              <a:off x="6413540" y="2994065"/>
              <a:ext cx="3217680" cy="289620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4180" y="2984705"/>
                <a:ext cx="3236400" cy="2914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17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064" y="6192149"/>
            <a:ext cx="3543300" cy="304800"/>
          </a:xfrm>
          <a:prstGeom prst="rect">
            <a:avLst/>
          </a:prstGeom>
        </p:spPr>
      </p:pic>
      <p:sp>
        <p:nvSpPr>
          <p:cNvPr id="11" name="框架 10"/>
          <p:cNvSpPr/>
          <p:nvPr/>
        </p:nvSpPr>
        <p:spPr>
          <a:xfrm>
            <a:off x="1795615" y="3657601"/>
            <a:ext cx="3747655" cy="102133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330" y="5745955"/>
            <a:ext cx="4051249" cy="42726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8295" y="351967"/>
            <a:ext cx="5170287" cy="63705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筆跡 3"/>
              <p14:cNvContentPartPr/>
              <p14:nvPr/>
            </p14:nvContentPartPr>
            <p14:xfrm>
              <a:off x="6705720" y="1506960"/>
              <a:ext cx="2599560" cy="294660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96360" y="1497600"/>
                <a:ext cx="2618280" cy="29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240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3. 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sp>
        <p:nvSpPr>
          <p:cNvPr id="10" name="橢圓 9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422377" y="2603781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/>
          <p:cNvCxnSpPr>
            <a:stCxn id="15" idx="5"/>
            <a:endCxn id="13" idx="1"/>
          </p:cNvCxnSpPr>
          <p:nvPr/>
        </p:nvCxnSpPr>
        <p:spPr>
          <a:xfrm>
            <a:off x="8259025" y="4691517"/>
            <a:ext cx="1307813" cy="121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筆跡 19"/>
              <p14:cNvContentPartPr/>
              <p14:nvPr/>
            </p14:nvContentPartPr>
            <p14:xfrm>
              <a:off x="6620760" y="2997000"/>
              <a:ext cx="1406160" cy="2853720"/>
            </p14:xfrm>
          </p:contentPart>
        </mc:Choice>
        <mc:Fallback xmlns="">
          <p:pic>
            <p:nvPicPr>
              <p:cNvPr id="20" name="筆跡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1400" y="2987640"/>
                <a:ext cx="1424880" cy="28724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字方塊 20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筆跡 24"/>
              <p14:cNvContentPartPr/>
              <p14:nvPr/>
            </p14:nvContentPartPr>
            <p14:xfrm>
              <a:off x="5631850" y="2788447"/>
              <a:ext cx="5419080" cy="3564720"/>
            </p14:xfrm>
          </p:contentPart>
        </mc:Choice>
        <mc:Fallback>
          <p:pic>
            <p:nvPicPr>
              <p:cNvPr id="25" name="筆跡 2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2490" y="2779087"/>
                <a:ext cx="5437800" cy="358344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框架 25"/>
          <p:cNvSpPr/>
          <p:nvPr/>
        </p:nvSpPr>
        <p:spPr>
          <a:xfrm>
            <a:off x="2088444" y="4543425"/>
            <a:ext cx="2472267" cy="70590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筆跡 3"/>
              <p14:cNvContentPartPr/>
              <p14:nvPr/>
            </p14:nvContentPartPr>
            <p14:xfrm>
              <a:off x="9564120" y="3896640"/>
              <a:ext cx="768960" cy="590400"/>
            </p14:xfrm>
          </p:contentPart>
        </mc:Choice>
        <mc:Fallback>
          <p:pic>
            <p:nvPicPr>
              <p:cNvPr id="4" name="筆跡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54760" y="3887280"/>
                <a:ext cx="787680" cy="60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320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3. 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sp>
        <p:nvSpPr>
          <p:cNvPr id="10" name="橢圓 9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595128" y="264301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/>
          <p:cNvCxnSpPr>
            <a:stCxn id="15" idx="5"/>
            <a:endCxn id="13" idx="1"/>
          </p:cNvCxnSpPr>
          <p:nvPr/>
        </p:nvCxnSpPr>
        <p:spPr>
          <a:xfrm>
            <a:off x="8259025" y="4691517"/>
            <a:ext cx="1307813" cy="121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筆跡 19"/>
              <p14:cNvContentPartPr/>
              <p14:nvPr/>
            </p14:nvContentPartPr>
            <p14:xfrm>
              <a:off x="6620760" y="2997000"/>
              <a:ext cx="1406160" cy="2853720"/>
            </p14:xfrm>
          </p:contentPart>
        </mc:Choice>
        <mc:Fallback>
          <p:pic>
            <p:nvPicPr>
              <p:cNvPr id="20" name="筆跡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1400" y="2987640"/>
                <a:ext cx="1424880" cy="28724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字方塊 20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筆跡 3"/>
              <p14:cNvContentPartPr/>
              <p14:nvPr/>
            </p14:nvContentPartPr>
            <p14:xfrm>
              <a:off x="6694920" y="2761560"/>
              <a:ext cx="4541040" cy="3736440"/>
            </p14:xfrm>
          </p:contentPart>
        </mc:Choice>
        <mc:Fallback>
          <p:pic>
            <p:nvPicPr>
              <p:cNvPr id="4" name="筆跡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85560" y="2752200"/>
                <a:ext cx="4559760" cy="375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057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ALCS algorithm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1419225"/>
            <a:ext cx="5119688" cy="31242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62129" y="1611731"/>
            <a:ext cx="6222381" cy="501723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3. a</a:t>
            </a:r>
            <a:r>
              <a:rPr lang="en-US" altLang="zh-TW" baseline="-25000" dirty="0" smtClean="0"/>
              <a:t>l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endParaRPr lang="en-US" altLang="zh-TW" baseline="-25000" dirty="0" smtClean="0"/>
          </a:p>
          <a:p>
            <a:pPr marL="971550" lvl="1" indent="-514350">
              <a:buAutoNum type="arabicPeriod"/>
            </a:pP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 </a:t>
            </a:r>
            <a:r>
              <a:rPr lang="en-US" altLang="zh-TW" dirty="0" smtClean="0"/>
              <a:t>   </a:t>
            </a:r>
            <a:endParaRPr lang="en-US" altLang="zh-TW" baseline="-25000" dirty="0" smtClean="0"/>
          </a:p>
          <a:p>
            <a:pPr marL="0" indent="0">
              <a:buNone/>
            </a:pPr>
            <a:endParaRPr lang="zh-TW" altLang="en-US" baseline="-25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4412455"/>
            <a:ext cx="3543300" cy="1333500"/>
          </a:xfrm>
          <a:prstGeom prst="rect">
            <a:avLst/>
          </a:prstGeom>
        </p:spPr>
      </p:pic>
      <p:sp>
        <p:nvSpPr>
          <p:cNvPr id="10" name="橢圓 9"/>
          <p:cNvSpPr/>
          <p:nvPr/>
        </p:nvSpPr>
        <p:spPr>
          <a:xfrm>
            <a:off x="7906852" y="5834285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9506415" y="5845194"/>
            <a:ext cx="412596" cy="4188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506415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906852" y="4333991"/>
            <a:ext cx="412596" cy="41886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/>
          <p:nvPr/>
        </p:nvCxnSpPr>
        <p:spPr>
          <a:xfrm>
            <a:off x="5381102" y="2985274"/>
            <a:ext cx="58766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487053" y="2617666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v</a:t>
            </a:r>
            <a:endParaRPr lang="zh-TW" altLang="en-US" baseline="-25000" dirty="0">
              <a:solidFill>
                <a:srgbClr val="00B0F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86904" y="2627668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baseline="-25000" dirty="0" err="1">
                <a:solidFill>
                  <a:srgbClr val="FF0000"/>
                </a:solidFill>
              </a:rPr>
              <a:t>h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/>
          <p:cNvCxnSpPr>
            <a:stCxn id="15" idx="5"/>
            <a:endCxn id="13" idx="1"/>
          </p:cNvCxnSpPr>
          <p:nvPr/>
        </p:nvCxnSpPr>
        <p:spPr>
          <a:xfrm>
            <a:off x="8259025" y="4691517"/>
            <a:ext cx="1307813" cy="121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筆跡 19"/>
              <p14:cNvContentPartPr/>
              <p14:nvPr/>
            </p14:nvContentPartPr>
            <p14:xfrm>
              <a:off x="6620760" y="2997000"/>
              <a:ext cx="1406160" cy="2853720"/>
            </p14:xfrm>
          </p:contentPart>
        </mc:Choice>
        <mc:Fallback xmlns="">
          <p:pic>
            <p:nvPicPr>
              <p:cNvPr id="20" name="筆跡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1400" y="2987640"/>
                <a:ext cx="1424880" cy="28724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字方塊 20"/>
          <p:cNvSpPr txBox="1"/>
          <p:nvPr/>
        </p:nvSpPr>
        <p:spPr>
          <a:xfrm>
            <a:off x="10253667" y="6075831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l,j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01489" y="438352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(l-1,j)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074631" y="6353167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(l,j-1)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809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90" y="1825625"/>
            <a:ext cx="3918915" cy="4828663"/>
          </a:xfrm>
          <a:prstGeom prst="rect">
            <a:avLst/>
          </a:prstGeom>
        </p:spPr>
      </p:pic>
      <p:cxnSp>
        <p:nvCxnSpPr>
          <p:cNvPr id="7" name="直線接點 6"/>
          <p:cNvCxnSpPr/>
          <p:nvPr/>
        </p:nvCxnSpPr>
        <p:spPr>
          <a:xfrm>
            <a:off x="1583473" y="6576229"/>
            <a:ext cx="34122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H="1">
            <a:off x="4904206" y="6322741"/>
            <a:ext cx="559892" cy="18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464098" y="6144322"/>
            <a:ext cx="150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G</a:t>
            </a:r>
            <a:endParaRPr lang="zh-TW" altLang="en-US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184152" y="1758157"/>
            <a:ext cx="5252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因為</a:t>
            </a:r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h</a:t>
            </a:r>
            <a:r>
              <a:rPr lang="zh-TW" altLang="en-US" dirty="0" smtClean="0"/>
              <a:t>紀錄的位置 就是 </a:t>
            </a:r>
            <a:endParaRPr lang="en-US" altLang="zh-TW" dirty="0" smtClean="0"/>
          </a:p>
          <a:p>
            <a:r>
              <a:rPr lang="zh-TW" altLang="en-US" dirty="0" smtClean="0"/>
              <a:t>幾分的關係 </a:t>
            </a:r>
            <a:endParaRPr lang="en-US" altLang="zh-TW" dirty="0" smtClean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82143"/>
              </p:ext>
            </p:extLst>
          </p:nvPr>
        </p:nvGraphicFramePr>
        <p:xfrm>
          <a:off x="6394696" y="3834335"/>
          <a:ext cx="4973371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  <a:gridCol w="38256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46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直線單箭頭接點 14"/>
          <p:cNvCxnSpPr/>
          <p:nvPr/>
        </p:nvCxnSpPr>
        <p:spPr>
          <a:xfrm>
            <a:off x="6406740" y="382518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894891" y="3576249"/>
            <a:ext cx="70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5926394" y="4027227"/>
            <a:ext cx="390356" cy="2956165"/>
            <a:chOff x="2469007" y="3352238"/>
            <a:chExt cx="390356" cy="2956165"/>
          </a:xfrm>
        </p:grpSpPr>
        <p:sp>
          <p:nvSpPr>
            <p:cNvPr id="18" name="文字方塊 17"/>
            <p:cNvSpPr txBox="1"/>
            <p:nvPr/>
          </p:nvSpPr>
          <p:spPr>
            <a:xfrm>
              <a:off x="2482845" y="3352238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2482845" y="377162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2482845" y="415814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2493603" y="5939071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2482845" y="45260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2469007" y="527232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2482845" y="490441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2482845" y="564819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</p:grpSp>
      <p:cxnSp>
        <p:nvCxnSpPr>
          <p:cNvPr id="26" name="直線單箭頭接點 25"/>
          <p:cNvCxnSpPr/>
          <p:nvPr/>
        </p:nvCxnSpPr>
        <p:spPr>
          <a:xfrm>
            <a:off x="7566167" y="38469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6794277" y="419562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7157920" y="419026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6759477" y="459724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6794276" y="643871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7181812" y="643871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6380083" y="49479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7543374" y="4963802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6401909" y="569033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7543373" y="568497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7157920" y="459724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群組 36"/>
          <p:cNvGrpSpPr/>
          <p:nvPr/>
        </p:nvGrpSpPr>
        <p:grpSpPr>
          <a:xfrm>
            <a:off x="6648373" y="3383311"/>
            <a:ext cx="4954111" cy="435197"/>
            <a:chOff x="3190986" y="2708322"/>
            <a:chExt cx="4954111" cy="435197"/>
          </a:xfrm>
        </p:grpSpPr>
        <p:sp>
          <p:nvSpPr>
            <p:cNvPr id="38" name="文字方塊 37"/>
            <p:cNvSpPr txBox="1"/>
            <p:nvPr/>
          </p:nvSpPr>
          <p:spPr>
            <a:xfrm>
              <a:off x="3190986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4348323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3596639" y="2708322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3951516" y="2719203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4704207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5095698" y="271492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5507652" y="272486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862529" y="274124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6237973" y="274810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6628086" y="2761945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y</a:t>
              </a: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7006711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7382792" y="2761779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z</a:t>
              </a: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7779337" y="2774187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x</a:t>
              </a:r>
            </a:p>
          </p:txBody>
        </p:sp>
      </p:grpSp>
      <p:cxnSp>
        <p:nvCxnSpPr>
          <p:cNvPr id="51" name="直線單箭頭接點 50"/>
          <p:cNvCxnSpPr/>
          <p:nvPr/>
        </p:nvCxnSpPr>
        <p:spPr>
          <a:xfrm>
            <a:off x="8697061" y="3832916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9859448" y="386120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8309524" y="419195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9448241" y="4192650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10213513" y="419764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10945283" y="419026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310315" y="456376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9451724" y="456376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10216996" y="4576778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10979036" y="4576778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8697852" y="49479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9836349" y="494111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7921987" y="5317560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9069184" y="532028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10586027" y="5309750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8698207" y="5660438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9816209" y="567033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>
            <a:off x="7944322" y="6070221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10586027" y="6061605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9084598" y="605113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8321836" y="6426824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9471911" y="639955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10189108" y="6399553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>
            <a:off x="10979035" y="6416170"/>
            <a:ext cx="387537" cy="35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10246985" y="3576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6637236" y="3181788"/>
            <a:ext cx="555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1     2     3     4     5     6     7     8     9     10   11  12   13</a:t>
            </a:r>
            <a:endParaRPr lang="zh-TW" altLang="en-US" dirty="0" smtClean="0"/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9779298" y="2660975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	             j</a:t>
            </a:r>
            <a:endParaRPr lang="zh-TW" altLang="en-US" dirty="0"/>
          </a:p>
        </p:txBody>
      </p:sp>
      <p:sp>
        <p:nvSpPr>
          <p:cNvPr id="78" name="橢圓 77"/>
          <p:cNvSpPr/>
          <p:nvPr/>
        </p:nvSpPr>
        <p:spPr>
          <a:xfrm>
            <a:off x="6702161" y="6718345"/>
            <a:ext cx="129092" cy="1183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9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16959" y="-45600"/>
            <a:ext cx="2583528" cy="330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6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9756" y="125930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G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72" y="1661465"/>
            <a:ext cx="5848350" cy="742950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1164568" y="2246857"/>
            <a:ext cx="4795024" cy="1414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507" y="1971590"/>
            <a:ext cx="4148137" cy="405940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72" y="2489534"/>
            <a:ext cx="3307034" cy="4165187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580" y="2669581"/>
            <a:ext cx="908307" cy="4076301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452718" y="1183707"/>
            <a:ext cx="467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1     2    3    4    5      6   7     8    9   10   11  12   13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547556" y="741393"/>
            <a:ext cx="10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j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28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  </a:t>
            </a:r>
            <a:endParaRPr lang="zh-TW" altLang="en-US" baseline="30000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287333"/>
              </p:ext>
            </p:extLst>
          </p:nvPr>
        </p:nvGraphicFramePr>
        <p:xfrm>
          <a:off x="464729" y="1690688"/>
          <a:ext cx="4876700" cy="5051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</a:tblGrid>
              <a:tr h="336767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54" y="2009776"/>
            <a:ext cx="3699039" cy="46589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464" y="2009776"/>
            <a:ext cx="1038128" cy="46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特性</a:t>
            </a:r>
            <a:r>
              <a:rPr lang="en-US" altLang="zh-TW" dirty="0" smtClean="0"/>
              <a:t>2.2(1)(2)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1755" y="2320774"/>
            <a:ext cx="3223596" cy="4123434"/>
          </a:xfrm>
          <a:prstGeom prst="rect">
            <a:avLst/>
          </a:prstGeom>
        </p:spPr>
      </p:pic>
      <p:cxnSp>
        <p:nvCxnSpPr>
          <p:cNvPr id="12" name="直線接點 11"/>
          <p:cNvCxnSpPr/>
          <p:nvPr/>
        </p:nvCxnSpPr>
        <p:spPr>
          <a:xfrm>
            <a:off x="2461401" y="2885281"/>
            <a:ext cx="408791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>
            <a:off x="2461400" y="3156016"/>
            <a:ext cx="408791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22" y="1451225"/>
            <a:ext cx="6419258" cy="388666"/>
          </a:xfrm>
          <a:prstGeom prst="rect">
            <a:avLst/>
          </a:prstGeom>
        </p:spPr>
      </p:pic>
      <p:cxnSp>
        <p:nvCxnSpPr>
          <p:cNvPr id="7" name="直線單箭頭接點 6"/>
          <p:cNvCxnSpPr>
            <a:stCxn id="5" idx="0"/>
          </p:cNvCxnSpPr>
          <p:nvPr/>
        </p:nvCxnSpPr>
        <p:spPr>
          <a:xfrm>
            <a:off x="2183553" y="2320774"/>
            <a:ext cx="277847" cy="288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842973" y="195144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</a:t>
            </a:r>
            <a:r>
              <a:rPr lang="en-US" altLang="zh-TW" baseline="-25000" dirty="0" smtClean="0"/>
              <a:t>1</a:t>
            </a:r>
            <a:endParaRPr lang="zh-TW" altLang="en-US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663056" y="1966584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</a:t>
            </a:r>
            <a:r>
              <a:rPr lang="en-US" altLang="zh-TW" baseline="-25000" dirty="0" smtClean="0"/>
              <a:t>2</a:t>
            </a:r>
            <a:endParaRPr lang="zh-TW" altLang="en-US" baseline="-25000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2819162" y="2335916"/>
            <a:ext cx="83645" cy="362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內容版面配置區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503" y="2270329"/>
            <a:ext cx="3223596" cy="4123434"/>
          </a:xfrm>
          <a:prstGeom prst="rect">
            <a:avLst/>
          </a:prstGeom>
        </p:spPr>
      </p:pic>
      <p:cxnSp>
        <p:nvCxnSpPr>
          <p:cNvPr id="18" name="直線接點 17"/>
          <p:cNvCxnSpPr/>
          <p:nvPr/>
        </p:nvCxnSpPr>
        <p:spPr>
          <a:xfrm>
            <a:off x="7957380" y="3157565"/>
            <a:ext cx="580913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7957380" y="3395784"/>
            <a:ext cx="580913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9465301" y="3103775"/>
            <a:ext cx="2025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9456333" y="3363755"/>
            <a:ext cx="2025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498" y="1596240"/>
            <a:ext cx="3670759" cy="254753"/>
          </a:xfrm>
          <a:prstGeom prst="rect">
            <a:avLst/>
          </a:prstGeom>
        </p:spPr>
      </p:pic>
      <p:cxnSp>
        <p:nvCxnSpPr>
          <p:cNvPr id="16" name="直線單箭頭接點 15"/>
          <p:cNvCxnSpPr/>
          <p:nvPr/>
        </p:nvCxnSpPr>
        <p:spPr>
          <a:xfrm>
            <a:off x="7957380" y="2270329"/>
            <a:ext cx="149557" cy="78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7613751" y="2320774"/>
            <a:ext cx="343629" cy="104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7255443" y="2078454"/>
            <a:ext cx="46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2</a:t>
            </a:r>
            <a:endParaRPr lang="zh-TW" altLang="en-US" baseline="-250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788238" y="1951442"/>
            <a:ext cx="46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1</a:t>
            </a:r>
            <a:endParaRPr lang="zh-TW" altLang="en-US" baseline="-25000" dirty="0"/>
          </a:p>
        </p:txBody>
      </p:sp>
      <p:sp>
        <p:nvSpPr>
          <p:cNvPr id="28" name="矩形 27"/>
          <p:cNvSpPr/>
          <p:nvPr/>
        </p:nvSpPr>
        <p:spPr>
          <a:xfrm>
            <a:off x="4225943" y="4028548"/>
            <a:ext cx="31969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/>
              <a:t>string X </a:t>
            </a:r>
            <a:r>
              <a:rPr lang="en-US" altLang="zh-TW" sz="2000" b="1" i="1" dirty="0"/>
              <a:t>: </a:t>
            </a:r>
            <a:r>
              <a:rPr lang="en-US" altLang="zh-TW" sz="2000" b="1" i="1" dirty="0" err="1" smtClean="0"/>
              <a:t>yxxyzyzx</a:t>
            </a:r>
            <a:endParaRPr lang="en-US" altLang="zh-TW" sz="2000" b="1" i="1" dirty="0"/>
          </a:p>
          <a:p>
            <a:r>
              <a:rPr lang="en-US" altLang="zh-TW" sz="2000" b="1" dirty="0"/>
              <a:t>string </a:t>
            </a:r>
            <a:r>
              <a:rPr lang="en-US" altLang="zh-TW" sz="2000" b="1" dirty="0" smtClean="0"/>
              <a:t>Y </a:t>
            </a:r>
            <a:r>
              <a:rPr lang="en-US" altLang="zh-TW" sz="2000" b="1" i="1" dirty="0" smtClean="0"/>
              <a:t>: </a:t>
            </a:r>
            <a:r>
              <a:rPr lang="en-US" altLang="zh-TW" sz="2000" b="1" i="1" dirty="0" err="1" smtClean="0"/>
              <a:t>yxxyzxyzxyxzx</a:t>
            </a:r>
            <a:endParaRPr lang="en-US" altLang="zh-TW" sz="2000" b="1" i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筆跡 28"/>
              <p14:cNvContentPartPr/>
              <p14:nvPr/>
            </p14:nvContentPartPr>
            <p14:xfrm>
              <a:off x="5308560" y="4394160"/>
              <a:ext cx="542160" cy="465840"/>
            </p14:xfrm>
          </p:contentPart>
        </mc:Choice>
        <mc:Fallback xmlns="">
          <p:pic>
            <p:nvPicPr>
              <p:cNvPr id="29" name="筆跡 2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9200" y="4384800"/>
                <a:ext cx="560880" cy="48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742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特性</a:t>
            </a:r>
            <a:r>
              <a:rPr lang="en-US" altLang="zh-TW" dirty="0" smtClean="0"/>
              <a:t>2.2(1)(2)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1755" y="2320774"/>
            <a:ext cx="3223596" cy="4123434"/>
          </a:xfrm>
          <a:prstGeom prst="rect">
            <a:avLst/>
          </a:prstGeom>
        </p:spPr>
      </p:pic>
      <p:cxnSp>
        <p:nvCxnSpPr>
          <p:cNvPr id="12" name="直線接點 11"/>
          <p:cNvCxnSpPr/>
          <p:nvPr/>
        </p:nvCxnSpPr>
        <p:spPr>
          <a:xfrm>
            <a:off x="2461401" y="2885281"/>
            <a:ext cx="408791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>
            <a:off x="2461400" y="3156016"/>
            <a:ext cx="408791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22" y="1451225"/>
            <a:ext cx="6419258" cy="388666"/>
          </a:xfrm>
          <a:prstGeom prst="rect">
            <a:avLst/>
          </a:prstGeom>
        </p:spPr>
      </p:pic>
      <p:cxnSp>
        <p:nvCxnSpPr>
          <p:cNvPr id="7" name="直線單箭頭接點 6"/>
          <p:cNvCxnSpPr>
            <a:stCxn id="5" idx="0"/>
          </p:cNvCxnSpPr>
          <p:nvPr/>
        </p:nvCxnSpPr>
        <p:spPr>
          <a:xfrm>
            <a:off x="2183553" y="2320774"/>
            <a:ext cx="277847" cy="288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842973" y="1951442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</a:t>
            </a:r>
            <a:r>
              <a:rPr lang="en-US" altLang="zh-TW" baseline="-25000" dirty="0" smtClean="0"/>
              <a:t>1</a:t>
            </a:r>
            <a:endParaRPr lang="zh-TW" altLang="en-US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663056" y="1966584"/>
            <a:ext cx="47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</a:t>
            </a:r>
            <a:r>
              <a:rPr lang="en-US" altLang="zh-TW" baseline="-25000" dirty="0" smtClean="0"/>
              <a:t>2</a:t>
            </a:r>
            <a:endParaRPr lang="zh-TW" altLang="en-US" baseline="-25000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2819162" y="2335916"/>
            <a:ext cx="83645" cy="362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內容版面配置區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503" y="2270329"/>
            <a:ext cx="3223596" cy="4123434"/>
          </a:xfrm>
          <a:prstGeom prst="rect">
            <a:avLst/>
          </a:prstGeom>
        </p:spPr>
      </p:pic>
      <p:cxnSp>
        <p:nvCxnSpPr>
          <p:cNvPr id="18" name="直線接點 17"/>
          <p:cNvCxnSpPr/>
          <p:nvPr/>
        </p:nvCxnSpPr>
        <p:spPr>
          <a:xfrm>
            <a:off x="7957380" y="3157565"/>
            <a:ext cx="580913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7957380" y="3395784"/>
            <a:ext cx="580913" cy="107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9465301" y="3103775"/>
            <a:ext cx="2025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9456333" y="3363755"/>
            <a:ext cx="2025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498" y="1596240"/>
            <a:ext cx="3670759" cy="254753"/>
          </a:xfrm>
          <a:prstGeom prst="rect">
            <a:avLst/>
          </a:prstGeom>
        </p:spPr>
      </p:pic>
      <p:cxnSp>
        <p:nvCxnSpPr>
          <p:cNvPr id="16" name="直線單箭頭接點 15"/>
          <p:cNvCxnSpPr/>
          <p:nvPr/>
        </p:nvCxnSpPr>
        <p:spPr>
          <a:xfrm>
            <a:off x="7957380" y="2270329"/>
            <a:ext cx="149557" cy="78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7613751" y="2320774"/>
            <a:ext cx="343629" cy="104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7255443" y="2078454"/>
            <a:ext cx="46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2</a:t>
            </a:r>
            <a:endParaRPr lang="zh-TW" altLang="en-US" baseline="-250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788238" y="1951442"/>
            <a:ext cx="46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</a:t>
            </a:r>
            <a:r>
              <a:rPr lang="en-US" altLang="zh-TW" baseline="-25000" dirty="0" smtClean="0"/>
              <a:t>1</a:t>
            </a:r>
            <a:endParaRPr lang="zh-TW" altLang="en-US" baseline="-25000" dirty="0"/>
          </a:p>
        </p:txBody>
      </p:sp>
      <p:sp>
        <p:nvSpPr>
          <p:cNvPr id="28" name="矩形 27"/>
          <p:cNvSpPr/>
          <p:nvPr/>
        </p:nvSpPr>
        <p:spPr>
          <a:xfrm>
            <a:off x="4225943" y="4028548"/>
            <a:ext cx="31969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/>
              <a:t>string X </a:t>
            </a:r>
            <a:r>
              <a:rPr lang="en-US" altLang="zh-TW" sz="2000" b="1" i="1" dirty="0"/>
              <a:t>: </a:t>
            </a:r>
            <a:r>
              <a:rPr lang="en-US" altLang="zh-TW" sz="2000" b="1" i="1" dirty="0" err="1" smtClean="0"/>
              <a:t>yxxyzyzx</a:t>
            </a:r>
            <a:endParaRPr lang="en-US" altLang="zh-TW" sz="2000" b="1" i="1" dirty="0"/>
          </a:p>
          <a:p>
            <a:r>
              <a:rPr lang="en-US" altLang="zh-TW" sz="2000" b="1" dirty="0"/>
              <a:t>string </a:t>
            </a:r>
            <a:r>
              <a:rPr lang="en-US" altLang="zh-TW" sz="2000" b="1" dirty="0" smtClean="0"/>
              <a:t>Y </a:t>
            </a:r>
            <a:r>
              <a:rPr lang="en-US" altLang="zh-TW" sz="2000" b="1" i="1" dirty="0" smtClean="0"/>
              <a:t>: </a:t>
            </a:r>
            <a:r>
              <a:rPr lang="en-US" altLang="zh-TW" sz="2000" b="1" i="1" dirty="0" err="1" smtClean="0"/>
              <a:t>yxxyzxyzxyxzx</a:t>
            </a:r>
            <a:endParaRPr lang="en-US" altLang="zh-TW" sz="2000" b="1" i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筆跡 3"/>
              <p14:cNvContentPartPr/>
              <p14:nvPr/>
            </p14:nvContentPartPr>
            <p14:xfrm>
              <a:off x="5300280" y="4360320"/>
              <a:ext cx="457560" cy="40680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0920" y="4350960"/>
                <a:ext cx="476280" cy="42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62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特性</a:t>
            </a:r>
            <a:r>
              <a:rPr lang="en-US" altLang="zh-TW" dirty="0" smtClean="0"/>
              <a:t>2.2(3)(4)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4134" y="2061671"/>
            <a:ext cx="3223596" cy="412343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34" y="1447800"/>
            <a:ext cx="8610600" cy="48577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061671"/>
            <a:ext cx="8601075" cy="428625"/>
          </a:xfrm>
          <a:prstGeom prst="rect">
            <a:avLst/>
          </a:prstGeom>
        </p:spPr>
      </p:pic>
      <p:pic>
        <p:nvPicPr>
          <p:cNvPr id="14" name="內容版面配置區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810" y="2574098"/>
            <a:ext cx="3349046" cy="42839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筆跡 9"/>
              <p14:cNvContentPartPr/>
              <p14:nvPr/>
            </p14:nvContentPartPr>
            <p14:xfrm>
              <a:off x="1041480" y="3395160"/>
              <a:ext cx="2625120" cy="2692440"/>
            </p14:xfrm>
          </p:contentPart>
        </mc:Choice>
        <mc:Fallback xmlns="">
          <p:pic>
            <p:nvPicPr>
              <p:cNvPr id="10" name="筆跡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2120" y="3385800"/>
                <a:ext cx="2643840" cy="27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筆跡 11"/>
              <p14:cNvContentPartPr/>
              <p14:nvPr/>
            </p14:nvContentPartPr>
            <p14:xfrm>
              <a:off x="8035033" y="3939834"/>
              <a:ext cx="1575360" cy="1329480"/>
            </p14:xfrm>
          </p:contentPart>
        </mc:Choice>
        <mc:Fallback xmlns="">
          <p:pic>
            <p:nvPicPr>
              <p:cNvPr id="12" name="筆跡 1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25673" y="3930474"/>
                <a:ext cx="1594080" cy="13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筆跡 12"/>
              <p14:cNvContentPartPr/>
              <p14:nvPr/>
            </p14:nvContentPartPr>
            <p14:xfrm>
              <a:off x="1117440" y="3420360"/>
              <a:ext cx="7942320" cy="2760480"/>
            </p14:xfrm>
          </p:contentPart>
        </mc:Choice>
        <mc:Fallback xmlns="">
          <p:pic>
            <p:nvPicPr>
              <p:cNvPr id="13" name="筆跡 1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8080" y="3411000"/>
                <a:ext cx="7961040" cy="277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25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  </a:t>
            </a:r>
            <a:endParaRPr lang="zh-TW" altLang="en-US" baseline="30000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</p:nvPr>
        </p:nvGraphicFramePr>
        <p:xfrm>
          <a:off x="464729" y="1690688"/>
          <a:ext cx="4876700" cy="5051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</a:tblGrid>
              <a:tr h="336767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54" y="2009776"/>
            <a:ext cx="3699039" cy="46589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464" y="2009776"/>
            <a:ext cx="1038128" cy="46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1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  </a:t>
            </a:r>
            <a:endParaRPr lang="zh-TW" altLang="en-US" baseline="30000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83372"/>
              </p:ext>
            </p:extLst>
          </p:nvPr>
        </p:nvGraphicFramePr>
        <p:xfrm>
          <a:off x="464729" y="1690688"/>
          <a:ext cx="4876700" cy="5051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</a:tblGrid>
              <a:tr h="336767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54" y="2009776"/>
            <a:ext cx="3699039" cy="46589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464" y="2009776"/>
            <a:ext cx="1038128" cy="465891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183" y="1184180"/>
            <a:ext cx="8610600" cy="48577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644" y="487094"/>
            <a:ext cx="6243068" cy="37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2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  </a:t>
            </a:r>
            <a:endParaRPr lang="zh-TW" altLang="en-US" baseline="30000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24951"/>
              </p:ext>
            </p:extLst>
          </p:nvPr>
        </p:nvGraphicFramePr>
        <p:xfrm>
          <a:off x="464729" y="1690688"/>
          <a:ext cx="4876700" cy="5051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</a:tblGrid>
              <a:tr h="336767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54" y="2009776"/>
            <a:ext cx="3699039" cy="46589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464" y="2009776"/>
            <a:ext cx="1038128" cy="465891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183" y="1184180"/>
            <a:ext cx="8610600" cy="48577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644" y="487094"/>
            <a:ext cx="6243068" cy="37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9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G</a:t>
            </a:r>
            <a:r>
              <a:rPr lang="en-US" altLang="zh-TW" baseline="30000" dirty="0" smtClean="0"/>
              <a:t>  </a:t>
            </a:r>
            <a:endParaRPr lang="zh-TW" altLang="en-US" baseline="30000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440807"/>
              </p:ext>
            </p:extLst>
          </p:nvPr>
        </p:nvGraphicFramePr>
        <p:xfrm>
          <a:off x="464729" y="1690688"/>
          <a:ext cx="4876700" cy="5051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  <a:gridCol w="487670"/>
              </a:tblGrid>
              <a:tr h="336767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 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  <a:tr h="336767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54" y="2009776"/>
            <a:ext cx="3699039" cy="46589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464" y="2009776"/>
            <a:ext cx="1038128" cy="465891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183" y="1184180"/>
            <a:ext cx="8610600" cy="48577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644" y="487094"/>
            <a:ext cx="6243068" cy="37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7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3034" y="1388107"/>
            <a:ext cx="4925980" cy="51510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10" y="1409441"/>
            <a:ext cx="4072856" cy="5129734"/>
          </a:xfrm>
          <a:prstGeom prst="rect">
            <a:avLst/>
          </a:prstGeom>
        </p:spPr>
      </p:pic>
      <p:sp>
        <p:nvSpPr>
          <p:cNvPr id="3" name="向右箭號 2"/>
          <p:cNvSpPr/>
          <p:nvPr/>
        </p:nvSpPr>
        <p:spPr>
          <a:xfrm>
            <a:off x="4917688" y="3500438"/>
            <a:ext cx="1471961" cy="3913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79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TW" dirty="0"/>
              <a:t>We consider the ALCS (all-substring longest common subsequence) problem for strings </a:t>
            </a:r>
            <a:r>
              <a:rPr lang="en-US" altLang="zh-TW" i="1" dirty="0"/>
              <a:t>A </a:t>
            </a:r>
            <a:r>
              <a:rPr lang="en-US" altLang="zh-TW" dirty="0"/>
              <a:t>and </a:t>
            </a:r>
            <a:r>
              <a:rPr lang="en-US" altLang="zh-TW" i="1" dirty="0"/>
              <a:t>B</a:t>
            </a:r>
            <a:r>
              <a:rPr lang="en-US" altLang="zh-TW" dirty="0"/>
              <a:t>, |</a:t>
            </a:r>
            <a:r>
              <a:rPr lang="en-US" altLang="zh-TW" i="1" dirty="0"/>
              <a:t>A</a:t>
            </a:r>
            <a:r>
              <a:rPr lang="en-US" altLang="zh-TW" dirty="0"/>
              <a:t>| =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a</a:t>
            </a:r>
            <a:r>
              <a:rPr lang="en-US" altLang="zh-TW" i="1" dirty="0"/>
              <a:t> </a:t>
            </a:r>
            <a:r>
              <a:rPr lang="en-US" altLang="zh-TW" dirty="0" smtClean="0"/>
              <a:t>and |</a:t>
            </a:r>
            <a:r>
              <a:rPr lang="en-US" altLang="zh-TW" i="1" dirty="0" smtClean="0"/>
              <a:t>B</a:t>
            </a:r>
            <a:r>
              <a:rPr lang="en-US" altLang="zh-TW" dirty="0"/>
              <a:t>| =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b</a:t>
            </a:r>
            <a:r>
              <a:rPr lang="en-US" altLang="zh-TW" dirty="0" err="1"/>
              <a:t>.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basic algorithm takes </a:t>
            </a:r>
            <a:r>
              <a:rPr lang="en-US" altLang="zh-TW" dirty="0" smtClean="0"/>
              <a:t>O</a:t>
            </a:r>
            <a:r>
              <a:rPr lang="en-US" altLang="zh-TW" i="1" dirty="0" smtClean="0"/>
              <a:t>(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a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b</a:t>
            </a:r>
            <a:r>
              <a:rPr lang="en-US" altLang="zh-TW" i="1" dirty="0"/>
              <a:t>) </a:t>
            </a:r>
            <a:r>
              <a:rPr lang="en-US" altLang="zh-TW" dirty="0"/>
              <a:t>time and O</a:t>
            </a:r>
            <a:r>
              <a:rPr lang="en-US" altLang="zh-TW" i="1" dirty="0"/>
              <a:t>(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a</a:t>
            </a:r>
            <a:r>
              <a:rPr lang="en-US" altLang="zh-TW" i="1" dirty="0"/>
              <a:t> </a:t>
            </a:r>
            <a:r>
              <a:rPr lang="en-US" altLang="zh-TW" dirty="0"/>
              <a:t>+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b</a:t>
            </a:r>
            <a:r>
              <a:rPr lang="en-US" altLang="zh-TW" i="1" dirty="0"/>
              <a:t>) </a:t>
            </a:r>
            <a:r>
              <a:rPr lang="en-US" altLang="zh-TW" dirty="0"/>
              <a:t>space and, depending on the queries that will </a:t>
            </a:r>
            <a:r>
              <a:rPr lang="en-US" altLang="zh-TW" dirty="0" smtClean="0"/>
              <a:t>be necessary</a:t>
            </a:r>
            <a:r>
              <a:rPr lang="en-US" altLang="zh-TW" dirty="0"/>
              <a:t>, extra </a:t>
            </a:r>
            <a:r>
              <a:rPr lang="en-US" altLang="zh-TW" dirty="0" smtClean="0"/>
              <a:t>O</a:t>
            </a:r>
            <a:r>
              <a:rPr lang="en-US" altLang="zh-TW" i="1" dirty="0" smtClean="0"/>
              <a:t>(n</a:t>
            </a:r>
            <a:r>
              <a:rPr lang="en-US" altLang="zh-TW" i="1" baseline="-25000" dirty="0" smtClean="0"/>
              <a:t>b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) </a:t>
            </a:r>
            <a:r>
              <a:rPr lang="en-US" altLang="zh-TW" dirty="0"/>
              <a:t>time and space are required.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Although </a:t>
            </a:r>
            <a:r>
              <a:rPr lang="en-US" altLang="zh-TW" dirty="0"/>
              <a:t>the ALCS was the problem under consideration, actually the GDAG, and not the original strings, is </a:t>
            </a:r>
            <a:r>
              <a:rPr lang="en-US" altLang="zh-TW" dirty="0" smtClean="0"/>
              <a:t>used. Other </a:t>
            </a:r>
            <a:r>
              <a:rPr lang="en-US" altLang="zh-TW" dirty="0"/>
              <a:t>problems may be approached by the techniques presented here. For example, alignments where matches </a:t>
            </a:r>
            <a:r>
              <a:rPr lang="en-US" altLang="zh-TW" dirty="0" smtClean="0"/>
              <a:t>between symbols </a:t>
            </a:r>
            <a:r>
              <a:rPr lang="en-US" altLang="zh-TW" dirty="0"/>
              <a:t>are given by some non-transitive relation may be used instead of LCS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The algorithm presented here can be easily adapted to solve the problem incrementally, that is, presenting the </a:t>
            </a:r>
            <a:r>
              <a:rPr lang="en-US" altLang="zh-TW" dirty="0" smtClean="0"/>
              <a:t>solution for </a:t>
            </a:r>
            <a:r>
              <a:rPr lang="en-US" altLang="zh-TW" dirty="0"/>
              <a:t>a certain prefix </a:t>
            </a:r>
            <a:r>
              <a:rPr lang="en-US" altLang="zh-TW" i="1" dirty="0"/>
              <a:t>A </a:t>
            </a:r>
            <a:r>
              <a:rPr lang="en-US" altLang="zh-TW" dirty="0"/>
              <a:t>based on the solution for a smaller prefix. Other adaptations, including new data structures </a:t>
            </a:r>
            <a:r>
              <a:rPr lang="en-US" altLang="zh-TW" dirty="0" smtClean="0"/>
              <a:t>more suitable </a:t>
            </a:r>
            <a:r>
              <a:rPr lang="en-US" altLang="zh-TW" dirty="0"/>
              <a:t>for certain applications, may appear in the future.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151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1584</Words>
  <Application>Microsoft Office PowerPoint</Application>
  <PresentationFormat>寬螢幕</PresentationFormat>
  <Paragraphs>948</Paragraphs>
  <Slides>39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5" baseType="lpstr">
      <vt:lpstr>新細明體</vt:lpstr>
      <vt:lpstr>Arial</vt:lpstr>
      <vt:lpstr>Calibri</vt:lpstr>
      <vt:lpstr>Calibri Light</vt:lpstr>
      <vt:lpstr>Cambria Math</vt:lpstr>
      <vt:lpstr>Office 佈景主題</vt:lpstr>
      <vt:lpstr>An all-substrings common subsequence algorithm</vt:lpstr>
      <vt:lpstr>Abstract</vt:lpstr>
      <vt:lpstr>The ALCS algorithm</vt:lpstr>
      <vt:lpstr>The ALCS algorithm</vt:lpstr>
      <vt:lpstr>流程 </vt:lpstr>
      <vt:lpstr>目標推回CG這張表</vt:lpstr>
      <vt:lpstr>PowerPoint 簡報</vt:lpstr>
      <vt:lpstr>PowerPoint 簡報</vt:lpstr>
      <vt:lpstr>PowerPoint 簡報</vt:lpstr>
      <vt:lpstr>PowerPoint 簡報</vt:lpstr>
      <vt:lpstr>PowerPoint 簡報</vt:lpstr>
      <vt:lpstr>找iv , ih   分別代表可以找到分界線</vt:lpstr>
      <vt:lpstr>找iv , ih   分別代表可以找到分界線</vt:lpstr>
      <vt:lpstr>找iv , ih   分別代表可以找到分界線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The ALCS algorithm</vt:lpstr>
      <vt:lpstr>PowerPoint 簡報</vt:lpstr>
      <vt:lpstr>IG</vt:lpstr>
      <vt:lpstr>DG0, VG  </vt:lpstr>
      <vt:lpstr>特性2.2(1)(2)</vt:lpstr>
      <vt:lpstr>特性2.2(1)(2)</vt:lpstr>
      <vt:lpstr>特性2.2(3)(4)</vt:lpstr>
      <vt:lpstr>DG0, VG  </vt:lpstr>
      <vt:lpstr>DG0, VG  </vt:lpstr>
      <vt:lpstr>DG0, VG  </vt:lpstr>
      <vt:lpstr>DG0, VG  </vt:lpstr>
      <vt:lpstr>PowerPoint 簡報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Huang</dc:creator>
  <cp:lastModifiedBy>Huang</cp:lastModifiedBy>
  <cp:revision>197</cp:revision>
  <dcterms:created xsi:type="dcterms:W3CDTF">2014-10-20T09:22:58Z</dcterms:created>
  <dcterms:modified xsi:type="dcterms:W3CDTF">2014-10-24T01:33:07Z</dcterms:modified>
</cp:coreProperties>
</file>