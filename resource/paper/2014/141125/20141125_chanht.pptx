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269" r:id="rId52"/>
    <p:sldId id="308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09" r:id="rId88"/>
    <p:sldId id="344" r:id="rId89"/>
    <p:sldId id="345" r:id="rId90"/>
    <p:sldId id="346" r:id="rId91"/>
    <p:sldId id="347" r:id="rId9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6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D356-F10B-42B2-B0B9-654AE19000B0}" type="datetimeFigureOut">
              <a:rPr lang="zh-TW" altLang="en-US" smtClean="0"/>
              <a:t>2014/11/25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12537-DFB9-41B5-A0F7-F725EBF86B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545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D356-F10B-42B2-B0B9-654AE19000B0}" type="datetimeFigureOut">
              <a:rPr lang="zh-TW" altLang="en-US" smtClean="0"/>
              <a:t>2014/11/25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12537-DFB9-41B5-A0F7-F725EBF86B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1845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D356-F10B-42B2-B0B9-654AE19000B0}" type="datetimeFigureOut">
              <a:rPr lang="zh-TW" altLang="en-US" smtClean="0"/>
              <a:t>2014/11/25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12537-DFB9-41B5-A0F7-F725EBF86B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9608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71487" y="1825625"/>
            <a:ext cx="2900363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3486150" y="1825625"/>
            <a:ext cx="2900363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D356-F10B-42B2-B0B9-654AE19000B0}" type="datetimeFigureOut">
              <a:rPr lang="zh-TW" altLang="en-US" smtClean="0"/>
              <a:t>2014/11/25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12537-DFB9-41B5-A0F7-F725EBF86B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1954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D356-F10B-42B2-B0B9-654AE19000B0}" type="datetimeFigureOut">
              <a:rPr lang="zh-TW" altLang="en-US" smtClean="0"/>
              <a:t>2014/11/25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12537-DFB9-41B5-A0F7-F725EBF86B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1680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D356-F10B-42B2-B0B9-654AE19000B0}" type="datetimeFigureOut">
              <a:rPr lang="zh-TW" altLang="en-US" smtClean="0"/>
              <a:t>2014/11/25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12537-DFB9-41B5-A0F7-F725EBF86B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3398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D356-F10B-42B2-B0B9-654AE19000B0}" type="datetimeFigureOut">
              <a:rPr lang="zh-TW" altLang="en-US" smtClean="0"/>
              <a:t>2014/11/25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12537-DFB9-41B5-A0F7-F725EBF86B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6568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D356-F10B-42B2-B0B9-654AE19000B0}" type="datetimeFigureOut">
              <a:rPr lang="zh-TW" altLang="en-US" smtClean="0"/>
              <a:t>2014/11/25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12537-DFB9-41B5-A0F7-F725EBF86B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875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D356-F10B-42B2-B0B9-654AE19000B0}" type="datetimeFigureOut">
              <a:rPr lang="zh-TW" altLang="en-US" smtClean="0"/>
              <a:t>2014/11/25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12537-DFB9-41B5-A0F7-F725EBF86B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95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D356-F10B-42B2-B0B9-654AE19000B0}" type="datetimeFigureOut">
              <a:rPr lang="zh-TW" altLang="en-US" smtClean="0"/>
              <a:t>2014/11/25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12537-DFB9-41B5-A0F7-F725EBF86B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840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21969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D356-F10B-42B2-B0B9-654AE19000B0}" type="datetimeFigureOut">
              <a:rPr lang="zh-TW" altLang="en-US" smtClean="0"/>
              <a:t>2014/11/25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12537-DFB9-41B5-A0F7-F725EBF86B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0938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BD356-F10B-42B2-B0B9-654AE19000B0}" type="datetimeFigureOut">
              <a:rPr lang="zh-TW" altLang="en-US" smtClean="0"/>
              <a:t>2014/11/25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12537-DFB9-41B5-A0F7-F725EBF86B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0431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579439" y="1419229"/>
            <a:ext cx="7772400" cy="14700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 smtClean="0"/>
              <a:t>A Survey of Longest Common Subsequence Algorithms</a:t>
            </a:r>
            <a:endParaRPr lang="en-US" altLang="zh-TW" sz="3600" b="1" dirty="0"/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397000" y="3076578"/>
            <a:ext cx="6400800" cy="47942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i-FI" altLang="zh-TW" sz="3100" dirty="0" smtClean="0"/>
              <a:t>L</a:t>
            </a:r>
            <a:r>
              <a:rPr lang="fi-FI" altLang="zh-TW" sz="3100" dirty="0"/>
              <a:t>. </a:t>
            </a:r>
            <a:r>
              <a:rPr lang="fi-FI" altLang="zh-TW" sz="3100" dirty="0" smtClean="0"/>
              <a:t>Bergroth, H</a:t>
            </a:r>
            <a:r>
              <a:rPr lang="fi-FI" altLang="zh-TW" sz="3100" dirty="0"/>
              <a:t>. </a:t>
            </a:r>
            <a:r>
              <a:rPr lang="fi-FI" altLang="zh-TW" sz="3100" dirty="0" smtClean="0"/>
              <a:t>Hakonen, T</a:t>
            </a:r>
            <a:r>
              <a:rPr lang="fi-FI" altLang="zh-TW" sz="3100" dirty="0"/>
              <a:t>. Raita	</a:t>
            </a:r>
          </a:p>
          <a:p>
            <a:pPr>
              <a:defRPr/>
            </a:pP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994055"/>
              </p:ext>
            </p:extLst>
          </p:nvPr>
        </p:nvGraphicFramePr>
        <p:xfrm>
          <a:off x="1872343" y="3581401"/>
          <a:ext cx="5364479" cy="1830531"/>
        </p:xfrm>
        <a:graphic>
          <a:graphicData uri="http://schemas.openxmlformats.org/drawingml/2006/table">
            <a:tbl>
              <a:tblPr/>
              <a:tblGrid>
                <a:gridCol w="5364479"/>
              </a:tblGrid>
              <a:tr h="567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String Processing and Information Retrieval, 2000. SPIRE 2000. Proceedings.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Seventh International Symposium on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Pages 39-48</a:t>
                      </a: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endParaRPr lang="en-US" sz="15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3132142" y="5229228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 Huang-Ting Chan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eaLnBrk="1" hangingPunct="1">
                <a:spcBef>
                  <a:spcPct val="0"/>
                </a:spcBef>
                <a:buFontTx/>
                <a:buNone/>
              </a:pPr>
              <a:t>2014/11/25</a:t>
            </a:fld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810242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600" dirty="0" smtClean="0"/>
              <a:t>The aim of this paper is to give a comprehensive comparison of well-known longest common subsequence algorithms (for two input strings) and study their </a:t>
            </a:r>
            <a:r>
              <a:rPr lang="en-US" altLang="zh-TW" sz="2600" dirty="0" err="1" smtClean="0"/>
              <a:t>behaviour</a:t>
            </a:r>
            <a:r>
              <a:rPr lang="en-US" altLang="zh-TW" sz="2600" dirty="0" smtClean="0"/>
              <a:t> in various application environments. </a:t>
            </a:r>
          </a:p>
          <a:p>
            <a:pPr marL="0" indent="0">
              <a:buNone/>
            </a:pPr>
            <a:r>
              <a:rPr lang="en-US" altLang="zh-TW" sz="2600" dirty="0" smtClean="0"/>
              <a:t>The performance of the methods depends heavily on the properties of the problem instance as well as the supporting data structures used in the implementation. </a:t>
            </a:r>
          </a:p>
        </p:txBody>
      </p:sp>
    </p:spTree>
    <p:extLst>
      <p:ext uri="{BB962C8B-B14F-4D97-AF65-F5344CB8AC3E}">
        <p14:creationId xmlns:p14="http://schemas.microsoft.com/office/powerpoint/2010/main" val="2907932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600" dirty="0" smtClean="0"/>
              <a:t>We want to make also a clear distinction between methods that determine the actual </a:t>
            </a:r>
            <a:r>
              <a:rPr lang="en-US" altLang="zh-TW" sz="2600" dirty="0" err="1" smtClean="0"/>
              <a:t>lcs</a:t>
            </a:r>
            <a:r>
              <a:rPr lang="en-US" altLang="zh-TW" sz="2600" dirty="0" smtClean="0"/>
              <a:t> and those calculating only its length, since the execution time and more importantly, the space demand depends crucially on the type of the task. </a:t>
            </a:r>
          </a:p>
          <a:p>
            <a:pPr marL="0" indent="0">
              <a:buNone/>
            </a:pPr>
            <a:r>
              <a:rPr lang="en-US" altLang="zh-TW" sz="2600" dirty="0" smtClean="0"/>
              <a:t>To our knowledge, this is the first time this kind of survey has been done. Due to the page limits, we can give here only a coarse overview of the performance of the algorithms; more detailed studies are reported elsewhere.</a:t>
            </a:r>
            <a:endParaRPr lang="zh-TW" altLang="en-US" sz="2600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3832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/>
                  <a:t>A subsequence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[1..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altLang="zh-TW" sz="2400" dirty="0" smtClean="0"/>
                  <a:t>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[1..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TW" altLang="en-US" sz="2400" dirty="0" smtClean="0"/>
                  <a:t> </a:t>
                </a:r>
                <a:r>
                  <a:rPr lang="en-US" altLang="zh-TW" sz="2400" dirty="0" smtClean="0"/>
                  <a:t>is obtained by deleting m-s symbols from X.</a:t>
                </a:r>
              </a:p>
              <a:p>
                <a:pPr marL="0" indent="0">
                  <a:buNone/>
                </a:pPr>
                <a:endParaRPr lang="en-US" altLang="zh-TW" sz="2400" dirty="0"/>
              </a:p>
              <a:p>
                <a:pPr marL="0" indent="0">
                  <a:buNone/>
                </a:pPr>
                <a:r>
                  <a:rPr lang="en-US" altLang="zh-TW" sz="2400" dirty="0" smtClean="0"/>
                  <a:t>A common subsequence(</a:t>
                </a:r>
                <a:r>
                  <a:rPr lang="en-US" altLang="zh-TW" sz="2400" dirty="0" err="1" smtClean="0"/>
                  <a:t>cs</a:t>
                </a:r>
                <a:r>
                  <a:rPr lang="en-US" altLang="zh-TW" sz="2400" dirty="0" smtClean="0"/>
                  <a:t>) 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[1..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TW" altLang="en-US" sz="2400" dirty="0" smtClean="0"/>
                  <a:t> </a:t>
                </a:r>
                <a:r>
                  <a:rPr lang="en-US" altLang="zh-TW" sz="2400" dirty="0" smtClean="0"/>
                  <a:t>and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1..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TW" sz="2400" dirty="0" smtClean="0"/>
                  <a:t> is a subsequence which occurs in both strings</a:t>
                </a:r>
              </a:p>
              <a:p>
                <a:pPr marL="0" indent="0">
                  <a:buNone/>
                </a:pPr>
                <a:endParaRPr lang="en-US" altLang="zh-TW" sz="2400" dirty="0"/>
              </a:p>
              <a:p>
                <a:pPr marL="0" indent="0">
                  <a:buNone/>
                </a:pPr>
                <a:r>
                  <a:rPr lang="en-US" altLang="zh-TW" sz="2400" dirty="0" smtClean="0"/>
                  <a:t>The longest common subsequence of string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400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TW" altLang="en-US" sz="2400" dirty="0" smtClean="0"/>
                  <a:t> </a:t>
                </a:r>
                <a:r>
                  <a:rPr lang="en-US" altLang="zh-TW" sz="2400" dirty="0" smtClean="0"/>
                  <a:t>is a common subsequence of maximal length.</a:t>
                </a:r>
              </a:p>
              <a:p>
                <a:pPr marL="0" indent="0">
                  <a:buNone/>
                </a:pPr>
                <a:endParaRPr lang="en-US" altLang="zh-TW" sz="2400" dirty="0"/>
              </a:p>
              <a:p>
                <a:pPr marL="0" indent="0">
                  <a:buNone/>
                </a:pPr>
                <a:r>
                  <a:rPr lang="en-US" altLang="zh-TW" sz="2400" dirty="0" smtClean="0"/>
                  <a:t>If the input consists of more than two strings, there is no obvious symmetry between the problems anymore.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159" t="-1961" b="-25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14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/>
                  <a:t>LCS problem can be reduced to two other problem:</a:t>
                </a:r>
              </a:p>
              <a:p>
                <a:pPr marL="0" indent="0">
                  <a:buNone/>
                </a:pPr>
                <a:endParaRPr lang="en-US" altLang="zh-TW" sz="2400" dirty="0"/>
              </a:p>
              <a:p>
                <a:pPr marL="0" indent="0">
                  <a:buNone/>
                </a:pPr>
                <a:r>
                  <a:rPr lang="en-US" altLang="zh-TW" sz="2400" dirty="0" smtClean="0"/>
                  <a:t>LCS is solved with the dynamic programming technique and filling an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 smtClean="0"/>
                  <a:t>table.</a:t>
                </a:r>
              </a:p>
              <a:p>
                <a:pPr marL="0" indent="0">
                  <a:buNone/>
                </a:pPr>
                <a:endParaRPr lang="en-US" altLang="zh-TW" sz="2400" dirty="0"/>
              </a:p>
              <a:p>
                <a:pPr marL="0" indent="0">
                  <a:buNone/>
                </a:pPr>
                <a:r>
                  <a:rPr lang="en-US" altLang="zh-TW" sz="2400" dirty="0" smtClean="0"/>
                  <a:t>LCS can be done to the longest increasing subsequence problem.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74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Longest increasing subsequence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 smtClean="0"/>
              <a:t>Example </a:t>
            </a:r>
          </a:p>
          <a:p>
            <a:pPr marL="0" indent="0">
              <a:buNone/>
            </a:pPr>
            <a:r>
              <a:rPr lang="en-US" altLang="zh-TW" sz="2400" dirty="0" smtClean="0"/>
              <a:t>S  :1 3 5 2 9 8 10 4</a:t>
            </a:r>
          </a:p>
          <a:p>
            <a:pPr marL="0" indent="0">
              <a:buNone/>
            </a:pPr>
            <a:endParaRPr lang="en-US" altLang="zh-TW" sz="2400" dirty="0"/>
          </a:p>
          <a:p>
            <a:pPr marL="0" indent="0">
              <a:buNone/>
            </a:pPr>
            <a:r>
              <a:rPr lang="en-US" altLang="zh-TW" sz="2400" dirty="0" smtClean="0"/>
              <a:t>LIS of  S  is </a:t>
            </a:r>
            <a:r>
              <a:rPr lang="en-US" altLang="zh-TW" sz="2400" dirty="0"/>
              <a:t> </a:t>
            </a:r>
            <a:r>
              <a:rPr lang="en-US" altLang="zh-TW" sz="2400" dirty="0" smtClean="0"/>
              <a:t>1 3 5 9 10</a:t>
            </a:r>
          </a:p>
        </p:txBody>
      </p:sp>
    </p:spTree>
    <p:extLst>
      <p:ext uri="{BB962C8B-B14F-4D97-AF65-F5344CB8AC3E}">
        <p14:creationId xmlns:p14="http://schemas.microsoft.com/office/powerpoint/2010/main" val="175582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Basic Concepts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]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0                                      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𝑜𝑟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+1           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4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]≠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eqAr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en-US" altLang="zh-TW" sz="2400" dirty="0" smtClean="0"/>
              </a:p>
              <a:p>
                <a:pPr marL="0" indent="0">
                  <a:buNone/>
                </a:pPr>
                <a:endParaRPr lang="en-US" altLang="zh-TW" sz="24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2400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4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i="1" dirty="0" err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] = 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[1..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],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[1..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])</m:t>
                      </m:r>
                    </m:oMath>
                  </m:oMathPara>
                </a14:m>
                <a:endParaRPr lang="en-US" altLang="zh-TW" sz="2400" dirty="0"/>
              </a:p>
              <a:p>
                <a:pPr marL="0" indent="0">
                  <a:buNone/>
                </a:pPr>
                <a:endParaRPr lang="en-US" altLang="zh-TW" sz="2400" dirty="0" smtClean="0"/>
              </a:p>
              <a:p>
                <a:pPr marL="0" indent="0">
                  <a:buNone/>
                </a:pPr>
                <a:r>
                  <a:rPr lang="en-US" altLang="zh-TW" sz="2400" dirty="0" smtClean="0"/>
                  <a:t>A pair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400" i="1" dirty="0" err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TW" sz="2400" dirty="0" smtClean="0"/>
                  <a:t>defines a match, if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24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].</m:t>
                    </m:r>
                  </m:oMath>
                </a14:m>
                <a:endParaRPr lang="en-US" altLang="zh-TW" sz="2400" dirty="0" smtClean="0"/>
              </a:p>
              <a:p>
                <a:pPr marL="0" indent="0">
                  <a:buNone/>
                </a:pPr>
                <a:endParaRPr lang="en-US" altLang="zh-TW" sz="24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  1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 1≤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TW" sz="2400" dirty="0" smtClean="0"/>
              </a:p>
              <a:p>
                <a:pPr marL="0" indent="0">
                  <a:buNone/>
                </a:pPr>
                <a:endParaRPr lang="en-US" altLang="zh-TW" sz="24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sz="24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159" t="-140" b="-4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621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 smtClean="0"/>
                  <a:t>denote the set of all dominant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2400" dirty="0" smtClean="0"/>
                  <a:t>-matches</a:t>
                </a:r>
              </a:p>
              <a:p>
                <a:pPr marL="0" indent="0">
                  <a:buNone/>
                </a:pPr>
                <a:endParaRPr lang="en-US" altLang="zh-TW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,…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&lt;..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5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023" y="3077565"/>
            <a:ext cx="5094514" cy="368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9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Three approaches to solve the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 smtClean="0"/>
              <a:t>Processing the Table Row by Row</a:t>
            </a:r>
          </a:p>
          <a:p>
            <a:pPr marL="0" indent="0">
              <a:buNone/>
            </a:pPr>
            <a:endParaRPr lang="en-US" altLang="zh-TW" sz="2400" dirty="0" smtClean="0"/>
          </a:p>
          <a:p>
            <a:pPr marL="0" indent="0">
              <a:buNone/>
            </a:pPr>
            <a:r>
              <a:rPr lang="en-US" altLang="zh-TW" sz="2400" dirty="0" smtClean="0"/>
              <a:t>Advancing from Contour to Contour</a:t>
            </a:r>
          </a:p>
          <a:p>
            <a:pPr marL="0" indent="0">
              <a:buNone/>
            </a:pPr>
            <a:endParaRPr lang="en-US" altLang="zh-TW" sz="2400" dirty="0" smtClean="0"/>
          </a:p>
          <a:p>
            <a:pPr marL="0" indent="0">
              <a:buNone/>
            </a:pPr>
            <a:r>
              <a:rPr lang="en-US" altLang="zh-TW" sz="2400" dirty="0" smtClean="0"/>
              <a:t>Filling the Table </a:t>
            </a:r>
            <a:r>
              <a:rPr lang="en-US" altLang="zh-TW" sz="2400" dirty="0" err="1" smtClean="0"/>
              <a:t>Diagonalwise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6988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 smtClean="0"/>
              <a:t>Processing the Table Row by Row</a:t>
            </a:r>
            <a:br>
              <a:rPr lang="en-US" altLang="zh-TW" sz="3600" dirty="0" smtClean="0"/>
            </a:b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Example 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𝑎𝑏𝑐𝑑𝑏𝑏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𝑐𝑏𝑎𝑐𝑏𝑎𝑎𝑏𝑎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7" t="-15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805169"/>
            <a:ext cx="4879794" cy="251596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04" y="2386148"/>
            <a:ext cx="4641668" cy="335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633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Update rule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𝑀𝑖𝑛𝑌𝑃𝑟𝑒𝑓𝑖𝑥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𝑀𝑖𝑛𝑌𝑃𝑟𝑒𝑓𝑖𝑥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r>
                  <a:rPr lang="en-US" altLang="zh-TW" dirty="0" smtClean="0"/>
                  <a:t>then update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𝑀𝑖𝑛𝑌𝑃𝑟𝑒𝑓𝑖𝑥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7" t="-15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297" y="3795938"/>
            <a:ext cx="4879794" cy="251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08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43840"/>
                <a:ext cx="7886700" cy="652271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/>
                  <a:t>Hunt and Szymanski : </a:t>
                </a:r>
              </a:p>
              <a:p>
                <a:pPr marL="0" indent="0">
                  <a:buNone/>
                </a:pPr>
                <a:r>
                  <a:rPr lang="en-US" altLang="zh-TW" sz="2400" dirty="0"/>
                  <a:t>	</a:t>
                </a:r>
                <a:r>
                  <a:rPr lang="en-US" altLang="zh-TW" sz="2400" dirty="0" smtClean="0"/>
                  <a:t>each row is processed from right to left</a:t>
                </a:r>
                <a14:m>
                  <m:oMath xmlns:m="http://schemas.openxmlformats.org/officeDocument/2006/math"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func>
                      <m:func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400" dirty="0" smtClean="0"/>
              </a:p>
              <a:p>
                <a:pPr marL="0" indent="0">
                  <a:buNone/>
                </a:pPr>
                <a:endParaRPr lang="en-US" altLang="zh-TW" sz="2400" dirty="0" smtClean="0"/>
              </a:p>
              <a:p>
                <a:pPr marL="0" indent="0">
                  <a:buNone/>
                </a:pPr>
                <a:r>
                  <a:rPr lang="en-US" altLang="zh-TW" sz="2400" dirty="0" smtClean="0"/>
                  <a:t>Hsu and Du:</a:t>
                </a:r>
              </a:p>
              <a:p>
                <a:pPr marL="0" indent="0">
                  <a:buNone/>
                </a:pPr>
                <a:r>
                  <a:rPr lang="en-US" altLang="zh-TW" sz="2400" dirty="0"/>
                  <a:t>	</a:t>
                </a:r>
                <a:r>
                  <a:rPr lang="en-US" altLang="zh-TW" sz="2400" dirty="0" smtClean="0"/>
                  <a:t>merge between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𝑀𝑖𝑛𝑌𝑃𝑟𝑒𝑓𝑖𝑥</m:t>
                    </m:r>
                  </m:oMath>
                </a14:m>
                <a:r>
                  <a:rPr lang="en-US" altLang="zh-TW" sz="2400" dirty="0" smtClean="0"/>
                  <a:t> and the list of matches so can binary search</a:t>
                </a:r>
                <a:r>
                  <a:rPr lang="en-US" altLang="zh-TW" sz="2400" dirty="0"/>
                  <a:t> </a:t>
                </a:r>
                <a:r>
                  <a:rPr lang="en-US" altLang="zh-TW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𝑟𝑚</m:t>
                    </m:r>
                    <m:func>
                      <m:func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𝑟𝑚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 altLang="zh-TW" sz="2400" dirty="0" smtClean="0"/>
              </a:p>
              <a:p>
                <a:pPr marL="0" indent="0">
                  <a:buNone/>
                </a:pPr>
                <a:endParaRPr lang="en-US" altLang="zh-TW" sz="2400" dirty="0" smtClean="0"/>
              </a:p>
              <a:p>
                <a:pPr marL="0" indent="0">
                  <a:buNone/>
                </a:pPr>
                <a:r>
                  <a:rPr lang="en-US" altLang="zh-TW" sz="2400" dirty="0" err="1" smtClean="0"/>
                  <a:t>Kuo</a:t>
                </a:r>
                <a:r>
                  <a:rPr lang="en-US" altLang="zh-TW" sz="2400" dirty="0" smtClean="0"/>
                  <a:t> and Cross:</a:t>
                </a:r>
              </a:p>
              <a:p>
                <a:pPr marL="0" indent="0">
                  <a:buNone/>
                </a:pPr>
                <a:r>
                  <a:rPr lang="en-US" altLang="zh-TW" sz="2400" dirty="0"/>
                  <a:t>	</a:t>
                </a:r>
                <a:r>
                  <a:rPr lang="en-US" altLang="zh-TW" sz="2400" dirty="0" smtClean="0"/>
                  <a:t>each row is processed form left to right 	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func>
                      <m:func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400" dirty="0" smtClean="0"/>
              </a:p>
              <a:p>
                <a:pPr marL="0" indent="0">
                  <a:buNone/>
                </a:pPr>
                <a:endParaRPr lang="en-US" altLang="zh-TW" sz="2400" dirty="0"/>
              </a:p>
              <a:p>
                <a:pPr marL="0" indent="0">
                  <a:buNone/>
                </a:pPr>
                <a:r>
                  <a:rPr lang="en-US" altLang="zh-TW" sz="2400" dirty="0" err="1" smtClean="0"/>
                  <a:t>Apostolico</a:t>
                </a:r>
                <a:r>
                  <a:rPr lang="en-US" altLang="zh-TW" sz="2400" dirty="0" smtClean="0"/>
                  <a:t> and Guerra:</a:t>
                </a:r>
              </a:p>
              <a:p>
                <a:pPr marL="0" indent="0">
                  <a:buNone/>
                </a:pPr>
                <a:r>
                  <a:rPr lang="en-US" altLang="zh-TW" sz="2400" dirty="0"/>
                  <a:t>	</a:t>
                </a:r>
                <a:r>
                  <a:rPr lang="en-US" altLang="zh-TW" sz="2400" dirty="0" smtClean="0"/>
                  <a:t>can just concentrate only the dominant matches 	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func>
                      <m:func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func>
                          <m:func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(2</m:t>
                            </m:r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𝑚𝑛</m:t>
                            </m:r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400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43840"/>
                <a:ext cx="7886700" cy="6522719"/>
              </a:xfrm>
              <a:blipFill rotWithShape="0">
                <a:blip r:embed="rId2"/>
                <a:stretch>
                  <a:fillRect l="-1159" t="-1308" r="-3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6444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4" cy="43402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9" name="甜甜圈 58"/>
          <p:cNvSpPr/>
          <p:nvPr/>
        </p:nvSpPr>
        <p:spPr bwMode="auto">
          <a:xfrm>
            <a:off x="978596" y="1092113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165899" y="1235449"/>
            <a:ext cx="4963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grpSp>
        <p:nvGrpSpPr>
          <p:cNvPr id="22" name="群組 21"/>
          <p:cNvGrpSpPr/>
          <p:nvPr/>
        </p:nvGrpSpPr>
        <p:grpSpPr>
          <a:xfrm>
            <a:off x="757334" y="1373949"/>
            <a:ext cx="1475532" cy="4748440"/>
            <a:chOff x="1009778" y="688932"/>
            <a:chExt cx="1967376" cy="6331253"/>
          </a:xfrm>
        </p:grpSpPr>
        <p:sp>
          <p:nvSpPr>
            <p:cNvPr id="2" name="減號 1"/>
            <p:cNvSpPr/>
            <p:nvPr/>
          </p:nvSpPr>
          <p:spPr bwMode="auto">
            <a:xfrm rot="16200000">
              <a:off x="-1030982" y="3713381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009778" y="970064"/>
              <a:ext cx="1967376" cy="584776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24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Thresh[0]</a:t>
              </a:r>
              <a:endParaRPr lang="zh-TW" altLang="en-US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3" name="減號 22"/>
          <p:cNvSpPr/>
          <p:nvPr/>
        </p:nvSpPr>
        <p:spPr bwMode="auto">
          <a:xfrm rot="16200000">
            <a:off x="5845788" y="3642287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440541" y="968250"/>
            <a:ext cx="1347165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g=1,2,….6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587324" y="1546881"/>
            <a:ext cx="14771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Thresh[g]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51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4" cy="43402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9" name="甜甜圈 58"/>
          <p:cNvSpPr/>
          <p:nvPr/>
        </p:nvSpPr>
        <p:spPr bwMode="auto">
          <a:xfrm>
            <a:off x="978596" y="1092113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165899" y="1235449"/>
            <a:ext cx="4963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60" name="直線單箭頭接點 59"/>
          <p:cNvCxnSpPr/>
          <p:nvPr/>
        </p:nvCxnSpPr>
        <p:spPr bwMode="auto">
          <a:xfrm flipH="1" flipV="1">
            <a:off x="1662244" y="1439710"/>
            <a:ext cx="5803268" cy="807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" name="群組 21"/>
          <p:cNvGrpSpPr/>
          <p:nvPr/>
        </p:nvGrpSpPr>
        <p:grpSpPr>
          <a:xfrm>
            <a:off x="757334" y="1373949"/>
            <a:ext cx="1475532" cy="4748440"/>
            <a:chOff x="1009778" y="688932"/>
            <a:chExt cx="1967376" cy="6331253"/>
          </a:xfrm>
        </p:grpSpPr>
        <p:sp>
          <p:nvSpPr>
            <p:cNvPr id="2" name="減號 1"/>
            <p:cNvSpPr/>
            <p:nvPr/>
          </p:nvSpPr>
          <p:spPr bwMode="auto">
            <a:xfrm rot="16200000">
              <a:off x="-1030982" y="3713381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009778" y="970064"/>
              <a:ext cx="1967376" cy="584776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24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Thresh[0]</a:t>
              </a:r>
              <a:endParaRPr lang="zh-TW" altLang="en-US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3" name="減號 22"/>
          <p:cNvSpPr/>
          <p:nvPr/>
        </p:nvSpPr>
        <p:spPr bwMode="auto">
          <a:xfrm rot="16200000">
            <a:off x="5845788" y="3642287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440541" y="968250"/>
            <a:ext cx="1347165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g=1,2,….6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587324" y="1546881"/>
            <a:ext cx="14771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Thresh[g]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760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9" name="甜甜圈 58"/>
          <p:cNvSpPr/>
          <p:nvPr/>
        </p:nvSpPr>
        <p:spPr bwMode="auto">
          <a:xfrm>
            <a:off x="978596" y="1092113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165899" y="1235449"/>
            <a:ext cx="4963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>
                <a:solidFill>
                  <a:srgbClr val="000000"/>
                </a:solidFill>
              </a:rPr>
              <a:t>0</a:t>
            </a:r>
            <a:endParaRPr lang="zh-TW" altLang="en-US" sz="1350" dirty="0">
              <a:solidFill>
                <a:srgbClr val="000000"/>
              </a:solidFill>
            </a:endParaRPr>
          </a:p>
        </p:txBody>
      </p:sp>
      <p:cxnSp>
        <p:nvCxnSpPr>
          <p:cNvPr id="23" name="直線單箭頭接點 22"/>
          <p:cNvCxnSpPr/>
          <p:nvPr/>
        </p:nvCxnSpPr>
        <p:spPr bwMode="auto">
          <a:xfrm flipH="1" flipV="1">
            <a:off x="1662244" y="1439710"/>
            <a:ext cx="5803268" cy="807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線單箭頭接點 18"/>
          <p:cNvCxnSpPr/>
          <p:nvPr/>
        </p:nvCxnSpPr>
        <p:spPr bwMode="auto">
          <a:xfrm flipH="1" flipV="1">
            <a:off x="1662244" y="1512448"/>
            <a:ext cx="4370603" cy="735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甜甜圈 24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grpSp>
        <p:nvGrpSpPr>
          <p:cNvPr id="22" name="群組 21"/>
          <p:cNvGrpSpPr/>
          <p:nvPr/>
        </p:nvGrpSpPr>
        <p:grpSpPr>
          <a:xfrm>
            <a:off x="757334" y="1373949"/>
            <a:ext cx="1475532" cy="4748440"/>
            <a:chOff x="1009778" y="688932"/>
            <a:chExt cx="1967376" cy="6331253"/>
          </a:xfrm>
        </p:grpSpPr>
        <p:sp>
          <p:nvSpPr>
            <p:cNvPr id="24" name="減號 23"/>
            <p:cNvSpPr/>
            <p:nvPr/>
          </p:nvSpPr>
          <p:spPr bwMode="auto">
            <a:xfrm rot="16200000">
              <a:off x="-1030982" y="3713381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009778" y="970064"/>
              <a:ext cx="1967376" cy="584776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24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Thresh[0]</a:t>
              </a:r>
              <a:endParaRPr lang="zh-TW" altLang="en-US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8" name="減號 27"/>
          <p:cNvSpPr/>
          <p:nvPr/>
        </p:nvSpPr>
        <p:spPr bwMode="auto">
          <a:xfrm rot="16200000">
            <a:off x="5845788" y="3642287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440541" y="968250"/>
            <a:ext cx="1347165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g=2,3,….6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減號 30"/>
          <p:cNvSpPr/>
          <p:nvPr/>
        </p:nvSpPr>
        <p:spPr bwMode="auto">
          <a:xfrm rot="16200000">
            <a:off x="5444174" y="3642286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727746" y="5446271"/>
            <a:ext cx="1475532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Thresh[1]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87324" y="1546881"/>
            <a:ext cx="14771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Thresh[g]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60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9" name="甜甜圈 58"/>
          <p:cNvSpPr/>
          <p:nvPr/>
        </p:nvSpPr>
        <p:spPr bwMode="auto">
          <a:xfrm>
            <a:off x="978596" y="1092113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165899" y="1235449"/>
            <a:ext cx="4963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>
                <a:solidFill>
                  <a:srgbClr val="000000"/>
                </a:solidFill>
              </a:rPr>
              <a:t>0</a:t>
            </a:r>
            <a:endParaRPr lang="zh-TW" altLang="en-US" sz="1350" dirty="0">
              <a:solidFill>
                <a:srgbClr val="000000"/>
              </a:solidFill>
            </a:endParaRPr>
          </a:p>
        </p:txBody>
      </p:sp>
      <p:cxnSp>
        <p:nvCxnSpPr>
          <p:cNvPr id="23" name="直線單箭頭接點 22"/>
          <p:cNvCxnSpPr/>
          <p:nvPr/>
        </p:nvCxnSpPr>
        <p:spPr bwMode="auto">
          <a:xfrm flipH="1" flipV="1">
            <a:off x="1662244" y="1439710"/>
            <a:ext cx="5803268" cy="807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線單箭頭接點 18"/>
          <p:cNvCxnSpPr/>
          <p:nvPr/>
        </p:nvCxnSpPr>
        <p:spPr bwMode="auto">
          <a:xfrm flipH="1" flipV="1">
            <a:off x="1662244" y="1512448"/>
            <a:ext cx="4370603" cy="735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線單箭頭接點 19"/>
          <p:cNvCxnSpPr/>
          <p:nvPr/>
        </p:nvCxnSpPr>
        <p:spPr bwMode="auto">
          <a:xfrm flipH="1" flipV="1">
            <a:off x="1625644" y="1597000"/>
            <a:ext cx="3685391" cy="72337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甜甜圈 25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7" name="甜甜圈 26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5327268" y="1373949"/>
            <a:ext cx="1475532" cy="4748440"/>
            <a:chOff x="8970327" y="688932"/>
            <a:chExt cx="1967376" cy="6331253"/>
          </a:xfrm>
        </p:grpSpPr>
        <p:sp>
          <p:nvSpPr>
            <p:cNvPr id="24" name="減號 23"/>
            <p:cNvSpPr/>
            <p:nvPr/>
          </p:nvSpPr>
          <p:spPr bwMode="auto">
            <a:xfrm rot="16200000">
              <a:off x="7258898" y="3713381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8970327" y="6118694"/>
              <a:ext cx="1967376" cy="584776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24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Thresh[1]</a:t>
              </a:r>
              <a:endParaRPr lang="zh-TW" altLang="en-US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9" name="減號 28"/>
          <p:cNvSpPr/>
          <p:nvPr/>
        </p:nvSpPr>
        <p:spPr bwMode="auto">
          <a:xfrm rot="16200000">
            <a:off x="5845788" y="3642287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440541" y="968250"/>
            <a:ext cx="1347165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g=2,3,….6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減號 34"/>
          <p:cNvSpPr/>
          <p:nvPr/>
        </p:nvSpPr>
        <p:spPr bwMode="auto">
          <a:xfrm rot="16200000">
            <a:off x="-773236" y="3642286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587324" y="1546881"/>
            <a:ext cx="14771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Thresh[g]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7334" y="1584798"/>
            <a:ext cx="1475532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Thresh[0]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866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9" name="甜甜圈 58"/>
          <p:cNvSpPr/>
          <p:nvPr/>
        </p:nvSpPr>
        <p:spPr bwMode="auto">
          <a:xfrm>
            <a:off x="978596" y="1092113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165899" y="1235449"/>
            <a:ext cx="4963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>
                <a:solidFill>
                  <a:srgbClr val="000000"/>
                </a:solidFill>
              </a:rPr>
              <a:t>0</a:t>
            </a:r>
            <a:endParaRPr lang="zh-TW" altLang="en-US" sz="1350" dirty="0">
              <a:solidFill>
                <a:srgbClr val="000000"/>
              </a:solidFill>
            </a:endParaRPr>
          </a:p>
        </p:txBody>
      </p:sp>
      <p:cxnSp>
        <p:nvCxnSpPr>
          <p:cNvPr id="23" name="直線單箭頭接點 22"/>
          <p:cNvCxnSpPr/>
          <p:nvPr/>
        </p:nvCxnSpPr>
        <p:spPr bwMode="auto">
          <a:xfrm flipH="1" flipV="1">
            <a:off x="1662244" y="1439710"/>
            <a:ext cx="5803268" cy="807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線單箭頭接點 19"/>
          <p:cNvCxnSpPr/>
          <p:nvPr/>
        </p:nvCxnSpPr>
        <p:spPr bwMode="auto">
          <a:xfrm flipH="1" flipV="1">
            <a:off x="1625644" y="1597000"/>
            <a:ext cx="3685391" cy="72337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線單箭頭接點 21"/>
          <p:cNvCxnSpPr/>
          <p:nvPr/>
        </p:nvCxnSpPr>
        <p:spPr bwMode="auto">
          <a:xfrm flipH="1" flipV="1">
            <a:off x="1561057" y="1655785"/>
            <a:ext cx="1595501" cy="59185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甜甜圈 24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6" name="甜甜圈 25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7" name="甜甜圈 26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19" name="直線單箭頭接點 18"/>
          <p:cNvCxnSpPr/>
          <p:nvPr/>
        </p:nvCxnSpPr>
        <p:spPr bwMode="auto">
          <a:xfrm flipH="1" flipV="1">
            <a:off x="1662244" y="1512448"/>
            <a:ext cx="4370603" cy="735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減號 23"/>
          <p:cNvSpPr/>
          <p:nvPr/>
        </p:nvSpPr>
        <p:spPr bwMode="auto">
          <a:xfrm rot="16200000">
            <a:off x="5845788" y="3642287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440541" y="968250"/>
            <a:ext cx="1347165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g=2,3,….6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30" name="群組 29"/>
          <p:cNvGrpSpPr/>
          <p:nvPr/>
        </p:nvGrpSpPr>
        <p:grpSpPr>
          <a:xfrm>
            <a:off x="4613109" y="1373949"/>
            <a:ext cx="1475532" cy="4748440"/>
            <a:chOff x="8970327" y="688932"/>
            <a:chExt cx="1967376" cy="6331253"/>
          </a:xfrm>
        </p:grpSpPr>
        <p:sp>
          <p:nvSpPr>
            <p:cNvPr id="31" name="減號 30"/>
            <p:cNvSpPr/>
            <p:nvPr/>
          </p:nvSpPr>
          <p:spPr bwMode="auto">
            <a:xfrm rot="16200000">
              <a:off x="7258898" y="3713381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8970327" y="6118694"/>
              <a:ext cx="1967376" cy="584776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24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Thresh[1]</a:t>
              </a:r>
              <a:endParaRPr lang="zh-TW" altLang="en-US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33" name="減號 32"/>
          <p:cNvSpPr/>
          <p:nvPr/>
        </p:nvSpPr>
        <p:spPr bwMode="auto">
          <a:xfrm rot="16200000">
            <a:off x="-773236" y="3642286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587324" y="1546881"/>
            <a:ext cx="14771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Thresh[g]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57334" y="1584798"/>
            <a:ext cx="1475532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Thresh[0]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8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9" name="甜甜圈 58"/>
          <p:cNvSpPr/>
          <p:nvPr/>
        </p:nvSpPr>
        <p:spPr bwMode="auto">
          <a:xfrm>
            <a:off x="978596" y="1092113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165899" y="1235449"/>
            <a:ext cx="4963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>
                <a:solidFill>
                  <a:srgbClr val="000000"/>
                </a:solidFill>
              </a:rPr>
              <a:t>0</a:t>
            </a:r>
            <a:endParaRPr lang="zh-TW" altLang="en-US" sz="1350" dirty="0">
              <a:solidFill>
                <a:srgbClr val="000000"/>
              </a:solidFill>
            </a:endParaRPr>
          </a:p>
        </p:txBody>
      </p:sp>
      <p:cxnSp>
        <p:nvCxnSpPr>
          <p:cNvPr id="23" name="直線單箭頭接點 22"/>
          <p:cNvCxnSpPr/>
          <p:nvPr/>
        </p:nvCxnSpPr>
        <p:spPr bwMode="auto">
          <a:xfrm flipH="1" flipV="1">
            <a:off x="1662244" y="1439710"/>
            <a:ext cx="5803268" cy="807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線單箭頭接點 19"/>
          <p:cNvCxnSpPr/>
          <p:nvPr/>
        </p:nvCxnSpPr>
        <p:spPr bwMode="auto">
          <a:xfrm flipH="1" flipV="1">
            <a:off x="1625644" y="1597000"/>
            <a:ext cx="3685391" cy="72337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線單箭頭接點 21"/>
          <p:cNvCxnSpPr/>
          <p:nvPr/>
        </p:nvCxnSpPr>
        <p:spPr bwMode="auto">
          <a:xfrm flipH="1" flipV="1">
            <a:off x="1561057" y="1655785"/>
            <a:ext cx="1595501" cy="59185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線單箭頭接點 25"/>
          <p:cNvCxnSpPr>
            <a:endCxn id="3" idx="6"/>
          </p:cNvCxnSpPr>
          <p:nvPr/>
        </p:nvCxnSpPr>
        <p:spPr bwMode="auto">
          <a:xfrm flipH="1" flipV="1">
            <a:off x="3739020" y="2426136"/>
            <a:ext cx="3003896" cy="53548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甜甜圈 27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9" name="甜甜圈 28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0" name="甜甜圈 29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19" name="直線單箭頭接點 18"/>
          <p:cNvCxnSpPr/>
          <p:nvPr/>
        </p:nvCxnSpPr>
        <p:spPr bwMode="auto">
          <a:xfrm flipH="1" flipV="1">
            <a:off x="1662244" y="1512448"/>
            <a:ext cx="4370603" cy="735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矩形 24"/>
          <p:cNvSpPr/>
          <p:nvPr/>
        </p:nvSpPr>
        <p:spPr>
          <a:xfrm>
            <a:off x="7440541" y="968250"/>
            <a:ext cx="1347165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g=2,3,….6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減號 30"/>
          <p:cNvSpPr/>
          <p:nvPr/>
        </p:nvSpPr>
        <p:spPr bwMode="auto">
          <a:xfrm rot="16200000">
            <a:off x="5845788" y="3642287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32" name="群組 31"/>
          <p:cNvGrpSpPr/>
          <p:nvPr/>
        </p:nvGrpSpPr>
        <p:grpSpPr>
          <a:xfrm>
            <a:off x="2482987" y="1373951"/>
            <a:ext cx="1475532" cy="4748440"/>
            <a:chOff x="8970327" y="688932"/>
            <a:chExt cx="1967376" cy="6331253"/>
          </a:xfrm>
        </p:grpSpPr>
        <p:sp>
          <p:nvSpPr>
            <p:cNvPr id="33" name="減號 32"/>
            <p:cNvSpPr/>
            <p:nvPr/>
          </p:nvSpPr>
          <p:spPr bwMode="auto">
            <a:xfrm rot="16200000">
              <a:off x="7258898" y="3713381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8970327" y="6118694"/>
              <a:ext cx="1967376" cy="584776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24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Thresh[1]</a:t>
              </a:r>
              <a:endParaRPr lang="zh-TW" altLang="en-US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35" name="減號 34"/>
          <p:cNvSpPr/>
          <p:nvPr/>
        </p:nvSpPr>
        <p:spPr bwMode="auto">
          <a:xfrm rot="16200000">
            <a:off x="-773236" y="3642286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587324" y="1546881"/>
            <a:ext cx="14771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Thresh[g]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57334" y="1584798"/>
            <a:ext cx="1475532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Thresh[0]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03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9" name="甜甜圈 58"/>
          <p:cNvSpPr/>
          <p:nvPr/>
        </p:nvSpPr>
        <p:spPr bwMode="auto">
          <a:xfrm>
            <a:off x="978596" y="1092113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165899" y="1235449"/>
            <a:ext cx="4963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>
                <a:solidFill>
                  <a:srgbClr val="000000"/>
                </a:solidFill>
              </a:rPr>
              <a:t>0</a:t>
            </a:r>
            <a:endParaRPr lang="zh-TW" altLang="en-US" sz="1350" dirty="0">
              <a:solidFill>
                <a:srgbClr val="000000"/>
              </a:solidFill>
            </a:endParaRPr>
          </a:p>
        </p:txBody>
      </p:sp>
      <p:cxnSp>
        <p:nvCxnSpPr>
          <p:cNvPr id="23" name="直線單箭頭接點 22"/>
          <p:cNvCxnSpPr/>
          <p:nvPr/>
        </p:nvCxnSpPr>
        <p:spPr bwMode="auto">
          <a:xfrm flipH="1" flipV="1">
            <a:off x="1662244" y="1439710"/>
            <a:ext cx="5803268" cy="807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線單箭頭接點 19"/>
          <p:cNvCxnSpPr/>
          <p:nvPr/>
        </p:nvCxnSpPr>
        <p:spPr bwMode="auto">
          <a:xfrm flipH="1" flipV="1">
            <a:off x="1625644" y="1597000"/>
            <a:ext cx="3685391" cy="72337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線單箭頭接點 21"/>
          <p:cNvCxnSpPr/>
          <p:nvPr/>
        </p:nvCxnSpPr>
        <p:spPr bwMode="auto">
          <a:xfrm flipH="1" flipV="1">
            <a:off x="1561057" y="1655785"/>
            <a:ext cx="1595501" cy="59185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線單箭頭接點 25"/>
          <p:cNvCxnSpPr>
            <a:endCxn id="3" idx="6"/>
          </p:cNvCxnSpPr>
          <p:nvPr/>
        </p:nvCxnSpPr>
        <p:spPr bwMode="auto">
          <a:xfrm flipH="1" flipV="1">
            <a:off x="3739020" y="2426136"/>
            <a:ext cx="3003896" cy="53548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線單箭頭接點 23"/>
          <p:cNvCxnSpPr/>
          <p:nvPr/>
        </p:nvCxnSpPr>
        <p:spPr bwMode="auto">
          <a:xfrm flipH="1" flipV="1">
            <a:off x="3728059" y="2571751"/>
            <a:ext cx="849420" cy="1878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甜甜圈 26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8" name="甜甜圈 27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9" name="甜甜圈 28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19" name="直線單箭頭接點 18"/>
          <p:cNvCxnSpPr/>
          <p:nvPr/>
        </p:nvCxnSpPr>
        <p:spPr bwMode="auto">
          <a:xfrm flipH="1" flipV="1">
            <a:off x="1662244" y="1512448"/>
            <a:ext cx="4370603" cy="735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矩形 29"/>
          <p:cNvSpPr/>
          <p:nvPr/>
        </p:nvSpPr>
        <p:spPr>
          <a:xfrm>
            <a:off x="7469394" y="968250"/>
            <a:ext cx="1289457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g=3,4,5,6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減號 31"/>
          <p:cNvSpPr/>
          <p:nvPr/>
        </p:nvSpPr>
        <p:spPr bwMode="auto">
          <a:xfrm rot="16200000">
            <a:off x="5845788" y="3642287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" name="減號 32"/>
          <p:cNvSpPr/>
          <p:nvPr/>
        </p:nvSpPr>
        <p:spPr bwMode="auto">
          <a:xfrm rot="16200000">
            <a:off x="-773236" y="3642286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35" name="群組 34"/>
          <p:cNvGrpSpPr/>
          <p:nvPr/>
        </p:nvGrpSpPr>
        <p:grpSpPr>
          <a:xfrm>
            <a:off x="2482987" y="1373951"/>
            <a:ext cx="1475532" cy="4748440"/>
            <a:chOff x="8970327" y="688932"/>
            <a:chExt cx="1967376" cy="6331253"/>
          </a:xfrm>
        </p:grpSpPr>
        <p:sp>
          <p:nvSpPr>
            <p:cNvPr id="36" name="減號 35"/>
            <p:cNvSpPr/>
            <p:nvPr/>
          </p:nvSpPr>
          <p:spPr bwMode="auto">
            <a:xfrm rot="16200000">
              <a:off x="7258898" y="3713381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8970327" y="6118694"/>
              <a:ext cx="1967376" cy="584776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24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Thresh[1]</a:t>
              </a:r>
              <a:endParaRPr lang="zh-TW" altLang="en-US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6011394" y="1383344"/>
            <a:ext cx="1475532" cy="4748440"/>
            <a:chOff x="13522468" y="549056"/>
            <a:chExt cx="1967376" cy="6331253"/>
          </a:xfrm>
        </p:grpSpPr>
        <p:sp>
          <p:nvSpPr>
            <p:cNvPr id="39" name="減號 38"/>
            <p:cNvSpPr/>
            <p:nvPr/>
          </p:nvSpPr>
          <p:spPr bwMode="auto">
            <a:xfrm rot="16200000">
              <a:off x="11832774" y="3573505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13522468" y="5966294"/>
              <a:ext cx="1967376" cy="584776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24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Thresh[2]</a:t>
              </a:r>
              <a:endParaRPr lang="zh-TW" altLang="en-US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41" name="矩形 40"/>
          <p:cNvSpPr/>
          <p:nvPr/>
        </p:nvSpPr>
        <p:spPr>
          <a:xfrm>
            <a:off x="7587324" y="1546881"/>
            <a:ext cx="14771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Thresh[g]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57334" y="1584798"/>
            <a:ext cx="1475532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Thresh[0]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90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9" name="甜甜圈 58"/>
          <p:cNvSpPr/>
          <p:nvPr/>
        </p:nvSpPr>
        <p:spPr bwMode="auto">
          <a:xfrm>
            <a:off x="978596" y="1092113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165899" y="1235449"/>
            <a:ext cx="4963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>
                <a:solidFill>
                  <a:srgbClr val="000000"/>
                </a:solidFill>
              </a:rPr>
              <a:t>0</a:t>
            </a:r>
            <a:endParaRPr lang="zh-TW" altLang="en-US" sz="1350" dirty="0">
              <a:solidFill>
                <a:srgbClr val="000000"/>
              </a:solidFill>
            </a:endParaRPr>
          </a:p>
        </p:txBody>
      </p:sp>
      <p:cxnSp>
        <p:nvCxnSpPr>
          <p:cNvPr id="23" name="直線單箭頭接點 22"/>
          <p:cNvCxnSpPr/>
          <p:nvPr/>
        </p:nvCxnSpPr>
        <p:spPr bwMode="auto">
          <a:xfrm flipH="1" flipV="1">
            <a:off x="1662244" y="1439710"/>
            <a:ext cx="5803268" cy="807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線單箭頭接點 19"/>
          <p:cNvCxnSpPr/>
          <p:nvPr/>
        </p:nvCxnSpPr>
        <p:spPr bwMode="auto">
          <a:xfrm flipH="1" flipV="1">
            <a:off x="1625644" y="1597000"/>
            <a:ext cx="3685391" cy="72337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線單箭頭接點 21"/>
          <p:cNvCxnSpPr/>
          <p:nvPr/>
        </p:nvCxnSpPr>
        <p:spPr bwMode="auto">
          <a:xfrm flipH="1" flipV="1">
            <a:off x="1561057" y="1655785"/>
            <a:ext cx="1595501" cy="59185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線單箭頭接點 25"/>
          <p:cNvCxnSpPr>
            <a:endCxn id="3" idx="6"/>
          </p:cNvCxnSpPr>
          <p:nvPr/>
        </p:nvCxnSpPr>
        <p:spPr bwMode="auto">
          <a:xfrm flipH="1" flipV="1">
            <a:off x="3739020" y="2426136"/>
            <a:ext cx="3003896" cy="53548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線單箭頭接點 23"/>
          <p:cNvCxnSpPr/>
          <p:nvPr/>
        </p:nvCxnSpPr>
        <p:spPr bwMode="auto">
          <a:xfrm flipH="1" flipV="1">
            <a:off x="3728059" y="2571751"/>
            <a:ext cx="849420" cy="1878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1474940" y="1721547"/>
            <a:ext cx="1059138" cy="106897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甜甜圈 28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0" name="甜甜圈 29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1" name="甜甜圈 30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19" name="直線單箭頭接點 18"/>
          <p:cNvCxnSpPr/>
          <p:nvPr/>
        </p:nvCxnSpPr>
        <p:spPr bwMode="auto">
          <a:xfrm flipH="1" flipV="1">
            <a:off x="1662244" y="1512448"/>
            <a:ext cx="4370603" cy="735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矩形 26"/>
          <p:cNvSpPr/>
          <p:nvPr/>
        </p:nvSpPr>
        <p:spPr>
          <a:xfrm>
            <a:off x="7469395" y="968250"/>
            <a:ext cx="1289457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g=3,4,5,6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減號 32"/>
          <p:cNvSpPr/>
          <p:nvPr/>
        </p:nvSpPr>
        <p:spPr bwMode="auto">
          <a:xfrm rot="16200000">
            <a:off x="5845788" y="3642287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4" name="減號 33"/>
          <p:cNvSpPr/>
          <p:nvPr/>
        </p:nvSpPr>
        <p:spPr bwMode="auto">
          <a:xfrm rot="16200000">
            <a:off x="-773236" y="3642286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36" name="群組 35"/>
          <p:cNvGrpSpPr/>
          <p:nvPr/>
        </p:nvGrpSpPr>
        <p:grpSpPr>
          <a:xfrm>
            <a:off x="1769608" y="1373950"/>
            <a:ext cx="1475532" cy="4748440"/>
            <a:chOff x="8970327" y="688932"/>
            <a:chExt cx="1967376" cy="6331253"/>
          </a:xfrm>
        </p:grpSpPr>
        <p:sp>
          <p:nvSpPr>
            <p:cNvPr id="37" name="減號 36"/>
            <p:cNvSpPr/>
            <p:nvPr/>
          </p:nvSpPr>
          <p:spPr bwMode="auto">
            <a:xfrm rot="16200000">
              <a:off x="7258898" y="3713381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8970327" y="6118694"/>
              <a:ext cx="1967376" cy="584776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24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Thresh[1]</a:t>
              </a:r>
              <a:endParaRPr lang="zh-TW" altLang="en-US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3896776" y="1385763"/>
            <a:ext cx="1475532" cy="4748440"/>
            <a:chOff x="13522468" y="549056"/>
            <a:chExt cx="1967376" cy="6331253"/>
          </a:xfrm>
        </p:grpSpPr>
        <p:sp>
          <p:nvSpPr>
            <p:cNvPr id="40" name="減號 39"/>
            <p:cNvSpPr/>
            <p:nvPr/>
          </p:nvSpPr>
          <p:spPr bwMode="auto">
            <a:xfrm rot="16200000">
              <a:off x="11832774" y="3573505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13522468" y="5966294"/>
              <a:ext cx="1967376" cy="584776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24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Thresh[2]</a:t>
              </a:r>
              <a:endParaRPr lang="zh-TW" altLang="en-US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7587324" y="1546881"/>
            <a:ext cx="14771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Thresh[g]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757334" y="1584798"/>
            <a:ext cx="1475532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Thresh[0]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73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9" name="甜甜圈 58"/>
          <p:cNvSpPr/>
          <p:nvPr/>
        </p:nvSpPr>
        <p:spPr bwMode="auto">
          <a:xfrm>
            <a:off x="978596" y="1092113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165899" y="1235449"/>
            <a:ext cx="4963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>
                <a:solidFill>
                  <a:srgbClr val="000000"/>
                </a:solidFill>
              </a:rPr>
              <a:t>0</a:t>
            </a:r>
            <a:endParaRPr lang="zh-TW" altLang="en-US" sz="1350" dirty="0">
              <a:solidFill>
                <a:srgbClr val="000000"/>
              </a:solidFill>
            </a:endParaRPr>
          </a:p>
        </p:txBody>
      </p:sp>
      <p:cxnSp>
        <p:nvCxnSpPr>
          <p:cNvPr id="23" name="直線單箭頭接點 22"/>
          <p:cNvCxnSpPr/>
          <p:nvPr/>
        </p:nvCxnSpPr>
        <p:spPr bwMode="auto">
          <a:xfrm flipH="1" flipV="1">
            <a:off x="1662244" y="1439710"/>
            <a:ext cx="5803268" cy="807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線單箭頭接點 19"/>
          <p:cNvCxnSpPr/>
          <p:nvPr/>
        </p:nvCxnSpPr>
        <p:spPr bwMode="auto">
          <a:xfrm flipH="1" flipV="1">
            <a:off x="1625644" y="1597000"/>
            <a:ext cx="3685391" cy="72337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線單箭頭接點 21"/>
          <p:cNvCxnSpPr/>
          <p:nvPr/>
        </p:nvCxnSpPr>
        <p:spPr bwMode="auto">
          <a:xfrm flipH="1" flipV="1">
            <a:off x="1561057" y="1655785"/>
            <a:ext cx="1595501" cy="59185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線單箭頭接點 25"/>
          <p:cNvCxnSpPr>
            <a:endCxn id="3" idx="6"/>
          </p:cNvCxnSpPr>
          <p:nvPr/>
        </p:nvCxnSpPr>
        <p:spPr bwMode="auto">
          <a:xfrm flipH="1" flipV="1">
            <a:off x="3739020" y="2426136"/>
            <a:ext cx="3003896" cy="53548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線單箭頭接點 23"/>
          <p:cNvCxnSpPr/>
          <p:nvPr/>
        </p:nvCxnSpPr>
        <p:spPr bwMode="auto">
          <a:xfrm flipH="1" flipV="1">
            <a:off x="3728059" y="2571751"/>
            <a:ext cx="849420" cy="1878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線單箭頭接點 24"/>
          <p:cNvCxnSpPr>
            <a:stCxn id="8" idx="1"/>
          </p:cNvCxnSpPr>
          <p:nvPr/>
        </p:nvCxnSpPr>
        <p:spPr bwMode="auto">
          <a:xfrm flipH="1" flipV="1">
            <a:off x="1474940" y="1721547"/>
            <a:ext cx="1059138" cy="106897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直線單箭頭接點 29"/>
          <p:cNvCxnSpPr>
            <a:endCxn id="8" idx="5"/>
          </p:cNvCxnSpPr>
          <p:nvPr/>
        </p:nvCxnSpPr>
        <p:spPr bwMode="auto">
          <a:xfrm flipH="1" flipV="1">
            <a:off x="2934315" y="3189095"/>
            <a:ext cx="926833" cy="21407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甜甜圈 31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3" name="甜甜圈 32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4" name="甜甜圈 33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19" name="直線單箭頭接點 18"/>
          <p:cNvCxnSpPr/>
          <p:nvPr/>
        </p:nvCxnSpPr>
        <p:spPr bwMode="auto">
          <a:xfrm flipH="1" flipV="1">
            <a:off x="1662244" y="1512448"/>
            <a:ext cx="4370603" cy="735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矩形 27"/>
          <p:cNvSpPr/>
          <p:nvPr/>
        </p:nvSpPr>
        <p:spPr>
          <a:xfrm>
            <a:off x="7469393" y="968250"/>
            <a:ext cx="1289457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g=3,4,5,6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減號 34"/>
          <p:cNvSpPr/>
          <p:nvPr/>
        </p:nvSpPr>
        <p:spPr bwMode="auto">
          <a:xfrm rot="16200000">
            <a:off x="5845788" y="3642287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6" name="減號 35"/>
          <p:cNvSpPr/>
          <p:nvPr/>
        </p:nvSpPr>
        <p:spPr bwMode="auto">
          <a:xfrm rot="16200000">
            <a:off x="-773236" y="3642286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38" name="群組 37"/>
          <p:cNvGrpSpPr/>
          <p:nvPr/>
        </p:nvGrpSpPr>
        <p:grpSpPr>
          <a:xfrm>
            <a:off x="1769608" y="1373950"/>
            <a:ext cx="1475532" cy="4748440"/>
            <a:chOff x="8970327" y="688932"/>
            <a:chExt cx="1967376" cy="6331253"/>
          </a:xfrm>
        </p:grpSpPr>
        <p:sp>
          <p:nvSpPr>
            <p:cNvPr id="39" name="減號 38"/>
            <p:cNvSpPr/>
            <p:nvPr/>
          </p:nvSpPr>
          <p:spPr bwMode="auto">
            <a:xfrm rot="16200000">
              <a:off x="7258898" y="3713381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8970327" y="6118694"/>
              <a:ext cx="1967376" cy="584776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24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Thresh[1]</a:t>
              </a:r>
              <a:endParaRPr lang="zh-TW" altLang="en-US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3174538" y="1373949"/>
            <a:ext cx="1475532" cy="4748440"/>
            <a:chOff x="13522468" y="549056"/>
            <a:chExt cx="1967376" cy="6331253"/>
          </a:xfrm>
        </p:grpSpPr>
        <p:sp>
          <p:nvSpPr>
            <p:cNvPr id="42" name="減號 41"/>
            <p:cNvSpPr/>
            <p:nvPr/>
          </p:nvSpPr>
          <p:spPr bwMode="auto">
            <a:xfrm rot="16200000">
              <a:off x="11832774" y="3573505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13522468" y="5966294"/>
              <a:ext cx="1967376" cy="584776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24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Thresh[2]</a:t>
              </a:r>
              <a:endParaRPr lang="zh-TW" altLang="en-US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44" name="矩形 43"/>
          <p:cNvSpPr/>
          <p:nvPr/>
        </p:nvSpPr>
        <p:spPr>
          <a:xfrm>
            <a:off x="7587324" y="1546881"/>
            <a:ext cx="14771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Thresh[g]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7334" y="1584798"/>
            <a:ext cx="1475532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Thresh[0]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554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9" name="甜甜圈 58"/>
          <p:cNvSpPr/>
          <p:nvPr/>
        </p:nvSpPr>
        <p:spPr bwMode="auto">
          <a:xfrm>
            <a:off x="978596" y="1092113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165899" y="1235449"/>
            <a:ext cx="4963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>
                <a:solidFill>
                  <a:srgbClr val="000000"/>
                </a:solidFill>
              </a:rPr>
              <a:t>0</a:t>
            </a:r>
            <a:endParaRPr lang="zh-TW" altLang="en-US" sz="1350" dirty="0">
              <a:solidFill>
                <a:srgbClr val="000000"/>
              </a:solidFill>
            </a:endParaRPr>
          </a:p>
        </p:txBody>
      </p:sp>
      <p:cxnSp>
        <p:nvCxnSpPr>
          <p:cNvPr id="23" name="直線單箭頭接點 22"/>
          <p:cNvCxnSpPr/>
          <p:nvPr/>
        </p:nvCxnSpPr>
        <p:spPr bwMode="auto">
          <a:xfrm flipH="1" flipV="1">
            <a:off x="1662244" y="1439710"/>
            <a:ext cx="5803268" cy="807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線單箭頭接點 19"/>
          <p:cNvCxnSpPr/>
          <p:nvPr/>
        </p:nvCxnSpPr>
        <p:spPr bwMode="auto">
          <a:xfrm flipH="1" flipV="1">
            <a:off x="1625644" y="1597000"/>
            <a:ext cx="3685391" cy="72337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線單箭頭接點 21"/>
          <p:cNvCxnSpPr/>
          <p:nvPr/>
        </p:nvCxnSpPr>
        <p:spPr bwMode="auto">
          <a:xfrm flipH="1" flipV="1">
            <a:off x="1561057" y="1655785"/>
            <a:ext cx="1595501" cy="59185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線單箭頭接點 25"/>
          <p:cNvCxnSpPr>
            <a:endCxn id="3" idx="6"/>
          </p:cNvCxnSpPr>
          <p:nvPr/>
        </p:nvCxnSpPr>
        <p:spPr bwMode="auto">
          <a:xfrm flipH="1" flipV="1">
            <a:off x="3739020" y="2426136"/>
            <a:ext cx="3003896" cy="53548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線單箭頭接點 23"/>
          <p:cNvCxnSpPr/>
          <p:nvPr/>
        </p:nvCxnSpPr>
        <p:spPr bwMode="auto">
          <a:xfrm flipH="1" flipV="1">
            <a:off x="3728059" y="2571751"/>
            <a:ext cx="849420" cy="1878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線單箭頭接點 24"/>
          <p:cNvCxnSpPr>
            <a:stCxn id="8" idx="1"/>
          </p:cNvCxnSpPr>
          <p:nvPr/>
        </p:nvCxnSpPr>
        <p:spPr bwMode="auto">
          <a:xfrm flipH="1" flipV="1">
            <a:off x="1474940" y="1721547"/>
            <a:ext cx="1059138" cy="106897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直線單箭頭接點 29"/>
          <p:cNvCxnSpPr>
            <a:endCxn id="8" idx="5"/>
          </p:cNvCxnSpPr>
          <p:nvPr/>
        </p:nvCxnSpPr>
        <p:spPr bwMode="auto">
          <a:xfrm flipH="1" flipV="1">
            <a:off x="2934315" y="3189095"/>
            <a:ext cx="926833" cy="21407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線單箭頭接點 26"/>
          <p:cNvCxnSpPr/>
          <p:nvPr/>
        </p:nvCxnSpPr>
        <p:spPr bwMode="auto">
          <a:xfrm flipH="1" flipV="1">
            <a:off x="1380995" y="1721547"/>
            <a:ext cx="488515" cy="155009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甜甜圈 30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2" name="甜甜圈 31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3" name="甜甜圈 32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19" name="直線單箭頭接點 18"/>
          <p:cNvCxnSpPr/>
          <p:nvPr/>
        </p:nvCxnSpPr>
        <p:spPr bwMode="auto">
          <a:xfrm flipH="1" flipV="1">
            <a:off x="1662244" y="1512448"/>
            <a:ext cx="4370603" cy="735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矩形 28"/>
          <p:cNvSpPr/>
          <p:nvPr/>
        </p:nvSpPr>
        <p:spPr>
          <a:xfrm>
            <a:off x="7469395" y="968250"/>
            <a:ext cx="1289457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g=3,4,5,6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減號 34"/>
          <p:cNvSpPr/>
          <p:nvPr/>
        </p:nvSpPr>
        <p:spPr bwMode="auto">
          <a:xfrm rot="16200000">
            <a:off x="5845788" y="3642287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6" name="減號 35"/>
          <p:cNvSpPr/>
          <p:nvPr/>
        </p:nvSpPr>
        <p:spPr bwMode="auto">
          <a:xfrm rot="16200000">
            <a:off x="-773236" y="3642286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38" name="群組 37"/>
          <p:cNvGrpSpPr/>
          <p:nvPr/>
        </p:nvGrpSpPr>
        <p:grpSpPr>
          <a:xfrm>
            <a:off x="1083832" y="1373950"/>
            <a:ext cx="1475532" cy="4748440"/>
            <a:chOff x="8970327" y="688932"/>
            <a:chExt cx="1967376" cy="6331253"/>
          </a:xfrm>
        </p:grpSpPr>
        <p:sp>
          <p:nvSpPr>
            <p:cNvPr id="39" name="減號 38"/>
            <p:cNvSpPr/>
            <p:nvPr/>
          </p:nvSpPr>
          <p:spPr bwMode="auto">
            <a:xfrm rot="16200000">
              <a:off x="7258898" y="3713381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8970327" y="6118694"/>
              <a:ext cx="1967376" cy="584776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24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Thresh[1]</a:t>
              </a:r>
              <a:endParaRPr lang="zh-TW" altLang="en-US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3174538" y="1373949"/>
            <a:ext cx="1475532" cy="4748440"/>
            <a:chOff x="13522468" y="549056"/>
            <a:chExt cx="1967376" cy="6331253"/>
          </a:xfrm>
        </p:grpSpPr>
        <p:sp>
          <p:nvSpPr>
            <p:cNvPr id="42" name="減號 41"/>
            <p:cNvSpPr/>
            <p:nvPr/>
          </p:nvSpPr>
          <p:spPr bwMode="auto">
            <a:xfrm rot="16200000">
              <a:off x="11832774" y="3573505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13522468" y="5966294"/>
              <a:ext cx="1967376" cy="584776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24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Thresh[2]</a:t>
              </a:r>
              <a:endParaRPr lang="zh-TW" altLang="en-US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44" name="矩形 43"/>
          <p:cNvSpPr/>
          <p:nvPr/>
        </p:nvSpPr>
        <p:spPr>
          <a:xfrm>
            <a:off x="7587324" y="1546881"/>
            <a:ext cx="14771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Thresh[g]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57334" y="1584798"/>
            <a:ext cx="1475532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Thresh[0]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860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9" name="甜甜圈 58"/>
          <p:cNvSpPr/>
          <p:nvPr/>
        </p:nvSpPr>
        <p:spPr bwMode="auto">
          <a:xfrm>
            <a:off x="978596" y="1092113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165899" y="1235449"/>
            <a:ext cx="4963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>
                <a:solidFill>
                  <a:srgbClr val="000000"/>
                </a:solidFill>
              </a:rPr>
              <a:t>0</a:t>
            </a:r>
            <a:endParaRPr lang="zh-TW" altLang="en-US" sz="1350" dirty="0">
              <a:solidFill>
                <a:srgbClr val="000000"/>
              </a:solidFill>
            </a:endParaRPr>
          </a:p>
        </p:txBody>
      </p:sp>
      <p:cxnSp>
        <p:nvCxnSpPr>
          <p:cNvPr id="23" name="直線單箭頭接點 22"/>
          <p:cNvCxnSpPr/>
          <p:nvPr/>
        </p:nvCxnSpPr>
        <p:spPr bwMode="auto">
          <a:xfrm flipH="1" flipV="1">
            <a:off x="1662244" y="1439710"/>
            <a:ext cx="5803268" cy="807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線單箭頭接點 19"/>
          <p:cNvCxnSpPr/>
          <p:nvPr/>
        </p:nvCxnSpPr>
        <p:spPr bwMode="auto">
          <a:xfrm flipH="1" flipV="1">
            <a:off x="1625644" y="1597000"/>
            <a:ext cx="3685391" cy="72337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線單箭頭接點 21"/>
          <p:cNvCxnSpPr/>
          <p:nvPr/>
        </p:nvCxnSpPr>
        <p:spPr bwMode="auto">
          <a:xfrm flipH="1" flipV="1">
            <a:off x="1561057" y="1655785"/>
            <a:ext cx="1595501" cy="59185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線單箭頭接點 25"/>
          <p:cNvCxnSpPr>
            <a:endCxn id="3" idx="6"/>
          </p:cNvCxnSpPr>
          <p:nvPr/>
        </p:nvCxnSpPr>
        <p:spPr bwMode="auto">
          <a:xfrm flipH="1" flipV="1">
            <a:off x="3739020" y="2426136"/>
            <a:ext cx="3003896" cy="53548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線單箭頭接點 23"/>
          <p:cNvCxnSpPr/>
          <p:nvPr/>
        </p:nvCxnSpPr>
        <p:spPr bwMode="auto">
          <a:xfrm flipH="1" flipV="1">
            <a:off x="3728059" y="2571751"/>
            <a:ext cx="849420" cy="1878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線單箭頭接點 24"/>
          <p:cNvCxnSpPr>
            <a:stCxn id="8" idx="1"/>
          </p:cNvCxnSpPr>
          <p:nvPr/>
        </p:nvCxnSpPr>
        <p:spPr bwMode="auto">
          <a:xfrm flipH="1" flipV="1">
            <a:off x="1474940" y="1721547"/>
            <a:ext cx="1059138" cy="106897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直線單箭頭接點 29"/>
          <p:cNvCxnSpPr>
            <a:endCxn id="8" idx="5"/>
          </p:cNvCxnSpPr>
          <p:nvPr/>
        </p:nvCxnSpPr>
        <p:spPr bwMode="auto">
          <a:xfrm flipH="1" flipV="1">
            <a:off x="2934315" y="3189095"/>
            <a:ext cx="926833" cy="21407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線單箭頭接點 26"/>
          <p:cNvCxnSpPr/>
          <p:nvPr/>
        </p:nvCxnSpPr>
        <p:spPr bwMode="auto">
          <a:xfrm flipH="1" flipV="1">
            <a:off x="1380995" y="1721547"/>
            <a:ext cx="488515" cy="155009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4460047" y="3647423"/>
            <a:ext cx="2282869" cy="72337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甜甜圈 30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2" name="甜甜圈 31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3" name="甜甜圈 32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19" name="直線單箭頭接點 18"/>
          <p:cNvCxnSpPr/>
          <p:nvPr/>
        </p:nvCxnSpPr>
        <p:spPr bwMode="auto">
          <a:xfrm flipH="1" flipV="1">
            <a:off x="1662244" y="1512448"/>
            <a:ext cx="4370603" cy="735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矩形 33"/>
          <p:cNvSpPr/>
          <p:nvPr/>
        </p:nvSpPr>
        <p:spPr>
          <a:xfrm>
            <a:off x="7469393" y="968250"/>
            <a:ext cx="1289457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g=3,4,5,6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減號 35"/>
          <p:cNvSpPr/>
          <p:nvPr/>
        </p:nvSpPr>
        <p:spPr bwMode="auto">
          <a:xfrm rot="16200000">
            <a:off x="5845788" y="3642287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7" name="減號 36"/>
          <p:cNvSpPr/>
          <p:nvPr/>
        </p:nvSpPr>
        <p:spPr bwMode="auto">
          <a:xfrm rot="16200000">
            <a:off x="-773236" y="3642286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57334" y="1584798"/>
            <a:ext cx="1475532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Thresh[0]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9" name="群組 38"/>
          <p:cNvGrpSpPr/>
          <p:nvPr/>
        </p:nvGrpSpPr>
        <p:grpSpPr>
          <a:xfrm>
            <a:off x="1083832" y="1373950"/>
            <a:ext cx="1475532" cy="4748440"/>
            <a:chOff x="8970327" y="688932"/>
            <a:chExt cx="1967376" cy="6331253"/>
          </a:xfrm>
        </p:grpSpPr>
        <p:sp>
          <p:nvSpPr>
            <p:cNvPr id="40" name="減號 39"/>
            <p:cNvSpPr/>
            <p:nvPr/>
          </p:nvSpPr>
          <p:spPr bwMode="auto">
            <a:xfrm rot="16200000">
              <a:off x="7258898" y="3713381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8970327" y="6118694"/>
              <a:ext cx="1967376" cy="584776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24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Thresh[1]</a:t>
              </a:r>
              <a:endParaRPr lang="zh-TW" altLang="en-US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3174538" y="1373949"/>
            <a:ext cx="1475532" cy="4748440"/>
            <a:chOff x="13522468" y="549056"/>
            <a:chExt cx="1967376" cy="6331253"/>
          </a:xfrm>
        </p:grpSpPr>
        <p:sp>
          <p:nvSpPr>
            <p:cNvPr id="43" name="減號 42"/>
            <p:cNvSpPr/>
            <p:nvPr/>
          </p:nvSpPr>
          <p:spPr bwMode="auto">
            <a:xfrm rot="16200000">
              <a:off x="11832774" y="3573505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13522468" y="5966294"/>
              <a:ext cx="1967376" cy="584776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24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Thresh[2]</a:t>
              </a:r>
              <a:endParaRPr lang="zh-TW" altLang="en-US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45" name="矩形 44"/>
          <p:cNvSpPr/>
          <p:nvPr/>
        </p:nvSpPr>
        <p:spPr>
          <a:xfrm>
            <a:off x="7587324" y="1546881"/>
            <a:ext cx="14771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Thresh[g]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043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9" name="甜甜圈 58"/>
          <p:cNvSpPr/>
          <p:nvPr/>
        </p:nvSpPr>
        <p:spPr bwMode="auto">
          <a:xfrm>
            <a:off x="978596" y="1092113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165899" y="1235449"/>
            <a:ext cx="4963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>
                <a:solidFill>
                  <a:srgbClr val="000000"/>
                </a:solidFill>
              </a:rPr>
              <a:t>0</a:t>
            </a:r>
            <a:endParaRPr lang="zh-TW" altLang="en-US" sz="1350" dirty="0">
              <a:solidFill>
                <a:srgbClr val="000000"/>
              </a:solidFill>
            </a:endParaRPr>
          </a:p>
        </p:txBody>
      </p:sp>
      <p:cxnSp>
        <p:nvCxnSpPr>
          <p:cNvPr id="23" name="直線單箭頭接點 22"/>
          <p:cNvCxnSpPr/>
          <p:nvPr/>
        </p:nvCxnSpPr>
        <p:spPr bwMode="auto">
          <a:xfrm flipH="1" flipV="1">
            <a:off x="1662244" y="1439710"/>
            <a:ext cx="5803268" cy="807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線單箭頭接點 19"/>
          <p:cNvCxnSpPr/>
          <p:nvPr/>
        </p:nvCxnSpPr>
        <p:spPr bwMode="auto">
          <a:xfrm flipH="1" flipV="1">
            <a:off x="1625644" y="1597000"/>
            <a:ext cx="3685391" cy="72337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線單箭頭接點 21"/>
          <p:cNvCxnSpPr/>
          <p:nvPr/>
        </p:nvCxnSpPr>
        <p:spPr bwMode="auto">
          <a:xfrm flipH="1" flipV="1">
            <a:off x="1561057" y="1655785"/>
            <a:ext cx="1595501" cy="59185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線單箭頭接點 25"/>
          <p:cNvCxnSpPr>
            <a:endCxn id="3" idx="6"/>
          </p:cNvCxnSpPr>
          <p:nvPr/>
        </p:nvCxnSpPr>
        <p:spPr bwMode="auto">
          <a:xfrm flipH="1" flipV="1">
            <a:off x="3739020" y="2426136"/>
            <a:ext cx="3003896" cy="53548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線單箭頭接點 23"/>
          <p:cNvCxnSpPr/>
          <p:nvPr/>
        </p:nvCxnSpPr>
        <p:spPr bwMode="auto">
          <a:xfrm flipH="1" flipV="1">
            <a:off x="3728059" y="2571751"/>
            <a:ext cx="849420" cy="1878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線單箭頭接點 24"/>
          <p:cNvCxnSpPr>
            <a:stCxn id="8" idx="1"/>
          </p:cNvCxnSpPr>
          <p:nvPr/>
        </p:nvCxnSpPr>
        <p:spPr bwMode="auto">
          <a:xfrm flipH="1" flipV="1">
            <a:off x="1474940" y="1721547"/>
            <a:ext cx="1059138" cy="106897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直線單箭頭接點 29"/>
          <p:cNvCxnSpPr>
            <a:endCxn id="8" idx="5"/>
          </p:cNvCxnSpPr>
          <p:nvPr/>
        </p:nvCxnSpPr>
        <p:spPr bwMode="auto">
          <a:xfrm flipH="1" flipV="1">
            <a:off x="2934315" y="3189095"/>
            <a:ext cx="926833" cy="21407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線單箭頭接點 26"/>
          <p:cNvCxnSpPr/>
          <p:nvPr/>
        </p:nvCxnSpPr>
        <p:spPr bwMode="auto">
          <a:xfrm flipH="1" flipV="1">
            <a:off x="1380995" y="1721547"/>
            <a:ext cx="488515" cy="155009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4460047" y="3647423"/>
            <a:ext cx="2282869" cy="72337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單箭頭接點 28"/>
          <p:cNvCxnSpPr>
            <a:endCxn id="6" idx="5"/>
          </p:cNvCxnSpPr>
          <p:nvPr/>
        </p:nvCxnSpPr>
        <p:spPr bwMode="auto">
          <a:xfrm flipH="1" flipV="1">
            <a:off x="4374747" y="3752766"/>
            <a:ext cx="369486" cy="54914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甜甜圈 31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3" name="甜甜圈 32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4" name="甜甜圈 33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19" name="直線單箭頭接點 18"/>
          <p:cNvCxnSpPr/>
          <p:nvPr/>
        </p:nvCxnSpPr>
        <p:spPr bwMode="auto">
          <a:xfrm flipH="1" flipV="1">
            <a:off x="1662244" y="1512448"/>
            <a:ext cx="4370603" cy="735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矩形 30"/>
          <p:cNvSpPr/>
          <p:nvPr/>
        </p:nvSpPr>
        <p:spPr>
          <a:xfrm>
            <a:off x="7585613" y="968250"/>
            <a:ext cx="1057021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g=4,5,6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減號 36"/>
          <p:cNvSpPr/>
          <p:nvPr/>
        </p:nvSpPr>
        <p:spPr bwMode="auto">
          <a:xfrm rot="16200000">
            <a:off x="5845788" y="3642287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8" name="減號 37"/>
          <p:cNvSpPr/>
          <p:nvPr/>
        </p:nvSpPr>
        <p:spPr bwMode="auto">
          <a:xfrm rot="16200000">
            <a:off x="-773236" y="3642286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210040" y="5436878"/>
            <a:ext cx="447880" cy="3000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T[0]</a:t>
            </a:r>
            <a:endParaRPr lang="zh-TW" altLang="en-US" sz="15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40" name="群組 39"/>
          <p:cNvGrpSpPr/>
          <p:nvPr/>
        </p:nvGrpSpPr>
        <p:grpSpPr>
          <a:xfrm>
            <a:off x="1777219" y="1373950"/>
            <a:ext cx="503144" cy="4748440"/>
            <a:chOff x="9894844" y="688932"/>
            <a:chExt cx="670859" cy="6331253"/>
          </a:xfrm>
        </p:grpSpPr>
        <p:sp>
          <p:nvSpPr>
            <p:cNvPr id="41" name="減號 40"/>
            <p:cNvSpPr/>
            <p:nvPr/>
          </p:nvSpPr>
          <p:spPr bwMode="auto">
            <a:xfrm rot="16200000">
              <a:off x="7258898" y="3713381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9894844" y="6106169"/>
              <a:ext cx="597174" cy="400109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15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T[1]</a:t>
              </a:r>
              <a:endParaRPr lang="zh-TW" altLang="en-US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3885902" y="1373949"/>
            <a:ext cx="501467" cy="4748440"/>
            <a:chOff x="14470956" y="549056"/>
            <a:chExt cx="668623" cy="6331253"/>
          </a:xfrm>
        </p:grpSpPr>
        <p:sp>
          <p:nvSpPr>
            <p:cNvPr id="44" name="減號 43"/>
            <p:cNvSpPr/>
            <p:nvPr/>
          </p:nvSpPr>
          <p:spPr bwMode="auto">
            <a:xfrm rot="16200000">
              <a:off x="11832774" y="3573505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14470956" y="5966294"/>
              <a:ext cx="597174" cy="400109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15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T[2]</a:t>
              </a:r>
              <a:endParaRPr lang="zh-TW" altLang="en-US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9" name="群組 48"/>
          <p:cNvGrpSpPr/>
          <p:nvPr/>
        </p:nvGrpSpPr>
        <p:grpSpPr>
          <a:xfrm>
            <a:off x="4571545" y="1373950"/>
            <a:ext cx="493265" cy="4748440"/>
            <a:chOff x="14481892" y="549056"/>
            <a:chExt cx="657687" cy="6331253"/>
          </a:xfrm>
        </p:grpSpPr>
        <p:sp>
          <p:nvSpPr>
            <p:cNvPr id="50" name="減號 49"/>
            <p:cNvSpPr/>
            <p:nvPr/>
          </p:nvSpPr>
          <p:spPr bwMode="auto">
            <a:xfrm rot="16200000">
              <a:off x="11832774" y="3573505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14481892" y="5966293"/>
              <a:ext cx="597174" cy="400109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15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T[3]</a:t>
              </a:r>
              <a:endParaRPr lang="zh-TW" altLang="en-US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46" name="矩形 45"/>
          <p:cNvSpPr/>
          <p:nvPr/>
        </p:nvSpPr>
        <p:spPr>
          <a:xfrm>
            <a:off x="7587324" y="1546881"/>
            <a:ext cx="14771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Thresh[g]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4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9" name="甜甜圈 58"/>
          <p:cNvSpPr/>
          <p:nvPr/>
        </p:nvSpPr>
        <p:spPr bwMode="auto">
          <a:xfrm>
            <a:off x="978596" y="1092113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165899" y="1235449"/>
            <a:ext cx="4963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>
                <a:solidFill>
                  <a:srgbClr val="000000"/>
                </a:solidFill>
              </a:rPr>
              <a:t>0</a:t>
            </a:r>
            <a:endParaRPr lang="zh-TW" altLang="en-US" sz="1350" dirty="0">
              <a:solidFill>
                <a:srgbClr val="000000"/>
              </a:solidFill>
            </a:endParaRPr>
          </a:p>
        </p:txBody>
      </p:sp>
      <p:cxnSp>
        <p:nvCxnSpPr>
          <p:cNvPr id="23" name="直線單箭頭接點 22"/>
          <p:cNvCxnSpPr/>
          <p:nvPr/>
        </p:nvCxnSpPr>
        <p:spPr bwMode="auto">
          <a:xfrm flipH="1" flipV="1">
            <a:off x="1662244" y="1439710"/>
            <a:ext cx="5803268" cy="807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線單箭頭接點 19"/>
          <p:cNvCxnSpPr/>
          <p:nvPr/>
        </p:nvCxnSpPr>
        <p:spPr bwMode="auto">
          <a:xfrm flipH="1" flipV="1">
            <a:off x="1625644" y="1597000"/>
            <a:ext cx="3685391" cy="72337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線單箭頭接點 21"/>
          <p:cNvCxnSpPr/>
          <p:nvPr/>
        </p:nvCxnSpPr>
        <p:spPr bwMode="auto">
          <a:xfrm flipH="1" flipV="1">
            <a:off x="1561057" y="1655785"/>
            <a:ext cx="1595501" cy="59185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線單箭頭接點 25"/>
          <p:cNvCxnSpPr>
            <a:endCxn id="3" idx="6"/>
          </p:cNvCxnSpPr>
          <p:nvPr/>
        </p:nvCxnSpPr>
        <p:spPr bwMode="auto">
          <a:xfrm flipH="1" flipV="1">
            <a:off x="3739020" y="2426136"/>
            <a:ext cx="3003896" cy="53548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線單箭頭接點 23"/>
          <p:cNvCxnSpPr/>
          <p:nvPr/>
        </p:nvCxnSpPr>
        <p:spPr bwMode="auto">
          <a:xfrm flipH="1" flipV="1">
            <a:off x="3728059" y="2571751"/>
            <a:ext cx="849420" cy="1878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線單箭頭接點 24"/>
          <p:cNvCxnSpPr>
            <a:stCxn id="8" idx="1"/>
          </p:cNvCxnSpPr>
          <p:nvPr/>
        </p:nvCxnSpPr>
        <p:spPr bwMode="auto">
          <a:xfrm flipH="1" flipV="1">
            <a:off x="1474940" y="1721547"/>
            <a:ext cx="1059138" cy="106897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直線單箭頭接點 29"/>
          <p:cNvCxnSpPr>
            <a:endCxn id="8" idx="5"/>
          </p:cNvCxnSpPr>
          <p:nvPr/>
        </p:nvCxnSpPr>
        <p:spPr bwMode="auto">
          <a:xfrm flipH="1" flipV="1">
            <a:off x="2934315" y="3189095"/>
            <a:ext cx="926833" cy="21407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線單箭頭接點 26"/>
          <p:cNvCxnSpPr/>
          <p:nvPr/>
        </p:nvCxnSpPr>
        <p:spPr bwMode="auto">
          <a:xfrm flipH="1" flipV="1">
            <a:off x="1380995" y="1721547"/>
            <a:ext cx="488515" cy="155009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4460047" y="3647423"/>
            <a:ext cx="2282869" cy="72337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單箭頭接點 28"/>
          <p:cNvCxnSpPr>
            <a:endCxn id="6" idx="5"/>
          </p:cNvCxnSpPr>
          <p:nvPr/>
        </p:nvCxnSpPr>
        <p:spPr bwMode="auto">
          <a:xfrm flipH="1" flipV="1">
            <a:off x="4374747" y="3752766"/>
            <a:ext cx="369486" cy="54914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直線單箭頭接點 30"/>
          <p:cNvCxnSpPr>
            <a:stCxn id="15" idx="1"/>
          </p:cNvCxnSpPr>
          <p:nvPr/>
        </p:nvCxnSpPr>
        <p:spPr bwMode="auto">
          <a:xfrm flipH="1" flipV="1">
            <a:off x="2151345" y="3835315"/>
            <a:ext cx="385141" cy="54914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甜甜圈 33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5" name="甜甜圈 34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6" name="甜甜圈 35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19" name="直線單箭頭接點 18"/>
          <p:cNvCxnSpPr/>
          <p:nvPr/>
        </p:nvCxnSpPr>
        <p:spPr bwMode="auto">
          <a:xfrm flipH="1" flipV="1">
            <a:off x="1662244" y="1512448"/>
            <a:ext cx="4370603" cy="735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矩形 31"/>
          <p:cNvSpPr/>
          <p:nvPr/>
        </p:nvSpPr>
        <p:spPr>
          <a:xfrm>
            <a:off x="7585613" y="968250"/>
            <a:ext cx="1057021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g=4,5,6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減號 36"/>
          <p:cNvSpPr/>
          <p:nvPr/>
        </p:nvSpPr>
        <p:spPr bwMode="auto">
          <a:xfrm rot="16200000">
            <a:off x="5845788" y="3642287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8" name="減號 37"/>
          <p:cNvSpPr/>
          <p:nvPr/>
        </p:nvSpPr>
        <p:spPr bwMode="auto">
          <a:xfrm rot="16200000">
            <a:off x="-773236" y="3642286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1" name="減號 40"/>
          <p:cNvSpPr/>
          <p:nvPr/>
        </p:nvSpPr>
        <p:spPr bwMode="auto">
          <a:xfrm rot="16200000">
            <a:off x="-199741" y="3642287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777219" y="5436878"/>
            <a:ext cx="447880" cy="3000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T[1]</a:t>
            </a:r>
            <a:endParaRPr lang="zh-TW" altLang="en-US" sz="15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48" name="群組 47"/>
          <p:cNvGrpSpPr/>
          <p:nvPr/>
        </p:nvGrpSpPr>
        <p:grpSpPr>
          <a:xfrm>
            <a:off x="4571545" y="1373950"/>
            <a:ext cx="493265" cy="4748440"/>
            <a:chOff x="14481892" y="549056"/>
            <a:chExt cx="657687" cy="6331253"/>
          </a:xfrm>
        </p:grpSpPr>
        <p:sp>
          <p:nvSpPr>
            <p:cNvPr id="49" name="減號 48"/>
            <p:cNvSpPr/>
            <p:nvPr/>
          </p:nvSpPr>
          <p:spPr bwMode="auto">
            <a:xfrm rot="16200000">
              <a:off x="11832774" y="3573505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4481892" y="5966293"/>
              <a:ext cx="597174" cy="400109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15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T[3]</a:t>
              </a:r>
              <a:endParaRPr lang="zh-TW" altLang="en-US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51" name="群組 50"/>
          <p:cNvGrpSpPr/>
          <p:nvPr/>
        </p:nvGrpSpPr>
        <p:grpSpPr>
          <a:xfrm>
            <a:off x="3885902" y="1373949"/>
            <a:ext cx="501467" cy="4748440"/>
            <a:chOff x="14470956" y="549056"/>
            <a:chExt cx="668623" cy="6331253"/>
          </a:xfrm>
        </p:grpSpPr>
        <p:sp>
          <p:nvSpPr>
            <p:cNvPr id="52" name="減號 51"/>
            <p:cNvSpPr/>
            <p:nvPr/>
          </p:nvSpPr>
          <p:spPr bwMode="auto">
            <a:xfrm rot="16200000">
              <a:off x="11832774" y="3573505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14470956" y="5966294"/>
              <a:ext cx="597174" cy="400109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15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T[2]</a:t>
              </a:r>
              <a:endParaRPr lang="zh-TW" altLang="en-US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45" name="矩形 44"/>
          <p:cNvSpPr/>
          <p:nvPr/>
        </p:nvSpPr>
        <p:spPr>
          <a:xfrm>
            <a:off x="7587324" y="1546881"/>
            <a:ext cx="14771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Thresh[g]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210040" y="5436878"/>
            <a:ext cx="447880" cy="3000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T[0]</a:t>
            </a:r>
            <a:endParaRPr lang="zh-TW" altLang="en-US" sz="15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9947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9" name="甜甜圈 58"/>
          <p:cNvSpPr/>
          <p:nvPr/>
        </p:nvSpPr>
        <p:spPr bwMode="auto">
          <a:xfrm>
            <a:off x="978596" y="1092113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165899" y="1235449"/>
            <a:ext cx="4963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>
                <a:solidFill>
                  <a:srgbClr val="000000"/>
                </a:solidFill>
              </a:rPr>
              <a:t>0</a:t>
            </a:r>
            <a:endParaRPr lang="zh-TW" altLang="en-US" sz="1350" dirty="0">
              <a:solidFill>
                <a:srgbClr val="000000"/>
              </a:solidFill>
            </a:endParaRPr>
          </a:p>
        </p:txBody>
      </p:sp>
      <p:cxnSp>
        <p:nvCxnSpPr>
          <p:cNvPr id="23" name="直線單箭頭接點 22"/>
          <p:cNvCxnSpPr/>
          <p:nvPr/>
        </p:nvCxnSpPr>
        <p:spPr bwMode="auto">
          <a:xfrm flipH="1" flipV="1">
            <a:off x="1662244" y="1439710"/>
            <a:ext cx="5803268" cy="807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線單箭頭接點 19"/>
          <p:cNvCxnSpPr/>
          <p:nvPr/>
        </p:nvCxnSpPr>
        <p:spPr bwMode="auto">
          <a:xfrm flipH="1" flipV="1">
            <a:off x="1625644" y="1597000"/>
            <a:ext cx="3685391" cy="72337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線單箭頭接點 21"/>
          <p:cNvCxnSpPr/>
          <p:nvPr/>
        </p:nvCxnSpPr>
        <p:spPr bwMode="auto">
          <a:xfrm flipH="1" flipV="1">
            <a:off x="1561057" y="1655785"/>
            <a:ext cx="1595501" cy="59185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線單箭頭接點 25"/>
          <p:cNvCxnSpPr>
            <a:endCxn id="3" idx="6"/>
          </p:cNvCxnSpPr>
          <p:nvPr/>
        </p:nvCxnSpPr>
        <p:spPr bwMode="auto">
          <a:xfrm flipH="1" flipV="1">
            <a:off x="3739020" y="2426136"/>
            <a:ext cx="3003896" cy="53548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線單箭頭接點 23"/>
          <p:cNvCxnSpPr/>
          <p:nvPr/>
        </p:nvCxnSpPr>
        <p:spPr bwMode="auto">
          <a:xfrm flipH="1" flipV="1">
            <a:off x="3728059" y="2571751"/>
            <a:ext cx="849420" cy="1878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線單箭頭接點 24"/>
          <p:cNvCxnSpPr>
            <a:stCxn id="8" idx="1"/>
          </p:cNvCxnSpPr>
          <p:nvPr/>
        </p:nvCxnSpPr>
        <p:spPr bwMode="auto">
          <a:xfrm flipH="1" flipV="1">
            <a:off x="1474940" y="1721547"/>
            <a:ext cx="1059138" cy="106897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直線單箭頭接點 29"/>
          <p:cNvCxnSpPr>
            <a:endCxn id="8" idx="5"/>
          </p:cNvCxnSpPr>
          <p:nvPr/>
        </p:nvCxnSpPr>
        <p:spPr bwMode="auto">
          <a:xfrm flipH="1" flipV="1">
            <a:off x="2934315" y="3189095"/>
            <a:ext cx="926833" cy="21407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線單箭頭接點 26"/>
          <p:cNvCxnSpPr/>
          <p:nvPr/>
        </p:nvCxnSpPr>
        <p:spPr bwMode="auto">
          <a:xfrm flipH="1" flipV="1">
            <a:off x="1380995" y="1721547"/>
            <a:ext cx="488515" cy="155009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4460047" y="3647423"/>
            <a:ext cx="2282869" cy="72337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單箭頭接點 28"/>
          <p:cNvCxnSpPr>
            <a:endCxn id="6" idx="5"/>
          </p:cNvCxnSpPr>
          <p:nvPr/>
        </p:nvCxnSpPr>
        <p:spPr bwMode="auto">
          <a:xfrm flipH="1" flipV="1">
            <a:off x="4374747" y="3752766"/>
            <a:ext cx="369486" cy="54914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直線單箭頭接點 30"/>
          <p:cNvCxnSpPr>
            <a:stCxn id="15" idx="1"/>
          </p:cNvCxnSpPr>
          <p:nvPr/>
        </p:nvCxnSpPr>
        <p:spPr bwMode="auto">
          <a:xfrm flipH="1" flipV="1">
            <a:off x="2151345" y="3835315"/>
            <a:ext cx="385141" cy="54914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甜甜圈 33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5" name="甜甜圈 34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6" name="甜甜圈 35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19" name="直線單箭頭接點 18"/>
          <p:cNvCxnSpPr/>
          <p:nvPr/>
        </p:nvCxnSpPr>
        <p:spPr bwMode="auto">
          <a:xfrm flipH="1" flipV="1">
            <a:off x="1662244" y="1512448"/>
            <a:ext cx="4370603" cy="735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線單箭頭接點 9"/>
          <p:cNvCxnSpPr>
            <a:endCxn id="14" idx="5"/>
          </p:cNvCxnSpPr>
          <p:nvPr/>
        </p:nvCxnSpPr>
        <p:spPr bwMode="auto">
          <a:xfrm flipH="1" flipV="1">
            <a:off x="5086383" y="4783032"/>
            <a:ext cx="1656533" cy="27356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矩形 32"/>
          <p:cNvSpPr/>
          <p:nvPr/>
        </p:nvSpPr>
        <p:spPr>
          <a:xfrm>
            <a:off x="7585614" y="968250"/>
            <a:ext cx="1057021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g=4,5,6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587324" y="1546881"/>
            <a:ext cx="14771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Thresh[g]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減號 38"/>
          <p:cNvSpPr/>
          <p:nvPr/>
        </p:nvSpPr>
        <p:spPr bwMode="auto">
          <a:xfrm rot="16200000">
            <a:off x="5845788" y="3642287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46" name="群組 45"/>
          <p:cNvGrpSpPr/>
          <p:nvPr/>
        </p:nvGrpSpPr>
        <p:grpSpPr>
          <a:xfrm>
            <a:off x="1777219" y="1373950"/>
            <a:ext cx="503144" cy="4748440"/>
            <a:chOff x="9894844" y="688932"/>
            <a:chExt cx="670859" cy="6331253"/>
          </a:xfrm>
        </p:grpSpPr>
        <p:sp>
          <p:nvSpPr>
            <p:cNvPr id="47" name="減號 46"/>
            <p:cNvSpPr/>
            <p:nvPr/>
          </p:nvSpPr>
          <p:spPr bwMode="auto">
            <a:xfrm rot="16200000">
              <a:off x="7258898" y="3713381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9894844" y="6106169"/>
              <a:ext cx="597174" cy="400109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15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T[1]</a:t>
              </a:r>
              <a:endParaRPr lang="zh-TW" altLang="en-US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49" name="減號 48"/>
          <p:cNvSpPr/>
          <p:nvPr/>
        </p:nvSpPr>
        <p:spPr bwMode="auto">
          <a:xfrm rot="16200000">
            <a:off x="-773236" y="3642286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53" name="群組 52"/>
          <p:cNvGrpSpPr/>
          <p:nvPr/>
        </p:nvGrpSpPr>
        <p:grpSpPr>
          <a:xfrm>
            <a:off x="2438863" y="1373950"/>
            <a:ext cx="501467" cy="4748440"/>
            <a:chOff x="14470956" y="549056"/>
            <a:chExt cx="668623" cy="6331253"/>
          </a:xfrm>
        </p:grpSpPr>
        <p:sp>
          <p:nvSpPr>
            <p:cNvPr id="54" name="減號 53"/>
            <p:cNvSpPr/>
            <p:nvPr/>
          </p:nvSpPr>
          <p:spPr bwMode="auto">
            <a:xfrm rot="16200000">
              <a:off x="11832774" y="3573505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14470956" y="5966294"/>
              <a:ext cx="597174" cy="400109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15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T[2]</a:t>
              </a:r>
              <a:endParaRPr lang="zh-TW" altLang="en-US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4571545" y="1373950"/>
            <a:ext cx="493265" cy="4748440"/>
            <a:chOff x="14481892" y="549056"/>
            <a:chExt cx="657687" cy="6331253"/>
          </a:xfrm>
        </p:grpSpPr>
        <p:sp>
          <p:nvSpPr>
            <p:cNvPr id="57" name="減號 56"/>
            <p:cNvSpPr/>
            <p:nvPr/>
          </p:nvSpPr>
          <p:spPr bwMode="auto">
            <a:xfrm rot="16200000">
              <a:off x="11832774" y="3573505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14481892" y="5966293"/>
              <a:ext cx="597174" cy="400109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15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T[3]</a:t>
              </a:r>
              <a:endParaRPr lang="zh-TW" altLang="en-US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0" name="矩形 49"/>
          <p:cNvSpPr/>
          <p:nvPr/>
        </p:nvSpPr>
        <p:spPr>
          <a:xfrm>
            <a:off x="1210040" y="5436878"/>
            <a:ext cx="447880" cy="3000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T[0]</a:t>
            </a:r>
            <a:endParaRPr lang="zh-TW" altLang="en-US" sz="15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381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9" name="甜甜圈 58"/>
          <p:cNvSpPr/>
          <p:nvPr/>
        </p:nvSpPr>
        <p:spPr bwMode="auto">
          <a:xfrm>
            <a:off x="978596" y="1092113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165899" y="1235449"/>
            <a:ext cx="4963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>
                <a:solidFill>
                  <a:srgbClr val="000000"/>
                </a:solidFill>
              </a:rPr>
              <a:t>0</a:t>
            </a:r>
            <a:endParaRPr lang="zh-TW" altLang="en-US" sz="1350" dirty="0">
              <a:solidFill>
                <a:srgbClr val="000000"/>
              </a:solidFill>
            </a:endParaRPr>
          </a:p>
        </p:txBody>
      </p:sp>
      <p:cxnSp>
        <p:nvCxnSpPr>
          <p:cNvPr id="23" name="直線單箭頭接點 22"/>
          <p:cNvCxnSpPr/>
          <p:nvPr/>
        </p:nvCxnSpPr>
        <p:spPr bwMode="auto">
          <a:xfrm flipH="1" flipV="1">
            <a:off x="1662244" y="1439710"/>
            <a:ext cx="5803268" cy="807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線單箭頭接點 19"/>
          <p:cNvCxnSpPr/>
          <p:nvPr/>
        </p:nvCxnSpPr>
        <p:spPr bwMode="auto">
          <a:xfrm flipH="1" flipV="1">
            <a:off x="1625644" y="1597000"/>
            <a:ext cx="3685391" cy="72337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線單箭頭接點 21"/>
          <p:cNvCxnSpPr/>
          <p:nvPr/>
        </p:nvCxnSpPr>
        <p:spPr bwMode="auto">
          <a:xfrm flipH="1" flipV="1">
            <a:off x="1561057" y="1655785"/>
            <a:ext cx="1595501" cy="59185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線單箭頭接點 25"/>
          <p:cNvCxnSpPr>
            <a:endCxn id="3" idx="6"/>
          </p:cNvCxnSpPr>
          <p:nvPr/>
        </p:nvCxnSpPr>
        <p:spPr bwMode="auto">
          <a:xfrm flipH="1" flipV="1">
            <a:off x="3739020" y="2426136"/>
            <a:ext cx="3003896" cy="53548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線單箭頭接點 23"/>
          <p:cNvCxnSpPr/>
          <p:nvPr/>
        </p:nvCxnSpPr>
        <p:spPr bwMode="auto">
          <a:xfrm flipH="1" flipV="1">
            <a:off x="3728059" y="2571751"/>
            <a:ext cx="849420" cy="1878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線單箭頭接點 24"/>
          <p:cNvCxnSpPr>
            <a:stCxn id="8" idx="1"/>
          </p:cNvCxnSpPr>
          <p:nvPr/>
        </p:nvCxnSpPr>
        <p:spPr bwMode="auto">
          <a:xfrm flipH="1" flipV="1">
            <a:off x="1474940" y="1721547"/>
            <a:ext cx="1059138" cy="106897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直線單箭頭接點 29"/>
          <p:cNvCxnSpPr>
            <a:endCxn id="8" idx="5"/>
          </p:cNvCxnSpPr>
          <p:nvPr/>
        </p:nvCxnSpPr>
        <p:spPr bwMode="auto">
          <a:xfrm flipH="1" flipV="1">
            <a:off x="2934315" y="3189095"/>
            <a:ext cx="926833" cy="21407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線單箭頭接點 26"/>
          <p:cNvCxnSpPr/>
          <p:nvPr/>
        </p:nvCxnSpPr>
        <p:spPr bwMode="auto">
          <a:xfrm flipH="1" flipV="1">
            <a:off x="1380995" y="1721547"/>
            <a:ext cx="488515" cy="155009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4460047" y="3647423"/>
            <a:ext cx="2282869" cy="72337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單箭頭接點 28"/>
          <p:cNvCxnSpPr>
            <a:endCxn id="6" idx="5"/>
          </p:cNvCxnSpPr>
          <p:nvPr/>
        </p:nvCxnSpPr>
        <p:spPr bwMode="auto">
          <a:xfrm flipH="1" flipV="1">
            <a:off x="4374747" y="3752766"/>
            <a:ext cx="369486" cy="54914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直線單箭頭接點 30"/>
          <p:cNvCxnSpPr>
            <a:stCxn id="15" idx="1"/>
          </p:cNvCxnSpPr>
          <p:nvPr/>
        </p:nvCxnSpPr>
        <p:spPr bwMode="auto">
          <a:xfrm flipH="1" flipV="1">
            <a:off x="2151345" y="3835315"/>
            <a:ext cx="385141" cy="54914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甜甜圈 33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5" name="甜甜圈 34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6" name="甜甜圈 35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19" name="直線單箭頭接點 18"/>
          <p:cNvCxnSpPr/>
          <p:nvPr/>
        </p:nvCxnSpPr>
        <p:spPr bwMode="auto">
          <a:xfrm flipH="1" flipV="1">
            <a:off x="1662244" y="1512448"/>
            <a:ext cx="4370603" cy="735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線單箭頭接點 9"/>
          <p:cNvCxnSpPr>
            <a:endCxn id="14" idx="5"/>
          </p:cNvCxnSpPr>
          <p:nvPr/>
        </p:nvCxnSpPr>
        <p:spPr bwMode="auto">
          <a:xfrm flipH="1" flipV="1">
            <a:off x="5086383" y="4783032"/>
            <a:ext cx="1656533" cy="27356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線單箭頭接點 10"/>
          <p:cNvCxnSpPr/>
          <p:nvPr/>
        </p:nvCxnSpPr>
        <p:spPr bwMode="auto">
          <a:xfrm flipH="1" flipV="1">
            <a:off x="3033647" y="4709004"/>
            <a:ext cx="1543832" cy="34759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矩形 36"/>
          <p:cNvSpPr/>
          <p:nvPr/>
        </p:nvSpPr>
        <p:spPr>
          <a:xfrm>
            <a:off x="7585613" y="968250"/>
            <a:ext cx="1057021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g=4,5,6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587324" y="1546881"/>
            <a:ext cx="14771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Thresh[g]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減號 38"/>
          <p:cNvSpPr/>
          <p:nvPr/>
        </p:nvSpPr>
        <p:spPr bwMode="auto">
          <a:xfrm rot="16200000">
            <a:off x="5845788" y="3642287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0" name="減號 39"/>
          <p:cNvSpPr/>
          <p:nvPr/>
        </p:nvSpPr>
        <p:spPr bwMode="auto">
          <a:xfrm rot="16200000">
            <a:off x="-773236" y="3642286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3" name="減號 42"/>
          <p:cNvSpPr/>
          <p:nvPr/>
        </p:nvSpPr>
        <p:spPr bwMode="auto">
          <a:xfrm rot="16200000">
            <a:off x="-199741" y="3642287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777220" y="5436878"/>
            <a:ext cx="447880" cy="3000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T[1]</a:t>
            </a:r>
            <a:endParaRPr lang="zh-TW" altLang="en-US" sz="15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50" name="群組 49"/>
          <p:cNvGrpSpPr/>
          <p:nvPr/>
        </p:nvGrpSpPr>
        <p:grpSpPr>
          <a:xfrm>
            <a:off x="2438857" y="1373950"/>
            <a:ext cx="501466" cy="4748440"/>
            <a:chOff x="14470958" y="549056"/>
            <a:chExt cx="668621" cy="6331253"/>
          </a:xfrm>
        </p:grpSpPr>
        <p:sp>
          <p:nvSpPr>
            <p:cNvPr id="51" name="減號 50"/>
            <p:cNvSpPr/>
            <p:nvPr/>
          </p:nvSpPr>
          <p:spPr bwMode="auto">
            <a:xfrm rot="16200000">
              <a:off x="11832774" y="3573505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14470958" y="5966294"/>
              <a:ext cx="597173" cy="400109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15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T[2]</a:t>
              </a:r>
              <a:endParaRPr lang="zh-TW" altLang="en-US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4571539" y="1373950"/>
            <a:ext cx="493264" cy="4748440"/>
            <a:chOff x="14481894" y="549056"/>
            <a:chExt cx="657685" cy="6331253"/>
          </a:xfrm>
        </p:grpSpPr>
        <p:sp>
          <p:nvSpPr>
            <p:cNvPr id="54" name="減號 53"/>
            <p:cNvSpPr/>
            <p:nvPr/>
          </p:nvSpPr>
          <p:spPr bwMode="auto">
            <a:xfrm rot="16200000">
              <a:off x="11832774" y="3573505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14481894" y="5966293"/>
              <a:ext cx="597173" cy="400109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15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T[3]</a:t>
              </a:r>
              <a:endParaRPr lang="zh-TW" altLang="en-US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1210040" y="5436878"/>
            <a:ext cx="447880" cy="3000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T[0]</a:t>
            </a:r>
            <a:endParaRPr lang="zh-TW" altLang="en-US" sz="15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79728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9" name="甜甜圈 58"/>
          <p:cNvSpPr/>
          <p:nvPr/>
        </p:nvSpPr>
        <p:spPr bwMode="auto">
          <a:xfrm>
            <a:off x="978596" y="1092113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165899" y="1235449"/>
            <a:ext cx="4963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>
                <a:solidFill>
                  <a:srgbClr val="000000"/>
                </a:solidFill>
              </a:rPr>
              <a:t>0</a:t>
            </a:r>
            <a:endParaRPr lang="zh-TW" altLang="en-US" sz="1350" dirty="0">
              <a:solidFill>
                <a:srgbClr val="000000"/>
              </a:solidFill>
            </a:endParaRPr>
          </a:p>
        </p:txBody>
      </p:sp>
      <p:cxnSp>
        <p:nvCxnSpPr>
          <p:cNvPr id="23" name="直線單箭頭接點 22"/>
          <p:cNvCxnSpPr/>
          <p:nvPr/>
        </p:nvCxnSpPr>
        <p:spPr bwMode="auto">
          <a:xfrm flipH="1" flipV="1">
            <a:off x="1662244" y="1439710"/>
            <a:ext cx="5803268" cy="807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線單箭頭接點 19"/>
          <p:cNvCxnSpPr/>
          <p:nvPr/>
        </p:nvCxnSpPr>
        <p:spPr bwMode="auto">
          <a:xfrm flipH="1" flipV="1">
            <a:off x="1625644" y="1597000"/>
            <a:ext cx="3685391" cy="72337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線單箭頭接點 21"/>
          <p:cNvCxnSpPr/>
          <p:nvPr/>
        </p:nvCxnSpPr>
        <p:spPr bwMode="auto">
          <a:xfrm flipH="1" flipV="1">
            <a:off x="1561057" y="1655785"/>
            <a:ext cx="1595501" cy="59185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線單箭頭接點 25"/>
          <p:cNvCxnSpPr>
            <a:endCxn id="3" idx="6"/>
          </p:cNvCxnSpPr>
          <p:nvPr/>
        </p:nvCxnSpPr>
        <p:spPr bwMode="auto">
          <a:xfrm flipH="1" flipV="1">
            <a:off x="3739020" y="2426136"/>
            <a:ext cx="3003896" cy="53548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線單箭頭接點 23"/>
          <p:cNvCxnSpPr/>
          <p:nvPr/>
        </p:nvCxnSpPr>
        <p:spPr bwMode="auto">
          <a:xfrm flipH="1" flipV="1">
            <a:off x="3728059" y="2571751"/>
            <a:ext cx="849420" cy="1878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線單箭頭接點 24"/>
          <p:cNvCxnSpPr>
            <a:stCxn id="8" idx="1"/>
          </p:cNvCxnSpPr>
          <p:nvPr/>
        </p:nvCxnSpPr>
        <p:spPr bwMode="auto">
          <a:xfrm flipH="1" flipV="1">
            <a:off x="1474940" y="1721547"/>
            <a:ext cx="1059138" cy="106897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直線單箭頭接點 29"/>
          <p:cNvCxnSpPr>
            <a:endCxn id="8" idx="5"/>
          </p:cNvCxnSpPr>
          <p:nvPr/>
        </p:nvCxnSpPr>
        <p:spPr bwMode="auto">
          <a:xfrm flipH="1" flipV="1">
            <a:off x="2934315" y="3189095"/>
            <a:ext cx="926833" cy="21407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線單箭頭接點 26"/>
          <p:cNvCxnSpPr/>
          <p:nvPr/>
        </p:nvCxnSpPr>
        <p:spPr bwMode="auto">
          <a:xfrm flipH="1" flipV="1">
            <a:off x="1380995" y="1721547"/>
            <a:ext cx="488515" cy="155009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4460047" y="3647423"/>
            <a:ext cx="2282869" cy="72337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單箭頭接點 28"/>
          <p:cNvCxnSpPr>
            <a:endCxn id="6" idx="5"/>
          </p:cNvCxnSpPr>
          <p:nvPr/>
        </p:nvCxnSpPr>
        <p:spPr bwMode="auto">
          <a:xfrm flipH="1" flipV="1">
            <a:off x="4374747" y="3752766"/>
            <a:ext cx="369486" cy="54914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直線單箭頭接點 30"/>
          <p:cNvCxnSpPr>
            <a:stCxn id="15" idx="1"/>
          </p:cNvCxnSpPr>
          <p:nvPr/>
        </p:nvCxnSpPr>
        <p:spPr bwMode="auto">
          <a:xfrm flipH="1" flipV="1">
            <a:off x="2151345" y="3835315"/>
            <a:ext cx="385141" cy="54914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甜甜圈 33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5" name="甜甜圈 34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6" name="甜甜圈 35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19" name="直線單箭頭接點 18"/>
          <p:cNvCxnSpPr/>
          <p:nvPr/>
        </p:nvCxnSpPr>
        <p:spPr bwMode="auto">
          <a:xfrm flipH="1" flipV="1">
            <a:off x="1662244" y="1512448"/>
            <a:ext cx="4370603" cy="735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線單箭頭接點 9"/>
          <p:cNvCxnSpPr>
            <a:endCxn id="14" idx="5"/>
          </p:cNvCxnSpPr>
          <p:nvPr/>
        </p:nvCxnSpPr>
        <p:spPr bwMode="auto">
          <a:xfrm flipH="1" flipV="1">
            <a:off x="5086383" y="4783032"/>
            <a:ext cx="1656533" cy="27356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直線單箭頭接點 32"/>
          <p:cNvCxnSpPr/>
          <p:nvPr/>
        </p:nvCxnSpPr>
        <p:spPr bwMode="auto">
          <a:xfrm flipH="1" flipV="1">
            <a:off x="3033647" y="4709004"/>
            <a:ext cx="1543832" cy="34759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直線單箭頭接點 31"/>
          <p:cNvCxnSpPr/>
          <p:nvPr/>
        </p:nvCxnSpPr>
        <p:spPr bwMode="auto">
          <a:xfrm flipH="1" flipV="1">
            <a:off x="2076189" y="3835314"/>
            <a:ext cx="358557" cy="122128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矩形 36"/>
          <p:cNvSpPr/>
          <p:nvPr/>
        </p:nvSpPr>
        <p:spPr>
          <a:xfrm>
            <a:off x="7701829" y="968250"/>
            <a:ext cx="824585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g=5,6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587324" y="1546881"/>
            <a:ext cx="14771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24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Thresh[g]</a:t>
            </a:r>
            <a:endParaRPr lang="zh-TW" altLang="en-US" sz="24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減號 38"/>
          <p:cNvSpPr/>
          <p:nvPr/>
        </p:nvSpPr>
        <p:spPr bwMode="auto">
          <a:xfrm rot="16200000">
            <a:off x="5845788" y="3642287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0" name="減號 39"/>
          <p:cNvSpPr/>
          <p:nvPr/>
        </p:nvSpPr>
        <p:spPr bwMode="auto">
          <a:xfrm rot="16200000">
            <a:off x="-773236" y="3642286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777220" y="5436878"/>
            <a:ext cx="447880" cy="3000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T[1]</a:t>
            </a:r>
            <a:endParaRPr lang="zh-TW" altLang="en-US" sz="15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減號 43"/>
          <p:cNvSpPr/>
          <p:nvPr/>
        </p:nvSpPr>
        <p:spPr bwMode="auto">
          <a:xfrm rot="16200000">
            <a:off x="-199741" y="3642287"/>
            <a:ext cx="4748440" cy="21176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grpSp>
        <p:nvGrpSpPr>
          <p:cNvPr id="45" name="群組 44"/>
          <p:cNvGrpSpPr/>
          <p:nvPr/>
        </p:nvGrpSpPr>
        <p:grpSpPr>
          <a:xfrm>
            <a:off x="2438857" y="1373950"/>
            <a:ext cx="501466" cy="4748440"/>
            <a:chOff x="14470958" y="549056"/>
            <a:chExt cx="668621" cy="6331253"/>
          </a:xfrm>
        </p:grpSpPr>
        <p:sp>
          <p:nvSpPr>
            <p:cNvPr id="46" name="減號 45"/>
            <p:cNvSpPr/>
            <p:nvPr/>
          </p:nvSpPr>
          <p:spPr bwMode="auto">
            <a:xfrm rot="16200000">
              <a:off x="11832774" y="3573505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14470958" y="5966294"/>
              <a:ext cx="597173" cy="400109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15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T[2]</a:t>
              </a:r>
              <a:endParaRPr lang="zh-TW" altLang="en-US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8" name="群組 47"/>
          <p:cNvGrpSpPr/>
          <p:nvPr/>
        </p:nvGrpSpPr>
        <p:grpSpPr>
          <a:xfrm>
            <a:off x="4571539" y="1373950"/>
            <a:ext cx="493264" cy="4748440"/>
            <a:chOff x="14481894" y="549056"/>
            <a:chExt cx="657685" cy="6331253"/>
          </a:xfrm>
        </p:grpSpPr>
        <p:sp>
          <p:nvSpPr>
            <p:cNvPr id="49" name="減號 48"/>
            <p:cNvSpPr/>
            <p:nvPr/>
          </p:nvSpPr>
          <p:spPr bwMode="auto">
            <a:xfrm rot="16200000">
              <a:off x="11832774" y="3573505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4481894" y="5966293"/>
              <a:ext cx="597173" cy="400109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15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T[3]</a:t>
              </a:r>
              <a:endParaRPr lang="zh-TW" altLang="en-US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51" name="群組 50"/>
          <p:cNvGrpSpPr/>
          <p:nvPr/>
        </p:nvGrpSpPr>
        <p:grpSpPr>
          <a:xfrm>
            <a:off x="6753395" y="1373949"/>
            <a:ext cx="493264" cy="4748440"/>
            <a:chOff x="14481894" y="549056"/>
            <a:chExt cx="657685" cy="6331253"/>
          </a:xfrm>
        </p:grpSpPr>
        <p:sp>
          <p:nvSpPr>
            <p:cNvPr id="52" name="減號 51"/>
            <p:cNvSpPr/>
            <p:nvPr/>
          </p:nvSpPr>
          <p:spPr bwMode="auto">
            <a:xfrm rot="16200000">
              <a:off x="11832774" y="3573505"/>
              <a:ext cx="6331253" cy="282356"/>
            </a:xfrm>
            <a:prstGeom prst="mathMinus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14481894" y="5966293"/>
              <a:ext cx="597173" cy="400109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/>
            <a:p>
              <a:pPr algn="ctr"/>
              <a:r>
                <a:rPr lang="en-US" altLang="zh-TW" sz="1500" dirty="0">
                  <a:ln w="0"/>
                  <a:solidFill>
                    <a:srgbClr val="0070C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T[4]</a:t>
              </a:r>
              <a:endParaRPr lang="zh-TW" altLang="en-US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矩形 53"/>
          <p:cNvSpPr/>
          <p:nvPr/>
        </p:nvSpPr>
        <p:spPr>
          <a:xfrm>
            <a:off x="1210040" y="5436878"/>
            <a:ext cx="447880" cy="3000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15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T[0]</a:t>
            </a:r>
            <a:endParaRPr lang="zh-TW" altLang="en-US" sz="15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7498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4" cy="43402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9" name="甜甜圈 58"/>
          <p:cNvSpPr/>
          <p:nvPr/>
        </p:nvSpPr>
        <p:spPr bwMode="auto">
          <a:xfrm>
            <a:off x="978596" y="109211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165899" y="1235449"/>
            <a:ext cx="4963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>
                <a:solidFill>
                  <a:srgbClr val="000000"/>
                </a:solidFill>
              </a:rPr>
              <a:t>0</a:t>
            </a:r>
            <a:endParaRPr lang="zh-TW" altLang="en-US" sz="1350" dirty="0">
              <a:solidFill>
                <a:srgbClr val="000000"/>
              </a:solidFill>
            </a:endParaRPr>
          </a:p>
        </p:txBody>
      </p:sp>
      <p:cxnSp>
        <p:nvCxnSpPr>
          <p:cNvPr id="23" name="直線單箭頭接點 22"/>
          <p:cNvCxnSpPr/>
          <p:nvPr/>
        </p:nvCxnSpPr>
        <p:spPr bwMode="auto">
          <a:xfrm flipH="1" flipV="1">
            <a:off x="1662244" y="1439710"/>
            <a:ext cx="5803268" cy="807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線單箭頭接點 19"/>
          <p:cNvCxnSpPr/>
          <p:nvPr/>
        </p:nvCxnSpPr>
        <p:spPr bwMode="auto">
          <a:xfrm flipH="1" flipV="1">
            <a:off x="1625644" y="1597000"/>
            <a:ext cx="3685391" cy="72337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線單箭頭接點 21"/>
          <p:cNvCxnSpPr/>
          <p:nvPr/>
        </p:nvCxnSpPr>
        <p:spPr bwMode="auto">
          <a:xfrm flipH="1" flipV="1">
            <a:off x="1561057" y="1655785"/>
            <a:ext cx="1595501" cy="59185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線單箭頭接點 25"/>
          <p:cNvCxnSpPr>
            <a:endCxn id="3" idx="6"/>
          </p:cNvCxnSpPr>
          <p:nvPr/>
        </p:nvCxnSpPr>
        <p:spPr bwMode="auto">
          <a:xfrm flipH="1" flipV="1">
            <a:off x="3739020" y="2426136"/>
            <a:ext cx="3003896" cy="53548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線單箭頭接點 23"/>
          <p:cNvCxnSpPr/>
          <p:nvPr/>
        </p:nvCxnSpPr>
        <p:spPr bwMode="auto">
          <a:xfrm flipH="1" flipV="1">
            <a:off x="3728059" y="2571751"/>
            <a:ext cx="849420" cy="1878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線單箭頭接點 24"/>
          <p:cNvCxnSpPr>
            <a:stCxn id="8" idx="1"/>
          </p:cNvCxnSpPr>
          <p:nvPr/>
        </p:nvCxnSpPr>
        <p:spPr bwMode="auto">
          <a:xfrm flipH="1" flipV="1">
            <a:off x="1474940" y="1721547"/>
            <a:ext cx="1059138" cy="1068973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直線單箭頭接點 29"/>
          <p:cNvCxnSpPr>
            <a:endCxn id="8" idx="5"/>
          </p:cNvCxnSpPr>
          <p:nvPr/>
        </p:nvCxnSpPr>
        <p:spPr bwMode="auto">
          <a:xfrm flipH="1" flipV="1">
            <a:off x="2934315" y="3189095"/>
            <a:ext cx="926833" cy="21407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線單箭頭接點 26"/>
          <p:cNvCxnSpPr/>
          <p:nvPr/>
        </p:nvCxnSpPr>
        <p:spPr bwMode="auto">
          <a:xfrm flipH="1" flipV="1">
            <a:off x="1380995" y="1721547"/>
            <a:ext cx="488515" cy="155009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4460047" y="3647423"/>
            <a:ext cx="2282869" cy="72337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單箭頭接點 28"/>
          <p:cNvCxnSpPr/>
          <p:nvPr/>
        </p:nvCxnSpPr>
        <p:spPr bwMode="auto">
          <a:xfrm flipH="1" flipV="1">
            <a:off x="4392736" y="3752766"/>
            <a:ext cx="369486" cy="549142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直線單箭頭接點 30"/>
          <p:cNvCxnSpPr>
            <a:stCxn id="15" idx="1"/>
          </p:cNvCxnSpPr>
          <p:nvPr/>
        </p:nvCxnSpPr>
        <p:spPr bwMode="auto">
          <a:xfrm flipH="1" flipV="1">
            <a:off x="2151345" y="3835315"/>
            <a:ext cx="385141" cy="54914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甜甜圈 33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5" name="甜甜圈 34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6" name="甜甜圈 35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19" name="直線單箭頭接點 18"/>
          <p:cNvCxnSpPr/>
          <p:nvPr/>
        </p:nvCxnSpPr>
        <p:spPr bwMode="auto">
          <a:xfrm flipH="1" flipV="1">
            <a:off x="1662244" y="1512448"/>
            <a:ext cx="4370603" cy="735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線單箭頭接點 9"/>
          <p:cNvCxnSpPr>
            <a:endCxn id="14" idx="5"/>
          </p:cNvCxnSpPr>
          <p:nvPr/>
        </p:nvCxnSpPr>
        <p:spPr bwMode="auto">
          <a:xfrm flipH="1" flipV="1">
            <a:off x="5086383" y="4783032"/>
            <a:ext cx="1656533" cy="273569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直線單箭頭接點 32"/>
          <p:cNvCxnSpPr/>
          <p:nvPr/>
        </p:nvCxnSpPr>
        <p:spPr bwMode="auto">
          <a:xfrm flipH="1" flipV="1">
            <a:off x="3033647" y="4709004"/>
            <a:ext cx="1543832" cy="34759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直線單箭頭接點 31"/>
          <p:cNvCxnSpPr/>
          <p:nvPr/>
        </p:nvCxnSpPr>
        <p:spPr bwMode="auto">
          <a:xfrm flipH="1" flipV="1">
            <a:off x="2076189" y="3835314"/>
            <a:ext cx="358557" cy="122128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甜甜圈 36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441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72" cy="39347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grpSp>
        <p:nvGrpSpPr>
          <p:cNvPr id="2" name="群組 1"/>
          <p:cNvGrpSpPr/>
          <p:nvPr/>
        </p:nvGrpSpPr>
        <p:grpSpPr>
          <a:xfrm>
            <a:off x="2433180" y="2726759"/>
            <a:ext cx="5863747" cy="2929530"/>
            <a:chOff x="2102281" y="1728592"/>
            <a:chExt cx="8672190" cy="4382029"/>
          </a:xfrm>
        </p:grpSpPr>
        <p:sp>
          <p:nvSpPr>
            <p:cNvPr id="3" name="甜甜圈 2"/>
            <p:cNvSpPr/>
            <p:nvPr/>
          </p:nvSpPr>
          <p:spPr bwMode="auto">
            <a:xfrm>
              <a:off x="3858015" y="1728592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5" name="甜甜圈 4"/>
            <p:cNvSpPr/>
            <p:nvPr/>
          </p:nvSpPr>
          <p:spPr bwMode="auto">
            <a:xfrm>
              <a:off x="6490568" y="1728592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6" name="甜甜圈 5"/>
            <p:cNvSpPr/>
            <p:nvPr/>
          </p:nvSpPr>
          <p:spPr bwMode="auto">
            <a:xfrm>
              <a:off x="7379916" y="1728592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7" name="甜甜圈 6"/>
            <p:cNvSpPr/>
            <p:nvPr/>
          </p:nvSpPr>
          <p:spPr bwMode="auto">
            <a:xfrm>
              <a:off x="9123121" y="1728592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8" name="甜甜圈 7"/>
            <p:cNvSpPr/>
            <p:nvPr/>
          </p:nvSpPr>
          <p:spPr bwMode="auto">
            <a:xfrm>
              <a:off x="9997856" y="1728592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9" name="甜甜圈 8"/>
            <p:cNvSpPr/>
            <p:nvPr/>
          </p:nvSpPr>
          <p:spPr bwMode="auto">
            <a:xfrm>
              <a:off x="2968667" y="2480154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0" name="甜甜圈 9"/>
            <p:cNvSpPr/>
            <p:nvPr/>
          </p:nvSpPr>
          <p:spPr bwMode="auto">
            <a:xfrm>
              <a:off x="8229589" y="5359059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1" name="甜甜圈 10"/>
            <p:cNvSpPr/>
            <p:nvPr/>
          </p:nvSpPr>
          <p:spPr bwMode="auto">
            <a:xfrm>
              <a:off x="9989500" y="3229629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2" name="甜甜圈 11"/>
            <p:cNvSpPr/>
            <p:nvPr/>
          </p:nvSpPr>
          <p:spPr bwMode="auto">
            <a:xfrm>
              <a:off x="4749447" y="3198315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3" name="甜甜圈 12"/>
            <p:cNvSpPr/>
            <p:nvPr/>
          </p:nvSpPr>
          <p:spPr bwMode="auto">
            <a:xfrm>
              <a:off x="2102281" y="3198315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4" name="甜甜圈 13"/>
            <p:cNvSpPr/>
            <p:nvPr/>
          </p:nvSpPr>
          <p:spPr bwMode="auto">
            <a:xfrm>
              <a:off x="9991591" y="2478067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5" name="甜甜圈 14"/>
            <p:cNvSpPr/>
            <p:nvPr/>
          </p:nvSpPr>
          <p:spPr bwMode="auto">
            <a:xfrm>
              <a:off x="8248386" y="2478067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6" name="甜甜圈 15"/>
            <p:cNvSpPr/>
            <p:nvPr/>
          </p:nvSpPr>
          <p:spPr bwMode="auto">
            <a:xfrm>
              <a:off x="5601220" y="2480154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7" name="甜甜圈 16"/>
            <p:cNvSpPr/>
            <p:nvPr/>
          </p:nvSpPr>
          <p:spPr bwMode="auto">
            <a:xfrm>
              <a:off x="5599127" y="5359059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8" name="甜甜圈 17"/>
            <p:cNvSpPr/>
            <p:nvPr/>
          </p:nvSpPr>
          <p:spPr bwMode="auto">
            <a:xfrm>
              <a:off x="2968664" y="5359059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19" name="甜甜圈 18"/>
            <p:cNvSpPr/>
            <p:nvPr/>
          </p:nvSpPr>
          <p:spPr bwMode="auto">
            <a:xfrm>
              <a:off x="8250474" y="4607497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20" name="甜甜圈 19"/>
            <p:cNvSpPr/>
            <p:nvPr/>
          </p:nvSpPr>
          <p:spPr bwMode="auto">
            <a:xfrm>
              <a:off x="5601219" y="4607497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21" name="甜甜圈 20"/>
            <p:cNvSpPr/>
            <p:nvPr/>
          </p:nvSpPr>
          <p:spPr bwMode="auto">
            <a:xfrm>
              <a:off x="2968665" y="4607497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22" name="甜甜圈 21"/>
            <p:cNvSpPr/>
            <p:nvPr/>
          </p:nvSpPr>
          <p:spPr bwMode="auto">
            <a:xfrm>
              <a:off x="9985317" y="4670125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23" name="甜甜圈 22"/>
            <p:cNvSpPr/>
            <p:nvPr/>
          </p:nvSpPr>
          <p:spPr bwMode="auto">
            <a:xfrm>
              <a:off x="9987409" y="3949877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  <p:sp>
          <p:nvSpPr>
            <p:cNvPr id="24" name="甜甜圈 23"/>
            <p:cNvSpPr/>
            <p:nvPr/>
          </p:nvSpPr>
          <p:spPr bwMode="auto">
            <a:xfrm>
              <a:off x="9983225" y="5359059"/>
              <a:ext cx="776615" cy="751562"/>
            </a:xfrm>
            <a:prstGeom prst="donu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25" name="矩形 24"/>
          <p:cNvSpPr/>
          <p:nvPr/>
        </p:nvSpPr>
        <p:spPr>
          <a:xfrm>
            <a:off x="1410536" y="1150039"/>
            <a:ext cx="2133790" cy="5770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Thresh={}</a:t>
            </a:r>
            <a:endParaRPr lang="zh-TW" altLang="en-US" sz="33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甜甜圈 25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</p:spTree>
    <p:extLst>
      <p:ext uri="{BB962C8B-B14F-4D97-AF65-F5344CB8AC3E}">
        <p14:creationId xmlns:p14="http://schemas.microsoft.com/office/powerpoint/2010/main" val="247886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69" cy="38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620329" y="2726760"/>
            <a:ext cx="525113" cy="502444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5400343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6001681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7180357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771814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3018991" y="3229203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5761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766164" y="373025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4223075" y="3709317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2433180" y="3709317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767578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588901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799006" y="3229203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7975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3018989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590313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799005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3018990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763336" y="469327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3" name="甜甜圈 22"/>
          <p:cNvSpPr/>
          <p:nvPr/>
        </p:nvSpPr>
        <p:spPr bwMode="auto">
          <a:xfrm>
            <a:off x="7764751" y="421176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761922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410536" y="1150039"/>
            <a:ext cx="2133790" cy="5770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Thresh={}</a:t>
            </a:r>
            <a:endParaRPr lang="zh-TW" altLang="en-US" sz="33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1410744" y="2123969"/>
            <a:ext cx="2209585" cy="70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甜甜圈 28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201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69" cy="38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620329" y="2726760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5400343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6001681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7180357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771814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3018991" y="3229203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5761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766164" y="373025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4223075" y="3709317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2433180" y="3709317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767578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588901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799006" y="3229203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7975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3018989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590313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799005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3018990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763336" y="469327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3" name="甜甜圈 22"/>
          <p:cNvSpPr/>
          <p:nvPr/>
        </p:nvSpPr>
        <p:spPr bwMode="auto">
          <a:xfrm>
            <a:off x="7764751" y="421176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761922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95119" y="1150039"/>
            <a:ext cx="2364623" cy="5770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Thresh={</a:t>
            </a:r>
            <a:r>
              <a:rPr lang="en-US" altLang="zh-TW" sz="3300" dirty="0">
                <a:ln w="0"/>
                <a:solidFill>
                  <a:srgbClr val="92D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lang="zh-TW" altLang="en-US" sz="33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1410744" y="2123969"/>
            <a:ext cx="2209585" cy="70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減號 1"/>
          <p:cNvSpPr/>
          <p:nvPr/>
        </p:nvSpPr>
        <p:spPr bwMode="auto">
          <a:xfrm rot="16200000">
            <a:off x="1703689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9" name="甜甜圈 28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642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69" cy="38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620329" y="2726760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5400343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6001681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7180357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771814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3018991" y="3229203"/>
            <a:ext cx="525113" cy="502444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5761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766164" y="373025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4223075" y="3709317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2433180" y="3709317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767578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588901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799006" y="3229203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7975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3018989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590313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799005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3018990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763336" y="469327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3" name="甜甜圈 22"/>
          <p:cNvSpPr/>
          <p:nvPr/>
        </p:nvSpPr>
        <p:spPr bwMode="auto">
          <a:xfrm>
            <a:off x="7764751" y="421176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761922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95119" y="1150039"/>
            <a:ext cx="2364623" cy="5770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Thresh={3}</a:t>
            </a:r>
            <a:endParaRPr lang="zh-TW" altLang="en-US" sz="33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1410744" y="2123969"/>
            <a:ext cx="2209585" cy="70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1410744" y="2243820"/>
            <a:ext cx="1547549" cy="11029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減號 30"/>
          <p:cNvSpPr/>
          <p:nvPr/>
        </p:nvSpPr>
        <p:spPr bwMode="auto">
          <a:xfrm rot="16200000">
            <a:off x="1703689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2" name="甜甜圈 31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24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69" cy="38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620329" y="2726760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5400343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6001681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7180357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771814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3018991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5761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766164" y="373025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4223075" y="3709317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2433180" y="3709317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767578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588901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799006" y="3229203"/>
            <a:ext cx="525113" cy="502444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7975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3018989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590313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799005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3018990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763336" y="469327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3" name="甜甜圈 22"/>
          <p:cNvSpPr/>
          <p:nvPr/>
        </p:nvSpPr>
        <p:spPr bwMode="auto">
          <a:xfrm>
            <a:off x="7764751" y="421176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761922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95119" y="1150039"/>
            <a:ext cx="2364623" cy="5770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Thresh={3}</a:t>
            </a:r>
            <a:endParaRPr lang="zh-TW" altLang="en-US" sz="33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1410744" y="2123969"/>
            <a:ext cx="2209585" cy="70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1410744" y="2243820"/>
            <a:ext cx="1547549" cy="11029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減號 30"/>
          <p:cNvSpPr/>
          <p:nvPr/>
        </p:nvSpPr>
        <p:spPr bwMode="auto">
          <a:xfrm rot="16200000">
            <a:off x="1703689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29" name="直線單箭頭接點 28"/>
          <p:cNvCxnSpPr/>
          <p:nvPr/>
        </p:nvCxnSpPr>
        <p:spPr bwMode="auto">
          <a:xfrm flipH="1" flipV="1">
            <a:off x="3544102" y="3431349"/>
            <a:ext cx="1204086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甜甜圈 32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872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69" cy="38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620329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5400343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6001681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7180357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771814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3018991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5761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766164" y="373025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4223075" y="3709317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2433180" y="3709317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767578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588901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799006" y="3229203"/>
            <a:ext cx="525113" cy="502444"/>
          </a:xfrm>
          <a:prstGeom prst="donut">
            <a:avLst/>
          </a:prstGeom>
          <a:solidFill>
            <a:srgbClr val="92D050"/>
          </a:solidFill>
          <a:ln w="571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7975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3018989" y="5153846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590313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799005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3018990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763336" y="469327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3" name="甜甜圈 22"/>
          <p:cNvSpPr/>
          <p:nvPr/>
        </p:nvSpPr>
        <p:spPr bwMode="auto">
          <a:xfrm>
            <a:off x="7764751" y="421176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761922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95119" y="1150039"/>
            <a:ext cx="2364623" cy="5770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Thresh={</a:t>
            </a:r>
            <a:r>
              <a:rPr lang="en-US" altLang="zh-TW" sz="3300" dirty="0">
                <a:ln w="0"/>
                <a:solidFill>
                  <a:srgbClr val="92D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lang="zh-TW" altLang="en-US" sz="33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1410744" y="2123969"/>
            <a:ext cx="2209585" cy="70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1410744" y="2243820"/>
            <a:ext cx="1547549" cy="11029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減號 30"/>
          <p:cNvSpPr/>
          <p:nvPr/>
        </p:nvSpPr>
        <p:spPr bwMode="auto">
          <a:xfrm rot="16200000">
            <a:off x="1121938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33" name="直線單箭頭接點 32"/>
          <p:cNvCxnSpPr/>
          <p:nvPr/>
        </p:nvCxnSpPr>
        <p:spPr bwMode="auto">
          <a:xfrm flipH="1" flipV="1">
            <a:off x="3544102" y="3431349"/>
            <a:ext cx="1204086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甜甜圈 33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814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69" cy="38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620329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5400343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6001681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7180357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771814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3018991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5761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766164" y="373025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4223075" y="3709317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2433180" y="3709317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767578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588901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799006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797591" y="5153846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3018989" y="5153846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590313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799005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3018990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763336" y="469327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3" name="甜甜圈 22"/>
          <p:cNvSpPr/>
          <p:nvPr/>
        </p:nvSpPr>
        <p:spPr bwMode="auto">
          <a:xfrm>
            <a:off x="7764751" y="421176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761922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49060" y="1150039"/>
            <a:ext cx="2856744" cy="5770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Thresh={2, </a:t>
            </a:r>
            <a:r>
              <a:rPr lang="en-US" altLang="zh-TW" sz="3300" dirty="0">
                <a:ln w="0"/>
                <a:solidFill>
                  <a:srgbClr val="92D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lang="zh-TW" altLang="en-US" sz="33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1410744" y="2123969"/>
            <a:ext cx="2209585" cy="70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1410744" y="2243820"/>
            <a:ext cx="1547549" cy="11029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減號 30"/>
          <p:cNvSpPr/>
          <p:nvPr/>
        </p:nvSpPr>
        <p:spPr bwMode="auto">
          <a:xfrm rot="16200000">
            <a:off x="1121938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2" name="減號 31"/>
          <p:cNvSpPr/>
          <p:nvPr/>
        </p:nvSpPr>
        <p:spPr bwMode="auto">
          <a:xfrm rot="16200000">
            <a:off x="2899958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33" name="直線單箭頭接點 32"/>
          <p:cNvCxnSpPr/>
          <p:nvPr/>
        </p:nvCxnSpPr>
        <p:spPr bwMode="auto">
          <a:xfrm flipH="1" flipV="1">
            <a:off x="3544102" y="3431349"/>
            <a:ext cx="1204086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甜甜圈 33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35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69" cy="38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620329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5400343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6001681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7180357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771814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3018991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5761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766164" y="373025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4223075" y="3709317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2433180" y="3709317"/>
            <a:ext cx="525113" cy="502444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767578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588901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799006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797591" y="5153846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3018989" y="5153846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590313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799005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3018990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763336" y="469327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3" name="甜甜圈 22"/>
          <p:cNvSpPr/>
          <p:nvPr/>
        </p:nvSpPr>
        <p:spPr bwMode="auto">
          <a:xfrm>
            <a:off x="7764751" y="421176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761922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49060" y="1150039"/>
            <a:ext cx="2856744" cy="5770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Thresh={2, 5}</a:t>
            </a:r>
            <a:endParaRPr lang="zh-TW" altLang="en-US" sz="33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1410744" y="2123969"/>
            <a:ext cx="2209585" cy="70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1410744" y="2243820"/>
            <a:ext cx="1547549" cy="11029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減號 30"/>
          <p:cNvSpPr/>
          <p:nvPr/>
        </p:nvSpPr>
        <p:spPr bwMode="auto">
          <a:xfrm rot="16200000">
            <a:off x="1121938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2" name="減號 31"/>
          <p:cNvSpPr/>
          <p:nvPr/>
        </p:nvSpPr>
        <p:spPr bwMode="auto">
          <a:xfrm rot="16200000">
            <a:off x="2899958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33" name="直線單箭頭接點 32"/>
          <p:cNvCxnSpPr/>
          <p:nvPr/>
        </p:nvCxnSpPr>
        <p:spPr bwMode="auto">
          <a:xfrm flipH="1" flipV="1">
            <a:off x="3544102" y="3431349"/>
            <a:ext cx="1204086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單箭頭接點 28"/>
          <p:cNvCxnSpPr/>
          <p:nvPr/>
        </p:nvCxnSpPr>
        <p:spPr bwMode="auto">
          <a:xfrm flipH="1" flipV="1">
            <a:off x="1277656" y="2313400"/>
            <a:ext cx="1164920" cy="13959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甜甜圈 33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671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69" cy="38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620329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5400343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6001681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7180357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771814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3018991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5761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766164" y="373025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4223075" y="3709317"/>
            <a:ext cx="525113" cy="502444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2433180" y="3709317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767578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588901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799006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797591" y="5153846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3018989" y="5153846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590313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799005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3018990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763336" y="469327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3" name="甜甜圈 22"/>
          <p:cNvSpPr/>
          <p:nvPr/>
        </p:nvSpPr>
        <p:spPr bwMode="auto">
          <a:xfrm>
            <a:off x="7764751" y="421176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761922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49060" y="1150039"/>
            <a:ext cx="2856744" cy="5770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Thresh={2, 5}</a:t>
            </a:r>
            <a:endParaRPr lang="zh-TW" altLang="en-US" sz="33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1410744" y="2123969"/>
            <a:ext cx="2209585" cy="70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1410744" y="2243820"/>
            <a:ext cx="1547549" cy="11029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減號 30"/>
          <p:cNvSpPr/>
          <p:nvPr/>
        </p:nvSpPr>
        <p:spPr bwMode="auto">
          <a:xfrm rot="16200000">
            <a:off x="1121938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2" name="減號 31"/>
          <p:cNvSpPr/>
          <p:nvPr/>
        </p:nvSpPr>
        <p:spPr bwMode="auto">
          <a:xfrm rot="16200000">
            <a:off x="2899958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33" name="直線單箭頭接點 32"/>
          <p:cNvCxnSpPr/>
          <p:nvPr/>
        </p:nvCxnSpPr>
        <p:spPr bwMode="auto">
          <a:xfrm flipH="1" flipV="1">
            <a:off x="3544102" y="3431349"/>
            <a:ext cx="1204086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線單箭頭接點 33"/>
          <p:cNvCxnSpPr/>
          <p:nvPr/>
        </p:nvCxnSpPr>
        <p:spPr bwMode="auto">
          <a:xfrm flipH="1" flipV="1">
            <a:off x="1277656" y="2313400"/>
            <a:ext cx="1164920" cy="13959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單箭頭接點 28"/>
          <p:cNvCxnSpPr/>
          <p:nvPr/>
        </p:nvCxnSpPr>
        <p:spPr bwMode="auto">
          <a:xfrm flipH="1">
            <a:off x="3018989" y="3957442"/>
            <a:ext cx="11264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甜甜圈 34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46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69" cy="38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620329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5400343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6001681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7180357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771814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3018991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5761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766164" y="373025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4223075" y="3709317"/>
            <a:ext cx="525113" cy="502444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2433180" y="3709317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767578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588901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799006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797591" y="5153846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3018989" y="5153846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590313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799005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3018990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763336" y="469327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3" name="甜甜圈 22"/>
          <p:cNvSpPr/>
          <p:nvPr/>
        </p:nvSpPr>
        <p:spPr bwMode="auto">
          <a:xfrm>
            <a:off x="7764751" y="421176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761922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49060" y="1150039"/>
            <a:ext cx="2856744" cy="5770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Thresh={2, 5}</a:t>
            </a:r>
            <a:endParaRPr lang="zh-TW" altLang="en-US" sz="33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1410744" y="2123969"/>
            <a:ext cx="2209585" cy="70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1410744" y="2243820"/>
            <a:ext cx="1547549" cy="11029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減號 30"/>
          <p:cNvSpPr/>
          <p:nvPr/>
        </p:nvSpPr>
        <p:spPr bwMode="auto">
          <a:xfrm rot="16200000">
            <a:off x="1121938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2" name="減號 31"/>
          <p:cNvSpPr/>
          <p:nvPr/>
        </p:nvSpPr>
        <p:spPr bwMode="auto">
          <a:xfrm rot="16200000">
            <a:off x="2899958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33" name="直線單箭頭接點 32"/>
          <p:cNvCxnSpPr/>
          <p:nvPr/>
        </p:nvCxnSpPr>
        <p:spPr bwMode="auto">
          <a:xfrm flipH="1" flipV="1">
            <a:off x="3544102" y="3431349"/>
            <a:ext cx="1204086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線單箭頭接點 33"/>
          <p:cNvCxnSpPr/>
          <p:nvPr/>
        </p:nvCxnSpPr>
        <p:spPr bwMode="auto">
          <a:xfrm flipH="1" flipV="1">
            <a:off x="1277656" y="2313400"/>
            <a:ext cx="1164920" cy="13959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單箭頭接點 28"/>
          <p:cNvCxnSpPr/>
          <p:nvPr/>
        </p:nvCxnSpPr>
        <p:spPr bwMode="auto">
          <a:xfrm flipH="1">
            <a:off x="3018989" y="3957442"/>
            <a:ext cx="11264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甜甜圈 34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16185" y="4402036"/>
            <a:ext cx="6756786" cy="1084912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>
                <a:lumMod val="65000"/>
              </a:schemeClr>
            </a:solidFill>
            <a:prstDash val="solid"/>
          </a:ln>
        </p:spPr>
        <p:txBody>
          <a:bodyPr wrap="none" lIns="68580" tIns="34290" rIns="68580" bIns="34290">
            <a:spAutoFit/>
          </a:bodyPr>
          <a:lstStyle/>
          <a:p>
            <a:pPr algn="ctr"/>
            <a:endParaRPr lang="en-US" altLang="zh-TW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  <a:p>
            <a:pPr algn="ctr"/>
            <a:r>
              <a:rPr lang="en-US" altLang="zh-TW" sz="30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delete(2, Thresh); insert(1, Thresh);</a:t>
            </a:r>
          </a:p>
          <a:p>
            <a:pPr algn="ctr"/>
            <a:endParaRPr lang="zh-TW" altLang="en-US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672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69" cy="38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620329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5400343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6001681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7180357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771814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3018991" y="3229203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5761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766164" y="373025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2433180" y="3709317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767578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588901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799006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7975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3018989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590313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799005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3018990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763336" y="469327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3" name="甜甜圈 22"/>
          <p:cNvSpPr/>
          <p:nvPr/>
        </p:nvSpPr>
        <p:spPr bwMode="auto">
          <a:xfrm>
            <a:off x="7764751" y="421176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761922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49060" y="1150039"/>
            <a:ext cx="2856744" cy="5770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Thresh={</a:t>
            </a:r>
            <a:r>
              <a:rPr lang="en-US" altLang="zh-TW" sz="3300" dirty="0">
                <a:ln w="0"/>
                <a:solidFill>
                  <a:srgbClr val="92D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5}</a:t>
            </a:r>
            <a:endParaRPr lang="zh-TW" altLang="en-US" sz="33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1410744" y="2123969"/>
            <a:ext cx="2209585" cy="70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1410744" y="2243820"/>
            <a:ext cx="1547549" cy="11029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減號 30"/>
          <p:cNvSpPr/>
          <p:nvPr/>
        </p:nvSpPr>
        <p:spPr bwMode="auto">
          <a:xfrm rot="16200000">
            <a:off x="532720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2" name="減號 31"/>
          <p:cNvSpPr/>
          <p:nvPr/>
        </p:nvSpPr>
        <p:spPr bwMode="auto">
          <a:xfrm rot="16200000">
            <a:off x="2899958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33" name="直線單箭頭接點 32"/>
          <p:cNvCxnSpPr/>
          <p:nvPr/>
        </p:nvCxnSpPr>
        <p:spPr bwMode="auto">
          <a:xfrm flipH="1" flipV="1">
            <a:off x="3544102" y="3431349"/>
            <a:ext cx="1204086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線單箭頭接點 33"/>
          <p:cNvCxnSpPr/>
          <p:nvPr/>
        </p:nvCxnSpPr>
        <p:spPr bwMode="auto">
          <a:xfrm flipH="1" flipV="1">
            <a:off x="1277656" y="2313400"/>
            <a:ext cx="1164920" cy="13959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線單箭頭接點 34"/>
          <p:cNvCxnSpPr/>
          <p:nvPr/>
        </p:nvCxnSpPr>
        <p:spPr bwMode="auto">
          <a:xfrm flipH="1">
            <a:off x="3018989" y="3957442"/>
            <a:ext cx="11264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甜甜圈 35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8" name="甜甜圈 37"/>
          <p:cNvSpPr/>
          <p:nvPr/>
        </p:nvSpPr>
        <p:spPr bwMode="auto">
          <a:xfrm>
            <a:off x="4223075" y="3709317"/>
            <a:ext cx="525113" cy="502444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023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69" cy="38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620329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5400343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6001681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7180357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771814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3018991" y="3229203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5761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766164" y="3730252"/>
            <a:ext cx="525113" cy="502444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4223075" y="3709317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2433180" y="3709317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767578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588901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799006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7975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3018989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590313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799005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3018990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763336" y="469327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3" name="甜甜圈 22"/>
          <p:cNvSpPr/>
          <p:nvPr/>
        </p:nvSpPr>
        <p:spPr bwMode="auto">
          <a:xfrm>
            <a:off x="7764751" y="421176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761922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49060" y="1150039"/>
            <a:ext cx="2856744" cy="5770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Thresh={1, 5}</a:t>
            </a:r>
            <a:endParaRPr lang="zh-TW" altLang="en-US" sz="33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1410744" y="2123969"/>
            <a:ext cx="2209585" cy="70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1410744" y="2243820"/>
            <a:ext cx="1547549" cy="11029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減號 30"/>
          <p:cNvSpPr/>
          <p:nvPr/>
        </p:nvSpPr>
        <p:spPr bwMode="auto">
          <a:xfrm rot="16200000">
            <a:off x="532720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2" name="減號 31"/>
          <p:cNvSpPr/>
          <p:nvPr/>
        </p:nvSpPr>
        <p:spPr bwMode="auto">
          <a:xfrm rot="16200000">
            <a:off x="2899958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33" name="直線單箭頭接點 32"/>
          <p:cNvCxnSpPr/>
          <p:nvPr/>
        </p:nvCxnSpPr>
        <p:spPr bwMode="auto">
          <a:xfrm flipH="1" flipV="1">
            <a:off x="3544102" y="3431349"/>
            <a:ext cx="1204086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線單箭頭接點 33"/>
          <p:cNvCxnSpPr/>
          <p:nvPr/>
        </p:nvCxnSpPr>
        <p:spPr bwMode="auto">
          <a:xfrm flipH="1" flipV="1">
            <a:off x="1277656" y="2313400"/>
            <a:ext cx="1164920" cy="13959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線單箭頭接點 34"/>
          <p:cNvCxnSpPr/>
          <p:nvPr/>
        </p:nvCxnSpPr>
        <p:spPr bwMode="auto">
          <a:xfrm flipH="1">
            <a:off x="3018989" y="3957442"/>
            <a:ext cx="11264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單箭頭接點 28"/>
          <p:cNvCxnSpPr/>
          <p:nvPr/>
        </p:nvCxnSpPr>
        <p:spPr bwMode="auto">
          <a:xfrm flipH="1">
            <a:off x="4797591" y="3966836"/>
            <a:ext cx="290787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甜甜圈 35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421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69" cy="38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620329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5400343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6001681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7180357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771814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3018991" y="3229203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5761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766164" y="3730252"/>
            <a:ext cx="525113" cy="502444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4223075" y="3709317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2433180" y="3709317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767578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588901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799006" y="3229203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7975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3018989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590313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799005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3018990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763336" y="469327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3" name="甜甜圈 22"/>
          <p:cNvSpPr/>
          <p:nvPr/>
        </p:nvSpPr>
        <p:spPr bwMode="auto">
          <a:xfrm>
            <a:off x="7764751" y="421176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761922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49059" y="1150039"/>
            <a:ext cx="2856744" cy="5770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Thresh={1, </a:t>
            </a:r>
            <a:r>
              <a:rPr lang="en-US" altLang="zh-TW" sz="3300" dirty="0">
                <a:ln w="0"/>
                <a:solidFill>
                  <a:srgbClr val="92D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lang="zh-TW" altLang="en-US" sz="33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1410744" y="2123969"/>
            <a:ext cx="2209585" cy="70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1410744" y="2243820"/>
            <a:ext cx="1547549" cy="11029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減號 30"/>
          <p:cNvSpPr/>
          <p:nvPr/>
        </p:nvSpPr>
        <p:spPr bwMode="auto">
          <a:xfrm rot="16200000">
            <a:off x="532720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2" name="減號 31"/>
          <p:cNvSpPr/>
          <p:nvPr/>
        </p:nvSpPr>
        <p:spPr bwMode="auto">
          <a:xfrm rot="16200000">
            <a:off x="2308505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33" name="直線單箭頭接點 32"/>
          <p:cNvCxnSpPr/>
          <p:nvPr/>
        </p:nvCxnSpPr>
        <p:spPr bwMode="auto">
          <a:xfrm flipH="1" flipV="1">
            <a:off x="3544102" y="3431349"/>
            <a:ext cx="1204086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線單箭頭接點 33"/>
          <p:cNvCxnSpPr/>
          <p:nvPr/>
        </p:nvCxnSpPr>
        <p:spPr bwMode="auto">
          <a:xfrm flipH="1" flipV="1">
            <a:off x="1277656" y="2313400"/>
            <a:ext cx="1164920" cy="13959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線單箭頭接點 34"/>
          <p:cNvCxnSpPr/>
          <p:nvPr/>
        </p:nvCxnSpPr>
        <p:spPr bwMode="auto">
          <a:xfrm flipH="1">
            <a:off x="3018989" y="3957442"/>
            <a:ext cx="11264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單箭頭接點 28"/>
          <p:cNvCxnSpPr/>
          <p:nvPr/>
        </p:nvCxnSpPr>
        <p:spPr bwMode="auto">
          <a:xfrm flipH="1">
            <a:off x="4797591" y="3966836"/>
            <a:ext cx="290787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甜甜圈 35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338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69" cy="38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620329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5400343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6001681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7180357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771814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3018991" y="3229203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5761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766164" y="373025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4223075" y="3709317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2433180" y="3709317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767578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588901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799006" y="3229203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7975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3018989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590313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799005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3018990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763336" y="469327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3" name="甜甜圈 22"/>
          <p:cNvSpPr/>
          <p:nvPr/>
        </p:nvSpPr>
        <p:spPr bwMode="auto">
          <a:xfrm>
            <a:off x="7764751" y="4211761"/>
            <a:ext cx="525113" cy="502444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761922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49061" y="1150039"/>
            <a:ext cx="2856744" cy="5770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Thresh={1, 4}</a:t>
            </a:r>
            <a:endParaRPr lang="zh-TW" altLang="en-US" sz="33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1410744" y="2123969"/>
            <a:ext cx="2209585" cy="70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1410744" y="2243820"/>
            <a:ext cx="1547549" cy="11029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減號 30"/>
          <p:cNvSpPr/>
          <p:nvPr/>
        </p:nvSpPr>
        <p:spPr bwMode="auto">
          <a:xfrm rot="16200000">
            <a:off x="532720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2" name="減號 31"/>
          <p:cNvSpPr/>
          <p:nvPr/>
        </p:nvSpPr>
        <p:spPr bwMode="auto">
          <a:xfrm rot="16200000">
            <a:off x="2308505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33" name="直線單箭頭接點 32"/>
          <p:cNvCxnSpPr/>
          <p:nvPr/>
        </p:nvCxnSpPr>
        <p:spPr bwMode="auto">
          <a:xfrm flipH="1" flipV="1">
            <a:off x="3544102" y="3431349"/>
            <a:ext cx="1204086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線單箭頭接點 33"/>
          <p:cNvCxnSpPr/>
          <p:nvPr/>
        </p:nvCxnSpPr>
        <p:spPr bwMode="auto">
          <a:xfrm flipH="1" flipV="1">
            <a:off x="1277656" y="2313400"/>
            <a:ext cx="1164920" cy="13959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線單箭頭接點 34"/>
          <p:cNvCxnSpPr/>
          <p:nvPr/>
        </p:nvCxnSpPr>
        <p:spPr bwMode="auto">
          <a:xfrm flipH="1">
            <a:off x="3018989" y="3957442"/>
            <a:ext cx="11264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單箭頭接點 28"/>
          <p:cNvCxnSpPr/>
          <p:nvPr/>
        </p:nvCxnSpPr>
        <p:spPr bwMode="auto">
          <a:xfrm flipH="1">
            <a:off x="4797591" y="3966836"/>
            <a:ext cx="290787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甜甜圈 35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26" name="直線單箭頭接點 25"/>
          <p:cNvCxnSpPr/>
          <p:nvPr/>
        </p:nvCxnSpPr>
        <p:spPr bwMode="auto">
          <a:xfrm flipH="1" flipV="1">
            <a:off x="4797591" y="4079571"/>
            <a:ext cx="2907879" cy="3569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144931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69" cy="38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620329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5400343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6001681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7180357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771814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3018991" y="3229203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5761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766164" y="373025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4223075" y="3709317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2433180" y="3709317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767578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588901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799006" y="3229203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7975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3018989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590313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799005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3018990" y="4651402"/>
            <a:ext cx="525113" cy="502444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763336" y="469327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3" name="甜甜圈 22"/>
          <p:cNvSpPr/>
          <p:nvPr/>
        </p:nvSpPr>
        <p:spPr bwMode="auto">
          <a:xfrm>
            <a:off x="7764751" y="421176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761922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49061" y="1150039"/>
            <a:ext cx="2856744" cy="5770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Thresh={1, 4}</a:t>
            </a:r>
            <a:endParaRPr lang="zh-TW" altLang="en-US" sz="33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1410744" y="2123969"/>
            <a:ext cx="2209585" cy="70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1410744" y="2243820"/>
            <a:ext cx="1547549" cy="11029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減號 30"/>
          <p:cNvSpPr/>
          <p:nvPr/>
        </p:nvSpPr>
        <p:spPr bwMode="auto">
          <a:xfrm rot="16200000">
            <a:off x="532720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2" name="減號 31"/>
          <p:cNvSpPr/>
          <p:nvPr/>
        </p:nvSpPr>
        <p:spPr bwMode="auto">
          <a:xfrm rot="16200000">
            <a:off x="2308505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33" name="直線單箭頭接點 32"/>
          <p:cNvCxnSpPr/>
          <p:nvPr/>
        </p:nvCxnSpPr>
        <p:spPr bwMode="auto">
          <a:xfrm flipH="1" flipV="1">
            <a:off x="3544102" y="3431349"/>
            <a:ext cx="1204086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線單箭頭接點 33"/>
          <p:cNvCxnSpPr/>
          <p:nvPr/>
        </p:nvCxnSpPr>
        <p:spPr bwMode="auto">
          <a:xfrm flipH="1" flipV="1">
            <a:off x="1277656" y="2313400"/>
            <a:ext cx="1164920" cy="13959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線單箭頭接點 34"/>
          <p:cNvCxnSpPr/>
          <p:nvPr/>
        </p:nvCxnSpPr>
        <p:spPr bwMode="auto">
          <a:xfrm flipH="1">
            <a:off x="3018989" y="3957442"/>
            <a:ext cx="11264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單箭頭接點 28"/>
          <p:cNvCxnSpPr/>
          <p:nvPr/>
        </p:nvCxnSpPr>
        <p:spPr bwMode="auto">
          <a:xfrm flipH="1">
            <a:off x="4797591" y="3966836"/>
            <a:ext cx="290787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甜甜圈 35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26" name="直線單箭頭接點 25"/>
          <p:cNvCxnSpPr/>
          <p:nvPr/>
        </p:nvCxnSpPr>
        <p:spPr bwMode="auto">
          <a:xfrm flipH="1" flipV="1">
            <a:off x="4797591" y="4079571"/>
            <a:ext cx="2907879" cy="3569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線單箭頭接點 36"/>
          <p:cNvCxnSpPr/>
          <p:nvPr/>
        </p:nvCxnSpPr>
        <p:spPr bwMode="auto">
          <a:xfrm flipH="1" flipV="1">
            <a:off x="2818357" y="4232697"/>
            <a:ext cx="200633" cy="5702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201387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69" cy="38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620329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5400343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6001681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7180357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771814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3018991" y="3229203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5761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766164" y="373025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4223075" y="3709317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2433180" y="3709317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767578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588901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799006" y="3229203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7975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3018989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590313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799005" y="4651402"/>
            <a:ext cx="525113" cy="502444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3018990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763336" y="469327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3" name="甜甜圈 22"/>
          <p:cNvSpPr/>
          <p:nvPr/>
        </p:nvSpPr>
        <p:spPr bwMode="auto">
          <a:xfrm>
            <a:off x="7764751" y="421176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571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761922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49061" y="1150039"/>
            <a:ext cx="2856744" cy="5770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Thresh={1, 4}</a:t>
            </a:r>
            <a:endParaRPr lang="zh-TW" altLang="en-US" sz="33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1410744" y="2123969"/>
            <a:ext cx="2209585" cy="70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1410744" y="2243820"/>
            <a:ext cx="1547549" cy="11029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減號 30"/>
          <p:cNvSpPr/>
          <p:nvPr/>
        </p:nvSpPr>
        <p:spPr bwMode="auto">
          <a:xfrm rot="16200000">
            <a:off x="532720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2" name="減號 31"/>
          <p:cNvSpPr/>
          <p:nvPr/>
        </p:nvSpPr>
        <p:spPr bwMode="auto">
          <a:xfrm rot="16200000">
            <a:off x="2308505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33" name="直線單箭頭接點 32"/>
          <p:cNvCxnSpPr/>
          <p:nvPr/>
        </p:nvCxnSpPr>
        <p:spPr bwMode="auto">
          <a:xfrm flipH="1" flipV="1">
            <a:off x="3544102" y="3431349"/>
            <a:ext cx="1204086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線單箭頭接點 33"/>
          <p:cNvCxnSpPr/>
          <p:nvPr/>
        </p:nvCxnSpPr>
        <p:spPr bwMode="auto">
          <a:xfrm flipH="1" flipV="1">
            <a:off x="1277656" y="2313400"/>
            <a:ext cx="1164920" cy="13959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線單箭頭接點 34"/>
          <p:cNvCxnSpPr/>
          <p:nvPr/>
        </p:nvCxnSpPr>
        <p:spPr bwMode="auto">
          <a:xfrm flipH="1">
            <a:off x="3018989" y="3957442"/>
            <a:ext cx="11264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單箭頭接點 28"/>
          <p:cNvCxnSpPr/>
          <p:nvPr/>
        </p:nvCxnSpPr>
        <p:spPr bwMode="auto">
          <a:xfrm flipH="1">
            <a:off x="4797591" y="3966836"/>
            <a:ext cx="290787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甜甜圈 35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26" name="直線單箭頭接點 25"/>
          <p:cNvCxnSpPr/>
          <p:nvPr/>
        </p:nvCxnSpPr>
        <p:spPr bwMode="auto">
          <a:xfrm flipH="1" flipV="1">
            <a:off x="4797591" y="4079571"/>
            <a:ext cx="2907879" cy="3569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線單箭頭接點 36"/>
          <p:cNvCxnSpPr/>
          <p:nvPr/>
        </p:nvCxnSpPr>
        <p:spPr bwMode="auto">
          <a:xfrm flipH="1" flipV="1">
            <a:off x="2818357" y="4232697"/>
            <a:ext cx="200633" cy="5702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線單箭頭接點 37"/>
          <p:cNvCxnSpPr/>
          <p:nvPr/>
        </p:nvCxnSpPr>
        <p:spPr bwMode="auto">
          <a:xfrm flipH="1">
            <a:off x="3620329" y="4896894"/>
            <a:ext cx="1127859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267617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69" cy="38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620329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5400343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6001681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7180357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771814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3018991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5761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766164" y="373025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4223075" y="3709317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571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2433180" y="3709317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767578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588901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799006" y="3229203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7975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3018989" y="5153846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590313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799005" y="4651402"/>
            <a:ext cx="525113" cy="502444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3018990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763336" y="469327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3" name="甜甜圈 22"/>
          <p:cNvSpPr/>
          <p:nvPr/>
        </p:nvSpPr>
        <p:spPr bwMode="auto">
          <a:xfrm>
            <a:off x="7764751" y="421176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571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761922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57075" y="1150039"/>
            <a:ext cx="2840714" cy="5770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Thresh={1, </a:t>
            </a:r>
            <a:r>
              <a:rPr lang="en-US" altLang="zh-TW" sz="3300" dirty="0">
                <a:ln w="0"/>
                <a:solidFill>
                  <a:srgbClr val="92D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lang="zh-TW" altLang="en-US" sz="33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1410744" y="2123969"/>
            <a:ext cx="2209585" cy="70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1410744" y="2243820"/>
            <a:ext cx="1547549" cy="11029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減號 30"/>
          <p:cNvSpPr/>
          <p:nvPr/>
        </p:nvSpPr>
        <p:spPr bwMode="auto">
          <a:xfrm rot="16200000">
            <a:off x="532720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2" name="減號 31"/>
          <p:cNvSpPr/>
          <p:nvPr/>
        </p:nvSpPr>
        <p:spPr bwMode="auto">
          <a:xfrm rot="16200000">
            <a:off x="1125721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33" name="直線單箭頭接點 32"/>
          <p:cNvCxnSpPr/>
          <p:nvPr/>
        </p:nvCxnSpPr>
        <p:spPr bwMode="auto">
          <a:xfrm flipH="1" flipV="1">
            <a:off x="3544102" y="3431349"/>
            <a:ext cx="1204086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線單箭頭接點 33"/>
          <p:cNvCxnSpPr/>
          <p:nvPr/>
        </p:nvCxnSpPr>
        <p:spPr bwMode="auto">
          <a:xfrm flipH="1" flipV="1">
            <a:off x="1277656" y="2313400"/>
            <a:ext cx="1164920" cy="13959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線單箭頭接點 34"/>
          <p:cNvCxnSpPr/>
          <p:nvPr/>
        </p:nvCxnSpPr>
        <p:spPr bwMode="auto">
          <a:xfrm flipH="1">
            <a:off x="3018989" y="3957442"/>
            <a:ext cx="11264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單箭頭接點 28"/>
          <p:cNvCxnSpPr/>
          <p:nvPr/>
        </p:nvCxnSpPr>
        <p:spPr bwMode="auto">
          <a:xfrm flipH="1">
            <a:off x="4797591" y="3966836"/>
            <a:ext cx="290787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甜甜圈 35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26" name="直線單箭頭接點 25"/>
          <p:cNvCxnSpPr/>
          <p:nvPr/>
        </p:nvCxnSpPr>
        <p:spPr bwMode="auto">
          <a:xfrm flipH="1" flipV="1">
            <a:off x="4797591" y="4079571"/>
            <a:ext cx="2907879" cy="3569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線單箭頭接點 36"/>
          <p:cNvCxnSpPr/>
          <p:nvPr/>
        </p:nvCxnSpPr>
        <p:spPr bwMode="auto">
          <a:xfrm flipH="1" flipV="1">
            <a:off x="2818357" y="4232697"/>
            <a:ext cx="200633" cy="5702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線單箭頭接點 37"/>
          <p:cNvCxnSpPr/>
          <p:nvPr/>
        </p:nvCxnSpPr>
        <p:spPr bwMode="auto">
          <a:xfrm flipH="1">
            <a:off x="3620329" y="4896894"/>
            <a:ext cx="1127859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72814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69" cy="38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620329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5400343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6001681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7180357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771814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3018991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576191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766164" y="373025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4223075" y="3709317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571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2433180" y="3709317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767578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588901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799006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797591" y="5153846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3018989" y="5153846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590313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799005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3018990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763336" y="469327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3" name="甜甜圈 22"/>
          <p:cNvSpPr/>
          <p:nvPr/>
        </p:nvSpPr>
        <p:spPr bwMode="auto">
          <a:xfrm>
            <a:off x="7764751" y="421176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571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761922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02999" y="1150039"/>
            <a:ext cx="3348866" cy="5770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Thresh={1, 2, </a:t>
            </a:r>
            <a:r>
              <a:rPr lang="en-US" altLang="zh-TW" sz="3300" dirty="0">
                <a:ln w="0"/>
                <a:solidFill>
                  <a:srgbClr val="92D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lang="zh-TW" altLang="en-US" sz="33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1410744" y="2123969"/>
            <a:ext cx="2209585" cy="70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1410744" y="2243820"/>
            <a:ext cx="1547549" cy="11029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減號 30"/>
          <p:cNvSpPr/>
          <p:nvPr/>
        </p:nvSpPr>
        <p:spPr bwMode="auto">
          <a:xfrm rot="16200000">
            <a:off x="532720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2" name="減號 31"/>
          <p:cNvSpPr/>
          <p:nvPr/>
        </p:nvSpPr>
        <p:spPr bwMode="auto">
          <a:xfrm rot="16200000">
            <a:off x="1125721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33" name="直線單箭頭接點 32"/>
          <p:cNvCxnSpPr/>
          <p:nvPr/>
        </p:nvCxnSpPr>
        <p:spPr bwMode="auto">
          <a:xfrm flipH="1" flipV="1">
            <a:off x="3544102" y="3431349"/>
            <a:ext cx="1204086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線單箭頭接點 33"/>
          <p:cNvCxnSpPr/>
          <p:nvPr/>
        </p:nvCxnSpPr>
        <p:spPr bwMode="auto">
          <a:xfrm flipH="1" flipV="1">
            <a:off x="1277656" y="2313400"/>
            <a:ext cx="1164920" cy="13959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線單箭頭接點 34"/>
          <p:cNvCxnSpPr/>
          <p:nvPr/>
        </p:nvCxnSpPr>
        <p:spPr bwMode="auto">
          <a:xfrm flipH="1">
            <a:off x="3018989" y="3957442"/>
            <a:ext cx="11264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單箭頭接點 28"/>
          <p:cNvCxnSpPr/>
          <p:nvPr/>
        </p:nvCxnSpPr>
        <p:spPr bwMode="auto">
          <a:xfrm flipH="1">
            <a:off x="4797591" y="3966836"/>
            <a:ext cx="290787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甜甜圈 35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26" name="直線單箭頭接點 25"/>
          <p:cNvCxnSpPr/>
          <p:nvPr/>
        </p:nvCxnSpPr>
        <p:spPr bwMode="auto">
          <a:xfrm flipH="1" flipV="1">
            <a:off x="4797591" y="4079571"/>
            <a:ext cx="2907879" cy="3569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線單箭頭接點 36"/>
          <p:cNvCxnSpPr/>
          <p:nvPr/>
        </p:nvCxnSpPr>
        <p:spPr bwMode="auto">
          <a:xfrm flipH="1" flipV="1">
            <a:off x="2818357" y="4232697"/>
            <a:ext cx="200633" cy="5702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線單箭頭接點 37"/>
          <p:cNvCxnSpPr/>
          <p:nvPr/>
        </p:nvCxnSpPr>
        <p:spPr bwMode="auto">
          <a:xfrm flipH="1">
            <a:off x="3620329" y="4896894"/>
            <a:ext cx="1127859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減號 38"/>
          <p:cNvSpPr/>
          <p:nvPr/>
        </p:nvSpPr>
        <p:spPr bwMode="auto">
          <a:xfrm rot="16200000">
            <a:off x="2894693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0552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69" cy="38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620329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5400343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6001681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7180357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771814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3018991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576191" y="5153846"/>
            <a:ext cx="525113" cy="502444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766164" y="373025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4223075" y="3709317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571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2433180" y="3709317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767578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588901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799006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797591" y="5153846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3018989" y="5153846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590313" y="465140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799005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3018990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763336" y="469327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3" name="甜甜圈 22"/>
          <p:cNvSpPr/>
          <p:nvPr/>
        </p:nvSpPr>
        <p:spPr bwMode="auto">
          <a:xfrm>
            <a:off x="7764751" y="421176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571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761922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02999" y="1150039"/>
            <a:ext cx="3348866" cy="5770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Thresh={1, 2, 5}</a:t>
            </a:r>
            <a:endParaRPr lang="zh-TW" altLang="en-US" sz="33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1410744" y="2123969"/>
            <a:ext cx="2209585" cy="70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1410744" y="2243820"/>
            <a:ext cx="1547549" cy="11029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減號 30"/>
          <p:cNvSpPr/>
          <p:nvPr/>
        </p:nvSpPr>
        <p:spPr bwMode="auto">
          <a:xfrm rot="16200000">
            <a:off x="532720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2" name="減號 31"/>
          <p:cNvSpPr/>
          <p:nvPr/>
        </p:nvSpPr>
        <p:spPr bwMode="auto">
          <a:xfrm rot="16200000">
            <a:off x="1125721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33" name="直線單箭頭接點 32"/>
          <p:cNvCxnSpPr/>
          <p:nvPr/>
        </p:nvCxnSpPr>
        <p:spPr bwMode="auto">
          <a:xfrm flipH="1" flipV="1">
            <a:off x="3544102" y="3431349"/>
            <a:ext cx="1204086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線單箭頭接點 33"/>
          <p:cNvCxnSpPr/>
          <p:nvPr/>
        </p:nvCxnSpPr>
        <p:spPr bwMode="auto">
          <a:xfrm flipH="1" flipV="1">
            <a:off x="1277656" y="2313400"/>
            <a:ext cx="1164920" cy="13959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線單箭頭接點 34"/>
          <p:cNvCxnSpPr/>
          <p:nvPr/>
        </p:nvCxnSpPr>
        <p:spPr bwMode="auto">
          <a:xfrm flipH="1">
            <a:off x="3018989" y="3957442"/>
            <a:ext cx="11264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單箭頭接點 28"/>
          <p:cNvCxnSpPr/>
          <p:nvPr/>
        </p:nvCxnSpPr>
        <p:spPr bwMode="auto">
          <a:xfrm flipH="1">
            <a:off x="4797591" y="3966836"/>
            <a:ext cx="290787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甜甜圈 35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26" name="直線單箭頭接點 25"/>
          <p:cNvCxnSpPr/>
          <p:nvPr/>
        </p:nvCxnSpPr>
        <p:spPr bwMode="auto">
          <a:xfrm flipH="1" flipV="1">
            <a:off x="4797591" y="4079571"/>
            <a:ext cx="2907879" cy="3569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線單箭頭接點 36"/>
          <p:cNvCxnSpPr/>
          <p:nvPr/>
        </p:nvCxnSpPr>
        <p:spPr bwMode="auto">
          <a:xfrm flipH="1" flipV="1">
            <a:off x="2818357" y="4232697"/>
            <a:ext cx="200633" cy="5702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線單箭頭接點 37"/>
          <p:cNvCxnSpPr/>
          <p:nvPr/>
        </p:nvCxnSpPr>
        <p:spPr bwMode="auto">
          <a:xfrm flipH="1">
            <a:off x="3620329" y="4896894"/>
            <a:ext cx="1127859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減號 38"/>
          <p:cNvSpPr/>
          <p:nvPr/>
        </p:nvSpPr>
        <p:spPr bwMode="auto">
          <a:xfrm rot="16200000">
            <a:off x="2894693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40" name="直線單箭頭接點 39"/>
          <p:cNvCxnSpPr/>
          <p:nvPr/>
        </p:nvCxnSpPr>
        <p:spPr bwMode="auto">
          <a:xfrm flipH="1" flipV="1">
            <a:off x="5352928" y="4902625"/>
            <a:ext cx="1173866" cy="4660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700997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69" cy="38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620329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5400343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6001681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7180357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771814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3018991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576191" y="5153846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766164" y="373025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4223075" y="3709317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571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2433180" y="3709317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767578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588901" y="3227808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799006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797591" y="5153846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3018989" y="5153846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590313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799005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3018990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763336" y="469327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3" name="甜甜圈 22"/>
          <p:cNvSpPr/>
          <p:nvPr/>
        </p:nvSpPr>
        <p:spPr bwMode="auto">
          <a:xfrm>
            <a:off x="7764751" y="421176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571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761922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56939" y="1150039"/>
            <a:ext cx="3840988" cy="577081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Thresh={1, 2, 5, </a:t>
            </a:r>
            <a:r>
              <a:rPr lang="en-US" altLang="zh-TW" sz="3300" dirty="0">
                <a:ln w="0"/>
                <a:solidFill>
                  <a:srgbClr val="92D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r>
            <a:r>
              <a:rPr lang="en-US" altLang="zh-TW" sz="33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lang="zh-TW" altLang="en-US" sz="3300" dirty="0">
              <a:ln w="0"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1410744" y="2123969"/>
            <a:ext cx="2209585" cy="70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1410744" y="2243820"/>
            <a:ext cx="1547549" cy="11029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減號 30"/>
          <p:cNvSpPr/>
          <p:nvPr/>
        </p:nvSpPr>
        <p:spPr bwMode="auto">
          <a:xfrm rot="16200000">
            <a:off x="532720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2" name="減號 31"/>
          <p:cNvSpPr/>
          <p:nvPr/>
        </p:nvSpPr>
        <p:spPr bwMode="auto">
          <a:xfrm rot="16200000">
            <a:off x="1125721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33" name="直線單箭頭接點 32"/>
          <p:cNvCxnSpPr/>
          <p:nvPr/>
        </p:nvCxnSpPr>
        <p:spPr bwMode="auto">
          <a:xfrm flipH="1" flipV="1">
            <a:off x="3544102" y="3431349"/>
            <a:ext cx="1204086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線單箭頭接點 33"/>
          <p:cNvCxnSpPr/>
          <p:nvPr/>
        </p:nvCxnSpPr>
        <p:spPr bwMode="auto">
          <a:xfrm flipH="1" flipV="1">
            <a:off x="1277656" y="2313400"/>
            <a:ext cx="1164920" cy="13959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線單箭頭接點 34"/>
          <p:cNvCxnSpPr/>
          <p:nvPr/>
        </p:nvCxnSpPr>
        <p:spPr bwMode="auto">
          <a:xfrm flipH="1">
            <a:off x="3018989" y="3957442"/>
            <a:ext cx="11264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單箭頭接點 28"/>
          <p:cNvCxnSpPr/>
          <p:nvPr/>
        </p:nvCxnSpPr>
        <p:spPr bwMode="auto">
          <a:xfrm flipH="1">
            <a:off x="4797591" y="3966836"/>
            <a:ext cx="290787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甜甜圈 35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26" name="直線單箭頭接點 25"/>
          <p:cNvCxnSpPr/>
          <p:nvPr/>
        </p:nvCxnSpPr>
        <p:spPr bwMode="auto">
          <a:xfrm flipH="1" flipV="1">
            <a:off x="4797591" y="4079571"/>
            <a:ext cx="2907879" cy="3569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線單箭頭接點 36"/>
          <p:cNvCxnSpPr/>
          <p:nvPr/>
        </p:nvCxnSpPr>
        <p:spPr bwMode="auto">
          <a:xfrm flipH="1" flipV="1">
            <a:off x="2818357" y="4232697"/>
            <a:ext cx="200633" cy="5702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線單箭頭接點 37"/>
          <p:cNvCxnSpPr/>
          <p:nvPr/>
        </p:nvCxnSpPr>
        <p:spPr bwMode="auto">
          <a:xfrm flipH="1">
            <a:off x="3620329" y="4896894"/>
            <a:ext cx="1127859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減號 38"/>
          <p:cNvSpPr/>
          <p:nvPr/>
        </p:nvSpPr>
        <p:spPr bwMode="auto">
          <a:xfrm rot="16200000">
            <a:off x="2894693" y="4103083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cxnSp>
        <p:nvCxnSpPr>
          <p:cNvPr id="40" name="直線單箭頭接點 39"/>
          <p:cNvCxnSpPr/>
          <p:nvPr/>
        </p:nvCxnSpPr>
        <p:spPr bwMode="auto">
          <a:xfrm flipH="1" flipV="1">
            <a:off x="5352928" y="4902625"/>
            <a:ext cx="1173866" cy="4660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減號 40"/>
          <p:cNvSpPr/>
          <p:nvPr/>
        </p:nvSpPr>
        <p:spPr bwMode="auto">
          <a:xfrm rot="16200000">
            <a:off x="4682389" y="4104615"/>
            <a:ext cx="4478729" cy="259226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9218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230682" y="1768516"/>
          <a:ext cx="7102269" cy="38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  <a:gridCol w="591856"/>
              </a:tblGrid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47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48147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620329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5400343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6001681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7180357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771814" y="2726760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3018991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576191" y="5153846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766164" y="3730252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4223075" y="3709317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571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2433180" y="3709317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767578" y="3227808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588901" y="3227808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799006" y="3229203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797591" y="5153846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3018989" y="5153846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590313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799005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3018990" y="4651402"/>
            <a:ext cx="525113" cy="502444"/>
          </a:xfrm>
          <a:prstGeom prst="donut">
            <a:avLst/>
          </a:prstGeom>
          <a:solidFill>
            <a:schemeClr val="bg1">
              <a:lumMod val="85000"/>
            </a:schemeClr>
          </a:solidFill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763336" y="469327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3" name="甜甜圈 22"/>
          <p:cNvSpPr/>
          <p:nvPr/>
        </p:nvSpPr>
        <p:spPr bwMode="auto">
          <a:xfrm>
            <a:off x="7764751" y="4211761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571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761922" y="5153846"/>
            <a:ext cx="525113" cy="502444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024003" y="1846969"/>
            <a:ext cx="5073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0</a:t>
            </a:r>
            <a:endParaRPr lang="zh-TW" altLang="en-US" sz="1350" dirty="0"/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1410744" y="2123969"/>
            <a:ext cx="2209585" cy="70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1410744" y="2243820"/>
            <a:ext cx="1547549" cy="11029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直線單箭頭接點 32"/>
          <p:cNvCxnSpPr/>
          <p:nvPr/>
        </p:nvCxnSpPr>
        <p:spPr bwMode="auto">
          <a:xfrm flipH="1" flipV="1">
            <a:off x="3544102" y="3431349"/>
            <a:ext cx="1204086" cy="9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線單箭頭接點 33"/>
          <p:cNvCxnSpPr/>
          <p:nvPr/>
        </p:nvCxnSpPr>
        <p:spPr bwMode="auto">
          <a:xfrm flipH="1" flipV="1">
            <a:off x="1277656" y="2313400"/>
            <a:ext cx="1164920" cy="13959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線單箭頭接點 34"/>
          <p:cNvCxnSpPr/>
          <p:nvPr/>
        </p:nvCxnSpPr>
        <p:spPr bwMode="auto">
          <a:xfrm flipH="1">
            <a:off x="3018989" y="3957442"/>
            <a:ext cx="11264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線單箭頭接點 28"/>
          <p:cNvCxnSpPr/>
          <p:nvPr/>
        </p:nvCxnSpPr>
        <p:spPr bwMode="auto">
          <a:xfrm flipH="1">
            <a:off x="4797591" y="3966836"/>
            <a:ext cx="290787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甜甜圈 35"/>
          <p:cNvSpPr/>
          <p:nvPr/>
        </p:nvSpPr>
        <p:spPr bwMode="auto">
          <a:xfrm>
            <a:off x="873690" y="1727120"/>
            <a:ext cx="537054" cy="516700"/>
          </a:xfrm>
          <a:prstGeom prst="donut">
            <a:avLst/>
          </a:prstGeom>
          <a:noFill/>
          <a:ln w="5715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26" name="直線單箭頭接點 25"/>
          <p:cNvCxnSpPr/>
          <p:nvPr/>
        </p:nvCxnSpPr>
        <p:spPr bwMode="auto">
          <a:xfrm flipH="1" flipV="1">
            <a:off x="4797591" y="4079571"/>
            <a:ext cx="2907879" cy="3569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線單箭頭接點 36"/>
          <p:cNvCxnSpPr/>
          <p:nvPr/>
        </p:nvCxnSpPr>
        <p:spPr bwMode="auto">
          <a:xfrm flipH="1" flipV="1">
            <a:off x="2818357" y="4232697"/>
            <a:ext cx="200633" cy="570252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線單箭頭接點 37"/>
          <p:cNvCxnSpPr/>
          <p:nvPr/>
        </p:nvCxnSpPr>
        <p:spPr bwMode="auto">
          <a:xfrm flipH="1">
            <a:off x="3620329" y="4896894"/>
            <a:ext cx="1127859" cy="9395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線單箭頭接點 39"/>
          <p:cNvCxnSpPr/>
          <p:nvPr/>
        </p:nvCxnSpPr>
        <p:spPr bwMode="auto">
          <a:xfrm flipH="1" flipV="1">
            <a:off x="5352928" y="4902625"/>
            <a:ext cx="1173866" cy="466061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761464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Advancing from Contour to Contour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64" y="1690689"/>
            <a:ext cx="7169740" cy="4351338"/>
          </a:xfrm>
        </p:spPr>
      </p:pic>
    </p:spTree>
    <p:extLst>
      <p:ext uri="{BB962C8B-B14F-4D97-AF65-F5344CB8AC3E}">
        <p14:creationId xmlns:p14="http://schemas.microsoft.com/office/powerpoint/2010/main" val="278547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8046"/>
                <a:ext cx="7886700" cy="602891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/>
                  <a:t>Hirschberg:</a:t>
                </a:r>
              </a:p>
              <a:p>
                <a:pPr marL="0" indent="0">
                  <a:buNone/>
                </a:pPr>
                <a:r>
                  <a:rPr lang="en-US" altLang="zh-TW" sz="2400" dirty="0" smtClean="0"/>
                  <a:t>	</a:t>
                </a:r>
                <a:r>
                  <a:rPr lang="en-US" altLang="zh-TW" sz="2400" dirty="0" err="1" smtClean="0"/>
                  <a:t>Fisrt</a:t>
                </a:r>
                <a:r>
                  <a:rPr lang="en-US" altLang="zh-TW" sz="2400" dirty="0" smtClean="0"/>
                  <a:t> one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 dirty="0" err="1" smtClean="0">
                        <a:latin typeface="Cambria Math" panose="02040503050406030204" pitchFamily="18" charset="0"/>
                      </a:rPr>
                      <m:t>𝑟𝑛</m:t>
                    </m:r>
                    <m:r>
                      <a:rPr lang="en-US" altLang="zh-TW" sz="24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400" i="1" dirty="0" err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400" dirty="0" smtClean="0"/>
              </a:p>
              <a:p>
                <a:pPr marL="0" indent="0">
                  <a:buNone/>
                </a:pPr>
                <a:r>
                  <a:rPr lang="en-US" altLang="zh-TW" sz="2400" dirty="0"/>
                  <a:t>	</a:t>
                </a:r>
                <a:r>
                  <a:rPr lang="en-US" altLang="zh-TW" sz="2400" dirty="0" smtClean="0"/>
                  <a:t>Second one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func>
                          <m:func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altLang="zh-TW" sz="2400" b="0" dirty="0" smtClean="0"/>
              </a:p>
              <a:p>
                <a:pPr marL="0" indent="0">
                  <a:buNone/>
                </a:pPr>
                <a:endParaRPr lang="en-US" altLang="zh-TW" sz="2400" b="0" dirty="0" smtClean="0"/>
              </a:p>
              <a:p>
                <a:pPr marL="0" indent="0">
                  <a:buNone/>
                </a:pPr>
                <a:r>
                  <a:rPr lang="en-US" altLang="zh-TW" sz="2400" dirty="0" smtClean="0"/>
                  <a:t>Hsu and Du:</a:t>
                </a:r>
              </a:p>
              <a:p>
                <a:pPr marL="0" indent="0">
                  <a:buNone/>
                </a:pPr>
                <a:r>
                  <a:rPr lang="en-US" altLang="zh-TW" sz="2400" dirty="0"/>
                  <a:t>	</a:t>
                </a:r>
                <a:r>
                  <a:rPr lang="en-US" altLang="zh-TW" sz="2400" dirty="0" smtClean="0"/>
                  <a:t>use binary search to find dominant matches</a:t>
                </a:r>
              </a:p>
              <a:p>
                <a:pPr marL="0" indent="0">
                  <a:buNone/>
                </a:pPr>
                <a:r>
                  <a:rPr lang="en-US" altLang="zh-TW" sz="2400" dirty="0"/>
                  <a:t>	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dirty="0" err="1" smtClean="0">
                            <a:latin typeface="Cambria Math" panose="02040503050406030204" pitchFamily="18" charset="0"/>
                          </a:rPr>
                          <m:t>𝑟𝑚</m:t>
                        </m:r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func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𝑟𝑚</m:t>
                        </m:r>
                      </m:e>
                    </m:d>
                  </m:oMath>
                </a14:m>
                <a:endParaRPr lang="en-US" altLang="zh-TW" sz="2400" dirty="0" smtClean="0"/>
              </a:p>
              <a:p>
                <a:pPr marL="0" indent="0">
                  <a:buNone/>
                </a:pPr>
                <a:endParaRPr lang="en-US" altLang="zh-TW" sz="2400" dirty="0" smtClean="0"/>
              </a:p>
              <a:p>
                <a:pPr marL="0" indent="0">
                  <a:buNone/>
                </a:pPr>
                <a:r>
                  <a:rPr lang="en-US" altLang="zh-TW" sz="2400" dirty="0" err="1" smtClean="0"/>
                  <a:t>Apostolico</a:t>
                </a:r>
                <a:r>
                  <a:rPr lang="en-US" altLang="zh-TW" sz="2400" dirty="0" smtClean="0"/>
                  <a:t> and Guerra:</a:t>
                </a:r>
              </a:p>
              <a:p>
                <a:pPr marL="0" indent="0">
                  <a:buNone/>
                </a:pPr>
                <a:r>
                  <a:rPr lang="en-US" altLang="zh-TW" sz="2400" dirty="0"/>
                  <a:t>	</a:t>
                </a:r>
                <a:r>
                  <a:rPr lang="en-US" altLang="zh-TW" sz="2400" dirty="0" smtClean="0"/>
                  <a:t>use Closest table to find</a:t>
                </a:r>
                <a:r>
                  <a:rPr lang="en-US" altLang="zh-TW" sz="2400" dirty="0"/>
                  <a:t> </a:t>
                </a:r>
                <a:r>
                  <a:rPr lang="en-US" altLang="zh-TW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𝑟𝑚</m:t>
                    </m:r>
                    <m:func>
                      <m:func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⁡{</m:t>
                        </m:r>
                        <m:r>
                          <a:rPr lang="zh-TW" altLang="en-US" sz="2400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,2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400" dirty="0" smtClean="0"/>
              </a:p>
              <a:p>
                <a:pPr marL="0" indent="0">
                  <a:buNone/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8046"/>
                <a:ext cx="7886700" cy="6028917"/>
              </a:xfrm>
              <a:blipFill rotWithShape="0">
                <a:blip r:embed="rId2"/>
                <a:stretch>
                  <a:fillRect l="-1159" t="-14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1215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53656" y="1073322"/>
          <a:ext cx="7853824" cy="43402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grpSp>
        <p:nvGrpSpPr>
          <p:cNvPr id="38" name="群組 37"/>
          <p:cNvGrpSpPr/>
          <p:nvPr/>
        </p:nvGrpSpPr>
        <p:grpSpPr>
          <a:xfrm>
            <a:off x="6562854" y="1995554"/>
            <a:ext cx="986425" cy="197285"/>
            <a:chOff x="5460302" y="-663879"/>
            <a:chExt cx="1315233" cy="263046"/>
          </a:xfrm>
        </p:grpSpPr>
        <p:sp>
          <p:nvSpPr>
            <p:cNvPr id="24" name="手繪多邊形 23"/>
            <p:cNvSpPr/>
            <p:nvPr/>
          </p:nvSpPr>
          <p:spPr bwMode="auto">
            <a:xfrm>
              <a:off x="5460302" y="-663879"/>
              <a:ext cx="1315233" cy="263046"/>
            </a:xfrm>
            <a:custGeom>
              <a:avLst/>
              <a:gdLst>
                <a:gd name="connsiteX0" fmla="*/ 0 w 1315233"/>
                <a:gd name="connsiteY0" fmla="*/ 263046 h 263046"/>
                <a:gd name="connsiteX1" fmla="*/ 626301 w 1315233"/>
                <a:gd name="connsiteY1" fmla="*/ 0 h 263046"/>
                <a:gd name="connsiteX2" fmla="*/ 1315233 w 1315233"/>
                <a:gd name="connsiteY2" fmla="*/ 263046 h 26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5233" h="263046">
                  <a:moveTo>
                    <a:pt x="0" y="263046"/>
                  </a:moveTo>
                  <a:cubicBezTo>
                    <a:pt x="203548" y="131523"/>
                    <a:pt x="407096" y="0"/>
                    <a:pt x="626301" y="0"/>
                  </a:cubicBezTo>
                  <a:cubicBezTo>
                    <a:pt x="845506" y="0"/>
                    <a:pt x="1198323" y="215030"/>
                    <a:pt x="1315233" y="263046"/>
                  </a:cubicBezTo>
                </a:path>
              </a:pathLst>
            </a:custGeom>
            <a:noFill/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26" name="直線接點 25"/>
            <p:cNvCxnSpPr/>
            <p:nvPr/>
          </p:nvCxnSpPr>
          <p:spPr bwMode="auto">
            <a:xfrm flipH="1">
              <a:off x="5460302" y="-588723"/>
              <a:ext cx="28705" cy="17536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直線接點 29"/>
            <p:cNvCxnSpPr>
              <a:stCxn id="24" idx="0"/>
            </p:cNvCxnSpPr>
            <p:nvPr/>
          </p:nvCxnSpPr>
          <p:spPr bwMode="auto">
            <a:xfrm>
              <a:off x="5460302" y="-400833"/>
              <a:ext cx="23799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7" name="群組 46"/>
          <p:cNvGrpSpPr/>
          <p:nvPr/>
        </p:nvGrpSpPr>
        <p:grpSpPr>
          <a:xfrm>
            <a:off x="5654132" y="2000252"/>
            <a:ext cx="721812" cy="187890"/>
            <a:chOff x="5460302" y="-663879"/>
            <a:chExt cx="1315233" cy="263046"/>
          </a:xfrm>
        </p:grpSpPr>
        <p:sp>
          <p:nvSpPr>
            <p:cNvPr id="48" name="手繪多邊形 47"/>
            <p:cNvSpPr/>
            <p:nvPr/>
          </p:nvSpPr>
          <p:spPr bwMode="auto">
            <a:xfrm>
              <a:off x="5460302" y="-663879"/>
              <a:ext cx="1315233" cy="263046"/>
            </a:xfrm>
            <a:custGeom>
              <a:avLst/>
              <a:gdLst>
                <a:gd name="connsiteX0" fmla="*/ 0 w 1315233"/>
                <a:gd name="connsiteY0" fmla="*/ 263046 h 263046"/>
                <a:gd name="connsiteX1" fmla="*/ 626301 w 1315233"/>
                <a:gd name="connsiteY1" fmla="*/ 0 h 263046"/>
                <a:gd name="connsiteX2" fmla="*/ 1315233 w 1315233"/>
                <a:gd name="connsiteY2" fmla="*/ 263046 h 26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5233" h="263046">
                  <a:moveTo>
                    <a:pt x="0" y="263046"/>
                  </a:moveTo>
                  <a:cubicBezTo>
                    <a:pt x="203548" y="131523"/>
                    <a:pt x="407096" y="0"/>
                    <a:pt x="626301" y="0"/>
                  </a:cubicBezTo>
                  <a:cubicBezTo>
                    <a:pt x="845506" y="0"/>
                    <a:pt x="1198323" y="215030"/>
                    <a:pt x="1315233" y="263046"/>
                  </a:cubicBezTo>
                </a:path>
              </a:pathLst>
            </a:custGeom>
            <a:noFill/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49" name="直線接點 48"/>
            <p:cNvCxnSpPr/>
            <p:nvPr/>
          </p:nvCxnSpPr>
          <p:spPr bwMode="auto">
            <a:xfrm flipH="1">
              <a:off x="5460302" y="-588723"/>
              <a:ext cx="28705" cy="17536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直線接點 49"/>
            <p:cNvCxnSpPr>
              <a:stCxn id="48" idx="0"/>
            </p:cNvCxnSpPr>
            <p:nvPr/>
          </p:nvCxnSpPr>
          <p:spPr bwMode="auto">
            <a:xfrm>
              <a:off x="5460302" y="-400833"/>
              <a:ext cx="23799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5" name="群組 54"/>
          <p:cNvGrpSpPr/>
          <p:nvPr/>
        </p:nvGrpSpPr>
        <p:grpSpPr>
          <a:xfrm>
            <a:off x="3799891" y="1990857"/>
            <a:ext cx="1568296" cy="197285"/>
            <a:chOff x="5460302" y="-663879"/>
            <a:chExt cx="1315233" cy="263046"/>
          </a:xfrm>
        </p:grpSpPr>
        <p:sp>
          <p:nvSpPr>
            <p:cNvPr id="56" name="手繪多邊形 55"/>
            <p:cNvSpPr/>
            <p:nvPr/>
          </p:nvSpPr>
          <p:spPr bwMode="auto">
            <a:xfrm>
              <a:off x="5460302" y="-663879"/>
              <a:ext cx="1315233" cy="263046"/>
            </a:xfrm>
            <a:custGeom>
              <a:avLst/>
              <a:gdLst>
                <a:gd name="connsiteX0" fmla="*/ 0 w 1315233"/>
                <a:gd name="connsiteY0" fmla="*/ 263046 h 263046"/>
                <a:gd name="connsiteX1" fmla="*/ 626301 w 1315233"/>
                <a:gd name="connsiteY1" fmla="*/ 0 h 263046"/>
                <a:gd name="connsiteX2" fmla="*/ 1315233 w 1315233"/>
                <a:gd name="connsiteY2" fmla="*/ 263046 h 26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5233" h="263046">
                  <a:moveTo>
                    <a:pt x="0" y="263046"/>
                  </a:moveTo>
                  <a:cubicBezTo>
                    <a:pt x="203548" y="131523"/>
                    <a:pt x="407096" y="0"/>
                    <a:pt x="626301" y="0"/>
                  </a:cubicBezTo>
                  <a:cubicBezTo>
                    <a:pt x="845506" y="0"/>
                    <a:pt x="1198323" y="215030"/>
                    <a:pt x="1315233" y="263046"/>
                  </a:cubicBezTo>
                </a:path>
              </a:pathLst>
            </a:custGeom>
            <a:noFill/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57" name="直線接點 56"/>
            <p:cNvCxnSpPr/>
            <p:nvPr/>
          </p:nvCxnSpPr>
          <p:spPr bwMode="auto">
            <a:xfrm flipH="1">
              <a:off x="5460302" y="-588723"/>
              <a:ext cx="28705" cy="17536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直線接點 57"/>
            <p:cNvCxnSpPr>
              <a:stCxn id="56" idx="0"/>
            </p:cNvCxnSpPr>
            <p:nvPr/>
          </p:nvCxnSpPr>
          <p:spPr bwMode="auto">
            <a:xfrm>
              <a:off x="5460302" y="-400833"/>
              <a:ext cx="23799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9" name="減號 58"/>
          <p:cNvSpPr/>
          <p:nvPr/>
        </p:nvSpPr>
        <p:spPr bwMode="auto">
          <a:xfrm rot="16200000">
            <a:off x="7666320" y="2233548"/>
            <a:ext cx="104044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61" name="減號 60"/>
          <p:cNvSpPr/>
          <p:nvPr/>
        </p:nvSpPr>
        <p:spPr bwMode="auto">
          <a:xfrm rot="16200000">
            <a:off x="-904468" y="3642727"/>
            <a:ext cx="4733372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18296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減號 49"/>
          <p:cNvSpPr/>
          <p:nvPr/>
        </p:nvSpPr>
        <p:spPr bwMode="auto">
          <a:xfrm rot="16200000">
            <a:off x="2351269" y="2543567"/>
            <a:ext cx="170393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grpSp>
        <p:nvGrpSpPr>
          <p:cNvPr id="59" name="群組 58"/>
          <p:cNvGrpSpPr/>
          <p:nvPr/>
        </p:nvGrpSpPr>
        <p:grpSpPr>
          <a:xfrm>
            <a:off x="5174620" y="2614026"/>
            <a:ext cx="1568296" cy="197285"/>
            <a:chOff x="5460302" y="-663879"/>
            <a:chExt cx="1315233" cy="263046"/>
          </a:xfrm>
        </p:grpSpPr>
        <p:sp>
          <p:nvSpPr>
            <p:cNvPr id="60" name="手繪多邊形 59"/>
            <p:cNvSpPr/>
            <p:nvPr/>
          </p:nvSpPr>
          <p:spPr bwMode="auto">
            <a:xfrm>
              <a:off x="5460302" y="-663879"/>
              <a:ext cx="1315233" cy="263046"/>
            </a:xfrm>
            <a:custGeom>
              <a:avLst/>
              <a:gdLst>
                <a:gd name="connsiteX0" fmla="*/ 0 w 1315233"/>
                <a:gd name="connsiteY0" fmla="*/ 263046 h 263046"/>
                <a:gd name="connsiteX1" fmla="*/ 626301 w 1315233"/>
                <a:gd name="connsiteY1" fmla="*/ 0 h 263046"/>
                <a:gd name="connsiteX2" fmla="*/ 1315233 w 1315233"/>
                <a:gd name="connsiteY2" fmla="*/ 263046 h 26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5233" h="263046">
                  <a:moveTo>
                    <a:pt x="0" y="263046"/>
                  </a:moveTo>
                  <a:cubicBezTo>
                    <a:pt x="203548" y="131523"/>
                    <a:pt x="407096" y="0"/>
                    <a:pt x="626301" y="0"/>
                  </a:cubicBezTo>
                  <a:cubicBezTo>
                    <a:pt x="845506" y="0"/>
                    <a:pt x="1198323" y="215030"/>
                    <a:pt x="1315233" y="263046"/>
                  </a:cubicBezTo>
                </a:path>
              </a:pathLst>
            </a:custGeom>
            <a:noFill/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61" name="直線接點 60"/>
            <p:cNvCxnSpPr/>
            <p:nvPr/>
          </p:nvCxnSpPr>
          <p:spPr bwMode="auto">
            <a:xfrm flipH="1">
              <a:off x="5460302" y="-588723"/>
              <a:ext cx="28705" cy="17536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直線接點 61"/>
            <p:cNvCxnSpPr>
              <a:stCxn id="60" idx="0"/>
            </p:cNvCxnSpPr>
            <p:nvPr/>
          </p:nvCxnSpPr>
          <p:spPr bwMode="auto">
            <a:xfrm>
              <a:off x="5460302" y="-400833"/>
              <a:ext cx="23799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5" name="群組 54"/>
          <p:cNvGrpSpPr/>
          <p:nvPr/>
        </p:nvGrpSpPr>
        <p:grpSpPr>
          <a:xfrm>
            <a:off x="2956731" y="2614026"/>
            <a:ext cx="1568296" cy="197285"/>
            <a:chOff x="5460302" y="-663879"/>
            <a:chExt cx="1315233" cy="263046"/>
          </a:xfrm>
        </p:grpSpPr>
        <p:sp>
          <p:nvSpPr>
            <p:cNvPr id="56" name="手繪多邊形 55"/>
            <p:cNvSpPr/>
            <p:nvPr/>
          </p:nvSpPr>
          <p:spPr bwMode="auto">
            <a:xfrm>
              <a:off x="5460302" y="-663879"/>
              <a:ext cx="1315233" cy="263046"/>
            </a:xfrm>
            <a:custGeom>
              <a:avLst/>
              <a:gdLst>
                <a:gd name="connsiteX0" fmla="*/ 0 w 1315233"/>
                <a:gd name="connsiteY0" fmla="*/ 263046 h 263046"/>
                <a:gd name="connsiteX1" fmla="*/ 626301 w 1315233"/>
                <a:gd name="connsiteY1" fmla="*/ 0 h 263046"/>
                <a:gd name="connsiteX2" fmla="*/ 1315233 w 1315233"/>
                <a:gd name="connsiteY2" fmla="*/ 263046 h 26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5233" h="263046">
                  <a:moveTo>
                    <a:pt x="0" y="263046"/>
                  </a:moveTo>
                  <a:cubicBezTo>
                    <a:pt x="203548" y="131523"/>
                    <a:pt x="407096" y="0"/>
                    <a:pt x="626301" y="0"/>
                  </a:cubicBezTo>
                  <a:cubicBezTo>
                    <a:pt x="845506" y="0"/>
                    <a:pt x="1198323" y="215030"/>
                    <a:pt x="1315233" y="263046"/>
                  </a:cubicBezTo>
                </a:path>
              </a:pathLst>
            </a:custGeom>
            <a:noFill/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57" name="直線接點 56"/>
            <p:cNvCxnSpPr/>
            <p:nvPr/>
          </p:nvCxnSpPr>
          <p:spPr bwMode="auto">
            <a:xfrm flipH="1">
              <a:off x="5460302" y="-588723"/>
              <a:ext cx="28705" cy="17536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直線接點 57"/>
            <p:cNvCxnSpPr>
              <a:stCxn id="56" idx="0"/>
            </p:cNvCxnSpPr>
            <p:nvPr/>
          </p:nvCxnSpPr>
          <p:spPr bwMode="auto">
            <a:xfrm>
              <a:off x="5460302" y="-400833"/>
              <a:ext cx="23799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49" name="減號 48"/>
          <p:cNvSpPr/>
          <p:nvPr/>
        </p:nvSpPr>
        <p:spPr bwMode="auto">
          <a:xfrm rot="16200000">
            <a:off x="-904468" y="3642727"/>
            <a:ext cx="4733372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655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減號 22"/>
          <p:cNvSpPr/>
          <p:nvPr/>
        </p:nvSpPr>
        <p:spPr bwMode="auto">
          <a:xfrm rot="16200000">
            <a:off x="1644228" y="3036781"/>
            <a:ext cx="170393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rgbClr val="0070C0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減號 23"/>
          <p:cNvSpPr/>
          <p:nvPr/>
        </p:nvSpPr>
        <p:spPr bwMode="auto">
          <a:xfrm rot="16200000">
            <a:off x="-904468" y="3642727"/>
            <a:ext cx="4733372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55" name="群組 54"/>
          <p:cNvGrpSpPr/>
          <p:nvPr/>
        </p:nvGrpSpPr>
        <p:grpSpPr>
          <a:xfrm>
            <a:off x="2306354" y="3209013"/>
            <a:ext cx="1568296" cy="197285"/>
            <a:chOff x="5460302" y="-663879"/>
            <a:chExt cx="1315233" cy="263046"/>
          </a:xfrm>
        </p:grpSpPr>
        <p:sp>
          <p:nvSpPr>
            <p:cNvPr id="56" name="手繪多邊形 55"/>
            <p:cNvSpPr/>
            <p:nvPr/>
          </p:nvSpPr>
          <p:spPr bwMode="auto">
            <a:xfrm>
              <a:off x="5460302" y="-663879"/>
              <a:ext cx="1315233" cy="263046"/>
            </a:xfrm>
            <a:custGeom>
              <a:avLst/>
              <a:gdLst>
                <a:gd name="connsiteX0" fmla="*/ 0 w 1315233"/>
                <a:gd name="connsiteY0" fmla="*/ 263046 h 263046"/>
                <a:gd name="connsiteX1" fmla="*/ 626301 w 1315233"/>
                <a:gd name="connsiteY1" fmla="*/ 0 h 263046"/>
                <a:gd name="connsiteX2" fmla="*/ 1315233 w 1315233"/>
                <a:gd name="connsiteY2" fmla="*/ 263046 h 26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5233" h="263046">
                  <a:moveTo>
                    <a:pt x="0" y="263046"/>
                  </a:moveTo>
                  <a:cubicBezTo>
                    <a:pt x="203548" y="131523"/>
                    <a:pt x="407096" y="0"/>
                    <a:pt x="626301" y="0"/>
                  </a:cubicBezTo>
                  <a:cubicBezTo>
                    <a:pt x="845506" y="0"/>
                    <a:pt x="1198323" y="215030"/>
                    <a:pt x="1315233" y="263046"/>
                  </a:cubicBezTo>
                </a:path>
              </a:pathLst>
            </a:custGeom>
            <a:noFill/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57" name="直線接點 56"/>
            <p:cNvCxnSpPr/>
            <p:nvPr/>
          </p:nvCxnSpPr>
          <p:spPr bwMode="auto">
            <a:xfrm flipH="1">
              <a:off x="5460302" y="-588723"/>
              <a:ext cx="28705" cy="17536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直線接點 57"/>
            <p:cNvCxnSpPr>
              <a:stCxn id="56" idx="0"/>
            </p:cNvCxnSpPr>
            <p:nvPr/>
          </p:nvCxnSpPr>
          <p:spPr bwMode="auto">
            <a:xfrm>
              <a:off x="5460302" y="-400833"/>
              <a:ext cx="23799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23549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rgbClr val="0070C0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減號 23"/>
          <p:cNvSpPr/>
          <p:nvPr/>
        </p:nvSpPr>
        <p:spPr bwMode="auto">
          <a:xfrm rot="16200000">
            <a:off x="-904468" y="3642727"/>
            <a:ext cx="4733372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5" name="減號 24"/>
          <p:cNvSpPr/>
          <p:nvPr/>
        </p:nvSpPr>
        <p:spPr bwMode="auto">
          <a:xfrm rot="16200000">
            <a:off x="-36404" y="4161773"/>
            <a:ext cx="3292779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330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減號 35"/>
          <p:cNvSpPr/>
          <p:nvPr/>
        </p:nvSpPr>
        <p:spPr bwMode="auto">
          <a:xfrm rot="16200000">
            <a:off x="2507163" y="2797220"/>
            <a:ext cx="104044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dirty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rgbClr val="0070C0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grpSp>
        <p:nvGrpSpPr>
          <p:cNvPr id="55" name="群組 54"/>
          <p:cNvGrpSpPr/>
          <p:nvPr/>
        </p:nvGrpSpPr>
        <p:grpSpPr>
          <a:xfrm>
            <a:off x="5174620" y="2614026"/>
            <a:ext cx="1568296" cy="197285"/>
            <a:chOff x="5460302" y="-663879"/>
            <a:chExt cx="1315233" cy="263046"/>
          </a:xfrm>
        </p:grpSpPr>
        <p:sp>
          <p:nvSpPr>
            <p:cNvPr id="56" name="手繪多邊形 55"/>
            <p:cNvSpPr/>
            <p:nvPr/>
          </p:nvSpPr>
          <p:spPr bwMode="auto">
            <a:xfrm>
              <a:off x="5460302" y="-663879"/>
              <a:ext cx="1315233" cy="263046"/>
            </a:xfrm>
            <a:custGeom>
              <a:avLst/>
              <a:gdLst>
                <a:gd name="connsiteX0" fmla="*/ 0 w 1315233"/>
                <a:gd name="connsiteY0" fmla="*/ 263046 h 263046"/>
                <a:gd name="connsiteX1" fmla="*/ 626301 w 1315233"/>
                <a:gd name="connsiteY1" fmla="*/ 0 h 263046"/>
                <a:gd name="connsiteX2" fmla="*/ 1315233 w 1315233"/>
                <a:gd name="connsiteY2" fmla="*/ 263046 h 26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5233" h="263046">
                  <a:moveTo>
                    <a:pt x="0" y="263046"/>
                  </a:moveTo>
                  <a:cubicBezTo>
                    <a:pt x="203548" y="131523"/>
                    <a:pt x="407096" y="0"/>
                    <a:pt x="626301" y="0"/>
                  </a:cubicBezTo>
                  <a:cubicBezTo>
                    <a:pt x="845506" y="0"/>
                    <a:pt x="1198323" y="215030"/>
                    <a:pt x="1315233" y="263046"/>
                  </a:cubicBezTo>
                </a:path>
              </a:pathLst>
            </a:custGeom>
            <a:noFill/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57" name="直線接點 56"/>
            <p:cNvCxnSpPr/>
            <p:nvPr/>
          </p:nvCxnSpPr>
          <p:spPr bwMode="auto">
            <a:xfrm flipH="1">
              <a:off x="5460302" y="-588723"/>
              <a:ext cx="28705" cy="17536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直線接點 57"/>
            <p:cNvCxnSpPr>
              <a:stCxn id="56" idx="0"/>
            </p:cNvCxnSpPr>
            <p:nvPr/>
          </p:nvCxnSpPr>
          <p:spPr bwMode="auto">
            <a:xfrm>
              <a:off x="5460302" y="-400833"/>
              <a:ext cx="23799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7" name="減號 36"/>
          <p:cNvSpPr/>
          <p:nvPr/>
        </p:nvSpPr>
        <p:spPr bwMode="auto">
          <a:xfrm rot="16200000">
            <a:off x="7663384" y="2797220"/>
            <a:ext cx="104044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9609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減號 30"/>
          <p:cNvSpPr/>
          <p:nvPr/>
        </p:nvSpPr>
        <p:spPr bwMode="auto">
          <a:xfrm rot="16200000">
            <a:off x="3789711" y="3085513"/>
            <a:ext cx="170393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2" name="減號 31"/>
          <p:cNvSpPr/>
          <p:nvPr/>
        </p:nvSpPr>
        <p:spPr bwMode="auto">
          <a:xfrm rot="16200000">
            <a:off x="1797487" y="3317440"/>
            <a:ext cx="104044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rgbClr val="0070C0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075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減號 30"/>
          <p:cNvSpPr/>
          <p:nvPr/>
        </p:nvSpPr>
        <p:spPr bwMode="auto">
          <a:xfrm rot="16200000">
            <a:off x="3042061" y="3649183"/>
            <a:ext cx="170393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rgbClr val="0070C0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4" name="減號 33"/>
          <p:cNvSpPr/>
          <p:nvPr/>
        </p:nvSpPr>
        <p:spPr bwMode="auto">
          <a:xfrm rot="16200000">
            <a:off x="1058453" y="3870937"/>
            <a:ext cx="104044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3183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減號 46"/>
          <p:cNvSpPr/>
          <p:nvPr/>
        </p:nvSpPr>
        <p:spPr bwMode="auto">
          <a:xfrm rot="16200000">
            <a:off x="2678806" y="3902445"/>
            <a:ext cx="243044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rgbClr val="0070C0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8" name="減號 37"/>
          <p:cNvSpPr/>
          <p:nvPr/>
        </p:nvSpPr>
        <p:spPr bwMode="auto">
          <a:xfrm rot="16200000">
            <a:off x="1077824" y="4391156"/>
            <a:ext cx="104044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34" name="群組 33"/>
          <p:cNvGrpSpPr/>
          <p:nvPr/>
        </p:nvGrpSpPr>
        <p:grpSpPr>
          <a:xfrm>
            <a:off x="3036585" y="4251804"/>
            <a:ext cx="1568296" cy="197285"/>
            <a:chOff x="5460302" y="-663879"/>
            <a:chExt cx="1315233" cy="263046"/>
          </a:xfrm>
        </p:grpSpPr>
        <p:sp>
          <p:nvSpPr>
            <p:cNvPr id="35" name="手繪多邊形 34"/>
            <p:cNvSpPr/>
            <p:nvPr/>
          </p:nvSpPr>
          <p:spPr bwMode="auto">
            <a:xfrm>
              <a:off x="5460302" y="-663879"/>
              <a:ext cx="1315233" cy="263046"/>
            </a:xfrm>
            <a:custGeom>
              <a:avLst/>
              <a:gdLst>
                <a:gd name="connsiteX0" fmla="*/ 0 w 1315233"/>
                <a:gd name="connsiteY0" fmla="*/ 263046 h 263046"/>
                <a:gd name="connsiteX1" fmla="*/ 626301 w 1315233"/>
                <a:gd name="connsiteY1" fmla="*/ 0 h 263046"/>
                <a:gd name="connsiteX2" fmla="*/ 1315233 w 1315233"/>
                <a:gd name="connsiteY2" fmla="*/ 263046 h 26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5233" h="263046">
                  <a:moveTo>
                    <a:pt x="0" y="263046"/>
                  </a:moveTo>
                  <a:cubicBezTo>
                    <a:pt x="203548" y="131523"/>
                    <a:pt x="407096" y="0"/>
                    <a:pt x="626301" y="0"/>
                  </a:cubicBezTo>
                  <a:cubicBezTo>
                    <a:pt x="845506" y="0"/>
                    <a:pt x="1198323" y="215030"/>
                    <a:pt x="1315233" y="263046"/>
                  </a:cubicBezTo>
                </a:path>
              </a:pathLst>
            </a:custGeom>
            <a:noFill/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36" name="直線接點 35"/>
            <p:cNvCxnSpPr/>
            <p:nvPr/>
          </p:nvCxnSpPr>
          <p:spPr bwMode="auto">
            <a:xfrm flipH="1">
              <a:off x="5460302" y="-588723"/>
              <a:ext cx="28705" cy="17536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直線接點 36"/>
            <p:cNvCxnSpPr>
              <a:stCxn id="35" idx="0"/>
            </p:cNvCxnSpPr>
            <p:nvPr/>
          </p:nvCxnSpPr>
          <p:spPr bwMode="auto">
            <a:xfrm>
              <a:off x="5460302" y="-400833"/>
              <a:ext cx="23799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8" name="直線單箭頭接點 27"/>
          <p:cNvCxnSpPr/>
          <p:nvPr/>
        </p:nvCxnSpPr>
        <p:spPr bwMode="auto">
          <a:xfrm>
            <a:off x="4865969" y="3296695"/>
            <a:ext cx="9395" cy="98016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bg1">
                <a:lumMod val="65000"/>
              </a:schemeClr>
            </a:solidFill>
            <a:prstDash val="sysDot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06427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減號 48"/>
          <p:cNvSpPr/>
          <p:nvPr/>
        </p:nvSpPr>
        <p:spPr bwMode="auto">
          <a:xfrm rot="16200000">
            <a:off x="1637976" y="4672992"/>
            <a:ext cx="170393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rgbClr val="0070C0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48" name="減號 47"/>
          <p:cNvSpPr/>
          <p:nvPr/>
        </p:nvSpPr>
        <p:spPr bwMode="auto">
          <a:xfrm rot="16200000">
            <a:off x="1051012" y="4911376"/>
            <a:ext cx="104044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978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減號 29"/>
          <p:cNvSpPr/>
          <p:nvPr/>
        </p:nvSpPr>
        <p:spPr bwMode="auto">
          <a:xfrm rot="16200000">
            <a:off x="3939827" y="3317439"/>
            <a:ext cx="104044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rgbClr val="0070C0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1" name="減號 30"/>
          <p:cNvSpPr/>
          <p:nvPr/>
        </p:nvSpPr>
        <p:spPr bwMode="auto">
          <a:xfrm rot="16200000">
            <a:off x="7665536" y="3317440"/>
            <a:ext cx="104044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46856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rgbClr val="0070C0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0" name="減號 29"/>
          <p:cNvSpPr/>
          <p:nvPr/>
        </p:nvSpPr>
        <p:spPr bwMode="auto">
          <a:xfrm rot="16200000">
            <a:off x="7699793" y="3870936"/>
            <a:ext cx="104044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" name="減號 30"/>
          <p:cNvSpPr/>
          <p:nvPr/>
        </p:nvSpPr>
        <p:spPr bwMode="auto">
          <a:xfrm rot="16200000">
            <a:off x="1073524" y="3870937"/>
            <a:ext cx="104044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937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減號 29"/>
          <p:cNvSpPr/>
          <p:nvPr/>
        </p:nvSpPr>
        <p:spPr bwMode="auto">
          <a:xfrm rot="16200000">
            <a:off x="2513710" y="4391157"/>
            <a:ext cx="104044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rgbClr val="0070C0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grpSp>
        <p:nvGrpSpPr>
          <p:cNvPr id="34" name="群組 33"/>
          <p:cNvGrpSpPr/>
          <p:nvPr/>
        </p:nvGrpSpPr>
        <p:grpSpPr>
          <a:xfrm>
            <a:off x="5170901" y="4250237"/>
            <a:ext cx="1568296" cy="197285"/>
            <a:chOff x="5460302" y="-663879"/>
            <a:chExt cx="1315233" cy="263046"/>
          </a:xfrm>
        </p:grpSpPr>
        <p:sp>
          <p:nvSpPr>
            <p:cNvPr id="35" name="手繪多邊形 34"/>
            <p:cNvSpPr/>
            <p:nvPr/>
          </p:nvSpPr>
          <p:spPr bwMode="auto">
            <a:xfrm>
              <a:off x="5460302" y="-663879"/>
              <a:ext cx="1315233" cy="263046"/>
            </a:xfrm>
            <a:custGeom>
              <a:avLst/>
              <a:gdLst>
                <a:gd name="connsiteX0" fmla="*/ 0 w 1315233"/>
                <a:gd name="connsiteY0" fmla="*/ 263046 h 263046"/>
                <a:gd name="connsiteX1" fmla="*/ 626301 w 1315233"/>
                <a:gd name="connsiteY1" fmla="*/ 0 h 263046"/>
                <a:gd name="connsiteX2" fmla="*/ 1315233 w 1315233"/>
                <a:gd name="connsiteY2" fmla="*/ 263046 h 26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5233" h="263046">
                  <a:moveTo>
                    <a:pt x="0" y="263046"/>
                  </a:moveTo>
                  <a:cubicBezTo>
                    <a:pt x="203548" y="131523"/>
                    <a:pt x="407096" y="0"/>
                    <a:pt x="626301" y="0"/>
                  </a:cubicBezTo>
                  <a:cubicBezTo>
                    <a:pt x="845506" y="0"/>
                    <a:pt x="1198323" y="215030"/>
                    <a:pt x="1315233" y="263046"/>
                  </a:cubicBezTo>
                </a:path>
              </a:pathLst>
            </a:custGeom>
            <a:noFill/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36" name="直線接點 35"/>
            <p:cNvCxnSpPr/>
            <p:nvPr/>
          </p:nvCxnSpPr>
          <p:spPr bwMode="auto">
            <a:xfrm flipH="1">
              <a:off x="5460302" y="-588723"/>
              <a:ext cx="28705" cy="17536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直線接點 36"/>
            <p:cNvCxnSpPr>
              <a:stCxn id="35" idx="0"/>
            </p:cNvCxnSpPr>
            <p:nvPr/>
          </p:nvCxnSpPr>
          <p:spPr bwMode="auto">
            <a:xfrm>
              <a:off x="5460302" y="-400833"/>
              <a:ext cx="23799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" name="減號 37"/>
          <p:cNvSpPr/>
          <p:nvPr/>
        </p:nvSpPr>
        <p:spPr bwMode="auto">
          <a:xfrm rot="16200000">
            <a:off x="7699793" y="4434607"/>
            <a:ext cx="104044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28140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減號 31"/>
          <p:cNvSpPr/>
          <p:nvPr/>
        </p:nvSpPr>
        <p:spPr bwMode="auto">
          <a:xfrm rot="16200000">
            <a:off x="3591841" y="4672991"/>
            <a:ext cx="170393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3" name="減號 32"/>
          <p:cNvSpPr/>
          <p:nvPr/>
        </p:nvSpPr>
        <p:spPr bwMode="auto">
          <a:xfrm rot="16200000">
            <a:off x="1077824" y="4911376"/>
            <a:ext cx="104044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rgbClr val="0070C0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grpSp>
        <p:nvGrpSpPr>
          <p:cNvPr id="34" name="群組 33"/>
          <p:cNvGrpSpPr/>
          <p:nvPr/>
        </p:nvGrpSpPr>
        <p:grpSpPr>
          <a:xfrm>
            <a:off x="2954871" y="4851488"/>
            <a:ext cx="1568296" cy="197285"/>
            <a:chOff x="5460302" y="-663879"/>
            <a:chExt cx="1315233" cy="263046"/>
          </a:xfrm>
        </p:grpSpPr>
        <p:sp>
          <p:nvSpPr>
            <p:cNvPr id="35" name="手繪多邊形 34"/>
            <p:cNvSpPr/>
            <p:nvPr/>
          </p:nvSpPr>
          <p:spPr bwMode="auto">
            <a:xfrm>
              <a:off x="5460302" y="-663879"/>
              <a:ext cx="1315233" cy="263046"/>
            </a:xfrm>
            <a:custGeom>
              <a:avLst/>
              <a:gdLst>
                <a:gd name="connsiteX0" fmla="*/ 0 w 1315233"/>
                <a:gd name="connsiteY0" fmla="*/ 263046 h 263046"/>
                <a:gd name="connsiteX1" fmla="*/ 626301 w 1315233"/>
                <a:gd name="connsiteY1" fmla="*/ 0 h 263046"/>
                <a:gd name="connsiteX2" fmla="*/ 1315233 w 1315233"/>
                <a:gd name="connsiteY2" fmla="*/ 263046 h 26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5233" h="263046">
                  <a:moveTo>
                    <a:pt x="0" y="263046"/>
                  </a:moveTo>
                  <a:cubicBezTo>
                    <a:pt x="203548" y="131523"/>
                    <a:pt x="407096" y="0"/>
                    <a:pt x="626301" y="0"/>
                  </a:cubicBezTo>
                  <a:cubicBezTo>
                    <a:pt x="845506" y="0"/>
                    <a:pt x="1198323" y="215030"/>
                    <a:pt x="1315233" y="263046"/>
                  </a:cubicBezTo>
                </a:path>
              </a:pathLst>
            </a:custGeom>
            <a:noFill/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36" name="直線接點 35"/>
            <p:cNvCxnSpPr/>
            <p:nvPr/>
          </p:nvCxnSpPr>
          <p:spPr bwMode="auto">
            <a:xfrm flipH="1">
              <a:off x="5460302" y="-588723"/>
              <a:ext cx="28705" cy="17536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直線接點 36"/>
            <p:cNvCxnSpPr>
              <a:stCxn id="35" idx="0"/>
            </p:cNvCxnSpPr>
            <p:nvPr/>
          </p:nvCxnSpPr>
          <p:spPr bwMode="auto">
            <a:xfrm>
              <a:off x="5460302" y="-400833"/>
              <a:ext cx="23799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4" name="直線單箭頭接點 23"/>
          <p:cNvCxnSpPr/>
          <p:nvPr/>
        </p:nvCxnSpPr>
        <p:spPr bwMode="auto">
          <a:xfrm flipH="1">
            <a:off x="4872226" y="4791990"/>
            <a:ext cx="9787" cy="3663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bg1">
                <a:lumMod val="65000"/>
              </a:schemeClr>
            </a:solidFill>
            <a:prstDash val="sysDot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04302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減號 31"/>
          <p:cNvSpPr/>
          <p:nvPr/>
        </p:nvSpPr>
        <p:spPr bwMode="auto">
          <a:xfrm rot="16200000">
            <a:off x="4319327" y="4658901"/>
            <a:ext cx="170393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rgbClr val="0070C0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33" name="減號 32"/>
          <p:cNvSpPr/>
          <p:nvPr/>
        </p:nvSpPr>
        <p:spPr bwMode="auto">
          <a:xfrm rot="16200000">
            <a:off x="7720341" y="4898851"/>
            <a:ext cx="1040440" cy="385175"/>
          </a:xfrm>
          <a:prstGeom prst="mathMinus">
            <a:avLst/>
          </a:prstGeom>
          <a:solidFill>
            <a:srgbClr val="92D05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19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510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4" cy="43402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  <a:gridCol w="713984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3156559" y="2144299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6742916" y="4865579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3877586" y="3271642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742916" y="270797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2451186" y="2707971"/>
            <a:ext cx="56602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4589223" y="2665696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7465512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6032848" y="2144301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5311036" y="214429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6742916" y="4301908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4589222" y="4301908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2451187" y="4301908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588440" y="4865579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2434746" y="4865579"/>
            <a:ext cx="582461" cy="563672"/>
          </a:xfrm>
          <a:prstGeom prst="donut">
            <a:avLst/>
          </a:prstGeom>
          <a:solidFill>
            <a:srgbClr val="0070C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1735246" y="3271642"/>
            <a:ext cx="582461" cy="563672"/>
          </a:xfrm>
          <a:prstGeom prst="donut">
            <a:avLst/>
          </a:prstGeom>
          <a:solidFill>
            <a:srgbClr val="0070C0"/>
          </a:solidFill>
          <a:ln w="285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30" name="直線單箭頭接點 29"/>
          <p:cNvCxnSpPr/>
          <p:nvPr/>
        </p:nvCxnSpPr>
        <p:spPr bwMode="auto">
          <a:xfrm flipH="1" flipV="1">
            <a:off x="3034431" y="3055568"/>
            <a:ext cx="972794" cy="302836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0070C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直線單箭頭接點 30"/>
          <p:cNvCxnSpPr/>
          <p:nvPr/>
        </p:nvCxnSpPr>
        <p:spPr bwMode="auto">
          <a:xfrm flipH="1" flipV="1">
            <a:off x="4312085" y="3760157"/>
            <a:ext cx="421280" cy="700906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0070C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直線單箭頭接點 31"/>
          <p:cNvCxnSpPr/>
          <p:nvPr/>
        </p:nvCxnSpPr>
        <p:spPr bwMode="auto">
          <a:xfrm flipH="1" flipV="1">
            <a:off x="5204564" y="4718398"/>
            <a:ext cx="1644042" cy="319415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0070C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64459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減號 29"/>
          <p:cNvSpPr/>
          <p:nvPr/>
        </p:nvSpPr>
        <p:spPr bwMode="auto">
          <a:xfrm rot="16200000">
            <a:off x="5000846" y="3561879"/>
            <a:ext cx="4995092" cy="51555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0" cy="43402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2893512" y="215369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4867927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5534938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842341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498393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2226501" y="2717365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172192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492126" y="327947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3562086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1576711" y="3255986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493694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186290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200916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199346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2226499" y="48765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187856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200915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2226499" y="4312873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488988" y="43598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48741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甜甜圈 24"/>
          <p:cNvSpPr/>
          <p:nvPr/>
        </p:nvSpPr>
        <p:spPr bwMode="auto">
          <a:xfrm>
            <a:off x="7490557" y="3819658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grpSp>
        <p:nvGrpSpPr>
          <p:cNvPr id="26" name="群組 25"/>
          <p:cNvGrpSpPr/>
          <p:nvPr/>
        </p:nvGrpSpPr>
        <p:grpSpPr>
          <a:xfrm flipH="1">
            <a:off x="3475972" y="2004164"/>
            <a:ext cx="3948830" cy="147965"/>
            <a:chOff x="5460302" y="-663879"/>
            <a:chExt cx="1315233" cy="263046"/>
          </a:xfrm>
        </p:grpSpPr>
        <p:sp>
          <p:nvSpPr>
            <p:cNvPr id="27" name="手繪多邊形 26"/>
            <p:cNvSpPr/>
            <p:nvPr/>
          </p:nvSpPr>
          <p:spPr bwMode="auto">
            <a:xfrm>
              <a:off x="5460302" y="-663879"/>
              <a:ext cx="1315233" cy="263046"/>
            </a:xfrm>
            <a:custGeom>
              <a:avLst/>
              <a:gdLst>
                <a:gd name="connsiteX0" fmla="*/ 0 w 1315233"/>
                <a:gd name="connsiteY0" fmla="*/ 263046 h 263046"/>
                <a:gd name="connsiteX1" fmla="*/ 626301 w 1315233"/>
                <a:gd name="connsiteY1" fmla="*/ 0 h 263046"/>
                <a:gd name="connsiteX2" fmla="*/ 1315233 w 1315233"/>
                <a:gd name="connsiteY2" fmla="*/ 263046 h 26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5233" h="263046">
                  <a:moveTo>
                    <a:pt x="0" y="263046"/>
                  </a:moveTo>
                  <a:cubicBezTo>
                    <a:pt x="203548" y="131523"/>
                    <a:pt x="407096" y="0"/>
                    <a:pt x="626301" y="0"/>
                  </a:cubicBezTo>
                  <a:cubicBezTo>
                    <a:pt x="845506" y="0"/>
                    <a:pt x="1198323" y="215030"/>
                    <a:pt x="1315233" y="263046"/>
                  </a:cubicBezTo>
                </a:path>
              </a:pathLst>
            </a:custGeom>
            <a:noFill/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28" name="直線接點 27"/>
            <p:cNvCxnSpPr/>
            <p:nvPr/>
          </p:nvCxnSpPr>
          <p:spPr bwMode="auto">
            <a:xfrm flipH="1">
              <a:off x="5460302" y="-588723"/>
              <a:ext cx="28705" cy="17536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線接點 28"/>
            <p:cNvCxnSpPr>
              <a:stCxn id="27" idx="0"/>
            </p:cNvCxnSpPr>
            <p:nvPr/>
          </p:nvCxnSpPr>
          <p:spPr bwMode="auto">
            <a:xfrm>
              <a:off x="5460302" y="-400833"/>
              <a:ext cx="23799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97565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減號 30"/>
          <p:cNvSpPr/>
          <p:nvPr/>
        </p:nvSpPr>
        <p:spPr bwMode="auto">
          <a:xfrm rot="16200000">
            <a:off x="359171" y="3561879"/>
            <a:ext cx="4995092" cy="51555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3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2893512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4867927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5534938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842341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498393" y="215369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2226501" y="2717365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172192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492126" y="327947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3562086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1576711" y="3255986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493694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186290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200916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199346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2226499" y="48765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187856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200915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2226499" y="4312873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488988" y="43598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48741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甜甜圈 24"/>
          <p:cNvSpPr/>
          <p:nvPr/>
        </p:nvSpPr>
        <p:spPr bwMode="auto">
          <a:xfrm>
            <a:off x="7490557" y="3819658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355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減號 30"/>
          <p:cNvSpPr/>
          <p:nvPr/>
        </p:nvSpPr>
        <p:spPr bwMode="auto">
          <a:xfrm rot="16200000">
            <a:off x="359171" y="3561879"/>
            <a:ext cx="4995092" cy="51555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3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2893512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4867927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5534938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842341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498393" y="215369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2226501" y="2717365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172192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492126" y="327947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3562086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1576711" y="3255986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493694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186290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200916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199346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2226499" y="48765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187856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200915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2226499" y="4312873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488988" y="43598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48741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甜甜圈 24"/>
          <p:cNvSpPr/>
          <p:nvPr/>
        </p:nvSpPr>
        <p:spPr bwMode="auto">
          <a:xfrm>
            <a:off x="7490557" y="3819658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grpSp>
        <p:nvGrpSpPr>
          <p:cNvPr id="26" name="群組 25"/>
          <p:cNvGrpSpPr/>
          <p:nvPr/>
        </p:nvGrpSpPr>
        <p:grpSpPr>
          <a:xfrm flipH="1">
            <a:off x="2790970" y="2584239"/>
            <a:ext cx="1380980" cy="216152"/>
            <a:chOff x="5460302" y="-663879"/>
            <a:chExt cx="1315233" cy="263046"/>
          </a:xfrm>
        </p:grpSpPr>
        <p:sp>
          <p:nvSpPr>
            <p:cNvPr id="27" name="手繪多邊形 26"/>
            <p:cNvSpPr/>
            <p:nvPr/>
          </p:nvSpPr>
          <p:spPr bwMode="auto">
            <a:xfrm>
              <a:off x="5460302" y="-663879"/>
              <a:ext cx="1315233" cy="263046"/>
            </a:xfrm>
            <a:custGeom>
              <a:avLst/>
              <a:gdLst>
                <a:gd name="connsiteX0" fmla="*/ 0 w 1315233"/>
                <a:gd name="connsiteY0" fmla="*/ 263046 h 263046"/>
                <a:gd name="connsiteX1" fmla="*/ 626301 w 1315233"/>
                <a:gd name="connsiteY1" fmla="*/ 0 h 263046"/>
                <a:gd name="connsiteX2" fmla="*/ 1315233 w 1315233"/>
                <a:gd name="connsiteY2" fmla="*/ 263046 h 26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5233" h="263046">
                  <a:moveTo>
                    <a:pt x="0" y="263046"/>
                  </a:moveTo>
                  <a:cubicBezTo>
                    <a:pt x="203548" y="131523"/>
                    <a:pt x="407096" y="0"/>
                    <a:pt x="626301" y="0"/>
                  </a:cubicBezTo>
                  <a:cubicBezTo>
                    <a:pt x="845506" y="0"/>
                    <a:pt x="1198323" y="215030"/>
                    <a:pt x="1315233" y="263046"/>
                  </a:cubicBezTo>
                </a:path>
              </a:pathLst>
            </a:custGeom>
            <a:noFill/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28" name="直線接點 27"/>
            <p:cNvCxnSpPr/>
            <p:nvPr/>
          </p:nvCxnSpPr>
          <p:spPr bwMode="auto">
            <a:xfrm flipH="1">
              <a:off x="5460302" y="-588723"/>
              <a:ext cx="28705" cy="17536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線接點 28"/>
            <p:cNvCxnSpPr>
              <a:stCxn id="27" idx="0"/>
            </p:cNvCxnSpPr>
            <p:nvPr/>
          </p:nvCxnSpPr>
          <p:spPr bwMode="auto">
            <a:xfrm>
              <a:off x="5460302" y="-400833"/>
              <a:ext cx="23799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59623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減號 29"/>
          <p:cNvSpPr/>
          <p:nvPr/>
        </p:nvSpPr>
        <p:spPr bwMode="auto">
          <a:xfrm rot="16200000">
            <a:off x="-261847" y="3561879"/>
            <a:ext cx="4995092" cy="51555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3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2893512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4867927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5534938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842341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498393" y="215369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2226501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172192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492126" y="327947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3562086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1576711" y="3255986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493694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186290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200916" y="2717365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199346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2226499" y="48765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187856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200915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2226499" y="4312873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488988" y="43598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48741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甜甜圈 24"/>
          <p:cNvSpPr/>
          <p:nvPr/>
        </p:nvSpPr>
        <p:spPr bwMode="auto">
          <a:xfrm>
            <a:off x="7490557" y="3819658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17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減號 30"/>
          <p:cNvSpPr/>
          <p:nvPr/>
        </p:nvSpPr>
        <p:spPr bwMode="auto">
          <a:xfrm rot="16200000">
            <a:off x="-261847" y="3561879"/>
            <a:ext cx="4995092" cy="51555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3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2893512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4867927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5534938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842341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498393" y="215369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2226501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172192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492126" y="327947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3562086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1576711" y="3255986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493694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186290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200916" y="2717365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199346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2226499" y="48765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187856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200915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2226499" y="4312873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488988" y="43598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48741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甜甜圈 24"/>
          <p:cNvSpPr/>
          <p:nvPr/>
        </p:nvSpPr>
        <p:spPr bwMode="auto">
          <a:xfrm>
            <a:off x="7490557" y="3819658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grpSp>
        <p:nvGrpSpPr>
          <p:cNvPr id="26" name="群組 25"/>
          <p:cNvGrpSpPr/>
          <p:nvPr/>
        </p:nvGrpSpPr>
        <p:grpSpPr>
          <a:xfrm flipH="1">
            <a:off x="2123959" y="3125207"/>
            <a:ext cx="1380980" cy="216152"/>
            <a:chOff x="5460302" y="-663879"/>
            <a:chExt cx="1315233" cy="263046"/>
          </a:xfrm>
        </p:grpSpPr>
        <p:sp>
          <p:nvSpPr>
            <p:cNvPr id="27" name="手繪多邊形 26"/>
            <p:cNvSpPr/>
            <p:nvPr/>
          </p:nvSpPr>
          <p:spPr bwMode="auto">
            <a:xfrm>
              <a:off x="5460302" y="-663879"/>
              <a:ext cx="1315233" cy="263046"/>
            </a:xfrm>
            <a:custGeom>
              <a:avLst/>
              <a:gdLst>
                <a:gd name="connsiteX0" fmla="*/ 0 w 1315233"/>
                <a:gd name="connsiteY0" fmla="*/ 263046 h 263046"/>
                <a:gd name="connsiteX1" fmla="*/ 626301 w 1315233"/>
                <a:gd name="connsiteY1" fmla="*/ 0 h 263046"/>
                <a:gd name="connsiteX2" fmla="*/ 1315233 w 1315233"/>
                <a:gd name="connsiteY2" fmla="*/ 263046 h 26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5233" h="263046">
                  <a:moveTo>
                    <a:pt x="0" y="263046"/>
                  </a:moveTo>
                  <a:cubicBezTo>
                    <a:pt x="203548" y="131523"/>
                    <a:pt x="407096" y="0"/>
                    <a:pt x="626301" y="0"/>
                  </a:cubicBezTo>
                  <a:cubicBezTo>
                    <a:pt x="845506" y="0"/>
                    <a:pt x="1198323" y="215030"/>
                    <a:pt x="1315233" y="263046"/>
                  </a:cubicBezTo>
                </a:path>
              </a:pathLst>
            </a:custGeom>
            <a:noFill/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28" name="直線接點 27"/>
            <p:cNvCxnSpPr/>
            <p:nvPr/>
          </p:nvCxnSpPr>
          <p:spPr bwMode="auto">
            <a:xfrm flipH="1">
              <a:off x="5460302" y="-588723"/>
              <a:ext cx="28705" cy="17536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線接點 28"/>
            <p:cNvCxnSpPr>
              <a:stCxn id="27" idx="0"/>
            </p:cNvCxnSpPr>
            <p:nvPr/>
          </p:nvCxnSpPr>
          <p:spPr bwMode="auto">
            <a:xfrm>
              <a:off x="5460302" y="-400833"/>
              <a:ext cx="23799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22495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減號 27"/>
          <p:cNvSpPr/>
          <p:nvPr/>
        </p:nvSpPr>
        <p:spPr bwMode="auto">
          <a:xfrm rot="16200000">
            <a:off x="-973287" y="3561879"/>
            <a:ext cx="4995092" cy="51555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3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2893512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4867927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5534938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842341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498393" y="215369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2226501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172192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492126" y="327947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3562086" y="3255986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1576711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493694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186290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200916" y="2717365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199346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2226499" y="48765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187856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200915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2226499" y="4312873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488988" y="43598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48741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甜甜圈 24"/>
          <p:cNvSpPr/>
          <p:nvPr/>
        </p:nvSpPr>
        <p:spPr bwMode="auto">
          <a:xfrm>
            <a:off x="7490557" y="3819658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173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減號 29"/>
          <p:cNvSpPr/>
          <p:nvPr/>
        </p:nvSpPr>
        <p:spPr bwMode="auto">
          <a:xfrm rot="16200000">
            <a:off x="5000846" y="3561879"/>
            <a:ext cx="4995092" cy="51555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3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2893512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4867927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5534938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842341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498393" y="215369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2226501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172192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492126" y="327947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3562086" y="3255986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1576711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493694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186290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200916" y="2717365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199346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2226499" y="48765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187856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200915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2226499" y="4312873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488988" y="43598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48741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甜甜圈 24"/>
          <p:cNvSpPr/>
          <p:nvPr/>
        </p:nvSpPr>
        <p:spPr bwMode="auto">
          <a:xfrm>
            <a:off x="7490557" y="3819658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grpSp>
        <p:nvGrpSpPr>
          <p:cNvPr id="26" name="群組 25"/>
          <p:cNvGrpSpPr/>
          <p:nvPr/>
        </p:nvGrpSpPr>
        <p:grpSpPr>
          <a:xfrm flipH="1">
            <a:off x="4700403" y="2607725"/>
            <a:ext cx="2793290" cy="178532"/>
            <a:chOff x="5460302" y="-663879"/>
            <a:chExt cx="1315233" cy="263046"/>
          </a:xfrm>
        </p:grpSpPr>
        <p:sp>
          <p:nvSpPr>
            <p:cNvPr id="27" name="手繪多邊形 26"/>
            <p:cNvSpPr/>
            <p:nvPr/>
          </p:nvSpPr>
          <p:spPr bwMode="auto">
            <a:xfrm>
              <a:off x="5460302" y="-663879"/>
              <a:ext cx="1315233" cy="263046"/>
            </a:xfrm>
            <a:custGeom>
              <a:avLst/>
              <a:gdLst>
                <a:gd name="connsiteX0" fmla="*/ 0 w 1315233"/>
                <a:gd name="connsiteY0" fmla="*/ 263046 h 263046"/>
                <a:gd name="connsiteX1" fmla="*/ 626301 w 1315233"/>
                <a:gd name="connsiteY1" fmla="*/ 0 h 263046"/>
                <a:gd name="connsiteX2" fmla="*/ 1315233 w 1315233"/>
                <a:gd name="connsiteY2" fmla="*/ 263046 h 26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5233" h="263046">
                  <a:moveTo>
                    <a:pt x="0" y="263046"/>
                  </a:moveTo>
                  <a:cubicBezTo>
                    <a:pt x="203548" y="131523"/>
                    <a:pt x="407096" y="0"/>
                    <a:pt x="626301" y="0"/>
                  </a:cubicBezTo>
                  <a:cubicBezTo>
                    <a:pt x="845506" y="0"/>
                    <a:pt x="1198323" y="215030"/>
                    <a:pt x="1315233" y="263046"/>
                  </a:cubicBezTo>
                </a:path>
              </a:pathLst>
            </a:custGeom>
            <a:noFill/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28" name="直線接點 27"/>
            <p:cNvCxnSpPr/>
            <p:nvPr/>
          </p:nvCxnSpPr>
          <p:spPr bwMode="auto">
            <a:xfrm flipH="1">
              <a:off x="5460302" y="-588723"/>
              <a:ext cx="28705" cy="17536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線接點 28"/>
            <p:cNvCxnSpPr>
              <a:stCxn id="27" idx="0"/>
            </p:cNvCxnSpPr>
            <p:nvPr/>
          </p:nvCxnSpPr>
          <p:spPr bwMode="auto">
            <a:xfrm>
              <a:off x="5460302" y="-400833"/>
              <a:ext cx="23799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163639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減號 26"/>
          <p:cNvSpPr/>
          <p:nvPr/>
        </p:nvSpPr>
        <p:spPr bwMode="auto">
          <a:xfrm rot="16200000">
            <a:off x="1679383" y="3561879"/>
            <a:ext cx="4995092" cy="51555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3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2893512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4867927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5534938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842341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498393" y="215369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2226501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172192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492126" y="327947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3562086" y="3255986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1576711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493694" y="2715800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186290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200916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199346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2226499" y="48765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187856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200915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2226499" y="4312873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488988" y="43598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48741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6" name="甜甜圈 25"/>
          <p:cNvSpPr/>
          <p:nvPr/>
        </p:nvSpPr>
        <p:spPr bwMode="auto">
          <a:xfrm>
            <a:off x="7490557" y="3819658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525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減號 31"/>
          <p:cNvSpPr/>
          <p:nvPr/>
        </p:nvSpPr>
        <p:spPr bwMode="auto">
          <a:xfrm rot="16200000">
            <a:off x="1679383" y="3561879"/>
            <a:ext cx="4995092" cy="51555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3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2893512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4867927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5534938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842341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498393" y="215369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2226501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172192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492126" y="3279472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3562086" y="3255986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1576711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493694" y="2715800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186290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200916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199346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2226499" y="48765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187856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200915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2226499" y="4312873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488988" y="43598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48741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甜甜圈 24"/>
          <p:cNvSpPr/>
          <p:nvPr/>
        </p:nvSpPr>
        <p:spPr bwMode="auto">
          <a:xfrm>
            <a:off x="7490557" y="3819658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grpSp>
        <p:nvGrpSpPr>
          <p:cNvPr id="26" name="群組 25"/>
          <p:cNvGrpSpPr/>
          <p:nvPr/>
        </p:nvGrpSpPr>
        <p:grpSpPr>
          <a:xfrm flipH="1">
            <a:off x="4080366" y="3111935"/>
            <a:ext cx="3413327" cy="229424"/>
            <a:chOff x="5460302" y="-663879"/>
            <a:chExt cx="1315233" cy="263046"/>
          </a:xfrm>
        </p:grpSpPr>
        <p:sp>
          <p:nvSpPr>
            <p:cNvPr id="27" name="手繪多邊形 26"/>
            <p:cNvSpPr/>
            <p:nvPr/>
          </p:nvSpPr>
          <p:spPr bwMode="auto">
            <a:xfrm>
              <a:off x="5460302" y="-663879"/>
              <a:ext cx="1315233" cy="263046"/>
            </a:xfrm>
            <a:custGeom>
              <a:avLst/>
              <a:gdLst>
                <a:gd name="connsiteX0" fmla="*/ 0 w 1315233"/>
                <a:gd name="connsiteY0" fmla="*/ 263046 h 263046"/>
                <a:gd name="connsiteX1" fmla="*/ 626301 w 1315233"/>
                <a:gd name="connsiteY1" fmla="*/ 0 h 263046"/>
                <a:gd name="connsiteX2" fmla="*/ 1315233 w 1315233"/>
                <a:gd name="connsiteY2" fmla="*/ 263046 h 26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5233" h="263046">
                  <a:moveTo>
                    <a:pt x="0" y="263046"/>
                  </a:moveTo>
                  <a:cubicBezTo>
                    <a:pt x="203548" y="131523"/>
                    <a:pt x="407096" y="0"/>
                    <a:pt x="626301" y="0"/>
                  </a:cubicBezTo>
                  <a:cubicBezTo>
                    <a:pt x="845506" y="0"/>
                    <a:pt x="1198323" y="215030"/>
                    <a:pt x="1315233" y="263046"/>
                  </a:cubicBezTo>
                </a:path>
              </a:pathLst>
            </a:custGeom>
            <a:noFill/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28" name="直線接點 27"/>
            <p:cNvCxnSpPr/>
            <p:nvPr/>
          </p:nvCxnSpPr>
          <p:spPr bwMode="auto">
            <a:xfrm flipH="1">
              <a:off x="5460302" y="-588723"/>
              <a:ext cx="28705" cy="17536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線接點 28"/>
            <p:cNvCxnSpPr>
              <a:stCxn id="27" idx="0"/>
            </p:cNvCxnSpPr>
            <p:nvPr/>
          </p:nvCxnSpPr>
          <p:spPr bwMode="auto">
            <a:xfrm>
              <a:off x="5460302" y="-400833"/>
              <a:ext cx="23799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02328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減號 27"/>
          <p:cNvSpPr/>
          <p:nvPr/>
        </p:nvSpPr>
        <p:spPr bwMode="auto">
          <a:xfrm rot="16200000">
            <a:off x="1027745" y="3561879"/>
            <a:ext cx="4995092" cy="51555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3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2893512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4867927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5534938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842341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498393" y="215369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2226501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172192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492126" y="3279472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3562086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1576711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493694" y="2715800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186290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200916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199346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2226499" y="48765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187856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200915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2226499" y="4312873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488988" y="43598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48741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甜甜圈 24"/>
          <p:cNvSpPr/>
          <p:nvPr/>
        </p:nvSpPr>
        <p:spPr bwMode="auto">
          <a:xfrm>
            <a:off x="7490557" y="3819658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64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減號 30"/>
          <p:cNvSpPr/>
          <p:nvPr/>
        </p:nvSpPr>
        <p:spPr bwMode="auto">
          <a:xfrm rot="16200000">
            <a:off x="1027745" y="3561879"/>
            <a:ext cx="4995092" cy="51555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3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2893512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4867927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5534938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842341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498393" y="215369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2226501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172192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492126" y="3279472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3562086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1576711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493694" y="2715800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186290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200916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199346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2226499" y="48765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187856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200915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2226499" y="4312873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488988" y="43598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48741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甜甜圈 24"/>
          <p:cNvSpPr/>
          <p:nvPr/>
        </p:nvSpPr>
        <p:spPr bwMode="auto">
          <a:xfrm>
            <a:off x="7490557" y="3819658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grpSp>
        <p:nvGrpSpPr>
          <p:cNvPr id="26" name="群組 25"/>
          <p:cNvGrpSpPr/>
          <p:nvPr/>
        </p:nvGrpSpPr>
        <p:grpSpPr>
          <a:xfrm flipH="1">
            <a:off x="2808185" y="4204797"/>
            <a:ext cx="1380980" cy="216152"/>
            <a:chOff x="5460302" y="-663879"/>
            <a:chExt cx="1315233" cy="263046"/>
          </a:xfrm>
        </p:grpSpPr>
        <p:sp>
          <p:nvSpPr>
            <p:cNvPr id="27" name="手繪多邊形 26"/>
            <p:cNvSpPr/>
            <p:nvPr/>
          </p:nvSpPr>
          <p:spPr bwMode="auto">
            <a:xfrm>
              <a:off x="5460302" y="-663879"/>
              <a:ext cx="1315233" cy="263046"/>
            </a:xfrm>
            <a:custGeom>
              <a:avLst/>
              <a:gdLst>
                <a:gd name="connsiteX0" fmla="*/ 0 w 1315233"/>
                <a:gd name="connsiteY0" fmla="*/ 263046 h 263046"/>
                <a:gd name="connsiteX1" fmla="*/ 626301 w 1315233"/>
                <a:gd name="connsiteY1" fmla="*/ 0 h 263046"/>
                <a:gd name="connsiteX2" fmla="*/ 1315233 w 1315233"/>
                <a:gd name="connsiteY2" fmla="*/ 263046 h 26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5233" h="263046">
                  <a:moveTo>
                    <a:pt x="0" y="263046"/>
                  </a:moveTo>
                  <a:cubicBezTo>
                    <a:pt x="203548" y="131523"/>
                    <a:pt x="407096" y="0"/>
                    <a:pt x="626301" y="0"/>
                  </a:cubicBezTo>
                  <a:cubicBezTo>
                    <a:pt x="845506" y="0"/>
                    <a:pt x="1198323" y="215030"/>
                    <a:pt x="1315233" y="263046"/>
                  </a:cubicBezTo>
                </a:path>
              </a:pathLst>
            </a:custGeom>
            <a:noFill/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28" name="直線接點 27"/>
            <p:cNvCxnSpPr/>
            <p:nvPr/>
          </p:nvCxnSpPr>
          <p:spPr bwMode="auto">
            <a:xfrm flipH="1">
              <a:off x="5460302" y="-588723"/>
              <a:ext cx="28705" cy="17536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線接點 28"/>
            <p:cNvCxnSpPr>
              <a:stCxn id="27" idx="0"/>
            </p:cNvCxnSpPr>
            <p:nvPr/>
          </p:nvCxnSpPr>
          <p:spPr bwMode="auto">
            <a:xfrm>
              <a:off x="5460302" y="-400833"/>
              <a:ext cx="23799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134080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減號 28"/>
          <p:cNvSpPr/>
          <p:nvPr/>
        </p:nvSpPr>
        <p:spPr bwMode="auto">
          <a:xfrm rot="16200000">
            <a:off x="-307842" y="3561879"/>
            <a:ext cx="4995092" cy="51555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3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2893512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4867927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5534938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842341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498393" y="215369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2226501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172192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492126" y="3279472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3562086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1576711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493694" y="2715800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186290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200916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199346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2226499" y="48765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187856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200915" y="4312873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2226499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488988" y="43598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48741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甜甜圈 24"/>
          <p:cNvSpPr/>
          <p:nvPr/>
        </p:nvSpPr>
        <p:spPr bwMode="auto">
          <a:xfrm>
            <a:off x="7490557" y="3819658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grpSp>
        <p:nvGrpSpPr>
          <p:cNvPr id="30" name="群組 29"/>
          <p:cNvGrpSpPr/>
          <p:nvPr/>
        </p:nvGrpSpPr>
        <p:grpSpPr>
          <a:xfrm flipH="1">
            <a:off x="2802702" y="4743418"/>
            <a:ext cx="1380980" cy="216152"/>
            <a:chOff x="5460302" y="-663879"/>
            <a:chExt cx="1315233" cy="263046"/>
          </a:xfrm>
        </p:grpSpPr>
        <p:sp>
          <p:nvSpPr>
            <p:cNvPr id="31" name="手繪多邊形 30"/>
            <p:cNvSpPr/>
            <p:nvPr/>
          </p:nvSpPr>
          <p:spPr bwMode="auto">
            <a:xfrm>
              <a:off x="5460302" y="-663879"/>
              <a:ext cx="1315233" cy="263046"/>
            </a:xfrm>
            <a:custGeom>
              <a:avLst/>
              <a:gdLst>
                <a:gd name="connsiteX0" fmla="*/ 0 w 1315233"/>
                <a:gd name="connsiteY0" fmla="*/ 263046 h 263046"/>
                <a:gd name="connsiteX1" fmla="*/ 626301 w 1315233"/>
                <a:gd name="connsiteY1" fmla="*/ 0 h 263046"/>
                <a:gd name="connsiteX2" fmla="*/ 1315233 w 1315233"/>
                <a:gd name="connsiteY2" fmla="*/ 263046 h 26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5233" h="263046">
                  <a:moveTo>
                    <a:pt x="0" y="263046"/>
                  </a:moveTo>
                  <a:cubicBezTo>
                    <a:pt x="203548" y="131523"/>
                    <a:pt x="407096" y="0"/>
                    <a:pt x="626301" y="0"/>
                  </a:cubicBezTo>
                  <a:cubicBezTo>
                    <a:pt x="845506" y="0"/>
                    <a:pt x="1198323" y="215030"/>
                    <a:pt x="1315233" y="263046"/>
                  </a:cubicBezTo>
                </a:path>
              </a:pathLst>
            </a:custGeom>
            <a:noFill/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32" name="直線接點 31"/>
            <p:cNvCxnSpPr/>
            <p:nvPr/>
          </p:nvCxnSpPr>
          <p:spPr bwMode="auto">
            <a:xfrm flipH="1">
              <a:off x="5460302" y="-588723"/>
              <a:ext cx="28705" cy="17536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直線接點 32"/>
            <p:cNvCxnSpPr>
              <a:stCxn id="31" idx="0"/>
            </p:cNvCxnSpPr>
            <p:nvPr/>
          </p:nvCxnSpPr>
          <p:spPr bwMode="auto">
            <a:xfrm>
              <a:off x="5460302" y="-400833"/>
              <a:ext cx="23799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3" name="直線單箭頭接點 22"/>
          <p:cNvCxnSpPr/>
          <p:nvPr/>
        </p:nvCxnSpPr>
        <p:spPr bwMode="auto">
          <a:xfrm>
            <a:off x="2893512" y="4652636"/>
            <a:ext cx="1183711" cy="50730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ysDot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61017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減號 26"/>
          <p:cNvSpPr/>
          <p:nvPr/>
        </p:nvSpPr>
        <p:spPr bwMode="auto">
          <a:xfrm rot="16200000">
            <a:off x="-307842" y="3561879"/>
            <a:ext cx="4995092" cy="51555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3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2893512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4867927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5534938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842341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498393" y="215369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2226501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172192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492126" y="3279472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3562086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1576711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493694" y="2715800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186290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200916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199346" y="48765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222649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187856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200915" y="4312873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2226499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488988" y="43598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48741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甜甜圈 24"/>
          <p:cNvSpPr/>
          <p:nvPr/>
        </p:nvSpPr>
        <p:spPr bwMode="auto">
          <a:xfrm>
            <a:off x="7490557" y="3819658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1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減號 29"/>
          <p:cNvSpPr/>
          <p:nvPr/>
        </p:nvSpPr>
        <p:spPr bwMode="auto">
          <a:xfrm rot="16200000">
            <a:off x="5000846" y="3561879"/>
            <a:ext cx="4995092" cy="51555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3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2893512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4867927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5534938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842341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498393" y="215369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2226501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172192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492126" y="3279472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3562086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1576711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493694" y="2715800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186290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200916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199346" y="48765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222649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187856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200915" y="4312873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2226499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488988" y="43598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48741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甜甜圈 24"/>
          <p:cNvSpPr/>
          <p:nvPr/>
        </p:nvSpPr>
        <p:spPr bwMode="auto">
          <a:xfrm>
            <a:off x="7490557" y="3819658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grpSp>
        <p:nvGrpSpPr>
          <p:cNvPr id="26" name="群組 25"/>
          <p:cNvGrpSpPr/>
          <p:nvPr/>
        </p:nvGrpSpPr>
        <p:grpSpPr>
          <a:xfrm flipH="1">
            <a:off x="4781806" y="4167177"/>
            <a:ext cx="2705612" cy="238073"/>
            <a:chOff x="5460302" y="-663879"/>
            <a:chExt cx="1315233" cy="263046"/>
          </a:xfrm>
        </p:grpSpPr>
        <p:sp>
          <p:nvSpPr>
            <p:cNvPr id="27" name="手繪多邊形 26"/>
            <p:cNvSpPr/>
            <p:nvPr/>
          </p:nvSpPr>
          <p:spPr bwMode="auto">
            <a:xfrm>
              <a:off x="5460302" y="-663879"/>
              <a:ext cx="1315233" cy="263046"/>
            </a:xfrm>
            <a:custGeom>
              <a:avLst/>
              <a:gdLst>
                <a:gd name="connsiteX0" fmla="*/ 0 w 1315233"/>
                <a:gd name="connsiteY0" fmla="*/ 263046 h 263046"/>
                <a:gd name="connsiteX1" fmla="*/ 626301 w 1315233"/>
                <a:gd name="connsiteY1" fmla="*/ 0 h 263046"/>
                <a:gd name="connsiteX2" fmla="*/ 1315233 w 1315233"/>
                <a:gd name="connsiteY2" fmla="*/ 263046 h 26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5233" h="263046">
                  <a:moveTo>
                    <a:pt x="0" y="263046"/>
                  </a:moveTo>
                  <a:cubicBezTo>
                    <a:pt x="203548" y="131523"/>
                    <a:pt x="407096" y="0"/>
                    <a:pt x="626301" y="0"/>
                  </a:cubicBezTo>
                  <a:cubicBezTo>
                    <a:pt x="845506" y="0"/>
                    <a:pt x="1198323" y="215030"/>
                    <a:pt x="1315233" y="263046"/>
                  </a:cubicBezTo>
                </a:path>
              </a:pathLst>
            </a:custGeom>
            <a:noFill/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28" name="直線接點 27"/>
            <p:cNvCxnSpPr/>
            <p:nvPr/>
          </p:nvCxnSpPr>
          <p:spPr bwMode="auto">
            <a:xfrm flipH="1">
              <a:off x="5460302" y="-588723"/>
              <a:ext cx="28705" cy="17536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線接點 28"/>
            <p:cNvCxnSpPr>
              <a:stCxn id="27" idx="0"/>
            </p:cNvCxnSpPr>
            <p:nvPr/>
          </p:nvCxnSpPr>
          <p:spPr bwMode="auto">
            <a:xfrm>
              <a:off x="5460302" y="-400833"/>
              <a:ext cx="23799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518616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減號 29"/>
          <p:cNvSpPr/>
          <p:nvPr/>
        </p:nvSpPr>
        <p:spPr bwMode="auto">
          <a:xfrm rot="16200000">
            <a:off x="1668125" y="3561879"/>
            <a:ext cx="4995092" cy="51555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3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2893512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4867927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5534938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842341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498393" y="215369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2226501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172192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492126" y="3279472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3562086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1576711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493694" y="2715800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186290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200916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199346" y="48765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222649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187856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200915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2226499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488988" y="43598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48741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甜甜圈 24"/>
          <p:cNvSpPr/>
          <p:nvPr/>
        </p:nvSpPr>
        <p:spPr bwMode="auto">
          <a:xfrm>
            <a:off x="7490557" y="3819658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grpSp>
        <p:nvGrpSpPr>
          <p:cNvPr id="34" name="群組 33"/>
          <p:cNvGrpSpPr/>
          <p:nvPr/>
        </p:nvGrpSpPr>
        <p:grpSpPr>
          <a:xfrm flipH="1">
            <a:off x="4793557" y="4705880"/>
            <a:ext cx="1380980" cy="216152"/>
            <a:chOff x="5460302" y="-663879"/>
            <a:chExt cx="1315233" cy="263046"/>
          </a:xfrm>
        </p:grpSpPr>
        <p:sp>
          <p:nvSpPr>
            <p:cNvPr id="35" name="手繪多邊形 34"/>
            <p:cNvSpPr/>
            <p:nvPr/>
          </p:nvSpPr>
          <p:spPr bwMode="auto">
            <a:xfrm>
              <a:off x="5460302" y="-663879"/>
              <a:ext cx="1315233" cy="263046"/>
            </a:xfrm>
            <a:custGeom>
              <a:avLst/>
              <a:gdLst>
                <a:gd name="connsiteX0" fmla="*/ 0 w 1315233"/>
                <a:gd name="connsiteY0" fmla="*/ 263046 h 263046"/>
                <a:gd name="connsiteX1" fmla="*/ 626301 w 1315233"/>
                <a:gd name="connsiteY1" fmla="*/ 0 h 263046"/>
                <a:gd name="connsiteX2" fmla="*/ 1315233 w 1315233"/>
                <a:gd name="connsiteY2" fmla="*/ 263046 h 26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5233" h="263046">
                  <a:moveTo>
                    <a:pt x="0" y="263046"/>
                  </a:moveTo>
                  <a:cubicBezTo>
                    <a:pt x="203548" y="131523"/>
                    <a:pt x="407096" y="0"/>
                    <a:pt x="626301" y="0"/>
                  </a:cubicBezTo>
                  <a:cubicBezTo>
                    <a:pt x="845506" y="0"/>
                    <a:pt x="1198323" y="215030"/>
                    <a:pt x="1315233" y="263046"/>
                  </a:cubicBezTo>
                </a:path>
              </a:pathLst>
            </a:custGeom>
            <a:noFill/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36" name="直線接點 35"/>
            <p:cNvCxnSpPr/>
            <p:nvPr/>
          </p:nvCxnSpPr>
          <p:spPr bwMode="auto">
            <a:xfrm flipH="1">
              <a:off x="5460302" y="-588723"/>
              <a:ext cx="28705" cy="17536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直線接點 36"/>
            <p:cNvCxnSpPr>
              <a:stCxn id="35" idx="0"/>
            </p:cNvCxnSpPr>
            <p:nvPr/>
          </p:nvCxnSpPr>
          <p:spPr bwMode="auto">
            <a:xfrm>
              <a:off x="5460302" y="-400833"/>
              <a:ext cx="23799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1" name="直線單箭頭接點 30"/>
          <p:cNvCxnSpPr/>
          <p:nvPr/>
        </p:nvCxnSpPr>
        <p:spPr bwMode="auto">
          <a:xfrm>
            <a:off x="4886625" y="4652636"/>
            <a:ext cx="1183711" cy="50730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bg1">
                <a:lumMod val="75000"/>
              </a:schemeClr>
            </a:solidFill>
            <a:prstDash val="sysDot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48245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減號 26"/>
          <p:cNvSpPr/>
          <p:nvPr/>
        </p:nvSpPr>
        <p:spPr bwMode="auto">
          <a:xfrm rot="16200000">
            <a:off x="1668125" y="3561879"/>
            <a:ext cx="4995092" cy="51555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3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2893512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4867927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5534938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842341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498393" y="215369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2226501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172192" y="48765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492126" y="3279472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3562086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1576711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493694" y="2715800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186290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200916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199346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222649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187856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200915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2226499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488988" y="43598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48741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甜甜圈 24"/>
          <p:cNvSpPr/>
          <p:nvPr/>
        </p:nvSpPr>
        <p:spPr bwMode="auto">
          <a:xfrm>
            <a:off x="7490557" y="3819658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816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減號 29"/>
          <p:cNvSpPr/>
          <p:nvPr/>
        </p:nvSpPr>
        <p:spPr bwMode="auto">
          <a:xfrm rot="16200000">
            <a:off x="5000846" y="3561879"/>
            <a:ext cx="4995092" cy="51555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3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2893512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4867927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5534938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842341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498393" y="215369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2226501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172192" y="48765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492126" y="3279472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3562086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1576711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493694" y="2715800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186290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200916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199346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222649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187856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200915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2226499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488988" y="43598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48741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甜甜圈 24"/>
          <p:cNvSpPr/>
          <p:nvPr/>
        </p:nvSpPr>
        <p:spPr bwMode="auto">
          <a:xfrm>
            <a:off x="7490557" y="3819658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grpSp>
        <p:nvGrpSpPr>
          <p:cNvPr id="26" name="群組 25"/>
          <p:cNvGrpSpPr/>
          <p:nvPr/>
        </p:nvGrpSpPr>
        <p:grpSpPr>
          <a:xfrm flipH="1">
            <a:off x="6734311" y="4774765"/>
            <a:ext cx="764081" cy="172235"/>
            <a:chOff x="5460302" y="-663879"/>
            <a:chExt cx="1315233" cy="263046"/>
          </a:xfrm>
        </p:grpSpPr>
        <p:sp>
          <p:nvSpPr>
            <p:cNvPr id="27" name="手繪多邊形 26"/>
            <p:cNvSpPr/>
            <p:nvPr/>
          </p:nvSpPr>
          <p:spPr bwMode="auto">
            <a:xfrm>
              <a:off x="5460302" y="-663879"/>
              <a:ext cx="1315233" cy="263046"/>
            </a:xfrm>
            <a:custGeom>
              <a:avLst/>
              <a:gdLst>
                <a:gd name="connsiteX0" fmla="*/ 0 w 1315233"/>
                <a:gd name="connsiteY0" fmla="*/ 263046 h 263046"/>
                <a:gd name="connsiteX1" fmla="*/ 626301 w 1315233"/>
                <a:gd name="connsiteY1" fmla="*/ 0 h 263046"/>
                <a:gd name="connsiteX2" fmla="*/ 1315233 w 1315233"/>
                <a:gd name="connsiteY2" fmla="*/ 263046 h 263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5233" h="263046">
                  <a:moveTo>
                    <a:pt x="0" y="263046"/>
                  </a:moveTo>
                  <a:cubicBezTo>
                    <a:pt x="203548" y="131523"/>
                    <a:pt x="407096" y="0"/>
                    <a:pt x="626301" y="0"/>
                  </a:cubicBezTo>
                  <a:cubicBezTo>
                    <a:pt x="845506" y="0"/>
                    <a:pt x="1198323" y="215030"/>
                    <a:pt x="1315233" y="263046"/>
                  </a:cubicBezTo>
                </a:path>
              </a:pathLst>
            </a:custGeom>
            <a:noFill/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TW" altLang="en-US">
                <a:latin typeface="Tahoma" panose="020B0604030504040204" pitchFamily="34" charset="0"/>
                <a:ea typeface="新細明體" panose="02020500000000000000" pitchFamily="18" charset="-120"/>
              </a:endParaRPr>
            </a:p>
          </p:txBody>
        </p:sp>
        <p:cxnSp>
          <p:nvCxnSpPr>
            <p:cNvPr id="28" name="直線接點 27"/>
            <p:cNvCxnSpPr/>
            <p:nvPr/>
          </p:nvCxnSpPr>
          <p:spPr bwMode="auto">
            <a:xfrm flipH="1">
              <a:off x="5460302" y="-588723"/>
              <a:ext cx="28705" cy="17536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線接點 28"/>
            <p:cNvCxnSpPr>
              <a:stCxn id="27" idx="0"/>
            </p:cNvCxnSpPr>
            <p:nvPr/>
          </p:nvCxnSpPr>
          <p:spPr bwMode="auto">
            <a:xfrm>
              <a:off x="5460302" y="-400833"/>
              <a:ext cx="237994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29635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減號 25"/>
          <p:cNvSpPr/>
          <p:nvPr/>
        </p:nvSpPr>
        <p:spPr bwMode="auto">
          <a:xfrm rot="16200000">
            <a:off x="5000846" y="3561879"/>
            <a:ext cx="4995092" cy="515557"/>
          </a:xfrm>
          <a:prstGeom prst="mathMinus">
            <a:avLst/>
          </a:prstGeom>
          <a:solidFill>
            <a:srgbClr val="0070C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3" cy="43402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2893512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4867927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5534938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842341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498393" y="215369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2226501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172192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492126" y="3279472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3562086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1576711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493694" y="2715800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186290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200916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199346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222649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187856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200915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2226499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488988" y="43598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487419" y="48765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甜甜圈 24"/>
          <p:cNvSpPr/>
          <p:nvPr/>
        </p:nvSpPr>
        <p:spPr bwMode="auto">
          <a:xfrm>
            <a:off x="7490557" y="3819658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3638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53656" y="1073322"/>
          <a:ext cx="7853820" cy="43402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  <a:gridCol w="654485"/>
              </a:tblGrid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7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8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9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10</a:t>
                      </a:r>
                      <a:endParaRPr lang="zh-TW" altLang="en-US" sz="1000" dirty="0"/>
                    </a:p>
                  </a:txBody>
                  <a:tcPr marL="68580" marR="68580" marT="34290" marB="342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534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$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1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2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3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c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4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d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5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  <a:tr h="542534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 smtClean="0"/>
                        <a:t>6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</a:t>
                      </a:r>
                      <a:endParaRPr lang="zh-TW" altLang="en-US" sz="10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lvl="1" algn="ctr" defTabSz="914400" rtl="0" eaLnBrk="1" latinLnBrk="0" hangingPunct="1">
                        <a:lnSpc>
                          <a:spcPct val="200000"/>
                        </a:lnSpc>
                      </a:pP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3" name="甜甜圈 2"/>
          <p:cNvSpPr/>
          <p:nvPr/>
        </p:nvSpPr>
        <p:spPr bwMode="auto">
          <a:xfrm>
            <a:off x="2893512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5" name="甜甜圈 4"/>
          <p:cNvSpPr/>
          <p:nvPr/>
        </p:nvSpPr>
        <p:spPr bwMode="auto">
          <a:xfrm>
            <a:off x="4867927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6" name="甜甜圈 5"/>
          <p:cNvSpPr/>
          <p:nvPr/>
        </p:nvSpPr>
        <p:spPr bwMode="auto">
          <a:xfrm>
            <a:off x="5534938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7" name="甜甜圈 6"/>
          <p:cNvSpPr/>
          <p:nvPr/>
        </p:nvSpPr>
        <p:spPr bwMode="auto">
          <a:xfrm>
            <a:off x="6842341" y="215369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8" name="甜甜圈 7"/>
          <p:cNvSpPr/>
          <p:nvPr/>
        </p:nvSpPr>
        <p:spPr bwMode="auto">
          <a:xfrm>
            <a:off x="7498393" y="215369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9" name="甜甜圈 8"/>
          <p:cNvSpPr/>
          <p:nvPr/>
        </p:nvSpPr>
        <p:spPr bwMode="auto">
          <a:xfrm>
            <a:off x="2226501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0" name="甜甜圈 9"/>
          <p:cNvSpPr/>
          <p:nvPr/>
        </p:nvSpPr>
        <p:spPr bwMode="auto">
          <a:xfrm>
            <a:off x="6172192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1" name="甜甜圈 10"/>
          <p:cNvSpPr/>
          <p:nvPr/>
        </p:nvSpPr>
        <p:spPr bwMode="auto">
          <a:xfrm>
            <a:off x="7492126" y="3279472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2" name="甜甜圈 11"/>
          <p:cNvSpPr/>
          <p:nvPr/>
        </p:nvSpPr>
        <p:spPr bwMode="auto">
          <a:xfrm>
            <a:off x="3562086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3" name="甜甜圈 12"/>
          <p:cNvSpPr/>
          <p:nvPr/>
        </p:nvSpPr>
        <p:spPr bwMode="auto">
          <a:xfrm>
            <a:off x="1576711" y="3255986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4" name="甜甜圈 13"/>
          <p:cNvSpPr/>
          <p:nvPr/>
        </p:nvSpPr>
        <p:spPr bwMode="auto">
          <a:xfrm>
            <a:off x="7493694" y="2715800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5" name="甜甜圈 14"/>
          <p:cNvSpPr/>
          <p:nvPr/>
        </p:nvSpPr>
        <p:spPr bwMode="auto">
          <a:xfrm>
            <a:off x="6186290" y="2715800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6" name="甜甜圈 15"/>
          <p:cNvSpPr/>
          <p:nvPr/>
        </p:nvSpPr>
        <p:spPr bwMode="auto">
          <a:xfrm>
            <a:off x="4200916" y="2717365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7" name="甜甜圈 16"/>
          <p:cNvSpPr/>
          <p:nvPr/>
        </p:nvSpPr>
        <p:spPr bwMode="auto">
          <a:xfrm>
            <a:off x="4199346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8" name="甜甜圈 17"/>
          <p:cNvSpPr/>
          <p:nvPr/>
        </p:nvSpPr>
        <p:spPr bwMode="auto">
          <a:xfrm>
            <a:off x="2226499" y="4876544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19" name="甜甜圈 18"/>
          <p:cNvSpPr/>
          <p:nvPr/>
        </p:nvSpPr>
        <p:spPr bwMode="auto">
          <a:xfrm>
            <a:off x="6187856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0" name="甜甜圈 19"/>
          <p:cNvSpPr/>
          <p:nvPr/>
        </p:nvSpPr>
        <p:spPr bwMode="auto">
          <a:xfrm>
            <a:off x="4200915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1" name="甜甜圈 20"/>
          <p:cNvSpPr/>
          <p:nvPr/>
        </p:nvSpPr>
        <p:spPr bwMode="auto">
          <a:xfrm>
            <a:off x="2226499" y="4312873"/>
            <a:ext cx="582461" cy="563672"/>
          </a:xfrm>
          <a:prstGeom prst="donu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2" name="甜甜圈 21"/>
          <p:cNvSpPr/>
          <p:nvPr/>
        </p:nvSpPr>
        <p:spPr bwMode="auto">
          <a:xfrm>
            <a:off x="7488988" y="43598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4" name="甜甜圈 23"/>
          <p:cNvSpPr/>
          <p:nvPr/>
        </p:nvSpPr>
        <p:spPr bwMode="auto">
          <a:xfrm>
            <a:off x="7487419" y="4876544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sp>
        <p:nvSpPr>
          <p:cNvPr id="25" name="甜甜圈 24"/>
          <p:cNvSpPr/>
          <p:nvPr/>
        </p:nvSpPr>
        <p:spPr bwMode="auto">
          <a:xfrm>
            <a:off x="7490557" y="3819658"/>
            <a:ext cx="582461" cy="563672"/>
          </a:xfrm>
          <a:prstGeom prst="donu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</a:endParaRPr>
          </a:p>
        </p:txBody>
      </p:sp>
      <p:cxnSp>
        <p:nvCxnSpPr>
          <p:cNvPr id="23" name="直線單箭頭接點 22"/>
          <p:cNvCxnSpPr/>
          <p:nvPr/>
        </p:nvCxnSpPr>
        <p:spPr bwMode="auto">
          <a:xfrm flipH="1" flipV="1">
            <a:off x="4781807" y="4690215"/>
            <a:ext cx="1390385" cy="338203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線單箭頭接點 27"/>
          <p:cNvCxnSpPr/>
          <p:nvPr/>
        </p:nvCxnSpPr>
        <p:spPr bwMode="auto">
          <a:xfrm flipH="1" flipV="1">
            <a:off x="4030250" y="3819658"/>
            <a:ext cx="169096" cy="540186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直線單箭頭接點 29"/>
          <p:cNvCxnSpPr/>
          <p:nvPr/>
        </p:nvCxnSpPr>
        <p:spPr bwMode="auto">
          <a:xfrm flipH="1" flipV="1">
            <a:off x="2808959" y="3111935"/>
            <a:ext cx="753126" cy="234863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7567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Filling the Table </a:t>
            </a:r>
            <a:r>
              <a:rPr lang="en-US" altLang="zh-TW" dirty="0" err="1" smtClean="0"/>
              <a:t>Diagonalwise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400" dirty="0" smtClean="0"/>
              <a:t>That method which fill the dynamic programming table greedily, trying to reach the goal entry R[</a:t>
            </a:r>
            <a:r>
              <a:rPr lang="en-US" altLang="zh-TW" sz="2400" dirty="0" err="1" smtClean="0"/>
              <a:t>m,n</a:t>
            </a:r>
            <a:r>
              <a:rPr lang="en-US" altLang="zh-TW" sz="2400" dirty="0" smtClean="0"/>
              <a:t>] as fast as possible.</a:t>
            </a:r>
          </a:p>
          <a:p>
            <a:pPr marL="0" indent="0">
              <a:buNone/>
            </a:pPr>
            <a:r>
              <a:rPr lang="en-US" altLang="zh-TW" dirty="0" smtClean="0"/>
              <a:t>Most of these algorithms are based on the calculation of the edit distance between the input strings.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629" y="3566261"/>
            <a:ext cx="5068389" cy="329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3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AutoNum type="alphaLcParenR"/>
                </a:pPr>
                <a:r>
                  <a:rPr lang="en-US" altLang="zh-TW" dirty="0" smtClean="0"/>
                  <a:t>No data structures</a:t>
                </a:r>
              </a:p>
              <a:p>
                <a:pPr marL="457200" indent="-457200">
                  <a:buAutoNum type="alphaLcParenR"/>
                </a:pPr>
                <a:r>
                  <a:rPr lang="en-US" altLang="zh-TW" dirty="0" smtClean="0"/>
                  <a:t>Use a linked list for each input symbol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dirty="0" smtClean="0"/>
                  <a:t>, containing the positions of all occurrences, this structure is called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𝑀𝑎𝑡𝑐h𝐿𝑖𝑠𝑡</m:t>
                    </m:r>
                  </m:oMath>
                </a14:m>
                <a:endParaRPr lang="en-US" altLang="zh-TW" dirty="0" smtClean="0"/>
              </a:p>
              <a:p>
                <a:pPr marL="457200" indent="-457200">
                  <a:buAutoNum type="alphaLcParenR"/>
                </a:pPr>
                <a:r>
                  <a:rPr lang="en-US" altLang="zh-TW" dirty="0" smtClean="0"/>
                  <a:t>Collect the information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𝑀𝑎𝑡𝑐h𝐿𝑖𝑠𝑡</m:t>
                    </m:r>
                  </m:oMath>
                </a14:m>
                <a:r>
                  <a:rPr lang="en-US" altLang="zh-TW" dirty="0" smtClean="0"/>
                  <a:t> into a contiguous memory to facilitate binary search</a:t>
                </a:r>
              </a:p>
              <a:p>
                <a:pPr marL="457200" indent="-457200">
                  <a:buAutoNum type="alphaLcParenR"/>
                </a:pPr>
                <a:r>
                  <a:rPr lang="en-US" altLang="zh-TW" dirty="0" smtClean="0"/>
                  <a:t>Construct a Closest-table</a:t>
                </a:r>
              </a:p>
              <a:p>
                <a:pPr marL="457200" indent="-457200">
                  <a:buAutoNum type="alphaLcParenR"/>
                </a:pPr>
                <a:r>
                  <a:rPr lang="en-US" altLang="zh-TW" dirty="0" smtClean="0"/>
                  <a:t>Build a compromise between (c) and (d). This data structure is called Close vector</a:t>
                </a:r>
              </a:p>
              <a:p>
                <a:pPr marL="457200" indent="-457200">
                  <a:buAutoNum type="alphaLcParenR"/>
                </a:pPr>
                <a:endParaRPr lang="en-US" altLang="zh-TW" dirty="0"/>
              </a:p>
              <a:p>
                <a:pPr marL="457200" indent="-457200">
                  <a:buAutoNum type="alphaLcParenR"/>
                </a:pPr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7" t="-16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8493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506730" y="5172892"/>
                <a:ext cx="7886700" cy="1420724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400" b="0" dirty="0" smtClean="0"/>
                  <a:t>Implemented the algorithm of </a:t>
                </a:r>
                <a:r>
                  <a:rPr lang="en-US" altLang="zh-TW" sz="2400" b="0" dirty="0" err="1" smtClean="0"/>
                  <a:t>Apostolico</a:t>
                </a:r>
                <a:r>
                  <a:rPr lang="en-US" altLang="zh-TW" sz="2400" b="0" dirty="0" smtClean="0"/>
                  <a:t> and Guerra</a:t>
                </a:r>
                <a:br>
                  <a:rPr lang="en-US" altLang="zh-TW" sz="2400" b="0" dirty="0" smtClean="0"/>
                </a:br>
                <a:r>
                  <a:rPr lang="en-US" altLang="zh-TW" sz="2400" b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=4000</m:t>
                    </m:r>
                    <m: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altLang="zh-TW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=128</m:t>
                    </m:r>
                  </m:oMath>
                </a14:m>
                <a:r>
                  <a:rPr lang="en-US" altLang="zh-TW" sz="2400" dirty="0" smtClean="0"/>
                  <a:t/>
                </a:r>
                <a:br>
                  <a:rPr lang="en-US" altLang="zh-TW" sz="2400" dirty="0" smtClean="0"/>
                </a:br>
                <a:r>
                  <a:rPr lang="en-US" altLang="zh-TW" sz="2400" dirty="0" smtClean="0"/>
                  <a:t>two number one is LCS time one is preprocessing time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06730" y="5172892"/>
                <a:ext cx="7886700" cy="1420724"/>
              </a:xfrm>
              <a:blipFill rotWithShape="0">
                <a:blip r:embed="rId2"/>
                <a:stretch>
                  <a:fillRect l="-11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157" y="745762"/>
            <a:ext cx="6024497" cy="4351338"/>
          </a:xfrm>
        </p:spPr>
      </p:pic>
    </p:spTree>
    <p:extLst>
      <p:ext uri="{BB962C8B-B14F-4D97-AF65-F5344CB8AC3E}">
        <p14:creationId xmlns:p14="http://schemas.microsoft.com/office/powerpoint/2010/main" val="127201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51" y="1581785"/>
            <a:ext cx="6109755" cy="4351338"/>
          </a:xfrm>
        </p:spPr>
      </p:pic>
    </p:spTree>
    <p:extLst>
      <p:ext uri="{BB962C8B-B14F-4D97-AF65-F5344CB8AC3E}">
        <p14:creationId xmlns:p14="http://schemas.microsoft.com/office/powerpoint/2010/main" val="3117706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55" y="1027907"/>
            <a:ext cx="8526689" cy="4689679"/>
          </a:xfrm>
        </p:spPr>
      </p:pic>
    </p:spTree>
    <p:extLst>
      <p:ext uri="{BB962C8B-B14F-4D97-AF65-F5344CB8AC3E}">
        <p14:creationId xmlns:p14="http://schemas.microsoft.com/office/powerpoint/2010/main" val="2465190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3436</Words>
  <Application>Microsoft Office PowerPoint</Application>
  <PresentationFormat>如螢幕大小 (4:3)</PresentationFormat>
  <Paragraphs>2889</Paragraphs>
  <Slides>91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91</vt:i4>
      </vt:variant>
    </vt:vector>
  </HeadingPairs>
  <TitlesOfParts>
    <vt:vector size="100" baseType="lpstr">
      <vt:lpstr>新細明體</vt:lpstr>
      <vt:lpstr>Arial</vt:lpstr>
      <vt:lpstr>Arial Rounded MT Bold</vt:lpstr>
      <vt:lpstr>Calibri</vt:lpstr>
      <vt:lpstr>Calibri Light</vt:lpstr>
      <vt:lpstr>Cambria Math</vt:lpstr>
      <vt:lpstr>Tahoma</vt:lpstr>
      <vt:lpstr>Verdana</vt:lpstr>
      <vt:lpstr>Office 佈景主題</vt:lpstr>
      <vt:lpstr>PowerPoint 簡報</vt:lpstr>
      <vt:lpstr>Abstract</vt:lpstr>
      <vt:lpstr>PowerPoint 簡報</vt:lpstr>
      <vt:lpstr>Introduction</vt:lpstr>
      <vt:lpstr>PowerPoint 簡報</vt:lpstr>
      <vt:lpstr>Longest increasing subsequence problem</vt:lpstr>
      <vt:lpstr>Basic Concepts</vt:lpstr>
      <vt:lpstr>PowerPoint 簡報</vt:lpstr>
      <vt:lpstr>Three approaches to solve the problem</vt:lpstr>
      <vt:lpstr>Processing the Table Row by Row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Advancing from Contour to Contour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Filling the Table Diagonalwise</vt:lpstr>
      <vt:lpstr>PowerPoint 簡報</vt:lpstr>
      <vt:lpstr>Implemented the algorithm of Apostolico and Guerra  n=m=4000, σ=128 two number one is LCS time one is preprocessing time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HUGO</dc:creator>
  <cp:lastModifiedBy>HUGO</cp:lastModifiedBy>
  <cp:revision>19</cp:revision>
  <dcterms:created xsi:type="dcterms:W3CDTF">2014-11-25T01:49:03Z</dcterms:created>
  <dcterms:modified xsi:type="dcterms:W3CDTF">2014-11-25T08:18:48Z</dcterms:modified>
</cp:coreProperties>
</file>