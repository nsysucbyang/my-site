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預設章節" id="{0BA2CCC6-1621-43AA-80E1-9C918F862AC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FF5050"/>
    <a:srgbClr val="FF3399"/>
    <a:srgbClr val="FF00FF"/>
    <a:srgbClr val="CC9900"/>
    <a:srgbClr val="663300"/>
    <a:srgbClr val="B5E5B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9" autoAdjust="0"/>
    <p:restoredTop sz="94718" autoAdjust="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http://www.researchgate.net/publication/220075789_An_Algorithm_for_the_Distance_Between_Two_Finite_Sequences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TW" altLang="en-US" dirty="0" smtClean="0"/>
              <a:t>按一下以編輯母片副標題樣式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TW" altLang="en-US" smtClean="0"/>
              <a:t>按一下圖示以新增圖片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pPr/>
              <a:t>2014/1/14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latinLnBrk="0" hangingPunct="1">
        <a:spcBef>
          <a:spcPct val="0"/>
        </a:spcBef>
        <a:buNone/>
        <a:defRPr kumimoji="0"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4000" dirty="0" smtClean="0"/>
              <a:t>An </a:t>
            </a:r>
            <a:r>
              <a:rPr lang="en-US" altLang="zh-TW" sz="4000" dirty="0"/>
              <a:t>Algorithm for the </a:t>
            </a:r>
            <a:r>
              <a:rPr lang="en-US" altLang="zh-TW" sz="4000"/>
              <a:t>Distance </a:t>
            </a:r>
            <a:r>
              <a:rPr lang="en-US" altLang="zh-TW" sz="4000" smtClean="0"/>
              <a:t>between </a:t>
            </a:r>
            <a:r>
              <a:rPr lang="en-US" altLang="zh-TW" sz="4000" dirty="0"/>
              <a:t>Two Finite Sequences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802042"/>
          </a:xfrm>
        </p:spPr>
        <p:txBody>
          <a:bodyPr>
            <a:normAutofit/>
          </a:bodyPr>
          <a:lstStyle/>
          <a:p>
            <a:r>
              <a:rPr lang="en-US" altLang="zh-TW" b="1" dirty="0"/>
              <a:t>PETER H. </a:t>
            </a:r>
            <a:r>
              <a:rPr lang="en-US" altLang="zh-TW" b="1" dirty="0" smtClean="0"/>
              <a:t>SELLERS</a:t>
            </a:r>
          </a:p>
          <a:p>
            <a:r>
              <a:rPr lang="en-US" altLang="zh-TW" b="1" dirty="0"/>
              <a:t>JOURNAL OF COMBINATORIAL THEORY (A) 16, 253-258 (1974</a:t>
            </a:r>
            <a:r>
              <a:rPr lang="en-US" altLang="zh-TW" b="1" dirty="0" smtClean="0"/>
              <a:t>)</a:t>
            </a:r>
          </a:p>
          <a:p>
            <a:endParaRPr lang="en-US" altLang="zh-TW" b="1" dirty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687600" y="5641322"/>
            <a:ext cx="6400800" cy="110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Presenter: </a:t>
            </a:r>
            <a:r>
              <a:rPr lang="en-US" altLang="zh-TW" sz="28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Che-Jui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Hsu (</a:t>
            </a:r>
            <a:r>
              <a:rPr lang="zh-TW" altLang="en-US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許哲睿</a:t>
            </a:r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</a:p>
          <a:p>
            <a:pPr algn="l"/>
            <a:r>
              <a:rPr lang="en-US" altLang="zh-TW" sz="28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Date: </a:t>
            </a:r>
            <a:fld id="{3DC95CE2-72FD-4627-B4FE-7CBC89963158}" type="datetime1">
              <a:rPr lang="zh-TW" altLang="en-US" sz="2800">
                <a:solidFill>
                  <a:schemeClr val="tx1"/>
                </a:solidFill>
                <a:latin typeface="+mj-lt"/>
                <a:ea typeface="+mj-ea"/>
                <a:cs typeface="+mj-cs"/>
              </a:rPr>
              <a:pPr algn="l"/>
              <a:t>2014/1/14</a:t>
            </a:fld>
            <a:endParaRPr lang="en-US" altLang="zh-TW" sz="28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284172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457200" algn="just">
                  <a:buNone/>
                </a:pPr>
                <a:r>
                  <a:rPr lang="en-US" altLang="zh-TW" dirty="0" smtClean="0"/>
                  <a:t>In a biological problem, which will be described later, it is necessary to compute </a:t>
                </a:r>
                <a:r>
                  <a:rPr lang="en-US" altLang="zh-TW" dirty="0"/>
                  <a:t>the distance or degree of dissimilarity between two </a:t>
                </a:r>
                <a:r>
                  <a:rPr lang="en-US" altLang="zh-TW" dirty="0" smtClean="0"/>
                  <a:t>finite sequences</a:t>
                </a:r>
                <a:r>
                  <a:rPr lang="en-US" altLang="zh-TW" dirty="0"/>
                  <a:t>. A mathematical definition of this distance was brought to </a:t>
                </a:r>
                <a:r>
                  <a:rPr lang="en-US" altLang="zh-TW" dirty="0" smtClean="0"/>
                  <a:t>my attention </a:t>
                </a:r>
                <a:r>
                  <a:rPr lang="en-US" altLang="zh-TW" dirty="0"/>
                  <a:t>by S. M. </a:t>
                </a:r>
                <a:r>
                  <a:rPr lang="en-US" altLang="zh-TW" dirty="0" err="1"/>
                  <a:t>Ulam</a:t>
                </a:r>
                <a:r>
                  <a:rPr lang="en-US" altLang="zh-TW" dirty="0"/>
                  <a:t>, and an algorithm for computing it will </a:t>
                </a:r>
                <a:r>
                  <a:rPr lang="en-US" altLang="zh-TW" dirty="0" smtClean="0"/>
                  <a:t>be presented </a:t>
                </a:r>
                <a:r>
                  <a:rPr lang="en-US" altLang="zh-TW" dirty="0"/>
                  <a:t>here. 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/>
                  <a:t/>
                </a:r>
                <a:r>
                  <a:rPr lang="en-US" altLang="zh-TW" dirty="0"/>
                  <a:t>are the lengths of the two sequences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/>
                  <a:t>, then </a:t>
                </a:r>
                <a:r>
                  <a:rPr lang="en-US" altLang="zh-TW" dirty="0"/>
                  <a:t>the number of computational steps in the algorithm </a:t>
                </a:r>
                <a:r>
                  <a:rPr lang="en-US" altLang="zh-TW" dirty="0" smtClean="0"/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dirty="0" smtClean="0"/>
                  <a:t>, where each </a:t>
                </a:r>
                <a:r>
                  <a:rPr lang="en-US" altLang="zh-TW" dirty="0"/>
                  <a:t>step consists of selecting the largest of three known numbers. </a:t>
                </a:r>
                <a:r>
                  <a:rPr lang="en-US" altLang="zh-TW" dirty="0" smtClean="0"/>
                  <a:t>In Section </a:t>
                </a:r>
                <a:r>
                  <a:rPr lang="en-US" altLang="zh-TW" dirty="0"/>
                  <a:t>2 it will be shown how the algorithm can be changed to </a:t>
                </a:r>
                <a:r>
                  <a:rPr lang="en-US" altLang="zh-TW" dirty="0" smtClean="0"/>
                  <a:t>compute the </a:t>
                </a:r>
                <a:r>
                  <a:rPr lang="en-US" altLang="zh-TW" dirty="0"/>
                  <a:t>modifications of this distance which are required in the </a:t>
                </a:r>
                <a:r>
                  <a:rPr lang="en-US" altLang="zh-TW" dirty="0" smtClean="0"/>
                  <a:t>biological context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07" t="-3235" r="-1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334066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(1/2)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The distance between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is </a:t>
                </a:r>
                <a:r>
                  <a:rPr lang="en-US" altLang="zh-TW" dirty="0"/>
                  <a:t>the smallest number of steps necessary to make the sequences </a:t>
                </a:r>
                <a:r>
                  <a:rPr lang="en-US" altLang="zh-TW" dirty="0" smtClean="0"/>
                  <a:t>identical, where </a:t>
                </a:r>
                <a:r>
                  <a:rPr lang="en-US" altLang="zh-TW" dirty="0"/>
                  <a:t>a step is</a:t>
                </a:r>
              </a:p>
              <a:p>
                <a:pPr lvl="1"/>
                <a:r>
                  <a:rPr lang="en-US" altLang="zh-TW" dirty="0" smtClean="0"/>
                  <a:t>the </a:t>
                </a:r>
                <a:r>
                  <a:rPr lang="en-US" altLang="zh-TW" dirty="0"/>
                  <a:t>deletion of a term from either sequence, or</a:t>
                </a:r>
              </a:p>
              <a:p>
                <a:pPr lvl="1"/>
                <a:r>
                  <a:rPr lang="en-US" altLang="zh-TW" dirty="0" smtClean="0"/>
                  <a:t>the </a:t>
                </a:r>
                <a:r>
                  <a:rPr lang="en-US" altLang="zh-TW" dirty="0"/>
                  <a:t>change of a term in either sequence, so as to make it equal </a:t>
                </a:r>
                <a:r>
                  <a:rPr lang="en-US" altLang="zh-TW" dirty="0" smtClean="0"/>
                  <a:t>to a </a:t>
                </a:r>
                <a:r>
                  <a:rPr lang="en-US" altLang="zh-TW" dirty="0"/>
                  <a:t>term in the other sequence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2" t="-1752" r="-14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691679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Definition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𝑎𝑒𝑐𝑏𝑑𝑎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𝑎𝑐𝑐𝑑𝑓𝑎</m:t>
                    </m:r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Change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TW" dirty="0" smtClean="0"/>
                  <a:t> to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TW" dirty="0" smtClean="0"/>
                  <a:t>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dirty="0" smtClean="0"/>
                  <a:t/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𝑎𝑐𝑐𝑏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𝑑𝑎</m:t>
                        </m:r>
                        <m:r>
                          <m:rPr>
                            <m:nor/>
                          </m:rPr>
                          <a:rPr lang="en-US" altLang="zh-TW" dirty="0"/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𝑎𝑐𝑐𝑑𝑓𝑎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Delete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dirty="0" smtClean="0"/>
                  <a:t> from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dirty="0" smtClean="0"/>
                  <a:t/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𝑑𝑎</m:t>
                        </m:r>
                        <m:r>
                          <m:rPr>
                            <m:nor/>
                          </m:rPr>
                          <a:rPr lang="en-US" altLang="zh-TW" dirty="0"/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𝑎𝑐𝑐𝑑𝑓𝑎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Delete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TW" dirty="0" smtClean="0"/>
                  <a:t> from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dirty="0" smtClean="0"/>
                  <a:t/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𝑎𝑐𝑐𝑑𝑎</m:t>
                        </m:r>
                        <m:r>
                          <m:rPr>
                            <m:nor/>
                          </m:rPr>
                          <a:rPr lang="en-US" altLang="zh-TW" dirty="0"/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𝑎𝑐𝑐𝑑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Finished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𝑎𝑐𝑐𝑑𝑎</m:t>
                        </m:r>
                        <m:r>
                          <m:rPr>
                            <m:nor/>
                          </m:rPr>
                          <a:rPr lang="en-US" altLang="zh-TW" dirty="0"/>
                          <m:t>,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𝑎𝑐𝑐𝑑𝑎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distance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3395047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=0, 1, …, </m:t>
                            </m:r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func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pairs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(</a:t>
                </a:r>
                <a:r>
                  <a:rPr lang="zh-TW" altLang="en-US" dirty="0" smtClean="0"/>
                  <a:t>包含 </a:t>
                </a:r>
                <a:r>
                  <a:rPr lang="en-US" altLang="zh-TW" dirty="0" smtClean="0"/>
                  <a:t>match </a:t>
                </a:r>
                <a:r>
                  <a:rPr lang="zh-TW" altLang="en-US" dirty="0" smtClean="0"/>
                  <a:t>和 </a:t>
                </a:r>
                <a:r>
                  <a:rPr lang="en-US" altLang="zh-TW" dirty="0" smtClean="0"/>
                  <a:t>change)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most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pairs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with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unequal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parts</m:t>
                    </m:r>
                  </m:oMath>
                </a14:m>
                <a:r>
                  <a:rPr lang="zh-TW" altLang="en-US" dirty="0" smtClean="0"/>
                  <a:t/>
                </a:r>
                <a:r>
                  <a:rPr lang="en-US" altLang="zh-TW" dirty="0" smtClean="0"/>
                  <a:t>(change </a:t>
                </a:r>
                <a:r>
                  <a:rPr lang="zh-TW" altLang="en-US" dirty="0" smtClean="0"/>
                  <a:t>的上限</a:t>
                </a:r>
                <a:r>
                  <a:rPr lang="en-US" altLang="zh-TW" dirty="0" smtClean="0"/>
                  <a:t>)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752" r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53652072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=1, 2, …,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=1, 2, …,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, 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  <m:r>
                                                    <a:rPr lang="en-US" altLang="zh-TW" i="1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eqArr>
                          </m:e>
                        </m:d>
                      </m:e>
                    </m:func>
                  </m:oMath>
                </a14:m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78574489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𝒎𝒏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∅, ∅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∅,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∅</m:t>
                                      </m:r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∅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…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84203218"/>
      </p:ext>
    </p:extLst>
  </p:cSld>
  <p:clrMapOvr>
    <a:masterClrMapping/>
  </p:clrMapOvr>
  <p:transition>
    <p:cut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龍騰四海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龍騰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龍騰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TC104033925[[fn=小水滴]]</Template>
  <TotalTime>5441</TotalTime>
  <Words>58</Words>
  <Application>Microsoft Office PowerPoint</Application>
  <PresentationFormat>如螢幕大小 (4:3)</PresentationFormat>
  <Paragraphs>25</Paragraphs>
  <Slides>7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龍騰四海</vt:lpstr>
      <vt:lpstr>An Algorithm for the Distance between Two Finite Sequences</vt:lpstr>
      <vt:lpstr>Abstract</vt:lpstr>
      <vt:lpstr>Definition (1/2)</vt:lpstr>
      <vt:lpstr>Definition (2/2)</vt:lpstr>
      <vt:lpstr>Algorithm</vt:lpstr>
      <vt:lpstr> </vt:lpstr>
      <vt:lpstr> 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admin</cp:lastModifiedBy>
  <cp:revision>881</cp:revision>
  <dcterms:created xsi:type="dcterms:W3CDTF">2012-09-09T09:37:21Z</dcterms:created>
  <dcterms:modified xsi:type="dcterms:W3CDTF">2014-01-14T11:40:57Z</dcterms:modified>
</cp:coreProperties>
</file>