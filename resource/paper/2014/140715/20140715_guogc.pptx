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9240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26484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650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3456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47582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2599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671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9504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7314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4843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1058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B8F53-BA2D-479B-BB28-A59849C7BE65}" type="datetimeFigureOut">
              <a:rPr lang="zh-TW" altLang="en-US" smtClean="0"/>
              <a:pPr/>
              <a:t>2014/7/15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E56A6-DC52-43FB-8F17-254D76B1378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9463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268760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New Algorithms for Comparing Symbol Sequences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51520" y="3429000"/>
            <a:ext cx="8496944" cy="2016224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Wen-Jing Hsu</a:t>
            </a:r>
          </a:p>
          <a:p>
            <a:r>
              <a:rPr lang="en-US" altLang="zh-TW" dirty="0" smtClean="0">
                <a:solidFill>
                  <a:schemeClr val="tx1"/>
                </a:solidFill>
              </a:rPr>
              <a:t> Proceeding ACM '87 Proceedings of the 1987 Fall Joint Computer Conference on Exploring technology: today  and tomorrow pp. 381-389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80112" y="5912405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Presenter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Guan-Cheng </a:t>
            </a:r>
            <a:r>
              <a:rPr lang="en-US" altLang="zh-TW" dirty="0" err="1" smtClean="0"/>
              <a:t>Guo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Date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2014/7/15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372854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framework is presented for computing substrings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between two symbol sequences.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then provided for determining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maximal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145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Maximal </a:t>
            </a:r>
            <a:r>
              <a:rPr lang="en-US" altLang="zh-TW" dirty="0"/>
              <a:t>C</a:t>
            </a:r>
            <a:r>
              <a:rPr lang="en-US" altLang="zh-TW" dirty="0" smtClean="0"/>
              <a:t>ommon </a:t>
            </a:r>
            <a:r>
              <a:rPr lang="en-US" altLang="zh-TW" dirty="0"/>
              <a:t>S</a:t>
            </a:r>
            <a:r>
              <a:rPr lang="en-US" altLang="zh-TW" dirty="0" smtClean="0"/>
              <a:t>ubstring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and B.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eabcdfabc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of common substring between A and B is “e”, “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”, “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”, “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substring is “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7715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string 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maximal common substring between A and 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8243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correlation matrix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07167528"/>
              </p:ext>
            </p:extLst>
          </p:nvPr>
        </p:nvGraphicFramePr>
        <p:xfrm>
          <a:off x="1428326" y="2528912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624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correlation matrix to set the maximal   1-chain I row by row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315735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65414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correlation matrix to set the maximal   1-chain I row by row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55145358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860032" y="3068960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6889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correlation matrix to set the maximal   1-chain I row by row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91337361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932040" y="3068960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3203848" y="3421984"/>
            <a:ext cx="370384" cy="367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5940152" y="3429000"/>
            <a:ext cx="380728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1032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correlation matrix to set the maximal   1-chain I row by row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79254978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898550" y="3058019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 rot="1954875">
            <a:off x="3174696" y="3568094"/>
            <a:ext cx="997647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 rot="1954875">
            <a:off x="5912789" y="3554421"/>
            <a:ext cx="997647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5438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correlation matrix to set the maximal   1-chain I row by row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37156628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909376" y="3068960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 rot="1954875">
            <a:off x="3118880" y="3759084"/>
            <a:ext cx="1706995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 rot="1954875">
            <a:off x="5852453" y="3760878"/>
            <a:ext cx="176444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3286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correlation matrix to set the maximal   1-chain I row by row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09279802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909376" y="3058019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 rot="1954875">
            <a:off x="3118880" y="3759084"/>
            <a:ext cx="1706995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 rot="1954875">
            <a:off x="5852453" y="3760878"/>
            <a:ext cx="176444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 rot="1954875">
            <a:off x="1808817" y="5245965"/>
            <a:ext cx="313039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 rot="1954875">
            <a:off x="5219237" y="5433670"/>
            <a:ext cx="2404136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6206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36512" y="980728"/>
            <a:ext cx="925252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equivalent classes of I. Project the 1-chain to another 1-chain. Longer one is the dominance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05956337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860032" y="3068960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 rot="1954875">
            <a:off x="3118880" y="3759084"/>
            <a:ext cx="1706995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 rot="1954875">
            <a:off x="5852453" y="3760878"/>
            <a:ext cx="176444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 rot="1954875">
            <a:off x="1808817" y="5245965"/>
            <a:ext cx="313039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 rot="1954875">
            <a:off x="5219237" y="5433670"/>
            <a:ext cx="2404136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2035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equivalent classes of I. Project the 1-chain to another 1-chain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68265690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886712" y="3068962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 rot="1954875">
            <a:off x="3118880" y="3759084"/>
            <a:ext cx="1706995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 rot="1954875">
            <a:off x="5852453" y="3760878"/>
            <a:ext cx="176444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 rot="1954875">
            <a:off x="1808817" y="5245965"/>
            <a:ext cx="313039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 rot="1954875">
            <a:off x="5219237" y="5433670"/>
            <a:ext cx="2404136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3923928" y="4328522"/>
            <a:ext cx="0" cy="1116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4067944" y="3645024"/>
            <a:ext cx="17281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539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equivalent classes of I. Project the 1-chain to another 1-chain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23566694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909376" y="3068960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 rot="1954875">
            <a:off x="3118880" y="3759084"/>
            <a:ext cx="1706995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 rot="1954875">
            <a:off x="5852453" y="3760878"/>
            <a:ext cx="176444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 rot="1954875">
            <a:off x="1808817" y="5245965"/>
            <a:ext cx="313039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 rot="1954875">
            <a:off x="5219237" y="5433670"/>
            <a:ext cx="2404136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3923928" y="4328522"/>
            <a:ext cx="0" cy="1116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4067944" y="3645024"/>
            <a:ext cx="17281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4644008" y="4005064"/>
            <a:ext cx="1512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6660232" y="4327498"/>
            <a:ext cx="0" cy="1116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7985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equivalent classes of I. Project the 1-chain to another 1-chain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45129047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886712" y="3068961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 rot="1954875">
            <a:off x="3118880" y="3759084"/>
            <a:ext cx="1706995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 rot="1954875">
            <a:off x="5852453" y="3760878"/>
            <a:ext cx="176444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 rot="1954875">
            <a:off x="1808817" y="5245965"/>
            <a:ext cx="313039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 rot="1954875">
            <a:off x="5219237" y="5433670"/>
            <a:ext cx="2404136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3923928" y="4328522"/>
            <a:ext cx="0" cy="1116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4067944" y="3645024"/>
            <a:ext cx="17281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4644008" y="4005064"/>
            <a:ext cx="1512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6660232" y="4327498"/>
            <a:ext cx="0" cy="1116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4518961" y="5805264"/>
            <a:ext cx="1512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9761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educe the previous dominance graph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34910320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860032" y="3068960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 rot="1954875">
            <a:off x="1808817" y="5245965"/>
            <a:ext cx="313039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 rot="1954875">
            <a:off x="5219237" y="5433670"/>
            <a:ext cx="2404136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3923928" y="4437112"/>
            <a:ext cx="0" cy="1116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6660232" y="4437112"/>
            <a:ext cx="0" cy="1116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4518961" y="5805264"/>
            <a:ext cx="1512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圓角矩形 18"/>
          <p:cNvSpPr/>
          <p:nvPr/>
        </p:nvSpPr>
        <p:spPr>
          <a:xfrm>
            <a:off x="3203848" y="3429000"/>
            <a:ext cx="4248472" cy="10801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2025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eabcdfabc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B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dfabcefabc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common substrings “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”, “e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is maximal common substring.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74685742"/>
              </p:ext>
            </p:extLst>
          </p:nvPr>
        </p:nvGraphicFramePr>
        <p:xfrm>
          <a:off x="1428326" y="2672928"/>
          <a:ext cx="6096002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4860032" y="3068960"/>
            <a:ext cx="288032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 rot="1954875">
            <a:off x="1808817" y="5245965"/>
            <a:ext cx="3130390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 rot="1954875">
            <a:off x="5219237" y="5433670"/>
            <a:ext cx="2404136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3923928" y="4437112"/>
            <a:ext cx="0" cy="1116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6660232" y="4437112"/>
            <a:ext cx="0" cy="1116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4518961" y="5805264"/>
            <a:ext cx="1512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圓角矩形 18"/>
          <p:cNvSpPr/>
          <p:nvPr/>
        </p:nvSpPr>
        <p:spPr>
          <a:xfrm>
            <a:off x="3203848" y="3429000"/>
            <a:ext cx="4248472" cy="10801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8787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1879</TotalTime>
  <Words>777</Words>
  <Application>Microsoft Office PowerPoint</Application>
  <PresentationFormat>如螢幕大小 (4:3)</PresentationFormat>
  <Paragraphs>510</Paragraphs>
  <Slides>17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18" baseType="lpstr">
      <vt:lpstr>Office 佈景主題</vt:lpstr>
      <vt:lpstr>New Algorithms for Comparing Symbol Sequences</vt:lpstr>
      <vt:lpstr>Abstract</vt:lpstr>
      <vt:lpstr>Maximal Common Substring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Algorithms for Comparing Symbol Sequences</dc:title>
  <dc:creator>user</dc:creator>
  <cp:lastModifiedBy>admin</cp:lastModifiedBy>
  <cp:revision>43</cp:revision>
  <dcterms:created xsi:type="dcterms:W3CDTF">2014-07-12T12:07:57Z</dcterms:created>
  <dcterms:modified xsi:type="dcterms:W3CDTF">2014-07-15T11:16:16Z</dcterms:modified>
</cp:coreProperties>
</file>