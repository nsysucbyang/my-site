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0" autoAdjust="0"/>
    <p:restoredTop sz="88876" autoAdjust="0"/>
  </p:normalViewPr>
  <p:slideViewPr>
    <p:cSldViewPr snapToGrid="0">
      <p:cViewPr varScale="1">
        <p:scale>
          <a:sx n="79" d="100"/>
          <a:sy n="79" d="100"/>
        </p:scale>
        <p:origin x="858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273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821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43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334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4115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2017/6/13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Constrained Longest Common Subsequence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Anna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Gorbenko</a:t>
            </a:r>
            <a:endParaRPr lang="en-US" altLang="zh-TW" dirty="0" smtClean="0"/>
          </a:p>
          <a:p>
            <a:r>
              <a:rPr lang="en-US" altLang="zh-TW" dirty="0"/>
              <a:t> IAENG International Journal of </a:t>
            </a:r>
            <a:r>
              <a:rPr lang="en-US" altLang="zh-TW"/>
              <a:t>Computer </a:t>
            </a:r>
            <a:r>
              <a:rPr lang="en-US" altLang="zh-TW" smtClean="0"/>
              <a:t>Science,</a:t>
            </a:r>
          </a:p>
          <a:p>
            <a:r>
              <a:rPr lang="en-US" altLang="zh-TW" smtClean="0"/>
              <a:t> </a:t>
            </a:r>
            <a:r>
              <a:rPr lang="en-US" altLang="zh-TW" dirty="0"/>
              <a:t>Vol. </a:t>
            </a:r>
            <a:r>
              <a:rPr lang="en-US" altLang="zh-TW" dirty="0" smtClean="0"/>
              <a:t>40, </a:t>
            </a:r>
            <a:r>
              <a:rPr lang="en-US" altLang="zh-TW" dirty="0"/>
              <a:t>Issue 4, </a:t>
            </a:r>
            <a:r>
              <a:rPr lang="en-US" altLang="zh-TW" dirty="0" smtClean="0"/>
              <a:t>pp. </a:t>
            </a:r>
            <a:r>
              <a:rPr lang="en-US" altLang="zh-TW" dirty="0" smtClean="0"/>
              <a:t>266-273, </a:t>
            </a:r>
            <a:r>
              <a:rPr lang="en-US" altLang="zh-TW" dirty="0"/>
              <a:t>2013</a:t>
            </a:r>
            <a:endParaRPr lang="en-US" altLang="zh-TW" dirty="0" smtClean="0"/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Date:2017/06/13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22392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of the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classical distance measure for strings. There have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been several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attempts to accommodate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along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some other distance measures. There are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variants of the problem. In this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paper, we consider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constrained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problem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two strings and arbitrary number of constraints.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consider an explicit reduction from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satisfiability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and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experimental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satisﬁability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algorithms. It should be noted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different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regularities in experimentally obtained data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reveal important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the underlying physical system.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paper, we consider the problem of systematic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ﬂows. In particular, we use constrained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for tracking the image features.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ystematic monitoring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 ﬂows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005013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061" y="2089151"/>
            <a:ext cx="6410325" cy="4267200"/>
          </a:xfrm>
          <a:prstGeom prst="rect">
            <a:avLst/>
          </a:prstGeom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-249174" y="1614957"/>
            <a:ext cx="363855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general, we 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various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and body detectors to images for solution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this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problem. However,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quality of 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(see e.g.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makes this task very difﬁcult. To simplify this task, it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natural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some method of tracking the image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 In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represent a sequence of features as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string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2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ystematic monitoring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 ﬂows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005013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409194" y="1873569"/>
            <a:ext cx="810615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consider strings of features of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and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images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 longest common subsequence to establish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feature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correspondence.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5009"/>
            <a:ext cx="8434860" cy="520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4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ystematic monitoring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 ﬂows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2005013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cascades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initial detection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passengers.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cascades allow us to obtain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various features, parts of faces, parts of bodies,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pieces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and so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on. We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these features based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their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409194" y="1873569"/>
            <a:ext cx="810615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628650" y="182213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547" y="2425701"/>
            <a:ext cx="626745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ystematic monitoring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 ﬂows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229" y="1822133"/>
                <a:ext cx="8308086" cy="4351338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feature. The set of pixels of the feature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denote by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feature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coordinates.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assume that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  <a:r>
                  <a:rPr lang="fr-FR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⇔			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 &lt;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− 1))∧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&lt;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+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ε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), 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 =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− 1))∧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 &gt;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y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− 1)))∧ 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&lt;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+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ε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),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≥</m:t>
                            </m:r>
                            <m:r>
                              <m:rPr>
                                <m:nor/>
                              </m:rPr>
                              <a:rPr lang="en-US" altLang="zh-TW" sz="2400" b="0" i="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fr-FR" altLang="zh-TW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 + 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ε</m:t>
                            </m:r>
                            <m:r>
                              <m:rPr>
                                <m:nor/>
                              </m:rPr>
                              <a:rPr lang="fr-FR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),</m:t>
                            </m:r>
                            <m:r>
                              <m:rPr>
                                <m:nor/>
                              </m:rPr>
                              <a:rPr lang="en-US" altLang="zh-TW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             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ε is a constant that depends on the resolution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images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229" y="1822133"/>
                <a:ext cx="8308086" cy="4351338"/>
              </a:xfrm>
              <a:blipFill rotWithShape="0">
                <a:blip r:embed="rId3"/>
                <a:stretch>
                  <a:fillRect l="-1175" t="-1961" r="-1101" b="-10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409194" y="1873569"/>
            <a:ext cx="810615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628650" y="182213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2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ystematic monitoring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 ﬂows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05013"/>
                <a:ext cx="7886700" cy="4351338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this assumption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construct the string</a:t>
                </a:r>
              </a:p>
              <a:p>
                <a:pPr marL="0" indent="0">
                  <a:buNone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 =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t,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)〉…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of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time 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assume that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  <a:r>
                  <a:rPr lang="fr-FR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〈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)〉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only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For feature tracking, we consider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strings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 − 1) and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(t) and the set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constraints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TW" sz="24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1 ≤ j ≤ α}.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05013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409194" y="1873569"/>
            <a:ext cx="810615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628650" y="182213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Systematic monitoring of passenger ﬂows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constrained longest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localize passengers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we can not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then we again use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cascades for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detection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passengers and restart the process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constrained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subsequences allows us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runs of very complicated process </a:t>
            </a:r>
            <a:r>
              <a:rPr lang="en-US" altLang="zh-TW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classiﬁcation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4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72" y="0"/>
            <a:ext cx="8282092" cy="11256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56" y="1170718"/>
            <a:ext cx="3752850" cy="41243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850" y="1125665"/>
            <a:ext cx="3552825" cy="4124325"/>
          </a:xfrm>
          <a:prstGeom prst="rect">
            <a:avLst/>
          </a:prstGeom>
        </p:spPr>
      </p:pic>
      <p:sp>
        <p:nvSpPr>
          <p:cNvPr id="10" name="內容版面配置區 2"/>
          <p:cNvSpPr>
            <a:spLocks noGrp="1"/>
          </p:cNvSpPr>
          <p:nvPr>
            <p:ph idx="1"/>
          </p:nvPr>
        </p:nvSpPr>
        <p:spPr>
          <a:xfrm>
            <a:off x="1102060" y="5340096"/>
            <a:ext cx="6150102" cy="1734439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altLang="zh-TW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be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frames before the loss of ﬁrst passenger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longest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subsequence tracking, 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altLang="zh-TW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−LC 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 be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number of frames before the loss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ﬁrst passenger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constrained longest common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tracking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5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28550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 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olvers for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C-LCS-D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3237" y="2187575"/>
            <a:ext cx="763752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OA[1] (see [52]), OA[2]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see[53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]), OA[3] (see [54]), OA[4] (see [55]), and OA[5]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see[56]) for the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satisﬁability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to obtain optimal solutions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C-LCS-D. Also, we have considered GSAT with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score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(see [57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]).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used heterogeneous cluster (500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nodes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Intel Core i7). Each test was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runned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cluster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nodes. Note that due to restrictions 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time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 hours) we used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savepoints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7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59" y="60326"/>
            <a:ext cx="5238750" cy="62960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465233"/>
            <a:ext cx="40386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2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43901</TotalTime>
  <Words>367</Words>
  <Application>Microsoft Office PowerPoint</Application>
  <PresentationFormat>如螢幕大小 (4:3)</PresentationFormat>
  <Paragraphs>64</Paragraphs>
  <Slides>11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On the Constrained Longest Common Subsequence Problem</vt:lpstr>
      <vt:lpstr>Abstract</vt:lpstr>
      <vt:lpstr> Systematic monitoring of passenger ﬂows</vt:lpstr>
      <vt:lpstr> Systematic monitoring of passenger ﬂows</vt:lpstr>
      <vt:lpstr> Systematic monitoring of passenger ﬂows</vt:lpstr>
      <vt:lpstr> Systematic monitoring of passenger ﬂows</vt:lpstr>
      <vt:lpstr> Systematic monitoring of passenger ﬂows</vt:lpstr>
      <vt:lpstr>Systematic monitoring of passenger ﬂows</vt:lpstr>
      <vt:lpstr>PowerPoint 簡報</vt:lpstr>
      <vt:lpstr>SAT solvers for C-LCS-D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437</cp:revision>
  <dcterms:created xsi:type="dcterms:W3CDTF">2016-04-23T07:31:56Z</dcterms:created>
  <dcterms:modified xsi:type="dcterms:W3CDTF">2017-06-13T12:34:37Z</dcterms:modified>
</cp:coreProperties>
</file>