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7" r:id="rId11"/>
    <p:sldId id="268" r:id="rId12"/>
    <p:sldId id="269" r:id="rId13"/>
    <p:sldId id="278" r:id="rId14"/>
    <p:sldId id="279" r:id="rId15"/>
    <p:sldId id="281" r:id="rId16"/>
    <p:sldId id="282" r:id="rId17"/>
    <p:sldId id="283" r:id="rId18"/>
    <p:sldId id="284" r:id="rId19"/>
    <p:sldId id="285" r:id="rId20"/>
    <p:sldId id="286" r:id="rId21"/>
    <p:sldId id="287" r:id="rId22"/>
    <p:sldId id="288" r:id="rId23"/>
    <p:sldId id="289" r:id="rId24"/>
    <p:sldId id="290" r:id="rId25"/>
    <p:sldId id="291" r:id="rId26"/>
    <p:sldId id="292" r:id="rId27"/>
    <p:sldId id="293" r:id="rId28"/>
    <p:sldId id="294" r:id="rId29"/>
    <p:sldId id="295" r:id="rId30"/>
  </p:sldIdLst>
  <p:sldSz cx="10080625" cy="7559675"/>
  <p:notesSz cx="7559675" cy="106918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1">
          <p15:clr>
            <a:srgbClr val="A4A3A4"/>
          </p15:clr>
        </p15:guide>
        <p15:guide id="2" pos="3175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hfu" initials="w" lastIdx="2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AEFF7"/>
          </a:solidFill>
        </a:fill>
      </a:tcStyle>
    </a:wholeTbl>
    <a:band1H>
      <a:tcStyle>
        <a:tcBdr/>
        <a:fill>
          <a:solidFill>
            <a:srgbClr val="D2DEEF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D2DEEF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5B9BD5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5B9BD5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5B9BD5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5B9BD5"/>
          </a:solidFill>
        </a:fill>
      </a:tcStyle>
    </a:firstRow>
  </a:tblStyle>
  <a:tblStyle styleId="{BC89EF96-8CEA-46FF-86C4-4CE0E7609802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  <a:band1H>
      <a:tcStyle>
        <a:tcBdr/>
        <a:fill>
          <a:solidFill>
            <a:srgbClr val="5B9BD5"/>
          </a:solidFill>
        </a:fill>
      </a:tcStyle>
    </a:band1H>
    <a:band1V>
      <a:tcStyle>
        <a:tcBdr/>
        <a:fill>
          <a:solidFill>
            <a:srgbClr val="5B9BD5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a:top>
        </a:tcBdr>
      </a:tcStyle>
    </a:lastRow>
    <a:firstRow>
      <a:tcTxStyle b="on">
        <a:font>
          <a:latin typeface=""/>
          <a:ea typeface=""/>
          <a:cs typeface=""/>
        </a:font>
      </a:tcTxStyle>
      <a:tcStyle>
        <a:tcBdr>
          <a:bottom>
            <a:ln w="25402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firstRow>
  </a:tblStyle>
  <a:tblStyle styleId="{5940675A-B579-460E-94D1-54222C63F5D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</a:tblStyle>
  <a:tblStyle styleId="{E8B1032C-EA38-4F05-BA0D-38AFFFC7BED3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70AD47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70AD47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70AD47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70AD47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  <a:band1H>
      <a:tcStyle>
        <a:tcBdr/>
        <a:fill>
          <a:solidFill>
            <a:srgbClr val="70AD47"/>
          </a:solidFill>
        </a:fill>
      </a:tcStyle>
    </a:band1H>
    <a:band1V>
      <a:tcStyle>
        <a:tcBdr/>
        <a:fill>
          <a:solidFill>
            <a:srgbClr val="70AD47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70AD47"/>
              </a:solidFill>
              <a:prstDash val="solid"/>
              <a:round/>
              <a:headEnd type="none" w="med" len="med"/>
              <a:tailEnd type="none" w="med" len="med"/>
            </a:ln>
          </a:top>
        </a:tcBdr>
      </a:tcStyle>
    </a:lastRow>
    <a:firstRow>
      <a:tcTxStyle b="on">
        <a:font>
          <a:latin typeface=""/>
          <a:ea typeface=""/>
          <a:cs typeface=""/>
        </a:font>
      </a:tcTxStyle>
      <a:tcStyle>
        <a:tcBdr>
          <a:bottom>
            <a:ln w="25402" cap="flat" cmpd="sng" algn="ctr">
              <a:solidFill>
                <a:srgbClr val="70AD47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firstRow>
  </a:tblStyle>
  <a:tblStyle styleId="{5DA37D80-6434-44D0-A028-1B22A696006F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  <a:band1H>
      <a:tcStyle>
        <a:tcBdr/>
        <a:fill>
          <a:solidFill>
            <a:srgbClr val="ED7D31"/>
          </a:solidFill>
        </a:fill>
      </a:tcStyle>
    </a:band1H>
    <a:band1V>
      <a:tcStyle>
        <a:tcBdr/>
        <a:fill>
          <a:solidFill>
            <a:srgbClr val="ED7D31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top>
        </a:tcBdr>
      </a:tcStyle>
    </a:lastRow>
    <a:firstRow>
      <a:tcTxStyle b="on">
        <a:font>
          <a:latin typeface=""/>
          <a:ea typeface=""/>
          <a:cs typeface=""/>
        </a:font>
      </a:tcTxStyle>
      <a:tcStyle>
        <a:tcBdr>
          <a:bottom>
            <a:ln w="25402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firstRow>
  </a:tblStyle>
  <a:tblStyle styleId="{EB344D84-9AFB-497E-A393-DC336BA19D2E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top>
            <a:ln w="2540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2540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FFFFFF"/>
          </a:solidFill>
        </a:fill>
      </a:tcStyle>
    </a:wholeTbl>
    <a:band1H>
      <a:tcStyle>
        <a:tcBdr/>
        <a:fill>
          <a:solidFill>
            <a:srgbClr val="E7E7E7"/>
          </a:solidFill>
        </a:fill>
      </a:tcStyle>
    </a:band1H>
    <a:band1V>
      <a:tcStyle>
        <a:tcBdr/>
        <a:fill>
          <a:solidFill>
            <a:srgbClr val="E7E7E7"/>
          </a:solidFill>
        </a:fill>
      </a:tcStyle>
    </a:band1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A5A5A5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A5A5A5"/>
          </a:solidFill>
        </a:fill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FFFFFF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2540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A5A5A5"/>
          </a:solidFill>
        </a:fill>
      </a:tcStyle>
    </a:firstRow>
  </a:tblStyle>
  <a:tblStyle styleId="{5202B0CA-FC54-4496-8BCA-5EF66A818D29}" styleName="深色樣式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深色樣式 2 - 輔色 1/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深色樣式 2 - 輔色 3/輔色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D113A9D2-9D6B-4929-AA2D-F23B5EE8CBE7}" styleName="佈景主題樣式 2 - 輔色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佈景主題樣式 2 - 輔色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545" autoAdjust="0"/>
  </p:normalViewPr>
  <p:slideViewPr>
    <p:cSldViewPr snapToGrid="0">
      <p:cViewPr>
        <p:scale>
          <a:sx n="70" d="100"/>
          <a:sy n="70" d="100"/>
        </p:scale>
        <p:origin x="162" y="552"/>
      </p:cViewPr>
      <p:guideLst>
        <p:guide orient="horz" pos="2381"/>
        <p:guide pos="31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t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微軟正黑體" pitchFamily="2"/>
              <a:cs typeface="Mangal" pitchFamily="2"/>
            </a:endParaRPr>
          </a:p>
        </p:txBody>
      </p:sp>
      <p:sp>
        <p:nvSpPr>
          <p:cNvPr id="3" name="日期版面配置區 2"/>
          <p:cNvSpPr txBox="1">
            <a:spLocks noGrp="1"/>
          </p:cNvSpPr>
          <p:nvPr>
            <p:ph type="dt" sz="quarter" idx="1"/>
          </p:nvPr>
        </p:nvSpPr>
        <p:spPr>
          <a:xfrm>
            <a:off x="4278962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t" anchorCtr="0" compatLnSpc="0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微軟正黑體" pitchFamily="2"/>
              <a:cs typeface="Mangal" pitchFamily="2"/>
            </a:endParaRPr>
          </a:p>
        </p:txBody>
      </p:sp>
      <p:sp>
        <p:nvSpPr>
          <p:cNvPr id="4" name="頁尾版面配置區 3"/>
          <p:cNvSpPr txBox="1">
            <a:spLocks noGrp="1"/>
          </p:cNvSpPr>
          <p:nvPr>
            <p:ph type="ftr" sz="quarter" idx="2"/>
          </p:nvPr>
        </p:nvSpPr>
        <p:spPr>
          <a:xfrm>
            <a:off x="0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b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微軟正黑體" pitchFamily="2"/>
              <a:cs typeface="Mangal" pitchFamily="2"/>
            </a:endParaRPr>
          </a:p>
        </p:txBody>
      </p:sp>
      <p:sp>
        <p:nvSpPr>
          <p:cNvPr id="5" name="投影片編號版面配置區 4"/>
          <p:cNvSpPr txBox="1">
            <a:spLocks noGrp="1"/>
          </p:cNvSpPr>
          <p:nvPr>
            <p:ph type="sldNum" sz="quarter" idx="3"/>
          </p:nvPr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b" anchorCtr="0" compatLnSpc="0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0227E8C-9554-460F-B633-51D5AD774E1F}" type="slidenum">
              <a:t>‹#›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微軟正黑體" pitchFamily="2"/>
              <a:cs typeface="Mangal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155139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 idx="2"/>
          </p:nvPr>
        </p:nvSpPr>
        <p:spPr>
          <a:xfrm>
            <a:off x="1107000" y="812517"/>
            <a:ext cx="5345280" cy="4008958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備忘稿版面配置區 2"/>
          <p:cNvSpPr txBox="1">
            <a:spLocks noGrp="1"/>
          </p:cNvSpPr>
          <p:nvPr>
            <p:ph type="body" sz="quarter" idx="3"/>
          </p:nvPr>
        </p:nvSpPr>
        <p:spPr>
          <a:xfrm>
            <a:off x="755998" y="5078522"/>
            <a:ext cx="6047640" cy="481104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4" name="頁首版面配置區 3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新細明體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日期版面配置區 4"/>
          <p:cNvSpPr txBox="1">
            <a:spLocks noGrp="1"/>
          </p:cNvSpPr>
          <p:nvPr>
            <p:ph type="dt" idx="1"/>
          </p:nvPr>
        </p:nvSpPr>
        <p:spPr>
          <a:xfrm>
            <a:off x="4278962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新細明體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頁尾版面配置區 5"/>
          <p:cNvSpPr txBox="1">
            <a:spLocks noGrp="1"/>
          </p:cNvSpPr>
          <p:nvPr>
            <p:ph type="ftr" sz="quarter" idx="4"/>
          </p:nvPr>
        </p:nvSpPr>
        <p:spPr>
          <a:xfrm>
            <a:off x="0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新細明體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投影片編號版面配置區 6"/>
          <p:cNvSpPr txBox="1">
            <a:spLocks noGrp="1"/>
          </p:cNvSpPr>
          <p:nvPr>
            <p:ph type="sldNum" sz="quarter" idx="5"/>
          </p:nvPr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新細明體" pitchFamily="2"/>
                <a:cs typeface="Tahoma" pitchFamily="2"/>
              </a:defRPr>
            </a:lvl1pPr>
          </a:lstStyle>
          <a:p>
            <a:pPr lvl="0"/>
            <a:fld id="{78A57073-AB8B-4F7A-BB5E-FAEF8A970D7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133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5999" marR="0" lvl="0" indent="-215999" defTabSz="914400" rtl="0" fontAlgn="auto" hangingPunct="0">
      <a:lnSpc>
        <a:spcPct val="100000"/>
      </a:lnSpc>
      <a:spcBef>
        <a:spcPts val="0"/>
      </a:spcBef>
      <a:spcAft>
        <a:spcPts val="0"/>
      </a:spcAft>
      <a:buNone/>
      <a:tabLst/>
      <a:defRPr lang="en-US" sz="2000" b="0" i="0" u="none" strike="noStrike" kern="1200" cap="none" spc="0" baseline="0">
        <a:solidFill>
          <a:srgbClr val="000000"/>
        </a:solidFill>
        <a:highlight>
          <a:scrgbClr r="0" g="0" b="0">
            <a:alpha val="0"/>
          </a:scrgbClr>
        </a:highlight>
        <a:uFillTx/>
        <a:latin typeface="Liberation Sans" pitchFamily="18"/>
        <a:ea typeface="微軟正黑體" pitchFamily="2"/>
        <a:cs typeface="Mangal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44E8A48-0BB3-4429-A23E-981E055DBE4D}" type="slidenum">
              <a:t>1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新細明體" pitchFamily="2"/>
              <a:cs typeface="Tahoma" pitchFamily="2"/>
            </a:endParaRPr>
          </a:p>
        </p:txBody>
      </p:sp>
      <p:sp>
        <p:nvSpPr>
          <p:cNvPr id="3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備忘稿版面配置區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4662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ctrTitle"/>
          </p:nvPr>
        </p:nvSpPr>
        <p:spPr>
          <a:xfrm>
            <a:off x="1260472" y="1236661"/>
            <a:ext cx="7559673" cy="2632072"/>
          </a:xfrm>
        </p:spPr>
        <p:txBody>
          <a:bodyPr anchor="b"/>
          <a:lstStyle>
            <a:lvl1pPr>
              <a:defRPr lang="zh-TW" sz="6000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副標題 2"/>
          <p:cNvSpPr txBox="1">
            <a:spLocks noGrp="1"/>
          </p:cNvSpPr>
          <p:nvPr>
            <p:ph type="subTitle" idx="1"/>
          </p:nvPr>
        </p:nvSpPr>
        <p:spPr>
          <a:xfrm>
            <a:off x="1260472" y="3970333"/>
            <a:ext cx="7559673" cy="1825627"/>
          </a:xfrm>
        </p:spPr>
        <p:txBody>
          <a:bodyPr anchorCtr="1"/>
          <a:lstStyle>
            <a:lvl1pPr algn="ctr">
              <a:defRPr sz="2400"/>
            </a:lvl1pPr>
          </a:lstStyle>
          <a:p>
            <a:pPr lvl="0"/>
            <a:r>
              <a:rPr lang="zh-TW"/>
              <a:t>按一下以編輯母片副標題樣式</a:t>
            </a:r>
            <a:endParaRPr lang="en-US"/>
          </a:p>
        </p:txBody>
      </p:sp>
      <p:sp>
        <p:nvSpPr>
          <p:cNvPr id="4" name="日期版面配置區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頁尾版面配置區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投影片編號版面配置區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E6BFC27-068B-4B72-92F7-9C821F0A3E7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42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zh-TW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4" name="日期版面配置區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頁尾版面配置區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投影片編號版面配置區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8842836-F473-4F88-8FC5-E6506225DA8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692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>
          <a:xfrm>
            <a:off x="687391" y="1884358"/>
            <a:ext cx="8694736" cy="3144841"/>
          </a:xfrm>
        </p:spPr>
        <p:txBody>
          <a:bodyPr anchor="b"/>
          <a:lstStyle>
            <a:lvl1pPr>
              <a:defRPr lang="zh-TW" sz="6000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 txBox="1">
            <a:spLocks noGrp="1"/>
          </p:cNvSpPr>
          <p:nvPr>
            <p:ph type="body" idx="1"/>
          </p:nvPr>
        </p:nvSpPr>
        <p:spPr>
          <a:xfrm>
            <a:off x="687391" y="5059366"/>
            <a:ext cx="8694736" cy="1652585"/>
          </a:xfrm>
        </p:spPr>
        <p:txBody>
          <a:bodyPr/>
          <a:lstStyle>
            <a:lvl1pPr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zh-TW"/>
              <a:t>按一下以編輯母片文字樣式</a:t>
            </a:r>
          </a:p>
        </p:txBody>
      </p:sp>
      <p:sp>
        <p:nvSpPr>
          <p:cNvPr id="4" name="日期版面配置區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頁尾版面配置區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投影片編號版面配置區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06D477E-DD58-4DE2-94A6-FBA23A92454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223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zh-TW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 txBox="1">
            <a:spLocks noGrp="1"/>
          </p:cNvSpPr>
          <p:nvPr>
            <p:ph idx="1"/>
          </p:nvPr>
        </p:nvSpPr>
        <p:spPr>
          <a:xfrm>
            <a:off x="503240" y="1768477"/>
            <a:ext cx="4459291" cy="438467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4" name="內容版面配置區 3"/>
          <p:cNvSpPr txBox="1">
            <a:spLocks noGrp="1"/>
          </p:cNvSpPr>
          <p:nvPr>
            <p:ph idx="2"/>
          </p:nvPr>
        </p:nvSpPr>
        <p:spPr>
          <a:xfrm>
            <a:off x="5114925" y="1768477"/>
            <a:ext cx="4460872" cy="438467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5" name="日期版面配置區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頁尾版面配置區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投影片編號版面配置區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72D141D-6966-43C1-8EB1-BB4818DFA3B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981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>
          <a:xfrm>
            <a:off x="693736" y="403222"/>
            <a:ext cx="8694736" cy="1460497"/>
          </a:xfrm>
        </p:spPr>
        <p:txBody>
          <a:bodyPr/>
          <a:lstStyle>
            <a:lvl1pPr>
              <a:defRPr lang="zh-TW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 txBox="1">
            <a:spLocks noGrp="1"/>
          </p:cNvSpPr>
          <p:nvPr>
            <p:ph type="body" idx="1"/>
          </p:nvPr>
        </p:nvSpPr>
        <p:spPr>
          <a:xfrm>
            <a:off x="693736" y="1852610"/>
            <a:ext cx="4265611" cy="908054"/>
          </a:xfrm>
        </p:spPr>
        <p:txBody>
          <a:bodyPr anchor="b"/>
          <a:lstStyle>
            <a:lvl1pPr>
              <a:defRPr sz="2400" b="1"/>
            </a:lvl1pPr>
          </a:lstStyle>
          <a:p>
            <a:pPr lvl="0"/>
            <a:r>
              <a:rPr lang="zh-TW"/>
              <a:t>按一下以編輯母片文字樣式</a:t>
            </a:r>
          </a:p>
        </p:txBody>
      </p:sp>
      <p:sp>
        <p:nvSpPr>
          <p:cNvPr id="4" name="內容版面配置區 3"/>
          <p:cNvSpPr txBox="1">
            <a:spLocks noGrp="1"/>
          </p:cNvSpPr>
          <p:nvPr>
            <p:ph idx="2"/>
          </p:nvPr>
        </p:nvSpPr>
        <p:spPr>
          <a:xfrm>
            <a:off x="693736" y="2760665"/>
            <a:ext cx="4265611" cy="406241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5" name="文字版面配置區 4"/>
          <p:cNvSpPr txBox="1">
            <a:spLocks noGrp="1"/>
          </p:cNvSpPr>
          <p:nvPr>
            <p:ph type="body" idx="3"/>
          </p:nvPr>
        </p:nvSpPr>
        <p:spPr>
          <a:xfrm>
            <a:off x="5103815" y="1852610"/>
            <a:ext cx="4284658" cy="908054"/>
          </a:xfrm>
        </p:spPr>
        <p:txBody>
          <a:bodyPr anchor="b"/>
          <a:lstStyle>
            <a:lvl1pPr>
              <a:defRPr sz="2400" b="1"/>
            </a:lvl1pPr>
          </a:lstStyle>
          <a:p>
            <a:pPr lvl="0"/>
            <a:r>
              <a:rPr lang="zh-TW"/>
              <a:t>按一下以編輯母片文字樣式</a:t>
            </a:r>
          </a:p>
        </p:txBody>
      </p:sp>
      <p:sp>
        <p:nvSpPr>
          <p:cNvPr id="6" name="內容版面配置區 5"/>
          <p:cNvSpPr txBox="1">
            <a:spLocks noGrp="1"/>
          </p:cNvSpPr>
          <p:nvPr>
            <p:ph idx="4"/>
          </p:nvPr>
        </p:nvSpPr>
        <p:spPr>
          <a:xfrm>
            <a:off x="5103815" y="2760665"/>
            <a:ext cx="4284658" cy="406241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7" name="日期版面配置區 6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8" name="頁尾版面配置區 7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9" name="投影片編號版面配置區 8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D382990-A4FF-4906-9C3D-CE47CFC3DCA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414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zh-TW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日期版面配置區 2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頁尾版面配置區 3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投影片編號版面配置區 4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73CCA10-4506-4689-B9C6-7A25C650BAF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262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3" name="頁尾版面配置區 2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投影片編號版面配置區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A413963-2284-408C-A1F3-BA9C90A14B4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101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>
          <a:xfrm>
            <a:off x="693736" y="503240"/>
            <a:ext cx="3251204" cy="1765304"/>
          </a:xfrm>
        </p:spPr>
        <p:txBody>
          <a:bodyPr anchor="b"/>
          <a:lstStyle>
            <a:lvl1pPr>
              <a:defRPr lang="zh-TW" sz="3200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 txBox="1">
            <a:spLocks noGrp="1"/>
          </p:cNvSpPr>
          <p:nvPr>
            <p:ph idx="1"/>
          </p:nvPr>
        </p:nvSpPr>
        <p:spPr>
          <a:xfrm>
            <a:off x="4286249" y="1089022"/>
            <a:ext cx="5102223" cy="5372100"/>
          </a:xfrm>
        </p:spPr>
        <p:txBody>
          <a:bodyPr/>
          <a:lstStyle>
            <a:lvl1pPr>
              <a:defRPr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4" name="文字版面配置區 3"/>
          <p:cNvSpPr txBox="1">
            <a:spLocks noGrp="1"/>
          </p:cNvSpPr>
          <p:nvPr>
            <p:ph type="body" idx="2"/>
          </p:nvPr>
        </p:nvSpPr>
        <p:spPr>
          <a:xfrm>
            <a:off x="693736" y="2268534"/>
            <a:ext cx="3251204" cy="420052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zh-TW"/>
              <a:t>按一下以編輯母片文字樣式</a:t>
            </a:r>
          </a:p>
        </p:txBody>
      </p:sp>
      <p:sp>
        <p:nvSpPr>
          <p:cNvPr id="5" name="日期版面配置區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頁尾版面配置區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投影片編號版面配置區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059FB30-6DA3-498A-B3E4-39789FBB385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677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>
          <a:xfrm>
            <a:off x="693736" y="503240"/>
            <a:ext cx="3251204" cy="1765304"/>
          </a:xfrm>
        </p:spPr>
        <p:txBody>
          <a:bodyPr anchor="b"/>
          <a:lstStyle>
            <a:lvl1pPr>
              <a:defRPr lang="zh-TW" sz="3200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圖片版面配置區 2"/>
          <p:cNvSpPr txBox="1">
            <a:spLocks noGrp="1"/>
          </p:cNvSpPr>
          <p:nvPr>
            <p:ph type="pic" idx="1"/>
          </p:nvPr>
        </p:nvSpPr>
        <p:spPr>
          <a:xfrm>
            <a:off x="4286249" y="1089022"/>
            <a:ext cx="5102223" cy="5372100"/>
          </a:xfrm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4" name="文字版面配置區 3"/>
          <p:cNvSpPr txBox="1">
            <a:spLocks noGrp="1"/>
          </p:cNvSpPr>
          <p:nvPr>
            <p:ph type="body" idx="2"/>
          </p:nvPr>
        </p:nvSpPr>
        <p:spPr>
          <a:xfrm>
            <a:off x="693736" y="2268534"/>
            <a:ext cx="3251204" cy="420052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zh-TW"/>
              <a:t>按一下以編輯母片文字樣式</a:t>
            </a:r>
          </a:p>
        </p:txBody>
      </p:sp>
      <p:sp>
        <p:nvSpPr>
          <p:cNvPr id="5" name="日期版面配置區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頁尾版面配置區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投影片編號版面配置區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2DDE591-0FAF-4F51-A0C1-3BEDC4250A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615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zh-TW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4" name="日期版面配置區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頁尾版面配置區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投影片編號版面配置區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0523178-8C3C-4D5B-987E-9C6DE9B0522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704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 txBox="1">
            <a:spLocks noGrp="1"/>
          </p:cNvSpPr>
          <p:nvPr>
            <p:ph type="title" orient="vert"/>
          </p:nvPr>
        </p:nvSpPr>
        <p:spPr>
          <a:xfrm>
            <a:off x="7308854" y="301623"/>
            <a:ext cx="2266953" cy="5851529"/>
          </a:xfrm>
        </p:spPr>
        <p:txBody>
          <a:bodyPr vert="eaVert"/>
          <a:lstStyle>
            <a:lvl1pPr>
              <a:defRPr lang="zh-TW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 txBox="1">
            <a:spLocks noGrp="1"/>
          </p:cNvSpPr>
          <p:nvPr>
            <p:ph type="body" orient="vert" idx="1"/>
          </p:nvPr>
        </p:nvSpPr>
        <p:spPr>
          <a:xfrm>
            <a:off x="503240" y="301623"/>
            <a:ext cx="6653210" cy="5851529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4" name="日期版面配置區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頁尾版面配置區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投影片編號版面配置區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683D96B-BEA4-46BB-A345-50D7E40AC1B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908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 txBox="1">
            <a:spLocks noGrp="1"/>
          </p:cNvSpPr>
          <p:nvPr>
            <p:ph type="title"/>
          </p:nvPr>
        </p:nvSpPr>
        <p:spPr>
          <a:xfrm>
            <a:off x="503998" y="301322"/>
            <a:ext cx="9071643" cy="126215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3" name="文字版面配置區 2"/>
          <p:cNvSpPr txBox="1">
            <a:spLocks noGrp="1"/>
          </p:cNvSpPr>
          <p:nvPr>
            <p:ph type="body" idx="1"/>
          </p:nvPr>
        </p:nvSpPr>
        <p:spPr>
          <a:xfrm>
            <a:off x="503998" y="1769043"/>
            <a:ext cx="9071643" cy="43844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4" name="日期版面配置區 3"/>
          <p:cNvSpPr txBox="1">
            <a:spLocks noGrp="1"/>
          </p:cNvSpPr>
          <p:nvPr>
            <p:ph type="dt" sz="half" idx="2"/>
          </p:nvPr>
        </p:nvSpPr>
        <p:spPr>
          <a:xfrm>
            <a:off x="503998" y="6887160"/>
            <a:ext cx="2348279" cy="52128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新細明體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頁尾版面配置區 4"/>
          <p:cNvSpPr txBox="1">
            <a:spLocks noGrp="1"/>
          </p:cNvSpPr>
          <p:nvPr>
            <p:ph type="ftr" sz="quarter" idx="3"/>
          </p:nvPr>
        </p:nvSpPr>
        <p:spPr>
          <a:xfrm>
            <a:off x="3447361" y="6887160"/>
            <a:ext cx="3194995" cy="52128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1" compatLnSpc="1">
            <a:noAutofit/>
          </a:bodyPr>
          <a:lstStyle>
            <a:lvl1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新細明體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投影片編號版面配置區 5"/>
          <p:cNvSpPr txBox="1">
            <a:spLocks noGrp="1"/>
          </p:cNvSpPr>
          <p:nvPr>
            <p:ph type="sldNum" sz="quarter" idx="4"/>
          </p:nvPr>
        </p:nvSpPr>
        <p:spPr>
          <a:xfrm>
            <a:off x="7227362" y="6887160"/>
            <a:ext cx="2348279" cy="52128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新細明體" pitchFamily="2"/>
                <a:cs typeface="Tahoma" pitchFamily="2"/>
              </a:defRPr>
            </a:lvl1pPr>
          </a:lstStyle>
          <a:p>
            <a:pPr lvl="0"/>
            <a:fld id="{FA3188D1-A64F-4C0D-9118-94DC8B17CC66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marL="0" marR="0" lvl="0" indent="0" algn="ctr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Liberation Sans" pitchFamily="18"/>
          <a:ea typeface="微軟正黑體" pitchFamily="2"/>
          <a:cs typeface="Mangal" pitchFamily="2"/>
        </a:defRPr>
      </a:lvl1pPr>
    </p:titleStyle>
    <p:bodyStyle>
      <a:lvl1pPr marL="0" marR="0" lvl="0" indent="0" defTabSz="914400" rtl="0" fontAlgn="auto" hangingPunct="0">
        <a:lnSpc>
          <a:spcPct val="100000"/>
        </a:lnSpc>
        <a:spcBef>
          <a:spcPts val="1415"/>
        </a:spcBef>
        <a:spcAft>
          <a:spcPts val="0"/>
        </a:spcAft>
        <a:buNone/>
        <a:tabLst/>
        <a:defRPr lang="zh-TW" sz="32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Liberation Sans" pitchFamily="18"/>
          <a:ea typeface="微軟正黑體" pitchFamily="2"/>
          <a:cs typeface="Mangal" pitchFamily="2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zh-TW" sz="2400" b="0" i="0" u="none" strike="noStrike" kern="1200" cap="none" spc="0" baseline="0">
          <a:solidFill>
            <a:srgbClr val="000000"/>
          </a:solidFill>
          <a:uFillTx/>
          <a:latin typeface="Calibri"/>
          <a:ea typeface="新細明體" pitchFamily="18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zh-TW" sz="2000" b="0" i="0" u="none" strike="noStrike" kern="1200" cap="none" spc="0" baseline="0">
          <a:solidFill>
            <a:srgbClr val="000000"/>
          </a:solidFill>
          <a:uFillTx/>
          <a:latin typeface="Calibri"/>
          <a:ea typeface="新細明體" pitchFamily="18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zh-TW" sz="1800" b="0" i="0" u="none" strike="noStrike" kern="1200" cap="none" spc="0" baseline="0">
          <a:solidFill>
            <a:srgbClr val="000000"/>
          </a:solidFill>
          <a:uFillTx/>
          <a:latin typeface="Calibri"/>
          <a:ea typeface="新細明體" pitchFamily="18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zh-TW" sz="1800" b="0" i="0" u="none" strike="noStrike" kern="1200" cap="none" spc="0" baseline="0">
          <a:solidFill>
            <a:srgbClr val="000000"/>
          </a:solidFill>
          <a:uFillTx/>
          <a:latin typeface="Calibri"/>
          <a:ea typeface="新細明體" pitchFamily="1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 idx="4294967295"/>
          </p:nvPr>
        </p:nvSpPr>
        <p:spPr>
          <a:xfrm>
            <a:off x="576355" y="3405091"/>
            <a:ext cx="9071643" cy="830997"/>
          </a:xfrm>
        </p:spPr>
        <p:txBody>
          <a:bodyPr>
            <a:spAutoFit/>
          </a:bodyPr>
          <a:lstStyle/>
          <a:p>
            <a:pPr lvl="0"/>
            <a:r>
              <a:rPr lang="en-US" altLang="zh-TW" sz="2700" b="1" dirty="0">
                <a:solidFill>
                  <a:srgbClr val="898989"/>
                </a:solidFill>
                <a:latin typeface="Sitka Subheading" panose="02000505000000020004" pitchFamily="2" charset="0"/>
                <a:ea typeface="新細明體" pitchFamily="2"/>
              </a:rPr>
              <a:t>Computing Research Repository (</a:t>
            </a:r>
            <a:r>
              <a:rPr lang="en-US" altLang="zh-TW" sz="2700" b="1" dirty="0" err="1">
                <a:solidFill>
                  <a:srgbClr val="898989"/>
                </a:solidFill>
                <a:latin typeface="Sitka Subheading" panose="02000505000000020004" pitchFamily="2" charset="0"/>
                <a:ea typeface="新細明體" pitchFamily="2"/>
              </a:rPr>
              <a:t>CoRR</a:t>
            </a:r>
            <a:r>
              <a:rPr lang="en-US" altLang="zh-TW" sz="2700" b="1" dirty="0">
                <a:solidFill>
                  <a:srgbClr val="898989"/>
                </a:solidFill>
                <a:latin typeface="Sitka Subheading" panose="02000505000000020004" pitchFamily="2" charset="0"/>
                <a:ea typeface="新細明體" pitchFamily="2"/>
              </a:rPr>
              <a:t>), 2012</a:t>
            </a:r>
            <a:br>
              <a:rPr lang="en-US" altLang="zh-TW" sz="2700" b="1" dirty="0">
                <a:solidFill>
                  <a:srgbClr val="898989"/>
                </a:solidFill>
                <a:latin typeface="Sitka Subheading" panose="02000505000000020004" pitchFamily="2" charset="0"/>
                <a:ea typeface="新細明體" pitchFamily="2"/>
              </a:rPr>
            </a:br>
            <a:r>
              <a:rPr lang="it-IT" altLang="zh-TW" sz="2700" b="1" dirty="0">
                <a:solidFill>
                  <a:srgbClr val="898989"/>
                </a:solidFill>
                <a:latin typeface="Sitka Subheading" panose="02000505000000020004" pitchFamily="2" charset="0"/>
                <a:ea typeface="新細明體" pitchFamily="2"/>
              </a:rPr>
              <a:t>Andy Nguyen</a:t>
            </a:r>
            <a:endParaRPr lang="en-US" sz="2700" b="1" dirty="0">
              <a:solidFill>
                <a:srgbClr val="898989"/>
              </a:solidFill>
              <a:latin typeface="Sitka Subheading" panose="02000505000000020004" pitchFamily="2" charset="0"/>
              <a:ea typeface="新細明體" pitchFamily="2"/>
            </a:endParaRPr>
          </a:p>
        </p:txBody>
      </p:sp>
      <p:sp>
        <p:nvSpPr>
          <p:cNvPr id="3" name="文字版面配置區 2"/>
          <p:cNvSpPr txBox="1">
            <a:spLocks noGrp="1"/>
          </p:cNvSpPr>
          <p:nvPr>
            <p:ph type="body" idx="4294967295"/>
          </p:nvPr>
        </p:nvSpPr>
        <p:spPr>
          <a:xfrm>
            <a:off x="576355" y="935998"/>
            <a:ext cx="9071643" cy="1491891"/>
          </a:xfrm>
        </p:spPr>
        <p:txBody>
          <a:bodyPr anchorCtr="1"/>
          <a:lstStyle/>
          <a:p>
            <a:r>
              <a:rPr lang="en-US" sz="4000" b="1" dirty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Solving Cyclic Longest Common Subsequence in Quadratic Time</a:t>
            </a:r>
          </a:p>
        </p:txBody>
      </p:sp>
      <p:sp>
        <p:nvSpPr>
          <p:cNvPr id="4" name="文字版面配置區 3"/>
          <p:cNvSpPr txBox="1">
            <a:spLocks noGrp="1"/>
          </p:cNvSpPr>
          <p:nvPr>
            <p:ph type="body" idx="4294967295"/>
          </p:nvPr>
        </p:nvSpPr>
        <p:spPr>
          <a:xfrm>
            <a:off x="704380" y="5920800"/>
            <a:ext cx="9071643" cy="1159806"/>
          </a:xfrm>
        </p:spPr>
        <p:txBody>
          <a:bodyPr/>
          <a:lstStyle/>
          <a:p>
            <a:pPr lvl="1" algn="r" hangingPunct="0">
              <a:spcBef>
                <a:spcPts val="1415"/>
              </a:spcBef>
              <a:buNone/>
            </a:pP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Presenter</a:t>
            </a:r>
            <a:r>
              <a:rPr lang="zh-TW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：</a:t>
            </a:r>
            <a:r>
              <a:rPr lang="en-US" altLang="zh-TW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Wei-</a:t>
            </a:r>
            <a:r>
              <a:rPr lang="en-US" altLang="zh-TW" dirty="0" err="1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Hao</a:t>
            </a:r>
            <a:r>
              <a:rPr lang="en-US" altLang="zh-TW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 Fu</a:t>
            </a:r>
            <a:endParaRPr lang="en-US" dirty="0">
              <a:highlight>
                <a:scrgbClr r="0" g="0" b="0">
                  <a:alpha val="0"/>
                </a:scrgbClr>
              </a:highlight>
              <a:latin typeface="Liberation Sans Narrow" pitchFamily="34"/>
              <a:ea typeface="微軟正黑體" pitchFamily="34"/>
              <a:cs typeface="Mangal" pitchFamily="2"/>
            </a:endParaRPr>
          </a:p>
          <a:p>
            <a:pPr lvl="1" algn="r" hangingPunct="0">
              <a:spcBef>
                <a:spcPts val="1415"/>
              </a:spcBef>
              <a:buNone/>
            </a:pP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Date</a:t>
            </a:r>
            <a:r>
              <a:rPr lang="zh-TW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：</a:t>
            </a:r>
            <a:r>
              <a:rPr lang="en-US" altLang="zh-TW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2017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/ 03/</a:t>
            </a:r>
            <a:r>
              <a:rPr lang="zh-TW" altLang="en-US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 </a:t>
            </a:r>
            <a:r>
              <a:rPr lang="en-US" altLang="zh-TW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31</a:t>
            </a:r>
            <a:endParaRPr lang="en-US" dirty="0">
              <a:highlight>
                <a:scrgbClr r="0" g="0" b="0">
                  <a:alpha val="0"/>
                </a:scrgbClr>
              </a:highlight>
              <a:latin typeface="Liberation Sans Narrow" pitchFamily="34"/>
              <a:ea typeface="微軟正黑體" pitchFamily="34"/>
              <a:cs typeface="Mangal" pitchFamily="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3998" y="285556"/>
            <a:ext cx="9071643" cy="1262155"/>
          </a:xfrm>
        </p:spPr>
        <p:txBody>
          <a:bodyPr/>
          <a:lstStyle/>
          <a:p>
            <a:r>
              <a:rPr lang="en-US" altLang="zh-TW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Abstract</a:t>
            </a:r>
            <a:endParaRPr lang="zh-TW" altLang="en-US" b="1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3998" y="1769043"/>
            <a:ext cx="9071643" cy="5639398"/>
          </a:xfrm>
        </p:spPr>
        <p:txBody>
          <a:bodyPr/>
          <a:lstStyle/>
          <a:p>
            <a:r>
              <a:rPr lang="en-US" altLang="zh-TW" sz="3100" dirty="0">
                <a:latin typeface="Cambria Math" panose="02040503050406030204" pitchFamily="18" charset="0"/>
                <a:ea typeface="Cambria Math" panose="02040503050406030204" pitchFamily="18" charset="0"/>
              </a:rPr>
              <a:t>We present a practical algorithm for the cyclic longest common subsequence (CLCS) problem that runs in O(</a:t>
            </a:r>
            <a:r>
              <a:rPr lang="en-US" altLang="zh-TW" sz="31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mn</a:t>
            </a:r>
            <a:r>
              <a:rPr lang="en-US" altLang="zh-TW" sz="3100" dirty="0">
                <a:latin typeface="Cambria Math" panose="02040503050406030204" pitchFamily="18" charset="0"/>
                <a:ea typeface="Cambria Math" panose="02040503050406030204" pitchFamily="18" charset="0"/>
              </a:rPr>
              <a:t>) time, where m and n are the lengths of the two input strings. While this is not necessarily an asymptotic improvement over the existing record, it is far simpler to understand and to implement.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41205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3998" y="285556"/>
            <a:ext cx="9071643" cy="1262155"/>
          </a:xfrm>
        </p:spPr>
        <p:txBody>
          <a:bodyPr/>
          <a:lstStyle/>
          <a:p>
            <a:r>
              <a:rPr lang="en-US" altLang="zh-TW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Cyclic LCS (CLCS) (1/2)</a:t>
            </a:r>
            <a:endParaRPr lang="zh-TW" altLang="en-US" b="1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503998" y="1769043"/>
                <a:ext cx="9071643" cy="5639398"/>
              </a:xfrm>
            </p:spPr>
            <p:txBody>
              <a:bodyPr/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Given a string </a:t>
                </a:r>
                <a14:m>
                  <m:oMath xmlns:m="http://schemas.openxmlformats.org/officeDocument/2006/math">
                    <m:r>
                      <a:rPr lang="en-US" altLang="zh-TW" b="0" i="1" dirty="0" smtClean="0">
                        <a:latin typeface="Cambria Math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of length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 an integer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altLang="zh-TW" b="0" i="1" dirty="0" smtClean="0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TW" b="0" i="1" dirty="0" smtClean="0">
                        <a:latin typeface="Cambria Math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TW" b="0" i="1" dirty="0" smtClean="0">
                        <a:latin typeface="Cambria Math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TW" b="0" i="1" dirty="0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TW" b="0" i="0" dirty="0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we can define: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cut(A,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= substring(A,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TW" i="1" dirty="0" smtClean="0">
                        <a:latin typeface="Cambria Math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altLang="zh-TW" i="1" dirty="0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+ substring(A, 0,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Example:</a:t>
                </a:r>
              </a:p>
              <a:p>
                <a:pPr marL="1143000" lvl="1" indent="-457200">
                  <a:buFont typeface="Arial" panose="020B0604020202020204" pitchFamily="34" charset="0"/>
                  <a:buChar char="•"/>
                </a:pPr>
                <a:r>
                  <a:rPr lang="en-US" altLang="zh-TW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cut(“</a:t>
                </a:r>
                <a:r>
                  <a:rPr lang="en-US" altLang="zh-TW" sz="32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abcd</a:t>
                </a:r>
                <a:r>
                  <a:rPr lang="en-US" altLang="zh-TW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”,  2) = “cd” + “ab” = “</a:t>
                </a:r>
                <a:r>
                  <a:rPr lang="en-US" altLang="zh-TW" sz="32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cdab</a:t>
                </a:r>
                <a:r>
                  <a:rPr lang="en-US" altLang="zh-TW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”</a:t>
                </a:r>
              </a:p>
              <a:p>
                <a:pPr marL="1143000" lvl="1" indent="-457200">
                  <a:buFont typeface="Arial" panose="020B0604020202020204" pitchFamily="34" charset="0"/>
                  <a:buChar char="•"/>
                </a:pPr>
                <a:r>
                  <a:rPr lang="en-US" altLang="zh-TW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cut(“</a:t>
                </a:r>
                <a:r>
                  <a:rPr lang="en-US" altLang="zh-TW" sz="32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abcd</a:t>
                </a:r>
                <a:r>
                  <a:rPr lang="en-US" altLang="zh-TW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”,  0) = “</a:t>
                </a:r>
                <a:r>
                  <a:rPr lang="en-US" altLang="zh-TW" sz="32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abcd</a:t>
                </a:r>
                <a:r>
                  <a:rPr lang="en-US" altLang="zh-TW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” + “ ” = “</a:t>
                </a:r>
                <a:r>
                  <a:rPr lang="en-US" altLang="zh-TW" sz="32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abcd</a:t>
                </a:r>
                <a:r>
                  <a:rPr lang="en-US" altLang="zh-TW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”</a:t>
                </a: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3998" y="1769043"/>
                <a:ext cx="9071643" cy="5639398"/>
              </a:xfrm>
              <a:blipFill rotWithShape="1">
                <a:blip r:embed="rId2"/>
                <a:stretch>
                  <a:fillRect l="-2554" t="-2162" r="-23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69425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3998" y="285556"/>
            <a:ext cx="9071643" cy="1262155"/>
          </a:xfrm>
        </p:spPr>
        <p:txBody>
          <a:bodyPr/>
          <a:lstStyle/>
          <a:p>
            <a:r>
              <a:rPr lang="en-US" altLang="zh-TW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Cyclic LCS (CLCS) (2/2)</a:t>
            </a:r>
            <a:endParaRPr lang="zh-TW" altLang="en-US" b="1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503998" y="1769043"/>
                <a:ext cx="9071643" cy="5639398"/>
              </a:xfrm>
            </p:spPr>
            <p:txBody>
              <a:bodyPr/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CLCS(A, B) = LCS(cut(A, </a:t>
                </a:r>
                <a:r>
                  <a:rPr lang="en-US" altLang="zh-TW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), cut(B, j)), for some integers </a:t>
                </a:r>
                <a:r>
                  <a:rPr lang="en-US" altLang="zh-TW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 j. </a:t>
                </a:r>
                <a:r>
                  <a:rPr lang="zh-TW" alt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→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  <a:ea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altLang="zh-TW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TW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altLang="zh-TW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CLCS(A, B) = LCS(cut(A, </a:t>
                </a:r>
                <a:r>
                  <a:rPr lang="en-US" altLang="zh-TW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), B), for some integers </a:t>
                </a:r>
                <a:r>
                  <a:rPr lang="en-US" altLang="zh-TW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 </a:t>
                </a:r>
                <a:r>
                  <a:rPr lang="zh-TW" alt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→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/>
                        <a:ea typeface="Cambria Math" panose="02040503050406030204" pitchFamily="18" charset="0"/>
                      </a:rPr>
                      <m:t>𝑂</m:t>
                    </m:r>
                    <m:r>
                      <a:rPr lang="en-US" altLang="zh-TW" i="1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TW" i="1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TW" i="1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US" altLang="zh-TW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3998" y="1769043"/>
                <a:ext cx="9071643" cy="5639398"/>
              </a:xfrm>
              <a:blipFill rotWithShape="1">
                <a:blip r:embed="rId2"/>
                <a:stretch>
                  <a:fillRect l="-2554" t="-2162" r="-10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4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70063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3998" y="285556"/>
            <a:ext cx="9071643" cy="1262155"/>
          </a:xfrm>
        </p:spPr>
        <p:txBody>
          <a:bodyPr/>
          <a:lstStyle/>
          <a:p>
            <a:r>
              <a:rPr lang="en-US" altLang="zh-TW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Algorithm</a:t>
            </a:r>
            <a:endParaRPr lang="zh-TW" altLang="en-US" b="1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3998" y="1769043"/>
            <a:ext cx="9071643" cy="563939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P = “BBAA”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Q = “ABABB”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5</a:t>
            </a:fld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2889822"/>
              </p:ext>
            </p:extLst>
          </p:nvPr>
        </p:nvGraphicFramePr>
        <p:xfrm>
          <a:off x="2909805" y="1665822"/>
          <a:ext cx="6300000" cy="54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900000">
                <a:tc>
                  <a:txBody>
                    <a:bodyPr/>
                    <a:lstStyle/>
                    <a:p>
                      <a:pPr algn="ctr"/>
                      <a:endParaRPr lang="zh-TW" altLang="en-US" sz="3600" b="1" dirty="0"/>
                    </a:p>
                  </a:txBody>
                  <a:tcPr anchor="ctr">
                    <a:lnL w="1270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6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A</a:t>
                      </a:r>
                      <a:endParaRPr lang="zh-TW" altLang="en-US" sz="36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B</a:t>
                      </a:r>
                      <a:endParaRPr lang="zh-TW" altLang="en-US" sz="36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A</a:t>
                      </a:r>
                      <a:endParaRPr lang="zh-TW" altLang="en-US" sz="36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B</a:t>
                      </a:r>
                      <a:endParaRPr lang="zh-TW" altLang="en-US" sz="36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B</a:t>
                      </a:r>
                      <a:endParaRPr lang="zh-TW" altLang="en-US" sz="36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ctr"/>
                      <a:endParaRPr lang="zh-TW" altLang="en-US" sz="3600" b="1" dirty="0"/>
                    </a:p>
                  </a:txBody>
                  <a:tcPr anchor="ctr">
                    <a:lnL w="1270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0</a:t>
                      </a:r>
                      <a:endParaRPr lang="zh-TW" altLang="en-US" sz="3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0</a:t>
                      </a:r>
                      <a:endParaRPr lang="zh-TW" altLang="en-US" sz="3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0</a:t>
                      </a:r>
                      <a:endParaRPr lang="zh-TW" altLang="en-US" sz="3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0</a:t>
                      </a:r>
                      <a:endParaRPr lang="zh-TW" altLang="en-US" sz="3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0</a:t>
                      </a:r>
                      <a:endParaRPr lang="zh-TW" altLang="en-US" sz="3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0</a:t>
                      </a:r>
                      <a:endParaRPr lang="zh-TW" altLang="en-US" sz="3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B</a:t>
                      </a:r>
                      <a:endParaRPr lang="zh-TW" altLang="en-US" sz="3600" b="1" dirty="0"/>
                    </a:p>
                  </a:txBody>
                  <a:tcPr anchor="ctr">
                    <a:lnL w="1270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0</a:t>
                      </a:r>
                      <a:endParaRPr lang="zh-TW" altLang="en-US" sz="3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0</a:t>
                      </a:r>
                      <a:endParaRPr lang="zh-TW" altLang="en-US" sz="3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1</a:t>
                      </a:r>
                      <a:endParaRPr lang="zh-TW" altLang="en-US" sz="3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1</a:t>
                      </a:r>
                      <a:endParaRPr lang="zh-TW" altLang="en-US" sz="3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1</a:t>
                      </a:r>
                      <a:endParaRPr lang="zh-TW" altLang="en-US" sz="3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1</a:t>
                      </a:r>
                      <a:endParaRPr lang="zh-TW" altLang="en-US" sz="3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B</a:t>
                      </a:r>
                      <a:endParaRPr lang="zh-TW" altLang="en-US" sz="3600" b="1" dirty="0"/>
                    </a:p>
                  </a:txBody>
                  <a:tcPr anchor="ctr">
                    <a:lnL w="1270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0</a:t>
                      </a:r>
                      <a:endParaRPr lang="zh-TW" altLang="en-US" sz="3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0</a:t>
                      </a:r>
                      <a:endParaRPr lang="zh-TW" altLang="en-US" sz="3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1</a:t>
                      </a:r>
                      <a:endParaRPr lang="zh-TW" altLang="en-US" sz="3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1</a:t>
                      </a:r>
                      <a:endParaRPr lang="zh-TW" altLang="en-US" sz="3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2</a:t>
                      </a:r>
                      <a:endParaRPr lang="zh-TW" altLang="en-US" sz="3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2</a:t>
                      </a:r>
                      <a:endParaRPr lang="zh-TW" altLang="en-US" sz="3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A</a:t>
                      </a:r>
                      <a:endParaRPr lang="zh-TW" altLang="en-US" sz="3600" b="1" dirty="0"/>
                    </a:p>
                  </a:txBody>
                  <a:tcPr anchor="ctr">
                    <a:lnL w="1270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0</a:t>
                      </a:r>
                      <a:endParaRPr lang="zh-TW" altLang="en-US" sz="3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1</a:t>
                      </a:r>
                      <a:endParaRPr lang="zh-TW" altLang="en-US" sz="3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1</a:t>
                      </a:r>
                      <a:endParaRPr lang="zh-TW" altLang="en-US" sz="3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2</a:t>
                      </a:r>
                      <a:endParaRPr lang="zh-TW" altLang="en-US" sz="3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2</a:t>
                      </a:r>
                      <a:endParaRPr lang="zh-TW" altLang="en-US" sz="3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2</a:t>
                      </a:r>
                      <a:endParaRPr lang="zh-TW" altLang="en-US" sz="3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A</a:t>
                      </a:r>
                      <a:endParaRPr lang="zh-TW" altLang="en-US" sz="3600" b="1" dirty="0"/>
                    </a:p>
                  </a:txBody>
                  <a:tcPr anchor="ctr">
                    <a:lnL w="1270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0</a:t>
                      </a:r>
                      <a:endParaRPr lang="zh-TW" altLang="en-US" sz="3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1</a:t>
                      </a:r>
                      <a:endParaRPr lang="zh-TW" altLang="en-US" sz="3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1</a:t>
                      </a:r>
                      <a:endParaRPr lang="zh-TW" altLang="en-US" sz="3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2</a:t>
                      </a:r>
                      <a:endParaRPr lang="zh-TW" altLang="en-US" sz="3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2</a:t>
                      </a:r>
                      <a:endParaRPr lang="zh-TW" altLang="en-US" sz="3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2</a:t>
                      </a:r>
                      <a:endParaRPr lang="zh-TW" altLang="en-US" sz="3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0756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3998" y="285556"/>
            <a:ext cx="9071643" cy="1262155"/>
          </a:xfrm>
        </p:spPr>
        <p:txBody>
          <a:bodyPr/>
          <a:lstStyle/>
          <a:p>
            <a:r>
              <a:rPr lang="en-US" altLang="zh-TW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Algorithm</a:t>
            </a:r>
            <a:endParaRPr lang="zh-TW" altLang="en-US" b="1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3998" y="1769043"/>
            <a:ext cx="9071643" cy="563939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P = “BBAA”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Q = “ABABB”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6</a:t>
            </a:fld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7298278"/>
              </p:ext>
            </p:extLst>
          </p:nvPr>
        </p:nvGraphicFramePr>
        <p:xfrm>
          <a:off x="2909805" y="1665822"/>
          <a:ext cx="6300000" cy="54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900000">
                <a:tc>
                  <a:txBody>
                    <a:bodyPr/>
                    <a:lstStyle/>
                    <a:p>
                      <a:pPr algn="ctr"/>
                      <a:endParaRPr lang="zh-TW" altLang="en-US" sz="3600" b="1" dirty="0"/>
                    </a:p>
                  </a:txBody>
                  <a:tcPr anchor="ctr">
                    <a:lnL w="1270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6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A</a:t>
                      </a:r>
                      <a:endParaRPr lang="zh-TW" altLang="en-US" sz="36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B</a:t>
                      </a:r>
                      <a:endParaRPr lang="zh-TW" altLang="en-US" sz="36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A</a:t>
                      </a:r>
                      <a:endParaRPr lang="zh-TW" altLang="en-US" sz="36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B</a:t>
                      </a:r>
                      <a:endParaRPr lang="zh-TW" altLang="en-US" sz="36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B</a:t>
                      </a:r>
                      <a:endParaRPr lang="zh-TW" altLang="en-US" sz="36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ctr"/>
                      <a:endParaRPr lang="zh-TW" altLang="en-US" sz="3600" b="1" dirty="0"/>
                    </a:p>
                  </a:txBody>
                  <a:tcPr anchor="ctr">
                    <a:lnL w="1270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0</a:t>
                      </a:r>
                      <a:endParaRPr lang="zh-TW" altLang="en-US" sz="3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0</a:t>
                      </a:r>
                      <a:endParaRPr lang="zh-TW" altLang="en-US" sz="3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0</a:t>
                      </a:r>
                      <a:endParaRPr lang="zh-TW" altLang="en-US" sz="3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0</a:t>
                      </a:r>
                      <a:endParaRPr lang="zh-TW" altLang="en-US" sz="3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0</a:t>
                      </a:r>
                      <a:endParaRPr lang="zh-TW" altLang="en-US" sz="3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0</a:t>
                      </a:r>
                      <a:endParaRPr lang="zh-TW" altLang="en-US" sz="3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B</a:t>
                      </a:r>
                      <a:endParaRPr lang="zh-TW" altLang="en-US" sz="3600" b="1" dirty="0"/>
                    </a:p>
                  </a:txBody>
                  <a:tcPr anchor="ctr">
                    <a:lnL w="1270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0</a:t>
                      </a:r>
                      <a:endParaRPr lang="zh-TW" altLang="en-US" sz="3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0</a:t>
                      </a:r>
                      <a:endParaRPr lang="zh-TW" altLang="en-US" sz="3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1</a:t>
                      </a:r>
                      <a:endParaRPr lang="zh-TW" altLang="en-US" sz="3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1</a:t>
                      </a:r>
                      <a:endParaRPr lang="zh-TW" altLang="en-US" sz="3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1</a:t>
                      </a:r>
                      <a:endParaRPr lang="zh-TW" altLang="en-US" sz="3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1</a:t>
                      </a:r>
                      <a:endParaRPr lang="zh-TW" altLang="en-US" sz="3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B</a:t>
                      </a:r>
                      <a:endParaRPr lang="zh-TW" altLang="en-US" sz="3600" b="1" dirty="0"/>
                    </a:p>
                  </a:txBody>
                  <a:tcPr anchor="ctr">
                    <a:lnL w="1270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0</a:t>
                      </a:r>
                      <a:endParaRPr lang="zh-TW" altLang="en-US" sz="3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0</a:t>
                      </a:r>
                      <a:endParaRPr lang="zh-TW" altLang="en-US" sz="3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1</a:t>
                      </a:r>
                      <a:endParaRPr lang="zh-TW" altLang="en-US" sz="3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1</a:t>
                      </a:r>
                      <a:endParaRPr lang="zh-TW" altLang="en-US" sz="3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2</a:t>
                      </a:r>
                      <a:endParaRPr lang="zh-TW" altLang="en-US" sz="3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2</a:t>
                      </a:r>
                      <a:endParaRPr lang="zh-TW" altLang="en-US" sz="3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A</a:t>
                      </a:r>
                      <a:endParaRPr lang="zh-TW" altLang="en-US" sz="3600" b="1" dirty="0"/>
                    </a:p>
                  </a:txBody>
                  <a:tcPr anchor="ctr">
                    <a:lnL w="1270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0</a:t>
                      </a:r>
                      <a:endParaRPr lang="zh-TW" altLang="en-US" sz="3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1</a:t>
                      </a:r>
                      <a:endParaRPr lang="zh-TW" altLang="en-US" sz="3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1</a:t>
                      </a:r>
                      <a:endParaRPr lang="zh-TW" altLang="en-US" sz="3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2</a:t>
                      </a:r>
                      <a:endParaRPr lang="zh-TW" altLang="en-US" sz="3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2</a:t>
                      </a:r>
                      <a:endParaRPr lang="zh-TW" altLang="en-US" sz="3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2</a:t>
                      </a:r>
                      <a:endParaRPr lang="zh-TW" altLang="en-US" sz="3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A</a:t>
                      </a:r>
                      <a:endParaRPr lang="zh-TW" altLang="en-US" sz="3600" b="1" dirty="0"/>
                    </a:p>
                  </a:txBody>
                  <a:tcPr anchor="ctr">
                    <a:lnL w="1270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0</a:t>
                      </a:r>
                      <a:endParaRPr lang="zh-TW" altLang="en-US" sz="3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1</a:t>
                      </a:r>
                      <a:endParaRPr lang="zh-TW" altLang="en-US" sz="3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1</a:t>
                      </a:r>
                      <a:endParaRPr lang="zh-TW" altLang="en-US" sz="3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2</a:t>
                      </a:r>
                      <a:endParaRPr lang="zh-TW" altLang="en-US" sz="3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2</a:t>
                      </a:r>
                      <a:endParaRPr lang="zh-TW" altLang="en-US" sz="3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2</a:t>
                      </a:r>
                      <a:endParaRPr lang="zh-TW" altLang="en-US" sz="3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7" name="直線單箭頭接點 6"/>
          <p:cNvCxnSpPr/>
          <p:nvPr/>
        </p:nvCxnSpPr>
        <p:spPr>
          <a:xfrm>
            <a:off x="4447797" y="3042745"/>
            <a:ext cx="516422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/>
          <p:nvPr/>
        </p:nvCxnSpPr>
        <p:spPr>
          <a:xfrm>
            <a:off x="4272455" y="3279228"/>
            <a:ext cx="0" cy="33107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>
          <a:xfrm>
            <a:off x="5362442" y="3043187"/>
            <a:ext cx="516422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>
            <a:off x="6242659" y="3043187"/>
            <a:ext cx="516422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/>
          <p:nvPr/>
        </p:nvCxnSpPr>
        <p:spPr>
          <a:xfrm>
            <a:off x="7177000" y="3043187"/>
            <a:ext cx="516422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>
            <a:off x="8054368" y="3043187"/>
            <a:ext cx="516422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>
            <a:off x="4447797" y="3934356"/>
            <a:ext cx="516422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>
          <a:xfrm>
            <a:off x="5362442" y="3934356"/>
            <a:ext cx="516422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>
          <a:xfrm>
            <a:off x="4447797" y="4825525"/>
            <a:ext cx="516422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/>
          <p:nvPr/>
        </p:nvCxnSpPr>
        <p:spPr>
          <a:xfrm>
            <a:off x="5362442" y="4823118"/>
            <a:ext cx="516422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/>
          <p:nvPr/>
        </p:nvCxnSpPr>
        <p:spPr>
          <a:xfrm>
            <a:off x="4447797" y="5714287"/>
            <a:ext cx="516422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/>
          <p:nvPr/>
        </p:nvCxnSpPr>
        <p:spPr>
          <a:xfrm>
            <a:off x="5362442" y="5720426"/>
            <a:ext cx="516422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/>
          <p:nvPr/>
        </p:nvCxnSpPr>
        <p:spPr>
          <a:xfrm>
            <a:off x="4447797" y="6611595"/>
            <a:ext cx="516422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/>
          <p:nvPr/>
        </p:nvCxnSpPr>
        <p:spPr>
          <a:xfrm>
            <a:off x="5362442" y="6601072"/>
            <a:ext cx="516422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/>
          <p:nvPr/>
        </p:nvCxnSpPr>
        <p:spPr>
          <a:xfrm>
            <a:off x="6242659" y="3934356"/>
            <a:ext cx="516422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/>
          <p:nvPr/>
        </p:nvCxnSpPr>
        <p:spPr>
          <a:xfrm>
            <a:off x="6242659" y="4823118"/>
            <a:ext cx="516422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/>
          <p:nvPr/>
        </p:nvCxnSpPr>
        <p:spPr>
          <a:xfrm>
            <a:off x="6242659" y="5720426"/>
            <a:ext cx="516422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/>
          <p:nvPr/>
        </p:nvCxnSpPr>
        <p:spPr>
          <a:xfrm>
            <a:off x="6242659" y="6601072"/>
            <a:ext cx="516422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/>
          <p:cNvCxnSpPr/>
          <p:nvPr/>
        </p:nvCxnSpPr>
        <p:spPr>
          <a:xfrm>
            <a:off x="7177000" y="3934356"/>
            <a:ext cx="516422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/>
          <p:nvPr/>
        </p:nvCxnSpPr>
        <p:spPr>
          <a:xfrm>
            <a:off x="7177000" y="4823118"/>
            <a:ext cx="516422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/>
          <p:nvPr/>
        </p:nvCxnSpPr>
        <p:spPr>
          <a:xfrm>
            <a:off x="7177000" y="5720426"/>
            <a:ext cx="516422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/>
          <p:nvPr/>
        </p:nvCxnSpPr>
        <p:spPr>
          <a:xfrm>
            <a:off x="7177000" y="6601072"/>
            <a:ext cx="516422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/>
          <p:nvPr/>
        </p:nvCxnSpPr>
        <p:spPr>
          <a:xfrm>
            <a:off x="8054368" y="3934356"/>
            <a:ext cx="516422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/>
          <p:nvPr/>
        </p:nvCxnSpPr>
        <p:spPr>
          <a:xfrm>
            <a:off x="8054368" y="4823118"/>
            <a:ext cx="516422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/>
          <p:cNvCxnSpPr/>
          <p:nvPr/>
        </p:nvCxnSpPr>
        <p:spPr>
          <a:xfrm>
            <a:off x="8054368" y="5720426"/>
            <a:ext cx="516422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/>
          <p:nvPr/>
        </p:nvCxnSpPr>
        <p:spPr>
          <a:xfrm>
            <a:off x="8054368" y="6601072"/>
            <a:ext cx="516422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/>
          <p:cNvCxnSpPr/>
          <p:nvPr/>
        </p:nvCxnSpPr>
        <p:spPr>
          <a:xfrm>
            <a:off x="5154958" y="3279228"/>
            <a:ext cx="0" cy="33107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/>
          <p:nvPr/>
        </p:nvCxnSpPr>
        <p:spPr>
          <a:xfrm>
            <a:off x="6037460" y="3279228"/>
            <a:ext cx="0" cy="33107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42"/>
          <p:cNvCxnSpPr/>
          <p:nvPr/>
        </p:nvCxnSpPr>
        <p:spPr>
          <a:xfrm>
            <a:off x="6951860" y="3279228"/>
            <a:ext cx="0" cy="33107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43"/>
          <p:cNvCxnSpPr/>
          <p:nvPr/>
        </p:nvCxnSpPr>
        <p:spPr>
          <a:xfrm>
            <a:off x="7855628" y="3279228"/>
            <a:ext cx="0" cy="33107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/>
          <p:nvPr/>
        </p:nvCxnSpPr>
        <p:spPr>
          <a:xfrm>
            <a:off x="8748763" y="3279228"/>
            <a:ext cx="0" cy="33107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/>
          <p:nvPr/>
        </p:nvCxnSpPr>
        <p:spPr>
          <a:xfrm>
            <a:off x="4272455" y="4204261"/>
            <a:ext cx="0" cy="33107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/>
          <p:cNvCxnSpPr/>
          <p:nvPr/>
        </p:nvCxnSpPr>
        <p:spPr>
          <a:xfrm>
            <a:off x="5154958" y="4204261"/>
            <a:ext cx="0" cy="33107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/>
          <p:cNvCxnSpPr/>
          <p:nvPr/>
        </p:nvCxnSpPr>
        <p:spPr>
          <a:xfrm>
            <a:off x="6037460" y="4204261"/>
            <a:ext cx="0" cy="33107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單箭頭接點 48"/>
          <p:cNvCxnSpPr/>
          <p:nvPr/>
        </p:nvCxnSpPr>
        <p:spPr>
          <a:xfrm>
            <a:off x="6951860" y="4204261"/>
            <a:ext cx="0" cy="33107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單箭頭接點 49"/>
          <p:cNvCxnSpPr/>
          <p:nvPr/>
        </p:nvCxnSpPr>
        <p:spPr>
          <a:xfrm>
            <a:off x="7855628" y="4204261"/>
            <a:ext cx="0" cy="33107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/>
          <p:cNvCxnSpPr/>
          <p:nvPr/>
        </p:nvCxnSpPr>
        <p:spPr>
          <a:xfrm>
            <a:off x="8748763" y="4204261"/>
            <a:ext cx="0" cy="33107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單箭頭接點 51"/>
          <p:cNvCxnSpPr/>
          <p:nvPr/>
        </p:nvCxnSpPr>
        <p:spPr>
          <a:xfrm>
            <a:off x="4272455" y="5097396"/>
            <a:ext cx="0" cy="33107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單箭頭接點 52"/>
          <p:cNvCxnSpPr/>
          <p:nvPr/>
        </p:nvCxnSpPr>
        <p:spPr>
          <a:xfrm>
            <a:off x="5154958" y="5097396"/>
            <a:ext cx="0" cy="33107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單箭頭接點 53"/>
          <p:cNvCxnSpPr/>
          <p:nvPr/>
        </p:nvCxnSpPr>
        <p:spPr>
          <a:xfrm>
            <a:off x="6037460" y="5097396"/>
            <a:ext cx="0" cy="33107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/>
          <p:cNvCxnSpPr/>
          <p:nvPr/>
        </p:nvCxnSpPr>
        <p:spPr>
          <a:xfrm>
            <a:off x="6951860" y="5097396"/>
            <a:ext cx="0" cy="33107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/>
          <p:cNvCxnSpPr/>
          <p:nvPr/>
        </p:nvCxnSpPr>
        <p:spPr>
          <a:xfrm>
            <a:off x="7855628" y="5097396"/>
            <a:ext cx="0" cy="33107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/>
          <p:nvPr/>
        </p:nvCxnSpPr>
        <p:spPr>
          <a:xfrm>
            <a:off x="8748763" y="5097396"/>
            <a:ext cx="0" cy="33107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單箭頭接點 57"/>
          <p:cNvCxnSpPr/>
          <p:nvPr/>
        </p:nvCxnSpPr>
        <p:spPr>
          <a:xfrm>
            <a:off x="4272455" y="6011796"/>
            <a:ext cx="0" cy="33107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單箭頭接點 58"/>
          <p:cNvCxnSpPr/>
          <p:nvPr/>
        </p:nvCxnSpPr>
        <p:spPr>
          <a:xfrm>
            <a:off x="5154958" y="6011796"/>
            <a:ext cx="0" cy="33107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單箭頭接點 59"/>
          <p:cNvCxnSpPr/>
          <p:nvPr/>
        </p:nvCxnSpPr>
        <p:spPr>
          <a:xfrm>
            <a:off x="6037460" y="6011796"/>
            <a:ext cx="0" cy="33107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單箭頭接點 60"/>
          <p:cNvCxnSpPr/>
          <p:nvPr/>
        </p:nvCxnSpPr>
        <p:spPr>
          <a:xfrm>
            <a:off x="6951860" y="6011796"/>
            <a:ext cx="0" cy="33107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>
            <a:off x="7855628" y="6011796"/>
            <a:ext cx="0" cy="33107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單箭頭接點 62"/>
          <p:cNvCxnSpPr/>
          <p:nvPr/>
        </p:nvCxnSpPr>
        <p:spPr>
          <a:xfrm>
            <a:off x="8748763" y="6011796"/>
            <a:ext cx="0" cy="33107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單箭頭接點 63"/>
          <p:cNvCxnSpPr/>
          <p:nvPr/>
        </p:nvCxnSpPr>
        <p:spPr>
          <a:xfrm>
            <a:off x="5362441" y="3279228"/>
            <a:ext cx="514711" cy="344213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單箭頭接點 66"/>
          <p:cNvCxnSpPr/>
          <p:nvPr/>
        </p:nvCxnSpPr>
        <p:spPr>
          <a:xfrm>
            <a:off x="7178710" y="3278860"/>
            <a:ext cx="514711" cy="344213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單箭頭接點 69"/>
          <p:cNvCxnSpPr/>
          <p:nvPr/>
        </p:nvCxnSpPr>
        <p:spPr>
          <a:xfrm>
            <a:off x="8047642" y="3317143"/>
            <a:ext cx="514711" cy="344213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單箭頭接點 70"/>
          <p:cNvCxnSpPr/>
          <p:nvPr/>
        </p:nvCxnSpPr>
        <p:spPr>
          <a:xfrm>
            <a:off x="5362441" y="4204261"/>
            <a:ext cx="514711" cy="344213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單箭頭接點 71"/>
          <p:cNvCxnSpPr/>
          <p:nvPr/>
        </p:nvCxnSpPr>
        <p:spPr>
          <a:xfrm>
            <a:off x="7178710" y="4203893"/>
            <a:ext cx="514711" cy="344213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單箭頭接點 72"/>
          <p:cNvCxnSpPr/>
          <p:nvPr/>
        </p:nvCxnSpPr>
        <p:spPr>
          <a:xfrm>
            <a:off x="8047642" y="4242176"/>
            <a:ext cx="514711" cy="344213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單箭頭接點 73"/>
          <p:cNvCxnSpPr/>
          <p:nvPr/>
        </p:nvCxnSpPr>
        <p:spPr>
          <a:xfrm>
            <a:off x="4449508" y="5084258"/>
            <a:ext cx="514711" cy="344213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/>
          <p:cNvCxnSpPr/>
          <p:nvPr/>
        </p:nvCxnSpPr>
        <p:spPr>
          <a:xfrm>
            <a:off x="6244370" y="5084258"/>
            <a:ext cx="514711" cy="344213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單箭頭接點 75"/>
          <p:cNvCxnSpPr/>
          <p:nvPr/>
        </p:nvCxnSpPr>
        <p:spPr>
          <a:xfrm>
            <a:off x="4447797" y="6011796"/>
            <a:ext cx="514711" cy="344213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單箭頭接點 76"/>
          <p:cNvCxnSpPr/>
          <p:nvPr/>
        </p:nvCxnSpPr>
        <p:spPr>
          <a:xfrm>
            <a:off x="6242659" y="6011796"/>
            <a:ext cx="514711" cy="344213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2013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3998" y="285556"/>
            <a:ext cx="9071643" cy="1262155"/>
          </a:xfrm>
        </p:spPr>
        <p:txBody>
          <a:bodyPr/>
          <a:lstStyle/>
          <a:p>
            <a:r>
              <a:rPr lang="en-US" altLang="zh-TW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Algorithm</a:t>
            </a:r>
            <a:endParaRPr lang="zh-TW" altLang="en-US" b="1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3998" y="1769043"/>
            <a:ext cx="9071643" cy="563939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P = “BBAA”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Q = “ABABB”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7</a:t>
            </a:fld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8949753"/>
              </p:ext>
            </p:extLst>
          </p:nvPr>
        </p:nvGraphicFramePr>
        <p:xfrm>
          <a:off x="2909805" y="1665822"/>
          <a:ext cx="6300000" cy="54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900000">
                <a:tc>
                  <a:txBody>
                    <a:bodyPr/>
                    <a:lstStyle/>
                    <a:p>
                      <a:pPr algn="ctr"/>
                      <a:endParaRPr lang="zh-TW" altLang="en-US" sz="3600" b="1" dirty="0"/>
                    </a:p>
                  </a:txBody>
                  <a:tcPr anchor="ctr">
                    <a:lnL w="1270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6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A</a:t>
                      </a:r>
                      <a:endParaRPr lang="zh-TW" altLang="en-US" sz="36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B</a:t>
                      </a:r>
                      <a:endParaRPr lang="zh-TW" altLang="en-US" sz="36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A</a:t>
                      </a:r>
                      <a:endParaRPr lang="zh-TW" altLang="en-US" sz="36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B</a:t>
                      </a:r>
                      <a:endParaRPr lang="zh-TW" altLang="en-US" sz="36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B</a:t>
                      </a:r>
                      <a:endParaRPr lang="zh-TW" altLang="en-US" sz="36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ctr"/>
                      <a:endParaRPr lang="zh-TW" altLang="en-US" sz="3600" b="1" dirty="0"/>
                    </a:p>
                  </a:txBody>
                  <a:tcPr anchor="ctr">
                    <a:lnL w="1270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0</a:t>
                      </a:r>
                      <a:endParaRPr lang="zh-TW" altLang="en-US" sz="36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0</a:t>
                      </a:r>
                      <a:endParaRPr lang="zh-TW" altLang="en-US" sz="36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0</a:t>
                      </a:r>
                      <a:endParaRPr lang="zh-TW" altLang="en-US" sz="36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0</a:t>
                      </a:r>
                      <a:endParaRPr lang="zh-TW" altLang="en-US" sz="36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0</a:t>
                      </a:r>
                      <a:endParaRPr lang="zh-TW" altLang="en-US" sz="36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0</a:t>
                      </a:r>
                      <a:endParaRPr lang="zh-TW" altLang="en-US" sz="36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B</a:t>
                      </a:r>
                      <a:endParaRPr lang="zh-TW" altLang="en-US" sz="3600" b="1" dirty="0"/>
                    </a:p>
                  </a:txBody>
                  <a:tcPr anchor="ctr">
                    <a:lnL w="1270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0</a:t>
                      </a:r>
                      <a:endParaRPr lang="zh-TW" altLang="en-US" sz="36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0</a:t>
                      </a:r>
                      <a:endParaRPr lang="zh-TW" altLang="en-US" sz="36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1</a:t>
                      </a:r>
                      <a:endParaRPr lang="zh-TW" altLang="en-US" sz="36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1</a:t>
                      </a:r>
                      <a:endParaRPr lang="zh-TW" altLang="en-US" sz="36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1</a:t>
                      </a:r>
                      <a:endParaRPr lang="zh-TW" altLang="en-US" sz="36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1</a:t>
                      </a:r>
                      <a:endParaRPr lang="zh-TW" altLang="en-US" sz="36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B</a:t>
                      </a:r>
                      <a:endParaRPr lang="zh-TW" altLang="en-US" sz="3600" b="1" dirty="0"/>
                    </a:p>
                  </a:txBody>
                  <a:tcPr anchor="ctr">
                    <a:lnL w="1270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0</a:t>
                      </a:r>
                      <a:endParaRPr lang="zh-TW" altLang="en-US" sz="36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0</a:t>
                      </a:r>
                      <a:endParaRPr lang="zh-TW" altLang="en-US" sz="36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1</a:t>
                      </a:r>
                      <a:endParaRPr lang="zh-TW" altLang="en-US" sz="36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1</a:t>
                      </a:r>
                      <a:endParaRPr lang="zh-TW" altLang="en-US" sz="36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2</a:t>
                      </a:r>
                      <a:endParaRPr lang="zh-TW" altLang="en-US" sz="36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2</a:t>
                      </a:r>
                      <a:endParaRPr lang="zh-TW" altLang="en-US" sz="36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A</a:t>
                      </a:r>
                      <a:endParaRPr lang="zh-TW" altLang="en-US" sz="3600" b="1" dirty="0"/>
                    </a:p>
                  </a:txBody>
                  <a:tcPr anchor="ctr">
                    <a:lnL w="1270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0</a:t>
                      </a:r>
                      <a:endParaRPr lang="zh-TW" altLang="en-US" sz="36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1</a:t>
                      </a:r>
                      <a:endParaRPr lang="zh-TW" altLang="en-US" sz="36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1</a:t>
                      </a:r>
                      <a:endParaRPr lang="zh-TW" altLang="en-US" sz="36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2</a:t>
                      </a:r>
                      <a:endParaRPr lang="zh-TW" altLang="en-US" sz="36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2</a:t>
                      </a:r>
                      <a:endParaRPr lang="zh-TW" altLang="en-US" sz="36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2</a:t>
                      </a:r>
                      <a:endParaRPr lang="zh-TW" altLang="en-US" sz="36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A</a:t>
                      </a:r>
                      <a:endParaRPr lang="zh-TW" altLang="en-US" sz="3600" b="1" dirty="0"/>
                    </a:p>
                  </a:txBody>
                  <a:tcPr anchor="ctr">
                    <a:lnL w="1270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0</a:t>
                      </a:r>
                      <a:endParaRPr lang="zh-TW" altLang="en-US" sz="36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1</a:t>
                      </a:r>
                      <a:endParaRPr lang="zh-TW" altLang="en-US" sz="36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1</a:t>
                      </a:r>
                      <a:endParaRPr lang="zh-TW" altLang="en-US" sz="36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2</a:t>
                      </a:r>
                      <a:endParaRPr lang="zh-TW" altLang="en-US" sz="36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2</a:t>
                      </a:r>
                      <a:endParaRPr lang="zh-TW" altLang="en-US" sz="36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dirty="0"/>
                        <a:t>2</a:t>
                      </a:r>
                      <a:endParaRPr lang="zh-TW" altLang="en-US" sz="36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8" name="群組 7"/>
          <p:cNvGrpSpPr/>
          <p:nvPr/>
        </p:nvGrpSpPr>
        <p:grpSpPr>
          <a:xfrm>
            <a:off x="4011121" y="2834674"/>
            <a:ext cx="4971930" cy="3983492"/>
            <a:chOff x="4011121" y="2834674"/>
            <a:chExt cx="4971930" cy="3983492"/>
          </a:xfrm>
        </p:grpSpPr>
        <p:cxnSp>
          <p:nvCxnSpPr>
            <p:cNvPr id="7" name="直線單箭頭接點 6"/>
            <p:cNvCxnSpPr/>
            <p:nvPr/>
          </p:nvCxnSpPr>
          <p:spPr>
            <a:xfrm>
              <a:off x="4447797" y="3042745"/>
              <a:ext cx="516422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單箭頭接點 9"/>
            <p:cNvCxnSpPr/>
            <p:nvPr/>
          </p:nvCxnSpPr>
          <p:spPr>
            <a:xfrm>
              <a:off x="4272455" y="3279228"/>
              <a:ext cx="0" cy="331075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單箭頭接點 15"/>
            <p:cNvCxnSpPr/>
            <p:nvPr/>
          </p:nvCxnSpPr>
          <p:spPr>
            <a:xfrm>
              <a:off x="5362442" y="3043187"/>
              <a:ext cx="516422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單箭頭接點 17"/>
            <p:cNvCxnSpPr/>
            <p:nvPr/>
          </p:nvCxnSpPr>
          <p:spPr>
            <a:xfrm>
              <a:off x="6242659" y="3043187"/>
              <a:ext cx="516422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單箭頭接點 18"/>
            <p:cNvCxnSpPr/>
            <p:nvPr/>
          </p:nvCxnSpPr>
          <p:spPr>
            <a:xfrm>
              <a:off x="7177000" y="3043187"/>
              <a:ext cx="516422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單箭頭接點 19"/>
            <p:cNvCxnSpPr/>
            <p:nvPr/>
          </p:nvCxnSpPr>
          <p:spPr>
            <a:xfrm>
              <a:off x="8054368" y="3043187"/>
              <a:ext cx="516422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單箭頭接點 20"/>
            <p:cNvCxnSpPr/>
            <p:nvPr/>
          </p:nvCxnSpPr>
          <p:spPr>
            <a:xfrm>
              <a:off x="4447797" y="3934356"/>
              <a:ext cx="516422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單箭頭接點 21"/>
            <p:cNvCxnSpPr/>
            <p:nvPr/>
          </p:nvCxnSpPr>
          <p:spPr>
            <a:xfrm>
              <a:off x="5362442" y="3934356"/>
              <a:ext cx="516422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單箭頭接點 22"/>
            <p:cNvCxnSpPr/>
            <p:nvPr/>
          </p:nvCxnSpPr>
          <p:spPr>
            <a:xfrm>
              <a:off x="4447797" y="4825525"/>
              <a:ext cx="516422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單箭頭接點 23"/>
            <p:cNvCxnSpPr/>
            <p:nvPr/>
          </p:nvCxnSpPr>
          <p:spPr>
            <a:xfrm>
              <a:off x="5362442" y="4823118"/>
              <a:ext cx="516422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單箭頭接點 24"/>
            <p:cNvCxnSpPr/>
            <p:nvPr/>
          </p:nvCxnSpPr>
          <p:spPr>
            <a:xfrm>
              <a:off x="4447797" y="5714287"/>
              <a:ext cx="516422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單箭頭接點 25"/>
            <p:cNvCxnSpPr/>
            <p:nvPr/>
          </p:nvCxnSpPr>
          <p:spPr>
            <a:xfrm>
              <a:off x="5362442" y="5720426"/>
              <a:ext cx="516422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單箭頭接點 26"/>
            <p:cNvCxnSpPr/>
            <p:nvPr/>
          </p:nvCxnSpPr>
          <p:spPr>
            <a:xfrm>
              <a:off x="4447797" y="6611595"/>
              <a:ext cx="516422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單箭頭接點 27"/>
            <p:cNvCxnSpPr/>
            <p:nvPr/>
          </p:nvCxnSpPr>
          <p:spPr>
            <a:xfrm>
              <a:off x="5362442" y="6601072"/>
              <a:ext cx="516422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單箭頭接點 28"/>
            <p:cNvCxnSpPr/>
            <p:nvPr/>
          </p:nvCxnSpPr>
          <p:spPr>
            <a:xfrm>
              <a:off x="6242659" y="3934356"/>
              <a:ext cx="516422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單箭頭接點 29"/>
            <p:cNvCxnSpPr/>
            <p:nvPr/>
          </p:nvCxnSpPr>
          <p:spPr>
            <a:xfrm>
              <a:off x="6242659" y="4823118"/>
              <a:ext cx="516422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單箭頭接點 30"/>
            <p:cNvCxnSpPr/>
            <p:nvPr/>
          </p:nvCxnSpPr>
          <p:spPr>
            <a:xfrm>
              <a:off x="6242659" y="5720426"/>
              <a:ext cx="516422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單箭頭接點 31"/>
            <p:cNvCxnSpPr/>
            <p:nvPr/>
          </p:nvCxnSpPr>
          <p:spPr>
            <a:xfrm>
              <a:off x="6242659" y="6601072"/>
              <a:ext cx="516422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單箭頭接點 32"/>
            <p:cNvCxnSpPr/>
            <p:nvPr/>
          </p:nvCxnSpPr>
          <p:spPr>
            <a:xfrm>
              <a:off x="7177000" y="3934356"/>
              <a:ext cx="516422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單箭頭接點 33"/>
            <p:cNvCxnSpPr/>
            <p:nvPr/>
          </p:nvCxnSpPr>
          <p:spPr>
            <a:xfrm>
              <a:off x="7177000" y="4823118"/>
              <a:ext cx="516422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單箭頭接點 34"/>
            <p:cNvCxnSpPr/>
            <p:nvPr/>
          </p:nvCxnSpPr>
          <p:spPr>
            <a:xfrm>
              <a:off x="7177000" y="5720426"/>
              <a:ext cx="516422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單箭頭接點 35"/>
            <p:cNvCxnSpPr/>
            <p:nvPr/>
          </p:nvCxnSpPr>
          <p:spPr>
            <a:xfrm>
              <a:off x="7177000" y="6601072"/>
              <a:ext cx="516422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單箭頭接點 36"/>
            <p:cNvCxnSpPr/>
            <p:nvPr/>
          </p:nvCxnSpPr>
          <p:spPr>
            <a:xfrm>
              <a:off x="8054368" y="3934356"/>
              <a:ext cx="516422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單箭頭接點 37"/>
            <p:cNvCxnSpPr/>
            <p:nvPr/>
          </p:nvCxnSpPr>
          <p:spPr>
            <a:xfrm>
              <a:off x="8054368" y="4823118"/>
              <a:ext cx="516422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單箭頭接點 38"/>
            <p:cNvCxnSpPr/>
            <p:nvPr/>
          </p:nvCxnSpPr>
          <p:spPr>
            <a:xfrm>
              <a:off x="8054368" y="5720426"/>
              <a:ext cx="516422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單箭頭接點 39"/>
            <p:cNvCxnSpPr/>
            <p:nvPr/>
          </p:nvCxnSpPr>
          <p:spPr>
            <a:xfrm>
              <a:off x="8054368" y="6601072"/>
              <a:ext cx="516422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單箭頭接點 40"/>
            <p:cNvCxnSpPr/>
            <p:nvPr/>
          </p:nvCxnSpPr>
          <p:spPr>
            <a:xfrm>
              <a:off x="5154958" y="3279228"/>
              <a:ext cx="0" cy="331075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單箭頭接點 41"/>
            <p:cNvCxnSpPr/>
            <p:nvPr/>
          </p:nvCxnSpPr>
          <p:spPr>
            <a:xfrm>
              <a:off x="6037460" y="3279228"/>
              <a:ext cx="0" cy="331075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單箭頭接點 42"/>
            <p:cNvCxnSpPr/>
            <p:nvPr/>
          </p:nvCxnSpPr>
          <p:spPr>
            <a:xfrm>
              <a:off x="6951860" y="3279228"/>
              <a:ext cx="0" cy="331075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單箭頭接點 43"/>
            <p:cNvCxnSpPr/>
            <p:nvPr/>
          </p:nvCxnSpPr>
          <p:spPr>
            <a:xfrm>
              <a:off x="7855628" y="3279228"/>
              <a:ext cx="0" cy="331075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單箭頭接點 44"/>
            <p:cNvCxnSpPr/>
            <p:nvPr/>
          </p:nvCxnSpPr>
          <p:spPr>
            <a:xfrm>
              <a:off x="8748763" y="3279228"/>
              <a:ext cx="0" cy="331075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線單箭頭接點 45"/>
            <p:cNvCxnSpPr/>
            <p:nvPr/>
          </p:nvCxnSpPr>
          <p:spPr>
            <a:xfrm>
              <a:off x="4272455" y="4204261"/>
              <a:ext cx="0" cy="331075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線單箭頭接點 46"/>
            <p:cNvCxnSpPr/>
            <p:nvPr/>
          </p:nvCxnSpPr>
          <p:spPr>
            <a:xfrm>
              <a:off x="5154958" y="4204261"/>
              <a:ext cx="0" cy="331075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線單箭頭接點 47"/>
            <p:cNvCxnSpPr/>
            <p:nvPr/>
          </p:nvCxnSpPr>
          <p:spPr>
            <a:xfrm>
              <a:off x="6037460" y="4204261"/>
              <a:ext cx="0" cy="331075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單箭頭接點 48"/>
            <p:cNvCxnSpPr/>
            <p:nvPr/>
          </p:nvCxnSpPr>
          <p:spPr>
            <a:xfrm>
              <a:off x="6951860" y="4204261"/>
              <a:ext cx="0" cy="331075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單箭頭接點 49"/>
            <p:cNvCxnSpPr/>
            <p:nvPr/>
          </p:nvCxnSpPr>
          <p:spPr>
            <a:xfrm>
              <a:off x="7855628" y="4204261"/>
              <a:ext cx="0" cy="331075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單箭頭接點 50"/>
            <p:cNvCxnSpPr/>
            <p:nvPr/>
          </p:nvCxnSpPr>
          <p:spPr>
            <a:xfrm>
              <a:off x="8748763" y="4204261"/>
              <a:ext cx="0" cy="331075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線單箭頭接點 51"/>
            <p:cNvCxnSpPr/>
            <p:nvPr/>
          </p:nvCxnSpPr>
          <p:spPr>
            <a:xfrm>
              <a:off x="4272455" y="5097396"/>
              <a:ext cx="0" cy="331075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線單箭頭接點 52"/>
            <p:cNvCxnSpPr/>
            <p:nvPr/>
          </p:nvCxnSpPr>
          <p:spPr>
            <a:xfrm>
              <a:off x="5154958" y="5097396"/>
              <a:ext cx="0" cy="331075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單箭頭接點 53"/>
            <p:cNvCxnSpPr/>
            <p:nvPr/>
          </p:nvCxnSpPr>
          <p:spPr>
            <a:xfrm>
              <a:off x="6037460" y="5097396"/>
              <a:ext cx="0" cy="331075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線單箭頭接點 54"/>
            <p:cNvCxnSpPr/>
            <p:nvPr/>
          </p:nvCxnSpPr>
          <p:spPr>
            <a:xfrm>
              <a:off x="6951860" y="5097396"/>
              <a:ext cx="0" cy="331075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線單箭頭接點 55"/>
            <p:cNvCxnSpPr/>
            <p:nvPr/>
          </p:nvCxnSpPr>
          <p:spPr>
            <a:xfrm>
              <a:off x="7855628" y="5097396"/>
              <a:ext cx="0" cy="331075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線單箭頭接點 56"/>
            <p:cNvCxnSpPr/>
            <p:nvPr/>
          </p:nvCxnSpPr>
          <p:spPr>
            <a:xfrm>
              <a:off x="8748763" y="5097396"/>
              <a:ext cx="0" cy="331075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線單箭頭接點 57"/>
            <p:cNvCxnSpPr/>
            <p:nvPr/>
          </p:nvCxnSpPr>
          <p:spPr>
            <a:xfrm>
              <a:off x="4272455" y="6011796"/>
              <a:ext cx="0" cy="331075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線單箭頭接點 58"/>
            <p:cNvCxnSpPr/>
            <p:nvPr/>
          </p:nvCxnSpPr>
          <p:spPr>
            <a:xfrm>
              <a:off x="5154958" y="6011796"/>
              <a:ext cx="0" cy="331075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線單箭頭接點 59"/>
            <p:cNvCxnSpPr/>
            <p:nvPr/>
          </p:nvCxnSpPr>
          <p:spPr>
            <a:xfrm>
              <a:off x="6037460" y="6011796"/>
              <a:ext cx="0" cy="331075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線單箭頭接點 60"/>
            <p:cNvCxnSpPr/>
            <p:nvPr/>
          </p:nvCxnSpPr>
          <p:spPr>
            <a:xfrm>
              <a:off x="6951860" y="6011796"/>
              <a:ext cx="0" cy="331075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線單箭頭接點 61"/>
            <p:cNvCxnSpPr/>
            <p:nvPr/>
          </p:nvCxnSpPr>
          <p:spPr>
            <a:xfrm>
              <a:off x="7855628" y="6011796"/>
              <a:ext cx="0" cy="331075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線單箭頭接點 62"/>
            <p:cNvCxnSpPr/>
            <p:nvPr/>
          </p:nvCxnSpPr>
          <p:spPr>
            <a:xfrm>
              <a:off x="8748763" y="6011796"/>
              <a:ext cx="0" cy="331075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線單箭頭接點 63"/>
            <p:cNvCxnSpPr/>
            <p:nvPr/>
          </p:nvCxnSpPr>
          <p:spPr>
            <a:xfrm>
              <a:off x="5362441" y="3279228"/>
              <a:ext cx="514711" cy="344213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線單箭頭接點 66"/>
            <p:cNvCxnSpPr/>
            <p:nvPr/>
          </p:nvCxnSpPr>
          <p:spPr>
            <a:xfrm>
              <a:off x="7178710" y="3278860"/>
              <a:ext cx="514711" cy="344213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線單箭頭接點 69"/>
            <p:cNvCxnSpPr/>
            <p:nvPr/>
          </p:nvCxnSpPr>
          <p:spPr>
            <a:xfrm>
              <a:off x="8047642" y="3317143"/>
              <a:ext cx="514711" cy="344213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線單箭頭接點 70"/>
            <p:cNvCxnSpPr/>
            <p:nvPr/>
          </p:nvCxnSpPr>
          <p:spPr>
            <a:xfrm>
              <a:off x="5362441" y="4204261"/>
              <a:ext cx="514711" cy="344213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線單箭頭接點 71"/>
            <p:cNvCxnSpPr/>
            <p:nvPr/>
          </p:nvCxnSpPr>
          <p:spPr>
            <a:xfrm>
              <a:off x="7178710" y="4203893"/>
              <a:ext cx="514711" cy="344213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線單箭頭接點 72"/>
            <p:cNvCxnSpPr/>
            <p:nvPr/>
          </p:nvCxnSpPr>
          <p:spPr>
            <a:xfrm>
              <a:off x="8047642" y="4242176"/>
              <a:ext cx="514711" cy="344213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線單箭頭接點 73"/>
            <p:cNvCxnSpPr/>
            <p:nvPr/>
          </p:nvCxnSpPr>
          <p:spPr>
            <a:xfrm>
              <a:off x="4449508" y="5084258"/>
              <a:ext cx="514711" cy="344213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線單箭頭接點 74"/>
            <p:cNvCxnSpPr/>
            <p:nvPr/>
          </p:nvCxnSpPr>
          <p:spPr>
            <a:xfrm>
              <a:off x="6244370" y="5084258"/>
              <a:ext cx="514711" cy="344213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線單箭頭接點 75"/>
            <p:cNvCxnSpPr/>
            <p:nvPr/>
          </p:nvCxnSpPr>
          <p:spPr>
            <a:xfrm>
              <a:off x="4447797" y="6011796"/>
              <a:ext cx="514711" cy="344213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線單箭頭接點 76"/>
            <p:cNvCxnSpPr/>
            <p:nvPr/>
          </p:nvCxnSpPr>
          <p:spPr>
            <a:xfrm>
              <a:off x="6242659" y="6011796"/>
              <a:ext cx="514711" cy="344213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橢圓 5"/>
            <p:cNvSpPr/>
            <p:nvPr/>
          </p:nvSpPr>
          <p:spPr>
            <a:xfrm>
              <a:off x="4011121" y="2854107"/>
              <a:ext cx="468576" cy="4131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9" name="橢圓 68"/>
            <p:cNvSpPr/>
            <p:nvPr/>
          </p:nvSpPr>
          <p:spPr>
            <a:xfrm>
              <a:off x="4920670" y="2836615"/>
              <a:ext cx="468576" cy="4131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橢圓 77"/>
            <p:cNvSpPr/>
            <p:nvPr/>
          </p:nvSpPr>
          <p:spPr>
            <a:xfrm>
              <a:off x="5803172" y="2836173"/>
              <a:ext cx="468576" cy="4131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9" name="橢圓 78"/>
            <p:cNvSpPr/>
            <p:nvPr/>
          </p:nvSpPr>
          <p:spPr>
            <a:xfrm>
              <a:off x="6717572" y="2834674"/>
              <a:ext cx="468576" cy="4131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0" name="橢圓 79"/>
            <p:cNvSpPr/>
            <p:nvPr/>
          </p:nvSpPr>
          <p:spPr>
            <a:xfrm>
              <a:off x="7649059" y="2854107"/>
              <a:ext cx="468576" cy="4131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1" name="橢圓 80"/>
            <p:cNvSpPr/>
            <p:nvPr/>
          </p:nvSpPr>
          <p:spPr>
            <a:xfrm>
              <a:off x="8514475" y="2854107"/>
              <a:ext cx="468576" cy="4131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2" name="橢圓 81"/>
            <p:cNvSpPr/>
            <p:nvPr/>
          </p:nvSpPr>
          <p:spPr>
            <a:xfrm>
              <a:off x="4011121" y="3727784"/>
              <a:ext cx="468576" cy="4131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3" name="橢圓 82"/>
            <p:cNvSpPr/>
            <p:nvPr/>
          </p:nvSpPr>
          <p:spPr>
            <a:xfrm>
              <a:off x="4920670" y="3710292"/>
              <a:ext cx="468576" cy="4131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4" name="橢圓 83"/>
            <p:cNvSpPr/>
            <p:nvPr/>
          </p:nvSpPr>
          <p:spPr>
            <a:xfrm>
              <a:off x="5803172" y="3709850"/>
              <a:ext cx="468576" cy="4131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5" name="橢圓 84"/>
            <p:cNvSpPr/>
            <p:nvPr/>
          </p:nvSpPr>
          <p:spPr>
            <a:xfrm>
              <a:off x="6717572" y="3708351"/>
              <a:ext cx="468576" cy="4131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6" name="橢圓 85"/>
            <p:cNvSpPr/>
            <p:nvPr/>
          </p:nvSpPr>
          <p:spPr>
            <a:xfrm>
              <a:off x="7649059" y="3727784"/>
              <a:ext cx="468576" cy="4131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7" name="橢圓 86"/>
            <p:cNvSpPr/>
            <p:nvPr/>
          </p:nvSpPr>
          <p:spPr>
            <a:xfrm>
              <a:off x="8514475" y="3727784"/>
              <a:ext cx="468576" cy="4131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8" name="橢圓 87"/>
            <p:cNvSpPr/>
            <p:nvPr/>
          </p:nvSpPr>
          <p:spPr>
            <a:xfrm>
              <a:off x="4011121" y="4618953"/>
              <a:ext cx="468576" cy="4131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9" name="橢圓 88"/>
            <p:cNvSpPr/>
            <p:nvPr/>
          </p:nvSpPr>
          <p:spPr>
            <a:xfrm>
              <a:off x="4920670" y="4601461"/>
              <a:ext cx="468576" cy="4131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0" name="橢圓 89"/>
            <p:cNvSpPr/>
            <p:nvPr/>
          </p:nvSpPr>
          <p:spPr>
            <a:xfrm>
              <a:off x="5803172" y="4601019"/>
              <a:ext cx="468576" cy="4131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1" name="橢圓 90"/>
            <p:cNvSpPr/>
            <p:nvPr/>
          </p:nvSpPr>
          <p:spPr>
            <a:xfrm>
              <a:off x="6717572" y="4599520"/>
              <a:ext cx="468576" cy="4131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2" name="橢圓 91"/>
            <p:cNvSpPr/>
            <p:nvPr/>
          </p:nvSpPr>
          <p:spPr>
            <a:xfrm>
              <a:off x="7649059" y="4618953"/>
              <a:ext cx="468576" cy="4131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3" name="橢圓 92"/>
            <p:cNvSpPr/>
            <p:nvPr/>
          </p:nvSpPr>
          <p:spPr>
            <a:xfrm>
              <a:off x="8514475" y="4618953"/>
              <a:ext cx="468576" cy="4131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4" name="橢圓 93"/>
            <p:cNvSpPr/>
            <p:nvPr/>
          </p:nvSpPr>
          <p:spPr>
            <a:xfrm>
              <a:off x="4011121" y="5513854"/>
              <a:ext cx="468576" cy="4131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5" name="橢圓 94"/>
            <p:cNvSpPr/>
            <p:nvPr/>
          </p:nvSpPr>
          <p:spPr>
            <a:xfrm>
              <a:off x="4920670" y="5496362"/>
              <a:ext cx="468576" cy="4131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6" name="橢圓 95"/>
            <p:cNvSpPr/>
            <p:nvPr/>
          </p:nvSpPr>
          <p:spPr>
            <a:xfrm>
              <a:off x="5803172" y="5495920"/>
              <a:ext cx="468576" cy="4131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7" name="橢圓 96"/>
            <p:cNvSpPr/>
            <p:nvPr/>
          </p:nvSpPr>
          <p:spPr>
            <a:xfrm>
              <a:off x="6717572" y="5494421"/>
              <a:ext cx="468576" cy="4131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8" name="橢圓 97"/>
            <p:cNvSpPr/>
            <p:nvPr/>
          </p:nvSpPr>
          <p:spPr>
            <a:xfrm>
              <a:off x="7649059" y="5513854"/>
              <a:ext cx="468576" cy="4131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9" name="橢圓 98"/>
            <p:cNvSpPr/>
            <p:nvPr/>
          </p:nvSpPr>
          <p:spPr>
            <a:xfrm>
              <a:off x="8514475" y="5513854"/>
              <a:ext cx="468576" cy="4131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0" name="橢圓 99"/>
            <p:cNvSpPr/>
            <p:nvPr/>
          </p:nvSpPr>
          <p:spPr>
            <a:xfrm>
              <a:off x="4011121" y="6405023"/>
              <a:ext cx="468576" cy="4131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1" name="橢圓 100"/>
            <p:cNvSpPr/>
            <p:nvPr/>
          </p:nvSpPr>
          <p:spPr>
            <a:xfrm>
              <a:off x="4920670" y="6387531"/>
              <a:ext cx="468576" cy="4131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2" name="橢圓 101"/>
            <p:cNvSpPr/>
            <p:nvPr/>
          </p:nvSpPr>
          <p:spPr>
            <a:xfrm>
              <a:off x="5803172" y="6387089"/>
              <a:ext cx="468576" cy="4131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3" name="橢圓 102"/>
            <p:cNvSpPr/>
            <p:nvPr/>
          </p:nvSpPr>
          <p:spPr>
            <a:xfrm>
              <a:off x="6717572" y="6385590"/>
              <a:ext cx="468576" cy="4131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4" name="橢圓 103"/>
            <p:cNvSpPr/>
            <p:nvPr/>
          </p:nvSpPr>
          <p:spPr>
            <a:xfrm>
              <a:off x="7649059" y="6405023"/>
              <a:ext cx="468576" cy="4131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5" name="橢圓 104"/>
            <p:cNvSpPr/>
            <p:nvPr/>
          </p:nvSpPr>
          <p:spPr>
            <a:xfrm>
              <a:off x="8514475" y="6405023"/>
              <a:ext cx="468576" cy="4131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pic>
        <p:nvPicPr>
          <p:cNvPr id="1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8791" y="2810245"/>
            <a:ext cx="5376741" cy="42684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6105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3998" y="285556"/>
            <a:ext cx="9071643" cy="1262155"/>
          </a:xfrm>
        </p:spPr>
        <p:txBody>
          <a:bodyPr/>
          <a:lstStyle/>
          <a:p>
            <a:r>
              <a:rPr lang="en-US" altLang="zh-TW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Algorithm</a:t>
            </a:r>
            <a:endParaRPr lang="zh-TW" altLang="en-US" b="1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graphicFrame>
        <p:nvGraphicFramePr>
          <p:cNvPr id="11" name="內容版面配置區 10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7343090"/>
              </p:ext>
            </p:extLst>
          </p:nvPr>
        </p:nvGraphicFramePr>
        <p:xfrm>
          <a:off x="6952593" y="1986455"/>
          <a:ext cx="208280" cy="425669"/>
        </p:xfrm>
        <a:graphic>
          <a:graphicData uri="http://schemas.openxmlformats.org/drawingml/2006/table">
            <a:tbl>
              <a:tblPr/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5669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投影片編號版面配置區 3"/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8</a:t>
            </a:fld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6050390"/>
              </p:ext>
            </p:extLst>
          </p:nvPr>
        </p:nvGraphicFramePr>
        <p:xfrm>
          <a:off x="2767915" y="1271683"/>
          <a:ext cx="4284000" cy="61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0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0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0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0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0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0</a:t>
                      </a:r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0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0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1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1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1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1</a:t>
                      </a:r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0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0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1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1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2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2</a:t>
                      </a:r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0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1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1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2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2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2</a:t>
                      </a:r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0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1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1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2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2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2</a:t>
                      </a:r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0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1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2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2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3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3</a:t>
                      </a:r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0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1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2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2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3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4</a:t>
                      </a:r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0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1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2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3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3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4</a:t>
                      </a:r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0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1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2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3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3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4</a:t>
                      </a:r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0547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3998" y="285556"/>
            <a:ext cx="9071643" cy="1262155"/>
          </a:xfrm>
        </p:spPr>
        <p:txBody>
          <a:bodyPr/>
          <a:lstStyle/>
          <a:p>
            <a:r>
              <a:rPr lang="en-US" altLang="zh-TW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Algorithm</a:t>
            </a:r>
            <a:endParaRPr lang="zh-TW" altLang="en-US" b="1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graphicFrame>
        <p:nvGraphicFramePr>
          <p:cNvPr id="11" name="內容版面配置區 10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763212"/>
              </p:ext>
            </p:extLst>
          </p:nvPr>
        </p:nvGraphicFramePr>
        <p:xfrm>
          <a:off x="8754091" y="1986455"/>
          <a:ext cx="208280" cy="425669"/>
        </p:xfrm>
        <a:graphic>
          <a:graphicData uri="http://schemas.openxmlformats.org/drawingml/2006/table">
            <a:tbl>
              <a:tblPr/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5669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投影片編號版面配置區 3"/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9</a:t>
            </a:fld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6136407"/>
              </p:ext>
            </p:extLst>
          </p:nvPr>
        </p:nvGraphicFramePr>
        <p:xfrm>
          <a:off x="4569413" y="1271683"/>
          <a:ext cx="4284000" cy="612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0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1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1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1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1</a:t>
                      </a:r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0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1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1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2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2</a:t>
                      </a:r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1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1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2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2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2</a:t>
                      </a:r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1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1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2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2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2</a:t>
                      </a:r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1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2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2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3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3</a:t>
                      </a:r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1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2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2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3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4</a:t>
                      </a:r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1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2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3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3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4</a:t>
                      </a:r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1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2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3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3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4</a:t>
                      </a:r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橢圓 2"/>
          <p:cNvSpPr/>
          <p:nvPr/>
        </p:nvSpPr>
        <p:spPr>
          <a:xfrm>
            <a:off x="5320875" y="2028251"/>
            <a:ext cx="340242" cy="3420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/>
          <p:cNvSpPr/>
          <p:nvPr/>
        </p:nvSpPr>
        <p:spPr>
          <a:xfrm>
            <a:off x="5320875" y="2643070"/>
            <a:ext cx="340242" cy="3420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5320875" y="3257889"/>
            <a:ext cx="340242" cy="3420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5320875" y="3875360"/>
            <a:ext cx="340242" cy="3420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5320875" y="4492831"/>
            <a:ext cx="340242" cy="3420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5320875" y="5110302"/>
            <a:ext cx="340242" cy="3420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>
            <a:off x="5320875" y="5727773"/>
            <a:ext cx="340242" cy="3420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5320875" y="6345244"/>
            <a:ext cx="340242" cy="3420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5320875" y="6962715"/>
            <a:ext cx="340242" cy="3420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5929312" y="2028251"/>
            <a:ext cx="340242" cy="3420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/>
          <p:cNvSpPr/>
          <p:nvPr/>
        </p:nvSpPr>
        <p:spPr>
          <a:xfrm>
            <a:off x="5929312" y="2643070"/>
            <a:ext cx="340242" cy="3420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橢圓 17"/>
          <p:cNvSpPr/>
          <p:nvPr/>
        </p:nvSpPr>
        <p:spPr>
          <a:xfrm>
            <a:off x="5929312" y="3257889"/>
            <a:ext cx="340242" cy="3420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橢圓 18"/>
          <p:cNvSpPr/>
          <p:nvPr/>
        </p:nvSpPr>
        <p:spPr>
          <a:xfrm>
            <a:off x="5929312" y="3875360"/>
            <a:ext cx="340242" cy="3420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橢圓 19"/>
          <p:cNvSpPr/>
          <p:nvPr/>
        </p:nvSpPr>
        <p:spPr>
          <a:xfrm>
            <a:off x="5929312" y="4492831"/>
            <a:ext cx="340242" cy="3420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橢圓 20"/>
          <p:cNvSpPr/>
          <p:nvPr/>
        </p:nvSpPr>
        <p:spPr>
          <a:xfrm>
            <a:off x="5929312" y="5110302"/>
            <a:ext cx="340242" cy="3420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橢圓 21"/>
          <p:cNvSpPr/>
          <p:nvPr/>
        </p:nvSpPr>
        <p:spPr>
          <a:xfrm>
            <a:off x="5929312" y="5727773"/>
            <a:ext cx="340242" cy="3420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橢圓 22"/>
          <p:cNvSpPr/>
          <p:nvPr/>
        </p:nvSpPr>
        <p:spPr>
          <a:xfrm>
            <a:off x="5929312" y="6345244"/>
            <a:ext cx="340242" cy="3420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橢圓 23"/>
          <p:cNvSpPr/>
          <p:nvPr/>
        </p:nvSpPr>
        <p:spPr>
          <a:xfrm>
            <a:off x="5929312" y="6962715"/>
            <a:ext cx="340242" cy="3420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橢圓 60"/>
          <p:cNvSpPr/>
          <p:nvPr/>
        </p:nvSpPr>
        <p:spPr>
          <a:xfrm>
            <a:off x="6537749" y="2028251"/>
            <a:ext cx="340242" cy="3420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橢圓 61"/>
          <p:cNvSpPr/>
          <p:nvPr/>
        </p:nvSpPr>
        <p:spPr>
          <a:xfrm>
            <a:off x="6537749" y="2643070"/>
            <a:ext cx="340242" cy="3420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橢圓 62"/>
          <p:cNvSpPr/>
          <p:nvPr/>
        </p:nvSpPr>
        <p:spPr>
          <a:xfrm>
            <a:off x="6537749" y="3257889"/>
            <a:ext cx="340242" cy="3420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橢圓 63"/>
          <p:cNvSpPr/>
          <p:nvPr/>
        </p:nvSpPr>
        <p:spPr>
          <a:xfrm>
            <a:off x="6537749" y="3875360"/>
            <a:ext cx="340242" cy="3420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橢圓 64"/>
          <p:cNvSpPr/>
          <p:nvPr/>
        </p:nvSpPr>
        <p:spPr>
          <a:xfrm>
            <a:off x="6537749" y="4492831"/>
            <a:ext cx="340242" cy="3420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6" name="橢圓 65"/>
          <p:cNvSpPr/>
          <p:nvPr/>
        </p:nvSpPr>
        <p:spPr>
          <a:xfrm>
            <a:off x="6537749" y="5110302"/>
            <a:ext cx="340242" cy="3420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橢圓 66"/>
          <p:cNvSpPr/>
          <p:nvPr/>
        </p:nvSpPr>
        <p:spPr>
          <a:xfrm>
            <a:off x="6537749" y="5727773"/>
            <a:ext cx="340242" cy="3420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8" name="橢圓 67"/>
          <p:cNvSpPr/>
          <p:nvPr/>
        </p:nvSpPr>
        <p:spPr>
          <a:xfrm>
            <a:off x="6537749" y="6345244"/>
            <a:ext cx="340242" cy="3420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9" name="橢圓 68"/>
          <p:cNvSpPr/>
          <p:nvPr/>
        </p:nvSpPr>
        <p:spPr>
          <a:xfrm>
            <a:off x="6537749" y="6962715"/>
            <a:ext cx="340242" cy="3420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0" name="橢圓 69"/>
          <p:cNvSpPr/>
          <p:nvPr/>
        </p:nvSpPr>
        <p:spPr>
          <a:xfrm>
            <a:off x="7146186" y="2028251"/>
            <a:ext cx="340242" cy="3420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1" name="橢圓 70"/>
          <p:cNvSpPr/>
          <p:nvPr/>
        </p:nvSpPr>
        <p:spPr>
          <a:xfrm>
            <a:off x="7146186" y="2643070"/>
            <a:ext cx="340242" cy="3420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2" name="橢圓 71"/>
          <p:cNvSpPr/>
          <p:nvPr/>
        </p:nvSpPr>
        <p:spPr>
          <a:xfrm>
            <a:off x="7146186" y="3257889"/>
            <a:ext cx="340242" cy="3420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3" name="橢圓 72"/>
          <p:cNvSpPr/>
          <p:nvPr/>
        </p:nvSpPr>
        <p:spPr>
          <a:xfrm>
            <a:off x="7146186" y="3875360"/>
            <a:ext cx="340242" cy="3420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4" name="橢圓 73"/>
          <p:cNvSpPr/>
          <p:nvPr/>
        </p:nvSpPr>
        <p:spPr>
          <a:xfrm>
            <a:off x="7146186" y="4492831"/>
            <a:ext cx="340242" cy="3420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5" name="橢圓 74"/>
          <p:cNvSpPr/>
          <p:nvPr/>
        </p:nvSpPr>
        <p:spPr>
          <a:xfrm>
            <a:off x="7146186" y="5110302"/>
            <a:ext cx="340242" cy="3420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6" name="橢圓 75"/>
          <p:cNvSpPr/>
          <p:nvPr/>
        </p:nvSpPr>
        <p:spPr>
          <a:xfrm>
            <a:off x="7146186" y="5727773"/>
            <a:ext cx="340242" cy="3420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7" name="橢圓 76"/>
          <p:cNvSpPr/>
          <p:nvPr/>
        </p:nvSpPr>
        <p:spPr>
          <a:xfrm>
            <a:off x="7146186" y="6345244"/>
            <a:ext cx="340242" cy="3420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8" name="橢圓 77"/>
          <p:cNvSpPr/>
          <p:nvPr/>
        </p:nvSpPr>
        <p:spPr>
          <a:xfrm>
            <a:off x="7146186" y="6962715"/>
            <a:ext cx="340242" cy="3420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9" name="橢圓 78"/>
          <p:cNvSpPr/>
          <p:nvPr/>
        </p:nvSpPr>
        <p:spPr>
          <a:xfrm>
            <a:off x="7754623" y="2028251"/>
            <a:ext cx="340242" cy="3420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0" name="橢圓 79"/>
          <p:cNvSpPr/>
          <p:nvPr/>
        </p:nvSpPr>
        <p:spPr>
          <a:xfrm>
            <a:off x="7754623" y="2643070"/>
            <a:ext cx="340242" cy="3420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1" name="橢圓 80"/>
          <p:cNvSpPr/>
          <p:nvPr/>
        </p:nvSpPr>
        <p:spPr>
          <a:xfrm>
            <a:off x="7754623" y="3257889"/>
            <a:ext cx="340242" cy="3420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2" name="橢圓 81"/>
          <p:cNvSpPr/>
          <p:nvPr/>
        </p:nvSpPr>
        <p:spPr>
          <a:xfrm>
            <a:off x="7754623" y="3875360"/>
            <a:ext cx="340242" cy="3420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3" name="橢圓 82"/>
          <p:cNvSpPr/>
          <p:nvPr/>
        </p:nvSpPr>
        <p:spPr>
          <a:xfrm>
            <a:off x="7754623" y="4492831"/>
            <a:ext cx="340242" cy="3420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4" name="橢圓 83"/>
          <p:cNvSpPr/>
          <p:nvPr/>
        </p:nvSpPr>
        <p:spPr>
          <a:xfrm>
            <a:off x="7754623" y="5110302"/>
            <a:ext cx="340242" cy="3420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5" name="橢圓 84"/>
          <p:cNvSpPr/>
          <p:nvPr/>
        </p:nvSpPr>
        <p:spPr>
          <a:xfrm>
            <a:off x="7754623" y="5727773"/>
            <a:ext cx="340242" cy="3420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6" name="橢圓 85"/>
          <p:cNvSpPr/>
          <p:nvPr/>
        </p:nvSpPr>
        <p:spPr>
          <a:xfrm>
            <a:off x="7754623" y="6345244"/>
            <a:ext cx="340242" cy="3420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7" name="橢圓 86"/>
          <p:cNvSpPr/>
          <p:nvPr/>
        </p:nvSpPr>
        <p:spPr>
          <a:xfrm>
            <a:off x="7754623" y="6962715"/>
            <a:ext cx="340242" cy="3420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8" name="橢圓 87"/>
          <p:cNvSpPr/>
          <p:nvPr/>
        </p:nvSpPr>
        <p:spPr>
          <a:xfrm>
            <a:off x="8363350" y="2028251"/>
            <a:ext cx="340242" cy="3420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9" name="橢圓 88"/>
          <p:cNvSpPr/>
          <p:nvPr/>
        </p:nvSpPr>
        <p:spPr>
          <a:xfrm>
            <a:off x="8363350" y="2643070"/>
            <a:ext cx="340242" cy="3420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0" name="橢圓 89"/>
          <p:cNvSpPr/>
          <p:nvPr/>
        </p:nvSpPr>
        <p:spPr>
          <a:xfrm>
            <a:off x="8363350" y="3257889"/>
            <a:ext cx="340242" cy="3420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1" name="橢圓 90"/>
          <p:cNvSpPr/>
          <p:nvPr/>
        </p:nvSpPr>
        <p:spPr>
          <a:xfrm>
            <a:off x="8363350" y="3875360"/>
            <a:ext cx="340242" cy="3420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橢圓 91"/>
          <p:cNvSpPr/>
          <p:nvPr/>
        </p:nvSpPr>
        <p:spPr>
          <a:xfrm>
            <a:off x="8363350" y="4492831"/>
            <a:ext cx="340242" cy="3420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3" name="橢圓 92"/>
          <p:cNvSpPr/>
          <p:nvPr/>
        </p:nvSpPr>
        <p:spPr>
          <a:xfrm>
            <a:off x="8363350" y="5110302"/>
            <a:ext cx="340242" cy="3420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4" name="橢圓 93"/>
          <p:cNvSpPr/>
          <p:nvPr/>
        </p:nvSpPr>
        <p:spPr>
          <a:xfrm>
            <a:off x="8363350" y="5727773"/>
            <a:ext cx="340242" cy="3420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5" name="橢圓 94"/>
          <p:cNvSpPr/>
          <p:nvPr/>
        </p:nvSpPr>
        <p:spPr>
          <a:xfrm>
            <a:off x="8363350" y="6345244"/>
            <a:ext cx="340242" cy="3420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6" name="橢圓 95"/>
          <p:cNvSpPr/>
          <p:nvPr/>
        </p:nvSpPr>
        <p:spPr>
          <a:xfrm>
            <a:off x="8363350" y="6962715"/>
            <a:ext cx="340242" cy="3420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7" name="直線單箭頭接點 96"/>
          <p:cNvCxnSpPr>
            <a:stCxn id="3" idx="6"/>
            <a:endCxn id="16" idx="2"/>
          </p:cNvCxnSpPr>
          <p:nvPr/>
        </p:nvCxnSpPr>
        <p:spPr>
          <a:xfrm>
            <a:off x="5661117" y="2199289"/>
            <a:ext cx="2681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單箭頭接點 98"/>
          <p:cNvCxnSpPr/>
          <p:nvPr/>
        </p:nvCxnSpPr>
        <p:spPr>
          <a:xfrm>
            <a:off x="6269554" y="2204606"/>
            <a:ext cx="2681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線單箭頭接點 99"/>
          <p:cNvCxnSpPr/>
          <p:nvPr/>
        </p:nvCxnSpPr>
        <p:spPr>
          <a:xfrm>
            <a:off x="6877991" y="2199289"/>
            <a:ext cx="2681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單箭頭接點 100"/>
          <p:cNvCxnSpPr/>
          <p:nvPr/>
        </p:nvCxnSpPr>
        <p:spPr>
          <a:xfrm>
            <a:off x="7486428" y="2199289"/>
            <a:ext cx="2681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線單箭頭接點 101"/>
          <p:cNvCxnSpPr/>
          <p:nvPr/>
        </p:nvCxnSpPr>
        <p:spPr>
          <a:xfrm>
            <a:off x="8095155" y="2208271"/>
            <a:ext cx="2681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單箭頭接點 102"/>
          <p:cNvCxnSpPr/>
          <p:nvPr/>
        </p:nvCxnSpPr>
        <p:spPr>
          <a:xfrm>
            <a:off x="5661117" y="2821293"/>
            <a:ext cx="2681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單箭頭接點 103"/>
          <p:cNvCxnSpPr/>
          <p:nvPr/>
        </p:nvCxnSpPr>
        <p:spPr>
          <a:xfrm>
            <a:off x="6269554" y="2826610"/>
            <a:ext cx="2681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單箭頭接點 104"/>
          <p:cNvCxnSpPr/>
          <p:nvPr/>
        </p:nvCxnSpPr>
        <p:spPr>
          <a:xfrm>
            <a:off x="6877991" y="2821293"/>
            <a:ext cx="2681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線單箭頭接點 105"/>
          <p:cNvCxnSpPr/>
          <p:nvPr/>
        </p:nvCxnSpPr>
        <p:spPr>
          <a:xfrm>
            <a:off x="7486428" y="2821293"/>
            <a:ext cx="2681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單箭頭接點 106"/>
          <p:cNvCxnSpPr/>
          <p:nvPr/>
        </p:nvCxnSpPr>
        <p:spPr>
          <a:xfrm>
            <a:off x="8095155" y="2830275"/>
            <a:ext cx="2681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線單箭頭接點 107"/>
          <p:cNvCxnSpPr/>
          <p:nvPr/>
        </p:nvCxnSpPr>
        <p:spPr>
          <a:xfrm>
            <a:off x="5661117" y="3437982"/>
            <a:ext cx="2681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單箭頭接點 108"/>
          <p:cNvCxnSpPr/>
          <p:nvPr/>
        </p:nvCxnSpPr>
        <p:spPr>
          <a:xfrm>
            <a:off x="6269554" y="3443299"/>
            <a:ext cx="2681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線單箭頭接點 109"/>
          <p:cNvCxnSpPr/>
          <p:nvPr/>
        </p:nvCxnSpPr>
        <p:spPr>
          <a:xfrm>
            <a:off x="6877991" y="3437982"/>
            <a:ext cx="2681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單箭頭接點 110"/>
          <p:cNvCxnSpPr/>
          <p:nvPr/>
        </p:nvCxnSpPr>
        <p:spPr>
          <a:xfrm>
            <a:off x="7486428" y="3437982"/>
            <a:ext cx="2681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線單箭頭接點 111"/>
          <p:cNvCxnSpPr/>
          <p:nvPr/>
        </p:nvCxnSpPr>
        <p:spPr>
          <a:xfrm>
            <a:off x="8095155" y="3446964"/>
            <a:ext cx="2681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單箭頭接點 112"/>
          <p:cNvCxnSpPr/>
          <p:nvPr/>
        </p:nvCxnSpPr>
        <p:spPr>
          <a:xfrm>
            <a:off x="5661117" y="4044038"/>
            <a:ext cx="2681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線單箭頭接點 113"/>
          <p:cNvCxnSpPr/>
          <p:nvPr/>
        </p:nvCxnSpPr>
        <p:spPr>
          <a:xfrm>
            <a:off x="6269554" y="4049355"/>
            <a:ext cx="2681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單箭頭接點 114"/>
          <p:cNvCxnSpPr/>
          <p:nvPr/>
        </p:nvCxnSpPr>
        <p:spPr>
          <a:xfrm>
            <a:off x="6877991" y="4044038"/>
            <a:ext cx="2681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線單箭頭接點 115"/>
          <p:cNvCxnSpPr/>
          <p:nvPr/>
        </p:nvCxnSpPr>
        <p:spPr>
          <a:xfrm>
            <a:off x="7486428" y="4044038"/>
            <a:ext cx="2681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單箭頭接點 116"/>
          <p:cNvCxnSpPr/>
          <p:nvPr/>
        </p:nvCxnSpPr>
        <p:spPr>
          <a:xfrm>
            <a:off x="8095155" y="4053020"/>
            <a:ext cx="2681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線單箭頭接點 117"/>
          <p:cNvCxnSpPr/>
          <p:nvPr/>
        </p:nvCxnSpPr>
        <p:spPr>
          <a:xfrm>
            <a:off x="5661117" y="4660726"/>
            <a:ext cx="2681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線單箭頭接點 118"/>
          <p:cNvCxnSpPr/>
          <p:nvPr/>
        </p:nvCxnSpPr>
        <p:spPr>
          <a:xfrm>
            <a:off x="6269554" y="4666043"/>
            <a:ext cx="2681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線單箭頭接點 119"/>
          <p:cNvCxnSpPr/>
          <p:nvPr/>
        </p:nvCxnSpPr>
        <p:spPr>
          <a:xfrm>
            <a:off x="6877991" y="4660726"/>
            <a:ext cx="2681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線單箭頭接點 120"/>
          <p:cNvCxnSpPr/>
          <p:nvPr/>
        </p:nvCxnSpPr>
        <p:spPr>
          <a:xfrm>
            <a:off x="7486428" y="4660726"/>
            <a:ext cx="2681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線單箭頭接點 121"/>
          <p:cNvCxnSpPr/>
          <p:nvPr/>
        </p:nvCxnSpPr>
        <p:spPr>
          <a:xfrm>
            <a:off x="8095155" y="4669708"/>
            <a:ext cx="2681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線單箭頭接點 122"/>
          <p:cNvCxnSpPr/>
          <p:nvPr/>
        </p:nvCxnSpPr>
        <p:spPr>
          <a:xfrm>
            <a:off x="5661117" y="5293363"/>
            <a:ext cx="2681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線單箭頭接點 123"/>
          <p:cNvCxnSpPr/>
          <p:nvPr/>
        </p:nvCxnSpPr>
        <p:spPr>
          <a:xfrm>
            <a:off x="6269554" y="5298680"/>
            <a:ext cx="2681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線單箭頭接點 124"/>
          <p:cNvCxnSpPr/>
          <p:nvPr/>
        </p:nvCxnSpPr>
        <p:spPr>
          <a:xfrm>
            <a:off x="6877991" y="5293363"/>
            <a:ext cx="2681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線單箭頭接點 125"/>
          <p:cNvCxnSpPr/>
          <p:nvPr/>
        </p:nvCxnSpPr>
        <p:spPr>
          <a:xfrm>
            <a:off x="7486428" y="5293363"/>
            <a:ext cx="2681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線單箭頭接點 126"/>
          <p:cNvCxnSpPr/>
          <p:nvPr/>
        </p:nvCxnSpPr>
        <p:spPr>
          <a:xfrm>
            <a:off x="8095155" y="5302345"/>
            <a:ext cx="2681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單箭頭接點 127"/>
          <p:cNvCxnSpPr/>
          <p:nvPr/>
        </p:nvCxnSpPr>
        <p:spPr>
          <a:xfrm>
            <a:off x="5661117" y="5899419"/>
            <a:ext cx="2681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單箭頭接點 128"/>
          <p:cNvCxnSpPr/>
          <p:nvPr/>
        </p:nvCxnSpPr>
        <p:spPr>
          <a:xfrm>
            <a:off x="6269554" y="5904736"/>
            <a:ext cx="2681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單箭頭接點 129"/>
          <p:cNvCxnSpPr/>
          <p:nvPr/>
        </p:nvCxnSpPr>
        <p:spPr>
          <a:xfrm>
            <a:off x="6877991" y="5899419"/>
            <a:ext cx="2681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單箭頭接點 130"/>
          <p:cNvCxnSpPr/>
          <p:nvPr/>
        </p:nvCxnSpPr>
        <p:spPr>
          <a:xfrm>
            <a:off x="7486428" y="5899419"/>
            <a:ext cx="2681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單箭頭接點 131"/>
          <p:cNvCxnSpPr/>
          <p:nvPr/>
        </p:nvCxnSpPr>
        <p:spPr>
          <a:xfrm>
            <a:off x="8095155" y="5908401"/>
            <a:ext cx="2681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單箭頭接點 132"/>
          <p:cNvCxnSpPr/>
          <p:nvPr/>
        </p:nvCxnSpPr>
        <p:spPr>
          <a:xfrm>
            <a:off x="5661117" y="6516108"/>
            <a:ext cx="2681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線單箭頭接點 133"/>
          <p:cNvCxnSpPr/>
          <p:nvPr/>
        </p:nvCxnSpPr>
        <p:spPr>
          <a:xfrm>
            <a:off x="6269554" y="6521425"/>
            <a:ext cx="2681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線單箭頭接點 134"/>
          <p:cNvCxnSpPr/>
          <p:nvPr/>
        </p:nvCxnSpPr>
        <p:spPr>
          <a:xfrm>
            <a:off x="6877991" y="6516108"/>
            <a:ext cx="2681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線單箭頭接點 135"/>
          <p:cNvCxnSpPr/>
          <p:nvPr/>
        </p:nvCxnSpPr>
        <p:spPr>
          <a:xfrm>
            <a:off x="7486428" y="6516108"/>
            <a:ext cx="2681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線單箭頭接點 136"/>
          <p:cNvCxnSpPr/>
          <p:nvPr/>
        </p:nvCxnSpPr>
        <p:spPr>
          <a:xfrm>
            <a:off x="8095155" y="6525090"/>
            <a:ext cx="2681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線單箭頭接點 137"/>
          <p:cNvCxnSpPr/>
          <p:nvPr/>
        </p:nvCxnSpPr>
        <p:spPr>
          <a:xfrm>
            <a:off x="5661117" y="7143429"/>
            <a:ext cx="2681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線單箭頭接點 138"/>
          <p:cNvCxnSpPr/>
          <p:nvPr/>
        </p:nvCxnSpPr>
        <p:spPr>
          <a:xfrm>
            <a:off x="6269554" y="7148746"/>
            <a:ext cx="2681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線單箭頭接點 139"/>
          <p:cNvCxnSpPr/>
          <p:nvPr/>
        </p:nvCxnSpPr>
        <p:spPr>
          <a:xfrm>
            <a:off x="6877991" y="7143429"/>
            <a:ext cx="2681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線單箭頭接點 140"/>
          <p:cNvCxnSpPr/>
          <p:nvPr/>
        </p:nvCxnSpPr>
        <p:spPr>
          <a:xfrm>
            <a:off x="7486428" y="7143429"/>
            <a:ext cx="2681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單箭頭接點 141"/>
          <p:cNvCxnSpPr/>
          <p:nvPr/>
        </p:nvCxnSpPr>
        <p:spPr>
          <a:xfrm>
            <a:off x="8095155" y="7152411"/>
            <a:ext cx="2681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線單箭頭接點 142"/>
          <p:cNvCxnSpPr>
            <a:stCxn id="3" idx="4"/>
            <a:endCxn id="7" idx="0"/>
          </p:cNvCxnSpPr>
          <p:nvPr/>
        </p:nvCxnSpPr>
        <p:spPr>
          <a:xfrm>
            <a:off x="5490996" y="2370326"/>
            <a:ext cx="0" cy="2727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線單箭頭接點 145"/>
          <p:cNvCxnSpPr>
            <a:stCxn id="7" idx="4"/>
            <a:endCxn id="8" idx="0"/>
          </p:cNvCxnSpPr>
          <p:nvPr/>
        </p:nvCxnSpPr>
        <p:spPr>
          <a:xfrm>
            <a:off x="5490996" y="2985145"/>
            <a:ext cx="0" cy="2727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線單箭頭接點 147"/>
          <p:cNvCxnSpPr>
            <a:stCxn id="8" idx="4"/>
            <a:endCxn id="9" idx="0"/>
          </p:cNvCxnSpPr>
          <p:nvPr/>
        </p:nvCxnSpPr>
        <p:spPr>
          <a:xfrm>
            <a:off x="5490996" y="3599964"/>
            <a:ext cx="0" cy="27539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單箭頭接點 148"/>
          <p:cNvCxnSpPr/>
          <p:nvPr/>
        </p:nvCxnSpPr>
        <p:spPr>
          <a:xfrm>
            <a:off x="5490996" y="4220087"/>
            <a:ext cx="0" cy="2727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線單箭頭接點 151"/>
          <p:cNvCxnSpPr/>
          <p:nvPr/>
        </p:nvCxnSpPr>
        <p:spPr>
          <a:xfrm>
            <a:off x="5486023" y="4834906"/>
            <a:ext cx="0" cy="2727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線單箭頭接點 152"/>
          <p:cNvCxnSpPr/>
          <p:nvPr/>
        </p:nvCxnSpPr>
        <p:spPr>
          <a:xfrm>
            <a:off x="5488424" y="5455029"/>
            <a:ext cx="0" cy="2727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線單箭頭接點 153"/>
          <p:cNvCxnSpPr/>
          <p:nvPr/>
        </p:nvCxnSpPr>
        <p:spPr>
          <a:xfrm>
            <a:off x="5478478" y="5452377"/>
            <a:ext cx="0" cy="2727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線單箭頭接點 154"/>
          <p:cNvCxnSpPr/>
          <p:nvPr/>
        </p:nvCxnSpPr>
        <p:spPr>
          <a:xfrm>
            <a:off x="5483280" y="6072500"/>
            <a:ext cx="0" cy="2727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線單箭頭接點 159"/>
          <p:cNvCxnSpPr/>
          <p:nvPr/>
        </p:nvCxnSpPr>
        <p:spPr>
          <a:xfrm>
            <a:off x="6110429" y="2370326"/>
            <a:ext cx="0" cy="2727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線單箭頭接點 160"/>
          <p:cNvCxnSpPr/>
          <p:nvPr/>
        </p:nvCxnSpPr>
        <p:spPr>
          <a:xfrm>
            <a:off x="6110429" y="2985145"/>
            <a:ext cx="0" cy="2727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線單箭頭接點 161"/>
          <p:cNvCxnSpPr/>
          <p:nvPr/>
        </p:nvCxnSpPr>
        <p:spPr>
          <a:xfrm>
            <a:off x="6110429" y="3599964"/>
            <a:ext cx="0" cy="27539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直線單箭頭接點 162"/>
          <p:cNvCxnSpPr/>
          <p:nvPr/>
        </p:nvCxnSpPr>
        <p:spPr>
          <a:xfrm>
            <a:off x="6110429" y="4220087"/>
            <a:ext cx="0" cy="2727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線單箭頭接點 163"/>
          <p:cNvCxnSpPr/>
          <p:nvPr/>
        </p:nvCxnSpPr>
        <p:spPr>
          <a:xfrm>
            <a:off x="6105456" y="4834906"/>
            <a:ext cx="0" cy="2727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線單箭頭接點 164"/>
          <p:cNvCxnSpPr/>
          <p:nvPr/>
        </p:nvCxnSpPr>
        <p:spPr>
          <a:xfrm>
            <a:off x="6097911" y="5452377"/>
            <a:ext cx="0" cy="2727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線單箭頭接點 165"/>
          <p:cNvCxnSpPr/>
          <p:nvPr/>
        </p:nvCxnSpPr>
        <p:spPr>
          <a:xfrm>
            <a:off x="6102713" y="6072500"/>
            <a:ext cx="0" cy="2727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線單箭頭接點 166"/>
          <p:cNvCxnSpPr/>
          <p:nvPr/>
        </p:nvCxnSpPr>
        <p:spPr>
          <a:xfrm>
            <a:off x="6715113" y="2370326"/>
            <a:ext cx="0" cy="2727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線單箭頭接點 167"/>
          <p:cNvCxnSpPr/>
          <p:nvPr/>
        </p:nvCxnSpPr>
        <p:spPr>
          <a:xfrm>
            <a:off x="6715113" y="2985145"/>
            <a:ext cx="0" cy="2727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線單箭頭接點 168"/>
          <p:cNvCxnSpPr/>
          <p:nvPr/>
        </p:nvCxnSpPr>
        <p:spPr>
          <a:xfrm>
            <a:off x="6715113" y="3599964"/>
            <a:ext cx="0" cy="27539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線單箭頭接點 169"/>
          <p:cNvCxnSpPr/>
          <p:nvPr/>
        </p:nvCxnSpPr>
        <p:spPr>
          <a:xfrm>
            <a:off x="6715113" y="4220087"/>
            <a:ext cx="0" cy="2727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線單箭頭接點 170"/>
          <p:cNvCxnSpPr/>
          <p:nvPr/>
        </p:nvCxnSpPr>
        <p:spPr>
          <a:xfrm>
            <a:off x="6710140" y="4834906"/>
            <a:ext cx="0" cy="2727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線單箭頭接點 171"/>
          <p:cNvCxnSpPr/>
          <p:nvPr/>
        </p:nvCxnSpPr>
        <p:spPr>
          <a:xfrm>
            <a:off x="6702595" y="5452377"/>
            <a:ext cx="0" cy="2727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線單箭頭接點 172"/>
          <p:cNvCxnSpPr/>
          <p:nvPr/>
        </p:nvCxnSpPr>
        <p:spPr>
          <a:xfrm>
            <a:off x="6707397" y="6072500"/>
            <a:ext cx="0" cy="2727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線單箭頭接點 173"/>
          <p:cNvCxnSpPr/>
          <p:nvPr/>
        </p:nvCxnSpPr>
        <p:spPr>
          <a:xfrm>
            <a:off x="7327171" y="2370326"/>
            <a:ext cx="0" cy="2727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線單箭頭接點 174"/>
          <p:cNvCxnSpPr/>
          <p:nvPr/>
        </p:nvCxnSpPr>
        <p:spPr>
          <a:xfrm>
            <a:off x="7327171" y="2985145"/>
            <a:ext cx="0" cy="2727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線單箭頭接點 175"/>
          <p:cNvCxnSpPr/>
          <p:nvPr/>
        </p:nvCxnSpPr>
        <p:spPr>
          <a:xfrm>
            <a:off x="7327171" y="3599964"/>
            <a:ext cx="0" cy="27539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直線單箭頭接點 176"/>
          <p:cNvCxnSpPr/>
          <p:nvPr/>
        </p:nvCxnSpPr>
        <p:spPr>
          <a:xfrm>
            <a:off x="7327171" y="4220087"/>
            <a:ext cx="0" cy="2727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直線單箭頭接點 177"/>
          <p:cNvCxnSpPr/>
          <p:nvPr/>
        </p:nvCxnSpPr>
        <p:spPr>
          <a:xfrm>
            <a:off x="7322198" y="4834906"/>
            <a:ext cx="0" cy="2727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直線單箭頭接點 178"/>
          <p:cNvCxnSpPr/>
          <p:nvPr/>
        </p:nvCxnSpPr>
        <p:spPr>
          <a:xfrm>
            <a:off x="7314653" y="5452377"/>
            <a:ext cx="0" cy="2727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直線單箭頭接點 179"/>
          <p:cNvCxnSpPr/>
          <p:nvPr/>
        </p:nvCxnSpPr>
        <p:spPr>
          <a:xfrm>
            <a:off x="7319455" y="6072500"/>
            <a:ext cx="0" cy="2727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線單箭頭接點 180"/>
          <p:cNvCxnSpPr/>
          <p:nvPr/>
        </p:nvCxnSpPr>
        <p:spPr>
          <a:xfrm>
            <a:off x="7924480" y="2370326"/>
            <a:ext cx="0" cy="2727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直線單箭頭接點 181"/>
          <p:cNvCxnSpPr/>
          <p:nvPr/>
        </p:nvCxnSpPr>
        <p:spPr>
          <a:xfrm>
            <a:off x="7924480" y="2985145"/>
            <a:ext cx="0" cy="2727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線單箭頭接點 182"/>
          <p:cNvCxnSpPr/>
          <p:nvPr/>
        </p:nvCxnSpPr>
        <p:spPr>
          <a:xfrm>
            <a:off x="7924480" y="3599964"/>
            <a:ext cx="0" cy="27539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線單箭頭接點 183"/>
          <p:cNvCxnSpPr/>
          <p:nvPr/>
        </p:nvCxnSpPr>
        <p:spPr>
          <a:xfrm>
            <a:off x="7924480" y="4220087"/>
            <a:ext cx="0" cy="2727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直線單箭頭接點 184"/>
          <p:cNvCxnSpPr/>
          <p:nvPr/>
        </p:nvCxnSpPr>
        <p:spPr>
          <a:xfrm>
            <a:off x="7919507" y="4834906"/>
            <a:ext cx="0" cy="2727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直線單箭頭接點 185"/>
          <p:cNvCxnSpPr/>
          <p:nvPr/>
        </p:nvCxnSpPr>
        <p:spPr>
          <a:xfrm>
            <a:off x="7911962" y="5452377"/>
            <a:ext cx="0" cy="2727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直線單箭頭接點 186"/>
          <p:cNvCxnSpPr/>
          <p:nvPr/>
        </p:nvCxnSpPr>
        <p:spPr>
          <a:xfrm>
            <a:off x="7916764" y="6072500"/>
            <a:ext cx="0" cy="2727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直線單箭頭接點 187"/>
          <p:cNvCxnSpPr/>
          <p:nvPr/>
        </p:nvCxnSpPr>
        <p:spPr>
          <a:xfrm>
            <a:off x="8536538" y="2370326"/>
            <a:ext cx="0" cy="2727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直線單箭頭接點 188"/>
          <p:cNvCxnSpPr/>
          <p:nvPr/>
        </p:nvCxnSpPr>
        <p:spPr>
          <a:xfrm>
            <a:off x="8536538" y="2985145"/>
            <a:ext cx="0" cy="2727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線單箭頭接點 189"/>
          <p:cNvCxnSpPr/>
          <p:nvPr/>
        </p:nvCxnSpPr>
        <p:spPr>
          <a:xfrm>
            <a:off x="8536538" y="3599964"/>
            <a:ext cx="0" cy="27539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線單箭頭接點 190"/>
          <p:cNvCxnSpPr/>
          <p:nvPr/>
        </p:nvCxnSpPr>
        <p:spPr>
          <a:xfrm>
            <a:off x="8536538" y="4220087"/>
            <a:ext cx="0" cy="2727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線單箭頭接點 191"/>
          <p:cNvCxnSpPr/>
          <p:nvPr/>
        </p:nvCxnSpPr>
        <p:spPr>
          <a:xfrm>
            <a:off x="8531565" y="4834906"/>
            <a:ext cx="0" cy="2727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線單箭頭接點 192"/>
          <p:cNvCxnSpPr/>
          <p:nvPr/>
        </p:nvCxnSpPr>
        <p:spPr>
          <a:xfrm>
            <a:off x="8524020" y="5452377"/>
            <a:ext cx="0" cy="2727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直線單箭頭接點 193"/>
          <p:cNvCxnSpPr/>
          <p:nvPr/>
        </p:nvCxnSpPr>
        <p:spPr>
          <a:xfrm>
            <a:off x="8528822" y="6072500"/>
            <a:ext cx="0" cy="2727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線單箭頭接點 194"/>
          <p:cNvCxnSpPr>
            <a:stCxn id="70" idx="5"/>
            <a:endCxn id="80" idx="1"/>
          </p:cNvCxnSpPr>
          <p:nvPr/>
        </p:nvCxnSpPr>
        <p:spPr>
          <a:xfrm>
            <a:off x="7436601" y="2320230"/>
            <a:ext cx="367849" cy="37293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直線單箭頭接點 201"/>
          <p:cNvCxnSpPr/>
          <p:nvPr/>
        </p:nvCxnSpPr>
        <p:spPr>
          <a:xfrm>
            <a:off x="6197334" y="2326482"/>
            <a:ext cx="367849" cy="37293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直線單箭頭接點 202"/>
          <p:cNvCxnSpPr>
            <a:stCxn id="79" idx="5"/>
            <a:endCxn id="89" idx="1"/>
          </p:cNvCxnSpPr>
          <p:nvPr/>
        </p:nvCxnSpPr>
        <p:spPr>
          <a:xfrm>
            <a:off x="8045038" y="2320230"/>
            <a:ext cx="368139" cy="37293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直線單箭頭接點 205"/>
          <p:cNvCxnSpPr>
            <a:stCxn id="71" idx="5"/>
            <a:endCxn id="81" idx="1"/>
          </p:cNvCxnSpPr>
          <p:nvPr/>
        </p:nvCxnSpPr>
        <p:spPr>
          <a:xfrm>
            <a:off x="7436601" y="2935049"/>
            <a:ext cx="367849" cy="37293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線單箭頭接點 206"/>
          <p:cNvCxnSpPr>
            <a:stCxn id="17" idx="5"/>
            <a:endCxn id="63" idx="1"/>
          </p:cNvCxnSpPr>
          <p:nvPr/>
        </p:nvCxnSpPr>
        <p:spPr>
          <a:xfrm>
            <a:off x="6219727" y="2935049"/>
            <a:ext cx="367849" cy="37293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直線單箭頭接點 207"/>
          <p:cNvCxnSpPr>
            <a:stCxn id="80" idx="5"/>
            <a:endCxn id="90" idx="1"/>
          </p:cNvCxnSpPr>
          <p:nvPr/>
        </p:nvCxnSpPr>
        <p:spPr>
          <a:xfrm>
            <a:off x="8045038" y="2935049"/>
            <a:ext cx="368139" cy="37293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直線單箭頭接點 208"/>
          <p:cNvCxnSpPr>
            <a:stCxn id="74" idx="5"/>
            <a:endCxn id="84" idx="1"/>
          </p:cNvCxnSpPr>
          <p:nvPr/>
        </p:nvCxnSpPr>
        <p:spPr>
          <a:xfrm>
            <a:off x="7436601" y="4784810"/>
            <a:ext cx="367849" cy="37558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直線單箭頭接點 209"/>
          <p:cNvCxnSpPr>
            <a:stCxn id="20" idx="5"/>
            <a:endCxn id="66" idx="1"/>
          </p:cNvCxnSpPr>
          <p:nvPr/>
        </p:nvCxnSpPr>
        <p:spPr>
          <a:xfrm>
            <a:off x="6219727" y="4784810"/>
            <a:ext cx="367849" cy="37558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直線單箭頭接點 210"/>
          <p:cNvCxnSpPr>
            <a:stCxn id="83" idx="5"/>
            <a:endCxn id="93" idx="1"/>
          </p:cNvCxnSpPr>
          <p:nvPr/>
        </p:nvCxnSpPr>
        <p:spPr>
          <a:xfrm>
            <a:off x="8045038" y="4784810"/>
            <a:ext cx="368139" cy="37558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直線單箭頭接點 211"/>
          <p:cNvCxnSpPr>
            <a:stCxn id="75" idx="5"/>
            <a:endCxn id="85" idx="1"/>
          </p:cNvCxnSpPr>
          <p:nvPr/>
        </p:nvCxnSpPr>
        <p:spPr>
          <a:xfrm>
            <a:off x="7436601" y="5402281"/>
            <a:ext cx="367849" cy="37558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直線單箭頭接點 212"/>
          <p:cNvCxnSpPr>
            <a:stCxn id="21" idx="5"/>
            <a:endCxn id="67" idx="1"/>
          </p:cNvCxnSpPr>
          <p:nvPr/>
        </p:nvCxnSpPr>
        <p:spPr>
          <a:xfrm>
            <a:off x="6219727" y="5402281"/>
            <a:ext cx="367849" cy="37558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直線單箭頭接點 213"/>
          <p:cNvCxnSpPr>
            <a:stCxn id="84" idx="5"/>
            <a:endCxn id="94" idx="1"/>
          </p:cNvCxnSpPr>
          <p:nvPr/>
        </p:nvCxnSpPr>
        <p:spPr>
          <a:xfrm>
            <a:off x="8045038" y="5402281"/>
            <a:ext cx="368139" cy="37558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線單箭頭接點 232"/>
          <p:cNvCxnSpPr>
            <a:stCxn id="8" idx="5"/>
          </p:cNvCxnSpPr>
          <p:nvPr/>
        </p:nvCxnSpPr>
        <p:spPr>
          <a:xfrm>
            <a:off x="5611290" y="3549868"/>
            <a:ext cx="349318" cy="3598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線單箭頭接點 235"/>
          <p:cNvCxnSpPr>
            <a:stCxn id="9" idx="5"/>
            <a:endCxn id="20" idx="1"/>
          </p:cNvCxnSpPr>
          <p:nvPr/>
        </p:nvCxnSpPr>
        <p:spPr>
          <a:xfrm>
            <a:off x="5611290" y="4167339"/>
            <a:ext cx="367849" cy="37558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直線單箭頭接點 238"/>
          <p:cNvCxnSpPr>
            <a:stCxn id="13" idx="5"/>
            <a:endCxn id="23" idx="1"/>
          </p:cNvCxnSpPr>
          <p:nvPr/>
        </p:nvCxnSpPr>
        <p:spPr>
          <a:xfrm>
            <a:off x="5611290" y="6019752"/>
            <a:ext cx="367849" cy="37558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直線單箭頭接點 241"/>
          <p:cNvCxnSpPr>
            <a:stCxn id="14" idx="5"/>
            <a:endCxn id="24" idx="1"/>
          </p:cNvCxnSpPr>
          <p:nvPr/>
        </p:nvCxnSpPr>
        <p:spPr>
          <a:xfrm>
            <a:off x="5611290" y="6637223"/>
            <a:ext cx="367849" cy="37558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直線單箭頭接點 248"/>
          <p:cNvCxnSpPr/>
          <p:nvPr/>
        </p:nvCxnSpPr>
        <p:spPr>
          <a:xfrm>
            <a:off x="5486023" y="6689971"/>
            <a:ext cx="0" cy="2727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線單箭頭接點 249"/>
          <p:cNvCxnSpPr/>
          <p:nvPr/>
        </p:nvCxnSpPr>
        <p:spPr>
          <a:xfrm>
            <a:off x="6105456" y="6689971"/>
            <a:ext cx="0" cy="2727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直線單箭頭接點 250"/>
          <p:cNvCxnSpPr/>
          <p:nvPr/>
        </p:nvCxnSpPr>
        <p:spPr>
          <a:xfrm>
            <a:off x="6710140" y="6689971"/>
            <a:ext cx="0" cy="2727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直線單箭頭接點 251"/>
          <p:cNvCxnSpPr/>
          <p:nvPr/>
        </p:nvCxnSpPr>
        <p:spPr>
          <a:xfrm>
            <a:off x="7322198" y="6689971"/>
            <a:ext cx="0" cy="2727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直線單箭頭接點 252"/>
          <p:cNvCxnSpPr/>
          <p:nvPr/>
        </p:nvCxnSpPr>
        <p:spPr>
          <a:xfrm>
            <a:off x="7919507" y="6689971"/>
            <a:ext cx="0" cy="2727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直線單箭頭接點 253"/>
          <p:cNvCxnSpPr/>
          <p:nvPr/>
        </p:nvCxnSpPr>
        <p:spPr>
          <a:xfrm>
            <a:off x="8531565" y="6689971"/>
            <a:ext cx="0" cy="2727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直線單箭頭接點 254"/>
          <p:cNvCxnSpPr>
            <a:stCxn id="67" idx="5"/>
            <a:endCxn id="77" idx="1"/>
          </p:cNvCxnSpPr>
          <p:nvPr/>
        </p:nvCxnSpPr>
        <p:spPr>
          <a:xfrm>
            <a:off x="6828164" y="6019752"/>
            <a:ext cx="367849" cy="37558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直線單箭頭接點 257"/>
          <p:cNvCxnSpPr>
            <a:stCxn id="68" idx="5"/>
            <a:endCxn id="78" idx="1"/>
          </p:cNvCxnSpPr>
          <p:nvPr/>
        </p:nvCxnSpPr>
        <p:spPr>
          <a:xfrm>
            <a:off x="6828164" y="6637223"/>
            <a:ext cx="367849" cy="37558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直線單箭頭接點 260"/>
          <p:cNvCxnSpPr>
            <a:stCxn id="63" idx="5"/>
            <a:endCxn id="73" idx="1"/>
          </p:cNvCxnSpPr>
          <p:nvPr/>
        </p:nvCxnSpPr>
        <p:spPr>
          <a:xfrm>
            <a:off x="6828164" y="3549868"/>
            <a:ext cx="367849" cy="37558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直線單箭頭接點 263"/>
          <p:cNvCxnSpPr>
            <a:stCxn id="64" idx="5"/>
            <a:endCxn id="74" idx="1"/>
          </p:cNvCxnSpPr>
          <p:nvPr/>
        </p:nvCxnSpPr>
        <p:spPr>
          <a:xfrm>
            <a:off x="6828164" y="4167339"/>
            <a:ext cx="367849" cy="37558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8" name="內容版面配置區 5"/>
              <p:cNvSpPr txBox="1">
                <a:spLocks/>
              </p:cNvSpPr>
              <p:nvPr/>
            </p:nvSpPr>
            <p:spPr>
              <a:xfrm>
                <a:off x="503999" y="1769043"/>
                <a:ext cx="3810868" cy="43844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0" tIns="0" rIns="0" bIns="0" anchor="t" anchorCtr="0" compatLnSpc="1">
                <a:noAutofit/>
              </a:bodyPr>
              <a:lstStyle>
                <a:lvl1pPr marL="0" marR="0" lvl="0" indent="0" defTabSz="914400" rtl="0" fontAlgn="auto" hangingPunct="0">
                  <a:lnSpc>
                    <a:spcPct val="100000"/>
                  </a:lnSpc>
                  <a:spcBef>
                    <a:spcPts val="1415"/>
                  </a:spcBef>
                  <a:spcAft>
                    <a:spcPts val="0"/>
                  </a:spcAft>
                  <a:buNone/>
                  <a:tabLst/>
                  <a:defRPr lang="zh-TW" sz="3200" b="0" i="0" u="none" strike="noStrike" kern="1200" cap="none" spc="0" baseline="0">
                    <a:solidFill>
                      <a:srgbClr val="000000"/>
                    </a:solidFill>
                    <a:highlight>
                      <a:scrgbClr r="0" g="0" b="0">
                        <a:alpha val="0"/>
                      </a:scrgbClr>
                    </a:highlight>
                    <a:uFillTx/>
                    <a:latin typeface="Liberation Sans" pitchFamily="18"/>
                    <a:ea typeface="微軟正黑體" pitchFamily="2"/>
                    <a:cs typeface="Mangal" pitchFamily="2"/>
                  </a:defRPr>
                </a:lvl1pPr>
                <a:lvl2pPr marL="685800" marR="0" lvl="1" indent="-228600" algn="l" defTabSz="914400" rtl="0" fontAlgn="auto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SzPct val="100000"/>
                  <a:buFont typeface="Arial" pitchFamily="34"/>
                  <a:buChar char="•"/>
                  <a:tabLst/>
                  <a:defRPr lang="zh-TW" sz="2400" b="0" i="0" u="none" strike="noStrike" kern="1200" cap="none" spc="0" baseline="0">
                    <a:solidFill>
                      <a:srgbClr val="000000"/>
                    </a:solidFill>
                    <a:uFillTx/>
                    <a:latin typeface="Calibri"/>
                    <a:ea typeface="新細明體" pitchFamily="18"/>
                  </a:defRPr>
                </a:lvl2pPr>
                <a:lvl3pPr marL="1143000" marR="0" lvl="2" indent="-228600" algn="l" defTabSz="914400" rtl="0" fontAlgn="auto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SzPct val="100000"/>
                  <a:buFont typeface="Arial" pitchFamily="34"/>
                  <a:buChar char="•"/>
                  <a:tabLst/>
                  <a:defRPr lang="zh-TW" sz="2000" b="0" i="0" u="none" strike="noStrike" kern="1200" cap="none" spc="0" baseline="0">
                    <a:solidFill>
                      <a:srgbClr val="000000"/>
                    </a:solidFill>
                    <a:uFillTx/>
                    <a:latin typeface="Calibri"/>
                    <a:ea typeface="新細明體" pitchFamily="18"/>
                  </a:defRPr>
                </a:lvl3pPr>
                <a:lvl4pPr marL="1600200" marR="0" lvl="3" indent="-228600" algn="l" defTabSz="914400" rtl="0" fontAlgn="auto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SzPct val="100000"/>
                  <a:buFont typeface="Arial" pitchFamily="34"/>
                  <a:buChar char="•"/>
                  <a:tabLst/>
                  <a:defRPr lang="zh-TW" sz="1800" b="0" i="0" u="none" strike="noStrike" kern="1200" cap="none" spc="0" baseline="0">
                    <a:solidFill>
                      <a:srgbClr val="000000"/>
                    </a:solidFill>
                    <a:uFillTx/>
                    <a:latin typeface="Calibri"/>
                    <a:ea typeface="新細明體" pitchFamily="18"/>
                  </a:defRPr>
                </a:lvl4pPr>
                <a:lvl5pPr marL="2057400" marR="0" lvl="4" indent="-228600" algn="l" defTabSz="914400" rtl="0" fontAlgn="auto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SzPct val="100000"/>
                  <a:buFont typeface="Arial" pitchFamily="34"/>
                  <a:buChar char="•"/>
                  <a:tabLst/>
                  <a:defRPr lang="zh-TW" sz="1800" b="0" i="0" u="none" strike="noStrike" kern="1200" cap="none" spc="0" baseline="0">
                    <a:solidFill>
                      <a:srgbClr val="000000"/>
                    </a:solidFill>
                    <a:uFillTx/>
                    <a:latin typeface="Calibri"/>
                    <a:ea typeface="新細明體" pitchFamily="18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Graph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ar-A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zh-TW" altLang="ar-A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𝑃𝑃</m:t>
                        </m:r>
                        <m:r>
                          <a:rPr lang="ar-AE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  </m:t>
                        </m:r>
                        <m:r>
                          <a:rPr lang="zh-TW" altLang="ar-A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endParaRPr lang="ar-AE" altLang="zh-TW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68" name="內容版面配置區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999" y="1769043"/>
                <a:ext cx="3810868" cy="4384438"/>
              </a:xfrm>
              <a:prstGeom prst="rect">
                <a:avLst/>
              </a:prstGeom>
              <a:blipFill>
                <a:blip r:embed="rId2"/>
                <a:stretch>
                  <a:fillRect l="-6560" t="-292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3867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3998" y="285556"/>
            <a:ext cx="9071643" cy="1262155"/>
          </a:xfrm>
        </p:spPr>
        <p:txBody>
          <a:bodyPr/>
          <a:lstStyle/>
          <a:p>
            <a:r>
              <a:rPr lang="en-US" altLang="zh-TW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Algorithm</a:t>
            </a:r>
            <a:endParaRPr lang="zh-TW" altLang="en-US" b="1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10</a:t>
            </a:fld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5689903"/>
              </p:ext>
            </p:extLst>
          </p:nvPr>
        </p:nvGraphicFramePr>
        <p:xfrm>
          <a:off x="4559612" y="1264383"/>
          <a:ext cx="4284000" cy="612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25" name="群組 24"/>
          <p:cNvGrpSpPr/>
          <p:nvPr/>
        </p:nvGrpSpPr>
        <p:grpSpPr>
          <a:xfrm>
            <a:off x="5312082" y="2028251"/>
            <a:ext cx="3382717" cy="5276539"/>
            <a:chOff x="3519377" y="2028251"/>
            <a:chExt cx="3382717" cy="5276539"/>
          </a:xfrm>
        </p:grpSpPr>
        <p:sp>
          <p:nvSpPr>
            <p:cNvPr id="3" name="橢圓 2"/>
            <p:cNvSpPr/>
            <p:nvPr/>
          </p:nvSpPr>
          <p:spPr>
            <a:xfrm>
              <a:off x="3519377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7" name="橢圓 6"/>
            <p:cNvSpPr/>
            <p:nvPr/>
          </p:nvSpPr>
          <p:spPr>
            <a:xfrm>
              <a:off x="3519377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橢圓 7"/>
            <p:cNvSpPr/>
            <p:nvPr/>
          </p:nvSpPr>
          <p:spPr>
            <a:xfrm>
              <a:off x="3519377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橢圓 8"/>
            <p:cNvSpPr/>
            <p:nvPr/>
          </p:nvSpPr>
          <p:spPr>
            <a:xfrm>
              <a:off x="3519377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橢圓 9"/>
            <p:cNvSpPr/>
            <p:nvPr/>
          </p:nvSpPr>
          <p:spPr>
            <a:xfrm>
              <a:off x="3519377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橢圓 11"/>
            <p:cNvSpPr/>
            <p:nvPr/>
          </p:nvSpPr>
          <p:spPr>
            <a:xfrm>
              <a:off x="3519377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橢圓 12"/>
            <p:cNvSpPr/>
            <p:nvPr/>
          </p:nvSpPr>
          <p:spPr>
            <a:xfrm>
              <a:off x="3519377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橢圓 13"/>
            <p:cNvSpPr/>
            <p:nvPr/>
          </p:nvSpPr>
          <p:spPr>
            <a:xfrm>
              <a:off x="3519377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橢圓 14"/>
            <p:cNvSpPr/>
            <p:nvPr/>
          </p:nvSpPr>
          <p:spPr>
            <a:xfrm>
              <a:off x="3519377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橢圓 15"/>
            <p:cNvSpPr/>
            <p:nvPr/>
          </p:nvSpPr>
          <p:spPr>
            <a:xfrm>
              <a:off x="4127814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橢圓 16"/>
            <p:cNvSpPr/>
            <p:nvPr/>
          </p:nvSpPr>
          <p:spPr>
            <a:xfrm>
              <a:off x="4127814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橢圓 17"/>
            <p:cNvSpPr/>
            <p:nvPr/>
          </p:nvSpPr>
          <p:spPr>
            <a:xfrm>
              <a:off x="4127814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橢圓 18"/>
            <p:cNvSpPr/>
            <p:nvPr/>
          </p:nvSpPr>
          <p:spPr>
            <a:xfrm>
              <a:off x="4127814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橢圓 19"/>
            <p:cNvSpPr/>
            <p:nvPr/>
          </p:nvSpPr>
          <p:spPr>
            <a:xfrm>
              <a:off x="4127814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橢圓 20"/>
            <p:cNvSpPr/>
            <p:nvPr/>
          </p:nvSpPr>
          <p:spPr>
            <a:xfrm>
              <a:off x="4127814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橢圓 21"/>
            <p:cNvSpPr/>
            <p:nvPr/>
          </p:nvSpPr>
          <p:spPr>
            <a:xfrm>
              <a:off x="4127814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橢圓 22"/>
            <p:cNvSpPr/>
            <p:nvPr/>
          </p:nvSpPr>
          <p:spPr>
            <a:xfrm>
              <a:off x="4127814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橢圓 23"/>
            <p:cNvSpPr/>
            <p:nvPr/>
          </p:nvSpPr>
          <p:spPr>
            <a:xfrm>
              <a:off x="4127814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1" name="橢圓 60"/>
            <p:cNvSpPr/>
            <p:nvPr/>
          </p:nvSpPr>
          <p:spPr>
            <a:xfrm>
              <a:off x="4736251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62" name="橢圓 61"/>
            <p:cNvSpPr/>
            <p:nvPr/>
          </p:nvSpPr>
          <p:spPr>
            <a:xfrm>
              <a:off x="4736251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3" name="橢圓 62"/>
            <p:cNvSpPr/>
            <p:nvPr/>
          </p:nvSpPr>
          <p:spPr>
            <a:xfrm>
              <a:off x="4736251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4" name="橢圓 63"/>
            <p:cNvSpPr/>
            <p:nvPr/>
          </p:nvSpPr>
          <p:spPr>
            <a:xfrm>
              <a:off x="4736251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5" name="橢圓 64"/>
            <p:cNvSpPr/>
            <p:nvPr/>
          </p:nvSpPr>
          <p:spPr>
            <a:xfrm>
              <a:off x="4736251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6" name="橢圓 65"/>
            <p:cNvSpPr/>
            <p:nvPr/>
          </p:nvSpPr>
          <p:spPr>
            <a:xfrm>
              <a:off x="4736251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7" name="橢圓 66"/>
            <p:cNvSpPr/>
            <p:nvPr/>
          </p:nvSpPr>
          <p:spPr>
            <a:xfrm>
              <a:off x="4736251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8" name="橢圓 67"/>
            <p:cNvSpPr/>
            <p:nvPr/>
          </p:nvSpPr>
          <p:spPr>
            <a:xfrm>
              <a:off x="4736251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9" name="橢圓 68"/>
            <p:cNvSpPr/>
            <p:nvPr/>
          </p:nvSpPr>
          <p:spPr>
            <a:xfrm>
              <a:off x="4736251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0" name="橢圓 69"/>
            <p:cNvSpPr/>
            <p:nvPr/>
          </p:nvSpPr>
          <p:spPr>
            <a:xfrm>
              <a:off x="5344688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1" name="橢圓 70"/>
            <p:cNvSpPr/>
            <p:nvPr/>
          </p:nvSpPr>
          <p:spPr>
            <a:xfrm>
              <a:off x="5344688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橢圓 71"/>
            <p:cNvSpPr/>
            <p:nvPr/>
          </p:nvSpPr>
          <p:spPr>
            <a:xfrm>
              <a:off x="5344688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" name="橢圓 72"/>
            <p:cNvSpPr/>
            <p:nvPr/>
          </p:nvSpPr>
          <p:spPr>
            <a:xfrm>
              <a:off x="5344688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橢圓 73"/>
            <p:cNvSpPr/>
            <p:nvPr/>
          </p:nvSpPr>
          <p:spPr>
            <a:xfrm>
              <a:off x="5344688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5" name="橢圓 74"/>
            <p:cNvSpPr/>
            <p:nvPr/>
          </p:nvSpPr>
          <p:spPr>
            <a:xfrm>
              <a:off x="5344688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6" name="橢圓 75"/>
            <p:cNvSpPr/>
            <p:nvPr/>
          </p:nvSpPr>
          <p:spPr>
            <a:xfrm>
              <a:off x="5344688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橢圓 76"/>
            <p:cNvSpPr/>
            <p:nvPr/>
          </p:nvSpPr>
          <p:spPr>
            <a:xfrm>
              <a:off x="5344688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橢圓 77"/>
            <p:cNvSpPr/>
            <p:nvPr/>
          </p:nvSpPr>
          <p:spPr>
            <a:xfrm>
              <a:off x="5344688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9" name="橢圓 78"/>
            <p:cNvSpPr/>
            <p:nvPr/>
          </p:nvSpPr>
          <p:spPr>
            <a:xfrm>
              <a:off x="5953125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0" name="橢圓 79"/>
            <p:cNvSpPr/>
            <p:nvPr/>
          </p:nvSpPr>
          <p:spPr>
            <a:xfrm>
              <a:off x="5953125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1" name="橢圓 80"/>
            <p:cNvSpPr/>
            <p:nvPr/>
          </p:nvSpPr>
          <p:spPr>
            <a:xfrm>
              <a:off x="5953125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2" name="橢圓 81"/>
            <p:cNvSpPr/>
            <p:nvPr/>
          </p:nvSpPr>
          <p:spPr>
            <a:xfrm>
              <a:off x="5953125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3" name="橢圓 82"/>
            <p:cNvSpPr/>
            <p:nvPr/>
          </p:nvSpPr>
          <p:spPr>
            <a:xfrm>
              <a:off x="5953125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4" name="橢圓 83"/>
            <p:cNvSpPr/>
            <p:nvPr/>
          </p:nvSpPr>
          <p:spPr>
            <a:xfrm>
              <a:off x="5953125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5" name="橢圓 84"/>
            <p:cNvSpPr/>
            <p:nvPr/>
          </p:nvSpPr>
          <p:spPr>
            <a:xfrm>
              <a:off x="5953125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6" name="橢圓 85"/>
            <p:cNvSpPr/>
            <p:nvPr/>
          </p:nvSpPr>
          <p:spPr>
            <a:xfrm>
              <a:off x="5953125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7" name="橢圓 86"/>
            <p:cNvSpPr/>
            <p:nvPr/>
          </p:nvSpPr>
          <p:spPr>
            <a:xfrm>
              <a:off x="5953125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88" name="橢圓 87"/>
            <p:cNvSpPr/>
            <p:nvPr/>
          </p:nvSpPr>
          <p:spPr>
            <a:xfrm>
              <a:off x="6561852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9" name="橢圓 88"/>
            <p:cNvSpPr/>
            <p:nvPr/>
          </p:nvSpPr>
          <p:spPr>
            <a:xfrm>
              <a:off x="6561852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0" name="橢圓 89"/>
            <p:cNvSpPr/>
            <p:nvPr/>
          </p:nvSpPr>
          <p:spPr>
            <a:xfrm>
              <a:off x="6561852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1" name="橢圓 90"/>
            <p:cNvSpPr/>
            <p:nvPr/>
          </p:nvSpPr>
          <p:spPr>
            <a:xfrm>
              <a:off x="6561852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2" name="橢圓 91"/>
            <p:cNvSpPr/>
            <p:nvPr/>
          </p:nvSpPr>
          <p:spPr>
            <a:xfrm>
              <a:off x="6561852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3" name="橢圓 92"/>
            <p:cNvSpPr/>
            <p:nvPr/>
          </p:nvSpPr>
          <p:spPr>
            <a:xfrm>
              <a:off x="6561852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4" name="橢圓 93"/>
            <p:cNvSpPr/>
            <p:nvPr/>
          </p:nvSpPr>
          <p:spPr>
            <a:xfrm>
              <a:off x="6561852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5" name="橢圓 94"/>
            <p:cNvSpPr/>
            <p:nvPr/>
          </p:nvSpPr>
          <p:spPr>
            <a:xfrm>
              <a:off x="6561852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6" name="橢圓 95"/>
            <p:cNvSpPr/>
            <p:nvPr/>
          </p:nvSpPr>
          <p:spPr>
            <a:xfrm>
              <a:off x="6561852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7" name="直線單箭頭接點 96"/>
            <p:cNvCxnSpPr/>
            <p:nvPr/>
          </p:nvCxnSpPr>
          <p:spPr>
            <a:xfrm flipH="1">
              <a:off x="3859619" y="219928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線單箭頭接點 98"/>
            <p:cNvCxnSpPr/>
            <p:nvPr/>
          </p:nvCxnSpPr>
          <p:spPr>
            <a:xfrm flipH="1">
              <a:off x="4468056" y="2204606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線單箭頭接點 99"/>
            <p:cNvCxnSpPr/>
            <p:nvPr/>
          </p:nvCxnSpPr>
          <p:spPr>
            <a:xfrm flipH="1">
              <a:off x="5076493" y="219928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線單箭頭接點 100"/>
            <p:cNvCxnSpPr/>
            <p:nvPr/>
          </p:nvCxnSpPr>
          <p:spPr>
            <a:xfrm flipH="1">
              <a:off x="5684930" y="219928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線單箭頭接點 101"/>
            <p:cNvCxnSpPr/>
            <p:nvPr/>
          </p:nvCxnSpPr>
          <p:spPr>
            <a:xfrm flipH="1">
              <a:off x="6293657" y="2208271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線單箭頭接點 102"/>
            <p:cNvCxnSpPr/>
            <p:nvPr/>
          </p:nvCxnSpPr>
          <p:spPr>
            <a:xfrm flipH="1">
              <a:off x="3859619" y="282129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線單箭頭接點 104"/>
            <p:cNvCxnSpPr/>
            <p:nvPr/>
          </p:nvCxnSpPr>
          <p:spPr>
            <a:xfrm flipH="1">
              <a:off x="5076493" y="282129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線單箭頭接點 107"/>
            <p:cNvCxnSpPr/>
            <p:nvPr/>
          </p:nvCxnSpPr>
          <p:spPr>
            <a:xfrm flipH="1">
              <a:off x="3859619" y="3437982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線單箭頭接點 109"/>
            <p:cNvCxnSpPr/>
            <p:nvPr/>
          </p:nvCxnSpPr>
          <p:spPr>
            <a:xfrm flipH="1">
              <a:off x="5076493" y="3437982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線單箭頭接點 113"/>
            <p:cNvCxnSpPr/>
            <p:nvPr/>
          </p:nvCxnSpPr>
          <p:spPr>
            <a:xfrm flipH="1">
              <a:off x="4468056" y="4049355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線單箭頭接點 115"/>
            <p:cNvCxnSpPr/>
            <p:nvPr/>
          </p:nvCxnSpPr>
          <p:spPr>
            <a:xfrm flipH="1">
              <a:off x="5684930" y="4044038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線單箭頭接點 116"/>
            <p:cNvCxnSpPr/>
            <p:nvPr/>
          </p:nvCxnSpPr>
          <p:spPr>
            <a:xfrm flipH="1">
              <a:off x="6293657" y="4053020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線單箭頭接點 118"/>
            <p:cNvCxnSpPr/>
            <p:nvPr/>
          </p:nvCxnSpPr>
          <p:spPr>
            <a:xfrm flipH="1">
              <a:off x="4468056" y="466604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線單箭頭接點 120"/>
            <p:cNvCxnSpPr/>
            <p:nvPr/>
          </p:nvCxnSpPr>
          <p:spPr>
            <a:xfrm flipH="1">
              <a:off x="5684930" y="4660726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線單箭頭接點 121"/>
            <p:cNvCxnSpPr/>
            <p:nvPr/>
          </p:nvCxnSpPr>
          <p:spPr>
            <a:xfrm flipH="1">
              <a:off x="6293657" y="4669708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線單箭頭接點 122"/>
            <p:cNvCxnSpPr>
              <a:stCxn id="21" idx="0"/>
              <a:endCxn id="20" idx="4"/>
            </p:cNvCxnSpPr>
            <p:nvPr/>
          </p:nvCxnSpPr>
          <p:spPr>
            <a:xfrm flipV="1">
              <a:off x="4297935" y="4834906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線單箭頭接點 124"/>
            <p:cNvCxnSpPr/>
            <p:nvPr/>
          </p:nvCxnSpPr>
          <p:spPr>
            <a:xfrm flipH="1">
              <a:off x="5076493" y="529336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線單箭頭接點 127"/>
            <p:cNvCxnSpPr>
              <a:stCxn id="22" idx="0"/>
              <a:endCxn id="21" idx="4"/>
            </p:cNvCxnSpPr>
            <p:nvPr/>
          </p:nvCxnSpPr>
          <p:spPr>
            <a:xfrm flipV="1">
              <a:off x="4297935" y="5452377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線單箭頭接點 129"/>
            <p:cNvCxnSpPr/>
            <p:nvPr/>
          </p:nvCxnSpPr>
          <p:spPr>
            <a:xfrm flipH="1">
              <a:off x="5076493" y="589941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線單箭頭接點 133"/>
            <p:cNvCxnSpPr>
              <a:stCxn id="68" idx="0"/>
              <a:endCxn id="67" idx="4"/>
            </p:cNvCxnSpPr>
            <p:nvPr/>
          </p:nvCxnSpPr>
          <p:spPr>
            <a:xfrm flipV="1">
              <a:off x="4906372" y="6069848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線單箭頭接點 135"/>
            <p:cNvCxnSpPr/>
            <p:nvPr/>
          </p:nvCxnSpPr>
          <p:spPr>
            <a:xfrm flipH="1">
              <a:off x="5684930" y="6516108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線單箭頭接點 136"/>
            <p:cNvCxnSpPr>
              <a:stCxn id="95" idx="0"/>
              <a:endCxn id="94" idx="4"/>
            </p:cNvCxnSpPr>
            <p:nvPr/>
          </p:nvCxnSpPr>
          <p:spPr>
            <a:xfrm flipV="1">
              <a:off x="6731973" y="6069848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線單箭頭接點 138"/>
            <p:cNvCxnSpPr>
              <a:stCxn id="69" idx="0"/>
              <a:endCxn id="68" idx="4"/>
            </p:cNvCxnSpPr>
            <p:nvPr/>
          </p:nvCxnSpPr>
          <p:spPr>
            <a:xfrm flipV="1">
              <a:off x="4906372" y="6687319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線單箭頭接點 140"/>
            <p:cNvCxnSpPr/>
            <p:nvPr/>
          </p:nvCxnSpPr>
          <p:spPr>
            <a:xfrm flipH="1" flipV="1">
              <a:off x="5684930" y="714342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線單箭頭接點 141"/>
            <p:cNvCxnSpPr>
              <a:stCxn id="96" idx="0"/>
              <a:endCxn id="95" idx="4"/>
            </p:cNvCxnSpPr>
            <p:nvPr/>
          </p:nvCxnSpPr>
          <p:spPr>
            <a:xfrm flipV="1">
              <a:off x="6731973" y="6687319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線單箭頭接點 142"/>
            <p:cNvCxnSpPr/>
            <p:nvPr/>
          </p:nvCxnSpPr>
          <p:spPr>
            <a:xfrm flipV="1">
              <a:off x="3689498" y="2370326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線單箭頭接點 145"/>
            <p:cNvCxnSpPr/>
            <p:nvPr/>
          </p:nvCxnSpPr>
          <p:spPr>
            <a:xfrm flipV="1">
              <a:off x="3689498" y="2985145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線單箭頭接點 147"/>
            <p:cNvCxnSpPr/>
            <p:nvPr/>
          </p:nvCxnSpPr>
          <p:spPr>
            <a:xfrm flipV="1">
              <a:off x="3689498" y="3599964"/>
              <a:ext cx="0" cy="27539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線單箭頭接點 148"/>
            <p:cNvCxnSpPr/>
            <p:nvPr/>
          </p:nvCxnSpPr>
          <p:spPr>
            <a:xfrm flipV="1">
              <a:off x="3689498" y="4220087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線單箭頭接點 151"/>
            <p:cNvCxnSpPr/>
            <p:nvPr/>
          </p:nvCxnSpPr>
          <p:spPr>
            <a:xfrm flipV="1">
              <a:off x="3684525" y="4834906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線單箭頭接點 153"/>
            <p:cNvCxnSpPr/>
            <p:nvPr/>
          </p:nvCxnSpPr>
          <p:spPr>
            <a:xfrm flipV="1">
              <a:off x="3681782" y="5452377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線單箭頭接點 154"/>
            <p:cNvCxnSpPr/>
            <p:nvPr/>
          </p:nvCxnSpPr>
          <p:spPr>
            <a:xfrm flipV="1">
              <a:off x="3681782" y="6072500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線單箭頭接點 194"/>
            <p:cNvCxnSpPr/>
            <p:nvPr/>
          </p:nvCxnSpPr>
          <p:spPr>
            <a:xfrm rot="10800000">
              <a:off x="5635103" y="2320230"/>
              <a:ext cx="36784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線單箭頭接點 201"/>
            <p:cNvCxnSpPr/>
            <p:nvPr/>
          </p:nvCxnSpPr>
          <p:spPr>
            <a:xfrm rot="10800000">
              <a:off x="4395836" y="2326482"/>
              <a:ext cx="36784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直線單箭頭接點 202"/>
            <p:cNvCxnSpPr/>
            <p:nvPr/>
          </p:nvCxnSpPr>
          <p:spPr>
            <a:xfrm rot="10800000">
              <a:off x="6243540" y="2320230"/>
              <a:ext cx="36813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直線單箭頭接點 205"/>
            <p:cNvCxnSpPr/>
            <p:nvPr/>
          </p:nvCxnSpPr>
          <p:spPr>
            <a:xfrm rot="10800000">
              <a:off x="5635103" y="2935049"/>
              <a:ext cx="36784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線單箭頭接點 206"/>
            <p:cNvCxnSpPr/>
            <p:nvPr/>
          </p:nvCxnSpPr>
          <p:spPr>
            <a:xfrm rot="10800000">
              <a:off x="4418229" y="2935049"/>
              <a:ext cx="36784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線單箭頭接點 207"/>
            <p:cNvCxnSpPr/>
            <p:nvPr/>
          </p:nvCxnSpPr>
          <p:spPr>
            <a:xfrm rot="10800000">
              <a:off x="6243540" y="2935049"/>
              <a:ext cx="36813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線單箭頭接點 208"/>
            <p:cNvCxnSpPr/>
            <p:nvPr/>
          </p:nvCxnSpPr>
          <p:spPr>
            <a:xfrm rot="10800000">
              <a:off x="5635103" y="4784810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直線單箭頭接點 209"/>
            <p:cNvCxnSpPr/>
            <p:nvPr/>
          </p:nvCxnSpPr>
          <p:spPr>
            <a:xfrm rot="10800000">
              <a:off x="4418229" y="4784810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線單箭頭接點 210"/>
            <p:cNvCxnSpPr/>
            <p:nvPr/>
          </p:nvCxnSpPr>
          <p:spPr>
            <a:xfrm rot="10800000">
              <a:off x="6243540" y="4784810"/>
              <a:ext cx="36813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直線單箭頭接點 211"/>
            <p:cNvCxnSpPr/>
            <p:nvPr/>
          </p:nvCxnSpPr>
          <p:spPr>
            <a:xfrm rot="10800000">
              <a:off x="5635103" y="5402281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直線單箭頭接點 212"/>
            <p:cNvCxnSpPr/>
            <p:nvPr/>
          </p:nvCxnSpPr>
          <p:spPr>
            <a:xfrm rot="10800000">
              <a:off x="4418229" y="5402281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直線單箭頭接點 213"/>
            <p:cNvCxnSpPr/>
            <p:nvPr/>
          </p:nvCxnSpPr>
          <p:spPr>
            <a:xfrm rot="10800000">
              <a:off x="6243540" y="5402281"/>
              <a:ext cx="36813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直線單箭頭接點 232"/>
            <p:cNvCxnSpPr/>
            <p:nvPr/>
          </p:nvCxnSpPr>
          <p:spPr>
            <a:xfrm rot="10800000">
              <a:off x="3809792" y="3549868"/>
              <a:ext cx="349318" cy="359855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直線單箭頭接點 235"/>
            <p:cNvCxnSpPr/>
            <p:nvPr/>
          </p:nvCxnSpPr>
          <p:spPr>
            <a:xfrm rot="10800000">
              <a:off x="3809792" y="4167339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直線單箭頭接點 238"/>
            <p:cNvCxnSpPr/>
            <p:nvPr/>
          </p:nvCxnSpPr>
          <p:spPr>
            <a:xfrm rot="10800000">
              <a:off x="3809792" y="6019752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直線單箭頭接點 241"/>
            <p:cNvCxnSpPr/>
            <p:nvPr/>
          </p:nvCxnSpPr>
          <p:spPr>
            <a:xfrm rot="10800000">
              <a:off x="3809792" y="6637223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直線單箭頭接點 248"/>
            <p:cNvCxnSpPr/>
            <p:nvPr/>
          </p:nvCxnSpPr>
          <p:spPr>
            <a:xfrm flipV="1">
              <a:off x="3684525" y="6689971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直線單箭頭接點 254"/>
            <p:cNvCxnSpPr/>
            <p:nvPr/>
          </p:nvCxnSpPr>
          <p:spPr>
            <a:xfrm rot="10800000">
              <a:off x="5026666" y="6019752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直線單箭頭接點 257"/>
            <p:cNvCxnSpPr/>
            <p:nvPr/>
          </p:nvCxnSpPr>
          <p:spPr>
            <a:xfrm rot="10800000">
              <a:off x="5026666" y="6637223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直線單箭頭接點 260"/>
            <p:cNvCxnSpPr/>
            <p:nvPr/>
          </p:nvCxnSpPr>
          <p:spPr>
            <a:xfrm rot="10800000">
              <a:off x="5026666" y="3549868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直線單箭頭接點 263"/>
            <p:cNvCxnSpPr/>
            <p:nvPr/>
          </p:nvCxnSpPr>
          <p:spPr>
            <a:xfrm rot="10800000">
              <a:off x="5026666" y="4167339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內容版面配置區 5"/>
              <p:cNvSpPr>
                <a:spLocks noGrp="1"/>
              </p:cNvSpPr>
              <p:nvPr>
                <p:ph idx="1"/>
              </p:nvPr>
            </p:nvSpPr>
            <p:spPr>
              <a:xfrm>
                <a:off x="503999" y="1769043"/>
                <a:ext cx="3810868" cy="4384438"/>
              </a:xfrm>
            </p:spPr>
            <p:txBody>
              <a:bodyPr/>
              <a:lstStyle/>
              <a:p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Parent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𝑃𝑃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 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endParaRPr lang="en-US" altLang="zh-TW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Re-root</a:t>
                </a:r>
                <a:endParaRPr lang="zh-TW" alt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6" name="內容版面配置區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3999" y="1769043"/>
                <a:ext cx="3810868" cy="4384438"/>
              </a:xfrm>
              <a:blipFill>
                <a:blip r:embed="rId2"/>
                <a:stretch>
                  <a:fillRect l="-6560" t="-29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74434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3998" y="285556"/>
            <a:ext cx="9071643" cy="1262155"/>
          </a:xfrm>
        </p:spPr>
        <p:txBody>
          <a:bodyPr/>
          <a:lstStyle/>
          <a:p>
            <a:r>
              <a:rPr lang="en-US" altLang="zh-TW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Algorithm</a:t>
            </a:r>
            <a:endParaRPr lang="zh-TW" altLang="en-US" b="1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11</a:t>
            </a:fld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4559612" y="1264383"/>
          <a:ext cx="4284000" cy="612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25" name="群組 24"/>
          <p:cNvGrpSpPr/>
          <p:nvPr/>
        </p:nvGrpSpPr>
        <p:grpSpPr>
          <a:xfrm>
            <a:off x="5312082" y="2028251"/>
            <a:ext cx="3382717" cy="5276539"/>
            <a:chOff x="3519377" y="2028251"/>
            <a:chExt cx="3382717" cy="5276539"/>
          </a:xfrm>
        </p:grpSpPr>
        <p:sp>
          <p:nvSpPr>
            <p:cNvPr id="3" name="橢圓 2"/>
            <p:cNvSpPr/>
            <p:nvPr/>
          </p:nvSpPr>
          <p:spPr>
            <a:xfrm>
              <a:off x="3519377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7" name="橢圓 6"/>
            <p:cNvSpPr/>
            <p:nvPr/>
          </p:nvSpPr>
          <p:spPr>
            <a:xfrm>
              <a:off x="3519377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橢圓 7"/>
            <p:cNvSpPr/>
            <p:nvPr/>
          </p:nvSpPr>
          <p:spPr>
            <a:xfrm>
              <a:off x="3519377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橢圓 8"/>
            <p:cNvSpPr/>
            <p:nvPr/>
          </p:nvSpPr>
          <p:spPr>
            <a:xfrm>
              <a:off x="3519377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橢圓 9"/>
            <p:cNvSpPr/>
            <p:nvPr/>
          </p:nvSpPr>
          <p:spPr>
            <a:xfrm>
              <a:off x="3519377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橢圓 11"/>
            <p:cNvSpPr/>
            <p:nvPr/>
          </p:nvSpPr>
          <p:spPr>
            <a:xfrm>
              <a:off x="3519377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橢圓 12"/>
            <p:cNvSpPr/>
            <p:nvPr/>
          </p:nvSpPr>
          <p:spPr>
            <a:xfrm>
              <a:off x="3519377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橢圓 13"/>
            <p:cNvSpPr/>
            <p:nvPr/>
          </p:nvSpPr>
          <p:spPr>
            <a:xfrm>
              <a:off x="3519377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橢圓 14"/>
            <p:cNvSpPr/>
            <p:nvPr/>
          </p:nvSpPr>
          <p:spPr>
            <a:xfrm>
              <a:off x="3519377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橢圓 15"/>
            <p:cNvSpPr/>
            <p:nvPr/>
          </p:nvSpPr>
          <p:spPr>
            <a:xfrm>
              <a:off x="4127814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橢圓 16"/>
            <p:cNvSpPr/>
            <p:nvPr/>
          </p:nvSpPr>
          <p:spPr>
            <a:xfrm>
              <a:off x="4127814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橢圓 17"/>
            <p:cNvSpPr/>
            <p:nvPr/>
          </p:nvSpPr>
          <p:spPr>
            <a:xfrm>
              <a:off x="4127814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橢圓 18"/>
            <p:cNvSpPr/>
            <p:nvPr/>
          </p:nvSpPr>
          <p:spPr>
            <a:xfrm>
              <a:off x="4127814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橢圓 19"/>
            <p:cNvSpPr/>
            <p:nvPr/>
          </p:nvSpPr>
          <p:spPr>
            <a:xfrm>
              <a:off x="4127814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橢圓 20"/>
            <p:cNvSpPr/>
            <p:nvPr/>
          </p:nvSpPr>
          <p:spPr>
            <a:xfrm>
              <a:off x="4127814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橢圓 21"/>
            <p:cNvSpPr/>
            <p:nvPr/>
          </p:nvSpPr>
          <p:spPr>
            <a:xfrm>
              <a:off x="4127814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橢圓 22"/>
            <p:cNvSpPr/>
            <p:nvPr/>
          </p:nvSpPr>
          <p:spPr>
            <a:xfrm>
              <a:off x="4127814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橢圓 23"/>
            <p:cNvSpPr/>
            <p:nvPr/>
          </p:nvSpPr>
          <p:spPr>
            <a:xfrm>
              <a:off x="4127814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1" name="橢圓 60"/>
            <p:cNvSpPr/>
            <p:nvPr/>
          </p:nvSpPr>
          <p:spPr>
            <a:xfrm>
              <a:off x="4736251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62" name="橢圓 61"/>
            <p:cNvSpPr/>
            <p:nvPr/>
          </p:nvSpPr>
          <p:spPr>
            <a:xfrm>
              <a:off x="4736251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3" name="橢圓 62"/>
            <p:cNvSpPr/>
            <p:nvPr/>
          </p:nvSpPr>
          <p:spPr>
            <a:xfrm>
              <a:off x="4736251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4" name="橢圓 63"/>
            <p:cNvSpPr/>
            <p:nvPr/>
          </p:nvSpPr>
          <p:spPr>
            <a:xfrm>
              <a:off x="4736251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5" name="橢圓 64"/>
            <p:cNvSpPr/>
            <p:nvPr/>
          </p:nvSpPr>
          <p:spPr>
            <a:xfrm>
              <a:off x="4736251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6" name="橢圓 65"/>
            <p:cNvSpPr/>
            <p:nvPr/>
          </p:nvSpPr>
          <p:spPr>
            <a:xfrm>
              <a:off x="4736251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7" name="橢圓 66"/>
            <p:cNvSpPr/>
            <p:nvPr/>
          </p:nvSpPr>
          <p:spPr>
            <a:xfrm>
              <a:off x="4736251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8" name="橢圓 67"/>
            <p:cNvSpPr/>
            <p:nvPr/>
          </p:nvSpPr>
          <p:spPr>
            <a:xfrm>
              <a:off x="4736251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9" name="橢圓 68"/>
            <p:cNvSpPr/>
            <p:nvPr/>
          </p:nvSpPr>
          <p:spPr>
            <a:xfrm>
              <a:off x="4736251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0" name="橢圓 69"/>
            <p:cNvSpPr/>
            <p:nvPr/>
          </p:nvSpPr>
          <p:spPr>
            <a:xfrm>
              <a:off x="5344688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1" name="橢圓 70"/>
            <p:cNvSpPr/>
            <p:nvPr/>
          </p:nvSpPr>
          <p:spPr>
            <a:xfrm>
              <a:off x="5344688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橢圓 71"/>
            <p:cNvSpPr/>
            <p:nvPr/>
          </p:nvSpPr>
          <p:spPr>
            <a:xfrm>
              <a:off x="5344688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" name="橢圓 72"/>
            <p:cNvSpPr/>
            <p:nvPr/>
          </p:nvSpPr>
          <p:spPr>
            <a:xfrm>
              <a:off x="5344688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橢圓 73"/>
            <p:cNvSpPr/>
            <p:nvPr/>
          </p:nvSpPr>
          <p:spPr>
            <a:xfrm>
              <a:off x="5344688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5" name="橢圓 74"/>
            <p:cNvSpPr/>
            <p:nvPr/>
          </p:nvSpPr>
          <p:spPr>
            <a:xfrm>
              <a:off x="5344688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6" name="橢圓 75"/>
            <p:cNvSpPr/>
            <p:nvPr/>
          </p:nvSpPr>
          <p:spPr>
            <a:xfrm>
              <a:off x="5344688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橢圓 76"/>
            <p:cNvSpPr/>
            <p:nvPr/>
          </p:nvSpPr>
          <p:spPr>
            <a:xfrm>
              <a:off x="5344688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橢圓 77"/>
            <p:cNvSpPr/>
            <p:nvPr/>
          </p:nvSpPr>
          <p:spPr>
            <a:xfrm>
              <a:off x="5344688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9" name="橢圓 78"/>
            <p:cNvSpPr/>
            <p:nvPr/>
          </p:nvSpPr>
          <p:spPr>
            <a:xfrm>
              <a:off x="5953125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0" name="橢圓 79"/>
            <p:cNvSpPr/>
            <p:nvPr/>
          </p:nvSpPr>
          <p:spPr>
            <a:xfrm>
              <a:off x="5953125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1" name="橢圓 80"/>
            <p:cNvSpPr/>
            <p:nvPr/>
          </p:nvSpPr>
          <p:spPr>
            <a:xfrm>
              <a:off x="5953125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2" name="橢圓 81"/>
            <p:cNvSpPr/>
            <p:nvPr/>
          </p:nvSpPr>
          <p:spPr>
            <a:xfrm>
              <a:off x="5953125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3" name="橢圓 82"/>
            <p:cNvSpPr/>
            <p:nvPr/>
          </p:nvSpPr>
          <p:spPr>
            <a:xfrm>
              <a:off x="5953125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4" name="橢圓 83"/>
            <p:cNvSpPr/>
            <p:nvPr/>
          </p:nvSpPr>
          <p:spPr>
            <a:xfrm>
              <a:off x="5953125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5" name="橢圓 84"/>
            <p:cNvSpPr/>
            <p:nvPr/>
          </p:nvSpPr>
          <p:spPr>
            <a:xfrm>
              <a:off x="5953125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6" name="橢圓 85"/>
            <p:cNvSpPr/>
            <p:nvPr/>
          </p:nvSpPr>
          <p:spPr>
            <a:xfrm>
              <a:off x="5953125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7" name="橢圓 86"/>
            <p:cNvSpPr/>
            <p:nvPr/>
          </p:nvSpPr>
          <p:spPr>
            <a:xfrm>
              <a:off x="5953125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88" name="橢圓 87"/>
            <p:cNvSpPr/>
            <p:nvPr/>
          </p:nvSpPr>
          <p:spPr>
            <a:xfrm>
              <a:off x="6561852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9" name="橢圓 88"/>
            <p:cNvSpPr/>
            <p:nvPr/>
          </p:nvSpPr>
          <p:spPr>
            <a:xfrm>
              <a:off x="6561852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0" name="橢圓 89"/>
            <p:cNvSpPr/>
            <p:nvPr/>
          </p:nvSpPr>
          <p:spPr>
            <a:xfrm>
              <a:off x="6561852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1" name="橢圓 90"/>
            <p:cNvSpPr/>
            <p:nvPr/>
          </p:nvSpPr>
          <p:spPr>
            <a:xfrm>
              <a:off x="6561852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2" name="橢圓 91"/>
            <p:cNvSpPr/>
            <p:nvPr/>
          </p:nvSpPr>
          <p:spPr>
            <a:xfrm>
              <a:off x="6561852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3" name="橢圓 92"/>
            <p:cNvSpPr/>
            <p:nvPr/>
          </p:nvSpPr>
          <p:spPr>
            <a:xfrm>
              <a:off x="6561852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4" name="橢圓 93"/>
            <p:cNvSpPr/>
            <p:nvPr/>
          </p:nvSpPr>
          <p:spPr>
            <a:xfrm>
              <a:off x="6561852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5" name="橢圓 94"/>
            <p:cNvSpPr/>
            <p:nvPr/>
          </p:nvSpPr>
          <p:spPr>
            <a:xfrm>
              <a:off x="6561852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6" name="橢圓 95"/>
            <p:cNvSpPr/>
            <p:nvPr/>
          </p:nvSpPr>
          <p:spPr>
            <a:xfrm>
              <a:off x="6561852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7" name="直線單箭頭接點 96"/>
            <p:cNvCxnSpPr/>
            <p:nvPr/>
          </p:nvCxnSpPr>
          <p:spPr>
            <a:xfrm flipH="1">
              <a:off x="3859619" y="219928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線單箭頭接點 98"/>
            <p:cNvCxnSpPr/>
            <p:nvPr/>
          </p:nvCxnSpPr>
          <p:spPr>
            <a:xfrm flipH="1">
              <a:off x="4468056" y="2204606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線單箭頭接點 99"/>
            <p:cNvCxnSpPr/>
            <p:nvPr/>
          </p:nvCxnSpPr>
          <p:spPr>
            <a:xfrm flipH="1">
              <a:off x="5076493" y="219928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線單箭頭接點 100"/>
            <p:cNvCxnSpPr/>
            <p:nvPr/>
          </p:nvCxnSpPr>
          <p:spPr>
            <a:xfrm flipH="1">
              <a:off x="5684930" y="219928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線單箭頭接點 101"/>
            <p:cNvCxnSpPr/>
            <p:nvPr/>
          </p:nvCxnSpPr>
          <p:spPr>
            <a:xfrm flipH="1">
              <a:off x="6293657" y="2208271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線單箭頭接點 102"/>
            <p:cNvCxnSpPr/>
            <p:nvPr/>
          </p:nvCxnSpPr>
          <p:spPr>
            <a:xfrm flipH="1">
              <a:off x="3859619" y="282129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線單箭頭接點 104"/>
            <p:cNvCxnSpPr/>
            <p:nvPr/>
          </p:nvCxnSpPr>
          <p:spPr>
            <a:xfrm flipH="1">
              <a:off x="5076493" y="282129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線單箭頭接點 107"/>
            <p:cNvCxnSpPr/>
            <p:nvPr/>
          </p:nvCxnSpPr>
          <p:spPr>
            <a:xfrm flipH="1">
              <a:off x="3859619" y="3437982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線單箭頭接點 109"/>
            <p:cNvCxnSpPr/>
            <p:nvPr/>
          </p:nvCxnSpPr>
          <p:spPr>
            <a:xfrm flipH="1">
              <a:off x="5076493" y="3437982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線單箭頭接點 113"/>
            <p:cNvCxnSpPr/>
            <p:nvPr/>
          </p:nvCxnSpPr>
          <p:spPr>
            <a:xfrm flipH="1">
              <a:off x="4468056" y="4049355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線單箭頭接點 115"/>
            <p:cNvCxnSpPr/>
            <p:nvPr/>
          </p:nvCxnSpPr>
          <p:spPr>
            <a:xfrm flipH="1">
              <a:off x="5684930" y="4044038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線單箭頭接點 116"/>
            <p:cNvCxnSpPr/>
            <p:nvPr/>
          </p:nvCxnSpPr>
          <p:spPr>
            <a:xfrm flipH="1">
              <a:off x="6293657" y="4053020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線單箭頭接點 118"/>
            <p:cNvCxnSpPr/>
            <p:nvPr/>
          </p:nvCxnSpPr>
          <p:spPr>
            <a:xfrm flipH="1">
              <a:off x="4468056" y="466604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線單箭頭接點 120"/>
            <p:cNvCxnSpPr/>
            <p:nvPr/>
          </p:nvCxnSpPr>
          <p:spPr>
            <a:xfrm flipH="1">
              <a:off x="5684930" y="4660726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線單箭頭接點 121"/>
            <p:cNvCxnSpPr/>
            <p:nvPr/>
          </p:nvCxnSpPr>
          <p:spPr>
            <a:xfrm flipH="1">
              <a:off x="6293657" y="4669708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線單箭頭接點 122"/>
            <p:cNvCxnSpPr>
              <a:stCxn id="21" idx="0"/>
              <a:endCxn id="20" idx="4"/>
            </p:cNvCxnSpPr>
            <p:nvPr/>
          </p:nvCxnSpPr>
          <p:spPr>
            <a:xfrm flipV="1">
              <a:off x="4297935" y="4834906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線單箭頭接點 124"/>
            <p:cNvCxnSpPr/>
            <p:nvPr/>
          </p:nvCxnSpPr>
          <p:spPr>
            <a:xfrm flipH="1">
              <a:off x="5076493" y="529336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線單箭頭接點 127"/>
            <p:cNvCxnSpPr>
              <a:stCxn id="22" idx="0"/>
              <a:endCxn id="21" idx="4"/>
            </p:cNvCxnSpPr>
            <p:nvPr/>
          </p:nvCxnSpPr>
          <p:spPr>
            <a:xfrm flipV="1">
              <a:off x="4297935" y="5452377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線單箭頭接點 129"/>
            <p:cNvCxnSpPr/>
            <p:nvPr/>
          </p:nvCxnSpPr>
          <p:spPr>
            <a:xfrm flipH="1">
              <a:off x="5076493" y="589941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線單箭頭接點 133"/>
            <p:cNvCxnSpPr>
              <a:stCxn id="68" idx="0"/>
              <a:endCxn id="67" idx="4"/>
            </p:cNvCxnSpPr>
            <p:nvPr/>
          </p:nvCxnSpPr>
          <p:spPr>
            <a:xfrm flipV="1">
              <a:off x="4906372" y="6069848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線單箭頭接點 135"/>
            <p:cNvCxnSpPr/>
            <p:nvPr/>
          </p:nvCxnSpPr>
          <p:spPr>
            <a:xfrm flipH="1">
              <a:off x="5684930" y="6516108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線單箭頭接點 136"/>
            <p:cNvCxnSpPr>
              <a:stCxn id="95" idx="0"/>
              <a:endCxn id="94" idx="4"/>
            </p:cNvCxnSpPr>
            <p:nvPr/>
          </p:nvCxnSpPr>
          <p:spPr>
            <a:xfrm flipV="1">
              <a:off x="6731973" y="6069848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線單箭頭接點 138"/>
            <p:cNvCxnSpPr>
              <a:stCxn id="69" idx="0"/>
              <a:endCxn id="68" idx="4"/>
            </p:cNvCxnSpPr>
            <p:nvPr/>
          </p:nvCxnSpPr>
          <p:spPr>
            <a:xfrm flipV="1">
              <a:off x="4906372" y="6687319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線單箭頭接點 140"/>
            <p:cNvCxnSpPr/>
            <p:nvPr/>
          </p:nvCxnSpPr>
          <p:spPr>
            <a:xfrm flipH="1" flipV="1">
              <a:off x="5684930" y="714342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線單箭頭接點 141"/>
            <p:cNvCxnSpPr>
              <a:stCxn id="96" idx="0"/>
              <a:endCxn id="95" idx="4"/>
            </p:cNvCxnSpPr>
            <p:nvPr/>
          </p:nvCxnSpPr>
          <p:spPr>
            <a:xfrm flipV="1">
              <a:off x="6731973" y="6687319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線單箭頭接點 142"/>
            <p:cNvCxnSpPr/>
            <p:nvPr/>
          </p:nvCxnSpPr>
          <p:spPr>
            <a:xfrm flipV="1">
              <a:off x="3689498" y="2370326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線單箭頭接點 145"/>
            <p:cNvCxnSpPr/>
            <p:nvPr/>
          </p:nvCxnSpPr>
          <p:spPr>
            <a:xfrm flipV="1">
              <a:off x="3689498" y="2985145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線單箭頭接點 147"/>
            <p:cNvCxnSpPr/>
            <p:nvPr/>
          </p:nvCxnSpPr>
          <p:spPr>
            <a:xfrm flipV="1">
              <a:off x="3689498" y="3599964"/>
              <a:ext cx="0" cy="27539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線單箭頭接點 148"/>
            <p:cNvCxnSpPr/>
            <p:nvPr/>
          </p:nvCxnSpPr>
          <p:spPr>
            <a:xfrm flipV="1">
              <a:off x="3689498" y="4220087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線單箭頭接點 151"/>
            <p:cNvCxnSpPr/>
            <p:nvPr/>
          </p:nvCxnSpPr>
          <p:spPr>
            <a:xfrm flipV="1">
              <a:off x="3684525" y="4834906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線單箭頭接點 153"/>
            <p:cNvCxnSpPr/>
            <p:nvPr/>
          </p:nvCxnSpPr>
          <p:spPr>
            <a:xfrm flipV="1">
              <a:off x="3681782" y="5452377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線單箭頭接點 154"/>
            <p:cNvCxnSpPr/>
            <p:nvPr/>
          </p:nvCxnSpPr>
          <p:spPr>
            <a:xfrm flipV="1">
              <a:off x="3681782" y="6072500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線單箭頭接點 194"/>
            <p:cNvCxnSpPr/>
            <p:nvPr/>
          </p:nvCxnSpPr>
          <p:spPr>
            <a:xfrm rot="10800000">
              <a:off x="5635103" y="2320230"/>
              <a:ext cx="36784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線單箭頭接點 201"/>
            <p:cNvCxnSpPr/>
            <p:nvPr/>
          </p:nvCxnSpPr>
          <p:spPr>
            <a:xfrm rot="10800000">
              <a:off x="4395836" y="2326482"/>
              <a:ext cx="36784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直線單箭頭接點 202"/>
            <p:cNvCxnSpPr/>
            <p:nvPr/>
          </p:nvCxnSpPr>
          <p:spPr>
            <a:xfrm rot="10800000">
              <a:off x="6243540" y="2320230"/>
              <a:ext cx="36813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直線單箭頭接點 205"/>
            <p:cNvCxnSpPr/>
            <p:nvPr/>
          </p:nvCxnSpPr>
          <p:spPr>
            <a:xfrm rot="10800000">
              <a:off x="5635103" y="2935049"/>
              <a:ext cx="36784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線單箭頭接點 206"/>
            <p:cNvCxnSpPr/>
            <p:nvPr/>
          </p:nvCxnSpPr>
          <p:spPr>
            <a:xfrm rot="10800000">
              <a:off x="4418229" y="2935049"/>
              <a:ext cx="36784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線單箭頭接點 207"/>
            <p:cNvCxnSpPr/>
            <p:nvPr/>
          </p:nvCxnSpPr>
          <p:spPr>
            <a:xfrm rot="10800000">
              <a:off x="6243540" y="2935049"/>
              <a:ext cx="36813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線單箭頭接點 208"/>
            <p:cNvCxnSpPr/>
            <p:nvPr/>
          </p:nvCxnSpPr>
          <p:spPr>
            <a:xfrm rot="10800000">
              <a:off x="5635103" y="4784810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直線單箭頭接點 209"/>
            <p:cNvCxnSpPr/>
            <p:nvPr/>
          </p:nvCxnSpPr>
          <p:spPr>
            <a:xfrm rot="10800000">
              <a:off x="4418229" y="4784810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線單箭頭接點 210"/>
            <p:cNvCxnSpPr/>
            <p:nvPr/>
          </p:nvCxnSpPr>
          <p:spPr>
            <a:xfrm rot="10800000">
              <a:off x="6243540" y="4784810"/>
              <a:ext cx="36813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直線單箭頭接點 211"/>
            <p:cNvCxnSpPr/>
            <p:nvPr/>
          </p:nvCxnSpPr>
          <p:spPr>
            <a:xfrm rot="10800000">
              <a:off x="5635103" y="5402281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直線單箭頭接點 212"/>
            <p:cNvCxnSpPr/>
            <p:nvPr/>
          </p:nvCxnSpPr>
          <p:spPr>
            <a:xfrm rot="10800000">
              <a:off x="4418229" y="5402281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直線單箭頭接點 213"/>
            <p:cNvCxnSpPr/>
            <p:nvPr/>
          </p:nvCxnSpPr>
          <p:spPr>
            <a:xfrm rot="10800000">
              <a:off x="6243540" y="5402281"/>
              <a:ext cx="36813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直線單箭頭接點 232"/>
            <p:cNvCxnSpPr/>
            <p:nvPr/>
          </p:nvCxnSpPr>
          <p:spPr>
            <a:xfrm rot="10800000">
              <a:off x="3809792" y="3549868"/>
              <a:ext cx="349318" cy="359855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直線單箭頭接點 235"/>
            <p:cNvCxnSpPr/>
            <p:nvPr/>
          </p:nvCxnSpPr>
          <p:spPr>
            <a:xfrm rot="10800000">
              <a:off x="3809792" y="4167339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直線單箭頭接點 238"/>
            <p:cNvCxnSpPr/>
            <p:nvPr/>
          </p:nvCxnSpPr>
          <p:spPr>
            <a:xfrm rot="10800000">
              <a:off x="3809792" y="6019752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直線單箭頭接點 241"/>
            <p:cNvCxnSpPr/>
            <p:nvPr/>
          </p:nvCxnSpPr>
          <p:spPr>
            <a:xfrm rot="10800000">
              <a:off x="3809792" y="6637223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直線單箭頭接點 248"/>
            <p:cNvCxnSpPr/>
            <p:nvPr/>
          </p:nvCxnSpPr>
          <p:spPr>
            <a:xfrm flipV="1">
              <a:off x="3684525" y="6689971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直線單箭頭接點 254"/>
            <p:cNvCxnSpPr/>
            <p:nvPr/>
          </p:nvCxnSpPr>
          <p:spPr>
            <a:xfrm rot="10800000">
              <a:off x="5026666" y="6019752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直線單箭頭接點 257"/>
            <p:cNvCxnSpPr/>
            <p:nvPr/>
          </p:nvCxnSpPr>
          <p:spPr>
            <a:xfrm rot="10800000">
              <a:off x="5026666" y="6637223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直線單箭頭接點 260"/>
            <p:cNvCxnSpPr/>
            <p:nvPr/>
          </p:nvCxnSpPr>
          <p:spPr>
            <a:xfrm rot="10800000">
              <a:off x="5026666" y="3549868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直線單箭頭接點 263"/>
            <p:cNvCxnSpPr/>
            <p:nvPr/>
          </p:nvCxnSpPr>
          <p:spPr>
            <a:xfrm rot="10800000">
              <a:off x="5026666" y="4167339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內容版面配置區 5"/>
          <p:cNvSpPr>
            <a:spLocks noGrp="1"/>
          </p:cNvSpPr>
          <p:nvPr>
            <p:ph idx="1"/>
          </p:nvPr>
        </p:nvSpPr>
        <p:spPr>
          <a:xfrm>
            <a:off x="503999" y="1769043"/>
            <a:ext cx="3810868" cy="4384438"/>
          </a:xfrm>
        </p:spPr>
        <p:txBody>
          <a:bodyPr/>
          <a:lstStyle/>
          <a:p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Initial</a:t>
            </a:r>
            <a:endParaRPr lang="zh-TW" alt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1" name="矩形: 圓角 10"/>
          <p:cNvSpPr/>
          <p:nvPr/>
        </p:nvSpPr>
        <p:spPr>
          <a:xfrm>
            <a:off x="4314867" y="1871895"/>
            <a:ext cx="4856429" cy="3077048"/>
          </a:xfrm>
          <a:prstGeom prst="roundRect">
            <a:avLst/>
          </a:prstGeom>
          <a:noFill/>
          <a:ln w="412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3081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3998" y="285556"/>
            <a:ext cx="9071643" cy="1262155"/>
          </a:xfrm>
        </p:spPr>
        <p:txBody>
          <a:bodyPr/>
          <a:lstStyle/>
          <a:p>
            <a:r>
              <a:rPr lang="en-US" altLang="zh-TW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Algorithm</a:t>
            </a:r>
            <a:endParaRPr lang="zh-TW" altLang="en-US" b="1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12</a:t>
            </a:fld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4559612" y="1264383"/>
          <a:ext cx="4284000" cy="612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25" name="群組 24"/>
          <p:cNvGrpSpPr/>
          <p:nvPr/>
        </p:nvGrpSpPr>
        <p:grpSpPr>
          <a:xfrm>
            <a:off x="5312082" y="2028251"/>
            <a:ext cx="3382717" cy="5276539"/>
            <a:chOff x="3519377" y="2028251"/>
            <a:chExt cx="3382717" cy="5276539"/>
          </a:xfrm>
        </p:grpSpPr>
        <p:sp>
          <p:nvSpPr>
            <p:cNvPr id="3" name="橢圓 2"/>
            <p:cNvSpPr/>
            <p:nvPr/>
          </p:nvSpPr>
          <p:spPr>
            <a:xfrm>
              <a:off x="3519377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7" name="橢圓 6"/>
            <p:cNvSpPr/>
            <p:nvPr/>
          </p:nvSpPr>
          <p:spPr>
            <a:xfrm>
              <a:off x="3519377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橢圓 7"/>
            <p:cNvSpPr/>
            <p:nvPr/>
          </p:nvSpPr>
          <p:spPr>
            <a:xfrm>
              <a:off x="3519377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橢圓 8"/>
            <p:cNvSpPr/>
            <p:nvPr/>
          </p:nvSpPr>
          <p:spPr>
            <a:xfrm>
              <a:off x="3519377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橢圓 9"/>
            <p:cNvSpPr/>
            <p:nvPr/>
          </p:nvSpPr>
          <p:spPr>
            <a:xfrm>
              <a:off x="3519377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橢圓 11"/>
            <p:cNvSpPr/>
            <p:nvPr/>
          </p:nvSpPr>
          <p:spPr>
            <a:xfrm>
              <a:off x="3519377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橢圓 12"/>
            <p:cNvSpPr/>
            <p:nvPr/>
          </p:nvSpPr>
          <p:spPr>
            <a:xfrm>
              <a:off x="3519377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橢圓 13"/>
            <p:cNvSpPr/>
            <p:nvPr/>
          </p:nvSpPr>
          <p:spPr>
            <a:xfrm>
              <a:off x="3519377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橢圓 14"/>
            <p:cNvSpPr/>
            <p:nvPr/>
          </p:nvSpPr>
          <p:spPr>
            <a:xfrm>
              <a:off x="3519377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橢圓 15"/>
            <p:cNvSpPr/>
            <p:nvPr/>
          </p:nvSpPr>
          <p:spPr>
            <a:xfrm>
              <a:off x="4127814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橢圓 16"/>
            <p:cNvSpPr/>
            <p:nvPr/>
          </p:nvSpPr>
          <p:spPr>
            <a:xfrm>
              <a:off x="4127814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橢圓 17"/>
            <p:cNvSpPr/>
            <p:nvPr/>
          </p:nvSpPr>
          <p:spPr>
            <a:xfrm>
              <a:off x="4127814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橢圓 18"/>
            <p:cNvSpPr/>
            <p:nvPr/>
          </p:nvSpPr>
          <p:spPr>
            <a:xfrm>
              <a:off x="4127814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橢圓 19"/>
            <p:cNvSpPr/>
            <p:nvPr/>
          </p:nvSpPr>
          <p:spPr>
            <a:xfrm>
              <a:off x="4127814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橢圓 20"/>
            <p:cNvSpPr/>
            <p:nvPr/>
          </p:nvSpPr>
          <p:spPr>
            <a:xfrm>
              <a:off x="4127814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橢圓 21"/>
            <p:cNvSpPr/>
            <p:nvPr/>
          </p:nvSpPr>
          <p:spPr>
            <a:xfrm>
              <a:off x="4127814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橢圓 22"/>
            <p:cNvSpPr/>
            <p:nvPr/>
          </p:nvSpPr>
          <p:spPr>
            <a:xfrm>
              <a:off x="4127814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橢圓 23"/>
            <p:cNvSpPr/>
            <p:nvPr/>
          </p:nvSpPr>
          <p:spPr>
            <a:xfrm>
              <a:off x="4127814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1" name="橢圓 60"/>
            <p:cNvSpPr/>
            <p:nvPr/>
          </p:nvSpPr>
          <p:spPr>
            <a:xfrm>
              <a:off x="4736251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62" name="橢圓 61"/>
            <p:cNvSpPr/>
            <p:nvPr/>
          </p:nvSpPr>
          <p:spPr>
            <a:xfrm>
              <a:off x="4736251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3" name="橢圓 62"/>
            <p:cNvSpPr/>
            <p:nvPr/>
          </p:nvSpPr>
          <p:spPr>
            <a:xfrm>
              <a:off x="4736251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4" name="橢圓 63"/>
            <p:cNvSpPr/>
            <p:nvPr/>
          </p:nvSpPr>
          <p:spPr>
            <a:xfrm>
              <a:off x="4736251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5" name="橢圓 64"/>
            <p:cNvSpPr/>
            <p:nvPr/>
          </p:nvSpPr>
          <p:spPr>
            <a:xfrm>
              <a:off x="4736251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6" name="橢圓 65"/>
            <p:cNvSpPr/>
            <p:nvPr/>
          </p:nvSpPr>
          <p:spPr>
            <a:xfrm>
              <a:off x="4736251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7" name="橢圓 66"/>
            <p:cNvSpPr/>
            <p:nvPr/>
          </p:nvSpPr>
          <p:spPr>
            <a:xfrm>
              <a:off x="4736251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8" name="橢圓 67"/>
            <p:cNvSpPr/>
            <p:nvPr/>
          </p:nvSpPr>
          <p:spPr>
            <a:xfrm>
              <a:off x="4736251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9" name="橢圓 68"/>
            <p:cNvSpPr/>
            <p:nvPr/>
          </p:nvSpPr>
          <p:spPr>
            <a:xfrm>
              <a:off x="4736251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0" name="橢圓 69"/>
            <p:cNvSpPr/>
            <p:nvPr/>
          </p:nvSpPr>
          <p:spPr>
            <a:xfrm>
              <a:off x="5344688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1" name="橢圓 70"/>
            <p:cNvSpPr/>
            <p:nvPr/>
          </p:nvSpPr>
          <p:spPr>
            <a:xfrm>
              <a:off x="5344688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橢圓 71"/>
            <p:cNvSpPr/>
            <p:nvPr/>
          </p:nvSpPr>
          <p:spPr>
            <a:xfrm>
              <a:off x="5344688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" name="橢圓 72"/>
            <p:cNvSpPr/>
            <p:nvPr/>
          </p:nvSpPr>
          <p:spPr>
            <a:xfrm>
              <a:off x="5344688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橢圓 73"/>
            <p:cNvSpPr/>
            <p:nvPr/>
          </p:nvSpPr>
          <p:spPr>
            <a:xfrm>
              <a:off x="5344688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5" name="橢圓 74"/>
            <p:cNvSpPr/>
            <p:nvPr/>
          </p:nvSpPr>
          <p:spPr>
            <a:xfrm>
              <a:off x="5344688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6" name="橢圓 75"/>
            <p:cNvSpPr/>
            <p:nvPr/>
          </p:nvSpPr>
          <p:spPr>
            <a:xfrm>
              <a:off x="5344688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橢圓 76"/>
            <p:cNvSpPr/>
            <p:nvPr/>
          </p:nvSpPr>
          <p:spPr>
            <a:xfrm>
              <a:off x="5344688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橢圓 77"/>
            <p:cNvSpPr/>
            <p:nvPr/>
          </p:nvSpPr>
          <p:spPr>
            <a:xfrm>
              <a:off x="5344688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9" name="橢圓 78"/>
            <p:cNvSpPr/>
            <p:nvPr/>
          </p:nvSpPr>
          <p:spPr>
            <a:xfrm>
              <a:off x="5953125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0" name="橢圓 79"/>
            <p:cNvSpPr/>
            <p:nvPr/>
          </p:nvSpPr>
          <p:spPr>
            <a:xfrm>
              <a:off x="5953125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1" name="橢圓 80"/>
            <p:cNvSpPr/>
            <p:nvPr/>
          </p:nvSpPr>
          <p:spPr>
            <a:xfrm>
              <a:off x="5953125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2" name="橢圓 81"/>
            <p:cNvSpPr/>
            <p:nvPr/>
          </p:nvSpPr>
          <p:spPr>
            <a:xfrm>
              <a:off x="5953125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3" name="橢圓 82"/>
            <p:cNvSpPr/>
            <p:nvPr/>
          </p:nvSpPr>
          <p:spPr>
            <a:xfrm>
              <a:off x="5953125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4" name="橢圓 83"/>
            <p:cNvSpPr/>
            <p:nvPr/>
          </p:nvSpPr>
          <p:spPr>
            <a:xfrm>
              <a:off x="5953125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5" name="橢圓 84"/>
            <p:cNvSpPr/>
            <p:nvPr/>
          </p:nvSpPr>
          <p:spPr>
            <a:xfrm>
              <a:off x="5953125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6" name="橢圓 85"/>
            <p:cNvSpPr/>
            <p:nvPr/>
          </p:nvSpPr>
          <p:spPr>
            <a:xfrm>
              <a:off x="5953125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7" name="橢圓 86"/>
            <p:cNvSpPr/>
            <p:nvPr/>
          </p:nvSpPr>
          <p:spPr>
            <a:xfrm>
              <a:off x="5953125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88" name="橢圓 87"/>
            <p:cNvSpPr/>
            <p:nvPr/>
          </p:nvSpPr>
          <p:spPr>
            <a:xfrm>
              <a:off x="6561852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9" name="橢圓 88"/>
            <p:cNvSpPr/>
            <p:nvPr/>
          </p:nvSpPr>
          <p:spPr>
            <a:xfrm>
              <a:off x="6561852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0" name="橢圓 89"/>
            <p:cNvSpPr/>
            <p:nvPr/>
          </p:nvSpPr>
          <p:spPr>
            <a:xfrm>
              <a:off x="6561852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1" name="橢圓 90"/>
            <p:cNvSpPr/>
            <p:nvPr/>
          </p:nvSpPr>
          <p:spPr>
            <a:xfrm>
              <a:off x="6561852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2" name="橢圓 91"/>
            <p:cNvSpPr/>
            <p:nvPr/>
          </p:nvSpPr>
          <p:spPr>
            <a:xfrm>
              <a:off x="6561852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3" name="橢圓 92"/>
            <p:cNvSpPr/>
            <p:nvPr/>
          </p:nvSpPr>
          <p:spPr>
            <a:xfrm>
              <a:off x="6561852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4" name="橢圓 93"/>
            <p:cNvSpPr/>
            <p:nvPr/>
          </p:nvSpPr>
          <p:spPr>
            <a:xfrm>
              <a:off x="6561852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5" name="橢圓 94"/>
            <p:cNvSpPr/>
            <p:nvPr/>
          </p:nvSpPr>
          <p:spPr>
            <a:xfrm>
              <a:off x="6561852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6" name="橢圓 95"/>
            <p:cNvSpPr/>
            <p:nvPr/>
          </p:nvSpPr>
          <p:spPr>
            <a:xfrm>
              <a:off x="6561852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7" name="直線單箭頭接點 96"/>
            <p:cNvCxnSpPr/>
            <p:nvPr/>
          </p:nvCxnSpPr>
          <p:spPr>
            <a:xfrm flipH="1">
              <a:off x="3859619" y="219928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線單箭頭接點 98"/>
            <p:cNvCxnSpPr/>
            <p:nvPr/>
          </p:nvCxnSpPr>
          <p:spPr>
            <a:xfrm flipH="1">
              <a:off x="4468056" y="2204606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線單箭頭接點 99"/>
            <p:cNvCxnSpPr/>
            <p:nvPr/>
          </p:nvCxnSpPr>
          <p:spPr>
            <a:xfrm flipH="1">
              <a:off x="5076493" y="219928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線單箭頭接點 100"/>
            <p:cNvCxnSpPr/>
            <p:nvPr/>
          </p:nvCxnSpPr>
          <p:spPr>
            <a:xfrm flipH="1">
              <a:off x="5684930" y="219928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線單箭頭接點 101"/>
            <p:cNvCxnSpPr/>
            <p:nvPr/>
          </p:nvCxnSpPr>
          <p:spPr>
            <a:xfrm flipH="1">
              <a:off x="6293657" y="2208271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線單箭頭接點 102"/>
            <p:cNvCxnSpPr/>
            <p:nvPr/>
          </p:nvCxnSpPr>
          <p:spPr>
            <a:xfrm flipH="1">
              <a:off x="3859619" y="282129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線單箭頭接點 104"/>
            <p:cNvCxnSpPr/>
            <p:nvPr/>
          </p:nvCxnSpPr>
          <p:spPr>
            <a:xfrm flipH="1">
              <a:off x="5076493" y="282129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線單箭頭接點 107"/>
            <p:cNvCxnSpPr/>
            <p:nvPr/>
          </p:nvCxnSpPr>
          <p:spPr>
            <a:xfrm flipH="1">
              <a:off x="3859619" y="3437982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線單箭頭接點 109"/>
            <p:cNvCxnSpPr/>
            <p:nvPr/>
          </p:nvCxnSpPr>
          <p:spPr>
            <a:xfrm flipH="1">
              <a:off x="5076493" y="3437982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線單箭頭接點 113"/>
            <p:cNvCxnSpPr/>
            <p:nvPr/>
          </p:nvCxnSpPr>
          <p:spPr>
            <a:xfrm flipH="1">
              <a:off x="4468056" y="4049355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線單箭頭接點 115"/>
            <p:cNvCxnSpPr/>
            <p:nvPr/>
          </p:nvCxnSpPr>
          <p:spPr>
            <a:xfrm flipH="1">
              <a:off x="5684930" y="4044038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線單箭頭接點 116"/>
            <p:cNvCxnSpPr/>
            <p:nvPr/>
          </p:nvCxnSpPr>
          <p:spPr>
            <a:xfrm flipH="1">
              <a:off x="6293657" y="4053020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線單箭頭接點 118"/>
            <p:cNvCxnSpPr/>
            <p:nvPr/>
          </p:nvCxnSpPr>
          <p:spPr>
            <a:xfrm flipH="1">
              <a:off x="4468056" y="466604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線單箭頭接點 120"/>
            <p:cNvCxnSpPr/>
            <p:nvPr/>
          </p:nvCxnSpPr>
          <p:spPr>
            <a:xfrm flipH="1">
              <a:off x="5684930" y="4660726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線單箭頭接點 121"/>
            <p:cNvCxnSpPr/>
            <p:nvPr/>
          </p:nvCxnSpPr>
          <p:spPr>
            <a:xfrm flipH="1">
              <a:off x="6293657" y="4669708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線單箭頭接點 122"/>
            <p:cNvCxnSpPr>
              <a:stCxn id="21" idx="0"/>
              <a:endCxn id="20" idx="4"/>
            </p:cNvCxnSpPr>
            <p:nvPr/>
          </p:nvCxnSpPr>
          <p:spPr>
            <a:xfrm flipV="1">
              <a:off x="4297935" y="4834906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線單箭頭接點 124"/>
            <p:cNvCxnSpPr/>
            <p:nvPr/>
          </p:nvCxnSpPr>
          <p:spPr>
            <a:xfrm flipH="1">
              <a:off x="5076493" y="529336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線單箭頭接點 127"/>
            <p:cNvCxnSpPr>
              <a:stCxn id="22" idx="0"/>
              <a:endCxn id="21" idx="4"/>
            </p:cNvCxnSpPr>
            <p:nvPr/>
          </p:nvCxnSpPr>
          <p:spPr>
            <a:xfrm flipV="1">
              <a:off x="4297935" y="5452377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線單箭頭接點 129"/>
            <p:cNvCxnSpPr/>
            <p:nvPr/>
          </p:nvCxnSpPr>
          <p:spPr>
            <a:xfrm flipH="1">
              <a:off x="5076493" y="589941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線單箭頭接點 133"/>
            <p:cNvCxnSpPr>
              <a:stCxn id="68" idx="0"/>
              <a:endCxn id="67" idx="4"/>
            </p:cNvCxnSpPr>
            <p:nvPr/>
          </p:nvCxnSpPr>
          <p:spPr>
            <a:xfrm flipV="1">
              <a:off x="4906372" y="6069848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線單箭頭接點 135"/>
            <p:cNvCxnSpPr/>
            <p:nvPr/>
          </p:nvCxnSpPr>
          <p:spPr>
            <a:xfrm flipH="1">
              <a:off x="5684930" y="6516108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線單箭頭接點 136"/>
            <p:cNvCxnSpPr>
              <a:stCxn id="95" idx="0"/>
              <a:endCxn id="94" idx="4"/>
            </p:cNvCxnSpPr>
            <p:nvPr/>
          </p:nvCxnSpPr>
          <p:spPr>
            <a:xfrm flipV="1">
              <a:off x="6731973" y="6069848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線單箭頭接點 138"/>
            <p:cNvCxnSpPr>
              <a:stCxn id="69" idx="0"/>
              <a:endCxn id="68" idx="4"/>
            </p:cNvCxnSpPr>
            <p:nvPr/>
          </p:nvCxnSpPr>
          <p:spPr>
            <a:xfrm flipV="1">
              <a:off x="4906372" y="6687319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線單箭頭接點 140"/>
            <p:cNvCxnSpPr/>
            <p:nvPr/>
          </p:nvCxnSpPr>
          <p:spPr>
            <a:xfrm flipH="1" flipV="1">
              <a:off x="5684930" y="714342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線單箭頭接點 141"/>
            <p:cNvCxnSpPr>
              <a:stCxn id="96" idx="0"/>
              <a:endCxn id="95" idx="4"/>
            </p:cNvCxnSpPr>
            <p:nvPr/>
          </p:nvCxnSpPr>
          <p:spPr>
            <a:xfrm flipV="1">
              <a:off x="6731973" y="6687319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線單箭頭接點 142"/>
            <p:cNvCxnSpPr/>
            <p:nvPr/>
          </p:nvCxnSpPr>
          <p:spPr>
            <a:xfrm flipV="1">
              <a:off x="3689498" y="2370326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線單箭頭接點 145"/>
            <p:cNvCxnSpPr/>
            <p:nvPr/>
          </p:nvCxnSpPr>
          <p:spPr>
            <a:xfrm flipV="1">
              <a:off x="3689498" y="2985145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線單箭頭接點 147"/>
            <p:cNvCxnSpPr/>
            <p:nvPr/>
          </p:nvCxnSpPr>
          <p:spPr>
            <a:xfrm flipV="1">
              <a:off x="3689498" y="3599964"/>
              <a:ext cx="0" cy="27539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線單箭頭接點 148"/>
            <p:cNvCxnSpPr/>
            <p:nvPr/>
          </p:nvCxnSpPr>
          <p:spPr>
            <a:xfrm flipV="1">
              <a:off x="3689498" y="4220087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線單箭頭接點 151"/>
            <p:cNvCxnSpPr/>
            <p:nvPr/>
          </p:nvCxnSpPr>
          <p:spPr>
            <a:xfrm flipV="1">
              <a:off x="3684525" y="4834906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線單箭頭接點 153"/>
            <p:cNvCxnSpPr/>
            <p:nvPr/>
          </p:nvCxnSpPr>
          <p:spPr>
            <a:xfrm flipV="1">
              <a:off x="3681782" y="5452377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線單箭頭接點 154"/>
            <p:cNvCxnSpPr/>
            <p:nvPr/>
          </p:nvCxnSpPr>
          <p:spPr>
            <a:xfrm flipV="1">
              <a:off x="3681782" y="6072500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線單箭頭接點 194"/>
            <p:cNvCxnSpPr/>
            <p:nvPr/>
          </p:nvCxnSpPr>
          <p:spPr>
            <a:xfrm rot="10800000">
              <a:off x="5635103" y="2320230"/>
              <a:ext cx="36784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線單箭頭接點 201"/>
            <p:cNvCxnSpPr/>
            <p:nvPr/>
          </p:nvCxnSpPr>
          <p:spPr>
            <a:xfrm rot="10800000">
              <a:off x="4395836" y="2326482"/>
              <a:ext cx="36784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直線單箭頭接點 202"/>
            <p:cNvCxnSpPr/>
            <p:nvPr/>
          </p:nvCxnSpPr>
          <p:spPr>
            <a:xfrm rot="10800000">
              <a:off x="6243540" y="2320230"/>
              <a:ext cx="36813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直線單箭頭接點 205"/>
            <p:cNvCxnSpPr/>
            <p:nvPr/>
          </p:nvCxnSpPr>
          <p:spPr>
            <a:xfrm rot="10800000">
              <a:off x="5635103" y="2935049"/>
              <a:ext cx="36784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線單箭頭接點 206"/>
            <p:cNvCxnSpPr/>
            <p:nvPr/>
          </p:nvCxnSpPr>
          <p:spPr>
            <a:xfrm rot="10800000">
              <a:off x="4418229" y="2935049"/>
              <a:ext cx="36784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線單箭頭接點 207"/>
            <p:cNvCxnSpPr/>
            <p:nvPr/>
          </p:nvCxnSpPr>
          <p:spPr>
            <a:xfrm rot="10800000">
              <a:off x="6243540" y="2935049"/>
              <a:ext cx="36813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線單箭頭接點 208"/>
            <p:cNvCxnSpPr/>
            <p:nvPr/>
          </p:nvCxnSpPr>
          <p:spPr>
            <a:xfrm rot="10800000">
              <a:off x="5635103" y="4784810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直線單箭頭接點 209"/>
            <p:cNvCxnSpPr/>
            <p:nvPr/>
          </p:nvCxnSpPr>
          <p:spPr>
            <a:xfrm rot="10800000">
              <a:off x="4418229" y="4784810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線單箭頭接點 210"/>
            <p:cNvCxnSpPr/>
            <p:nvPr/>
          </p:nvCxnSpPr>
          <p:spPr>
            <a:xfrm rot="10800000">
              <a:off x="6243540" y="4784810"/>
              <a:ext cx="36813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直線單箭頭接點 211"/>
            <p:cNvCxnSpPr/>
            <p:nvPr/>
          </p:nvCxnSpPr>
          <p:spPr>
            <a:xfrm rot="10800000">
              <a:off x="5635103" y="5402281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直線單箭頭接點 212"/>
            <p:cNvCxnSpPr/>
            <p:nvPr/>
          </p:nvCxnSpPr>
          <p:spPr>
            <a:xfrm rot="10800000">
              <a:off x="4418229" y="5402281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直線單箭頭接點 213"/>
            <p:cNvCxnSpPr/>
            <p:nvPr/>
          </p:nvCxnSpPr>
          <p:spPr>
            <a:xfrm rot="10800000">
              <a:off x="6243540" y="5402281"/>
              <a:ext cx="36813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直線單箭頭接點 232"/>
            <p:cNvCxnSpPr/>
            <p:nvPr/>
          </p:nvCxnSpPr>
          <p:spPr>
            <a:xfrm rot="10800000">
              <a:off x="3809792" y="3549868"/>
              <a:ext cx="349318" cy="359855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直線單箭頭接點 235"/>
            <p:cNvCxnSpPr/>
            <p:nvPr/>
          </p:nvCxnSpPr>
          <p:spPr>
            <a:xfrm rot="10800000">
              <a:off x="3809792" y="4167339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直線單箭頭接點 238"/>
            <p:cNvCxnSpPr/>
            <p:nvPr/>
          </p:nvCxnSpPr>
          <p:spPr>
            <a:xfrm rot="10800000">
              <a:off x="3809792" y="6019752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直線單箭頭接點 241"/>
            <p:cNvCxnSpPr/>
            <p:nvPr/>
          </p:nvCxnSpPr>
          <p:spPr>
            <a:xfrm rot="10800000">
              <a:off x="3809792" y="6637223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直線單箭頭接點 248"/>
            <p:cNvCxnSpPr/>
            <p:nvPr/>
          </p:nvCxnSpPr>
          <p:spPr>
            <a:xfrm flipV="1">
              <a:off x="3684525" y="6689971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直線單箭頭接點 254"/>
            <p:cNvCxnSpPr/>
            <p:nvPr/>
          </p:nvCxnSpPr>
          <p:spPr>
            <a:xfrm rot="10800000">
              <a:off x="5026666" y="6019752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直線單箭頭接點 257"/>
            <p:cNvCxnSpPr/>
            <p:nvPr/>
          </p:nvCxnSpPr>
          <p:spPr>
            <a:xfrm rot="10800000">
              <a:off x="5026666" y="6637223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直線單箭頭接點 260"/>
            <p:cNvCxnSpPr/>
            <p:nvPr/>
          </p:nvCxnSpPr>
          <p:spPr>
            <a:xfrm rot="10800000">
              <a:off x="5026666" y="3549868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直線單箭頭接點 263"/>
            <p:cNvCxnSpPr/>
            <p:nvPr/>
          </p:nvCxnSpPr>
          <p:spPr>
            <a:xfrm rot="10800000">
              <a:off x="5026666" y="4167339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內容版面配置區 5"/>
          <p:cNvSpPr>
            <a:spLocks noGrp="1"/>
          </p:cNvSpPr>
          <p:nvPr>
            <p:ph idx="1"/>
          </p:nvPr>
        </p:nvSpPr>
        <p:spPr>
          <a:xfrm>
            <a:off x="503999" y="1769043"/>
            <a:ext cx="3810868" cy="4384438"/>
          </a:xfrm>
        </p:spPr>
        <p:txBody>
          <a:bodyPr/>
          <a:lstStyle/>
          <a:p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Step 1</a:t>
            </a:r>
            <a:endParaRPr lang="zh-TW" alt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27" name="矩形: 圓角 126"/>
          <p:cNvSpPr/>
          <p:nvPr/>
        </p:nvSpPr>
        <p:spPr>
          <a:xfrm>
            <a:off x="4314867" y="2512950"/>
            <a:ext cx="4856429" cy="3077048"/>
          </a:xfrm>
          <a:prstGeom prst="roundRect">
            <a:avLst/>
          </a:prstGeom>
          <a:noFill/>
          <a:ln w="412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75504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3998" y="285556"/>
            <a:ext cx="9071643" cy="1262155"/>
          </a:xfrm>
        </p:spPr>
        <p:txBody>
          <a:bodyPr/>
          <a:lstStyle/>
          <a:p>
            <a:r>
              <a:rPr lang="en-US" altLang="zh-TW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Algorithm</a:t>
            </a:r>
            <a:endParaRPr lang="zh-TW" altLang="en-US" b="1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13</a:t>
            </a:fld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4559612" y="1264383"/>
          <a:ext cx="4284000" cy="612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25" name="群組 24"/>
          <p:cNvGrpSpPr/>
          <p:nvPr/>
        </p:nvGrpSpPr>
        <p:grpSpPr>
          <a:xfrm>
            <a:off x="5312082" y="2028251"/>
            <a:ext cx="3382717" cy="5276539"/>
            <a:chOff x="3519377" y="2028251"/>
            <a:chExt cx="3382717" cy="5276539"/>
          </a:xfrm>
        </p:grpSpPr>
        <p:sp>
          <p:nvSpPr>
            <p:cNvPr id="3" name="橢圓 2"/>
            <p:cNvSpPr/>
            <p:nvPr/>
          </p:nvSpPr>
          <p:spPr>
            <a:xfrm>
              <a:off x="3519377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7" name="橢圓 6"/>
            <p:cNvSpPr/>
            <p:nvPr/>
          </p:nvSpPr>
          <p:spPr>
            <a:xfrm>
              <a:off x="3519377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橢圓 7"/>
            <p:cNvSpPr/>
            <p:nvPr/>
          </p:nvSpPr>
          <p:spPr>
            <a:xfrm>
              <a:off x="3519377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橢圓 8"/>
            <p:cNvSpPr/>
            <p:nvPr/>
          </p:nvSpPr>
          <p:spPr>
            <a:xfrm>
              <a:off x="3519377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橢圓 9"/>
            <p:cNvSpPr/>
            <p:nvPr/>
          </p:nvSpPr>
          <p:spPr>
            <a:xfrm>
              <a:off x="3519377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橢圓 11"/>
            <p:cNvSpPr/>
            <p:nvPr/>
          </p:nvSpPr>
          <p:spPr>
            <a:xfrm>
              <a:off x="3519377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橢圓 12"/>
            <p:cNvSpPr/>
            <p:nvPr/>
          </p:nvSpPr>
          <p:spPr>
            <a:xfrm>
              <a:off x="3519377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橢圓 13"/>
            <p:cNvSpPr/>
            <p:nvPr/>
          </p:nvSpPr>
          <p:spPr>
            <a:xfrm>
              <a:off x="3519377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橢圓 14"/>
            <p:cNvSpPr/>
            <p:nvPr/>
          </p:nvSpPr>
          <p:spPr>
            <a:xfrm>
              <a:off x="3519377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橢圓 15"/>
            <p:cNvSpPr/>
            <p:nvPr/>
          </p:nvSpPr>
          <p:spPr>
            <a:xfrm>
              <a:off x="4127814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橢圓 16"/>
            <p:cNvSpPr/>
            <p:nvPr/>
          </p:nvSpPr>
          <p:spPr>
            <a:xfrm>
              <a:off x="4127814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橢圓 17"/>
            <p:cNvSpPr/>
            <p:nvPr/>
          </p:nvSpPr>
          <p:spPr>
            <a:xfrm>
              <a:off x="4127814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橢圓 18"/>
            <p:cNvSpPr/>
            <p:nvPr/>
          </p:nvSpPr>
          <p:spPr>
            <a:xfrm>
              <a:off x="4127814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橢圓 19"/>
            <p:cNvSpPr/>
            <p:nvPr/>
          </p:nvSpPr>
          <p:spPr>
            <a:xfrm>
              <a:off x="4127814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橢圓 20"/>
            <p:cNvSpPr/>
            <p:nvPr/>
          </p:nvSpPr>
          <p:spPr>
            <a:xfrm>
              <a:off x="4127814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橢圓 21"/>
            <p:cNvSpPr/>
            <p:nvPr/>
          </p:nvSpPr>
          <p:spPr>
            <a:xfrm>
              <a:off x="4127814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橢圓 22"/>
            <p:cNvSpPr/>
            <p:nvPr/>
          </p:nvSpPr>
          <p:spPr>
            <a:xfrm>
              <a:off x="4127814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橢圓 23"/>
            <p:cNvSpPr/>
            <p:nvPr/>
          </p:nvSpPr>
          <p:spPr>
            <a:xfrm>
              <a:off x="4127814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1" name="橢圓 60"/>
            <p:cNvSpPr/>
            <p:nvPr/>
          </p:nvSpPr>
          <p:spPr>
            <a:xfrm>
              <a:off x="4736251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62" name="橢圓 61"/>
            <p:cNvSpPr/>
            <p:nvPr/>
          </p:nvSpPr>
          <p:spPr>
            <a:xfrm>
              <a:off x="4736251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3" name="橢圓 62"/>
            <p:cNvSpPr/>
            <p:nvPr/>
          </p:nvSpPr>
          <p:spPr>
            <a:xfrm>
              <a:off x="4736251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4" name="橢圓 63"/>
            <p:cNvSpPr/>
            <p:nvPr/>
          </p:nvSpPr>
          <p:spPr>
            <a:xfrm>
              <a:off x="4736251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5" name="橢圓 64"/>
            <p:cNvSpPr/>
            <p:nvPr/>
          </p:nvSpPr>
          <p:spPr>
            <a:xfrm>
              <a:off x="4736251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6" name="橢圓 65"/>
            <p:cNvSpPr/>
            <p:nvPr/>
          </p:nvSpPr>
          <p:spPr>
            <a:xfrm>
              <a:off x="4736251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7" name="橢圓 66"/>
            <p:cNvSpPr/>
            <p:nvPr/>
          </p:nvSpPr>
          <p:spPr>
            <a:xfrm>
              <a:off x="4736251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8" name="橢圓 67"/>
            <p:cNvSpPr/>
            <p:nvPr/>
          </p:nvSpPr>
          <p:spPr>
            <a:xfrm>
              <a:off x="4736251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9" name="橢圓 68"/>
            <p:cNvSpPr/>
            <p:nvPr/>
          </p:nvSpPr>
          <p:spPr>
            <a:xfrm>
              <a:off x="4736251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0" name="橢圓 69"/>
            <p:cNvSpPr/>
            <p:nvPr/>
          </p:nvSpPr>
          <p:spPr>
            <a:xfrm>
              <a:off x="5344688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1" name="橢圓 70"/>
            <p:cNvSpPr/>
            <p:nvPr/>
          </p:nvSpPr>
          <p:spPr>
            <a:xfrm>
              <a:off x="5344688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橢圓 71"/>
            <p:cNvSpPr/>
            <p:nvPr/>
          </p:nvSpPr>
          <p:spPr>
            <a:xfrm>
              <a:off x="5344688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" name="橢圓 72"/>
            <p:cNvSpPr/>
            <p:nvPr/>
          </p:nvSpPr>
          <p:spPr>
            <a:xfrm>
              <a:off x="5344688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橢圓 73"/>
            <p:cNvSpPr/>
            <p:nvPr/>
          </p:nvSpPr>
          <p:spPr>
            <a:xfrm>
              <a:off x="5344688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5" name="橢圓 74"/>
            <p:cNvSpPr/>
            <p:nvPr/>
          </p:nvSpPr>
          <p:spPr>
            <a:xfrm>
              <a:off x="5344688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6" name="橢圓 75"/>
            <p:cNvSpPr/>
            <p:nvPr/>
          </p:nvSpPr>
          <p:spPr>
            <a:xfrm>
              <a:off x="5344688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橢圓 76"/>
            <p:cNvSpPr/>
            <p:nvPr/>
          </p:nvSpPr>
          <p:spPr>
            <a:xfrm>
              <a:off x="5344688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橢圓 77"/>
            <p:cNvSpPr/>
            <p:nvPr/>
          </p:nvSpPr>
          <p:spPr>
            <a:xfrm>
              <a:off x="5344688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9" name="橢圓 78"/>
            <p:cNvSpPr/>
            <p:nvPr/>
          </p:nvSpPr>
          <p:spPr>
            <a:xfrm>
              <a:off x="5953125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0" name="橢圓 79"/>
            <p:cNvSpPr/>
            <p:nvPr/>
          </p:nvSpPr>
          <p:spPr>
            <a:xfrm>
              <a:off x="5953125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1" name="橢圓 80"/>
            <p:cNvSpPr/>
            <p:nvPr/>
          </p:nvSpPr>
          <p:spPr>
            <a:xfrm>
              <a:off x="5953125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2" name="橢圓 81"/>
            <p:cNvSpPr/>
            <p:nvPr/>
          </p:nvSpPr>
          <p:spPr>
            <a:xfrm>
              <a:off x="5953125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3" name="橢圓 82"/>
            <p:cNvSpPr/>
            <p:nvPr/>
          </p:nvSpPr>
          <p:spPr>
            <a:xfrm>
              <a:off x="5953125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4" name="橢圓 83"/>
            <p:cNvSpPr/>
            <p:nvPr/>
          </p:nvSpPr>
          <p:spPr>
            <a:xfrm>
              <a:off x="5953125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5" name="橢圓 84"/>
            <p:cNvSpPr/>
            <p:nvPr/>
          </p:nvSpPr>
          <p:spPr>
            <a:xfrm>
              <a:off x="5953125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6" name="橢圓 85"/>
            <p:cNvSpPr/>
            <p:nvPr/>
          </p:nvSpPr>
          <p:spPr>
            <a:xfrm>
              <a:off x="5953125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7" name="橢圓 86"/>
            <p:cNvSpPr/>
            <p:nvPr/>
          </p:nvSpPr>
          <p:spPr>
            <a:xfrm>
              <a:off x="5953125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88" name="橢圓 87"/>
            <p:cNvSpPr/>
            <p:nvPr/>
          </p:nvSpPr>
          <p:spPr>
            <a:xfrm>
              <a:off x="6561852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9" name="橢圓 88"/>
            <p:cNvSpPr/>
            <p:nvPr/>
          </p:nvSpPr>
          <p:spPr>
            <a:xfrm>
              <a:off x="6561852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0" name="橢圓 89"/>
            <p:cNvSpPr/>
            <p:nvPr/>
          </p:nvSpPr>
          <p:spPr>
            <a:xfrm>
              <a:off x="6561852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1" name="橢圓 90"/>
            <p:cNvSpPr/>
            <p:nvPr/>
          </p:nvSpPr>
          <p:spPr>
            <a:xfrm>
              <a:off x="6561852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2" name="橢圓 91"/>
            <p:cNvSpPr/>
            <p:nvPr/>
          </p:nvSpPr>
          <p:spPr>
            <a:xfrm>
              <a:off x="6561852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3" name="橢圓 92"/>
            <p:cNvSpPr/>
            <p:nvPr/>
          </p:nvSpPr>
          <p:spPr>
            <a:xfrm>
              <a:off x="6561852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4" name="橢圓 93"/>
            <p:cNvSpPr/>
            <p:nvPr/>
          </p:nvSpPr>
          <p:spPr>
            <a:xfrm>
              <a:off x="6561852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5" name="橢圓 94"/>
            <p:cNvSpPr/>
            <p:nvPr/>
          </p:nvSpPr>
          <p:spPr>
            <a:xfrm>
              <a:off x="6561852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6" name="橢圓 95"/>
            <p:cNvSpPr/>
            <p:nvPr/>
          </p:nvSpPr>
          <p:spPr>
            <a:xfrm>
              <a:off x="6561852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7" name="直線單箭頭接點 96"/>
            <p:cNvCxnSpPr/>
            <p:nvPr/>
          </p:nvCxnSpPr>
          <p:spPr>
            <a:xfrm flipH="1">
              <a:off x="3859619" y="219928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線單箭頭接點 98"/>
            <p:cNvCxnSpPr/>
            <p:nvPr/>
          </p:nvCxnSpPr>
          <p:spPr>
            <a:xfrm flipH="1">
              <a:off x="4468056" y="2204606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線單箭頭接點 99"/>
            <p:cNvCxnSpPr/>
            <p:nvPr/>
          </p:nvCxnSpPr>
          <p:spPr>
            <a:xfrm flipH="1">
              <a:off x="5076493" y="219928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線單箭頭接點 100"/>
            <p:cNvCxnSpPr/>
            <p:nvPr/>
          </p:nvCxnSpPr>
          <p:spPr>
            <a:xfrm flipH="1">
              <a:off x="5684930" y="219928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線單箭頭接點 101"/>
            <p:cNvCxnSpPr/>
            <p:nvPr/>
          </p:nvCxnSpPr>
          <p:spPr>
            <a:xfrm flipH="1">
              <a:off x="6293657" y="2208271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線單箭頭接點 102"/>
            <p:cNvCxnSpPr/>
            <p:nvPr/>
          </p:nvCxnSpPr>
          <p:spPr>
            <a:xfrm flipH="1">
              <a:off x="3859619" y="282129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線單箭頭接點 104"/>
            <p:cNvCxnSpPr/>
            <p:nvPr/>
          </p:nvCxnSpPr>
          <p:spPr>
            <a:xfrm flipH="1">
              <a:off x="5076493" y="282129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線單箭頭接點 107"/>
            <p:cNvCxnSpPr/>
            <p:nvPr/>
          </p:nvCxnSpPr>
          <p:spPr>
            <a:xfrm flipH="1">
              <a:off x="3859619" y="3437982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線單箭頭接點 109"/>
            <p:cNvCxnSpPr/>
            <p:nvPr/>
          </p:nvCxnSpPr>
          <p:spPr>
            <a:xfrm flipH="1">
              <a:off x="5076493" y="3437982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線單箭頭接點 113"/>
            <p:cNvCxnSpPr/>
            <p:nvPr/>
          </p:nvCxnSpPr>
          <p:spPr>
            <a:xfrm flipH="1">
              <a:off x="4468056" y="4049355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線單箭頭接點 115"/>
            <p:cNvCxnSpPr/>
            <p:nvPr/>
          </p:nvCxnSpPr>
          <p:spPr>
            <a:xfrm flipH="1">
              <a:off x="5684930" y="4044038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線單箭頭接點 116"/>
            <p:cNvCxnSpPr/>
            <p:nvPr/>
          </p:nvCxnSpPr>
          <p:spPr>
            <a:xfrm flipH="1">
              <a:off x="6293657" y="4053020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線單箭頭接點 118"/>
            <p:cNvCxnSpPr/>
            <p:nvPr/>
          </p:nvCxnSpPr>
          <p:spPr>
            <a:xfrm flipH="1">
              <a:off x="4468056" y="466604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線單箭頭接點 120"/>
            <p:cNvCxnSpPr/>
            <p:nvPr/>
          </p:nvCxnSpPr>
          <p:spPr>
            <a:xfrm flipH="1">
              <a:off x="5684930" y="4660726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線單箭頭接點 121"/>
            <p:cNvCxnSpPr/>
            <p:nvPr/>
          </p:nvCxnSpPr>
          <p:spPr>
            <a:xfrm flipH="1">
              <a:off x="6293657" y="4669708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線單箭頭接點 122"/>
            <p:cNvCxnSpPr>
              <a:stCxn id="21" idx="0"/>
              <a:endCxn id="20" idx="4"/>
            </p:cNvCxnSpPr>
            <p:nvPr/>
          </p:nvCxnSpPr>
          <p:spPr>
            <a:xfrm flipV="1">
              <a:off x="4297935" y="4834906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線單箭頭接點 124"/>
            <p:cNvCxnSpPr/>
            <p:nvPr/>
          </p:nvCxnSpPr>
          <p:spPr>
            <a:xfrm flipH="1">
              <a:off x="5076493" y="529336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線單箭頭接點 127"/>
            <p:cNvCxnSpPr>
              <a:stCxn id="22" idx="0"/>
              <a:endCxn id="21" idx="4"/>
            </p:cNvCxnSpPr>
            <p:nvPr/>
          </p:nvCxnSpPr>
          <p:spPr>
            <a:xfrm flipV="1">
              <a:off x="4297935" y="5452377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線單箭頭接點 129"/>
            <p:cNvCxnSpPr/>
            <p:nvPr/>
          </p:nvCxnSpPr>
          <p:spPr>
            <a:xfrm flipH="1">
              <a:off x="5076493" y="589941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線單箭頭接點 133"/>
            <p:cNvCxnSpPr>
              <a:stCxn id="68" idx="0"/>
              <a:endCxn id="67" idx="4"/>
            </p:cNvCxnSpPr>
            <p:nvPr/>
          </p:nvCxnSpPr>
          <p:spPr>
            <a:xfrm flipV="1">
              <a:off x="4906372" y="6069848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線單箭頭接點 135"/>
            <p:cNvCxnSpPr/>
            <p:nvPr/>
          </p:nvCxnSpPr>
          <p:spPr>
            <a:xfrm flipH="1">
              <a:off x="5684930" y="6516108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線單箭頭接點 136"/>
            <p:cNvCxnSpPr>
              <a:stCxn id="95" idx="0"/>
              <a:endCxn id="94" idx="4"/>
            </p:cNvCxnSpPr>
            <p:nvPr/>
          </p:nvCxnSpPr>
          <p:spPr>
            <a:xfrm flipV="1">
              <a:off x="6731973" y="6069848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線單箭頭接點 138"/>
            <p:cNvCxnSpPr>
              <a:stCxn id="69" idx="0"/>
              <a:endCxn id="68" idx="4"/>
            </p:cNvCxnSpPr>
            <p:nvPr/>
          </p:nvCxnSpPr>
          <p:spPr>
            <a:xfrm flipV="1">
              <a:off x="4906372" y="6687319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線單箭頭接點 140"/>
            <p:cNvCxnSpPr/>
            <p:nvPr/>
          </p:nvCxnSpPr>
          <p:spPr>
            <a:xfrm flipH="1" flipV="1">
              <a:off x="5684930" y="714342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線單箭頭接點 141"/>
            <p:cNvCxnSpPr>
              <a:stCxn id="96" idx="0"/>
              <a:endCxn id="95" idx="4"/>
            </p:cNvCxnSpPr>
            <p:nvPr/>
          </p:nvCxnSpPr>
          <p:spPr>
            <a:xfrm flipV="1">
              <a:off x="6731973" y="6687319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線單箭頭接點 142"/>
            <p:cNvCxnSpPr/>
            <p:nvPr/>
          </p:nvCxnSpPr>
          <p:spPr>
            <a:xfrm flipV="1">
              <a:off x="3689498" y="2370326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線單箭頭接點 145"/>
            <p:cNvCxnSpPr/>
            <p:nvPr/>
          </p:nvCxnSpPr>
          <p:spPr>
            <a:xfrm flipV="1">
              <a:off x="3689498" y="2985145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線單箭頭接點 147"/>
            <p:cNvCxnSpPr/>
            <p:nvPr/>
          </p:nvCxnSpPr>
          <p:spPr>
            <a:xfrm flipV="1">
              <a:off x="3689498" y="3599964"/>
              <a:ext cx="0" cy="27539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線單箭頭接點 148"/>
            <p:cNvCxnSpPr/>
            <p:nvPr/>
          </p:nvCxnSpPr>
          <p:spPr>
            <a:xfrm flipV="1">
              <a:off x="3689498" y="4220087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線單箭頭接點 151"/>
            <p:cNvCxnSpPr/>
            <p:nvPr/>
          </p:nvCxnSpPr>
          <p:spPr>
            <a:xfrm flipV="1">
              <a:off x="3684525" y="4834906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線單箭頭接點 153"/>
            <p:cNvCxnSpPr/>
            <p:nvPr/>
          </p:nvCxnSpPr>
          <p:spPr>
            <a:xfrm flipV="1">
              <a:off x="3681782" y="5452377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線單箭頭接點 154"/>
            <p:cNvCxnSpPr/>
            <p:nvPr/>
          </p:nvCxnSpPr>
          <p:spPr>
            <a:xfrm flipV="1">
              <a:off x="3681782" y="6072500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線單箭頭接點 194"/>
            <p:cNvCxnSpPr/>
            <p:nvPr/>
          </p:nvCxnSpPr>
          <p:spPr>
            <a:xfrm rot="10800000">
              <a:off x="5635103" y="2320230"/>
              <a:ext cx="36784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線單箭頭接點 201"/>
            <p:cNvCxnSpPr>
              <a:stCxn id="62" idx="2"/>
              <a:endCxn id="17" idx="6"/>
            </p:cNvCxnSpPr>
            <p:nvPr/>
          </p:nvCxnSpPr>
          <p:spPr>
            <a:xfrm flipH="1">
              <a:off x="4468056" y="2814108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直線單箭頭接點 202"/>
            <p:cNvCxnSpPr/>
            <p:nvPr/>
          </p:nvCxnSpPr>
          <p:spPr>
            <a:xfrm rot="10800000">
              <a:off x="6243540" y="2320230"/>
              <a:ext cx="36813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直線單箭頭接點 205"/>
            <p:cNvCxnSpPr/>
            <p:nvPr/>
          </p:nvCxnSpPr>
          <p:spPr>
            <a:xfrm rot="10800000">
              <a:off x="5635103" y="2935049"/>
              <a:ext cx="36784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線單箭頭接點 206"/>
            <p:cNvCxnSpPr/>
            <p:nvPr/>
          </p:nvCxnSpPr>
          <p:spPr>
            <a:xfrm rot="10800000">
              <a:off x="4418229" y="2935049"/>
              <a:ext cx="36784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線單箭頭接點 207"/>
            <p:cNvCxnSpPr/>
            <p:nvPr/>
          </p:nvCxnSpPr>
          <p:spPr>
            <a:xfrm rot="10800000">
              <a:off x="6243540" y="2935049"/>
              <a:ext cx="36813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線單箭頭接點 208"/>
            <p:cNvCxnSpPr/>
            <p:nvPr/>
          </p:nvCxnSpPr>
          <p:spPr>
            <a:xfrm rot="10800000">
              <a:off x="5635103" y="4784810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直線單箭頭接點 209"/>
            <p:cNvCxnSpPr/>
            <p:nvPr/>
          </p:nvCxnSpPr>
          <p:spPr>
            <a:xfrm rot="10800000">
              <a:off x="4418229" y="4784810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線單箭頭接點 210"/>
            <p:cNvCxnSpPr/>
            <p:nvPr/>
          </p:nvCxnSpPr>
          <p:spPr>
            <a:xfrm rot="10800000">
              <a:off x="6243540" y="4784810"/>
              <a:ext cx="36813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直線單箭頭接點 211"/>
            <p:cNvCxnSpPr/>
            <p:nvPr/>
          </p:nvCxnSpPr>
          <p:spPr>
            <a:xfrm rot="10800000">
              <a:off x="5635103" y="5402281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直線單箭頭接點 212"/>
            <p:cNvCxnSpPr/>
            <p:nvPr/>
          </p:nvCxnSpPr>
          <p:spPr>
            <a:xfrm rot="10800000">
              <a:off x="4418229" y="5402281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直線單箭頭接點 213"/>
            <p:cNvCxnSpPr/>
            <p:nvPr/>
          </p:nvCxnSpPr>
          <p:spPr>
            <a:xfrm rot="10800000">
              <a:off x="6243540" y="5402281"/>
              <a:ext cx="36813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直線單箭頭接點 232"/>
            <p:cNvCxnSpPr/>
            <p:nvPr/>
          </p:nvCxnSpPr>
          <p:spPr>
            <a:xfrm rot="10800000">
              <a:off x="3809792" y="3549868"/>
              <a:ext cx="349318" cy="359855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直線單箭頭接點 235"/>
            <p:cNvCxnSpPr/>
            <p:nvPr/>
          </p:nvCxnSpPr>
          <p:spPr>
            <a:xfrm rot="10800000">
              <a:off x="3809792" y="4167339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直線單箭頭接點 238"/>
            <p:cNvCxnSpPr/>
            <p:nvPr/>
          </p:nvCxnSpPr>
          <p:spPr>
            <a:xfrm rot="10800000">
              <a:off x="3809792" y="6019752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直線單箭頭接點 241"/>
            <p:cNvCxnSpPr/>
            <p:nvPr/>
          </p:nvCxnSpPr>
          <p:spPr>
            <a:xfrm rot="10800000">
              <a:off x="3809792" y="6637223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直線單箭頭接點 248"/>
            <p:cNvCxnSpPr/>
            <p:nvPr/>
          </p:nvCxnSpPr>
          <p:spPr>
            <a:xfrm flipV="1">
              <a:off x="3684525" y="6689971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直線單箭頭接點 254"/>
            <p:cNvCxnSpPr/>
            <p:nvPr/>
          </p:nvCxnSpPr>
          <p:spPr>
            <a:xfrm rot="10800000">
              <a:off x="5026666" y="6019752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直線單箭頭接點 257"/>
            <p:cNvCxnSpPr/>
            <p:nvPr/>
          </p:nvCxnSpPr>
          <p:spPr>
            <a:xfrm rot="10800000">
              <a:off x="5026666" y="6637223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直線單箭頭接點 260"/>
            <p:cNvCxnSpPr/>
            <p:nvPr/>
          </p:nvCxnSpPr>
          <p:spPr>
            <a:xfrm rot="10800000">
              <a:off x="5026666" y="3549868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直線單箭頭接點 263"/>
            <p:cNvCxnSpPr/>
            <p:nvPr/>
          </p:nvCxnSpPr>
          <p:spPr>
            <a:xfrm rot="10800000">
              <a:off x="5026666" y="4167339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內容版面配置區 5"/>
          <p:cNvSpPr>
            <a:spLocks noGrp="1"/>
          </p:cNvSpPr>
          <p:nvPr>
            <p:ph idx="1"/>
          </p:nvPr>
        </p:nvSpPr>
        <p:spPr>
          <a:xfrm>
            <a:off x="503999" y="1769043"/>
            <a:ext cx="3810868" cy="4384438"/>
          </a:xfrm>
        </p:spPr>
        <p:txBody>
          <a:bodyPr/>
          <a:lstStyle/>
          <a:p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Step 1</a:t>
            </a:r>
            <a:endParaRPr lang="zh-TW" alt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31" name="矩形: 圓角 130"/>
          <p:cNvSpPr/>
          <p:nvPr/>
        </p:nvSpPr>
        <p:spPr>
          <a:xfrm>
            <a:off x="4314867" y="2512950"/>
            <a:ext cx="4856429" cy="3077048"/>
          </a:xfrm>
          <a:prstGeom prst="roundRect">
            <a:avLst/>
          </a:prstGeom>
          <a:noFill/>
          <a:ln w="412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44630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3998" y="285556"/>
            <a:ext cx="9071643" cy="1262155"/>
          </a:xfrm>
        </p:spPr>
        <p:txBody>
          <a:bodyPr/>
          <a:lstStyle/>
          <a:p>
            <a:r>
              <a:rPr lang="en-US" altLang="zh-TW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Algorithm</a:t>
            </a:r>
            <a:endParaRPr lang="zh-TW" altLang="en-US" b="1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14</a:t>
            </a:fld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4559612" y="1264383"/>
          <a:ext cx="4284000" cy="612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25" name="群組 24"/>
          <p:cNvGrpSpPr/>
          <p:nvPr/>
        </p:nvGrpSpPr>
        <p:grpSpPr>
          <a:xfrm>
            <a:off x="5312082" y="2028251"/>
            <a:ext cx="3382717" cy="5276539"/>
            <a:chOff x="3519377" y="2028251"/>
            <a:chExt cx="3382717" cy="5276539"/>
          </a:xfrm>
        </p:grpSpPr>
        <p:sp>
          <p:nvSpPr>
            <p:cNvPr id="3" name="橢圓 2"/>
            <p:cNvSpPr/>
            <p:nvPr/>
          </p:nvSpPr>
          <p:spPr>
            <a:xfrm>
              <a:off x="3519377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7" name="橢圓 6"/>
            <p:cNvSpPr/>
            <p:nvPr/>
          </p:nvSpPr>
          <p:spPr>
            <a:xfrm>
              <a:off x="3519377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橢圓 7"/>
            <p:cNvSpPr/>
            <p:nvPr/>
          </p:nvSpPr>
          <p:spPr>
            <a:xfrm>
              <a:off x="3519377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橢圓 8"/>
            <p:cNvSpPr/>
            <p:nvPr/>
          </p:nvSpPr>
          <p:spPr>
            <a:xfrm>
              <a:off x="3519377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橢圓 9"/>
            <p:cNvSpPr/>
            <p:nvPr/>
          </p:nvSpPr>
          <p:spPr>
            <a:xfrm>
              <a:off x="3519377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橢圓 11"/>
            <p:cNvSpPr/>
            <p:nvPr/>
          </p:nvSpPr>
          <p:spPr>
            <a:xfrm>
              <a:off x="3519377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橢圓 12"/>
            <p:cNvSpPr/>
            <p:nvPr/>
          </p:nvSpPr>
          <p:spPr>
            <a:xfrm>
              <a:off x="3519377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橢圓 13"/>
            <p:cNvSpPr/>
            <p:nvPr/>
          </p:nvSpPr>
          <p:spPr>
            <a:xfrm>
              <a:off x="3519377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橢圓 14"/>
            <p:cNvSpPr/>
            <p:nvPr/>
          </p:nvSpPr>
          <p:spPr>
            <a:xfrm>
              <a:off x="3519377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橢圓 15"/>
            <p:cNvSpPr/>
            <p:nvPr/>
          </p:nvSpPr>
          <p:spPr>
            <a:xfrm>
              <a:off x="4127814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橢圓 16"/>
            <p:cNvSpPr/>
            <p:nvPr/>
          </p:nvSpPr>
          <p:spPr>
            <a:xfrm>
              <a:off x="4127814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橢圓 17"/>
            <p:cNvSpPr/>
            <p:nvPr/>
          </p:nvSpPr>
          <p:spPr>
            <a:xfrm>
              <a:off x="4127814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橢圓 18"/>
            <p:cNvSpPr/>
            <p:nvPr/>
          </p:nvSpPr>
          <p:spPr>
            <a:xfrm>
              <a:off x="4127814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橢圓 19"/>
            <p:cNvSpPr/>
            <p:nvPr/>
          </p:nvSpPr>
          <p:spPr>
            <a:xfrm>
              <a:off x="4127814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橢圓 20"/>
            <p:cNvSpPr/>
            <p:nvPr/>
          </p:nvSpPr>
          <p:spPr>
            <a:xfrm>
              <a:off x="4127814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橢圓 21"/>
            <p:cNvSpPr/>
            <p:nvPr/>
          </p:nvSpPr>
          <p:spPr>
            <a:xfrm>
              <a:off x="4127814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橢圓 22"/>
            <p:cNvSpPr/>
            <p:nvPr/>
          </p:nvSpPr>
          <p:spPr>
            <a:xfrm>
              <a:off x="4127814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橢圓 23"/>
            <p:cNvSpPr/>
            <p:nvPr/>
          </p:nvSpPr>
          <p:spPr>
            <a:xfrm>
              <a:off x="4127814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1" name="橢圓 60"/>
            <p:cNvSpPr/>
            <p:nvPr/>
          </p:nvSpPr>
          <p:spPr>
            <a:xfrm>
              <a:off x="4736251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62" name="橢圓 61"/>
            <p:cNvSpPr/>
            <p:nvPr/>
          </p:nvSpPr>
          <p:spPr>
            <a:xfrm>
              <a:off x="4736251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3" name="橢圓 62"/>
            <p:cNvSpPr/>
            <p:nvPr/>
          </p:nvSpPr>
          <p:spPr>
            <a:xfrm>
              <a:off x="4736251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4" name="橢圓 63"/>
            <p:cNvSpPr/>
            <p:nvPr/>
          </p:nvSpPr>
          <p:spPr>
            <a:xfrm>
              <a:off x="4736251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5" name="橢圓 64"/>
            <p:cNvSpPr/>
            <p:nvPr/>
          </p:nvSpPr>
          <p:spPr>
            <a:xfrm>
              <a:off x="4736251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6" name="橢圓 65"/>
            <p:cNvSpPr/>
            <p:nvPr/>
          </p:nvSpPr>
          <p:spPr>
            <a:xfrm>
              <a:off x="4736251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7" name="橢圓 66"/>
            <p:cNvSpPr/>
            <p:nvPr/>
          </p:nvSpPr>
          <p:spPr>
            <a:xfrm>
              <a:off x="4736251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8" name="橢圓 67"/>
            <p:cNvSpPr/>
            <p:nvPr/>
          </p:nvSpPr>
          <p:spPr>
            <a:xfrm>
              <a:off x="4736251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9" name="橢圓 68"/>
            <p:cNvSpPr/>
            <p:nvPr/>
          </p:nvSpPr>
          <p:spPr>
            <a:xfrm>
              <a:off x="4736251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0" name="橢圓 69"/>
            <p:cNvSpPr/>
            <p:nvPr/>
          </p:nvSpPr>
          <p:spPr>
            <a:xfrm>
              <a:off x="5344688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1" name="橢圓 70"/>
            <p:cNvSpPr/>
            <p:nvPr/>
          </p:nvSpPr>
          <p:spPr>
            <a:xfrm>
              <a:off x="5344688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橢圓 71"/>
            <p:cNvSpPr/>
            <p:nvPr/>
          </p:nvSpPr>
          <p:spPr>
            <a:xfrm>
              <a:off x="5344688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" name="橢圓 72"/>
            <p:cNvSpPr/>
            <p:nvPr/>
          </p:nvSpPr>
          <p:spPr>
            <a:xfrm>
              <a:off x="5344688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橢圓 73"/>
            <p:cNvSpPr/>
            <p:nvPr/>
          </p:nvSpPr>
          <p:spPr>
            <a:xfrm>
              <a:off x="5344688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5" name="橢圓 74"/>
            <p:cNvSpPr/>
            <p:nvPr/>
          </p:nvSpPr>
          <p:spPr>
            <a:xfrm>
              <a:off x="5344688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6" name="橢圓 75"/>
            <p:cNvSpPr/>
            <p:nvPr/>
          </p:nvSpPr>
          <p:spPr>
            <a:xfrm>
              <a:off x="5344688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橢圓 76"/>
            <p:cNvSpPr/>
            <p:nvPr/>
          </p:nvSpPr>
          <p:spPr>
            <a:xfrm>
              <a:off x="5344688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橢圓 77"/>
            <p:cNvSpPr/>
            <p:nvPr/>
          </p:nvSpPr>
          <p:spPr>
            <a:xfrm>
              <a:off x="5344688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9" name="橢圓 78"/>
            <p:cNvSpPr/>
            <p:nvPr/>
          </p:nvSpPr>
          <p:spPr>
            <a:xfrm>
              <a:off x="5953125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0" name="橢圓 79"/>
            <p:cNvSpPr/>
            <p:nvPr/>
          </p:nvSpPr>
          <p:spPr>
            <a:xfrm>
              <a:off x="5953125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1" name="橢圓 80"/>
            <p:cNvSpPr/>
            <p:nvPr/>
          </p:nvSpPr>
          <p:spPr>
            <a:xfrm>
              <a:off x="5953125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2" name="橢圓 81"/>
            <p:cNvSpPr/>
            <p:nvPr/>
          </p:nvSpPr>
          <p:spPr>
            <a:xfrm>
              <a:off x="5953125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3" name="橢圓 82"/>
            <p:cNvSpPr/>
            <p:nvPr/>
          </p:nvSpPr>
          <p:spPr>
            <a:xfrm>
              <a:off x="5953125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4" name="橢圓 83"/>
            <p:cNvSpPr/>
            <p:nvPr/>
          </p:nvSpPr>
          <p:spPr>
            <a:xfrm>
              <a:off x="5953125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5" name="橢圓 84"/>
            <p:cNvSpPr/>
            <p:nvPr/>
          </p:nvSpPr>
          <p:spPr>
            <a:xfrm>
              <a:off x="5953125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6" name="橢圓 85"/>
            <p:cNvSpPr/>
            <p:nvPr/>
          </p:nvSpPr>
          <p:spPr>
            <a:xfrm>
              <a:off x="5953125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7" name="橢圓 86"/>
            <p:cNvSpPr/>
            <p:nvPr/>
          </p:nvSpPr>
          <p:spPr>
            <a:xfrm>
              <a:off x="5953125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88" name="橢圓 87"/>
            <p:cNvSpPr/>
            <p:nvPr/>
          </p:nvSpPr>
          <p:spPr>
            <a:xfrm>
              <a:off x="6561852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9" name="橢圓 88"/>
            <p:cNvSpPr/>
            <p:nvPr/>
          </p:nvSpPr>
          <p:spPr>
            <a:xfrm>
              <a:off x="6561852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0" name="橢圓 89"/>
            <p:cNvSpPr/>
            <p:nvPr/>
          </p:nvSpPr>
          <p:spPr>
            <a:xfrm>
              <a:off x="6561852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1" name="橢圓 90"/>
            <p:cNvSpPr/>
            <p:nvPr/>
          </p:nvSpPr>
          <p:spPr>
            <a:xfrm>
              <a:off x="6561852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2" name="橢圓 91"/>
            <p:cNvSpPr/>
            <p:nvPr/>
          </p:nvSpPr>
          <p:spPr>
            <a:xfrm>
              <a:off x="6561852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3" name="橢圓 92"/>
            <p:cNvSpPr/>
            <p:nvPr/>
          </p:nvSpPr>
          <p:spPr>
            <a:xfrm>
              <a:off x="6561852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4" name="橢圓 93"/>
            <p:cNvSpPr/>
            <p:nvPr/>
          </p:nvSpPr>
          <p:spPr>
            <a:xfrm>
              <a:off x="6561852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5" name="橢圓 94"/>
            <p:cNvSpPr/>
            <p:nvPr/>
          </p:nvSpPr>
          <p:spPr>
            <a:xfrm>
              <a:off x="6561852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6" name="橢圓 95"/>
            <p:cNvSpPr/>
            <p:nvPr/>
          </p:nvSpPr>
          <p:spPr>
            <a:xfrm>
              <a:off x="6561852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7" name="直線單箭頭接點 96"/>
            <p:cNvCxnSpPr/>
            <p:nvPr/>
          </p:nvCxnSpPr>
          <p:spPr>
            <a:xfrm flipH="1">
              <a:off x="3859619" y="219928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線單箭頭接點 98"/>
            <p:cNvCxnSpPr/>
            <p:nvPr/>
          </p:nvCxnSpPr>
          <p:spPr>
            <a:xfrm flipH="1">
              <a:off x="4468056" y="2204606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線單箭頭接點 99"/>
            <p:cNvCxnSpPr/>
            <p:nvPr/>
          </p:nvCxnSpPr>
          <p:spPr>
            <a:xfrm flipH="1">
              <a:off x="5076493" y="219928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線單箭頭接點 100"/>
            <p:cNvCxnSpPr/>
            <p:nvPr/>
          </p:nvCxnSpPr>
          <p:spPr>
            <a:xfrm flipH="1">
              <a:off x="5684930" y="219928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線單箭頭接點 101"/>
            <p:cNvCxnSpPr/>
            <p:nvPr/>
          </p:nvCxnSpPr>
          <p:spPr>
            <a:xfrm flipH="1">
              <a:off x="6293657" y="2208271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線單箭頭接點 102"/>
            <p:cNvCxnSpPr/>
            <p:nvPr/>
          </p:nvCxnSpPr>
          <p:spPr>
            <a:xfrm flipH="1">
              <a:off x="3859619" y="282129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線單箭頭接點 104"/>
            <p:cNvCxnSpPr/>
            <p:nvPr/>
          </p:nvCxnSpPr>
          <p:spPr>
            <a:xfrm flipH="1">
              <a:off x="5076493" y="282129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線單箭頭接點 107"/>
            <p:cNvCxnSpPr/>
            <p:nvPr/>
          </p:nvCxnSpPr>
          <p:spPr>
            <a:xfrm flipH="1">
              <a:off x="3859619" y="3437982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線單箭頭接點 109"/>
            <p:cNvCxnSpPr/>
            <p:nvPr/>
          </p:nvCxnSpPr>
          <p:spPr>
            <a:xfrm flipH="1">
              <a:off x="5076493" y="3437982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線單箭頭接點 113"/>
            <p:cNvCxnSpPr/>
            <p:nvPr/>
          </p:nvCxnSpPr>
          <p:spPr>
            <a:xfrm flipH="1">
              <a:off x="4468056" y="4049355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線單箭頭接點 115"/>
            <p:cNvCxnSpPr/>
            <p:nvPr/>
          </p:nvCxnSpPr>
          <p:spPr>
            <a:xfrm flipH="1">
              <a:off x="5684930" y="4044038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線單箭頭接點 116"/>
            <p:cNvCxnSpPr/>
            <p:nvPr/>
          </p:nvCxnSpPr>
          <p:spPr>
            <a:xfrm flipH="1">
              <a:off x="6293657" y="4053020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線單箭頭接點 118"/>
            <p:cNvCxnSpPr/>
            <p:nvPr/>
          </p:nvCxnSpPr>
          <p:spPr>
            <a:xfrm flipH="1">
              <a:off x="4468056" y="466604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線單箭頭接點 120"/>
            <p:cNvCxnSpPr/>
            <p:nvPr/>
          </p:nvCxnSpPr>
          <p:spPr>
            <a:xfrm flipH="1">
              <a:off x="5684930" y="4660726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線單箭頭接點 121"/>
            <p:cNvCxnSpPr/>
            <p:nvPr/>
          </p:nvCxnSpPr>
          <p:spPr>
            <a:xfrm flipH="1">
              <a:off x="6293657" y="4669708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線單箭頭接點 122"/>
            <p:cNvCxnSpPr>
              <a:stCxn id="21" idx="0"/>
              <a:endCxn id="20" idx="4"/>
            </p:cNvCxnSpPr>
            <p:nvPr/>
          </p:nvCxnSpPr>
          <p:spPr>
            <a:xfrm flipV="1">
              <a:off x="4297935" y="4834906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線單箭頭接點 124"/>
            <p:cNvCxnSpPr/>
            <p:nvPr/>
          </p:nvCxnSpPr>
          <p:spPr>
            <a:xfrm flipH="1">
              <a:off x="5076493" y="529336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線單箭頭接點 127"/>
            <p:cNvCxnSpPr>
              <a:stCxn id="22" idx="0"/>
              <a:endCxn id="21" idx="4"/>
            </p:cNvCxnSpPr>
            <p:nvPr/>
          </p:nvCxnSpPr>
          <p:spPr>
            <a:xfrm flipV="1">
              <a:off x="4297935" y="5452377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線單箭頭接點 129"/>
            <p:cNvCxnSpPr/>
            <p:nvPr/>
          </p:nvCxnSpPr>
          <p:spPr>
            <a:xfrm flipH="1">
              <a:off x="5076493" y="589941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線單箭頭接點 133"/>
            <p:cNvCxnSpPr>
              <a:stCxn id="68" idx="0"/>
              <a:endCxn id="67" idx="4"/>
            </p:cNvCxnSpPr>
            <p:nvPr/>
          </p:nvCxnSpPr>
          <p:spPr>
            <a:xfrm flipV="1">
              <a:off x="4906372" y="6069848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線單箭頭接點 135"/>
            <p:cNvCxnSpPr/>
            <p:nvPr/>
          </p:nvCxnSpPr>
          <p:spPr>
            <a:xfrm flipH="1">
              <a:off x="5684930" y="6516108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線單箭頭接點 136"/>
            <p:cNvCxnSpPr>
              <a:stCxn id="95" idx="0"/>
              <a:endCxn id="94" idx="4"/>
            </p:cNvCxnSpPr>
            <p:nvPr/>
          </p:nvCxnSpPr>
          <p:spPr>
            <a:xfrm flipV="1">
              <a:off x="6731973" y="6069848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線單箭頭接點 138"/>
            <p:cNvCxnSpPr>
              <a:stCxn id="69" idx="0"/>
              <a:endCxn id="68" idx="4"/>
            </p:cNvCxnSpPr>
            <p:nvPr/>
          </p:nvCxnSpPr>
          <p:spPr>
            <a:xfrm flipV="1">
              <a:off x="4906372" y="6687319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線單箭頭接點 140"/>
            <p:cNvCxnSpPr/>
            <p:nvPr/>
          </p:nvCxnSpPr>
          <p:spPr>
            <a:xfrm flipH="1" flipV="1">
              <a:off x="5684930" y="714342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線單箭頭接點 141"/>
            <p:cNvCxnSpPr>
              <a:stCxn id="96" idx="0"/>
              <a:endCxn id="95" idx="4"/>
            </p:cNvCxnSpPr>
            <p:nvPr/>
          </p:nvCxnSpPr>
          <p:spPr>
            <a:xfrm flipV="1">
              <a:off x="6731973" y="6687319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線單箭頭接點 142"/>
            <p:cNvCxnSpPr/>
            <p:nvPr/>
          </p:nvCxnSpPr>
          <p:spPr>
            <a:xfrm flipV="1">
              <a:off x="3689498" y="2370326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線單箭頭接點 145"/>
            <p:cNvCxnSpPr/>
            <p:nvPr/>
          </p:nvCxnSpPr>
          <p:spPr>
            <a:xfrm flipV="1">
              <a:off x="3689498" y="2985145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線單箭頭接點 147"/>
            <p:cNvCxnSpPr/>
            <p:nvPr/>
          </p:nvCxnSpPr>
          <p:spPr>
            <a:xfrm flipV="1">
              <a:off x="3689498" y="3599964"/>
              <a:ext cx="0" cy="27539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線單箭頭接點 148"/>
            <p:cNvCxnSpPr/>
            <p:nvPr/>
          </p:nvCxnSpPr>
          <p:spPr>
            <a:xfrm flipV="1">
              <a:off x="3689498" y="4220087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線單箭頭接點 151"/>
            <p:cNvCxnSpPr/>
            <p:nvPr/>
          </p:nvCxnSpPr>
          <p:spPr>
            <a:xfrm flipV="1">
              <a:off x="3684525" y="4834906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線單箭頭接點 153"/>
            <p:cNvCxnSpPr/>
            <p:nvPr/>
          </p:nvCxnSpPr>
          <p:spPr>
            <a:xfrm flipV="1">
              <a:off x="3681782" y="5452377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線單箭頭接點 154"/>
            <p:cNvCxnSpPr/>
            <p:nvPr/>
          </p:nvCxnSpPr>
          <p:spPr>
            <a:xfrm flipV="1">
              <a:off x="3681782" y="6072500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線單箭頭接點 194"/>
            <p:cNvCxnSpPr/>
            <p:nvPr/>
          </p:nvCxnSpPr>
          <p:spPr>
            <a:xfrm rot="10800000">
              <a:off x="5635103" y="2320230"/>
              <a:ext cx="36784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線單箭頭接點 201"/>
            <p:cNvCxnSpPr>
              <a:stCxn id="62" idx="2"/>
              <a:endCxn id="17" idx="6"/>
            </p:cNvCxnSpPr>
            <p:nvPr/>
          </p:nvCxnSpPr>
          <p:spPr>
            <a:xfrm flipH="1">
              <a:off x="4468056" y="2814108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直線單箭頭接點 202"/>
            <p:cNvCxnSpPr/>
            <p:nvPr/>
          </p:nvCxnSpPr>
          <p:spPr>
            <a:xfrm rot="10800000">
              <a:off x="6243540" y="2320230"/>
              <a:ext cx="36813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直線單箭頭接點 205"/>
            <p:cNvCxnSpPr/>
            <p:nvPr/>
          </p:nvCxnSpPr>
          <p:spPr>
            <a:xfrm rot="10800000">
              <a:off x="5635103" y="2935049"/>
              <a:ext cx="36784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線單箭頭接點 206"/>
            <p:cNvCxnSpPr/>
            <p:nvPr/>
          </p:nvCxnSpPr>
          <p:spPr>
            <a:xfrm rot="10800000">
              <a:off x="4418229" y="2935049"/>
              <a:ext cx="36784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線單箭頭接點 207"/>
            <p:cNvCxnSpPr/>
            <p:nvPr/>
          </p:nvCxnSpPr>
          <p:spPr>
            <a:xfrm rot="10800000">
              <a:off x="6243540" y="2935049"/>
              <a:ext cx="36813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線單箭頭接點 208"/>
            <p:cNvCxnSpPr/>
            <p:nvPr/>
          </p:nvCxnSpPr>
          <p:spPr>
            <a:xfrm rot="10800000">
              <a:off x="5635103" y="4784810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直線單箭頭接點 209"/>
            <p:cNvCxnSpPr/>
            <p:nvPr/>
          </p:nvCxnSpPr>
          <p:spPr>
            <a:xfrm rot="10800000">
              <a:off x="4418229" y="4784810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線單箭頭接點 210"/>
            <p:cNvCxnSpPr/>
            <p:nvPr/>
          </p:nvCxnSpPr>
          <p:spPr>
            <a:xfrm rot="10800000">
              <a:off x="6243540" y="4784810"/>
              <a:ext cx="36813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直線單箭頭接點 211"/>
            <p:cNvCxnSpPr/>
            <p:nvPr/>
          </p:nvCxnSpPr>
          <p:spPr>
            <a:xfrm rot="10800000">
              <a:off x="5635103" y="5402281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直線單箭頭接點 212"/>
            <p:cNvCxnSpPr/>
            <p:nvPr/>
          </p:nvCxnSpPr>
          <p:spPr>
            <a:xfrm rot="10800000">
              <a:off x="4418229" y="5402281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直線單箭頭接點 213"/>
            <p:cNvCxnSpPr/>
            <p:nvPr/>
          </p:nvCxnSpPr>
          <p:spPr>
            <a:xfrm rot="10800000">
              <a:off x="6243540" y="5402281"/>
              <a:ext cx="36813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直線單箭頭接點 232"/>
            <p:cNvCxnSpPr/>
            <p:nvPr/>
          </p:nvCxnSpPr>
          <p:spPr>
            <a:xfrm rot="10800000">
              <a:off x="3809792" y="3549868"/>
              <a:ext cx="349318" cy="359855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直線單箭頭接點 235"/>
            <p:cNvCxnSpPr/>
            <p:nvPr/>
          </p:nvCxnSpPr>
          <p:spPr>
            <a:xfrm rot="10800000">
              <a:off x="3809792" y="4167339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直線單箭頭接點 238"/>
            <p:cNvCxnSpPr/>
            <p:nvPr/>
          </p:nvCxnSpPr>
          <p:spPr>
            <a:xfrm rot="10800000">
              <a:off x="3809792" y="6019752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直線單箭頭接點 241"/>
            <p:cNvCxnSpPr/>
            <p:nvPr/>
          </p:nvCxnSpPr>
          <p:spPr>
            <a:xfrm rot="10800000">
              <a:off x="3809792" y="6637223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直線單箭頭接點 248"/>
            <p:cNvCxnSpPr/>
            <p:nvPr/>
          </p:nvCxnSpPr>
          <p:spPr>
            <a:xfrm flipV="1">
              <a:off x="3684525" y="6689971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直線單箭頭接點 254"/>
            <p:cNvCxnSpPr/>
            <p:nvPr/>
          </p:nvCxnSpPr>
          <p:spPr>
            <a:xfrm rot="10800000">
              <a:off x="5026666" y="6019752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直線單箭頭接點 257"/>
            <p:cNvCxnSpPr/>
            <p:nvPr/>
          </p:nvCxnSpPr>
          <p:spPr>
            <a:xfrm rot="10800000">
              <a:off x="5026666" y="6637223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直線單箭頭接點 260"/>
            <p:cNvCxnSpPr/>
            <p:nvPr/>
          </p:nvCxnSpPr>
          <p:spPr>
            <a:xfrm rot="10800000">
              <a:off x="5026666" y="3549868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直線單箭頭接點 263"/>
            <p:cNvCxnSpPr/>
            <p:nvPr/>
          </p:nvCxnSpPr>
          <p:spPr>
            <a:xfrm rot="10800000">
              <a:off x="5026666" y="4167339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內容版面配置區 5"/>
          <p:cNvSpPr>
            <a:spLocks noGrp="1"/>
          </p:cNvSpPr>
          <p:nvPr>
            <p:ph idx="1"/>
          </p:nvPr>
        </p:nvSpPr>
        <p:spPr>
          <a:xfrm>
            <a:off x="503999" y="1769043"/>
            <a:ext cx="3810868" cy="4384438"/>
          </a:xfrm>
        </p:spPr>
        <p:txBody>
          <a:bodyPr/>
          <a:lstStyle/>
          <a:p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Step 1</a:t>
            </a:r>
            <a:endParaRPr lang="zh-TW" alt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27" name="矩形: 圓角 126"/>
          <p:cNvSpPr/>
          <p:nvPr/>
        </p:nvSpPr>
        <p:spPr>
          <a:xfrm>
            <a:off x="4314867" y="2512950"/>
            <a:ext cx="4856429" cy="3077048"/>
          </a:xfrm>
          <a:prstGeom prst="roundRect">
            <a:avLst/>
          </a:prstGeom>
          <a:noFill/>
          <a:ln w="412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95069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3998" y="285556"/>
            <a:ext cx="9071643" cy="1262155"/>
          </a:xfrm>
        </p:spPr>
        <p:txBody>
          <a:bodyPr/>
          <a:lstStyle/>
          <a:p>
            <a:r>
              <a:rPr lang="en-US" altLang="zh-TW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Algorithm</a:t>
            </a:r>
            <a:endParaRPr lang="zh-TW" altLang="en-US" b="1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15</a:t>
            </a:fld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4559612" y="1264383"/>
          <a:ext cx="4284000" cy="612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25" name="群組 24"/>
          <p:cNvGrpSpPr/>
          <p:nvPr/>
        </p:nvGrpSpPr>
        <p:grpSpPr>
          <a:xfrm>
            <a:off x="5312082" y="2028251"/>
            <a:ext cx="3382717" cy="5276539"/>
            <a:chOff x="3519377" y="2028251"/>
            <a:chExt cx="3382717" cy="5276539"/>
          </a:xfrm>
        </p:grpSpPr>
        <p:sp>
          <p:nvSpPr>
            <p:cNvPr id="3" name="橢圓 2"/>
            <p:cNvSpPr/>
            <p:nvPr/>
          </p:nvSpPr>
          <p:spPr>
            <a:xfrm>
              <a:off x="3519377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7" name="橢圓 6"/>
            <p:cNvSpPr/>
            <p:nvPr/>
          </p:nvSpPr>
          <p:spPr>
            <a:xfrm>
              <a:off x="3519377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橢圓 7"/>
            <p:cNvSpPr/>
            <p:nvPr/>
          </p:nvSpPr>
          <p:spPr>
            <a:xfrm>
              <a:off x="3519377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橢圓 8"/>
            <p:cNvSpPr/>
            <p:nvPr/>
          </p:nvSpPr>
          <p:spPr>
            <a:xfrm>
              <a:off x="3519377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橢圓 9"/>
            <p:cNvSpPr/>
            <p:nvPr/>
          </p:nvSpPr>
          <p:spPr>
            <a:xfrm>
              <a:off x="3519377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橢圓 11"/>
            <p:cNvSpPr/>
            <p:nvPr/>
          </p:nvSpPr>
          <p:spPr>
            <a:xfrm>
              <a:off x="3519377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橢圓 12"/>
            <p:cNvSpPr/>
            <p:nvPr/>
          </p:nvSpPr>
          <p:spPr>
            <a:xfrm>
              <a:off x="3519377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橢圓 13"/>
            <p:cNvSpPr/>
            <p:nvPr/>
          </p:nvSpPr>
          <p:spPr>
            <a:xfrm>
              <a:off x="3519377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橢圓 14"/>
            <p:cNvSpPr/>
            <p:nvPr/>
          </p:nvSpPr>
          <p:spPr>
            <a:xfrm>
              <a:off x="3519377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橢圓 15"/>
            <p:cNvSpPr/>
            <p:nvPr/>
          </p:nvSpPr>
          <p:spPr>
            <a:xfrm>
              <a:off x="4127814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橢圓 16"/>
            <p:cNvSpPr/>
            <p:nvPr/>
          </p:nvSpPr>
          <p:spPr>
            <a:xfrm>
              <a:off x="4127814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橢圓 17"/>
            <p:cNvSpPr/>
            <p:nvPr/>
          </p:nvSpPr>
          <p:spPr>
            <a:xfrm>
              <a:off x="4127814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橢圓 18"/>
            <p:cNvSpPr/>
            <p:nvPr/>
          </p:nvSpPr>
          <p:spPr>
            <a:xfrm>
              <a:off x="4127814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橢圓 19"/>
            <p:cNvSpPr/>
            <p:nvPr/>
          </p:nvSpPr>
          <p:spPr>
            <a:xfrm>
              <a:off x="4127814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橢圓 20"/>
            <p:cNvSpPr/>
            <p:nvPr/>
          </p:nvSpPr>
          <p:spPr>
            <a:xfrm>
              <a:off x="4127814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橢圓 21"/>
            <p:cNvSpPr/>
            <p:nvPr/>
          </p:nvSpPr>
          <p:spPr>
            <a:xfrm>
              <a:off x="4127814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橢圓 22"/>
            <p:cNvSpPr/>
            <p:nvPr/>
          </p:nvSpPr>
          <p:spPr>
            <a:xfrm>
              <a:off x="4127814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橢圓 23"/>
            <p:cNvSpPr/>
            <p:nvPr/>
          </p:nvSpPr>
          <p:spPr>
            <a:xfrm>
              <a:off x="4127814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1" name="橢圓 60"/>
            <p:cNvSpPr/>
            <p:nvPr/>
          </p:nvSpPr>
          <p:spPr>
            <a:xfrm>
              <a:off x="4736251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62" name="橢圓 61"/>
            <p:cNvSpPr/>
            <p:nvPr/>
          </p:nvSpPr>
          <p:spPr>
            <a:xfrm>
              <a:off x="4736251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3" name="橢圓 62"/>
            <p:cNvSpPr/>
            <p:nvPr/>
          </p:nvSpPr>
          <p:spPr>
            <a:xfrm>
              <a:off x="4736251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4" name="橢圓 63"/>
            <p:cNvSpPr/>
            <p:nvPr/>
          </p:nvSpPr>
          <p:spPr>
            <a:xfrm>
              <a:off x="4736251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5" name="橢圓 64"/>
            <p:cNvSpPr/>
            <p:nvPr/>
          </p:nvSpPr>
          <p:spPr>
            <a:xfrm>
              <a:off x="4736251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6" name="橢圓 65"/>
            <p:cNvSpPr/>
            <p:nvPr/>
          </p:nvSpPr>
          <p:spPr>
            <a:xfrm>
              <a:off x="4736251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7" name="橢圓 66"/>
            <p:cNvSpPr/>
            <p:nvPr/>
          </p:nvSpPr>
          <p:spPr>
            <a:xfrm>
              <a:off x="4736251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8" name="橢圓 67"/>
            <p:cNvSpPr/>
            <p:nvPr/>
          </p:nvSpPr>
          <p:spPr>
            <a:xfrm>
              <a:off x="4736251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9" name="橢圓 68"/>
            <p:cNvSpPr/>
            <p:nvPr/>
          </p:nvSpPr>
          <p:spPr>
            <a:xfrm>
              <a:off x="4736251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0" name="橢圓 69"/>
            <p:cNvSpPr/>
            <p:nvPr/>
          </p:nvSpPr>
          <p:spPr>
            <a:xfrm>
              <a:off x="5344688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1" name="橢圓 70"/>
            <p:cNvSpPr/>
            <p:nvPr/>
          </p:nvSpPr>
          <p:spPr>
            <a:xfrm>
              <a:off x="5344688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橢圓 71"/>
            <p:cNvSpPr/>
            <p:nvPr/>
          </p:nvSpPr>
          <p:spPr>
            <a:xfrm>
              <a:off x="5344688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" name="橢圓 72"/>
            <p:cNvSpPr/>
            <p:nvPr/>
          </p:nvSpPr>
          <p:spPr>
            <a:xfrm>
              <a:off x="5344688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橢圓 73"/>
            <p:cNvSpPr/>
            <p:nvPr/>
          </p:nvSpPr>
          <p:spPr>
            <a:xfrm>
              <a:off x="5344688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5" name="橢圓 74"/>
            <p:cNvSpPr/>
            <p:nvPr/>
          </p:nvSpPr>
          <p:spPr>
            <a:xfrm>
              <a:off x="5344688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6" name="橢圓 75"/>
            <p:cNvSpPr/>
            <p:nvPr/>
          </p:nvSpPr>
          <p:spPr>
            <a:xfrm>
              <a:off x="5344688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橢圓 76"/>
            <p:cNvSpPr/>
            <p:nvPr/>
          </p:nvSpPr>
          <p:spPr>
            <a:xfrm>
              <a:off x="5344688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橢圓 77"/>
            <p:cNvSpPr/>
            <p:nvPr/>
          </p:nvSpPr>
          <p:spPr>
            <a:xfrm>
              <a:off x="5344688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9" name="橢圓 78"/>
            <p:cNvSpPr/>
            <p:nvPr/>
          </p:nvSpPr>
          <p:spPr>
            <a:xfrm>
              <a:off x="5953125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0" name="橢圓 79"/>
            <p:cNvSpPr/>
            <p:nvPr/>
          </p:nvSpPr>
          <p:spPr>
            <a:xfrm>
              <a:off x="5953125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1" name="橢圓 80"/>
            <p:cNvSpPr/>
            <p:nvPr/>
          </p:nvSpPr>
          <p:spPr>
            <a:xfrm>
              <a:off x="5953125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2" name="橢圓 81"/>
            <p:cNvSpPr/>
            <p:nvPr/>
          </p:nvSpPr>
          <p:spPr>
            <a:xfrm>
              <a:off x="5953125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3" name="橢圓 82"/>
            <p:cNvSpPr/>
            <p:nvPr/>
          </p:nvSpPr>
          <p:spPr>
            <a:xfrm>
              <a:off x="5953125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4" name="橢圓 83"/>
            <p:cNvSpPr/>
            <p:nvPr/>
          </p:nvSpPr>
          <p:spPr>
            <a:xfrm>
              <a:off x="5953125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5" name="橢圓 84"/>
            <p:cNvSpPr/>
            <p:nvPr/>
          </p:nvSpPr>
          <p:spPr>
            <a:xfrm>
              <a:off x="5953125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6" name="橢圓 85"/>
            <p:cNvSpPr/>
            <p:nvPr/>
          </p:nvSpPr>
          <p:spPr>
            <a:xfrm>
              <a:off x="5953125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7" name="橢圓 86"/>
            <p:cNvSpPr/>
            <p:nvPr/>
          </p:nvSpPr>
          <p:spPr>
            <a:xfrm>
              <a:off x="5953125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88" name="橢圓 87"/>
            <p:cNvSpPr/>
            <p:nvPr/>
          </p:nvSpPr>
          <p:spPr>
            <a:xfrm>
              <a:off x="6561852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9" name="橢圓 88"/>
            <p:cNvSpPr/>
            <p:nvPr/>
          </p:nvSpPr>
          <p:spPr>
            <a:xfrm>
              <a:off x="6561852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0" name="橢圓 89"/>
            <p:cNvSpPr/>
            <p:nvPr/>
          </p:nvSpPr>
          <p:spPr>
            <a:xfrm>
              <a:off x="6561852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1" name="橢圓 90"/>
            <p:cNvSpPr/>
            <p:nvPr/>
          </p:nvSpPr>
          <p:spPr>
            <a:xfrm>
              <a:off x="6561852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2" name="橢圓 91"/>
            <p:cNvSpPr/>
            <p:nvPr/>
          </p:nvSpPr>
          <p:spPr>
            <a:xfrm>
              <a:off x="6561852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3" name="橢圓 92"/>
            <p:cNvSpPr/>
            <p:nvPr/>
          </p:nvSpPr>
          <p:spPr>
            <a:xfrm>
              <a:off x="6561852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4" name="橢圓 93"/>
            <p:cNvSpPr/>
            <p:nvPr/>
          </p:nvSpPr>
          <p:spPr>
            <a:xfrm>
              <a:off x="6561852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5" name="橢圓 94"/>
            <p:cNvSpPr/>
            <p:nvPr/>
          </p:nvSpPr>
          <p:spPr>
            <a:xfrm>
              <a:off x="6561852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6" name="橢圓 95"/>
            <p:cNvSpPr/>
            <p:nvPr/>
          </p:nvSpPr>
          <p:spPr>
            <a:xfrm>
              <a:off x="6561852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7" name="直線單箭頭接點 96"/>
            <p:cNvCxnSpPr/>
            <p:nvPr/>
          </p:nvCxnSpPr>
          <p:spPr>
            <a:xfrm flipH="1">
              <a:off x="3859619" y="219928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線單箭頭接點 98"/>
            <p:cNvCxnSpPr/>
            <p:nvPr/>
          </p:nvCxnSpPr>
          <p:spPr>
            <a:xfrm flipH="1">
              <a:off x="4468056" y="2204606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線單箭頭接點 99"/>
            <p:cNvCxnSpPr/>
            <p:nvPr/>
          </p:nvCxnSpPr>
          <p:spPr>
            <a:xfrm flipH="1">
              <a:off x="5076493" y="219928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線單箭頭接點 100"/>
            <p:cNvCxnSpPr/>
            <p:nvPr/>
          </p:nvCxnSpPr>
          <p:spPr>
            <a:xfrm flipH="1">
              <a:off x="5684930" y="219928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線單箭頭接點 101"/>
            <p:cNvCxnSpPr/>
            <p:nvPr/>
          </p:nvCxnSpPr>
          <p:spPr>
            <a:xfrm flipH="1">
              <a:off x="6293657" y="2208271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線單箭頭接點 102"/>
            <p:cNvCxnSpPr/>
            <p:nvPr/>
          </p:nvCxnSpPr>
          <p:spPr>
            <a:xfrm flipH="1">
              <a:off x="3859619" y="282129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線單箭頭接點 104"/>
            <p:cNvCxnSpPr/>
            <p:nvPr/>
          </p:nvCxnSpPr>
          <p:spPr>
            <a:xfrm flipH="1">
              <a:off x="5076493" y="282129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線單箭頭接點 107"/>
            <p:cNvCxnSpPr/>
            <p:nvPr/>
          </p:nvCxnSpPr>
          <p:spPr>
            <a:xfrm flipH="1">
              <a:off x="3859619" y="3437982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線單箭頭接點 109"/>
            <p:cNvCxnSpPr/>
            <p:nvPr/>
          </p:nvCxnSpPr>
          <p:spPr>
            <a:xfrm flipH="1">
              <a:off x="5076493" y="3437982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線單箭頭接點 113"/>
            <p:cNvCxnSpPr/>
            <p:nvPr/>
          </p:nvCxnSpPr>
          <p:spPr>
            <a:xfrm flipH="1">
              <a:off x="4468056" y="4049355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線單箭頭接點 115"/>
            <p:cNvCxnSpPr/>
            <p:nvPr/>
          </p:nvCxnSpPr>
          <p:spPr>
            <a:xfrm flipH="1">
              <a:off x="5684930" y="4044038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線單箭頭接點 116"/>
            <p:cNvCxnSpPr/>
            <p:nvPr/>
          </p:nvCxnSpPr>
          <p:spPr>
            <a:xfrm flipH="1">
              <a:off x="6293657" y="4053020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線單箭頭接點 118"/>
            <p:cNvCxnSpPr/>
            <p:nvPr/>
          </p:nvCxnSpPr>
          <p:spPr>
            <a:xfrm flipH="1">
              <a:off x="4468056" y="466604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線單箭頭接點 120"/>
            <p:cNvCxnSpPr/>
            <p:nvPr/>
          </p:nvCxnSpPr>
          <p:spPr>
            <a:xfrm flipH="1">
              <a:off x="5684930" y="4660726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線單箭頭接點 121"/>
            <p:cNvCxnSpPr/>
            <p:nvPr/>
          </p:nvCxnSpPr>
          <p:spPr>
            <a:xfrm flipH="1">
              <a:off x="6293657" y="4669708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線單箭頭接點 122"/>
            <p:cNvCxnSpPr>
              <a:stCxn id="21" idx="0"/>
              <a:endCxn id="20" idx="4"/>
            </p:cNvCxnSpPr>
            <p:nvPr/>
          </p:nvCxnSpPr>
          <p:spPr>
            <a:xfrm flipV="1">
              <a:off x="4297935" y="4834906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線單箭頭接點 124"/>
            <p:cNvCxnSpPr/>
            <p:nvPr/>
          </p:nvCxnSpPr>
          <p:spPr>
            <a:xfrm flipH="1">
              <a:off x="5076493" y="529336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線單箭頭接點 127"/>
            <p:cNvCxnSpPr>
              <a:stCxn id="22" idx="0"/>
              <a:endCxn id="21" idx="4"/>
            </p:cNvCxnSpPr>
            <p:nvPr/>
          </p:nvCxnSpPr>
          <p:spPr>
            <a:xfrm flipV="1">
              <a:off x="4297935" y="5452377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線單箭頭接點 129"/>
            <p:cNvCxnSpPr/>
            <p:nvPr/>
          </p:nvCxnSpPr>
          <p:spPr>
            <a:xfrm flipH="1">
              <a:off x="5076493" y="589941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線單箭頭接點 133"/>
            <p:cNvCxnSpPr>
              <a:stCxn id="68" idx="0"/>
              <a:endCxn id="67" idx="4"/>
            </p:cNvCxnSpPr>
            <p:nvPr/>
          </p:nvCxnSpPr>
          <p:spPr>
            <a:xfrm flipV="1">
              <a:off x="4906372" y="6069848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線單箭頭接點 135"/>
            <p:cNvCxnSpPr/>
            <p:nvPr/>
          </p:nvCxnSpPr>
          <p:spPr>
            <a:xfrm flipH="1">
              <a:off x="5684930" y="6516108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線單箭頭接點 136"/>
            <p:cNvCxnSpPr>
              <a:stCxn id="95" idx="0"/>
              <a:endCxn id="94" idx="4"/>
            </p:cNvCxnSpPr>
            <p:nvPr/>
          </p:nvCxnSpPr>
          <p:spPr>
            <a:xfrm flipV="1">
              <a:off x="6731973" y="6069848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線單箭頭接點 138"/>
            <p:cNvCxnSpPr>
              <a:stCxn id="69" idx="0"/>
              <a:endCxn id="68" idx="4"/>
            </p:cNvCxnSpPr>
            <p:nvPr/>
          </p:nvCxnSpPr>
          <p:spPr>
            <a:xfrm flipV="1">
              <a:off x="4906372" y="6687319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線單箭頭接點 140"/>
            <p:cNvCxnSpPr/>
            <p:nvPr/>
          </p:nvCxnSpPr>
          <p:spPr>
            <a:xfrm flipH="1" flipV="1">
              <a:off x="5684930" y="714342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線單箭頭接點 141"/>
            <p:cNvCxnSpPr>
              <a:stCxn id="96" idx="0"/>
              <a:endCxn id="95" idx="4"/>
            </p:cNvCxnSpPr>
            <p:nvPr/>
          </p:nvCxnSpPr>
          <p:spPr>
            <a:xfrm flipV="1">
              <a:off x="6731973" y="6687319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線單箭頭接點 142"/>
            <p:cNvCxnSpPr/>
            <p:nvPr/>
          </p:nvCxnSpPr>
          <p:spPr>
            <a:xfrm flipV="1">
              <a:off x="3689498" y="2370326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線單箭頭接點 145"/>
            <p:cNvCxnSpPr/>
            <p:nvPr/>
          </p:nvCxnSpPr>
          <p:spPr>
            <a:xfrm flipV="1">
              <a:off x="3689498" y="2985145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線單箭頭接點 147"/>
            <p:cNvCxnSpPr/>
            <p:nvPr/>
          </p:nvCxnSpPr>
          <p:spPr>
            <a:xfrm flipV="1">
              <a:off x="3689498" y="3599964"/>
              <a:ext cx="0" cy="27539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線單箭頭接點 148"/>
            <p:cNvCxnSpPr/>
            <p:nvPr/>
          </p:nvCxnSpPr>
          <p:spPr>
            <a:xfrm flipV="1">
              <a:off x="3689498" y="4220087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線單箭頭接點 151"/>
            <p:cNvCxnSpPr/>
            <p:nvPr/>
          </p:nvCxnSpPr>
          <p:spPr>
            <a:xfrm flipV="1">
              <a:off x="3684525" y="4834906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線單箭頭接點 153"/>
            <p:cNvCxnSpPr/>
            <p:nvPr/>
          </p:nvCxnSpPr>
          <p:spPr>
            <a:xfrm flipV="1">
              <a:off x="3681782" y="5452377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線單箭頭接點 154"/>
            <p:cNvCxnSpPr/>
            <p:nvPr/>
          </p:nvCxnSpPr>
          <p:spPr>
            <a:xfrm flipV="1">
              <a:off x="3681782" y="6072500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線單箭頭接點 194"/>
            <p:cNvCxnSpPr/>
            <p:nvPr/>
          </p:nvCxnSpPr>
          <p:spPr>
            <a:xfrm rot="10800000">
              <a:off x="5635103" y="2320230"/>
              <a:ext cx="36784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線單箭頭接點 201"/>
            <p:cNvCxnSpPr>
              <a:stCxn id="62" idx="2"/>
              <a:endCxn id="17" idx="6"/>
            </p:cNvCxnSpPr>
            <p:nvPr/>
          </p:nvCxnSpPr>
          <p:spPr>
            <a:xfrm flipH="1">
              <a:off x="4468056" y="2814108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直線單箭頭接點 202"/>
            <p:cNvCxnSpPr/>
            <p:nvPr/>
          </p:nvCxnSpPr>
          <p:spPr>
            <a:xfrm rot="10800000">
              <a:off x="6243540" y="2320230"/>
              <a:ext cx="36813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直線單箭頭接點 205"/>
            <p:cNvCxnSpPr>
              <a:stCxn id="81" idx="2"/>
              <a:endCxn id="72" idx="6"/>
            </p:cNvCxnSpPr>
            <p:nvPr/>
          </p:nvCxnSpPr>
          <p:spPr>
            <a:xfrm flipH="1">
              <a:off x="5684930" y="3428927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線單箭頭接點 206"/>
            <p:cNvCxnSpPr/>
            <p:nvPr/>
          </p:nvCxnSpPr>
          <p:spPr>
            <a:xfrm rot="10800000">
              <a:off x="4418229" y="2935049"/>
              <a:ext cx="36784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線單箭頭接點 207"/>
            <p:cNvCxnSpPr/>
            <p:nvPr/>
          </p:nvCxnSpPr>
          <p:spPr>
            <a:xfrm rot="10800000">
              <a:off x="6243540" y="2935049"/>
              <a:ext cx="36813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線單箭頭接點 208"/>
            <p:cNvCxnSpPr/>
            <p:nvPr/>
          </p:nvCxnSpPr>
          <p:spPr>
            <a:xfrm rot="10800000">
              <a:off x="5635103" y="4784810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直線單箭頭接點 209"/>
            <p:cNvCxnSpPr/>
            <p:nvPr/>
          </p:nvCxnSpPr>
          <p:spPr>
            <a:xfrm rot="10800000">
              <a:off x="4418229" y="4784810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線單箭頭接點 210"/>
            <p:cNvCxnSpPr/>
            <p:nvPr/>
          </p:nvCxnSpPr>
          <p:spPr>
            <a:xfrm rot="10800000">
              <a:off x="6243540" y="4784810"/>
              <a:ext cx="36813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直線單箭頭接點 211"/>
            <p:cNvCxnSpPr/>
            <p:nvPr/>
          </p:nvCxnSpPr>
          <p:spPr>
            <a:xfrm rot="10800000">
              <a:off x="5635103" y="5402281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直線單箭頭接點 212"/>
            <p:cNvCxnSpPr/>
            <p:nvPr/>
          </p:nvCxnSpPr>
          <p:spPr>
            <a:xfrm rot="10800000">
              <a:off x="4418229" y="5402281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直線單箭頭接點 213"/>
            <p:cNvCxnSpPr/>
            <p:nvPr/>
          </p:nvCxnSpPr>
          <p:spPr>
            <a:xfrm rot="10800000">
              <a:off x="6243540" y="5402281"/>
              <a:ext cx="36813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直線單箭頭接點 232"/>
            <p:cNvCxnSpPr/>
            <p:nvPr/>
          </p:nvCxnSpPr>
          <p:spPr>
            <a:xfrm rot="10800000">
              <a:off x="3809792" y="3549868"/>
              <a:ext cx="349318" cy="359855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直線單箭頭接點 235"/>
            <p:cNvCxnSpPr/>
            <p:nvPr/>
          </p:nvCxnSpPr>
          <p:spPr>
            <a:xfrm rot="10800000">
              <a:off x="3809792" y="4167339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直線單箭頭接點 238"/>
            <p:cNvCxnSpPr/>
            <p:nvPr/>
          </p:nvCxnSpPr>
          <p:spPr>
            <a:xfrm rot="10800000">
              <a:off x="3809792" y="6019752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直線單箭頭接點 241"/>
            <p:cNvCxnSpPr/>
            <p:nvPr/>
          </p:nvCxnSpPr>
          <p:spPr>
            <a:xfrm rot="10800000">
              <a:off x="3809792" y="6637223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直線單箭頭接點 248"/>
            <p:cNvCxnSpPr/>
            <p:nvPr/>
          </p:nvCxnSpPr>
          <p:spPr>
            <a:xfrm flipV="1">
              <a:off x="3684525" y="6689971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直線單箭頭接點 254"/>
            <p:cNvCxnSpPr/>
            <p:nvPr/>
          </p:nvCxnSpPr>
          <p:spPr>
            <a:xfrm rot="10800000">
              <a:off x="5026666" y="6019752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直線單箭頭接點 257"/>
            <p:cNvCxnSpPr/>
            <p:nvPr/>
          </p:nvCxnSpPr>
          <p:spPr>
            <a:xfrm rot="10800000">
              <a:off x="5026666" y="6637223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直線單箭頭接點 260"/>
            <p:cNvCxnSpPr/>
            <p:nvPr/>
          </p:nvCxnSpPr>
          <p:spPr>
            <a:xfrm rot="10800000">
              <a:off x="5026666" y="3549868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直線單箭頭接點 263"/>
            <p:cNvCxnSpPr/>
            <p:nvPr/>
          </p:nvCxnSpPr>
          <p:spPr>
            <a:xfrm rot="10800000">
              <a:off x="5026666" y="4167339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內容版面配置區 5"/>
          <p:cNvSpPr>
            <a:spLocks noGrp="1"/>
          </p:cNvSpPr>
          <p:nvPr>
            <p:ph idx="1"/>
          </p:nvPr>
        </p:nvSpPr>
        <p:spPr>
          <a:xfrm>
            <a:off x="503999" y="1769043"/>
            <a:ext cx="3810868" cy="4384438"/>
          </a:xfrm>
        </p:spPr>
        <p:txBody>
          <a:bodyPr/>
          <a:lstStyle/>
          <a:p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Step 1</a:t>
            </a:r>
            <a:endParaRPr lang="zh-TW" alt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27" name="矩形: 圓角 126"/>
          <p:cNvSpPr/>
          <p:nvPr/>
        </p:nvSpPr>
        <p:spPr>
          <a:xfrm>
            <a:off x="4314867" y="2512950"/>
            <a:ext cx="4856429" cy="3077048"/>
          </a:xfrm>
          <a:prstGeom prst="roundRect">
            <a:avLst/>
          </a:prstGeom>
          <a:noFill/>
          <a:ln w="412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18169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3998" y="285556"/>
            <a:ext cx="9071643" cy="1262155"/>
          </a:xfrm>
        </p:spPr>
        <p:txBody>
          <a:bodyPr/>
          <a:lstStyle/>
          <a:p>
            <a:r>
              <a:rPr lang="en-US" altLang="zh-TW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Algorithm</a:t>
            </a:r>
            <a:endParaRPr lang="zh-TW" altLang="en-US" b="1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16</a:t>
            </a:fld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4559612" y="1264383"/>
          <a:ext cx="4284000" cy="612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25" name="群組 24"/>
          <p:cNvGrpSpPr/>
          <p:nvPr/>
        </p:nvGrpSpPr>
        <p:grpSpPr>
          <a:xfrm>
            <a:off x="5312082" y="2028251"/>
            <a:ext cx="3382717" cy="5276539"/>
            <a:chOff x="3519377" y="2028251"/>
            <a:chExt cx="3382717" cy="5276539"/>
          </a:xfrm>
        </p:grpSpPr>
        <p:sp>
          <p:nvSpPr>
            <p:cNvPr id="3" name="橢圓 2"/>
            <p:cNvSpPr/>
            <p:nvPr/>
          </p:nvSpPr>
          <p:spPr>
            <a:xfrm>
              <a:off x="3519377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7" name="橢圓 6"/>
            <p:cNvSpPr/>
            <p:nvPr/>
          </p:nvSpPr>
          <p:spPr>
            <a:xfrm>
              <a:off x="3519377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橢圓 7"/>
            <p:cNvSpPr/>
            <p:nvPr/>
          </p:nvSpPr>
          <p:spPr>
            <a:xfrm>
              <a:off x="3519377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橢圓 8"/>
            <p:cNvSpPr/>
            <p:nvPr/>
          </p:nvSpPr>
          <p:spPr>
            <a:xfrm>
              <a:off x="3519377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橢圓 9"/>
            <p:cNvSpPr/>
            <p:nvPr/>
          </p:nvSpPr>
          <p:spPr>
            <a:xfrm>
              <a:off x="3519377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橢圓 11"/>
            <p:cNvSpPr/>
            <p:nvPr/>
          </p:nvSpPr>
          <p:spPr>
            <a:xfrm>
              <a:off x="3519377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橢圓 12"/>
            <p:cNvSpPr/>
            <p:nvPr/>
          </p:nvSpPr>
          <p:spPr>
            <a:xfrm>
              <a:off x="3519377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橢圓 13"/>
            <p:cNvSpPr/>
            <p:nvPr/>
          </p:nvSpPr>
          <p:spPr>
            <a:xfrm>
              <a:off x="3519377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橢圓 14"/>
            <p:cNvSpPr/>
            <p:nvPr/>
          </p:nvSpPr>
          <p:spPr>
            <a:xfrm>
              <a:off x="3519377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橢圓 15"/>
            <p:cNvSpPr/>
            <p:nvPr/>
          </p:nvSpPr>
          <p:spPr>
            <a:xfrm>
              <a:off x="4127814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橢圓 16"/>
            <p:cNvSpPr/>
            <p:nvPr/>
          </p:nvSpPr>
          <p:spPr>
            <a:xfrm>
              <a:off x="4127814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橢圓 17"/>
            <p:cNvSpPr/>
            <p:nvPr/>
          </p:nvSpPr>
          <p:spPr>
            <a:xfrm>
              <a:off x="4127814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橢圓 18"/>
            <p:cNvSpPr/>
            <p:nvPr/>
          </p:nvSpPr>
          <p:spPr>
            <a:xfrm>
              <a:off x="4127814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橢圓 19"/>
            <p:cNvSpPr/>
            <p:nvPr/>
          </p:nvSpPr>
          <p:spPr>
            <a:xfrm>
              <a:off x="4127814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橢圓 20"/>
            <p:cNvSpPr/>
            <p:nvPr/>
          </p:nvSpPr>
          <p:spPr>
            <a:xfrm>
              <a:off x="4127814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橢圓 21"/>
            <p:cNvSpPr/>
            <p:nvPr/>
          </p:nvSpPr>
          <p:spPr>
            <a:xfrm>
              <a:off x="4127814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橢圓 22"/>
            <p:cNvSpPr/>
            <p:nvPr/>
          </p:nvSpPr>
          <p:spPr>
            <a:xfrm>
              <a:off x="4127814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橢圓 23"/>
            <p:cNvSpPr/>
            <p:nvPr/>
          </p:nvSpPr>
          <p:spPr>
            <a:xfrm>
              <a:off x="4127814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1" name="橢圓 60"/>
            <p:cNvSpPr/>
            <p:nvPr/>
          </p:nvSpPr>
          <p:spPr>
            <a:xfrm>
              <a:off x="4736251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62" name="橢圓 61"/>
            <p:cNvSpPr/>
            <p:nvPr/>
          </p:nvSpPr>
          <p:spPr>
            <a:xfrm>
              <a:off x="4736251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3" name="橢圓 62"/>
            <p:cNvSpPr/>
            <p:nvPr/>
          </p:nvSpPr>
          <p:spPr>
            <a:xfrm>
              <a:off x="4736251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4" name="橢圓 63"/>
            <p:cNvSpPr/>
            <p:nvPr/>
          </p:nvSpPr>
          <p:spPr>
            <a:xfrm>
              <a:off x="4736251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5" name="橢圓 64"/>
            <p:cNvSpPr/>
            <p:nvPr/>
          </p:nvSpPr>
          <p:spPr>
            <a:xfrm>
              <a:off x="4736251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6" name="橢圓 65"/>
            <p:cNvSpPr/>
            <p:nvPr/>
          </p:nvSpPr>
          <p:spPr>
            <a:xfrm>
              <a:off x="4736251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7" name="橢圓 66"/>
            <p:cNvSpPr/>
            <p:nvPr/>
          </p:nvSpPr>
          <p:spPr>
            <a:xfrm>
              <a:off x="4736251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8" name="橢圓 67"/>
            <p:cNvSpPr/>
            <p:nvPr/>
          </p:nvSpPr>
          <p:spPr>
            <a:xfrm>
              <a:off x="4736251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9" name="橢圓 68"/>
            <p:cNvSpPr/>
            <p:nvPr/>
          </p:nvSpPr>
          <p:spPr>
            <a:xfrm>
              <a:off x="4736251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0" name="橢圓 69"/>
            <p:cNvSpPr/>
            <p:nvPr/>
          </p:nvSpPr>
          <p:spPr>
            <a:xfrm>
              <a:off x="5344688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1" name="橢圓 70"/>
            <p:cNvSpPr/>
            <p:nvPr/>
          </p:nvSpPr>
          <p:spPr>
            <a:xfrm>
              <a:off x="5344688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橢圓 71"/>
            <p:cNvSpPr/>
            <p:nvPr/>
          </p:nvSpPr>
          <p:spPr>
            <a:xfrm>
              <a:off x="5344688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" name="橢圓 72"/>
            <p:cNvSpPr/>
            <p:nvPr/>
          </p:nvSpPr>
          <p:spPr>
            <a:xfrm>
              <a:off x="5344688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橢圓 73"/>
            <p:cNvSpPr/>
            <p:nvPr/>
          </p:nvSpPr>
          <p:spPr>
            <a:xfrm>
              <a:off x="5344688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5" name="橢圓 74"/>
            <p:cNvSpPr/>
            <p:nvPr/>
          </p:nvSpPr>
          <p:spPr>
            <a:xfrm>
              <a:off x="5344688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6" name="橢圓 75"/>
            <p:cNvSpPr/>
            <p:nvPr/>
          </p:nvSpPr>
          <p:spPr>
            <a:xfrm>
              <a:off x="5344688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橢圓 76"/>
            <p:cNvSpPr/>
            <p:nvPr/>
          </p:nvSpPr>
          <p:spPr>
            <a:xfrm>
              <a:off x="5344688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橢圓 77"/>
            <p:cNvSpPr/>
            <p:nvPr/>
          </p:nvSpPr>
          <p:spPr>
            <a:xfrm>
              <a:off x="5344688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9" name="橢圓 78"/>
            <p:cNvSpPr/>
            <p:nvPr/>
          </p:nvSpPr>
          <p:spPr>
            <a:xfrm>
              <a:off x="5953125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0" name="橢圓 79"/>
            <p:cNvSpPr/>
            <p:nvPr/>
          </p:nvSpPr>
          <p:spPr>
            <a:xfrm>
              <a:off x="5953125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1" name="橢圓 80"/>
            <p:cNvSpPr/>
            <p:nvPr/>
          </p:nvSpPr>
          <p:spPr>
            <a:xfrm>
              <a:off x="5953125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2" name="橢圓 81"/>
            <p:cNvSpPr/>
            <p:nvPr/>
          </p:nvSpPr>
          <p:spPr>
            <a:xfrm>
              <a:off x="5953125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3" name="橢圓 82"/>
            <p:cNvSpPr/>
            <p:nvPr/>
          </p:nvSpPr>
          <p:spPr>
            <a:xfrm>
              <a:off x="5953125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4" name="橢圓 83"/>
            <p:cNvSpPr/>
            <p:nvPr/>
          </p:nvSpPr>
          <p:spPr>
            <a:xfrm>
              <a:off x="5953125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5" name="橢圓 84"/>
            <p:cNvSpPr/>
            <p:nvPr/>
          </p:nvSpPr>
          <p:spPr>
            <a:xfrm>
              <a:off x="5953125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6" name="橢圓 85"/>
            <p:cNvSpPr/>
            <p:nvPr/>
          </p:nvSpPr>
          <p:spPr>
            <a:xfrm>
              <a:off x="5953125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7" name="橢圓 86"/>
            <p:cNvSpPr/>
            <p:nvPr/>
          </p:nvSpPr>
          <p:spPr>
            <a:xfrm>
              <a:off x="5953125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88" name="橢圓 87"/>
            <p:cNvSpPr/>
            <p:nvPr/>
          </p:nvSpPr>
          <p:spPr>
            <a:xfrm>
              <a:off x="6561852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9" name="橢圓 88"/>
            <p:cNvSpPr/>
            <p:nvPr/>
          </p:nvSpPr>
          <p:spPr>
            <a:xfrm>
              <a:off x="6561852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0" name="橢圓 89"/>
            <p:cNvSpPr/>
            <p:nvPr/>
          </p:nvSpPr>
          <p:spPr>
            <a:xfrm>
              <a:off x="6561852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1" name="橢圓 90"/>
            <p:cNvSpPr/>
            <p:nvPr/>
          </p:nvSpPr>
          <p:spPr>
            <a:xfrm>
              <a:off x="6561852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2" name="橢圓 91"/>
            <p:cNvSpPr/>
            <p:nvPr/>
          </p:nvSpPr>
          <p:spPr>
            <a:xfrm>
              <a:off x="6561852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3" name="橢圓 92"/>
            <p:cNvSpPr/>
            <p:nvPr/>
          </p:nvSpPr>
          <p:spPr>
            <a:xfrm>
              <a:off x="6561852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4" name="橢圓 93"/>
            <p:cNvSpPr/>
            <p:nvPr/>
          </p:nvSpPr>
          <p:spPr>
            <a:xfrm>
              <a:off x="6561852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5" name="橢圓 94"/>
            <p:cNvSpPr/>
            <p:nvPr/>
          </p:nvSpPr>
          <p:spPr>
            <a:xfrm>
              <a:off x="6561852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6" name="橢圓 95"/>
            <p:cNvSpPr/>
            <p:nvPr/>
          </p:nvSpPr>
          <p:spPr>
            <a:xfrm>
              <a:off x="6561852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7" name="直線單箭頭接點 96"/>
            <p:cNvCxnSpPr/>
            <p:nvPr/>
          </p:nvCxnSpPr>
          <p:spPr>
            <a:xfrm flipH="1">
              <a:off x="3859619" y="219928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線單箭頭接點 98"/>
            <p:cNvCxnSpPr/>
            <p:nvPr/>
          </p:nvCxnSpPr>
          <p:spPr>
            <a:xfrm flipH="1">
              <a:off x="4468056" y="2204606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線單箭頭接點 99"/>
            <p:cNvCxnSpPr/>
            <p:nvPr/>
          </p:nvCxnSpPr>
          <p:spPr>
            <a:xfrm flipH="1">
              <a:off x="5076493" y="219928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線單箭頭接點 100"/>
            <p:cNvCxnSpPr/>
            <p:nvPr/>
          </p:nvCxnSpPr>
          <p:spPr>
            <a:xfrm flipH="1">
              <a:off x="5684930" y="219928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線單箭頭接點 101"/>
            <p:cNvCxnSpPr/>
            <p:nvPr/>
          </p:nvCxnSpPr>
          <p:spPr>
            <a:xfrm flipH="1">
              <a:off x="6293657" y="2208271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線單箭頭接點 102"/>
            <p:cNvCxnSpPr/>
            <p:nvPr/>
          </p:nvCxnSpPr>
          <p:spPr>
            <a:xfrm flipH="1">
              <a:off x="3859619" y="282129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線單箭頭接點 104"/>
            <p:cNvCxnSpPr/>
            <p:nvPr/>
          </p:nvCxnSpPr>
          <p:spPr>
            <a:xfrm flipH="1">
              <a:off x="5076493" y="282129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線單箭頭接點 107"/>
            <p:cNvCxnSpPr/>
            <p:nvPr/>
          </p:nvCxnSpPr>
          <p:spPr>
            <a:xfrm flipH="1">
              <a:off x="3859619" y="3437982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線單箭頭接點 109"/>
            <p:cNvCxnSpPr/>
            <p:nvPr/>
          </p:nvCxnSpPr>
          <p:spPr>
            <a:xfrm flipH="1">
              <a:off x="5076493" y="3437982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線單箭頭接點 113"/>
            <p:cNvCxnSpPr/>
            <p:nvPr/>
          </p:nvCxnSpPr>
          <p:spPr>
            <a:xfrm flipH="1">
              <a:off x="4468056" y="4049355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線單箭頭接點 115"/>
            <p:cNvCxnSpPr/>
            <p:nvPr/>
          </p:nvCxnSpPr>
          <p:spPr>
            <a:xfrm flipH="1">
              <a:off x="5684930" y="4044038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線單箭頭接點 116"/>
            <p:cNvCxnSpPr/>
            <p:nvPr/>
          </p:nvCxnSpPr>
          <p:spPr>
            <a:xfrm flipH="1">
              <a:off x="6293657" y="4053020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線單箭頭接點 118"/>
            <p:cNvCxnSpPr/>
            <p:nvPr/>
          </p:nvCxnSpPr>
          <p:spPr>
            <a:xfrm flipH="1">
              <a:off x="4468056" y="466604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線單箭頭接點 120"/>
            <p:cNvCxnSpPr/>
            <p:nvPr/>
          </p:nvCxnSpPr>
          <p:spPr>
            <a:xfrm flipH="1">
              <a:off x="5684930" y="4660726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線單箭頭接點 121"/>
            <p:cNvCxnSpPr/>
            <p:nvPr/>
          </p:nvCxnSpPr>
          <p:spPr>
            <a:xfrm flipH="1">
              <a:off x="6293657" y="4669708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線單箭頭接點 122"/>
            <p:cNvCxnSpPr>
              <a:stCxn id="21" idx="0"/>
              <a:endCxn id="20" idx="4"/>
            </p:cNvCxnSpPr>
            <p:nvPr/>
          </p:nvCxnSpPr>
          <p:spPr>
            <a:xfrm flipV="1">
              <a:off x="4297935" y="4834906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線單箭頭接點 124"/>
            <p:cNvCxnSpPr/>
            <p:nvPr/>
          </p:nvCxnSpPr>
          <p:spPr>
            <a:xfrm flipH="1">
              <a:off x="5076493" y="529336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線單箭頭接點 127"/>
            <p:cNvCxnSpPr>
              <a:stCxn id="22" idx="0"/>
              <a:endCxn id="21" idx="4"/>
            </p:cNvCxnSpPr>
            <p:nvPr/>
          </p:nvCxnSpPr>
          <p:spPr>
            <a:xfrm flipV="1">
              <a:off x="4297935" y="5452377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線單箭頭接點 129"/>
            <p:cNvCxnSpPr/>
            <p:nvPr/>
          </p:nvCxnSpPr>
          <p:spPr>
            <a:xfrm flipH="1">
              <a:off x="5076493" y="589941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線單箭頭接點 133"/>
            <p:cNvCxnSpPr>
              <a:stCxn id="68" idx="0"/>
              <a:endCxn id="67" idx="4"/>
            </p:cNvCxnSpPr>
            <p:nvPr/>
          </p:nvCxnSpPr>
          <p:spPr>
            <a:xfrm flipV="1">
              <a:off x="4906372" y="6069848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線單箭頭接點 135"/>
            <p:cNvCxnSpPr/>
            <p:nvPr/>
          </p:nvCxnSpPr>
          <p:spPr>
            <a:xfrm flipH="1">
              <a:off x="5684930" y="6516108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線單箭頭接點 136"/>
            <p:cNvCxnSpPr>
              <a:stCxn id="95" idx="0"/>
              <a:endCxn id="94" idx="4"/>
            </p:cNvCxnSpPr>
            <p:nvPr/>
          </p:nvCxnSpPr>
          <p:spPr>
            <a:xfrm flipV="1">
              <a:off x="6731973" y="6069848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線單箭頭接點 138"/>
            <p:cNvCxnSpPr>
              <a:stCxn id="69" idx="0"/>
              <a:endCxn id="68" idx="4"/>
            </p:cNvCxnSpPr>
            <p:nvPr/>
          </p:nvCxnSpPr>
          <p:spPr>
            <a:xfrm flipV="1">
              <a:off x="4906372" y="6687319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線單箭頭接點 140"/>
            <p:cNvCxnSpPr/>
            <p:nvPr/>
          </p:nvCxnSpPr>
          <p:spPr>
            <a:xfrm flipH="1" flipV="1">
              <a:off x="5684930" y="714342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線單箭頭接點 141"/>
            <p:cNvCxnSpPr>
              <a:stCxn id="96" idx="0"/>
              <a:endCxn id="95" idx="4"/>
            </p:cNvCxnSpPr>
            <p:nvPr/>
          </p:nvCxnSpPr>
          <p:spPr>
            <a:xfrm flipV="1">
              <a:off x="6731973" y="6687319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線單箭頭接點 142"/>
            <p:cNvCxnSpPr/>
            <p:nvPr/>
          </p:nvCxnSpPr>
          <p:spPr>
            <a:xfrm flipV="1">
              <a:off x="3689498" y="2370326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線單箭頭接點 145"/>
            <p:cNvCxnSpPr/>
            <p:nvPr/>
          </p:nvCxnSpPr>
          <p:spPr>
            <a:xfrm flipV="1">
              <a:off x="3689498" y="2985145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線單箭頭接點 147"/>
            <p:cNvCxnSpPr/>
            <p:nvPr/>
          </p:nvCxnSpPr>
          <p:spPr>
            <a:xfrm flipV="1">
              <a:off x="3689498" y="3599964"/>
              <a:ext cx="0" cy="27539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線單箭頭接點 148"/>
            <p:cNvCxnSpPr/>
            <p:nvPr/>
          </p:nvCxnSpPr>
          <p:spPr>
            <a:xfrm flipV="1">
              <a:off x="3689498" y="4220087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線單箭頭接點 151"/>
            <p:cNvCxnSpPr/>
            <p:nvPr/>
          </p:nvCxnSpPr>
          <p:spPr>
            <a:xfrm flipV="1">
              <a:off x="3684525" y="4834906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線單箭頭接點 153"/>
            <p:cNvCxnSpPr/>
            <p:nvPr/>
          </p:nvCxnSpPr>
          <p:spPr>
            <a:xfrm flipV="1">
              <a:off x="3681782" y="5452377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線單箭頭接點 154"/>
            <p:cNvCxnSpPr/>
            <p:nvPr/>
          </p:nvCxnSpPr>
          <p:spPr>
            <a:xfrm flipV="1">
              <a:off x="3681782" y="6072500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線單箭頭接點 194"/>
            <p:cNvCxnSpPr/>
            <p:nvPr/>
          </p:nvCxnSpPr>
          <p:spPr>
            <a:xfrm rot="10800000">
              <a:off x="5635103" y="2320230"/>
              <a:ext cx="36784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線單箭頭接點 201"/>
            <p:cNvCxnSpPr>
              <a:stCxn id="62" idx="2"/>
              <a:endCxn id="17" idx="6"/>
            </p:cNvCxnSpPr>
            <p:nvPr/>
          </p:nvCxnSpPr>
          <p:spPr>
            <a:xfrm flipH="1">
              <a:off x="4468056" y="2814108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直線單箭頭接點 202"/>
            <p:cNvCxnSpPr/>
            <p:nvPr/>
          </p:nvCxnSpPr>
          <p:spPr>
            <a:xfrm rot="10800000">
              <a:off x="6243540" y="2320230"/>
              <a:ext cx="36813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直線單箭頭接點 205"/>
            <p:cNvCxnSpPr>
              <a:stCxn id="81" idx="2"/>
              <a:endCxn id="72" idx="6"/>
            </p:cNvCxnSpPr>
            <p:nvPr/>
          </p:nvCxnSpPr>
          <p:spPr>
            <a:xfrm flipH="1">
              <a:off x="5684930" y="3428927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線單箭頭接點 206"/>
            <p:cNvCxnSpPr/>
            <p:nvPr/>
          </p:nvCxnSpPr>
          <p:spPr>
            <a:xfrm rot="10800000">
              <a:off x="4418229" y="2935049"/>
              <a:ext cx="36784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線單箭頭接點 207"/>
            <p:cNvCxnSpPr/>
            <p:nvPr/>
          </p:nvCxnSpPr>
          <p:spPr>
            <a:xfrm rot="10800000">
              <a:off x="6243540" y="2935049"/>
              <a:ext cx="36813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線單箭頭接點 208"/>
            <p:cNvCxnSpPr/>
            <p:nvPr/>
          </p:nvCxnSpPr>
          <p:spPr>
            <a:xfrm rot="10800000">
              <a:off x="5635103" y="4784810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直線單箭頭接點 209"/>
            <p:cNvCxnSpPr/>
            <p:nvPr/>
          </p:nvCxnSpPr>
          <p:spPr>
            <a:xfrm rot="10800000">
              <a:off x="4418229" y="4784810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線單箭頭接點 210"/>
            <p:cNvCxnSpPr/>
            <p:nvPr/>
          </p:nvCxnSpPr>
          <p:spPr>
            <a:xfrm rot="10800000">
              <a:off x="6243540" y="4784810"/>
              <a:ext cx="36813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直線單箭頭接點 211"/>
            <p:cNvCxnSpPr/>
            <p:nvPr/>
          </p:nvCxnSpPr>
          <p:spPr>
            <a:xfrm rot="10800000">
              <a:off x="5635103" y="5402281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直線單箭頭接點 212"/>
            <p:cNvCxnSpPr/>
            <p:nvPr/>
          </p:nvCxnSpPr>
          <p:spPr>
            <a:xfrm rot="10800000">
              <a:off x="4418229" y="5402281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直線單箭頭接點 213"/>
            <p:cNvCxnSpPr/>
            <p:nvPr/>
          </p:nvCxnSpPr>
          <p:spPr>
            <a:xfrm rot="10800000">
              <a:off x="6243540" y="5402281"/>
              <a:ext cx="36813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直線單箭頭接點 232"/>
            <p:cNvCxnSpPr/>
            <p:nvPr/>
          </p:nvCxnSpPr>
          <p:spPr>
            <a:xfrm rot="10800000">
              <a:off x="3809792" y="3549868"/>
              <a:ext cx="349318" cy="359855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直線單箭頭接點 235"/>
            <p:cNvCxnSpPr/>
            <p:nvPr/>
          </p:nvCxnSpPr>
          <p:spPr>
            <a:xfrm rot="10800000">
              <a:off x="3809792" y="4167339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直線單箭頭接點 238"/>
            <p:cNvCxnSpPr/>
            <p:nvPr/>
          </p:nvCxnSpPr>
          <p:spPr>
            <a:xfrm rot="10800000">
              <a:off x="3809792" y="6019752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直線單箭頭接點 241"/>
            <p:cNvCxnSpPr/>
            <p:nvPr/>
          </p:nvCxnSpPr>
          <p:spPr>
            <a:xfrm rot="10800000">
              <a:off x="3809792" y="6637223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直線單箭頭接點 248"/>
            <p:cNvCxnSpPr/>
            <p:nvPr/>
          </p:nvCxnSpPr>
          <p:spPr>
            <a:xfrm flipV="1">
              <a:off x="3684525" y="6689971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直線單箭頭接點 254"/>
            <p:cNvCxnSpPr/>
            <p:nvPr/>
          </p:nvCxnSpPr>
          <p:spPr>
            <a:xfrm rot="10800000">
              <a:off x="5026666" y="6019752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直線單箭頭接點 257"/>
            <p:cNvCxnSpPr/>
            <p:nvPr/>
          </p:nvCxnSpPr>
          <p:spPr>
            <a:xfrm rot="10800000">
              <a:off x="5026666" y="6637223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直線單箭頭接點 260"/>
            <p:cNvCxnSpPr/>
            <p:nvPr/>
          </p:nvCxnSpPr>
          <p:spPr>
            <a:xfrm rot="10800000">
              <a:off x="5026666" y="3549868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直線單箭頭接點 263"/>
            <p:cNvCxnSpPr/>
            <p:nvPr/>
          </p:nvCxnSpPr>
          <p:spPr>
            <a:xfrm rot="10800000">
              <a:off x="5026666" y="4167339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內容版面配置區 5"/>
          <p:cNvSpPr>
            <a:spLocks noGrp="1"/>
          </p:cNvSpPr>
          <p:nvPr>
            <p:ph idx="1"/>
          </p:nvPr>
        </p:nvSpPr>
        <p:spPr>
          <a:xfrm>
            <a:off x="503999" y="1769043"/>
            <a:ext cx="3810868" cy="4384438"/>
          </a:xfrm>
        </p:spPr>
        <p:txBody>
          <a:bodyPr/>
          <a:lstStyle/>
          <a:p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Step 1</a:t>
            </a:r>
            <a:endParaRPr lang="zh-TW" alt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26" name="矩形: 圓角 125"/>
          <p:cNvSpPr/>
          <p:nvPr/>
        </p:nvSpPr>
        <p:spPr>
          <a:xfrm>
            <a:off x="4314867" y="2512950"/>
            <a:ext cx="4856429" cy="3077048"/>
          </a:xfrm>
          <a:prstGeom prst="roundRect">
            <a:avLst/>
          </a:prstGeom>
          <a:noFill/>
          <a:ln w="412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36668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3998" y="285556"/>
            <a:ext cx="9071643" cy="1262155"/>
          </a:xfrm>
        </p:spPr>
        <p:txBody>
          <a:bodyPr/>
          <a:lstStyle/>
          <a:p>
            <a:r>
              <a:rPr lang="en-US" altLang="zh-TW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Algorithm</a:t>
            </a:r>
            <a:endParaRPr lang="zh-TW" altLang="en-US" b="1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17</a:t>
            </a:fld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4559612" y="1264383"/>
          <a:ext cx="4284000" cy="612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25" name="群組 24"/>
          <p:cNvGrpSpPr/>
          <p:nvPr/>
        </p:nvGrpSpPr>
        <p:grpSpPr>
          <a:xfrm>
            <a:off x="5312082" y="2028251"/>
            <a:ext cx="3382717" cy="5276539"/>
            <a:chOff x="3519377" y="2028251"/>
            <a:chExt cx="3382717" cy="5276539"/>
          </a:xfrm>
        </p:grpSpPr>
        <p:sp>
          <p:nvSpPr>
            <p:cNvPr id="3" name="橢圓 2"/>
            <p:cNvSpPr/>
            <p:nvPr/>
          </p:nvSpPr>
          <p:spPr>
            <a:xfrm>
              <a:off x="3519377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7" name="橢圓 6"/>
            <p:cNvSpPr/>
            <p:nvPr/>
          </p:nvSpPr>
          <p:spPr>
            <a:xfrm>
              <a:off x="3519377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橢圓 7"/>
            <p:cNvSpPr/>
            <p:nvPr/>
          </p:nvSpPr>
          <p:spPr>
            <a:xfrm>
              <a:off x="3519377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橢圓 8"/>
            <p:cNvSpPr/>
            <p:nvPr/>
          </p:nvSpPr>
          <p:spPr>
            <a:xfrm>
              <a:off x="3519377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橢圓 9"/>
            <p:cNvSpPr/>
            <p:nvPr/>
          </p:nvSpPr>
          <p:spPr>
            <a:xfrm>
              <a:off x="3519377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橢圓 11"/>
            <p:cNvSpPr/>
            <p:nvPr/>
          </p:nvSpPr>
          <p:spPr>
            <a:xfrm>
              <a:off x="3519377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橢圓 12"/>
            <p:cNvSpPr/>
            <p:nvPr/>
          </p:nvSpPr>
          <p:spPr>
            <a:xfrm>
              <a:off x="3519377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橢圓 13"/>
            <p:cNvSpPr/>
            <p:nvPr/>
          </p:nvSpPr>
          <p:spPr>
            <a:xfrm>
              <a:off x="3519377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橢圓 14"/>
            <p:cNvSpPr/>
            <p:nvPr/>
          </p:nvSpPr>
          <p:spPr>
            <a:xfrm>
              <a:off x="3519377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橢圓 15"/>
            <p:cNvSpPr/>
            <p:nvPr/>
          </p:nvSpPr>
          <p:spPr>
            <a:xfrm>
              <a:off x="4127814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橢圓 16"/>
            <p:cNvSpPr/>
            <p:nvPr/>
          </p:nvSpPr>
          <p:spPr>
            <a:xfrm>
              <a:off x="4127814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橢圓 17"/>
            <p:cNvSpPr/>
            <p:nvPr/>
          </p:nvSpPr>
          <p:spPr>
            <a:xfrm>
              <a:off x="4127814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橢圓 18"/>
            <p:cNvSpPr/>
            <p:nvPr/>
          </p:nvSpPr>
          <p:spPr>
            <a:xfrm>
              <a:off x="4127814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橢圓 19"/>
            <p:cNvSpPr/>
            <p:nvPr/>
          </p:nvSpPr>
          <p:spPr>
            <a:xfrm>
              <a:off x="4127814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橢圓 20"/>
            <p:cNvSpPr/>
            <p:nvPr/>
          </p:nvSpPr>
          <p:spPr>
            <a:xfrm>
              <a:off x="4127814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橢圓 21"/>
            <p:cNvSpPr/>
            <p:nvPr/>
          </p:nvSpPr>
          <p:spPr>
            <a:xfrm>
              <a:off x="4127814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橢圓 22"/>
            <p:cNvSpPr/>
            <p:nvPr/>
          </p:nvSpPr>
          <p:spPr>
            <a:xfrm>
              <a:off x="4127814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橢圓 23"/>
            <p:cNvSpPr/>
            <p:nvPr/>
          </p:nvSpPr>
          <p:spPr>
            <a:xfrm>
              <a:off x="4127814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1" name="橢圓 60"/>
            <p:cNvSpPr/>
            <p:nvPr/>
          </p:nvSpPr>
          <p:spPr>
            <a:xfrm>
              <a:off x="4736251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62" name="橢圓 61"/>
            <p:cNvSpPr/>
            <p:nvPr/>
          </p:nvSpPr>
          <p:spPr>
            <a:xfrm>
              <a:off x="4736251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3" name="橢圓 62"/>
            <p:cNvSpPr/>
            <p:nvPr/>
          </p:nvSpPr>
          <p:spPr>
            <a:xfrm>
              <a:off x="4736251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4" name="橢圓 63"/>
            <p:cNvSpPr/>
            <p:nvPr/>
          </p:nvSpPr>
          <p:spPr>
            <a:xfrm>
              <a:off x="4736251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5" name="橢圓 64"/>
            <p:cNvSpPr/>
            <p:nvPr/>
          </p:nvSpPr>
          <p:spPr>
            <a:xfrm>
              <a:off x="4736251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6" name="橢圓 65"/>
            <p:cNvSpPr/>
            <p:nvPr/>
          </p:nvSpPr>
          <p:spPr>
            <a:xfrm>
              <a:off x="4736251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7" name="橢圓 66"/>
            <p:cNvSpPr/>
            <p:nvPr/>
          </p:nvSpPr>
          <p:spPr>
            <a:xfrm>
              <a:off x="4736251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8" name="橢圓 67"/>
            <p:cNvSpPr/>
            <p:nvPr/>
          </p:nvSpPr>
          <p:spPr>
            <a:xfrm>
              <a:off x="4736251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9" name="橢圓 68"/>
            <p:cNvSpPr/>
            <p:nvPr/>
          </p:nvSpPr>
          <p:spPr>
            <a:xfrm>
              <a:off x="4736251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0" name="橢圓 69"/>
            <p:cNvSpPr/>
            <p:nvPr/>
          </p:nvSpPr>
          <p:spPr>
            <a:xfrm>
              <a:off x="5344688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1" name="橢圓 70"/>
            <p:cNvSpPr/>
            <p:nvPr/>
          </p:nvSpPr>
          <p:spPr>
            <a:xfrm>
              <a:off x="5344688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橢圓 71"/>
            <p:cNvSpPr/>
            <p:nvPr/>
          </p:nvSpPr>
          <p:spPr>
            <a:xfrm>
              <a:off x="5344688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" name="橢圓 72"/>
            <p:cNvSpPr/>
            <p:nvPr/>
          </p:nvSpPr>
          <p:spPr>
            <a:xfrm>
              <a:off x="5344688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橢圓 73"/>
            <p:cNvSpPr/>
            <p:nvPr/>
          </p:nvSpPr>
          <p:spPr>
            <a:xfrm>
              <a:off x="5344688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5" name="橢圓 74"/>
            <p:cNvSpPr/>
            <p:nvPr/>
          </p:nvSpPr>
          <p:spPr>
            <a:xfrm>
              <a:off x="5344688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6" name="橢圓 75"/>
            <p:cNvSpPr/>
            <p:nvPr/>
          </p:nvSpPr>
          <p:spPr>
            <a:xfrm>
              <a:off x="5344688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橢圓 76"/>
            <p:cNvSpPr/>
            <p:nvPr/>
          </p:nvSpPr>
          <p:spPr>
            <a:xfrm>
              <a:off x="5344688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橢圓 77"/>
            <p:cNvSpPr/>
            <p:nvPr/>
          </p:nvSpPr>
          <p:spPr>
            <a:xfrm>
              <a:off x="5344688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9" name="橢圓 78"/>
            <p:cNvSpPr/>
            <p:nvPr/>
          </p:nvSpPr>
          <p:spPr>
            <a:xfrm>
              <a:off x="5953125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0" name="橢圓 79"/>
            <p:cNvSpPr/>
            <p:nvPr/>
          </p:nvSpPr>
          <p:spPr>
            <a:xfrm>
              <a:off x="5953125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1" name="橢圓 80"/>
            <p:cNvSpPr/>
            <p:nvPr/>
          </p:nvSpPr>
          <p:spPr>
            <a:xfrm>
              <a:off x="5953125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2" name="橢圓 81"/>
            <p:cNvSpPr/>
            <p:nvPr/>
          </p:nvSpPr>
          <p:spPr>
            <a:xfrm>
              <a:off x="5953125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3" name="橢圓 82"/>
            <p:cNvSpPr/>
            <p:nvPr/>
          </p:nvSpPr>
          <p:spPr>
            <a:xfrm>
              <a:off x="5953125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4" name="橢圓 83"/>
            <p:cNvSpPr/>
            <p:nvPr/>
          </p:nvSpPr>
          <p:spPr>
            <a:xfrm>
              <a:off x="5953125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5" name="橢圓 84"/>
            <p:cNvSpPr/>
            <p:nvPr/>
          </p:nvSpPr>
          <p:spPr>
            <a:xfrm>
              <a:off x="5953125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6" name="橢圓 85"/>
            <p:cNvSpPr/>
            <p:nvPr/>
          </p:nvSpPr>
          <p:spPr>
            <a:xfrm>
              <a:off x="5953125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7" name="橢圓 86"/>
            <p:cNvSpPr/>
            <p:nvPr/>
          </p:nvSpPr>
          <p:spPr>
            <a:xfrm>
              <a:off x="5953125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88" name="橢圓 87"/>
            <p:cNvSpPr/>
            <p:nvPr/>
          </p:nvSpPr>
          <p:spPr>
            <a:xfrm>
              <a:off x="6561852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9" name="橢圓 88"/>
            <p:cNvSpPr/>
            <p:nvPr/>
          </p:nvSpPr>
          <p:spPr>
            <a:xfrm>
              <a:off x="6561852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0" name="橢圓 89"/>
            <p:cNvSpPr/>
            <p:nvPr/>
          </p:nvSpPr>
          <p:spPr>
            <a:xfrm>
              <a:off x="6561852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1" name="橢圓 90"/>
            <p:cNvSpPr/>
            <p:nvPr/>
          </p:nvSpPr>
          <p:spPr>
            <a:xfrm>
              <a:off x="6561852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2" name="橢圓 91"/>
            <p:cNvSpPr/>
            <p:nvPr/>
          </p:nvSpPr>
          <p:spPr>
            <a:xfrm>
              <a:off x="6561852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3" name="橢圓 92"/>
            <p:cNvSpPr/>
            <p:nvPr/>
          </p:nvSpPr>
          <p:spPr>
            <a:xfrm>
              <a:off x="6561852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4" name="橢圓 93"/>
            <p:cNvSpPr/>
            <p:nvPr/>
          </p:nvSpPr>
          <p:spPr>
            <a:xfrm>
              <a:off x="6561852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5" name="橢圓 94"/>
            <p:cNvSpPr/>
            <p:nvPr/>
          </p:nvSpPr>
          <p:spPr>
            <a:xfrm>
              <a:off x="6561852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6" name="橢圓 95"/>
            <p:cNvSpPr/>
            <p:nvPr/>
          </p:nvSpPr>
          <p:spPr>
            <a:xfrm>
              <a:off x="6561852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7" name="直線單箭頭接點 96"/>
            <p:cNvCxnSpPr/>
            <p:nvPr/>
          </p:nvCxnSpPr>
          <p:spPr>
            <a:xfrm flipH="1">
              <a:off x="3859619" y="219928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線單箭頭接點 98"/>
            <p:cNvCxnSpPr/>
            <p:nvPr/>
          </p:nvCxnSpPr>
          <p:spPr>
            <a:xfrm flipH="1">
              <a:off x="4468056" y="2204606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線單箭頭接點 99"/>
            <p:cNvCxnSpPr/>
            <p:nvPr/>
          </p:nvCxnSpPr>
          <p:spPr>
            <a:xfrm flipH="1">
              <a:off x="5076493" y="219928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線單箭頭接點 100"/>
            <p:cNvCxnSpPr/>
            <p:nvPr/>
          </p:nvCxnSpPr>
          <p:spPr>
            <a:xfrm flipH="1">
              <a:off x="5684930" y="219928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線單箭頭接點 101"/>
            <p:cNvCxnSpPr/>
            <p:nvPr/>
          </p:nvCxnSpPr>
          <p:spPr>
            <a:xfrm flipH="1">
              <a:off x="6293657" y="2208271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線單箭頭接點 102"/>
            <p:cNvCxnSpPr/>
            <p:nvPr/>
          </p:nvCxnSpPr>
          <p:spPr>
            <a:xfrm flipH="1">
              <a:off x="3859619" y="282129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線單箭頭接點 104"/>
            <p:cNvCxnSpPr/>
            <p:nvPr/>
          </p:nvCxnSpPr>
          <p:spPr>
            <a:xfrm flipH="1">
              <a:off x="5076493" y="282129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線單箭頭接點 107"/>
            <p:cNvCxnSpPr/>
            <p:nvPr/>
          </p:nvCxnSpPr>
          <p:spPr>
            <a:xfrm flipH="1">
              <a:off x="3859619" y="3437982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線單箭頭接點 109"/>
            <p:cNvCxnSpPr/>
            <p:nvPr/>
          </p:nvCxnSpPr>
          <p:spPr>
            <a:xfrm flipH="1">
              <a:off x="5076493" y="3437982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線單箭頭接點 113"/>
            <p:cNvCxnSpPr/>
            <p:nvPr/>
          </p:nvCxnSpPr>
          <p:spPr>
            <a:xfrm flipH="1">
              <a:off x="4468056" y="4049355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線單箭頭接點 115"/>
            <p:cNvCxnSpPr/>
            <p:nvPr/>
          </p:nvCxnSpPr>
          <p:spPr>
            <a:xfrm flipH="1">
              <a:off x="5684930" y="4044038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線單箭頭接點 116"/>
            <p:cNvCxnSpPr/>
            <p:nvPr/>
          </p:nvCxnSpPr>
          <p:spPr>
            <a:xfrm flipH="1">
              <a:off x="6293657" y="4053020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線單箭頭接點 118"/>
            <p:cNvCxnSpPr/>
            <p:nvPr/>
          </p:nvCxnSpPr>
          <p:spPr>
            <a:xfrm flipH="1">
              <a:off x="4468056" y="466604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線單箭頭接點 120"/>
            <p:cNvCxnSpPr/>
            <p:nvPr/>
          </p:nvCxnSpPr>
          <p:spPr>
            <a:xfrm flipH="1">
              <a:off x="5684930" y="4660726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線單箭頭接點 121"/>
            <p:cNvCxnSpPr/>
            <p:nvPr/>
          </p:nvCxnSpPr>
          <p:spPr>
            <a:xfrm flipH="1">
              <a:off x="6293657" y="4669708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線單箭頭接點 122"/>
            <p:cNvCxnSpPr>
              <a:stCxn id="21" idx="0"/>
              <a:endCxn id="20" idx="4"/>
            </p:cNvCxnSpPr>
            <p:nvPr/>
          </p:nvCxnSpPr>
          <p:spPr>
            <a:xfrm flipV="1">
              <a:off x="4297935" y="4834906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線單箭頭接點 124"/>
            <p:cNvCxnSpPr/>
            <p:nvPr/>
          </p:nvCxnSpPr>
          <p:spPr>
            <a:xfrm flipH="1">
              <a:off x="5076493" y="529336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線單箭頭接點 127"/>
            <p:cNvCxnSpPr>
              <a:stCxn id="22" idx="0"/>
              <a:endCxn id="21" idx="4"/>
            </p:cNvCxnSpPr>
            <p:nvPr/>
          </p:nvCxnSpPr>
          <p:spPr>
            <a:xfrm flipV="1">
              <a:off x="4297935" y="5452377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線單箭頭接點 129"/>
            <p:cNvCxnSpPr/>
            <p:nvPr/>
          </p:nvCxnSpPr>
          <p:spPr>
            <a:xfrm flipH="1">
              <a:off x="5076493" y="589941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線單箭頭接點 133"/>
            <p:cNvCxnSpPr>
              <a:stCxn id="68" idx="0"/>
              <a:endCxn id="67" idx="4"/>
            </p:cNvCxnSpPr>
            <p:nvPr/>
          </p:nvCxnSpPr>
          <p:spPr>
            <a:xfrm flipV="1">
              <a:off x="4906372" y="6069848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線單箭頭接點 135"/>
            <p:cNvCxnSpPr/>
            <p:nvPr/>
          </p:nvCxnSpPr>
          <p:spPr>
            <a:xfrm flipH="1">
              <a:off x="5684930" y="6516108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線單箭頭接點 136"/>
            <p:cNvCxnSpPr>
              <a:stCxn id="95" idx="0"/>
              <a:endCxn id="94" idx="4"/>
            </p:cNvCxnSpPr>
            <p:nvPr/>
          </p:nvCxnSpPr>
          <p:spPr>
            <a:xfrm flipV="1">
              <a:off x="6731973" y="6069848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線單箭頭接點 138"/>
            <p:cNvCxnSpPr>
              <a:stCxn id="69" idx="0"/>
              <a:endCxn id="68" idx="4"/>
            </p:cNvCxnSpPr>
            <p:nvPr/>
          </p:nvCxnSpPr>
          <p:spPr>
            <a:xfrm flipV="1">
              <a:off x="4906372" y="6687319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線單箭頭接點 140"/>
            <p:cNvCxnSpPr/>
            <p:nvPr/>
          </p:nvCxnSpPr>
          <p:spPr>
            <a:xfrm flipH="1" flipV="1">
              <a:off x="5684930" y="714342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線單箭頭接點 141"/>
            <p:cNvCxnSpPr>
              <a:stCxn id="96" idx="0"/>
              <a:endCxn id="95" idx="4"/>
            </p:cNvCxnSpPr>
            <p:nvPr/>
          </p:nvCxnSpPr>
          <p:spPr>
            <a:xfrm flipV="1">
              <a:off x="6731973" y="6687319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線單箭頭接點 142"/>
            <p:cNvCxnSpPr/>
            <p:nvPr/>
          </p:nvCxnSpPr>
          <p:spPr>
            <a:xfrm flipV="1">
              <a:off x="3689498" y="2370326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線單箭頭接點 145"/>
            <p:cNvCxnSpPr/>
            <p:nvPr/>
          </p:nvCxnSpPr>
          <p:spPr>
            <a:xfrm flipV="1">
              <a:off x="3689498" y="2985145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線單箭頭接點 147"/>
            <p:cNvCxnSpPr/>
            <p:nvPr/>
          </p:nvCxnSpPr>
          <p:spPr>
            <a:xfrm flipV="1">
              <a:off x="3689498" y="3599964"/>
              <a:ext cx="0" cy="27539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線單箭頭接點 148"/>
            <p:cNvCxnSpPr/>
            <p:nvPr/>
          </p:nvCxnSpPr>
          <p:spPr>
            <a:xfrm flipV="1">
              <a:off x="3689498" y="4220087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線單箭頭接點 151"/>
            <p:cNvCxnSpPr/>
            <p:nvPr/>
          </p:nvCxnSpPr>
          <p:spPr>
            <a:xfrm flipV="1">
              <a:off x="3684525" y="4834906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線單箭頭接點 153"/>
            <p:cNvCxnSpPr/>
            <p:nvPr/>
          </p:nvCxnSpPr>
          <p:spPr>
            <a:xfrm flipV="1">
              <a:off x="3681782" y="5452377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線單箭頭接點 154"/>
            <p:cNvCxnSpPr/>
            <p:nvPr/>
          </p:nvCxnSpPr>
          <p:spPr>
            <a:xfrm flipV="1">
              <a:off x="3681782" y="6072500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線單箭頭接點 194"/>
            <p:cNvCxnSpPr/>
            <p:nvPr/>
          </p:nvCxnSpPr>
          <p:spPr>
            <a:xfrm rot="10800000">
              <a:off x="5635103" y="2320230"/>
              <a:ext cx="36784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線單箭頭接點 201"/>
            <p:cNvCxnSpPr>
              <a:stCxn id="62" idx="2"/>
              <a:endCxn id="17" idx="6"/>
            </p:cNvCxnSpPr>
            <p:nvPr/>
          </p:nvCxnSpPr>
          <p:spPr>
            <a:xfrm flipH="1">
              <a:off x="4468056" y="2814108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直線單箭頭接點 202"/>
            <p:cNvCxnSpPr/>
            <p:nvPr/>
          </p:nvCxnSpPr>
          <p:spPr>
            <a:xfrm rot="10800000">
              <a:off x="6243540" y="2320230"/>
              <a:ext cx="36813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直線單箭頭接點 205"/>
            <p:cNvCxnSpPr>
              <a:stCxn id="81" idx="2"/>
              <a:endCxn id="72" idx="6"/>
            </p:cNvCxnSpPr>
            <p:nvPr/>
          </p:nvCxnSpPr>
          <p:spPr>
            <a:xfrm flipH="1">
              <a:off x="5684930" y="3428927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線單箭頭接點 206"/>
            <p:cNvCxnSpPr/>
            <p:nvPr/>
          </p:nvCxnSpPr>
          <p:spPr>
            <a:xfrm rot="10800000">
              <a:off x="4418229" y="2935049"/>
              <a:ext cx="36784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線單箭頭接點 207"/>
            <p:cNvCxnSpPr/>
            <p:nvPr/>
          </p:nvCxnSpPr>
          <p:spPr>
            <a:xfrm rot="10800000">
              <a:off x="6243540" y="2935049"/>
              <a:ext cx="36813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線單箭頭接點 208"/>
            <p:cNvCxnSpPr/>
            <p:nvPr/>
          </p:nvCxnSpPr>
          <p:spPr>
            <a:xfrm rot="10800000">
              <a:off x="5635103" y="4784810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直線單箭頭接點 209"/>
            <p:cNvCxnSpPr/>
            <p:nvPr/>
          </p:nvCxnSpPr>
          <p:spPr>
            <a:xfrm rot="10800000">
              <a:off x="4418229" y="4784810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線單箭頭接點 210"/>
            <p:cNvCxnSpPr/>
            <p:nvPr/>
          </p:nvCxnSpPr>
          <p:spPr>
            <a:xfrm rot="10800000">
              <a:off x="6243540" y="4784810"/>
              <a:ext cx="36813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直線單箭頭接點 211"/>
            <p:cNvCxnSpPr/>
            <p:nvPr/>
          </p:nvCxnSpPr>
          <p:spPr>
            <a:xfrm rot="10800000">
              <a:off x="5635103" y="5402281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直線單箭頭接點 212"/>
            <p:cNvCxnSpPr/>
            <p:nvPr/>
          </p:nvCxnSpPr>
          <p:spPr>
            <a:xfrm rot="10800000">
              <a:off x="4418229" y="5402281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直線單箭頭接點 213"/>
            <p:cNvCxnSpPr/>
            <p:nvPr/>
          </p:nvCxnSpPr>
          <p:spPr>
            <a:xfrm rot="10800000">
              <a:off x="6243540" y="5402281"/>
              <a:ext cx="36813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直線單箭頭接點 232"/>
            <p:cNvCxnSpPr/>
            <p:nvPr/>
          </p:nvCxnSpPr>
          <p:spPr>
            <a:xfrm rot="10800000">
              <a:off x="3809792" y="3549868"/>
              <a:ext cx="349318" cy="359855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直線單箭頭接點 235"/>
            <p:cNvCxnSpPr/>
            <p:nvPr/>
          </p:nvCxnSpPr>
          <p:spPr>
            <a:xfrm rot="10800000">
              <a:off x="3809792" y="4167339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直線單箭頭接點 238"/>
            <p:cNvCxnSpPr/>
            <p:nvPr/>
          </p:nvCxnSpPr>
          <p:spPr>
            <a:xfrm rot="10800000">
              <a:off x="3809792" y="6019752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直線單箭頭接點 241"/>
            <p:cNvCxnSpPr/>
            <p:nvPr/>
          </p:nvCxnSpPr>
          <p:spPr>
            <a:xfrm rot="10800000">
              <a:off x="3809792" y="6637223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直線單箭頭接點 248"/>
            <p:cNvCxnSpPr/>
            <p:nvPr/>
          </p:nvCxnSpPr>
          <p:spPr>
            <a:xfrm flipV="1">
              <a:off x="3684525" y="6689971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直線單箭頭接點 254"/>
            <p:cNvCxnSpPr/>
            <p:nvPr/>
          </p:nvCxnSpPr>
          <p:spPr>
            <a:xfrm rot="10800000">
              <a:off x="5026666" y="6019752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直線單箭頭接點 257"/>
            <p:cNvCxnSpPr/>
            <p:nvPr/>
          </p:nvCxnSpPr>
          <p:spPr>
            <a:xfrm rot="10800000">
              <a:off x="5026666" y="6637223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直線單箭頭接點 260"/>
            <p:cNvCxnSpPr/>
            <p:nvPr/>
          </p:nvCxnSpPr>
          <p:spPr>
            <a:xfrm rot="10800000">
              <a:off x="5026666" y="3549868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直線單箭頭接點 263"/>
            <p:cNvCxnSpPr/>
            <p:nvPr/>
          </p:nvCxnSpPr>
          <p:spPr>
            <a:xfrm rot="10800000">
              <a:off x="5026666" y="4167339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內容版面配置區 5"/>
          <p:cNvSpPr>
            <a:spLocks noGrp="1"/>
          </p:cNvSpPr>
          <p:nvPr>
            <p:ph idx="1"/>
          </p:nvPr>
        </p:nvSpPr>
        <p:spPr>
          <a:xfrm>
            <a:off x="503999" y="1769043"/>
            <a:ext cx="3810868" cy="4384438"/>
          </a:xfrm>
        </p:spPr>
        <p:txBody>
          <a:bodyPr/>
          <a:lstStyle/>
          <a:p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Step 2</a:t>
            </a:r>
            <a:endParaRPr lang="zh-TW" alt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27" name="矩形: 圓角 126"/>
          <p:cNvSpPr/>
          <p:nvPr/>
        </p:nvSpPr>
        <p:spPr>
          <a:xfrm>
            <a:off x="4314867" y="2512950"/>
            <a:ext cx="4856429" cy="3711180"/>
          </a:xfrm>
          <a:prstGeom prst="roundRect">
            <a:avLst/>
          </a:prstGeom>
          <a:noFill/>
          <a:ln w="412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9658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3998" y="285556"/>
            <a:ext cx="9071643" cy="1262155"/>
          </a:xfrm>
        </p:spPr>
        <p:txBody>
          <a:bodyPr/>
          <a:lstStyle/>
          <a:p>
            <a:r>
              <a:rPr lang="en-US" altLang="zh-TW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Algorithm</a:t>
            </a:r>
            <a:endParaRPr lang="zh-TW" altLang="en-US" b="1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18</a:t>
            </a:fld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4559612" y="1264383"/>
          <a:ext cx="4284000" cy="612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25" name="群組 24"/>
          <p:cNvGrpSpPr/>
          <p:nvPr/>
        </p:nvGrpSpPr>
        <p:grpSpPr>
          <a:xfrm>
            <a:off x="5312082" y="2028251"/>
            <a:ext cx="3382717" cy="5276539"/>
            <a:chOff x="3519377" y="2028251"/>
            <a:chExt cx="3382717" cy="5276539"/>
          </a:xfrm>
        </p:grpSpPr>
        <p:sp>
          <p:nvSpPr>
            <p:cNvPr id="3" name="橢圓 2"/>
            <p:cNvSpPr/>
            <p:nvPr/>
          </p:nvSpPr>
          <p:spPr>
            <a:xfrm>
              <a:off x="3519377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7" name="橢圓 6"/>
            <p:cNvSpPr/>
            <p:nvPr/>
          </p:nvSpPr>
          <p:spPr>
            <a:xfrm>
              <a:off x="3519377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橢圓 7"/>
            <p:cNvSpPr/>
            <p:nvPr/>
          </p:nvSpPr>
          <p:spPr>
            <a:xfrm>
              <a:off x="3519377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橢圓 8"/>
            <p:cNvSpPr/>
            <p:nvPr/>
          </p:nvSpPr>
          <p:spPr>
            <a:xfrm>
              <a:off x="3519377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橢圓 9"/>
            <p:cNvSpPr/>
            <p:nvPr/>
          </p:nvSpPr>
          <p:spPr>
            <a:xfrm>
              <a:off x="3519377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橢圓 11"/>
            <p:cNvSpPr/>
            <p:nvPr/>
          </p:nvSpPr>
          <p:spPr>
            <a:xfrm>
              <a:off x="3519377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橢圓 12"/>
            <p:cNvSpPr/>
            <p:nvPr/>
          </p:nvSpPr>
          <p:spPr>
            <a:xfrm>
              <a:off x="3519377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橢圓 13"/>
            <p:cNvSpPr/>
            <p:nvPr/>
          </p:nvSpPr>
          <p:spPr>
            <a:xfrm>
              <a:off x="3519377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橢圓 14"/>
            <p:cNvSpPr/>
            <p:nvPr/>
          </p:nvSpPr>
          <p:spPr>
            <a:xfrm>
              <a:off x="3519377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橢圓 15"/>
            <p:cNvSpPr/>
            <p:nvPr/>
          </p:nvSpPr>
          <p:spPr>
            <a:xfrm>
              <a:off x="4127814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橢圓 16"/>
            <p:cNvSpPr/>
            <p:nvPr/>
          </p:nvSpPr>
          <p:spPr>
            <a:xfrm>
              <a:off x="4127814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橢圓 17"/>
            <p:cNvSpPr/>
            <p:nvPr/>
          </p:nvSpPr>
          <p:spPr>
            <a:xfrm>
              <a:off x="4127814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橢圓 18"/>
            <p:cNvSpPr/>
            <p:nvPr/>
          </p:nvSpPr>
          <p:spPr>
            <a:xfrm>
              <a:off x="4127814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橢圓 19"/>
            <p:cNvSpPr/>
            <p:nvPr/>
          </p:nvSpPr>
          <p:spPr>
            <a:xfrm>
              <a:off x="4127814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橢圓 20"/>
            <p:cNvSpPr/>
            <p:nvPr/>
          </p:nvSpPr>
          <p:spPr>
            <a:xfrm>
              <a:off x="4127814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橢圓 21"/>
            <p:cNvSpPr/>
            <p:nvPr/>
          </p:nvSpPr>
          <p:spPr>
            <a:xfrm>
              <a:off x="4127814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橢圓 22"/>
            <p:cNvSpPr/>
            <p:nvPr/>
          </p:nvSpPr>
          <p:spPr>
            <a:xfrm>
              <a:off x="4127814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橢圓 23"/>
            <p:cNvSpPr/>
            <p:nvPr/>
          </p:nvSpPr>
          <p:spPr>
            <a:xfrm>
              <a:off x="4127814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1" name="橢圓 60"/>
            <p:cNvSpPr/>
            <p:nvPr/>
          </p:nvSpPr>
          <p:spPr>
            <a:xfrm>
              <a:off x="4736251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62" name="橢圓 61"/>
            <p:cNvSpPr/>
            <p:nvPr/>
          </p:nvSpPr>
          <p:spPr>
            <a:xfrm>
              <a:off x="4736251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3" name="橢圓 62"/>
            <p:cNvSpPr/>
            <p:nvPr/>
          </p:nvSpPr>
          <p:spPr>
            <a:xfrm>
              <a:off x="4736251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4" name="橢圓 63"/>
            <p:cNvSpPr/>
            <p:nvPr/>
          </p:nvSpPr>
          <p:spPr>
            <a:xfrm>
              <a:off x="4736251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5" name="橢圓 64"/>
            <p:cNvSpPr/>
            <p:nvPr/>
          </p:nvSpPr>
          <p:spPr>
            <a:xfrm>
              <a:off x="4736251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6" name="橢圓 65"/>
            <p:cNvSpPr/>
            <p:nvPr/>
          </p:nvSpPr>
          <p:spPr>
            <a:xfrm>
              <a:off x="4736251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7" name="橢圓 66"/>
            <p:cNvSpPr/>
            <p:nvPr/>
          </p:nvSpPr>
          <p:spPr>
            <a:xfrm>
              <a:off x="4736251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8" name="橢圓 67"/>
            <p:cNvSpPr/>
            <p:nvPr/>
          </p:nvSpPr>
          <p:spPr>
            <a:xfrm>
              <a:off x="4736251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9" name="橢圓 68"/>
            <p:cNvSpPr/>
            <p:nvPr/>
          </p:nvSpPr>
          <p:spPr>
            <a:xfrm>
              <a:off x="4736251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0" name="橢圓 69"/>
            <p:cNvSpPr/>
            <p:nvPr/>
          </p:nvSpPr>
          <p:spPr>
            <a:xfrm>
              <a:off x="5344688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1" name="橢圓 70"/>
            <p:cNvSpPr/>
            <p:nvPr/>
          </p:nvSpPr>
          <p:spPr>
            <a:xfrm>
              <a:off x="5344688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橢圓 71"/>
            <p:cNvSpPr/>
            <p:nvPr/>
          </p:nvSpPr>
          <p:spPr>
            <a:xfrm>
              <a:off x="5344688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" name="橢圓 72"/>
            <p:cNvSpPr/>
            <p:nvPr/>
          </p:nvSpPr>
          <p:spPr>
            <a:xfrm>
              <a:off x="5344688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橢圓 73"/>
            <p:cNvSpPr/>
            <p:nvPr/>
          </p:nvSpPr>
          <p:spPr>
            <a:xfrm>
              <a:off x="5344688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5" name="橢圓 74"/>
            <p:cNvSpPr/>
            <p:nvPr/>
          </p:nvSpPr>
          <p:spPr>
            <a:xfrm>
              <a:off x="5344688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6" name="橢圓 75"/>
            <p:cNvSpPr/>
            <p:nvPr/>
          </p:nvSpPr>
          <p:spPr>
            <a:xfrm>
              <a:off x="5344688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橢圓 76"/>
            <p:cNvSpPr/>
            <p:nvPr/>
          </p:nvSpPr>
          <p:spPr>
            <a:xfrm>
              <a:off x="5344688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橢圓 77"/>
            <p:cNvSpPr/>
            <p:nvPr/>
          </p:nvSpPr>
          <p:spPr>
            <a:xfrm>
              <a:off x="5344688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9" name="橢圓 78"/>
            <p:cNvSpPr/>
            <p:nvPr/>
          </p:nvSpPr>
          <p:spPr>
            <a:xfrm>
              <a:off x="5953125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0" name="橢圓 79"/>
            <p:cNvSpPr/>
            <p:nvPr/>
          </p:nvSpPr>
          <p:spPr>
            <a:xfrm>
              <a:off x="5953125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1" name="橢圓 80"/>
            <p:cNvSpPr/>
            <p:nvPr/>
          </p:nvSpPr>
          <p:spPr>
            <a:xfrm>
              <a:off x="5953125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2" name="橢圓 81"/>
            <p:cNvSpPr/>
            <p:nvPr/>
          </p:nvSpPr>
          <p:spPr>
            <a:xfrm>
              <a:off x="5953125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3" name="橢圓 82"/>
            <p:cNvSpPr/>
            <p:nvPr/>
          </p:nvSpPr>
          <p:spPr>
            <a:xfrm>
              <a:off x="5953125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4" name="橢圓 83"/>
            <p:cNvSpPr/>
            <p:nvPr/>
          </p:nvSpPr>
          <p:spPr>
            <a:xfrm>
              <a:off x="5953125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5" name="橢圓 84"/>
            <p:cNvSpPr/>
            <p:nvPr/>
          </p:nvSpPr>
          <p:spPr>
            <a:xfrm>
              <a:off x="5953125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6" name="橢圓 85"/>
            <p:cNvSpPr/>
            <p:nvPr/>
          </p:nvSpPr>
          <p:spPr>
            <a:xfrm>
              <a:off x="5953125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7" name="橢圓 86"/>
            <p:cNvSpPr/>
            <p:nvPr/>
          </p:nvSpPr>
          <p:spPr>
            <a:xfrm>
              <a:off x="5953125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88" name="橢圓 87"/>
            <p:cNvSpPr/>
            <p:nvPr/>
          </p:nvSpPr>
          <p:spPr>
            <a:xfrm>
              <a:off x="6561852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9" name="橢圓 88"/>
            <p:cNvSpPr/>
            <p:nvPr/>
          </p:nvSpPr>
          <p:spPr>
            <a:xfrm>
              <a:off x="6561852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0" name="橢圓 89"/>
            <p:cNvSpPr/>
            <p:nvPr/>
          </p:nvSpPr>
          <p:spPr>
            <a:xfrm>
              <a:off x="6561852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1" name="橢圓 90"/>
            <p:cNvSpPr/>
            <p:nvPr/>
          </p:nvSpPr>
          <p:spPr>
            <a:xfrm>
              <a:off x="6561852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2" name="橢圓 91"/>
            <p:cNvSpPr/>
            <p:nvPr/>
          </p:nvSpPr>
          <p:spPr>
            <a:xfrm>
              <a:off x="6561852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3" name="橢圓 92"/>
            <p:cNvSpPr/>
            <p:nvPr/>
          </p:nvSpPr>
          <p:spPr>
            <a:xfrm>
              <a:off x="6561852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4" name="橢圓 93"/>
            <p:cNvSpPr/>
            <p:nvPr/>
          </p:nvSpPr>
          <p:spPr>
            <a:xfrm>
              <a:off x="6561852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5" name="橢圓 94"/>
            <p:cNvSpPr/>
            <p:nvPr/>
          </p:nvSpPr>
          <p:spPr>
            <a:xfrm>
              <a:off x="6561852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6" name="橢圓 95"/>
            <p:cNvSpPr/>
            <p:nvPr/>
          </p:nvSpPr>
          <p:spPr>
            <a:xfrm>
              <a:off x="6561852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7" name="直線單箭頭接點 96"/>
            <p:cNvCxnSpPr/>
            <p:nvPr/>
          </p:nvCxnSpPr>
          <p:spPr>
            <a:xfrm flipH="1">
              <a:off x="3859619" y="219928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線單箭頭接點 98"/>
            <p:cNvCxnSpPr/>
            <p:nvPr/>
          </p:nvCxnSpPr>
          <p:spPr>
            <a:xfrm flipH="1">
              <a:off x="4468056" y="2204606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線單箭頭接點 99"/>
            <p:cNvCxnSpPr/>
            <p:nvPr/>
          </p:nvCxnSpPr>
          <p:spPr>
            <a:xfrm flipH="1">
              <a:off x="5076493" y="219928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線單箭頭接點 100"/>
            <p:cNvCxnSpPr/>
            <p:nvPr/>
          </p:nvCxnSpPr>
          <p:spPr>
            <a:xfrm flipH="1">
              <a:off x="5684930" y="219928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線單箭頭接點 101"/>
            <p:cNvCxnSpPr/>
            <p:nvPr/>
          </p:nvCxnSpPr>
          <p:spPr>
            <a:xfrm flipH="1">
              <a:off x="6293657" y="2208271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線單箭頭接點 102"/>
            <p:cNvCxnSpPr/>
            <p:nvPr/>
          </p:nvCxnSpPr>
          <p:spPr>
            <a:xfrm flipH="1">
              <a:off x="3859619" y="282129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線單箭頭接點 104"/>
            <p:cNvCxnSpPr/>
            <p:nvPr/>
          </p:nvCxnSpPr>
          <p:spPr>
            <a:xfrm flipH="1">
              <a:off x="5076493" y="282129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線單箭頭接點 107"/>
            <p:cNvCxnSpPr/>
            <p:nvPr/>
          </p:nvCxnSpPr>
          <p:spPr>
            <a:xfrm flipH="1">
              <a:off x="3859619" y="3437982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線單箭頭接點 109"/>
            <p:cNvCxnSpPr/>
            <p:nvPr/>
          </p:nvCxnSpPr>
          <p:spPr>
            <a:xfrm flipH="1">
              <a:off x="5076493" y="3437982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線單箭頭接點 113"/>
            <p:cNvCxnSpPr/>
            <p:nvPr/>
          </p:nvCxnSpPr>
          <p:spPr>
            <a:xfrm flipH="1">
              <a:off x="4468056" y="4049355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線單箭頭接點 115"/>
            <p:cNvCxnSpPr/>
            <p:nvPr/>
          </p:nvCxnSpPr>
          <p:spPr>
            <a:xfrm flipH="1">
              <a:off x="5684930" y="4044038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線單箭頭接點 116"/>
            <p:cNvCxnSpPr/>
            <p:nvPr/>
          </p:nvCxnSpPr>
          <p:spPr>
            <a:xfrm flipH="1">
              <a:off x="6293657" y="4053020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線單箭頭接點 118"/>
            <p:cNvCxnSpPr/>
            <p:nvPr/>
          </p:nvCxnSpPr>
          <p:spPr>
            <a:xfrm flipH="1">
              <a:off x="4468056" y="466604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線單箭頭接點 120"/>
            <p:cNvCxnSpPr/>
            <p:nvPr/>
          </p:nvCxnSpPr>
          <p:spPr>
            <a:xfrm flipH="1">
              <a:off x="5684930" y="4660726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線單箭頭接點 121"/>
            <p:cNvCxnSpPr/>
            <p:nvPr/>
          </p:nvCxnSpPr>
          <p:spPr>
            <a:xfrm flipH="1">
              <a:off x="6293657" y="4669708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線單箭頭接點 122"/>
            <p:cNvCxnSpPr>
              <a:stCxn id="21" idx="0"/>
              <a:endCxn id="20" idx="4"/>
            </p:cNvCxnSpPr>
            <p:nvPr/>
          </p:nvCxnSpPr>
          <p:spPr>
            <a:xfrm flipV="1">
              <a:off x="4297935" y="4834906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線單箭頭接點 124"/>
            <p:cNvCxnSpPr/>
            <p:nvPr/>
          </p:nvCxnSpPr>
          <p:spPr>
            <a:xfrm flipH="1">
              <a:off x="5076493" y="529336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線單箭頭接點 127"/>
            <p:cNvCxnSpPr>
              <a:stCxn id="22" idx="0"/>
              <a:endCxn id="21" idx="4"/>
            </p:cNvCxnSpPr>
            <p:nvPr/>
          </p:nvCxnSpPr>
          <p:spPr>
            <a:xfrm flipV="1">
              <a:off x="4297935" y="5452377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線單箭頭接點 129"/>
            <p:cNvCxnSpPr/>
            <p:nvPr/>
          </p:nvCxnSpPr>
          <p:spPr>
            <a:xfrm flipH="1">
              <a:off x="5076493" y="589941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線單箭頭接點 133"/>
            <p:cNvCxnSpPr>
              <a:stCxn id="68" idx="0"/>
              <a:endCxn id="67" idx="4"/>
            </p:cNvCxnSpPr>
            <p:nvPr/>
          </p:nvCxnSpPr>
          <p:spPr>
            <a:xfrm flipV="1">
              <a:off x="4906372" y="6069848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線單箭頭接點 135"/>
            <p:cNvCxnSpPr/>
            <p:nvPr/>
          </p:nvCxnSpPr>
          <p:spPr>
            <a:xfrm flipH="1">
              <a:off x="5684930" y="6516108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線單箭頭接點 136"/>
            <p:cNvCxnSpPr>
              <a:stCxn id="95" idx="0"/>
              <a:endCxn id="94" idx="4"/>
            </p:cNvCxnSpPr>
            <p:nvPr/>
          </p:nvCxnSpPr>
          <p:spPr>
            <a:xfrm flipV="1">
              <a:off x="6731973" y="6069848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線單箭頭接點 138"/>
            <p:cNvCxnSpPr>
              <a:stCxn id="69" idx="0"/>
              <a:endCxn id="68" idx="4"/>
            </p:cNvCxnSpPr>
            <p:nvPr/>
          </p:nvCxnSpPr>
          <p:spPr>
            <a:xfrm flipV="1">
              <a:off x="4906372" y="6687319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線單箭頭接點 140"/>
            <p:cNvCxnSpPr/>
            <p:nvPr/>
          </p:nvCxnSpPr>
          <p:spPr>
            <a:xfrm flipH="1" flipV="1">
              <a:off x="5684930" y="714342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線單箭頭接點 141"/>
            <p:cNvCxnSpPr>
              <a:stCxn id="96" idx="0"/>
              <a:endCxn id="95" idx="4"/>
            </p:cNvCxnSpPr>
            <p:nvPr/>
          </p:nvCxnSpPr>
          <p:spPr>
            <a:xfrm flipV="1">
              <a:off x="6731973" y="6687319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線單箭頭接點 142"/>
            <p:cNvCxnSpPr/>
            <p:nvPr/>
          </p:nvCxnSpPr>
          <p:spPr>
            <a:xfrm flipV="1">
              <a:off x="3689498" y="2370326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線單箭頭接點 145"/>
            <p:cNvCxnSpPr/>
            <p:nvPr/>
          </p:nvCxnSpPr>
          <p:spPr>
            <a:xfrm flipV="1">
              <a:off x="3689498" y="2985145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線單箭頭接點 147"/>
            <p:cNvCxnSpPr/>
            <p:nvPr/>
          </p:nvCxnSpPr>
          <p:spPr>
            <a:xfrm flipV="1">
              <a:off x="3689498" y="3599964"/>
              <a:ext cx="0" cy="27539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線單箭頭接點 148"/>
            <p:cNvCxnSpPr/>
            <p:nvPr/>
          </p:nvCxnSpPr>
          <p:spPr>
            <a:xfrm flipV="1">
              <a:off x="3689498" y="4220087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線單箭頭接點 151"/>
            <p:cNvCxnSpPr/>
            <p:nvPr/>
          </p:nvCxnSpPr>
          <p:spPr>
            <a:xfrm flipV="1">
              <a:off x="3684525" y="4834906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線單箭頭接點 153"/>
            <p:cNvCxnSpPr/>
            <p:nvPr/>
          </p:nvCxnSpPr>
          <p:spPr>
            <a:xfrm flipV="1">
              <a:off x="3681782" y="5452377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線單箭頭接點 154"/>
            <p:cNvCxnSpPr/>
            <p:nvPr/>
          </p:nvCxnSpPr>
          <p:spPr>
            <a:xfrm flipV="1">
              <a:off x="3681782" y="6072500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線單箭頭接點 194"/>
            <p:cNvCxnSpPr/>
            <p:nvPr/>
          </p:nvCxnSpPr>
          <p:spPr>
            <a:xfrm rot="10800000">
              <a:off x="5635103" y="2320230"/>
              <a:ext cx="36784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線單箭頭接點 201"/>
            <p:cNvCxnSpPr>
              <a:stCxn id="62" idx="2"/>
              <a:endCxn id="17" idx="6"/>
            </p:cNvCxnSpPr>
            <p:nvPr/>
          </p:nvCxnSpPr>
          <p:spPr>
            <a:xfrm flipH="1">
              <a:off x="4468056" y="2814108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直線單箭頭接點 202"/>
            <p:cNvCxnSpPr/>
            <p:nvPr/>
          </p:nvCxnSpPr>
          <p:spPr>
            <a:xfrm rot="10800000">
              <a:off x="6243540" y="2320230"/>
              <a:ext cx="36813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直線單箭頭接點 205"/>
            <p:cNvCxnSpPr>
              <a:stCxn id="81" idx="2"/>
              <a:endCxn id="72" idx="6"/>
            </p:cNvCxnSpPr>
            <p:nvPr/>
          </p:nvCxnSpPr>
          <p:spPr>
            <a:xfrm flipH="1">
              <a:off x="5684930" y="3428927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線單箭頭接點 206"/>
            <p:cNvCxnSpPr>
              <a:stCxn id="63" idx="2"/>
              <a:endCxn id="18" idx="6"/>
            </p:cNvCxnSpPr>
            <p:nvPr/>
          </p:nvCxnSpPr>
          <p:spPr>
            <a:xfrm flipH="1">
              <a:off x="4468056" y="3428927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線單箭頭接點 207"/>
            <p:cNvCxnSpPr/>
            <p:nvPr/>
          </p:nvCxnSpPr>
          <p:spPr>
            <a:xfrm rot="10800000">
              <a:off x="6243540" y="2935049"/>
              <a:ext cx="36813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線單箭頭接點 208"/>
            <p:cNvCxnSpPr/>
            <p:nvPr/>
          </p:nvCxnSpPr>
          <p:spPr>
            <a:xfrm rot="10800000">
              <a:off x="5635103" y="4784810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直線單箭頭接點 209"/>
            <p:cNvCxnSpPr/>
            <p:nvPr/>
          </p:nvCxnSpPr>
          <p:spPr>
            <a:xfrm rot="10800000">
              <a:off x="4418229" y="4784810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線單箭頭接點 210"/>
            <p:cNvCxnSpPr/>
            <p:nvPr/>
          </p:nvCxnSpPr>
          <p:spPr>
            <a:xfrm rot="10800000">
              <a:off x="6243540" y="4784810"/>
              <a:ext cx="36813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直線單箭頭接點 211"/>
            <p:cNvCxnSpPr/>
            <p:nvPr/>
          </p:nvCxnSpPr>
          <p:spPr>
            <a:xfrm rot="10800000">
              <a:off x="5635103" y="5402281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直線單箭頭接點 212"/>
            <p:cNvCxnSpPr/>
            <p:nvPr/>
          </p:nvCxnSpPr>
          <p:spPr>
            <a:xfrm rot="10800000">
              <a:off x="4418229" y="5402281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直線單箭頭接點 213"/>
            <p:cNvCxnSpPr/>
            <p:nvPr/>
          </p:nvCxnSpPr>
          <p:spPr>
            <a:xfrm rot="10800000">
              <a:off x="6243540" y="5402281"/>
              <a:ext cx="36813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直線單箭頭接點 232"/>
            <p:cNvCxnSpPr/>
            <p:nvPr/>
          </p:nvCxnSpPr>
          <p:spPr>
            <a:xfrm rot="10800000">
              <a:off x="3809792" y="3549868"/>
              <a:ext cx="349318" cy="359855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直線單箭頭接點 235"/>
            <p:cNvCxnSpPr/>
            <p:nvPr/>
          </p:nvCxnSpPr>
          <p:spPr>
            <a:xfrm rot="10800000">
              <a:off x="3809792" y="4167339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直線單箭頭接點 238"/>
            <p:cNvCxnSpPr/>
            <p:nvPr/>
          </p:nvCxnSpPr>
          <p:spPr>
            <a:xfrm rot="10800000">
              <a:off x="3809792" y="6019752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直線單箭頭接點 241"/>
            <p:cNvCxnSpPr/>
            <p:nvPr/>
          </p:nvCxnSpPr>
          <p:spPr>
            <a:xfrm rot="10800000">
              <a:off x="3809792" y="6637223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直線單箭頭接點 248"/>
            <p:cNvCxnSpPr/>
            <p:nvPr/>
          </p:nvCxnSpPr>
          <p:spPr>
            <a:xfrm flipV="1">
              <a:off x="3684525" y="6689971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直線單箭頭接點 254"/>
            <p:cNvCxnSpPr/>
            <p:nvPr/>
          </p:nvCxnSpPr>
          <p:spPr>
            <a:xfrm rot="10800000">
              <a:off x="5026666" y="6019752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直線單箭頭接點 257"/>
            <p:cNvCxnSpPr/>
            <p:nvPr/>
          </p:nvCxnSpPr>
          <p:spPr>
            <a:xfrm rot="10800000">
              <a:off x="5026666" y="6637223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直線單箭頭接點 260"/>
            <p:cNvCxnSpPr/>
            <p:nvPr/>
          </p:nvCxnSpPr>
          <p:spPr>
            <a:xfrm rot="10800000">
              <a:off x="5026666" y="3549868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直線單箭頭接點 263"/>
            <p:cNvCxnSpPr/>
            <p:nvPr/>
          </p:nvCxnSpPr>
          <p:spPr>
            <a:xfrm rot="10800000">
              <a:off x="5026666" y="4167339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內容版面配置區 5"/>
          <p:cNvSpPr>
            <a:spLocks noGrp="1"/>
          </p:cNvSpPr>
          <p:nvPr>
            <p:ph idx="1"/>
          </p:nvPr>
        </p:nvSpPr>
        <p:spPr>
          <a:xfrm>
            <a:off x="503999" y="1769043"/>
            <a:ext cx="3810868" cy="4384438"/>
          </a:xfrm>
        </p:spPr>
        <p:txBody>
          <a:bodyPr/>
          <a:lstStyle/>
          <a:p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Step 2</a:t>
            </a:r>
            <a:endParaRPr lang="zh-TW" alt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27" name="矩形: 圓角 126"/>
          <p:cNvSpPr/>
          <p:nvPr/>
        </p:nvSpPr>
        <p:spPr>
          <a:xfrm>
            <a:off x="4314867" y="2512950"/>
            <a:ext cx="4856429" cy="3711180"/>
          </a:xfrm>
          <a:prstGeom prst="roundRect">
            <a:avLst/>
          </a:prstGeom>
          <a:noFill/>
          <a:ln w="412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965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3998" y="285556"/>
            <a:ext cx="9071643" cy="1262155"/>
          </a:xfrm>
        </p:spPr>
        <p:txBody>
          <a:bodyPr/>
          <a:lstStyle/>
          <a:p>
            <a:r>
              <a:rPr lang="en-US" altLang="zh-TW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Algorithm</a:t>
            </a:r>
            <a:endParaRPr lang="zh-TW" altLang="en-US" b="1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19</a:t>
            </a:fld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4559612" y="1264383"/>
          <a:ext cx="4284000" cy="612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25" name="群組 24"/>
          <p:cNvGrpSpPr/>
          <p:nvPr/>
        </p:nvGrpSpPr>
        <p:grpSpPr>
          <a:xfrm>
            <a:off x="5312082" y="2028251"/>
            <a:ext cx="3382717" cy="5276539"/>
            <a:chOff x="3519377" y="2028251"/>
            <a:chExt cx="3382717" cy="5276539"/>
          </a:xfrm>
        </p:grpSpPr>
        <p:sp>
          <p:nvSpPr>
            <p:cNvPr id="3" name="橢圓 2"/>
            <p:cNvSpPr/>
            <p:nvPr/>
          </p:nvSpPr>
          <p:spPr>
            <a:xfrm>
              <a:off x="3519377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7" name="橢圓 6"/>
            <p:cNvSpPr/>
            <p:nvPr/>
          </p:nvSpPr>
          <p:spPr>
            <a:xfrm>
              <a:off x="3519377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橢圓 7"/>
            <p:cNvSpPr/>
            <p:nvPr/>
          </p:nvSpPr>
          <p:spPr>
            <a:xfrm>
              <a:off x="3519377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橢圓 8"/>
            <p:cNvSpPr/>
            <p:nvPr/>
          </p:nvSpPr>
          <p:spPr>
            <a:xfrm>
              <a:off x="3519377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橢圓 9"/>
            <p:cNvSpPr/>
            <p:nvPr/>
          </p:nvSpPr>
          <p:spPr>
            <a:xfrm>
              <a:off x="3519377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橢圓 11"/>
            <p:cNvSpPr/>
            <p:nvPr/>
          </p:nvSpPr>
          <p:spPr>
            <a:xfrm>
              <a:off x="3519377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橢圓 12"/>
            <p:cNvSpPr/>
            <p:nvPr/>
          </p:nvSpPr>
          <p:spPr>
            <a:xfrm>
              <a:off x="3519377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橢圓 13"/>
            <p:cNvSpPr/>
            <p:nvPr/>
          </p:nvSpPr>
          <p:spPr>
            <a:xfrm>
              <a:off x="3519377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橢圓 14"/>
            <p:cNvSpPr/>
            <p:nvPr/>
          </p:nvSpPr>
          <p:spPr>
            <a:xfrm>
              <a:off x="3519377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橢圓 15"/>
            <p:cNvSpPr/>
            <p:nvPr/>
          </p:nvSpPr>
          <p:spPr>
            <a:xfrm>
              <a:off x="4127814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橢圓 16"/>
            <p:cNvSpPr/>
            <p:nvPr/>
          </p:nvSpPr>
          <p:spPr>
            <a:xfrm>
              <a:off x="4127814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橢圓 17"/>
            <p:cNvSpPr/>
            <p:nvPr/>
          </p:nvSpPr>
          <p:spPr>
            <a:xfrm>
              <a:off x="4127814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橢圓 18"/>
            <p:cNvSpPr/>
            <p:nvPr/>
          </p:nvSpPr>
          <p:spPr>
            <a:xfrm>
              <a:off x="4127814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橢圓 19"/>
            <p:cNvSpPr/>
            <p:nvPr/>
          </p:nvSpPr>
          <p:spPr>
            <a:xfrm>
              <a:off x="4127814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橢圓 20"/>
            <p:cNvSpPr/>
            <p:nvPr/>
          </p:nvSpPr>
          <p:spPr>
            <a:xfrm>
              <a:off x="4127814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橢圓 21"/>
            <p:cNvSpPr/>
            <p:nvPr/>
          </p:nvSpPr>
          <p:spPr>
            <a:xfrm>
              <a:off x="4127814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橢圓 22"/>
            <p:cNvSpPr/>
            <p:nvPr/>
          </p:nvSpPr>
          <p:spPr>
            <a:xfrm>
              <a:off x="4127814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橢圓 23"/>
            <p:cNvSpPr/>
            <p:nvPr/>
          </p:nvSpPr>
          <p:spPr>
            <a:xfrm>
              <a:off x="4127814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1" name="橢圓 60"/>
            <p:cNvSpPr/>
            <p:nvPr/>
          </p:nvSpPr>
          <p:spPr>
            <a:xfrm>
              <a:off x="4736251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62" name="橢圓 61"/>
            <p:cNvSpPr/>
            <p:nvPr/>
          </p:nvSpPr>
          <p:spPr>
            <a:xfrm>
              <a:off x="4736251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3" name="橢圓 62"/>
            <p:cNvSpPr/>
            <p:nvPr/>
          </p:nvSpPr>
          <p:spPr>
            <a:xfrm>
              <a:off x="4736251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4" name="橢圓 63"/>
            <p:cNvSpPr/>
            <p:nvPr/>
          </p:nvSpPr>
          <p:spPr>
            <a:xfrm>
              <a:off x="4736251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5" name="橢圓 64"/>
            <p:cNvSpPr/>
            <p:nvPr/>
          </p:nvSpPr>
          <p:spPr>
            <a:xfrm>
              <a:off x="4736251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6" name="橢圓 65"/>
            <p:cNvSpPr/>
            <p:nvPr/>
          </p:nvSpPr>
          <p:spPr>
            <a:xfrm>
              <a:off x="4736251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7" name="橢圓 66"/>
            <p:cNvSpPr/>
            <p:nvPr/>
          </p:nvSpPr>
          <p:spPr>
            <a:xfrm>
              <a:off x="4736251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8" name="橢圓 67"/>
            <p:cNvSpPr/>
            <p:nvPr/>
          </p:nvSpPr>
          <p:spPr>
            <a:xfrm>
              <a:off x="4736251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9" name="橢圓 68"/>
            <p:cNvSpPr/>
            <p:nvPr/>
          </p:nvSpPr>
          <p:spPr>
            <a:xfrm>
              <a:off x="4736251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0" name="橢圓 69"/>
            <p:cNvSpPr/>
            <p:nvPr/>
          </p:nvSpPr>
          <p:spPr>
            <a:xfrm>
              <a:off x="5344688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1" name="橢圓 70"/>
            <p:cNvSpPr/>
            <p:nvPr/>
          </p:nvSpPr>
          <p:spPr>
            <a:xfrm>
              <a:off x="5344688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橢圓 71"/>
            <p:cNvSpPr/>
            <p:nvPr/>
          </p:nvSpPr>
          <p:spPr>
            <a:xfrm>
              <a:off x="5344688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" name="橢圓 72"/>
            <p:cNvSpPr/>
            <p:nvPr/>
          </p:nvSpPr>
          <p:spPr>
            <a:xfrm>
              <a:off x="5344688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橢圓 73"/>
            <p:cNvSpPr/>
            <p:nvPr/>
          </p:nvSpPr>
          <p:spPr>
            <a:xfrm>
              <a:off x="5344688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5" name="橢圓 74"/>
            <p:cNvSpPr/>
            <p:nvPr/>
          </p:nvSpPr>
          <p:spPr>
            <a:xfrm>
              <a:off x="5344688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6" name="橢圓 75"/>
            <p:cNvSpPr/>
            <p:nvPr/>
          </p:nvSpPr>
          <p:spPr>
            <a:xfrm>
              <a:off x="5344688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橢圓 76"/>
            <p:cNvSpPr/>
            <p:nvPr/>
          </p:nvSpPr>
          <p:spPr>
            <a:xfrm>
              <a:off x="5344688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橢圓 77"/>
            <p:cNvSpPr/>
            <p:nvPr/>
          </p:nvSpPr>
          <p:spPr>
            <a:xfrm>
              <a:off x="5344688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9" name="橢圓 78"/>
            <p:cNvSpPr/>
            <p:nvPr/>
          </p:nvSpPr>
          <p:spPr>
            <a:xfrm>
              <a:off x="5953125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0" name="橢圓 79"/>
            <p:cNvSpPr/>
            <p:nvPr/>
          </p:nvSpPr>
          <p:spPr>
            <a:xfrm>
              <a:off x="5953125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1" name="橢圓 80"/>
            <p:cNvSpPr/>
            <p:nvPr/>
          </p:nvSpPr>
          <p:spPr>
            <a:xfrm>
              <a:off x="5953125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2" name="橢圓 81"/>
            <p:cNvSpPr/>
            <p:nvPr/>
          </p:nvSpPr>
          <p:spPr>
            <a:xfrm>
              <a:off x="5953125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3" name="橢圓 82"/>
            <p:cNvSpPr/>
            <p:nvPr/>
          </p:nvSpPr>
          <p:spPr>
            <a:xfrm>
              <a:off x="5953125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4" name="橢圓 83"/>
            <p:cNvSpPr/>
            <p:nvPr/>
          </p:nvSpPr>
          <p:spPr>
            <a:xfrm>
              <a:off x="5953125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5" name="橢圓 84"/>
            <p:cNvSpPr/>
            <p:nvPr/>
          </p:nvSpPr>
          <p:spPr>
            <a:xfrm>
              <a:off x="5953125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6" name="橢圓 85"/>
            <p:cNvSpPr/>
            <p:nvPr/>
          </p:nvSpPr>
          <p:spPr>
            <a:xfrm>
              <a:off x="5953125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7" name="橢圓 86"/>
            <p:cNvSpPr/>
            <p:nvPr/>
          </p:nvSpPr>
          <p:spPr>
            <a:xfrm>
              <a:off x="5953125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88" name="橢圓 87"/>
            <p:cNvSpPr/>
            <p:nvPr/>
          </p:nvSpPr>
          <p:spPr>
            <a:xfrm>
              <a:off x="6561852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9" name="橢圓 88"/>
            <p:cNvSpPr/>
            <p:nvPr/>
          </p:nvSpPr>
          <p:spPr>
            <a:xfrm>
              <a:off x="6561852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0" name="橢圓 89"/>
            <p:cNvSpPr/>
            <p:nvPr/>
          </p:nvSpPr>
          <p:spPr>
            <a:xfrm>
              <a:off x="6561852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1" name="橢圓 90"/>
            <p:cNvSpPr/>
            <p:nvPr/>
          </p:nvSpPr>
          <p:spPr>
            <a:xfrm>
              <a:off x="6561852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2" name="橢圓 91"/>
            <p:cNvSpPr/>
            <p:nvPr/>
          </p:nvSpPr>
          <p:spPr>
            <a:xfrm>
              <a:off x="6561852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3" name="橢圓 92"/>
            <p:cNvSpPr/>
            <p:nvPr/>
          </p:nvSpPr>
          <p:spPr>
            <a:xfrm>
              <a:off x="6561852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4" name="橢圓 93"/>
            <p:cNvSpPr/>
            <p:nvPr/>
          </p:nvSpPr>
          <p:spPr>
            <a:xfrm>
              <a:off x="6561852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5" name="橢圓 94"/>
            <p:cNvSpPr/>
            <p:nvPr/>
          </p:nvSpPr>
          <p:spPr>
            <a:xfrm>
              <a:off x="6561852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6" name="橢圓 95"/>
            <p:cNvSpPr/>
            <p:nvPr/>
          </p:nvSpPr>
          <p:spPr>
            <a:xfrm>
              <a:off x="6561852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7" name="直線單箭頭接點 96"/>
            <p:cNvCxnSpPr/>
            <p:nvPr/>
          </p:nvCxnSpPr>
          <p:spPr>
            <a:xfrm flipH="1">
              <a:off x="3859619" y="219928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線單箭頭接點 98"/>
            <p:cNvCxnSpPr/>
            <p:nvPr/>
          </p:nvCxnSpPr>
          <p:spPr>
            <a:xfrm flipH="1">
              <a:off x="4468056" y="2204606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線單箭頭接點 99"/>
            <p:cNvCxnSpPr/>
            <p:nvPr/>
          </p:nvCxnSpPr>
          <p:spPr>
            <a:xfrm flipH="1">
              <a:off x="5076493" y="219928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線單箭頭接點 100"/>
            <p:cNvCxnSpPr/>
            <p:nvPr/>
          </p:nvCxnSpPr>
          <p:spPr>
            <a:xfrm flipH="1">
              <a:off x="5684930" y="219928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線單箭頭接點 101"/>
            <p:cNvCxnSpPr/>
            <p:nvPr/>
          </p:nvCxnSpPr>
          <p:spPr>
            <a:xfrm flipH="1">
              <a:off x="6293657" y="2208271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線單箭頭接點 102"/>
            <p:cNvCxnSpPr/>
            <p:nvPr/>
          </p:nvCxnSpPr>
          <p:spPr>
            <a:xfrm flipH="1">
              <a:off x="3859619" y="282129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線單箭頭接點 104"/>
            <p:cNvCxnSpPr/>
            <p:nvPr/>
          </p:nvCxnSpPr>
          <p:spPr>
            <a:xfrm flipH="1">
              <a:off x="5076493" y="282129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線單箭頭接點 107"/>
            <p:cNvCxnSpPr/>
            <p:nvPr/>
          </p:nvCxnSpPr>
          <p:spPr>
            <a:xfrm flipH="1">
              <a:off x="3859619" y="3437982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線單箭頭接點 109"/>
            <p:cNvCxnSpPr/>
            <p:nvPr/>
          </p:nvCxnSpPr>
          <p:spPr>
            <a:xfrm flipH="1">
              <a:off x="5076493" y="3437982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線單箭頭接點 113"/>
            <p:cNvCxnSpPr/>
            <p:nvPr/>
          </p:nvCxnSpPr>
          <p:spPr>
            <a:xfrm flipH="1">
              <a:off x="4468056" y="4049355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線單箭頭接點 115"/>
            <p:cNvCxnSpPr/>
            <p:nvPr/>
          </p:nvCxnSpPr>
          <p:spPr>
            <a:xfrm flipH="1">
              <a:off x="5684930" y="4044038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線單箭頭接點 116"/>
            <p:cNvCxnSpPr/>
            <p:nvPr/>
          </p:nvCxnSpPr>
          <p:spPr>
            <a:xfrm flipH="1">
              <a:off x="6293657" y="4053020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線單箭頭接點 118"/>
            <p:cNvCxnSpPr/>
            <p:nvPr/>
          </p:nvCxnSpPr>
          <p:spPr>
            <a:xfrm flipH="1">
              <a:off x="4468056" y="466604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線單箭頭接點 120"/>
            <p:cNvCxnSpPr/>
            <p:nvPr/>
          </p:nvCxnSpPr>
          <p:spPr>
            <a:xfrm flipH="1">
              <a:off x="5684930" y="4660726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線單箭頭接點 121"/>
            <p:cNvCxnSpPr/>
            <p:nvPr/>
          </p:nvCxnSpPr>
          <p:spPr>
            <a:xfrm flipH="1">
              <a:off x="6293657" y="4669708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線單箭頭接點 122"/>
            <p:cNvCxnSpPr>
              <a:stCxn id="21" idx="0"/>
              <a:endCxn id="20" idx="4"/>
            </p:cNvCxnSpPr>
            <p:nvPr/>
          </p:nvCxnSpPr>
          <p:spPr>
            <a:xfrm flipV="1">
              <a:off x="4297935" y="4834906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線單箭頭接點 124"/>
            <p:cNvCxnSpPr/>
            <p:nvPr/>
          </p:nvCxnSpPr>
          <p:spPr>
            <a:xfrm flipH="1">
              <a:off x="5076493" y="529336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線單箭頭接點 127"/>
            <p:cNvCxnSpPr>
              <a:stCxn id="22" idx="0"/>
              <a:endCxn id="21" idx="4"/>
            </p:cNvCxnSpPr>
            <p:nvPr/>
          </p:nvCxnSpPr>
          <p:spPr>
            <a:xfrm flipV="1">
              <a:off x="4297935" y="5452377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線單箭頭接點 129"/>
            <p:cNvCxnSpPr/>
            <p:nvPr/>
          </p:nvCxnSpPr>
          <p:spPr>
            <a:xfrm flipH="1">
              <a:off x="5076493" y="589941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線單箭頭接點 133"/>
            <p:cNvCxnSpPr>
              <a:stCxn id="68" idx="0"/>
              <a:endCxn id="67" idx="4"/>
            </p:cNvCxnSpPr>
            <p:nvPr/>
          </p:nvCxnSpPr>
          <p:spPr>
            <a:xfrm flipV="1">
              <a:off x="4906372" y="6069848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線單箭頭接點 135"/>
            <p:cNvCxnSpPr/>
            <p:nvPr/>
          </p:nvCxnSpPr>
          <p:spPr>
            <a:xfrm flipH="1">
              <a:off x="5684930" y="6516108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線單箭頭接點 136"/>
            <p:cNvCxnSpPr>
              <a:stCxn id="95" idx="0"/>
              <a:endCxn id="94" idx="4"/>
            </p:cNvCxnSpPr>
            <p:nvPr/>
          </p:nvCxnSpPr>
          <p:spPr>
            <a:xfrm flipV="1">
              <a:off x="6731973" y="6069848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線單箭頭接點 138"/>
            <p:cNvCxnSpPr>
              <a:stCxn id="69" idx="0"/>
              <a:endCxn id="68" idx="4"/>
            </p:cNvCxnSpPr>
            <p:nvPr/>
          </p:nvCxnSpPr>
          <p:spPr>
            <a:xfrm flipV="1">
              <a:off x="4906372" y="6687319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線單箭頭接點 140"/>
            <p:cNvCxnSpPr/>
            <p:nvPr/>
          </p:nvCxnSpPr>
          <p:spPr>
            <a:xfrm flipH="1" flipV="1">
              <a:off x="5684930" y="714342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線單箭頭接點 141"/>
            <p:cNvCxnSpPr>
              <a:stCxn id="96" idx="0"/>
              <a:endCxn id="95" idx="4"/>
            </p:cNvCxnSpPr>
            <p:nvPr/>
          </p:nvCxnSpPr>
          <p:spPr>
            <a:xfrm flipV="1">
              <a:off x="6731973" y="6687319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線單箭頭接點 142"/>
            <p:cNvCxnSpPr/>
            <p:nvPr/>
          </p:nvCxnSpPr>
          <p:spPr>
            <a:xfrm flipV="1">
              <a:off x="3689498" y="2370326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線單箭頭接點 145"/>
            <p:cNvCxnSpPr/>
            <p:nvPr/>
          </p:nvCxnSpPr>
          <p:spPr>
            <a:xfrm flipV="1">
              <a:off x="3689498" y="2985145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線單箭頭接點 147"/>
            <p:cNvCxnSpPr/>
            <p:nvPr/>
          </p:nvCxnSpPr>
          <p:spPr>
            <a:xfrm flipV="1">
              <a:off x="3689498" y="3599964"/>
              <a:ext cx="0" cy="27539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線單箭頭接點 148"/>
            <p:cNvCxnSpPr/>
            <p:nvPr/>
          </p:nvCxnSpPr>
          <p:spPr>
            <a:xfrm flipV="1">
              <a:off x="3689498" y="4220087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線單箭頭接點 151"/>
            <p:cNvCxnSpPr/>
            <p:nvPr/>
          </p:nvCxnSpPr>
          <p:spPr>
            <a:xfrm flipV="1">
              <a:off x="3684525" y="4834906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線單箭頭接點 153"/>
            <p:cNvCxnSpPr/>
            <p:nvPr/>
          </p:nvCxnSpPr>
          <p:spPr>
            <a:xfrm flipV="1">
              <a:off x="3681782" y="5452377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線單箭頭接點 154"/>
            <p:cNvCxnSpPr/>
            <p:nvPr/>
          </p:nvCxnSpPr>
          <p:spPr>
            <a:xfrm flipV="1">
              <a:off x="3681782" y="6072500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線單箭頭接點 194"/>
            <p:cNvCxnSpPr/>
            <p:nvPr/>
          </p:nvCxnSpPr>
          <p:spPr>
            <a:xfrm rot="10800000">
              <a:off x="5635103" y="2320230"/>
              <a:ext cx="36784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線單箭頭接點 201"/>
            <p:cNvCxnSpPr>
              <a:stCxn id="62" idx="2"/>
              <a:endCxn id="17" idx="6"/>
            </p:cNvCxnSpPr>
            <p:nvPr/>
          </p:nvCxnSpPr>
          <p:spPr>
            <a:xfrm flipH="1">
              <a:off x="4468056" y="2814108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直線單箭頭接點 202"/>
            <p:cNvCxnSpPr/>
            <p:nvPr/>
          </p:nvCxnSpPr>
          <p:spPr>
            <a:xfrm rot="10800000">
              <a:off x="6243540" y="2320230"/>
              <a:ext cx="36813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直線單箭頭接點 205"/>
            <p:cNvCxnSpPr>
              <a:stCxn id="81" idx="2"/>
              <a:endCxn id="72" idx="6"/>
            </p:cNvCxnSpPr>
            <p:nvPr/>
          </p:nvCxnSpPr>
          <p:spPr>
            <a:xfrm flipH="1">
              <a:off x="5684930" y="3428927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線單箭頭接點 206"/>
            <p:cNvCxnSpPr>
              <a:stCxn id="63" idx="2"/>
              <a:endCxn id="18" idx="6"/>
            </p:cNvCxnSpPr>
            <p:nvPr/>
          </p:nvCxnSpPr>
          <p:spPr>
            <a:xfrm flipH="1">
              <a:off x="4468056" y="3428927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線單箭頭接點 207"/>
            <p:cNvCxnSpPr/>
            <p:nvPr/>
          </p:nvCxnSpPr>
          <p:spPr>
            <a:xfrm rot="10800000">
              <a:off x="6243540" y="2935049"/>
              <a:ext cx="36813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線單箭頭接點 208"/>
            <p:cNvCxnSpPr/>
            <p:nvPr/>
          </p:nvCxnSpPr>
          <p:spPr>
            <a:xfrm rot="10800000">
              <a:off x="5635103" y="4784810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直線單箭頭接點 209"/>
            <p:cNvCxnSpPr/>
            <p:nvPr/>
          </p:nvCxnSpPr>
          <p:spPr>
            <a:xfrm rot="10800000">
              <a:off x="4418229" y="4784810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線單箭頭接點 210"/>
            <p:cNvCxnSpPr/>
            <p:nvPr/>
          </p:nvCxnSpPr>
          <p:spPr>
            <a:xfrm rot="10800000">
              <a:off x="6243540" y="4784810"/>
              <a:ext cx="36813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直線單箭頭接點 211"/>
            <p:cNvCxnSpPr/>
            <p:nvPr/>
          </p:nvCxnSpPr>
          <p:spPr>
            <a:xfrm rot="10800000">
              <a:off x="5635103" y="5402281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直線單箭頭接點 212"/>
            <p:cNvCxnSpPr/>
            <p:nvPr/>
          </p:nvCxnSpPr>
          <p:spPr>
            <a:xfrm rot="10800000">
              <a:off x="4418229" y="5402281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直線單箭頭接點 213"/>
            <p:cNvCxnSpPr/>
            <p:nvPr/>
          </p:nvCxnSpPr>
          <p:spPr>
            <a:xfrm rot="10800000">
              <a:off x="6243540" y="5402281"/>
              <a:ext cx="36813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直線單箭頭接點 232"/>
            <p:cNvCxnSpPr/>
            <p:nvPr/>
          </p:nvCxnSpPr>
          <p:spPr>
            <a:xfrm rot="10800000">
              <a:off x="3809792" y="3549868"/>
              <a:ext cx="349318" cy="359855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直線單箭頭接點 235"/>
            <p:cNvCxnSpPr/>
            <p:nvPr/>
          </p:nvCxnSpPr>
          <p:spPr>
            <a:xfrm rot="10800000">
              <a:off x="3809792" y="4167339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直線單箭頭接點 238"/>
            <p:cNvCxnSpPr/>
            <p:nvPr/>
          </p:nvCxnSpPr>
          <p:spPr>
            <a:xfrm rot="10800000">
              <a:off x="3809792" y="6019752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直線單箭頭接點 241"/>
            <p:cNvCxnSpPr/>
            <p:nvPr/>
          </p:nvCxnSpPr>
          <p:spPr>
            <a:xfrm rot="10800000">
              <a:off x="3809792" y="6637223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直線單箭頭接點 248"/>
            <p:cNvCxnSpPr/>
            <p:nvPr/>
          </p:nvCxnSpPr>
          <p:spPr>
            <a:xfrm flipV="1">
              <a:off x="3684525" y="6689971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直線單箭頭接點 254"/>
            <p:cNvCxnSpPr/>
            <p:nvPr/>
          </p:nvCxnSpPr>
          <p:spPr>
            <a:xfrm rot="10800000">
              <a:off x="5026666" y="6019752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直線單箭頭接點 257"/>
            <p:cNvCxnSpPr/>
            <p:nvPr/>
          </p:nvCxnSpPr>
          <p:spPr>
            <a:xfrm rot="10800000">
              <a:off x="5026666" y="6637223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直線單箭頭接點 260"/>
            <p:cNvCxnSpPr>
              <a:stCxn id="73" idx="2"/>
              <a:endCxn id="64" idx="6"/>
            </p:cNvCxnSpPr>
            <p:nvPr/>
          </p:nvCxnSpPr>
          <p:spPr>
            <a:xfrm flipH="1">
              <a:off x="5076493" y="4046398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直線單箭頭接點 263"/>
            <p:cNvCxnSpPr/>
            <p:nvPr/>
          </p:nvCxnSpPr>
          <p:spPr>
            <a:xfrm rot="10800000">
              <a:off x="5026666" y="4167339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內容版面配置區 5"/>
          <p:cNvSpPr>
            <a:spLocks noGrp="1"/>
          </p:cNvSpPr>
          <p:nvPr>
            <p:ph idx="1"/>
          </p:nvPr>
        </p:nvSpPr>
        <p:spPr>
          <a:xfrm>
            <a:off x="503999" y="1769043"/>
            <a:ext cx="3810868" cy="4384438"/>
          </a:xfrm>
        </p:spPr>
        <p:txBody>
          <a:bodyPr/>
          <a:lstStyle/>
          <a:p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Step 2</a:t>
            </a:r>
            <a:endParaRPr lang="zh-TW" alt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27" name="矩形: 圓角 126"/>
          <p:cNvSpPr/>
          <p:nvPr/>
        </p:nvSpPr>
        <p:spPr>
          <a:xfrm>
            <a:off x="4314867" y="2512950"/>
            <a:ext cx="4856429" cy="3711180"/>
          </a:xfrm>
          <a:prstGeom prst="roundRect">
            <a:avLst/>
          </a:prstGeom>
          <a:noFill/>
          <a:ln w="412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87097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3998" y="285556"/>
            <a:ext cx="9071643" cy="1262155"/>
          </a:xfrm>
        </p:spPr>
        <p:txBody>
          <a:bodyPr/>
          <a:lstStyle/>
          <a:p>
            <a:r>
              <a:rPr lang="en-US" altLang="zh-TW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Algorithm</a:t>
            </a:r>
            <a:endParaRPr lang="zh-TW" altLang="en-US" b="1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20</a:t>
            </a:fld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4559612" y="1264383"/>
          <a:ext cx="4284000" cy="612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25" name="群組 24"/>
          <p:cNvGrpSpPr/>
          <p:nvPr/>
        </p:nvGrpSpPr>
        <p:grpSpPr>
          <a:xfrm>
            <a:off x="5312082" y="2028251"/>
            <a:ext cx="3382717" cy="5276539"/>
            <a:chOff x="3519377" y="2028251"/>
            <a:chExt cx="3382717" cy="5276539"/>
          </a:xfrm>
        </p:grpSpPr>
        <p:sp>
          <p:nvSpPr>
            <p:cNvPr id="3" name="橢圓 2"/>
            <p:cNvSpPr/>
            <p:nvPr/>
          </p:nvSpPr>
          <p:spPr>
            <a:xfrm>
              <a:off x="3519377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7" name="橢圓 6"/>
            <p:cNvSpPr/>
            <p:nvPr/>
          </p:nvSpPr>
          <p:spPr>
            <a:xfrm>
              <a:off x="3519377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橢圓 7"/>
            <p:cNvSpPr/>
            <p:nvPr/>
          </p:nvSpPr>
          <p:spPr>
            <a:xfrm>
              <a:off x="3519377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橢圓 8"/>
            <p:cNvSpPr/>
            <p:nvPr/>
          </p:nvSpPr>
          <p:spPr>
            <a:xfrm>
              <a:off x="3519377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橢圓 9"/>
            <p:cNvSpPr/>
            <p:nvPr/>
          </p:nvSpPr>
          <p:spPr>
            <a:xfrm>
              <a:off x="3519377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橢圓 11"/>
            <p:cNvSpPr/>
            <p:nvPr/>
          </p:nvSpPr>
          <p:spPr>
            <a:xfrm>
              <a:off x="3519377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橢圓 12"/>
            <p:cNvSpPr/>
            <p:nvPr/>
          </p:nvSpPr>
          <p:spPr>
            <a:xfrm>
              <a:off x="3519377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橢圓 13"/>
            <p:cNvSpPr/>
            <p:nvPr/>
          </p:nvSpPr>
          <p:spPr>
            <a:xfrm>
              <a:off x="3519377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橢圓 14"/>
            <p:cNvSpPr/>
            <p:nvPr/>
          </p:nvSpPr>
          <p:spPr>
            <a:xfrm>
              <a:off x="3519377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橢圓 15"/>
            <p:cNvSpPr/>
            <p:nvPr/>
          </p:nvSpPr>
          <p:spPr>
            <a:xfrm>
              <a:off x="4127814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橢圓 16"/>
            <p:cNvSpPr/>
            <p:nvPr/>
          </p:nvSpPr>
          <p:spPr>
            <a:xfrm>
              <a:off x="4127814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橢圓 17"/>
            <p:cNvSpPr/>
            <p:nvPr/>
          </p:nvSpPr>
          <p:spPr>
            <a:xfrm>
              <a:off x="4127814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橢圓 18"/>
            <p:cNvSpPr/>
            <p:nvPr/>
          </p:nvSpPr>
          <p:spPr>
            <a:xfrm>
              <a:off x="4127814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橢圓 19"/>
            <p:cNvSpPr/>
            <p:nvPr/>
          </p:nvSpPr>
          <p:spPr>
            <a:xfrm>
              <a:off x="4127814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橢圓 20"/>
            <p:cNvSpPr/>
            <p:nvPr/>
          </p:nvSpPr>
          <p:spPr>
            <a:xfrm>
              <a:off x="4127814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橢圓 21"/>
            <p:cNvSpPr/>
            <p:nvPr/>
          </p:nvSpPr>
          <p:spPr>
            <a:xfrm>
              <a:off x="4127814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橢圓 22"/>
            <p:cNvSpPr/>
            <p:nvPr/>
          </p:nvSpPr>
          <p:spPr>
            <a:xfrm>
              <a:off x="4127814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橢圓 23"/>
            <p:cNvSpPr/>
            <p:nvPr/>
          </p:nvSpPr>
          <p:spPr>
            <a:xfrm>
              <a:off x="4127814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1" name="橢圓 60"/>
            <p:cNvSpPr/>
            <p:nvPr/>
          </p:nvSpPr>
          <p:spPr>
            <a:xfrm>
              <a:off x="4736251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62" name="橢圓 61"/>
            <p:cNvSpPr/>
            <p:nvPr/>
          </p:nvSpPr>
          <p:spPr>
            <a:xfrm>
              <a:off x="4736251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3" name="橢圓 62"/>
            <p:cNvSpPr/>
            <p:nvPr/>
          </p:nvSpPr>
          <p:spPr>
            <a:xfrm>
              <a:off x="4736251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4" name="橢圓 63"/>
            <p:cNvSpPr/>
            <p:nvPr/>
          </p:nvSpPr>
          <p:spPr>
            <a:xfrm>
              <a:off x="4736251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5" name="橢圓 64"/>
            <p:cNvSpPr/>
            <p:nvPr/>
          </p:nvSpPr>
          <p:spPr>
            <a:xfrm>
              <a:off x="4736251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6" name="橢圓 65"/>
            <p:cNvSpPr/>
            <p:nvPr/>
          </p:nvSpPr>
          <p:spPr>
            <a:xfrm>
              <a:off x="4736251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7" name="橢圓 66"/>
            <p:cNvSpPr/>
            <p:nvPr/>
          </p:nvSpPr>
          <p:spPr>
            <a:xfrm>
              <a:off x="4736251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8" name="橢圓 67"/>
            <p:cNvSpPr/>
            <p:nvPr/>
          </p:nvSpPr>
          <p:spPr>
            <a:xfrm>
              <a:off x="4736251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9" name="橢圓 68"/>
            <p:cNvSpPr/>
            <p:nvPr/>
          </p:nvSpPr>
          <p:spPr>
            <a:xfrm>
              <a:off x="4736251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0" name="橢圓 69"/>
            <p:cNvSpPr/>
            <p:nvPr/>
          </p:nvSpPr>
          <p:spPr>
            <a:xfrm>
              <a:off x="5344688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1" name="橢圓 70"/>
            <p:cNvSpPr/>
            <p:nvPr/>
          </p:nvSpPr>
          <p:spPr>
            <a:xfrm>
              <a:off x="5344688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橢圓 71"/>
            <p:cNvSpPr/>
            <p:nvPr/>
          </p:nvSpPr>
          <p:spPr>
            <a:xfrm>
              <a:off x="5344688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" name="橢圓 72"/>
            <p:cNvSpPr/>
            <p:nvPr/>
          </p:nvSpPr>
          <p:spPr>
            <a:xfrm>
              <a:off x="5344688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橢圓 73"/>
            <p:cNvSpPr/>
            <p:nvPr/>
          </p:nvSpPr>
          <p:spPr>
            <a:xfrm>
              <a:off x="5344688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5" name="橢圓 74"/>
            <p:cNvSpPr/>
            <p:nvPr/>
          </p:nvSpPr>
          <p:spPr>
            <a:xfrm>
              <a:off x="5344688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6" name="橢圓 75"/>
            <p:cNvSpPr/>
            <p:nvPr/>
          </p:nvSpPr>
          <p:spPr>
            <a:xfrm>
              <a:off x="5344688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橢圓 76"/>
            <p:cNvSpPr/>
            <p:nvPr/>
          </p:nvSpPr>
          <p:spPr>
            <a:xfrm>
              <a:off x="5344688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橢圓 77"/>
            <p:cNvSpPr/>
            <p:nvPr/>
          </p:nvSpPr>
          <p:spPr>
            <a:xfrm>
              <a:off x="5344688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9" name="橢圓 78"/>
            <p:cNvSpPr/>
            <p:nvPr/>
          </p:nvSpPr>
          <p:spPr>
            <a:xfrm>
              <a:off x="5953125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0" name="橢圓 79"/>
            <p:cNvSpPr/>
            <p:nvPr/>
          </p:nvSpPr>
          <p:spPr>
            <a:xfrm>
              <a:off x="5953125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1" name="橢圓 80"/>
            <p:cNvSpPr/>
            <p:nvPr/>
          </p:nvSpPr>
          <p:spPr>
            <a:xfrm>
              <a:off x="5953125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2" name="橢圓 81"/>
            <p:cNvSpPr/>
            <p:nvPr/>
          </p:nvSpPr>
          <p:spPr>
            <a:xfrm>
              <a:off x="5953125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3" name="橢圓 82"/>
            <p:cNvSpPr/>
            <p:nvPr/>
          </p:nvSpPr>
          <p:spPr>
            <a:xfrm>
              <a:off x="5953125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4" name="橢圓 83"/>
            <p:cNvSpPr/>
            <p:nvPr/>
          </p:nvSpPr>
          <p:spPr>
            <a:xfrm>
              <a:off x="5953125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5" name="橢圓 84"/>
            <p:cNvSpPr/>
            <p:nvPr/>
          </p:nvSpPr>
          <p:spPr>
            <a:xfrm>
              <a:off x="5953125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6" name="橢圓 85"/>
            <p:cNvSpPr/>
            <p:nvPr/>
          </p:nvSpPr>
          <p:spPr>
            <a:xfrm>
              <a:off x="5953125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7" name="橢圓 86"/>
            <p:cNvSpPr/>
            <p:nvPr/>
          </p:nvSpPr>
          <p:spPr>
            <a:xfrm>
              <a:off x="5953125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88" name="橢圓 87"/>
            <p:cNvSpPr/>
            <p:nvPr/>
          </p:nvSpPr>
          <p:spPr>
            <a:xfrm>
              <a:off x="6561852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9" name="橢圓 88"/>
            <p:cNvSpPr/>
            <p:nvPr/>
          </p:nvSpPr>
          <p:spPr>
            <a:xfrm>
              <a:off x="6561852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0" name="橢圓 89"/>
            <p:cNvSpPr/>
            <p:nvPr/>
          </p:nvSpPr>
          <p:spPr>
            <a:xfrm>
              <a:off x="6561852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1" name="橢圓 90"/>
            <p:cNvSpPr/>
            <p:nvPr/>
          </p:nvSpPr>
          <p:spPr>
            <a:xfrm>
              <a:off x="6561852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2" name="橢圓 91"/>
            <p:cNvSpPr/>
            <p:nvPr/>
          </p:nvSpPr>
          <p:spPr>
            <a:xfrm>
              <a:off x="6561852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3" name="橢圓 92"/>
            <p:cNvSpPr/>
            <p:nvPr/>
          </p:nvSpPr>
          <p:spPr>
            <a:xfrm>
              <a:off x="6561852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4" name="橢圓 93"/>
            <p:cNvSpPr/>
            <p:nvPr/>
          </p:nvSpPr>
          <p:spPr>
            <a:xfrm>
              <a:off x="6561852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5" name="橢圓 94"/>
            <p:cNvSpPr/>
            <p:nvPr/>
          </p:nvSpPr>
          <p:spPr>
            <a:xfrm>
              <a:off x="6561852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6" name="橢圓 95"/>
            <p:cNvSpPr/>
            <p:nvPr/>
          </p:nvSpPr>
          <p:spPr>
            <a:xfrm>
              <a:off x="6561852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7" name="直線單箭頭接點 96"/>
            <p:cNvCxnSpPr/>
            <p:nvPr/>
          </p:nvCxnSpPr>
          <p:spPr>
            <a:xfrm flipH="1">
              <a:off x="3859619" y="219928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線單箭頭接點 98"/>
            <p:cNvCxnSpPr/>
            <p:nvPr/>
          </p:nvCxnSpPr>
          <p:spPr>
            <a:xfrm flipH="1">
              <a:off x="4468056" y="2204606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線單箭頭接點 99"/>
            <p:cNvCxnSpPr/>
            <p:nvPr/>
          </p:nvCxnSpPr>
          <p:spPr>
            <a:xfrm flipH="1">
              <a:off x="5076493" y="219928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線單箭頭接點 100"/>
            <p:cNvCxnSpPr/>
            <p:nvPr/>
          </p:nvCxnSpPr>
          <p:spPr>
            <a:xfrm flipH="1">
              <a:off x="5684930" y="219928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線單箭頭接點 101"/>
            <p:cNvCxnSpPr/>
            <p:nvPr/>
          </p:nvCxnSpPr>
          <p:spPr>
            <a:xfrm flipH="1">
              <a:off x="6293657" y="2208271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線單箭頭接點 102"/>
            <p:cNvCxnSpPr/>
            <p:nvPr/>
          </p:nvCxnSpPr>
          <p:spPr>
            <a:xfrm flipH="1">
              <a:off x="3859619" y="282129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線單箭頭接點 104"/>
            <p:cNvCxnSpPr/>
            <p:nvPr/>
          </p:nvCxnSpPr>
          <p:spPr>
            <a:xfrm flipH="1">
              <a:off x="5076493" y="282129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線單箭頭接點 107"/>
            <p:cNvCxnSpPr/>
            <p:nvPr/>
          </p:nvCxnSpPr>
          <p:spPr>
            <a:xfrm flipH="1">
              <a:off x="3859619" y="3437982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線單箭頭接點 109"/>
            <p:cNvCxnSpPr/>
            <p:nvPr/>
          </p:nvCxnSpPr>
          <p:spPr>
            <a:xfrm flipH="1">
              <a:off x="5076493" y="3437982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線單箭頭接點 113"/>
            <p:cNvCxnSpPr/>
            <p:nvPr/>
          </p:nvCxnSpPr>
          <p:spPr>
            <a:xfrm flipH="1">
              <a:off x="4468056" y="4049355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線單箭頭接點 115"/>
            <p:cNvCxnSpPr/>
            <p:nvPr/>
          </p:nvCxnSpPr>
          <p:spPr>
            <a:xfrm flipH="1">
              <a:off x="5684930" y="4044038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線單箭頭接點 116"/>
            <p:cNvCxnSpPr/>
            <p:nvPr/>
          </p:nvCxnSpPr>
          <p:spPr>
            <a:xfrm flipH="1">
              <a:off x="6293657" y="4053020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線單箭頭接點 118"/>
            <p:cNvCxnSpPr/>
            <p:nvPr/>
          </p:nvCxnSpPr>
          <p:spPr>
            <a:xfrm flipH="1">
              <a:off x="4468056" y="466604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線單箭頭接點 120"/>
            <p:cNvCxnSpPr/>
            <p:nvPr/>
          </p:nvCxnSpPr>
          <p:spPr>
            <a:xfrm flipH="1">
              <a:off x="5684930" y="4660726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線單箭頭接點 121"/>
            <p:cNvCxnSpPr/>
            <p:nvPr/>
          </p:nvCxnSpPr>
          <p:spPr>
            <a:xfrm flipH="1">
              <a:off x="6293657" y="4669708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線單箭頭接點 122"/>
            <p:cNvCxnSpPr>
              <a:stCxn id="21" idx="0"/>
              <a:endCxn id="20" idx="4"/>
            </p:cNvCxnSpPr>
            <p:nvPr/>
          </p:nvCxnSpPr>
          <p:spPr>
            <a:xfrm flipV="1">
              <a:off x="4297935" y="4834906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線單箭頭接點 124"/>
            <p:cNvCxnSpPr/>
            <p:nvPr/>
          </p:nvCxnSpPr>
          <p:spPr>
            <a:xfrm flipH="1">
              <a:off x="5076493" y="529336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線單箭頭接點 127"/>
            <p:cNvCxnSpPr>
              <a:stCxn id="22" idx="0"/>
              <a:endCxn id="21" idx="4"/>
            </p:cNvCxnSpPr>
            <p:nvPr/>
          </p:nvCxnSpPr>
          <p:spPr>
            <a:xfrm flipV="1">
              <a:off x="4297935" y="5452377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線單箭頭接點 129"/>
            <p:cNvCxnSpPr/>
            <p:nvPr/>
          </p:nvCxnSpPr>
          <p:spPr>
            <a:xfrm flipH="1">
              <a:off x="5076493" y="589941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線單箭頭接點 133"/>
            <p:cNvCxnSpPr>
              <a:stCxn id="68" idx="0"/>
              <a:endCxn id="67" idx="4"/>
            </p:cNvCxnSpPr>
            <p:nvPr/>
          </p:nvCxnSpPr>
          <p:spPr>
            <a:xfrm flipV="1">
              <a:off x="4906372" y="6069848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線單箭頭接點 135"/>
            <p:cNvCxnSpPr/>
            <p:nvPr/>
          </p:nvCxnSpPr>
          <p:spPr>
            <a:xfrm flipH="1">
              <a:off x="5684930" y="6516108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線單箭頭接點 136"/>
            <p:cNvCxnSpPr>
              <a:stCxn id="95" idx="0"/>
              <a:endCxn id="94" idx="4"/>
            </p:cNvCxnSpPr>
            <p:nvPr/>
          </p:nvCxnSpPr>
          <p:spPr>
            <a:xfrm flipV="1">
              <a:off x="6731973" y="6069848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線單箭頭接點 138"/>
            <p:cNvCxnSpPr>
              <a:stCxn id="69" idx="0"/>
              <a:endCxn id="68" idx="4"/>
            </p:cNvCxnSpPr>
            <p:nvPr/>
          </p:nvCxnSpPr>
          <p:spPr>
            <a:xfrm flipV="1">
              <a:off x="4906372" y="6687319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線單箭頭接點 140"/>
            <p:cNvCxnSpPr/>
            <p:nvPr/>
          </p:nvCxnSpPr>
          <p:spPr>
            <a:xfrm flipH="1" flipV="1">
              <a:off x="5684930" y="714342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線單箭頭接點 141"/>
            <p:cNvCxnSpPr>
              <a:stCxn id="96" idx="0"/>
              <a:endCxn id="95" idx="4"/>
            </p:cNvCxnSpPr>
            <p:nvPr/>
          </p:nvCxnSpPr>
          <p:spPr>
            <a:xfrm flipV="1">
              <a:off x="6731973" y="6687319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線單箭頭接點 142"/>
            <p:cNvCxnSpPr/>
            <p:nvPr/>
          </p:nvCxnSpPr>
          <p:spPr>
            <a:xfrm flipV="1">
              <a:off x="3689498" y="2370326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線單箭頭接點 145"/>
            <p:cNvCxnSpPr/>
            <p:nvPr/>
          </p:nvCxnSpPr>
          <p:spPr>
            <a:xfrm flipV="1">
              <a:off x="3689498" y="2985145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線單箭頭接點 147"/>
            <p:cNvCxnSpPr/>
            <p:nvPr/>
          </p:nvCxnSpPr>
          <p:spPr>
            <a:xfrm flipV="1">
              <a:off x="3689498" y="3599964"/>
              <a:ext cx="0" cy="27539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線單箭頭接點 148"/>
            <p:cNvCxnSpPr/>
            <p:nvPr/>
          </p:nvCxnSpPr>
          <p:spPr>
            <a:xfrm flipV="1">
              <a:off x="3689498" y="4220087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線單箭頭接點 151"/>
            <p:cNvCxnSpPr/>
            <p:nvPr/>
          </p:nvCxnSpPr>
          <p:spPr>
            <a:xfrm flipV="1">
              <a:off x="3684525" y="4834906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線單箭頭接點 153"/>
            <p:cNvCxnSpPr/>
            <p:nvPr/>
          </p:nvCxnSpPr>
          <p:spPr>
            <a:xfrm flipV="1">
              <a:off x="3681782" y="5452377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線單箭頭接點 154"/>
            <p:cNvCxnSpPr/>
            <p:nvPr/>
          </p:nvCxnSpPr>
          <p:spPr>
            <a:xfrm flipV="1">
              <a:off x="3681782" y="6072500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線單箭頭接點 194"/>
            <p:cNvCxnSpPr/>
            <p:nvPr/>
          </p:nvCxnSpPr>
          <p:spPr>
            <a:xfrm rot="10800000">
              <a:off x="5635103" y="2320230"/>
              <a:ext cx="36784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線單箭頭接點 201"/>
            <p:cNvCxnSpPr>
              <a:stCxn id="62" idx="2"/>
              <a:endCxn id="17" idx="6"/>
            </p:cNvCxnSpPr>
            <p:nvPr/>
          </p:nvCxnSpPr>
          <p:spPr>
            <a:xfrm flipH="1">
              <a:off x="4468056" y="2814108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直線單箭頭接點 202"/>
            <p:cNvCxnSpPr/>
            <p:nvPr/>
          </p:nvCxnSpPr>
          <p:spPr>
            <a:xfrm rot="10800000">
              <a:off x="6243540" y="2320230"/>
              <a:ext cx="36813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直線單箭頭接點 205"/>
            <p:cNvCxnSpPr>
              <a:stCxn id="81" idx="2"/>
              <a:endCxn id="72" idx="6"/>
            </p:cNvCxnSpPr>
            <p:nvPr/>
          </p:nvCxnSpPr>
          <p:spPr>
            <a:xfrm flipH="1">
              <a:off x="5684930" y="3428927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線單箭頭接點 206"/>
            <p:cNvCxnSpPr>
              <a:stCxn id="63" idx="2"/>
              <a:endCxn id="18" idx="6"/>
            </p:cNvCxnSpPr>
            <p:nvPr/>
          </p:nvCxnSpPr>
          <p:spPr>
            <a:xfrm flipH="1">
              <a:off x="4468056" y="3428927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線單箭頭接點 207"/>
            <p:cNvCxnSpPr/>
            <p:nvPr/>
          </p:nvCxnSpPr>
          <p:spPr>
            <a:xfrm rot="10800000">
              <a:off x="6243540" y="2935049"/>
              <a:ext cx="36813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線單箭頭接點 208"/>
            <p:cNvCxnSpPr/>
            <p:nvPr/>
          </p:nvCxnSpPr>
          <p:spPr>
            <a:xfrm rot="10800000">
              <a:off x="5635103" y="4784810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直線單箭頭接點 209"/>
            <p:cNvCxnSpPr/>
            <p:nvPr/>
          </p:nvCxnSpPr>
          <p:spPr>
            <a:xfrm rot="10800000">
              <a:off x="4418229" y="4784810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線單箭頭接點 210"/>
            <p:cNvCxnSpPr/>
            <p:nvPr/>
          </p:nvCxnSpPr>
          <p:spPr>
            <a:xfrm rot="10800000">
              <a:off x="6243540" y="4784810"/>
              <a:ext cx="36813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直線單箭頭接點 211"/>
            <p:cNvCxnSpPr/>
            <p:nvPr/>
          </p:nvCxnSpPr>
          <p:spPr>
            <a:xfrm rot="10800000">
              <a:off x="5635103" y="5402281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直線單箭頭接點 212"/>
            <p:cNvCxnSpPr/>
            <p:nvPr/>
          </p:nvCxnSpPr>
          <p:spPr>
            <a:xfrm rot="10800000">
              <a:off x="4418229" y="5402281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直線單箭頭接點 213"/>
            <p:cNvCxnSpPr/>
            <p:nvPr/>
          </p:nvCxnSpPr>
          <p:spPr>
            <a:xfrm rot="10800000">
              <a:off x="6243540" y="5402281"/>
              <a:ext cx="36813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直線單箭頭接點 232"/>
            <p:cNvCxnSpPr/>
            <p:nvPr/>
          </p:nvCxnSpPr>
          <p:spPr>
            <a:xfrm rot="10800000">
              <a:off x="3809792" y="3549868"/>
              <a:ext cx="349318" cy="359855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直線單箭頭接點 235"/>
            <p:cNvCxnSpPr/>
            <p:nvPr/>
          </p:nvCxnSpPr>
          <p:spPr>
            <a:xfrm rot="10800000">
              <a:off x="3809792" y="4167339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直線單箭頭接點 238"/>
            <p:cNvCxnSpPr/>
            <p:nvPr/>
          </p:nvCxnSpPr>
          <p:spPr>
            <a:xfrm rot="10800000">
              <a:off x="3809792" y="6019752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直線單箭頭接點 241"/>
            <p:cNvCxnSpPr/>
            <p:nvPr/>
          </p:nvCxnSpPr>
          <p:spPr>
            <a:xfrm rot="10800000">
              <a:off x="3809792" y="6637223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直線單箭頭接點 248"/>
            <p:cNvCxnSpPr/>
            <p:nvPr/>
          </p:nvCxnSpPr>
          <p:spPr>
            <a:xfrm flipV="1">
              <a:off x="3684525" y="6689971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直線單箭頭接點 254"/>
            <p:cNvCxnSpPr/>
            <p:nvPr/>
          </p:nvCxnSpPr>
          <p:spPr>
            <a:xfrm rot="10800000">
              <a:off x="5026666" y="6019752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直線單箭頭接點 257"/>
            <p:cNvCxnSpPr/>
            <p:nvPr/>
          </p:nvCxnSpPr>
          <p:spPr>
            <a:xfrm rot="10800000">
              <a:off x="5026666" y="6637223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直線單箭頭接點 260"/>
            <p:cNvCxnSpPr>
              <a:stCxn id="73" idx="2"/>
              <a:endCxn id="64" idx="6"/>
            </p:cNvCxnSpPr>
            <p:nvPr/>
          </p:nvCxnSpPr>
          <p:spPr>
            <a:xfrm flipH="1">
              <a:off x="5076493" y="4046398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直線單箭頭接點 263"/>
            <p:cNvCxnSpPr/>
            <p:nvPr/>
          </p:nvCxnSpPr>
          <p:spPr>
            <a:xfrm rot="10800000">
              <a:off x="5026666" y="4167339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內容版面配置區 5"/>
          <p:cNvSpPr>
            <a:spLocks noGrp="1"/>
          </p:cNvSpPr>
          <p:nvPr>
            <p:ph idx="1"/>
          </p:nvPr>
        </p:nvSpPr>
        <p:spPr>
          <a:xfrm>
            <a:off x="503999" y="1769043"/>
            <a:ext cx="3810868" cy="4384438"/>
          </a:xfrm>
        </p:spPr>
        <p:txBody>
          <a:bodyPr/>
          <a:lstStyle/>
          <a:p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Step 2</a:t>
            </a:r>
            <a:endParaRPr lang="zh-TW" alt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26" name="矩形: 圓角 125"/>
          <p:cNvSpPr/>
          <p:nvPr/>
        </p:nvSpPr>
        <p:spPr>
          <a:xfrm>
            <a:off x="4314867" y="2512950"/>
            <a:ext cx="4856429" cy="3711180"/>
          </a:xfrm>
          <a:prstGeom prst="roundRect">
            <a:avLst/>
          </a:prstGeom>
          <a:noFill/>
          <a:ln w="412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33175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3998" y="285556"/>
            <a:ext cx="9071643" cy="1262155"/>
          </a:xfrm>
        </p:spPr>
        <p:txBody>
          <a:bodyPr/>
          <a:lstStyle/>
          <a:p>
            <a:r>
              <a:rPr lang="en-US" altLang="zh-TW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Algorithm</a:t>
            </a:r>
            <a:endParaRPr lang="zh-TW" altLang="en-US" b="1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21</a:t>
            </a:fld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4559612" y="1264383"/>
          <a:ext cx="4284000" cy="612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25" name="群組 24"/>
          <p:cNvGrpSpPr/>
          <p:nvPr/>
        </p:nvGrpSpPr>
        <p:grpSpPr>
          <a:xfrm>
            <a:off x="5312082" y="2028251"/>
            <a:ext cx="3382717" cy="5276539"/>
            <a:chOff x="3519377" y="2028251"/>
            <a:chExt cx="3382717" cy="5276539"/>
          </a:xfrm>
        </p:grpSpPr>
        <p:sp>
          <p:nvSpPr>
            <p:cNvPr id="3" name="橢圓 2"/>
            <p:cNvSpPr/>
            <p:nvPr/>
          </p:nvSpPr>
          <p:spPr>
            <a:xfrm>
              <a:off x="3519377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7" name="橢圓 6"/>
            <p:cNvSpPr/>
            <p:nvPr/>
          </p:nvSpPr>
          <p:spPr>
            <a:xfrm>
              <a:off x="3519377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橢圓 7"/>
            <p:cNvSpPr/>
            <p:nvPr/>
          </p:nvSpPr>
          <p:spPr>
            <a:xfrm>
              <a:off x="3519377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橢圓 8"/>
            <p:cNvSpPr/>
            <p:nvPr/>
          </p:nvSpPr>
          <p:spPr>
            <a:xfrm>
              <a:off x="3519377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橢圓 9"/>
            <p:cNvSpPr/>
            <p:nvPr/>
          </p:nvSpPr>
          <p:spPr>
            <a:xfrm>
              <a:off x="3519377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橢圓 11"/>
            <p:cNvSpPr/>
            <p:nvPr/>
          </p:nvSpPr>
          <p:spPr>
            <a:xfrm>
              <a:off x="3519377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橢圓 12"/>
            <p:cNvSpPr/>
            <p:nvPr/>
          </p:nvSpPr>
          <p:spPr>
            <a:xfrm>
              <a:off x="3519377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橢圓 13"/>
            <p:cNvSpPr/>
            <p:nvPr/>
          </p:nvSpPr>
          <p:spPr>
            <a:xfrm>
              <a:off x="3519377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橢圓 14"/>
            <p:cNvSpPr/>
            <p:nvPr/>
          </p:nvSpPr>
          <p:spPr>
            <a:xfrm>
              <a:off x="3519377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橢圓 15"/>
            <p:cNvSpPr/>
            <p:nvPr/>
          </p:nvSpPr>
          <p:spPr>
            <a:xfrm>
              <a:off x="4127814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橢圓 16"/>
            <p:cNvSpPr/>
            <p:nvPr/>
          </p:nvSpPr>
          <p:spPr>
            <a:xfrm>
              <a:off x="4127814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橢圓 17"/>
            <p:cNvSpPr/>
            <p:nvPr/>
          </p:nvSpPr>
          <p:spPr>
            <a:xfrm>
              <a:off x="4127814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橢圓 18"/>
            <p:cNvSpPr/>
            <p:nvPr/>
          </p:nvSpPr>
          <p:spPr>
            <a:xfrm>
              <a:off x="4127814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橢圓 19"/>
            <p:cNvSpPr/>
            <p:nvPr/>
          </p:nvSpPr>
          <p:spPr>
            <a:xfrm>
              <a:off x="4127814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橢圓 20"/>
            <p:cNvSpPr/>
            <p:nvPr/>
          </p:nvSpPr>
          <p:spPr>
            <a:xfrm>
              <a:off x="4127814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橢圓 21"/>
            <p:cNvSpPr/>
            <p:nvPr/>
          </p:nvSpPr>
          <p:spPr>
            <a:xfrm>
              <a:off x="4127814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橢圓 22"/>
            <p:cNvSpPr/>
            <p:nvPr/>
          </p:nvSpPr>
          <p:spPr>
            <a:xfrm>
              <a:off x="4127814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橢圓 23"/>
            <p:cNvSpPr/>
            <p:nvPr/>
          </p:nvSpPr>
          <p:spPr>
            <a:xfrm>
              <a:off x="4127814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1" name="橢圓 60"/>
            <p:cNvSpPr/>
            <p:nvPr/>
          </p:nvSpPr>
          <p:spPr>
            <a:xfrm>
              <a:off x="4736251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62" name="橢圓 61"/>
            <p:cNvSpPr/>
            <p:nvPr/>
          </p:nvSpPr>
          <p:spPr>
            <a:xfrm>
              <a:off x="4736251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3" name="橢圓 62"/>
            <p:cNvSpPr/>
            <p:nvPr/>
          </p:nvSpPr>
          <p:spPr>
            <a:xfrm>
              <a:off x="4736251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4" name="橢圓 63"/>
            <p:cNvSpPr/>
            <p:nvPr/>
          </p:nvSpPr>
          <p:spPr>
            <a:xfrm>
              <a:off x="4736251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5" name="橢圓 64"/>
            <p:cNvSpPr/>
            <p:nvPr/>
          </p:nvSpPr>
          <p:spPr>
            <a:xfrm>
              <a:off x="4736251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6" name="橢圓 65"/>
            <p:cNvSpPr/>
            <p:nvPr/>
          </p:nvSpPr>
          <p:spPr>
            <a:xfrm>
              <a:off x="4736251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7" name="橢圓 66"/>
            <p:cNvSpPr/>
            <p:nvPr/>
          </p:nvSpPr>
          <p:spPr>
            <a:xfrm>
              <a:off x="4736251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8" name="橢圓 67"/>
            <p:cNvSpPr/>
            <p:nvPr/>
          </p:nvSpPr>
          <p:spPr>
            <a:xfrm>
              <a:off x="4736251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9" name="橢圓 68"/>
            <p:cNvSpPr/>
            <p:nvPr/>
          </p:nvSpPr>
          <p:spPr>
            <a:xfrm>
              <a:off x="4736251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0" name="橢圓 69"/>
            <p:cNvSpPr/>
            <p:nvPr/>
          </p:nvSpPr>
          <p:spPr>
            <a:xfrm>
              <a:off x="5344688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1" name="橢圓 70"/>
            <p:cNvSpPr/>
            <p:nvPr/>
          </p:nvSpPr>
          <p:spPr>
            <a:xfrm>
              <a:off x="5344688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橢圓 71"/>
            <p:cNvSpPr/>
            <p:nvPr/>
          </p:nvSpPr>
          <p:spPr>
            <a:xfrm>
              <a:off x="5344688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" name="橢圓 72"/>
            <p:cNvSpPr/>
            <p:nvPr/>
          </p:nvSpPr>
          <p:spPr>
            <a:xfrm>
              <a:off x="5344688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橢圓 73"/>
            <p:cNvSpPr/>
            <p:nvPr/>
          </p:nvSpPr>
          <p:spPr>
            <a:xfrm>
              <a:off x="5344688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5" name="橢圓 74"/>
            <p:cNvSpPr/>
            <p:nvPr/>
          </p:nvSpPr>
          <p:spPr>
            <a:xfrm>
              <a:off x="5344688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6" name="橢圓 75"/>
            <p:cNvSpPr/>
            <p:nvPr/>
          </p:nvSpPr>
          <p:spPr>
            <a:xfrm>
              <a:off x="5344688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橢圓 76"/>
            <p:cNvSpPr/>
            <p:nvPr/>
          </p:nvSpPr>
          <p:spPr>
            <a:xfrm>
              <a:off x="5344688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橢圓 77"/>
            <p:cNvSpPr/>
            <p:nvPr/>
          </p:nvSpPr>
          <p:spPr>
            <a:xfrm>
              <a:off x="5344688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9" name="橢圓 78"/>
            <p:cNvSpPr/>
            <p:nvPr/>
          </p:nvSpPr>
          <p:spPr>
            <a:xfrm>
              <a:off x="5953125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0" name="橢圓 79"/>
            <p:cNvSpPr/>
            <p:nvPr/>
          </p:nvSpPr>
          <p:spPr>
            <a:xfrm>
              <a:off x="5953125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1" name="橢圓 80"/>
            <p:cNvSpPr/>
            <p:nvPr/>
          </p:nvSpPr>
          <p:spPr>
            <a:xfrm>
              <a:off x="5953125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2" name="橢圓 81"/>
            <p:cNvSpPr/>
            <p:nvPr/>
          </p:nvSpPr>
          <p:spPr>
            <a:xfrm>
              <a:off x="5953125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3" name="橢圓 82"/>
            <p:cNvSpPr/>
            <p:nvPr/>
          </p:nvSpPr>
          <p:spPr>
            <a:xfrm>
              <a:off x="5953125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4" name="橢圓 83"/>
            <p:cNvSpPr/>
            <p:nvPr/>
          </p:nvSpPr>
          <p:spPr>
            <a:xfrm>
              <a:off x="5953125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5" name="橢圓 84"/>
            <p:cNvSpPr/>
            <p:nvPr/>
          </p:nvSpPr>
          <p:spPr>
            <a:xfrm>
              <a:off x="5953125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6" name="橢圓 85"/>
            <p:cNvSpPr/>
            <p:nvPr/>
          </p:nvSpPr>
          <p:spPr>
            <a:xfrm>
              <a:off x="5953125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7" name="橢圓 86"/>
            <p:cNvSpPr/>
            <p:nvPr/>
          </p:nvSpPr>
          <p:spPr>
            <a:xfrm>
              <a:off x="5953125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88" name="橢圓 87"/>
            <p:cNvSpPr/>
            <p:nvPr/>
          </p:nvSpPr>
          <p:spPr>
            <a:xfrm>
              <a:off x="6561852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9" name="橢圓 88"/>
            <p:cNvSpPr/>
            <p:nvPr/>
          </p:nvSpPr>
          <p:spPr>
            <a:xfrm>
              <a:off x="6561852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0" name="橢圓 89"/>
            <p:cNvSpPr/>
            <p:nvPr/>
          </p:nvSpPr>
          <p:spPr>
            <a:xfrm>
              <a:off x="6561852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1" name="橢圓 90"/>
            <p:cNvSpPr/>
            <p:nvPr/>
          </p:nvSpPr>
          <p:spPr>
            <a:xfrm>
              <a:off x="6561852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2" name="橢圓 91"/>
            <p:cNvSpPr/>
            <p:nvPr/>
          </p:nvSpPr>
          <p:spPr>
            <a:xfrm>
              <a:off x="6561852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3" name="橢圓 92"/>
            <p:cNvSpPr/>
            <p:nvPr/>
          </p:nvSpPr>
          <p:spPr>
            <a:xfrm>
              <a:off x="6561852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4" name="橢圓 93"/>
            <p:cNvSpPr/>
            <p:nvPr/>
          </p:nvSpPr>
          <p:spPr>
            <a:xfrm>
              <a:off x="6561852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5" name="橢圓 94"/>
            <p:cNvSpPr/>
            <p:nvPr/>
          </p:nvSpPr>
          <p:spPr>
            <a:xfrm>
              <a:off x="6561852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6" name="橢圓 95"/>
            <p:cNvSpPr/>
            <p:nvPr/>
          </p:nvSpPr>
          <p:spPr>
            <a:xfrm>
              <a:off x="6561852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7" name="直線單箭頭接點 96"/>
            <p:cNvCxnSpPr/>
            <p:nvPr/>
          </p:nvCxnSpPr>
          <p:spPr>
            <a:xfrm flipH="1">
              <a:off x="3859619" y="219928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線單箭頭接點 98"/>
            <p:cNvCxnSpPr/>
            <p:nvPr/>
          </p:nvCxnSpPr>
          <p:spPr>
            <a:xfrm flipH="1">
              <a:off x="4468056" y="2204606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線單箭頭接點 99"/>
            <p:cNvCxnSpPr/>
            <p:nvPr/>
          </p:nvCxnSpPr>
          <p:spPr>
            <a:xfrm flipH="1">
              <a:off x="5076493" y="219928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線單箭頭接點 100"/>
            <p:cNvCxnSpPr/>
            <p:nvPr/>
          </p:nvCxnSpPr>
          <p:spPr>
            <a:xfrm flipH="1">
              <a:off x="5684930" y="219928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線單箭頭接點 101"/>
            <p:cNvCxnSpPr/>
            <p:nvPr/>
          </p:nvCxnSpPr>
          <p:spPr>
            <a:xfrm flipH="1">
              <a:off x="6293657" y="2208271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線單箭頭接點 102"/>
            <p:cNvCxnSpPr/>
            <p:nvPr/>
          </p:nvCxnSpPr>
          <p:spPr>
            <a:xfrm flipH="1">
              <a:off x="3859619" y="282129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線單箭頭接點 104"/>
            <p:cNvCxnSpPr/>
            <p:nvPr/>
          </p:nvCxnSpPr>
          <p:spPr>
            <a:xfrm flipH="1">
              <a:off x="5076493" y="282129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線單箭頭接點 107"/>
            <p:cNvCxnSpPr/>
            <p:nvPr/>
          </p:nvCxnSpPr>
          <p:spPr>
            <a:xfrm flipH="1">
              <a:off x="3859619" y="3437982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線單箭頭接點 109"/>
            <p:cNvCxnSpPr/>
            <p:nvPr/>
          </p:nvCxnSpPr>
          <p:spPr>
            <a:xfrm flipH="1">
              <a:off x="5076493" y="3437982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線單箭頭接點 113"/>
            <p:cNvCxnSpPr/>
            <p:nvPr/>
          </p:nvCxnSpPr>
          <p:spPr>
            <a:xfrm flipH="1">
              <a:off x="4468056" y="4049355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線單箭頭接點 115"/>
            <p:cNvCxnSpPr/>
            <p:nvPr/>
          </p:nvCxnSpPr>
          <p:spPr>
            <a:xfrm flipH="1">
              <a:off x="5684930" y="4044038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線單箭頭接點 116"/>
            <p:cNvCxnSpPr/>
            <p:nvPr/>
          </p:nvCxnSpPr>
          <p:spPr>
            <a:xfrm flipH="1">
              <a:off x="6293657" y="4053020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線單箭頭接點 118"/>
            <p:cNvCxnSpPr/>
            <p:nvPr/>
          </p:nvCxnSpPr>
          <p:spPr>
            <a:xfrm flipH="1">
              <a:off x="4468056" y="466604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線單箭頭接點 120"/>
            <p:cNvCxnSpPr/>
            <p:nvPr/>
          </p:nvCxnSpPr>
          <p:spPr>
            <a:xfrm flipH="1">
              <a:off x="5684930" y="4660726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線單箭頭接點 121"/>
            <p:cNvCxnSpPr/>
            <p:nvPr/>
          </p:nvCxnSpPr>
          <p:spPr>
            <a:xfrm flipH="1">
              <a:off x="6293657" y="4669708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線單箭頭接點 122"/>
            <p:cNvCxnSpPr>
              <a:stCxn id="21" idx="0"/>
              <a:endCxn id="20" idx="4"/>
            </p:cNvCxnSpPr>
            <p:nvPr/>
          </p:nvCxnSpPr>
          <p:spPr>
            <a:xfrm flipV="1">
              <a:off x="4297935" y="4834906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線單箭頭接點 124"/>
            <p:cNvCxnSpPr/>
            <p:nvPr/>
          </p:nvCxnSpPr>
          <p:spPr>
            <a:xfrm flipH="1">
              <a:off x="5076493" y="529336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線單箭頭接點 127"/>
            <p:cNvCxnSpPr>
              <a:stCxn id="22" idx="0"/>
              <a:endCxn id="21" idx="4"/>
            </p:cNvCxnSpPr>
            <p:nvPr/>
          </p:nvCxnSpPr>
          <p:spPr>
            <a:xfrm flipV="1">
              <a:off x="4297935" y="5452377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線單箭頭接點 129"/>
            <p:cNvCxnSpPr/>
            <p:nvPr/>
          </p:nvCxnSpPr>
          <p:spPr>
            <a:xfrm flipH="1">
              <a:off x="5076493" y="589941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線單箭頭接點 133"/>
            <p:cNvCxnSpPr>
              <a:stCxn id="68" idx="0"/>
              <a:endCxn id="67" idx="4"/>
            </p:cNvCxnSpPr>
            <p:nvPr/>
          </p:nvCxnSpPr>
          <p:spPr>
            <a:xfrm flipV="1">
              <a:off x="4906372" y="6069848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線單箭頭接點 135"/>
            <p:cNvCxnSpPr/>
            <p:nvPr/>
          </p:nvCxnSpPr>
          <p:spPr>
            <a:xfrm flipH="1">
              <a:off x="5684930" y="6516108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線單箭頭接點 136"/>
            <p:cNvCxnSpPr>
              <a:stCxn id="95" idx="0"/>
              <a:endCxn id="94" idx="4"/>
            </p:cNvCxnSpPr>
            <p:nvPr/>
          </p:nvCxnSpPr>
          <p:spPr>
            <a:xfrm flipV="1">
              <a:off x="6731973" y="6069848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線單箭頭接點 138"/>
            <p:cNvCxnSpPr>
              <a:stCxn id="69" idx="0"/>
              <a:endCxn id="68" idx="4"/>
            </p:cNvCxnSpPr>
            <p:nvPr/>
          </p:nvCxnSpPr>
          <p:spPr>
            <a:xfrm flipV="1">
              <a:off x="4906372" y="6687319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線單箭頭接點 140"/>
            <p:cNvCxnSpPr/>
            <p:nvPr/>
          </p:nvCxnSpPr>
          <p:spPr>
            <a:xfrm flipH="1" flipV="1">
              <a:off x="5684930" y="714342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線單箭頭接點 141"/>
            <p:cNvCxnSpPr>
              <a:stCxn id="96" idx="0"/>
              <a:endCxn id="95" idx="4"/>
            </p:cNvCxnSpPr>
            <p:nvPr/>
          </p:nvCxnSpPr>
          <p:spPr>
            <a:xfrm flipV="1">
              <a:off x="6731973" y="6687319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線單箭頭接點 142"/>
            <p:cNvCxnSpPr/>
            <p:nvPr/>
          </p:nvCxnSpPr>
          <p:spPr>
            <a:xfrm flipV="1">
              <a:off x="3689498" y="2370326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線單箭頭接點 145"/>
            <p:cNvCxnSpPr/>
            <p:nvPr/>
          </p:nvCxnSpPr>
          <p:spPr>
            <a:xfrm flipV="1">
              <a:off x="3689498" y="2985145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線單箭頭接點 147"/>
            <p:cNvCxnSpPr/>
            <p:nvPr/>
          </p:nvCxnSpPr>
          <p:spPr>
            <a:xfrm flipV="1">
              <a:off x="3689498" y="3599964"/>
              <a:ext cx="0" cy="27539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線單箭頭接點 148"/>
            <p:cNvCxnSpPr/>
            <p:nvPr/>
          </p:nvCxnSpPr>
          <p:spPr>
            <a:xfrm flipV="1">
              <a:off x="3689498" y="4220087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線單箭頭接點 151"/>
            <p:cNvCxnSpPr/>
            <p:nvPr/>
          </p:nvCxnSpPr>
          <p:spPr>
            <a:xfrm flipV="1">
              <a:off x="3684525" y="4834906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線單箭頭接點 153"/>
            <p:cNvCxnSpPr/>
            <p:nvPr/>
          </p:nvCxnSpPr>
          <p:spPr>
            <a:xfrm flipV="1">
              <a:off x="3681782" y="5452377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線單箭頭接點 154"/>
            <p:cNvCxnSpPr/>
            <p:nvPr/>
          </p:nvCxnSpPr>
          <p:spPr>
            <a:xfrm flipV="1">
              <a:off x="3681782" y="6072500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線單箭頭接點 194"/>
            <p:cNvCxnSpPr/>
            <p:nvPr/>
          </p:nvCxnSpPr>
          <p:spPr>
            <a:xfrm rot="10800000">
              <a:off x="5635103" y="2320230"/>
              <a:ext cx="36784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線單箭頭接點 201"/>
            <p:cNvCxnSpPr>
              <a:stCxn id="62" idx="2"/>
              <a:endCxn id="17" idx="6"/>
            </p:cNvCxnSpPr>
            <p:nvPr/>
          </p:nvCxnSpPr>
          <p:spPr>
            <a:xfrm flipH="1">
              <a:off x="4468056" y="2814108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直線單箭頭接點 202"/>
            <p:cNvCxnSpPr/>
            <p:nvPr/>
          </p:nvCxnSpPr>
          <p:spPr>
            <a:xfrm rot="10800000">
              <a:off x="6243540" y="2320230"/>
              <a:ext cx="36813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直線單箭頭接點 205"/>
            <p:cNvCxnSpPr>
              <a:stCxn id="81" idx="2"/>
              <a:endCxn id="72" idx="6"/>
            </p:cNvCxnSpPr>
            <p:nvPr/>
          </p:nvCxnSpPr>
          <p:spPr>
            <a:xfrm flipH="1">
              <a:off x="5684930" y="3428927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線單箭頭接點 206"/>
            <p:cNvCxnSpPr>
              <a:stCxn id="63" idx="2"/>
              <a:endCxn id="18" idx="6"/>
            </p:cNvCxnSpPr>
            <p:nvPr/>
          </p:nvCxnSpPr>
          <p:spPr>
            <a:xfrm flipH="1">
              <a:off x="4468056" y="3428927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線單箭頭接點 207"/>
            <p:cNvCxnSpPr/>
            <p:nvPr/>
          </p:nvCxnSpPr>
          <p:spPr>
            <a:xfrm rot="10800000">
              <a:off x="6243540" y="2935049"/>
              <a:ext cx="36813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線單箭頭接點 208"/>
            <p:cNvCxnSpPr/>
            <p:nvPr/>
          </p:nvCxnSpPr>
          <p:spPr>
            <a:xfrm rot="10800000">
              <a:off x="5635103" y="4784810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直線單箭頭接點 209"/>
            <p:cNvCxnSpPr/>
            <p:nvPr/>
          </p:nvCxnSpPr>
          <p:spPr>
            <a:xfrm rot="10800000">
              <a:off x="4418229" y="4784810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線單箭頭接點 210"/>
            <p:cNvCxnSpPr/>
            <p:nvPr/>
          </p:nvCxnSpPr>
          <p:spPr>
            <a:xfrm rot="10800000">
              <a:off x="6243540" y="4784810"/>
              <a:ext cx="36813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直線單箭頭接點 211"/>
            <p:cNvCxnSpPr/>
            <p:nvPr/>
          </p:nvCxnSpPr>
          <p:spPr>
            <a:xfrm rot="10800000">
              <a:off x="5635103" y="5402281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直線單箭頭接點 212"/>
            <p:cNvCxnSpPr/>
            <p:nvPr/>
          </p:nvCxnSpPr>
          <p:spPr>
            <a:xfrm rot="10800000">
              <a:off x="4418229" y="5402281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直線單箭頭接點 213"/>
            <p:cNvCxnSpPr/>
            <p:nvPr/>
          </p:nvCxnSpPr>
          <p:spPr>
            <a:xfrm rot="10800000">
              <a:off x="6243540" y="5402281"/>
              <a:ext cx="36813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直線單箭頭接點 232"/>
            <p:cNvCxnSpPr/>
            <p:nvPr/>
          </p:nvCxnSpPr>
          <p:spPr>
            <a:xfrm rot="10800000">
              <a:off x="3809792" y="3549868"/>
              <a:ext cx="349318" cy="359855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直線單箭頭接點 235"/>
            <p:cNvCxnSpPr/>
            <p:nvPr/>
          </p:nvCxnSpPr>
          <p:spPr>
            <a:xfrm rot="10800000">
              <a:off x="3809792" y="4167339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直線單箭頭接點 238"/>
            <p:cNvCxnSpPr/>
            <p:nvPr/>
          </p:nvCxnSpPr>
          <p:spPr>
            <a:xfrm rot="10800000">
              <a:off x="3809792" y="6019752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直線單箭頭接點 241"/>
            <p:cNvCxnSpPr/>
            <p:nvPr/>
          </p:nvCxnSpPr>
          <p:spPr>
            <a:xfrm rot="10800000">
              <a:off x="3809792" y="6637223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直線單箭頭接點 248"/>
            <p:cNvCxnSpPr/>
            <p:nvPr/>
          </p:nvCxnSpPr>
          <p:spPr>
            <a:xfrm flipV="1">
              <a:off x="3684525" y="6689971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直線單箭頭接點 254"/>
            <p:cNvCxnSpPr/>
            <p:nvPr/>
          </p:nvCxnSpPr>
          <p:spPr>
            <a:xfrm rot="10800000">
              <a:off x="5026666" y="6019752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直線單箭頭接點 257"/>
            <p:cNvCxnSpPr/>
            <p:nvPr/>
          </p:nvCxnSpPr>
          <p:spPr>
            <a:xfrm rot="10800000">
              <a:off x="5026666" y="6637223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直線單箭頭接點 260"/>
            <p:cNvCxnSpPr>
              <a:stCxn id="73" idx="2"/>
              <a:endCxn id="64" idx="6"/>
            </p:cNvCxnSpPr>
            <p:nvPr/>
          </p:nvCxnSpPr>
          <p:spPr>
            <a:xfrm flipH="1">
              <a:off x="5076493" y="4046398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直線單箭頭接點 263"/>
            <p:cNvCxnSpPr/>
            <p:nvPr/>
          </p:nvCxnSpPr>
          <p:spPr>
            <a:xfrm rot="10800000">
              <a:off x="5026666" y="4167339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內容版面配置區 5"/>
          <p:cNvSpPr>
            <a:spLocks noGrp="1"/>
          </p:cNvSpPr>
          <p:nvPr>
            <p:ph idx="1"/>
          </p:nvPr>
        </p:nvSpPr>
        <p:spPr>
          <a:xfrm>
            <a:off x="503999" y="1769043"/>
            <a:ext cx="3810868" cy="4384438"/>
          </a:xfrm>
        </p:spPr>
        <p:txBody>
          <a:bodyPr/>
          <a:lstStyle/>
          <a:p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Step 2</a:t>
            </a:r>
            <a:endParaRPr lang="zh-TW" alt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26" name="矩形: 圓角 125"/>
          <p:cNvSpPr/>
          <p:nvPr/>
        </p:nvSpPr>
        <p:spPr>
          <a:xfrm>
            <a:off x="4314867" y="2512950"/>
            <a:ext cx="4856429" cy="3711180"/>
          </a:xfrm>
          <a:prstGeom prst="roundRect">
            <a:avLst/>
          </a:prstGeom>
          <a:noFill/>
          <a:ln w="412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8755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3998" y="285556"/>
            <a:ext cx="9071643" cy="1262155"/>
          </a:xfrm>
        </p:spPr>
        <p:txBody>
          <a:bodyPr/>
          <a:lstStyle/>
          <a:p>
            <a:r>
              <a:rPr lang="en-US" altLang="zh-TW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Algorithm</a:t>
            </a:r>
            <a:endParaRPr lang="zh-TW" altLang="en-US" b="1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22</a:t>
            </a:fld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4559612" y="1264383"/>
          <a:ext cx="4284000" cy="612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25" name="群組 24"/>
          <p:cNvGrpSpPr/>
          <p:nvPr/>
        </p:nvGrpSpPr>
        <p:grpSpPr>
          <a:xfrm>
            <a:off x="5312082" y="2028251"/>
            <a:ext cx="3382717" cy="5276539"/>
            <a:chOff x="3519377" y="2028251"/>
            <a:chExt cx="3382717" cy="5276539"/>
          </a:xfrm>
        </p:grpSpPr>
        <p:sp>
          <p:nvSpPr>
            <p:cNvPr id="3" name="橢圓 2"/>
            <p:cNvSpPr/>
            <p:nvPr/>
          </p:nvSpPr>
          <p:spPr>
            <a:xfrm>
              <a:off x="3519377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7" name="橢圓 6"/>
            <p:cNvSpPr/>
            <p:nvPr/>
          </p:nvSpPr>
          <p:spPr>
            <a:xfrm>
              <a:off x="3519377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橢圓 7"/>
            <p:cNvSpPr/>
            <p:nvPr/>
          </p:nvSpPr>
          <p:spPr>
            <a:xfrm>
              <a:off x="3519377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橢圓 8"/>
            <p:cNvSpPr/>
            <p:nvPr/>
          </p:nvSpPr>
          <p:spPr>
            <a:xfrm>
              <a:off x="3519377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橢圓 9"/>
            <p:cNvSpPr/>
            <p:nvPr/>
          </p:nvSpPr>
          <p:spPr>
            <a:xfrm>
              <a:off x="3519377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橢圓 11"/>
            <p:cNvSpPr/>
            <p:nvPr/>
          </p:nvSpPr>
          <p:spPr>
            <a:xfrm>
              <a:off x="3519377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橢圓 12"/>
            <p:cNvSpPr/>
            <p:nvPr/>
          </p:nvSpPr>
          <p:spPr>
            <a:xfrm>
              <a:off x="3519377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橢圓 13"/>
            <p:cNvSpPr/>
            <p:nvPr/>
          </p:nvSpPr>
          <p:spPr>
            <a:xfrm>
              <a:off x="3519377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橢圓 14"/>
            <p:cNvSpPr/>
            <p:nvPr/>
          </p:nvSpPr>
          <p:spPr>
            <a:xfrm>
              <a:off x="3519377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橢圓 15"/>
            <p:cNvSpPr/>
            <p:nvPr/>
          </p:nvSpPr>
          <p:spPr>
            <a:xfrm>
              <a:off x="4127814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橢圓 16"/>
            <p:cNvSpPr/>
            <p:nvPr/>
          </p:nvSpPr>
          <p:spPr>
            <a:xfrm>
              <a:off x="4127814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橢圓 17"/>
            <p:cNvSpPr/>
            <p:nvPr/>
          </p:nvSpPr>
          <p:spPr>
            <a:xfrm>
              <a:off x="4127814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橢圓 18"/>
            <p:cNvSpPr/>
            <p:nvPr/>
          </p:nvSpPr>
          <p:spPr>
            <a:xfrm>
              <a:off x="4127814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橢圓 19"/>
            <p:cNvSpPr/>
            <p:nvPr/>
          </p:nvSpPr>
          <p:spPr>
            <a:xfrm>
              <a:off x="4127814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橢圓 20"/>
            <p:cNvSpPr/>
            <p:nvPr/>
          </p:nvSpPr>
          <p:spPr>
            <a:xfrm>
              <a:off x="4127814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橢圓 21"/>
            <p:cNvSpPr/>
            <p:nvPr/>
          </p:nvSpPr>
          <p:spPr>
            <a:xfrm>
              <a:off x="4127814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橢圓 22"/>
            <p:cNvSpPr/>
            <p:nvPr/>
          </p:nvSpPr>
          <p:spPr>
            <a:xfrm>
              <a:off x="4127814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橢圓 23"/>
            <p:cNvSpPr/>
            <p:nvPr/>
          </p:nvSpPr>
          <p:spPr>
            <a:xfrm>
              <a:off x="4127814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1" name="橢圓 60"/>
            <p:cNvSpPr/>
            <p:nvPr/>
          </p:nvSpPr>
          <p:spPr>
            <a:xfrm>
              <a:off x="4736251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62" name="橢圓 61"/>
            <p:cNvSpPr/>
            <p:nvPr/>
          </p:nvSpPr>
          <p:spPr>
            <a:xfrm>
              <a:off x="4736251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3" name="橢圓 62"/>
            <p:cNvSpPr/>
            <p:nvPr/>
          </p:nvSpPr>
          <p:spPr>
            <a:xfrm>
              <a:off x="4736251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4" name="橢圓 63"/>
            <p:cNvSpPr/>
            <p:nvPr/>
          </p:nvSpPr>
          <p:spPr>
            <a:xfrm>
              <a:off x="4736251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5" name="橢圓 64"/>
            <p:cNvSpPr/>
            <p:nvPr/>
          </p:nvSpPr>
          <p:spPr>
            <a:xfrm>
              <a:off x="4736251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6" name="橢圓 65"/>
            <p:cNvSpPr/>
            <p:nvPr/>
          </p:nvSpPr>
          <p:spPr>
            <a:xfrm>
              <a:off x="4736251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7" name="橢圓 66"/>
            <p:cNvSpPr/>
            <p:nvPr/>
          </p:nvSpPr>
          <p:spPr>
            <a:xfrm>
              <a:off x="4736251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8" name="橢圓 67"/>
            <p:cNvSpPr/>
            <p:nvPr/>
          </p:nvSpPr>
          <p:spPr>
            <a:xfrm>
              <a:off x="4736251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9" name="橢圓 68"/>
            <p:cNvSpPr/>
            <p:nvPr/>
          </p:nvSpPr>
          <p:spPr>
            <a:xfrm>
              <a:off x="4736251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0" name="橢圓 69"/>
            <p:cNvSpPr/>
            <p:nvPr/>
          </p:nvSpPr>
          <p:spPr>
            <a:xfrm>
              <a:off x="5344688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1" name="橢圓 70"/>
            <p:cNvSpPr/>
            <p:nvPr/>
          </p:nvSpPr>
          <p:spPr>
            <a:xfrm>
              <a:off x="5344688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橢圓 71"/>
            <p:cNvSpPr/>
            <p:nvPr/>
          </p:nvSpPr>
          <p:spPr>
            <a:xfrm>
              <a:off x="5344688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" name="橢圓 72"/>
            <p:cNvSpPr/>
            <p:nvPr/>
          </p:nvSpPr>
          <p:spPr>
            <a:xfrm>
              <a:off x="5344688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橢圓 73"/>
            <p:cNvSpPr/>
            <p:nvPr/>
          </p:nvSpPr>
          <p:spPr>
            <a:xfrm>
              <a:off x="5344688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5" name="橢圓 74"/>
            <p:cNvSpPr/>
            <p:nvPr/>
          </p:nvSpPr>
          <p:spPr>
            <a:xfrm>
              <a:off x="5344688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6" name="橢圓 75"/>
            <p:cNvSpPr/>
            <p:nvPr/>
          </p:nvSpPr>
          <p:spPr>
            <a:xfrm>
              <a:off x="5344688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橢圓 76"/>
            <p:cNvSpPr/>
            <p:nvPr/>
          </p:nvSpPr>
          <p:spPr>
            <a:xfrm>
              <a:off x="5344688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橢圓 77"/>
            <p:cNvSpPr/>
            <p:nvPr/>
          </p:nvSpPr>
          <p:spPr>
            <a:xfrm>
              <a:off x="5344688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9" name="橢圓 78"/>
            <p:cNvSpPr/>
            <p:nvPr/>
          </p:nvSpPr>
          <p:spPr>
            <a:xfrm>
              <a:off x="5953125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0" name="橢圓 79"/>
            <p:cNvSpPr/>
            <p:nvPr/>
          </p:nvSpPr>
          <p:spPr>
            <a:xfrm>
              <a:off x="5953125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1" name="橢圓 80"/>
            <p:cNvSpPr/>
            <p:nvPr/>
          </p:nvSpPr>
          <p:spPr>
            <a:xfrm>
              <a:off x="5953125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2" name="橢圓 81"/>
            <p:cNvSpPr/>
            <p:nvPr/>
          </p:nvSpPr>
          <p:spPr>
            <a:xfrm>
              <a:off x="5953125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3" name="橢圓 82"/>
            <p:cNvSpPr/>
            <p:nvPr/>
          </p:nvSpPr>
          <p:spPr>
            <a:xfrm>
              <a:off x="5953125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4" name="橢圓 83"/>
            <p:cNvSpPr/>
            <p:nvPr/>
          </p:nvSpPr>
          <p:spPr>
            <a:xfrm>
              <a:off x="5953125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5" name="橢圓 84"/>
            <p:cNvSpPr/>
            <p:nvPr/>
          </p:nvSpPr>
          <p:spPr>
            <a:xfrm>
              <a:off x="5953125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6" name="橢圓 85"/>
            <p:cNvSpPr/>
            <p:nvPr/>
          </p:nvSpPr>
          <p:spPr>
            <a:xfrm>
              <a:off x="5953125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7" name="橢圓 86"/>
            <p:cNvSpPr/>
            <p:nvPr/>
          </p:nvSpPr>
          <p:spPr>
            <a:xfrm>
              <a:off x="5953125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88" name="橢圓 87"/>
            <p:cNvSpPr/>
            <p:nvPr/>
          </p:nvSpPr>
          <p:spPr>
            <a:xfrm>
              <a:off x="6561852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9" name="橢圓 88"/>
            <p:cNvSpPr/>
            <p:nvPr/>
          </p:nvSpPr>
          <p:spPr>
            <a:xfrm>
              <a:off x="6561852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0" name="橢圓 89"/>
            <p:cNvSpPr/>
            <p:nvPr/>
          </p:nvSpPr>
          <p:spPr>
            <a:xfrm>
              <a:off x="6561852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1" name="橢圓 90"/>
            <p:cNvSpPr/>
            <p:nvPr/>
          </p:nvSpPr>
          <p:spPr>
            <a:xfrm>
              <a:off x="6561852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2" name="橢圓 91"/>
            <p:cNvSpPr/>
            <p:nvPr/>
          </p:nvSpPr>
          <p:spPr>
            <a:xfrm>
              <a:off x="6561852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3" name="橢圓 92"/>
            <p:cNvSpPr/>
            <p:nvPr/>
          </p:nvSpPr>
          <p:spPr>
            <a:xfrm>
              <a:off x="6561852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4" name="橢圓 93"/>
            <p:cNvSpPr/>
            <p:nvPr/>
          </p:nvSpPr>
          <p:spPr>
            <a:xfrm>
              <a:off x="6561852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5" name="橢圓 94"/>
            <p:cNvSpPr/>
            <p:nvPr/>
          </p:nvSpPr>
          <p:spPr>
            <a:xfrm>
              <a:off x="6561852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6" name="橢圓 95"/>
            <p:cNvSpPr/>
            <p:nvPr/>
          </p:nvSpPr>
          <p:spPr>
            <a:xfrm>
              <a:off x="6561852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7" name="直線單箭頭接點 96"/>
            <p:cNvCxnSpPr/>
            <p:nvPr/>
          </p:nvCxnSpPr>
          <p:spPr>
            <a:xfrm flipH="1">
              <a:off x="3859619" y="219928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線單箭頭接點 98"/>
            <p:cNvCxnSpPr/>
            <p:nvPr/>
          </p:nvCxnSpPr>
          <p:spPr>
            <a:xfrm flipH="1">
              <a:off x="4468056" y="2204606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線單箭頭接點 99"/>
            <p:cNvCxnSpPr/>
            <p:nvPr/>
          </p:nvCxnSpPr>
          <p:spPr>
            <a:xfrm flipH="1">
              <a:off x="5076493" y="219928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線單箭頭接點 100"/>
            <p:cNvCxnSpPr/>
            <p:nvPr/>
          </p:nvCxnSpPr>
          <p:spPr>
            <a:xfrm flipH="1">
              <a:off x="5684930" y="219928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線單箭頭接點 101"/>
            <p:cNvCxnSpPr/>
            <p:nvPr/>
          </p:nvCxnSpPr>
          <p:spPr>
            <a:xfrm flipH="1">
              <a:off x="6293657" y="2208271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線單箭頭接點 102"/>
            <p:cNvCxnSpPr/>
            <p:nvPr/>
          </p:nvCxnSpPr>
          <p:spPr>
            <a:xfrm flipH="1">
              <a:off x="3859619" y="282129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線單箭頭接點 104"/>
            <p:cNvCxnSpPr/>
            <p:nvPr/>
          </p:nvCxnSpPr>
          <p:spPr>
            <a:xfrm flipH="1">
              <a:off x="5076493" y="282129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線單箭頭接點 107"/>
            <p:cNvCxnSpPr/>
            <p:nvPr/>
          </p:nvCxnSpPr>
          <p:spPr>
            <a:xfrm flipH="1">
              <a:off x="3859619" y="3437982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線單箭頭接點 109"/>
            <p:cNvCxnSpPr/>
            <p:nvPr/>
          </p:nvCxnSpPr>
          <p:spPr>
            <a:xfrm flipH="1">
              <a:off x="5076493" y="3437982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線單箭頭接點 113"/>
            <p:cNvCxnSpPr/>
            <p:nvPr/>
          </p:nvCxnSpPr>
          <p:spPr>
            <a:xfrm flipH="1">
              <a:off x="4468056" y="4049355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線單箭頭接點 115"/>
            <p:cNvCxnSpPr/>
            <p:nvPr/>
          </p:nvCxnSpPr>
          <p:spPr>
            <a:xfrm flipH="1">
              <a:off x="5684930" y="4044038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線單箭頭接點 116"/>
            <p:cNvCxnSpPr/>
            <p:nvPr/>
          </p:nvCxnSpPr>
          <p:spPr>
            <a:xfrm flipH="1">
              <a:off x="6293657" y="4053020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線單箭頭接點 118"/>
            <p:cNvCxnSpPr/>
            <p:nvPr/>
          </p:nvCxnSpPr>
          <p:spPr>
            <a:xfrm flipH="1">
              <a:off x="4468056" y="466604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線單箭頭接點 120"/>
            <p:cNvCxnSpPr/>
            <p:nvPr/>
          </p:nvCxnSpPr>
          <p:spPr>
            <a:xfrm flipH="1">
              <a:off x="5684930" y="4660726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線單箭頭接點 121"/>
            <p:cNvCxnSpPr/>
            <p:nvPr/>
          </p:nvCxnSpPr>
          <p:spPr>
            <a:xfrm flipH="1">
              <a:off x="6293657" y="4669708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線單箭頭接點 122"/>
            <p:cNvCxnSpPr>
              <a:stCxn id="21" idx="0"/>
              <a:endCxn id="20" idx="4"/>
            </p:cNvCxnSpPr>
            <p:nvPr/>
          </p:nvCxnSpPr>
          <p:spPr>
            <a:xfrm flipV="1">
              <a:off x="4297935" y="4834906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線單箭頭接點 124"/>
            <p:cNvCxnSpPr/>
            <p:nvPr/>
          </p:nvCxnSpPr>
          <p:spPr>
            <a:xfrm flipH="1">
              <a:off x="5076493" y="529336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線單箭頭接點 127"/>
            <p:cNvCxnSpPr>
              <a:stCxn id="22" idx="0"/>
              <a:endCxn id="21" idx="4"/>
            </p:cNvCxnSpPr>
            <p:nvPr/>
          </p:nvCxnSpPr>
          <p:spPr>
            <a:xfrm flipV="1">
              <a:off x="4297935" y="5452377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線單箭頭接點 129"/>
            <p:cNvCxnSpPr/>
            <p:nvPr/>
          </p:nvCxnSpPr>
          <p:spPr>
            <a:xfrm flipH="1">
              <a:off x="5076493" y="589941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線單箭頭接點 133"/>
            <p:cNvCxnSpPr>
              <a:stCxn id="68" idx="0"/>
              <a:endCxn id="67" idx="4"/>
            </p:cNvCxnSpPr>
            <p:nvPr/>
          </p:nvCxnSpPr>
          <p:spPr>
            <a:xfrm flipV="1">
              <a:off x="4906372" y="6069848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線單箭頭接點 135"/>
            <p:cNvCxnSpPr/>
            <p:nvPr/>
          </p:nvCxnSpPr>
          <p:spPr>
            <a:xfrm flipH="1">
              <a:off x="5684930" y="6516108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線單箭頭接點 136"/>
            <p:cNvCxnSpPr>
              <a:stCxn id="95" idx="0"/>
              <a:endCxn id="94" idx="4"/>
            </p:cNvCxnSpPr>
            <p:nvPr/>
          </p:nvCxnSpPr>
          <p:spPr>
            <a:xfrm flipV="1">
              <a:off x="6731973" y="6069848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線單箭頭接點 138"/>
            <p:cNvCxnSpPr>
              <a:stCxn id="69" idx="0"/>
              <a:endCxn id="68" idx="4"/>
            </p:cNvCxnSpPr>
            <p:nvPr/>
          </p:nvCxnSpPr>
          <p:spPr>
            <a:xfrm flipV="1">
              <a:off x="4906372" y="6687319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線單箭頭接點 140"/>
            <p:cNvCxnSpPr/>
            <p:nvPr/>
          </p:nvCxnSpPr>
          <p:spPr>
            <a:xfrm flipH="1" flipV="1">
              <a:off x="5684930" y="714342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線單箭頭接點 141"/>
            <p:cNvCxnSpPr>
              <a:stCxn id="96" idx="0"/>
              <a:endCxn id="95" idx="4"/>
            </p:cNvCxnSpPr>
            <p:nvPr/>
          </p:nvCxnSpPr>
          <p:spPr>
            <a:xfrm flipV="1">
              <a:off x="6731973" y="6687319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線單箭頭接點 142"/>
            <p:cNvCxnSpPr/>
            <p:nvPr/>
          </p:nvCxnSpPr>
          <p:spPr>
            <a:xfrm flipV="1">
              <a:off x="3689498" y="2370326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線單箭頭接點 145"/>
            <p:cNvCxnSpPr/>
            <p:nvPr/>
          </p:nvCxnSpPr>
          <p:spPr>
            <a:xfrm flipV="1">
              <a:off x="3689498" y="2985145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線單箭頭接點 147"/>
            <p:cNvCxnSpPr/>
            <p:nvPr/>
          </p:nvCxnSpPr>
          <p:spPr>
            <a:xfrm flipV="1">
              <a:off x="3689498" y="3599964"/>
              <a:ext cx="0" cy="27539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線單箭頭接點 148"/>
            <p:cNvCxnSpPr/>
            <p:nvPr/>
          </p:nvCxnSpPr>
          <p:spPr>
            <a:xfrm flipV="1">
              <a:off x="3689498" y="4220087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線單箭頭接點 151"/>
            <p:cNvCxnSpPr/>
            <p:nvPr/>
          </p:nvCxnSpPr>
          <p:spPr>
            <a:xfrm flipV="1">
              <a:off x="3684525" y="4834906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線單箭頭接點 153"/>
            <p:cNvCxnSpPr/>
            <p:nvPr/>
          </p:nvCxnSpPr>
          <p:spPr>
            <a:xfrm flipV="1">
              <a:off x="3681782" y="5452377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線單箭頭接點 154"/>
            <p:cNvCxnSpPr/>
            <p:nvPr/>
          </p:nvCxnSpPr>
          <p:spPr>
            <a:xfrm flipV="1">
              <a:off x="3681782" y="6072500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線單箭頭接點 194"/>
            <p:cNvCxnSpPr/>
            <p:nvPr/>
          </p:nvCxnSpPr>
          <p:spPr>
            <a:xfrm rot="10800000">
              <a:off x="5635103" y="2320230"/>
              <a:ext cx="36784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線單箭頭接點 201"/>
            <p:cNvCxnSpPr>
              <a:stCxn id="62" idx="2"/>
              <a:endCxn id="17" idx="6"/>
            </p:cNvCxnSpPr>
            <p:nvPr/>
          </p:nvCxnSpPr>
          <p:spPr>
            <a:xfrm flipH="1">
              <a:off x="4468056" y="2814108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直線單箭頭接點 202"/>
            <p:cNvCxnSpPr/>
            <p:nvPr/>
          </p:nvCxnSpPr>
          <p:spPr>
            <a:xfrm rot="10800000">
              <a:off x="6243540" y="2320230"/>
              <a:ext cx="36813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直線單箭頭接點 205"/>
            <p:cNvCxnSpPr>
              <a:stCxn id="81" idx="2"/>
              <a:endCxn id="72" idx="6"/>
            </p:cNvCxnSpPr>
            <p:nvPr/>
          </p:nvCxnSpPr>
          <p:spPr>
            <a:xfrm flipH="1">
              <a:off x="5684930" y="3428927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線單箭頭接點 206"/>
            <p:cNvCxnSpPr>
              <a:stCxn id="63" idx="2"/>
              <a:endCxn id="18" idx="6"/>
            </p:cNvCxnSpPr>
            <p:nvPr/>
          </p:nvCxnSpPr>
          <p:spPr>
            <a:xfrm flipH="1">
              <a:off x="4468056" y="3428927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線單箭頭接點 207"/>
            <p:cNvCxnSpPr/>
            <p:nvPr/>
          </p:nvCxnSpPr>
          <p:spPr>
            <a:xfrm rot="10800000">
              <a:off x="6243540" y="2935049"/>
              <a:ext cx="36813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線單箭頭接點 208"/>
            <p:cNvCxnSpPr/>
            <p:nvPr/>
          </p:nvCxnSpPr>
          <p:spPr>
            <a:xfrm rot="10800000">
              <a:off x="5635103" y="4784810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直線單箭頭接點 209"/>
            <p:cNvCxnSpPr/>
            <p:nvPr/>
          </p:nvCxnSpPr>
          <p:spPr>
            <a:xfrm rot="10800000">
              <a:off x="4418229" y="4784810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線單箭頭接點 210"/>
            <p:cNvCxnSpPr/>
            <p:nvPr/>
          </p:nvCxnSpPr>
          <p:spPr>
            <a:xfrm rot="10800000">
              <a:off x="6243540" y="4784810"/>
              <a:ext cx="36813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直線單箭頭接點 211"/>
            <p:cNvCxnSpPr/>
            <p:nvPr/>
          </p:nvCxnSpPr>
          <p:spPr>
            <a:xfrm rot="10800000">
              <a:off x="5635103" y="5402281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直線單箭頭接點 212"/>
            <p:cNvCxnSpPr/>
            <p:nvPr/>
          </p:nvCxnSpPr>
          <p:spPr>
            <a:xfrm rot="10800000">
              <a:off x="4418229" y="5402281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直線單箭頭接點 213"/>
            <p:cNvCxnSpPr/>
            <p:nvPr/>
          </p:nvCxnSpPr>
          <p:spPr>
            <a:xfrm rot="10800000">
              <a:off x="6243540" y="5402281"/>
              <a:ext cx="36813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直線單箭頭接點 232"/>
            <p:cNvCxnSpPr>
              <a:stCxn id="19" idx="2"/>
              <a:endCxn id="9" idx="6"/>
            </p:cNvCxnSpPr>
            <p:nvPr/>
          </p:nvCxnSpPr>
          <p:spPr>
            <a:xfrm flipH="1">
              <a:off x="3859619" y="4046398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直線單箭頭接點 235"/>
            <p:cNvCxnSpPr/>
            <p:nvPr/>
          </p:nvCxnSpPr>
          <p:spPr>
            <a:xfrm rot="10800000">
              <a:off x="3809792" y="4167339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直線單箭頭接點 238"/>
            <p:cNvCxnSpPr/>
            <p:nvPr/>
          </p:nvCxnSpPr>
          <p:spPr>
            <a:xfrm rot="10800000">
              <a:off x="3809792" y="6019752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直線單箭頭接點 241"/>
            <p:cNvCxnSpPr/>
            <p:nvPr/>
          </p:nvCxnSpPr>
          <p:spPr>
            <a:xfrm rot="10800000">
              <a:off x="3809792" y="6637223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直線單箭頭接點 248"/>
            <p:cNvCxnSpPr/>
            <p:nvPr/>
          </p:nvCxnSpPr>
          <p:spPr>
            <a:xfrm flipV="1">
              <a:off x="3684525" y="6689971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直線單箭頭接點 254"/>
            <p:cNvCxnSpPr/>
            <p:nvPr/>
          </p:nvCxnSpPr>
          <p:spPr>
            <a:xfrm rot="10800000">
              <a:off x="5026666" y="6019752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直線單箭頭接點 257"/>
            <p:cNvCxnSpPr/>
            <p:nvPr/>
          </p:nvCxnSpPr>
          <p:spPr>
            <a:xfrm rot="10800000">
              <a:off x="5026666" y="6637223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直線單箭頭接點 260"/>
            <p:cNvCxnSpPr>
              <a:stCxn id="73" idx="2"/>
              <a:endCxn id="64" idx="6"/>
            </p:cNvCxnSpPr>
            <p:nvPr/>
          </p:nvCxnSpPr>
          <p:spPr>
            <a:xfrm flipH="1">
              <a:off x="5076493" y="4046398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直線單箭頭接點 263"/>
            <p:cNvCxnSpPr/>
            <p:nvPr/>
          </p:nvCxnSpPr>
          <p:spPr>
            <a:xfrm rot="10800000">
              <a:off x="5026666" y="4167339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內容版面配置區 5"/>
          <p:cNvSpPr>
            <a:spLocks noGrp="1"/>
          </p:cNvSpPr>
          <p:nvPr>
            <p:ph idx="1"/>
          </p:nvPr>
        </p:nvSpPr>
        <p:spPr>
          <a:xfrm>
            <a:off x="503999" y="1769043"/>
            <a:ext cx="3810868" cy="4384438"/>
          </a:xfrm>
        </p:spPr>
        <p:txBody>
          <a:bodyPr/>
          <a:lstStyle/>
          <a:p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Step 3</a:t>
            </a:r>
            <a:endParaRPr lang="zh-TW" alt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26" name="矩形: 圓角 125"/>
          <p:cNvSpPr/>
          <p:nvPr/>
        </p:nvSpPr>
        <p:spPr>
          <a:xfrm>
            <a:off x="4314867" y="2512950"/>
            <a:ext cx="4856429" cy="4350152"/>
          </a:xfrm>
          <a:prstGeom prst="roundRect">
            <a:avLst/>
          </a:prstGeom>
          <a:noFill/>
          <a:ln w="412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352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3998" y="285556"/>
            <a:ext cx="9071643" cy="1262155"/>
          </a:xfrm>
        </p:spPr>
        <p:txBody>
          <a:bodyPr/>
          <a:lstStyle/>
          <a:p>
            <a:r>
              <a:rPr lang="en-US" altLang="zh-TW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Algorithm</a:t>
            </a:r>
            <a:endParaRPr lang="zh-TW" altLang="en-US" b="1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23</a:t>
            </a:fld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4559612" y="1264383"/>
          <a:ext cx="4284000" cy="612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25" name="群組 24"/>
          <p:cNvGrpSpPr/>
          <p:nvPr/>
        </p:nvGrpSpPr>
        <p:grpSpPr>
          <a:xfrm>
            <a:off x="5312082" y="2028251"/>
            <a:ext cx="3382717" cy="5276539"/>
            <a:chOff x="3519377" y="2028251"/>
            <a:chExt cx="3382717" cy="5276539"/>
          </a:xfrm>
        </p:grpSpPr>
        <p:sp>
          <p:nvSpPr>
            <p:cNvPr id="3" name="橢圓 2"/>
            <p:cNvSpPr/>
            <p:nvPr/>
          </p:nvSpPr>
          <p:spPr>
            <a:xfrm>
              <a:off x="3519377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7" name="橢圓 6"/>
            <p:cNvSpPr/>
            <p:nvPr/>
          </p:nvSpPr>
          <p:spPr>
            <a:xfrm>
              <a:off x="3519377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橢圓 7"/>
            <p:cNvSpPr/>
            <p:nvPr/>
          </p:nvSpPr>
          <p:spPr>
            <a:xfrm>
              <a:off x="3519377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橢圓 8"/>
            <p:cNvSpPr/>
            <p:nvPr/>
          </p:nvSpPr>
          <p:spPr>
            <a:xfrm>
              <a:off x="3519377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橢圓 9"/>
            <p:cNvSpPr/>
            <p:nvPr/>
          </p:nvSpPr>
          <p:spPr>
            <a:xfrm>
              <a:off x="3519377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橢圓 11"/>
            <p:cNvSpPr/>
            <p:nvPr/>
          </p:nvSpPr>
          <p:spPr>
            <a:xfrm>
              <a:off x="3519377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橢圓 12"/>
            <p:cNvSpPr/>
            <p:nvPr/>
          </p:nvSpPr>
          <p:spPr>
            <a:xfrm>
              <a:off x="3519377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橢圓 13"/>
            <p:cNvSpPr/>
            <p:nvPr/>
          </p:nvSpPr>
          <p:spPr>
            <a:xfrm>
              <a:off x="3519377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橢圓 14"/>
            <p:cNvSpPr/>
            <p:nvPr/>
          </p:nvSpPr>
          <p:spPr>
            <a:xfrm>
              <a:off x="3519377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橢圓 15"/>
            <p:cNvSpPr/>
            <p:nvPr/>
          </p:nvSpPr>
          <p:spPr>
            <a:xfrm>
              <a:off x="4127814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橢圓 16"/>
            <p:cNvSpPr/>
            <p:nvPr/>
          </p:nvSpPr>
          <p:spPr>
            <a:xfrm>
              <a:off x="4127814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橢圓 17"/>
            <p:cNvSpPr/>
            <p:nvPr/>
          </p:nvSpPr>
          <p:spPr>
            <a:xfrm>
              <a:off x="4127814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橢圓 18"/>
            <p:cNvSpPr/>
            <p:nvPr/>
          </p:nvSpPr>
          <p:spPr>
            <a:xfrm>
              <a:off x="4127814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橢圓 19"/>
            <p:cNvSpPr/>
            <p:nvPr/>
          </p:nvSpPr>
          <p:spPr>
            <a:xfrm>
              <a:off x="4127814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橢圓 20"/>
            <p:cNvSpPr/>
            <p:nvPr/>
          </p:nvSpPr>
          <p:spPr>
            <a:xfrm>
              <a:off x="4127814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橢圓 21"/>
            <p:cNvSpPr/>
            <p:nvPr/>
          </p:nvSpPr>
          <p:spPr>
            <a:xfrm>
              <a:off x="4127814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橢圓 22"/>
            <p:cNvSpPr/>
            <p:nvPr/>
          </p:nvSpPr>
          <p:spPr>
            <a:xfrm>
              <a:off x="4127814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橢圓 23"/>
            <p:cNvSpPr/>
            <p:nvPr/>
          </p:nvSpPr>
          <p:spPr>
            <a:xfrm>
              <a:off x="4127814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1" name="橢圓 60"/>
            <p:cNvSpPr/>
            <p:nvPr/>
          </p:nvSpPr>
          <p:spPr>
            <a:xfrm>
              <a:off x="4736251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62" name="橢圓 61"/>
            <p:cNvSpPr/>
            <p:nvPr/>
          </p:nvSpPr>
          <p:spPr>
            <a:xfrm>
              <a:off x="4736251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3" name="橢圓 62"/>
            <p:cNvSpPr/>
            <p:nvPr/>
          </p:nvSpPr>
          <p:spPr>
            <a:xfrm>
              <a:off x="4736251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4" name="橢圓 63"/>
            <p:cNvSpPr/>
            <p:nvPr/>
          </p:nvSpPr>
          <p:spPr>
            <a:xfrm>
              <a:off x="4736251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5" name="橢圓 64"/>
            <p:cNvSpPr/>
            <p:nvPr/>
          </p:nvSpPr>
          <p:spPr>
            <a:xfrm>
              <a:off x="4736251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6" name="橢圓 65"/>
            <p:cNvSpPr/>
            <p:nvPr/>
          </p:nvSpPr>
          <p:spPr>
            <a:xfrm>
              <a:off x="4736251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7" name="橢圓 66"/>
            <p:cNvSpPr/>
            <p:nvPr/>
          </p:nvSpPr>
          <p:spPr>
            <a:xfrm>
              <a:off x="4736251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8" name="橢圓 67"/>
            <p:cNvSpPr/>
            <p:nvPr/>
          </p:nvSpPr>
          <p:spPr>
            <a:xfrm>
              <a:off x="4736251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9" name="橢圓 68"/>
            <p:cNvSpPr/>
            <p:nvPr/>
          </p:nvSpPr>
          <p:spPr>
            <a:xfrm>
              <a:off x="4736251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0" name="橢圓 69"/>
            <p:cNvSpPr/>
            <p:nvPr/>
          </p:nvSpPr>
          <p:spPr>
            <a:xfrm>
              <a:off x="5344688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1" name="橢圓 70"/>
            <p:cNvSpPr/>
            <p:nvPr/>
          </p:nvSpPr>
          <p:spPr>
            <a:xfrm>
              <a:off x="5344688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橢圓 71"/>
            <p:cNvSpPr/>
            <p:nvPr/>
          </p:nvSpPr>
          <p:spPr>
            <a:xfrm>
              <a:off x="5344688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" name="橢圓 72"/>
            <p:cNvSpPr/>
            <p:nvPr/>
          </p:nvSpPr>
          <p:spPr>
            <a:xfrm>
              <a:off x="5344688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橢圓 73"/>
            <p:cNvSpPr/>
            <p:nvPr/>
          </p:nvSpPr>
          <p:spPr>
            <a:xfrm>
              <a:off x="5344688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5" name="橢圓 74"/>
            <p:cNvSpPr/>
            <p:nvPr/>
          </p:nvSpPr>
          <p:spPr>
            <a:xfrm>
              <a:off x="5344688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6" name="橢圓 75"/>
            <p:cNvSpPr/>
            <p:nvPr/>
          </p:nvSpPr>
          <p:spPr>
            <a:xfrm>
              <a:off x="5344688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橢圓 76"/>
            <p:cNvSpPr/>
            <p:nvPr/>
          </p:nvSpPr>
          <p:spPr>
            <a:xfrm>
              <a:off x="5344688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橢圓 77"/>
            <p:cNvSpPr/>
            <p:nvPr/>
          </p:nvSpPr>
          <p:spPr>
            <a:xfrm>
              <a:off x="5344688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9" name="橢圓 78"/>
            <p:cNvSpPr/>
            <p:nvPr/>
          </p:nvSpPr>
          <p:spPr>
            <a:xfrm>
              <a:off x="5953125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0" name="橢圓 79"/>
            <p:cNvSpPr/>
            <p:nvPr/>
          </p:nvSpPr>
          <p:spPr>
            <a:xfrm>
              <a:off x="5953125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1" name="橢圓 80"/>
            <p:cNvSpPr/>
            <p:nvPr/>
          </p:nvSpPr>
          <p:spPr>
            <a:xfrm>
              <a:off x="5953125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2" name="橢圓 81"/>
            <p:cNvSpPr/>
            <p:nvPr/>
          </p:nvSpPr>
          <p:spPr>
            <a:xfrm>
              <a:off x="5953125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3" name="橢圓 82"/>
            <p:cNvSpPr/>
            <p:nvPr/>
          </p:nvSpPr>
          <p:spPr>
            <a:xfrm>
              <a:off x="5953125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4" name="橢圓 83"/>
            <p:cNvSpPr/>
            <p:nvPr/>
          </p:nvSpPr>
          <p:spPr>
            <a:xfrm>
              <a:off x="5953125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5" name="橢圓 84"/>
            <p:cNvSpPr/>
            <p:nvPr/>
          </p:nvSpPr>
          <p:spPr>
            <a:xfrm>
              <a:off x="5953125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6" name="橢圓 85"/>
            <p:cNvSpPr/>
            <p:nvPr/>
          </p:nvSpPr>
          <p:spPr>
            <a:xfrm>
              <a:off x="5953125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7" name="橢圓 86"/>
            <p:cNvSpPr/>
            <p:nvPr/>
          </p:nvSpPr>
          <p:spPr>
            <a:xfrm>
              <a:off x="5953125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88" name="橢圓 87"/>
            <p:cNvSpPr/>
            <p:nvPr/>
          </p:nvSpPr>
          <p:spPr>
            <a:xfrm>
              <a:off x="6561852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9" name="橢圓 88"/>
            <p:cNvSpPr/>
            <p:nvPr/>
          </p:nvSpPr>
          <p:spPr>
            <a:xfrm>
              <a:off x="6561852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0" name="橢圓 89"/>
            <p:cNvSpPr/>
            <p:nvPr/>
          </p:nvSpPr>
          <p:spPr>
            <a:xfrm>
              <a:off x="6561852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1" name="橢圓 90"/>
            <p:cNvSpPr/>
            <p:nvPr/>
          </p:nvSpPr>
          <p:spPr>
            <a:xfrm>
              <a:off x="6561852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2" name="橢圓 91"/>
            <p:cNvSpPr/>
            <p:nvPr/>
          </p:nvSpPr>
          <p:spPr>
            <a:xfrm>
              <a:off x="6561852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3" name="橢圓 92"/>
            <p:cNvSpPr/>
            <p:nvPr/>
          </p:nvSpPr>
          <p:spPr>
            <a:xfrm>
              <a:off x="6561852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4" name="橢圓 93"/>
            <p:cNvSpPr/>
            <p:nvPr/>
          </p:nvSpPr>
          <p:spPr>
            <a:xfrm>
              <a:off x="6561852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5" name="橢圓 94"/>
            <p:cNvSpPr/>
            <p:nvPr/>
          </p:nvSpPr>
          <p:spPr>
            <a:xfrm>
              <a:off x="6561852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6" name="橢圓 95"/>
            <p:cNvSpPr/>
            <p:nvPr/>
          </p:nvSpPr>
          <p:spPr>
            <a:xfrm>
              <a:off x="6561852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7" name="直線單箭頭接點 96"/>
            <p:cNvCxnSpPr/>
            <p:nvPr/>
          </p:nvCxnSpPr>
          <p:spPr>
            <a:xfrm flipH="1">
              <a:off x="3859619" y="219928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線單箭頭接點 98"/>
            <p:cNvCxnSpPr/>
            <p:nvPr/>
          </p:nvCxnSpPr>
          <p:spPr>
            <a:xfrm flipH="1">
              <a:off x="4468056" y="2204606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線單箭頭接點 99"/>
            <p:cNvCxnSpPr/>
            <p:nvPr/>
          </p:nvCxnSpPr>
          <p:spPr>
            <a:xfrm flipH="1">
              <a:off x="5076493" y="219928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線單箭頭接點 100"/>
            <p:cNvCxnSpPr/>
            <p:nvPr/>
          </p:nvCxnSpPr>
          <p:spPr>
            <a:xfrm flipH="1">
              <a:off x="5684930" y="219928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線單箭頭接點 101"/>
            <p:cNvCxnSpPr/>
            <p:nvPr/>
          </p:nvCxnSpPr>
          <p:spPr>
            <a:xfrm flipH="1">
              <a:off x="6293657" y="2208271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線單箭頭接點 102"/>
            <p:cNvCxnSpPr/>
            <p:nvPr/>
          </p:nvCxnSpPr>
          <p:spPr>
            <a:xfrm flipH="1">
              <a:off x="3859619" y="282129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線單箭頭接點 104"/>
            <p:cNvCxnSpPr/>
            <p:nvPr/>
          </p:nvCxnSpPr>
          <p:spPr>
            <a:xfrm flipH="1">
              <a:off x="5076493" y="282129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線單箭頭接點 107"/>
            <p:cNvCxnSpPr/>
            <p:nvPr/>
          </p:nvCxnSpPr>
          <p:spPr>
            <a:xfrm flipH="1">
              <a:off x="3859619" y="3437982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線單箭頭接點 109"/>
            <p:cNvCxnSpPr/>
            <p:nvPr/>
          </p:nvCxnSpPr>
          <p:spPr>
            <a:xfrm flipH="1">
              <a:off x="5076493" y="3437982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線單箭頭接點 113"/>
            <p:cNvCxnSpPr/>
            <p:nvPr/>
          </p:nvCxnSpPr>
          <p:spPr>
            <a:xfrm flipH="1">
              <a:off x="4468056" y="4049355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線單箭頭接點 115"/>
            <p:cNvCxnSpPr/>
            <p:nvPr/>
          </p:nvCxnSpPr>
          <p:spPr>
            <a:xfrm flipH="1">
              <a:off x="5684930" y="4044038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線單箭頭接點 116"/>
            <p:cNvCxnSpPr/>
            <p:nvPr/>
          </p:nvCxnSpPr>
          <p:spPr>
            <a:xfrm flipH="1">
              <a:off x="6293657" y="4053020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線單箭頭接點 118"/>
            <p:cNvCxnSpPr/>
            <p:nvPr/>
          </p:nvCxnSpPr>
          <p:spPr>
            <a:xfrm flipH="1">
              <a:off x="4468056" y="466604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線單箭頭接點 120"/>
            <p:cNvCxnSpPr/>
            <p:nvPr/>
          </p:nvCxnSpPr>
          <p:spPr>
            <a:xfrm flipH="1">
              <a:off x="5684930" y="4660726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線單箭頭接點 121"/>
            <p:cNvCxnSpPr/>
            <p:nvPr/>
          </p:nvCxnSpPr>
          <p:spPr>
            <a:xfrm flipH="1">
              <a:off x="6293657" y="4669708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線單箭頭接點 122"/>
            <p:cNvCxnSpPr>
              <a:stCxn id="21" idx="0"/>
              <a:endCxn id="20" idx="4"/>
            </p:cNvCxnSpPr>
            <p:nvPr/>
          </p:nvCxnSpPr>
          <p:spPr>
            <a:xfrm flipV="1">
              <a:off x="4297935" y="4834906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線單箭頭接點 124"/>
            <p:cNvCxnSpPr/>
            <p:nvPr/>
          </p:nvCxnSpPr>
          <p:spPr>
            <a:xfrm flipH="1">
              <a:off x="5076493" y="529336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線單箭頭接點 127"/>
            <p:cNvCxnSpPr>
              <a:stCxn id="22" idx="0"/>
              <a:endCxn id="21" idx="4"/>
            </p:cNvCxnSpPr>
            <p:nvPr/>
          </p:nvCxnSpPr>
          <p:spPr>
            <a:xfrm flipV="1">
              <a:off x="4297935" y="5452377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線單箭頭接點 129"/>
            <p:cNvCxnSpPr/>
            <p:nvPr/>
          </p:nvCxnSpPr>
          <p:spPr>
            <a:xfrm flipH="1">
              <a:off x="5076493" y="589941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線單箭頭接點 133"/>
            <p:cNvCxnSpPr>
              <a:stCxn id="68" idx="0"/>
              <a:endCxn id="67" idx="4"/>
            </p:cNvCxnSpPr>
            <p:nvPr/>
          </p:nvCxnSpPr>
          <p:spPr>
            <a:xfrm flipV="1">
              <a:off x="4906372" y="6069848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線單箭頭接點 135"/>
            <p:cNvCxnSpPr/>
            <p:nvPr/>
          </p:nvCxnSpPr>
          <p:spPr>
            <a:xfrm flipH="1">
              <a:off x="5684930" y="6516108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線單箭頭接點 136"/>
            <p:cNvCxnSpPr>
              <a:stCxn id="95" idx="0"/>
              <a:endCxn id="94" idx="4"/>
            </p:cNvCxnSpPr>
            <p:nvPr/>
          </p:nvCxnSpPr>
          <p:spPr>
            <a:xfrm flipV="1">
              <a:off x="6731973" y="6069848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線單箭頭接點 138"/>
            <p:cNvCxnSpPr>
              <a:stCxn id="69" idx="0"/>
              <a:endCxn id="68" idx="4"/>
            </p:cNvCxnSpPr>
            <p:nvPr/>
          </p:nvCxnSpPr>
          <p:spPr>
            <a:xfrm flipV="1">
              <a:off x="4906372" y="6687319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線單箭頭接點 140"/>
            <p:cNvCxnSpPr/>
            <p:nvPr/>
          </p:nvCxnSpPr>
          <p:spPr>
            <a:xfrm flipH="1" flipV="1">
              <a:off x="5684930" y="714342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線單箭頭接點 141"/>
            <p:cNvCxnSpPr>
              <a:stCxn id="96" idx="0"/>
              <a:endCxn id="95" idx="4"/>
            </p:cNvCxnSpPr>
            <p:nvPr/>
          </p:nvCxnSpPr>
          <p:spPr>
            <a:xfrm flipV="1">
              <a:off x="6731973" y="6687319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線單箭頭接點 142"/>
            <p:cNvCxnSpPr/>
            <p:nvPr/>
          </p:nvCxnSpPr>
          <p:spPr>
            <a:xfrm flipV="1">
              <a:off x="3689498" y="2370326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線單箭頭接點 145"/>
            <p:cNvCxnSpPr/>
            <p:nvPr/>
          </p:nvCxnSpPr>
          <p:spPr>
            <a:xfrm flipV="1">
              <a:off x="3689498" y="2985145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線單箭頭接點 147"/>
            <p:cNvCxnSpPr/>
            <p:nvPr/>
          </p:nvCxnSpPr>
          <p:spPr>
            <a:xfrm flipV="1">
              <a:off x="3689498" y="3599964"/>
              <a:ext cx="0" cy="27539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線單箭頭接點 148"/>
            <p:cNvCxnSpPr/>
            <p:nvPr/>
          </p:nvCxnSpPr>
          <p:spPr>
            <a:xfrm flipV="1">
              <a:off x="3689498" y="4220087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線單箭頭接點 151"/>
            <p:cNvCxnSpPr/>
            <p:nvPr/>
          </p:nvCxnSpPr>
          <p:spPr>
            <a:xfrm flipV="1">
              <a:off x="3684525" y="4834906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線單箭頭接點 153"/>
            <p:cNvCxnSpPr/>
            <p:nvPr/>
          </p:nvCxnSpPr>
          <p:spPr>
            <a:xfrm flipV="1">
              <a:off x="3681782" y="5452377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線單箭頭接點 154"/>
            <p:cNvCxnSpPr/>
            <p:nvPr/>
          </p:nvCxnSpPr>
          <p:spPr>
            <a:xfrm flipV="1">
              <a:off x="3681782" y="6072500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線單箭頭接點 194"/>
            <p:cNvCxnSpPr/>
            <p:nvPr/>
          </p:nvCxnSpPr>
          <p:spPr>
            <a:xfrm rot="10800000">
              <a:off x="5635103" y="2320230"/>
              <a:ext cx="36784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線單箭頭接點 201"/>
            <p:cNvCxnSpPr>
              <a:stCxn id="62" idx="2"/>
              <a:endCxn id="17" idx="6"/>
            </p:cNvCxnSpPr>
            <p:nvPr/>
          </p:nvCxnSpPr>
          <p:spPr>
            <a:xfrm flipH="1">
              <a:off x="4468056" y="2814108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直線單箭頭接點 202"/>
            <p:cNvCxnSpPr/>
            <p:nvPr/>
          </p:nvCxnSpPr>
          <p:spPr>
            <a:xfrm rot="10800000">
              <a:off x="6243540" y="2320230"/>
              <a:ext cx="36813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直線單箭頭接點 205"/>
            <p:cNvCxnSpPr>
              <a:stCxn id="81" idx="2"/>
              <a:endCxn id="72" idx="6"/>
            </p:cNvCxnSpPr>
            <p:nvPr/>
          </p:nvCxnSpPr>
          <p:spPr>
            <a:xfrm flipH="1">
              <a:off x="5684930" y="3428927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線單箭頭接點 206"/>
            <p:cNvCxnSpPr>
              <a:stCxn id="63" idx="2"/>
              <a:endCxn id="18" idx="6"/>
            </p:cNvCxnSpPr>
            <p:nvPr/>
          </p:nvCxnSpPr>
          <p:spPr>
            <a:xfrm flipH="1">
              <a:off x="4468056" y="3428927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線單箭頭接點 207"/>
            <p:cNvCxnSpPr/>
            <p:nvPr/>
          </p:nvCxnSpPr>
          <p:spPr>
            <a:xfrm rot="10800000">
              <a:off x="6243540" y="2935049"/>
              <a:ext cx="36813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線單箭頭接點 208"/>
            <p:cNvCxnSpPr/>
            <p:nvPr/>
          </p:nvCxnSpPr>
          <p:spPr>
            <a:xfrm rot="10800000">
              <a:off x="5635103" y="4784810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直線單箭頭接點 209"/>
            <p:cNvCxnSpPr/>
            <p:nvPr/>
          </p:nvCxnSpPr>
          <p:spPr>
            <a:xfrm rot="10800000">
              <a:off x="4418229" y="4784810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線單箭頭接點 210"/>
            <p:cNvCxnSpPr/>
            <p:nvPr/>
          </p:nvCxnSpPr>
          <p:spPr>
            <a:xfrm rot="10800000">
              <a:off x="6243540" y="4784810"/>
              <a:ext cx="36813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直線單箭頭接點 211"/>
            <p:cNvCxnSpPr/>
            <p:nvPr/>
          </p:nvCxnSpPr>
          <p:spPr>
            <a:xfrm rot="10800000">
              <a:off x="5635103" y="5402281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直線單箭頭接點 212"/>
            <p:cNvCxnSpPr/>
            <p:nvPr/>
          </p:nvCxnSpPr>
          <p:spPr>
            <a:xfrm rot="10800000">
              <a:off x="4418229" y="5402281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直線單箭頭接點 213"/>
            <p:cNvCxnSpPr/>
            <p:nvPr/>
          </p:nvCxnSpPr>
          <p:spPr>
            <a:xfrm rot="10800000">
              <a:off x="6243540" y="5402281"/>
              <a:ext cx="36813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直線單箭頭接點 232"/>
            <p:cNvCxnSpPr>
              <a:stCxn id="19" idx="2"/>
              <a:endCxn id="9" idx="6"/>
            </p:cNvCxnSpPr>
            <p:nvPr/>
          </p:nvCxnSpPr>
          <p:spPr>
            <a:xfrm flipH="1">
              <a:off x="3859619" y="4046398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直線單箭頭接點 235"/>
            <p:cNvCxnSpPr/>
            <p:nvPr/>
          </p:nvCxnSpPr>
          <p:spPr>
            <a:xfrm rot="10800000">
              <a:off x="3809792" y="4167339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直線單箭頭接點 238"/>
            <p:cNvCxnSpPr/>
            <p:nvPr/>
          </p:nvCxnSpPr>
          <p:spPr>
            <a:xfrm rot="10800000">
              <a:off x="3809792" y="6019752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直線單箭頭接點 241"/>
            <p:cNvCxnSpPr/>
            <p:nvPr/>
          </p:nvCxnSpPr>
          <p:spPr>
            <a:xfrm rot="10800000">
              <a:off x="3809792" y="6637223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直線單箭頭接點 248"/>
            <p:cNvCxnSpPr/>
            <p:nvPr/>
          </p:nvCxnSpPr>
          <p:spPr>
            <a:xfrm flipV="1">
              <a:off x="3684525" y="6689971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直線單箭頭接點 254"/>
            <p:cNvCxnSpPr/>
            <p:nvPr/>
          </p:nvCxnSpPr>
          <p:spPr>
            <a:xfrm rot="10800000">
              <a:off x="5026666" y="6019752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直線單箭頭接點 257"/>
            <p:cNvCxnSpPr/>
            <p:nvPr/>
          </p:nvCxnSpPr>
          <p:spPr>
            <a:xfrm rot="10800000">
              <a:off x="5026666" y="6637223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直線單箭頭接點 260"/>
            <p:cNvCxnSpPr>
              <a:stCxn id="73" idx="2"/>
              <a:endCxn id="64" idx="6"/>
            </p:cNvCxnSpPr>
            <p:nvPr/>
          </p:nvCxnSpPr>
          <p:spPr>
            <a:xfrm flipH="1">
              <a:off x="5076493" y="4046398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直線單箭頭接點 263"/>
            <p:cNvCxnSpPr/>
            <p:nvPr/>
          </p:nvCxnSpPr>
          <p:spPr>
            <a:xfrm rot="10800000">
              <a:off x="5026666" y="4167339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內容版面配置區 5"/>
          <p:cNvSpPr>
            <a:spLocks noGrp="1"/>
          </p:cNvSpPr>
          <p:nvPr>
            <p:ph idx="1"/>
          </p:nvPr>
        </p:nvSpPr>
        <p:spPr>
          <a:xfrm>
            <a:off x="503999" y="1769043"/>
            <a:ext cx="3810868" cy="4384438"/>
          </a:xfrm>
        </p:spPr>
        <p:txBody>
          <a:bodyPr/>
          <a:lstStyle/>
          <a:p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Step 3</a:t>
            </a:r>
            <a:endParaRPr lang="zh-TW" alt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24" name="矩形: 圓角 123"/>
          <p:cNvSpPr/>
          <p:nvPr/>
        </p:nvSpPr>
        <p:spPr>
          <a:xfrm>
            <a:off x="4314867" y="2512950"/>
            <a:ext cx="4856429" cy="4350152"/>
          </a:xfrm>
          <a:prstGeom prst="roundRect">
            <a:avLst/>
          </a:prstGeom>
          <a:noFill/>
          <a:ln w="412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34142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3998" y="285556"/>
            <a:ext cx="9071643" cy="1262155"/>
          </a:xfrm>
        </p:spPr>
        <p:txBody>
          <a:bodyPr/>
          <a:lstStyle/>
          <a:p>
            <a:r>
              <a:rPr lang="en-US" altLang="zh-TW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Algorithm</a:t>
            </a:r>
            <a:endParaRPr lang="zh-TW" altLang="en-US" b="1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24</a:t>
            </a:fld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4559612" y="1264383"/>
          <a:ext cx="4284000" cy="612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25" name="群組 24"/>
          <p:cNvGrpSpPr/>
          <p:nvPr/>
        </p:nvGrpSpPr>
        <p:grpSpPr>
          <a:xfrm>
            <a:off x="5312082" y="2028251"/>
            <a:ext cx="3382717" cy="5276539"/>
            <a:chOff x="3519377" y="2028251"/>
            <a:chExt cx="3382717" cy="5276539"/>
          </a:xfrm>
        </p:grpSpPr>
        <p:sp>
          <p:nvSpPr>
            <p:cNvPr id="3" name="橢圓 2"/>
            <p:cNvSpPr/>
            <p:nvPr/>
          </p:nvSpPr>
          <p:spPr>
            <a:xfrm>
              <a:off x="3519377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7" name="橢圓 6"/>
            <p:cNvSpPr/>
            <p:nvPr/>
          </p:nvSpPr>
          <p:spPr>
            <a:xfrm>
              <a:off x="3519377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橢圓 7"/>
            <p:cNvSpPr/>
            <p:nvPr/>
          </p:nvSpPr>
          <p:spPr>
            <a:xfrm>
              <a:off x="3519377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橢圓 8"/>
            <p:cNvSpPr/>
            <p:nvPr/>
          </p:nvSpPr>
          <p:spPr>
            <a:xfrm>
              <a:off x="3519377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橢圓 9"/>
            <p:cNvSpPr/>
            <p:nvPr/>
          </p:nvSpPr>
          <p:spPr>
            <a:xfrm>
              <a:off x="3519377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橢圓 11"/>
            <p:cNvSpPr/>
            <p:nvPr/>
          </p:nvSpPr>
          <p:spPr>
            <a:xfrm>
              <a:off x="3519377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橢圓 12"/>
            <p:cNvSpPr/>
            <p:nvPr/>
          </p:nvSpPr>
          <p:spPr>
            <a:xfrm>
              <a:off x="3519377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橢圓 13"/>
            <p:cNvSpPr/>
            <p:nvPr/>
          </p:nvSpPr>
          <p:spPr>
            <a:xfrm>
              <a:off x="3519377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橢圓 14"/>
            <p:cNvSpPr/>
            <p:nvPr/>
          </p:nvSpPr>
          <p:spPr>
            <a:xfrm>
              <a:off x="3519377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橢圓 15"/>
            <p:cNvSpPr/>
            <p:nvPr/>
          </p:nvSpPr>
          <p:spPr>
            <a:xfrm>
              <a:off x="4127814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橢圓 16"/>
            <p:cNvSpPr/>
            <p:nvPr/>
          </p:nvSpPr>
          <p:spPr>
            <a:xfrm>
              <a:off x="4127814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橢圓 17"/>
            <p:cNvSpPr/>
            <p:nvPr/>
          </p:nvSpPr>
          <p:spPr>
            <a:xfrm>
              <a:off x="4127814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橢圓 18"/>
            <p:cNvSpPr/>
            <p:nvPr/>
          </p:nvSpPr>
          <p:spPr>
            <a:xfrm>
              <a:off x="4127814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橢圓 19"/>
            <p:cNvSpPr/>
            <p:nvPr/>
          </p:nvSpPr>
          <p:spPr>
            <a:xfrm>
              <a:off x="4127814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橢圓 20"/>
            <p:cNvSpPr/>
            <p:nvPr/>
          </p:nvSpPr>
          <p:spPr>
            <a:xfrm>
              <a:off x="4127814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橢圓 21"/>
            <p:cNvSpPr/>
            <p:nvPr/>
          </p:nvSpPr>
          <p:spPr>
            <a:xfrm>
              <a:off x="4127814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橢圓 22"/>
            <p:cNvSpPr/>
            <p:nvPr/>
          </p:nvSpPr>
          <p:spPr>
            <a:xfrm>
              <a:off x="4127814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橢圓 23"/>
            <p:cNvSpPr/>
            <p:nvPr/>
          </p:nvSpPr>
          <p:spPr>
            <a:xfrm>
              <a:off x="4127814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1" name="橢圓 60"/>
            <p:cNvSpPr/>
            <p:nvPr/>
          </p:nvSpPr>
          <p:spPr>
            <a:xfrm>
              <a:off x="4736251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62" name="橢圓 61"/>
            <p:cNvSpPr/>
            <p:nvPr/>
          </p:nvSpPr>
          <p:spPr>
            <a:xfrm>
              <a:off x="4736251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3" name="橢圓 62"/>
            <p:cNvSpPr/>
            <p:nvPr/>
          </p:nvSpPr>
          <p:spPr>
            <a:xfrm>
              <a:off x="4736251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4" name="橢圓 63"/>
            <p:cNvSpPr/>
            <p:nvPr/>
          </p:nvSpPr>
          <p:spPr>
            <a:xfrm>
              <a:off x="4736251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5" name="橢圓 64"/>
            <p:cNvSpPr/>
            <p:nvPr/>
          </p:nvSpPr>
          <p:spPr>
            <a:xfrm>
              <a:off x="4736251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6" name="橢圓 65"/>
            <p:cNvSpPr/>
            <p:nvPr/>
          </p:nvSpPr>
          <p:spPr>
            <a:xfrm>
              <a:off x="4736251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7" name="橢圓 66"/>
            <p:cNvSpPr/>
            <p:nvPr/>
          </p:nvSpPr>
          <p:spPr>
            <a:xfrm>
              <a:off x="4736251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8" name="橢圓 67"/>
            <p:cNvSpPr/>
            <p:nvPr/>
          </p:nvSpPr>
          <p:spPr>
            <a:xfrm>
              <a:off x="4736251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9" name="橢圓 68"/>
            <p:cNvSpPr/>
            <p:nvPr/>
          </p:nvSpPr>
          <p:spPr>
            <a:xfrm>
              <a:off x="4736251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0" name="橢圓 69"/>
            <p:cNvSpPr/>
            <p:nvPr/>
          </p:nvSpPr>
          <p:spPr>
            <a:xfrm>
              <a:off x="5344688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1" name="橢圓 70"/>
            <p:cNvSpPr/>
            <p:nvPr/>
          </p:nvSpPr>
          <p:spPr>
            <a:xfrm>
              <a:off x="5344688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橢圓 71"/>
            <p:cNvSpPr/>
            <p:nvPr/>
          </p:nvSpPr>
          <p:spPr>
            <a:xfrm>
              <a:off x="5344688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" name="橢圓 72"/>
            <p:cNvSpPr/>
            <p:nvPr/>
          </p:nvSpPr>
          <p:spPr>
            <a:xfrm>
              <a:off x="5344688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橢圓 73"/>
            <p:cNvSpPr/>
            <p:nvPr/>
          </p:nvSpPr>
          <p:spPr>
            <a:xfrm>
              <a:off x="5344688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5" name="橢圓 74"/>
            <p:cNvSpPr/>
            <p:nvPr/>
          </p:nvSpPr>
          <p:spPr>
            <a:xfrm>
              <a:off x="5344688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6" name="橢圓 75"/>
            <p:cNvSpPr/>
            <p:nvPr/>
          </p:nvSpPr>
          <p:spPr>
            <a:xfrm>
              <a:off x="5344688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橢圓 76"/>
            <p:cNvSpPr/>
            <p:nvPr/>
          </p:nvSpPr>
          <p:spPr>
            <a:xfrm>
              <a:off x="5344688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橢圓 77"/>
            <p:cNvSpPr/>
            <p:nvPr/>
          </p:nvSpPr>
          <p:spPr>
            <a:xfrm>
              <a:off x="5344688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9" name="橢圓 78"/>
            <p:cNvSpPr/>
            <p:nvPr/>
          </p:nvSpPr>
          <p:spPr>
            <a:xfrm>
              <a:off x="5953125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0" name="橢圓 79"/>
            <p:cNvSpPr/>
            <p:nvPr/>
          </p:nvSpPr>
          <p:spPr>
            <a:xfrm>
              <a:off x="5953125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1" name="橢圓 80"/>
            <p:cNvSpPr/>
            <p:nvPr/>
          </p:nvSpPr>
          <p:spPr>
            <a:xfrm>
              <a:off x="5953125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2" name="橢圓 81"/>
            <p:cNvSpPr/>
            <p:nvPr/>
          </p:nvSpPr>
          <p:spPr>
            <a:xfrm>
              <a:off x="5953125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3" name="橢圓 82"/>
            <p:cNvSpPr/>
            <p:nvPr/>
          </p:nvSpPr>
          <p:spPr>
            <a:xfrm>
              <a:off x="5953125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4" name="橢圓 83"/>
            <p:cNvSpPr/>
            <p:nvPr/>
          </p:nvSpPr>
          <p:spPr>
            <a:xfrm>
              <a:off x="5953125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5" name="橢圓 84"/>
            <p:cNvSpPr/>
            <p:nvPr/>
          </p:nvSpPr>
          <p:spPr>
            <a:xfrm>
              <a:off x="5953125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6" name="橢圓 85"/>
            <p:cNvSpPr/>
            <p:nvPr/>
          </p:nvSpPr>
          <p:spPr>
            <a:xfrm>
              <a:off x="5953125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7" name="橢圓 86"/>
            <p:cNvSpPr/>
            <p:nvPr/>
          </p:nvSpPr>
          <p:spPr>
            <a:xfrm>
              <a:off x="5953125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88" name="橢圓 87"/>
            <p:cNvSpPr/>
            <p:nvPr/>
          </p:nvSpPr>
          <p:spPr>
            <a:xfrm>
              <a:off x="6561852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9" name="橢圓 88"/>
            <p:cNvSpPr/>
            <p:nvPr/>
          </p:nvSpPr>
          <p:spPr>
            <a:xfrm>
              <a:off x="6561852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0" name="橢圓 89"/>
            <p:cNvSpPr/>
            <p:nvPr/>
          </p:nvSpPr>
          <p:spPr>
            <a:xfrm>
              <a:off x="6561852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1" name="橢圓 90"/>
            <p:cNvSpPr/>
            <p:nvPr/>
          </p:nvSpPr>
          <p:spPr>
            <a:xfrm>
              <a:off x="6561852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2" name="橢圓 91"/>
            <p:cNvSpPr/>
            <p:nvPr/>
          </p:nvSpPr>
          <p:spPr>
            <a:xfrm>
              <a:off x="6561852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3" name="橢圓 92"/>
            <p:cNvSpPr/>
            <p:nvPr/>
          </p:nvSpPr>
          <p:spPr>
            <a:xfrm>
              <a:off x="6561852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4" name="橢圓 93"/>
            <p:cNvSpPr/>
            <p:nvPr/>
          </p:nvSpPr>
          <p:spPr>
            <a:xfrm>
              <a:off x="6561852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5" name="橢圓 94"/>
            <p:cNvSpPr/>
            <p:nvPr/>
          </p:nvSpPr>
          <p:spPr>
            <a:xfrm>
              <a:off x="6561852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6" name="橢圓 95"/>
            <p:cNvSpPr/>
            <p:nvPr/>
          </p:nvSpPr>
          <p:spPr>
            <a:xfrm>
              <a:off x="6561852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7" name="直線單箭頭接點 96"/>
            <p:cNvCxnSpPr/>
            <p:nvPr/>
          </p:nvCxnSpPr>
          <p:spPr>
            <a:xfrm flipH="1">
              <a:off x="3859619" y="219928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線單箭頭接點 98"/>
            <p:cNvCxnSpPr/>
            <p:nvPr/>
          </p:nvCxnSpPr>
          <p:spPr>
            <a:xfrm flipH="1">
              <a:off x="4468056" y="2204606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線單箭頭接點 99"/>
            <p:cNvCxnSpPr/>
            <p:nvPr/>
          </p:nvCxnSpPr>
          <p:spPr>
            <a:xfrm flipH="1">
              <a:off x="5076493" y="219928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線單箭頭接點 100"/>
            <p:cNvCxnSpPr/>
            <p:nvPr/>
          </p:nvCxnSpPr>
          <p:spPr>
            <a:xfrm flipH="1">
              <a:off x="5684930" y="219928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線單箭頭接點 101"/>
            <p:cNvCxnSpPr/>
            <p:nvPr/>
          </p:nvCxnSpPr>
          <p:spPr>
            <a:xfrm flipH="1">
              <a:off x="6293657" y="2208271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線單箭頭接點 102"/>
            <p:cNvCxnSpPr/>
            <p:nvPr/>
          </p:nvCxnSpPr>
          <p:spPr>
            <a:xfrm flipH="1">
              <a:off x="3859619" y="282129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線單箭頭接點 104"/>
            <p:cNvCxnSpPr/>
            <p:nvPr/>
          </p:nvCxnSpPr>
          <p:spPr>
            <a:xfrm flipH="1">
              <a:off x="5076493" y="282129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線單箭頭接點 107"/>
            <p:cNvCxnSpPr/>
            <p:nvPr/>
          </p:nvCxnSpPr>
          <p:spPr>
            <a:xfrm flipH="1">
              <a:off x="3859619" y="3437982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線單箭頭接點 109"/>
            <p:cNvCxnSpPr/>
            <p:nvPr/>
          </p:nvCxnSpPr>
          <p:spPr>
            <a:xfrm flipH="1">
              <a:off x="5076493" y="3437982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線單箭頭接點 113"/>
            <p:cNvCxnSpPr/>
            <p:nvPr/>
          </p:nvCxnSpPr>
          <p:spPr>
            <a:xfrm flipH="1">
              <a:off x="4468056" y="4049355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線單箭頭接點 115"/>
            <p:cNvCxnSpPr/>
            <p:nvPr/>
          </p:nvCxnSpPr>
          <p:spPr>
            <a:xfrm flipH="1">
              <a:off x="5684930" y="4044038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線單箭頭接點 116"/>
            <p:cNvCxnSpPr/>
            <p:nvPr/>
          </p:nvCxnSpPr>
          <p:spPr>
            <a:xfrm flipH="1">
              <a:off x="6293657" y="4053020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線單箭頭接點 118"/>
            <p:cNvCxnSpPr/>
            <p:nvPr/>
          </p:nvCxnSpPr>
          <p:spPr>
            <a:xfrm flipH="1">
              <a:off x="4468056" y="466604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線單箭頭接點 120"/>
            <p:cNvCxnSpPr/>
            <p:nvPr/>
          </p:nvCxnSpPr>
          <p:spPr>
            <a:xfrm flipH="1">
              <a:off x="5684930" y="4660726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線單箭頭接點 121"/>
            <p:cNvCxnSpPr/>
            <p:nvPr/>
          </p:nvCxnSpPr>
          <p:spPr>
            <a:xfrm flipH="1">
              <a:off x="6293657" y="4669708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線單箭頭接點 122"/>
            <p:cNvCxnSpPr>
              <a:stCxn id="21" idx="0"/>
              <a:endCxn id="20" idx="4"/>
            </p:cNvCxnSpPr>
            <p:nvPr/>
          </p:nvCxnSpPr>
          <p:spPr>
            <a:xfrm flipV="1">
              <a:off x="4297935" y="4834906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線單箭頭接點 124"/>
            <p:cNvCxnSpPr/>
            <p:nvPr/>
          </p:nvCxnSpPr>
          <p:spPr>
            <a:xfrm flipH="1">
              <a:off x="5076493" y="529336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線單箭頭接點 127"/>
            <p:cNvCxnSpPr>
              <a:stCxn id="22" idx="0"/>
              <a:endCxn id="21" idx="4"/>
            </p:cNvCxnSpPr>
            <p:nvPr/>
          </p:nvCxnSpPr>
          <p:spPr>
            <a:xfrm flipV="1">
              <a:off x="4297935" y="5452377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線單箭頭接點 129"/>
            <p:cNvCxnSpPr/>
            <p:nvPr/>
          </p:nvCxnSpPr>
          <p:spPr>
            <a:xfrm flipH="1">
              <a:off x="5076493" y="589941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線單箭頭接點 133"/>
            <p:cNvCxnSpPr>
              <a:stCxn id="68" idx="0"/>
              <a:endCxn id="67" idx="4"/>
            </p:cNvCxnSpPr>
            <p:nvPr/>
          </p:nvCxnSpPr>
          <p:spPr>
            <a:xfrm flipV="1">
              <a:off x="4906372" y="6069848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線單箭頭接點 135"/>
            <p:cNvCxnSpPr/>
            <p:nvPr/>
          </p:nvCxnSpPr>
          <p:spPr>
            <a:xfrm flipH="1">
              <a:off x="5684930" y="6516108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線單箭頭接點 136"/>
            <p:cNvCxnSpPr>
              <a:stCxn id="95" idx="0"/>
              <a:endCxn id="94" idx="4"/>
            </p:cNvCxnSpPr>
            <p:nvPr/>
          </p:nvCxnSpPr>
          <p:spPr>
            <a:xfrm flipV="1">
              <a:off x="6731973" y="6069848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線單箭頭接點 138"/>
            <p:cNvCxnSpPr>
              <a:stCxn id="69" idx="0"/>
              <a:endCxn id="68" idx="4"/>
            </p:cNvCxnSpPr>
            <p:nvPr/>
          </p:nvCxnSpPr>
          <p:spPr>
            <a:xfrm flipV="1">
              <a:off x="4906372" y="6687319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線單箭頭接點 140"/>
            <p:cNvCxnSpPr/>
            <p:nvPr/>
          </p:nvCxnSpPr>
          <p:spPr>
            <a:xfrm flipH="1" flipV="1">
              <a:off x="5684930" y="714342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線單箭頭接點 141"/>
            <p:cNvCxnSpPr>
              <a:stCxn id="96" idx="0"/>
              <a:endCxn id="95" idx="4"/>
            </p:cNvCxnSpPr>
            <p:nvPr/>
          </p:nvCxnSpPr>
          <p:spPr>
            <a:xfrm flipV="1">
              <a:off x="6731973" y="6687319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線單箭頭接點 142"/>
            <p:cNvCxnSpPr/>
            <p:nvPr/>
          </p:nvCxnSpPr>
          <p:spPr>
            <a:xfrm flipV="1">
              <a:off x="3689498" y="2370326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線單箭頭接點 145"/>
            <p:cNvCxnSpPr/>
            <p:nvPr/>
          </p:nvCxnSpPr>
          <p:spPr>
            <a:xfrm flipV="1">
              <a:off x="3689498" y="2985145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線單箭頭接點 147"/>
            <p:cNvCxnSpPr/>
            <p:nvPr/>
          </p:nvCxnSpPr>
          <p:spPr>
            <a:xfrm flipV="1">
              <a:off x="3689498" y="3599964"/>
              <a:ext cx="0" cy="27539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線單箭頭接點 148"/>
            <p:cNvCxnSpPr/>
            <p:nvPr/>
          </p:nvCxnSpPr>
          <p:spPr>
            <a:xfrm flipV="1">
              <a:off x="3689498" y="4220087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線單箭頭接點 151"/>
            <p:cNvCxnSpPr/>
            <p:nvPr/>
          </p:nvCxnSpPr>
          <p:spPr>
            <a:xfrm flipV="1">
              <a:off x="3684525" y="4834906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線單箭頭接點 153"/>
            <p:cNvCxnSpPr/>
            <p:nvPr/>
          </p:nvCxnSpPr>
          <p:spPr>
            <a:xfrm flipV="1">
              <a:off x="3681782" y="5452377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線單箭頭接點 154"/>
            <p:cNvCxnSpPr/>
            <p:nvPr/>
          </p:nvCxnSpPr>
          <p:spPr>
            <a:xfrm flipV="1">
              <a:off x="3681782" y="6072500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線單箭頭接點 194"/>
            <p:cNvCxnSpPr/>
            <p:nvPr/>
          </p:nvCxnSpPr>
          <p:spPr>
            <a:xfrm rot="10800000">
              <a:off x="5635103" y="2320230"/>
              <a:ext cx="36784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線單箭頭接點 201"/>
            <p:cNvCxnSpPr>
              <a:stCxn id="62" idx="2"/>
              <a:endCxn id="17" idx="6"/>
            </p:cNvCxnSpPr>
            <p:nvPr/>
          </p:nvCxnSpPr>
          <p:spPr>
            <a:xfrm flipH="1">
              <a:off x="4468056" y="2814108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直線單箭頭接點 202"/>
            <p:cNvCxnSpPr/>
            <p:nvPr/>
          </p:nvCxnSpPr>
          <p:spPr>
            <a:xfrm rot="10800000">
              <a:off x="6243540" y="2320230"/>
              <a:ext cx="36813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直線單箭頭接點 205"/>
            <p:cNvCxnSpPr>
              <a:stCxn id="81" idx="2"/>
              <a:endCxn id="72" idx="6"/>
            </p:cNvCxnSpPr>
            <p:nvPr/>
          </p:nvCxnSpPr>
          <p:spPr>
            <a:xfrm flipH="1">
              <a:off x="5684930" y="3428927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線單箭頭接點 206"/>
            <p:cNvCxnSpPr>
              <a:stCxn id="63" idx="2"/>
              <a:endCxn id="18" idx="6"/>
            </p:cNvCxnSpPr>
            <p:nvPr/>
          </p:nvCxnSpPr>
          <p:spPr>
            <a:xfrm flipH="1">
              <a:off x="4468056" y="3428927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線單箭頭接點 207"/>
            <p:cNvCxnSpPr/>
            <p:nvPr/>
          </p:nvCxnSpPr>
          <p:spPr>
            <a:xfrm rot="10800000">
              <a:off x="6243540" y="2935049"/>
              <a:ext cx="36813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線單箭頭接點 208"/>
            <p:cNvCxnSpPr/>
            <p:nvPr/>
          </p:nvCxnSpPr>
          <p:spPr>
            <a:xfrm rot="10800000">
              <a:off x="5635103" y="4784810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直線單箭頭接點 209"/>
            <p:cNvCxnSpPr/>
            <p:nvPr/>
          </p:nvCxnSpPr>
          <p:spPr>
            <a:xfrm rot="10800000">
              <a:off x="4418229" y="4784810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線單箭頭接點 210"/>
            <p:cNvCxnSpPr/>
            <p:nvPr/>
          </p:nvCxnSpPr>
          <p:spPr>
            <a:xfrm rot="10800000">
              <a:off x="6243540" y="4784810"/>
              <a:ext cx="36813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直線單箭頭接點 211"/>
            <p:cNvCxnSpPr/>
            <p:nvPr/>
          </p:nvCxnSpPr>
          <p:spPr>
            <a:xfrm rot="10800000">
              <a:off x="5635103" y="5402281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直線單箭頭接點 212"/>
            <p:cNvCxnSpPr/>
            <p:nvPr/>
          </p:nvCxnSpPr>
          <p:spPr>
            <a:xfrm rot="10800000">
              <a:off x="4418229" y="5402281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直線單箭頭接點 213"/>
            <p:cNvCxnSpPr/>
            <p:nvPr/>
          </p:nvCxnSpPr>
          <p:spPr>
            <a:xfrm rot="10800000">
              <a:off x="6243540" y="5402281"/>
              <a:ext cx="36813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直線單箭頭接點 232"/>
            <p:cNvCxnSpPr>
              <a:stCxn id="19" idx="2"/>
              <a:endCxn id="9" idx="6"/>
            </p:cNvCxnSpPr>
            <p:nvPr/>
          </p:nvCxnSpPr>
          <p:spPr>
            <a:xfrm flipH="1">
              <a:off x="3859619" y="4046398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直線單箭頭接點 235"/>
            <p:cNvCxnSpPr/>
            <p:nvPr/>
          </p:nvCxnSpPr>
          <p:spPr>
            <a:xfrm rot="10800000">
              <a:off x="3809792" y="4167339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直線單箭頭接點 238"/>
            <p:cNvCxnSpPr/>
            <p:nvPr/>
          </p:nvCxnSpPr>
          <p:spPr>
            <a:xfrm rot="10800000">
              <a:off x="3809792" y="6019752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直線單箭頭接點 241"/>
            <p:cNvCxnSpPr/>
            <p:nvPr/>
          </p:nvCxnSpPr>
          <p:spPr>
            <a:xfrm rot="10800000">
              <a:off x="3809792" y="6637223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直線單箭頭接點 248"/>
            <p:cNvCxnSpPr/>
            <p:nvPr/>
          </p:nvCxnSpPr>
          <p:spPr>
            <a:xfrm flipV="1">
              <a:off x="3684525" y="6689971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直線單箭頭接點 254"/>
            <p:cNvCxnSpPr/>
            <p:nvPr/>
          </p:nvCxnSpPr>
          <p:spPr>
            <a:xfrm rot="10800000">
              <a:off x="5026666" y="6019752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直線單箭頭接點 257"/>
            <p:cNvCxnSpPr/>
            <p:nvPr/>
          </p:nvCxnSpPr>
          <p:spPr>
            <a:xfrm rot="10800000">
              <a:off x="5026666" y="6637223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直線單箭頭接點 260"/>
            <p:cNvCxnSpPr>
              <a:stCxn id="73" idx="2"/>
              <a:endCxn id="64" idx="6"/>
            </p:cNvCxnSpPr>
            <p:nvPr/>
          </p:nvCxnSpPr>
          <p:spPr>
            <a:xfrm flipH="1">
              <a:off x="5076493" y="4046398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直線單箭頭接點 263"/>
            <p:cNvCxnSpPr>
              <a:stCxn id="74" idx="2"/>
              <a:endCxn id="65" idx="6"/>
            </p:cNvCxnSpPr>
            <p:nvPr/>
          </p:nvCxnSpPr>
          <p:spPr>
            <a:xfrm flipH="1">
              <a:off x="5076493" y="4663869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內容版面配置區 5"/>
          <p:cNvSpPr>
            <a:spLocks noGrp="1"/>
          </p:cNvSpPr>
          <p:nvPr>
            <p:ph idx="1"/>
          </p:nvPr>
        </p:nvSpPr>
        <p:spPr>
          <a:xfrm>
            <a:off x="503999" y="1769043"/>
            <a:ext cx="3810868" cy="4384438"/>
          </a:xfrm>
        </p:spPr>
        <p:txBody>
          <a:bodyPr/>
          <a:lstStyle/>
          <a:p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Step 3</a:t>
            </a:r>
            <a:endParaRPr lang="zh-TW" alt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26" name="矩形: 圓角 125"/>
          <p:cNvSpPr/>
          <p:nvPr/>
        </p:nvSpPr>
        <p:spPr>
          <a:xfrm>
            <a:off x="4314867" y="2512950"/>
            <a:ext cx="4856429" cy="4350152"/>
          </a:xfrm>
          <a:prstGeom prst="roundRect">
            <a:avLst/>
          </a:prstGeom>
          <a:noFill/>
          <a:ln w="412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78374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3998" y="285556"/>
            <a:ext cx="9071643" cy="1262155"/>
          </a:xfrm>
        </p:spPr>
        <p:txBody>
          <a:bodyPr/>
          <a:lstStyle/>
          <a:p>
            <a:r>
              <a:rPr lang="en-US" altLang="zh-TW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Algorithm</a:t>
            </a:r>
            <a:endParaRPr lang="zh-TW" altLang="en-US" b="1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25</a:t>
            </a:fld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4559612" y="1264383"/>
          <a:ext cx="4284000" cy="612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25" name="群組 24"/>
          <p:cNvGrpSpPr/>
          <p:nvPr/>
        </p:nvGrpSpPr>
        <p:grpSpPr>
          <a:xfrm>
            <a:off x="5312082" y="2028251"/>
            <a:ext cx="3382717" cy="5276539"/>
            <a:chOff x="3519377" y="2028251"/>
            <a:chExt cx="3382717" cy="5276539"/>
          </a:xfrm>
        </p:grpSpPr>
        <p:sp>
          <p:nvSpPr>
            <p:cNvPr id="3" name="橢圓 2"/>
            <p:cNvSpPr/>
            <p:nvPr/>
          </p:nvSpPr>
          <p:spPr>
            <a:xfrm>
              <a:off x="3519377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7" name="橢圓 6"/>
            <p:cNvSpPr/>
            <p:nvPr/>
          </p:nvSpPr>
          <p:spPr>
            <a:xfrm>
              <a:off x="3519377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橢圓 7"/>
            <p:cNvSpPr/>
            <p:nvPr/>
          </p:nvSpPr>
          <p:spPr>
            <a:xfrm>
              <a:off x="3519377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橢圓 8"/>
            <p:cNvSpPr/>
            <p:nvPr/>
          </p:nvSpPr>
          <p:spPr>
            <a:xfrm>
              <a:off x="3519377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橢圓 9"/>
            <p:cNvSpPr/>
            <p:nvPr/>
          </p:nvSpPr>
          <p:spPr>
            <a:xfrm>
              <a:off x="3519377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橢圓 11"/>
            <p:cNvSpPr/>
            <p:nvPr/>
          </p:nvSpPr>
          <p:spPr>
            <a:xfrm>
              <a:off x="3519377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橢圓 12"/>
            <p:cNvSpPr/>
            <p:nvPr/>
          </p:nvSpPr>
          <p:spPr>
            <a:xfrm>
              <a:off x="3519377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橢圓 13"/>
            <p:cNvSpPr/>
            <p:nvPr/>
          </p:nvSpPr>
          <p:spPr>
            <a:xfrm>
              <a:off x="3519377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橢圓 14"/>
            <p:cNvSpPr/>
            <p:nvPr/>
          </p:nvSpPr>
          <p:spPr>
            <a:xfrm>
              <a:off x="3519377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橢圓 15"/>
            <p:cNvSpPr/>
            <p:nvPr/>
          </p:nvSpPr>
          <p:spPr>
            <a:xfrm>
              <a:off x="4127814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橢圓 16"/>
            <p:cNvSpPr/>
            <p:nvPr/>
          </p:nvSpPr>
          <p:spPr>
            <a:xfrm>
              <a:off x="4127814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橢圓 17"/>
            <p:cNvSpPr/>
            <p:nvPr/>
          </p:nvSpPr>
          <p:spPr>
            <a:xfrm>
              <a:off x="4127814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橢圓 18"/>
            <p:cNvSpPr/>
            <p:nvPr/>
          </p:nvSpPr>
          <p:spPr>
            <a:xfrm>
              <a:off x="4127814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橢圓 19"/>
            <p:cNvSpPr/>
            <p:nvPr/>
          </p:nvSpPr>
          <p:spPr>
            <a:xfrm>
              <a:off x="4127814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橢圓 20"/>
            <p:cNvSpPr/>
            <p:nvPr/>
          </p:nvSpPr>
          <p:spPr>
            <a:xfrm>
              <a:off x="4127814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橢圓 21"/>
            <p:cNvSpPr/>
            <p:nvPr/>
          </p:nvSpPr>
          <p:spPr>
            <a:xfrm>
              <a:off x="4127814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橢圓 22"/>
            <p:cNvSpPr/>
            <p:nvPr/>
          </p:nvSpPr>
          <p:spPr>
            <a:xfrm>
              <a:off x="4127814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橢圓 23"/>
            <p:cNvSpPr/>
            <p:nvPr/>
          </p:nvSpPr>
          <p:spPr>
            <a:xfrm>
              <a:off x="4127814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1" name="橢圓 60"/>
            <p:cNvSpPr/>
            <p:nvPr/>
          </p:nvSpPr>
          <p:spPr>
            <a:xfrm>
              <a:off x="4736251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62" name="橢圓 61"/>
            <p:cNvSpPr/>
            <p:nvPr/>
          </p:nvSpPr>
          <p:spPr>
            <a:xfrm>
              <a:off x="4736251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3" name="橢圓 62"/>
            <p:cNvSpPr/>
            <p:nvPr/>
          </p:nvSpPr>
          <p:spPr>
            <a:xfrm>
              <a:off x="4736251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4" name="橢圓 63"/>
            <p:cNvSpPr/>
            <p:nvPr/>
          </p:nvSpPr>
          <p:spPr>
            <a:xfrm>
              <a:off x="4736251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5" name="橢圓 64"/>
            <p:cNvSpPr/>
            <p:nvPr/>
          </p:nvSpPr>
          <p:spPr>
            <a:xfrm>
              <a:off x="4736251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6" name="橢圓 65"/>
            <p:cNvSpPr/>
            <p:nvPr/>
          </p:nvSpPr>
          <p:spPr>
            <a:xfrm>
              <a:off x="4736251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7" name="橢圓 66"/>
            <p:cNvSpPr/>
            <p:nvPr/>
          </p:nvSpPr>
          <p:spPr>
            <a:xfrm>
              <a:off x="4736251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8" name="橢圓 67"/>
            <p:cNvSpPr/>
            <p:nvPr/>
          </p:nvSpPr>
          <p:spPr>
            <a:xfrm>
              <a:off x="4736251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9" name="橢圓 68"/>
            <p:cNvSpPr/>
            <p:nvPr/>
          </p:nvSpPr>
          <p:spPr>
            <a:xfrm>
              <a:off x="4736251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0" name="橢圓 69"/>
            <p:cNvSpPr/>
            <p:nvPr/>
          </p:nvSpPr>
          <p:spPr>
            <a:xfrm>
              <a:off x="5344688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1" name="橢圓 70"/>
            <p:cNvSpPr/>
            <p:nvPr/>
          </p:nvSpPr>
          <p:spPr>
            <a:xfrm>
              <a:off x="5344688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橢圓 71"/>
            <p:cNvSpPr/>
            <p:nvPr/>
          </p:nvSpPr>
          <p:spPr>
            <a:xfrm>
              <a:off x="5344688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" name="橢圓 72"/>
            <p:cNvSpPr/>
            <p:nvPr/>
          </p:nvSpPr>
          <p:spPr>
            <a:xfrm>
              <a:off x="5344688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橢圓 73"/>
            <p:cNvSpPr/>
            <p:nvPr/>
          </p:nvSpPr>
          <p:spPr>
            <a:xfrm>
              <a:off x="5344688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5" name="橢圓 74"/>
            <p:cNvSpPr/>
            <p:nvPr/>
          </p:nvSpPr>
          <p:spPr>
            <a:xfrm>
              <a:off x="5344688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6" name="橢圓 75"/>
            <p:cNvSpPr/>
            <p:nvPr/>
          </p:nvSpPr>
          <p:spPr>
            <a:xfrm>
              <a:off x="5344688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橢圓 76"/>
            <p:cNvSpPr/>
            <p:nvPr/>
          </p:nvSpPr>
          <p:spPr>
            <a:xfrm>
              <a:off x="5344688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橢圓 77"/>
            <p:cNvSpPr/>
            <p:nvPr/>
          </p:nvSpPr>
          <p:spPr>
            <a:xfrm>
              <a:off x="5344688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9" name="橢圓 78"/>
            <p:cNvSpPr/>
            <p:nvPr/>
          </p:nvSpPr>
          <p:spPr>
            <a:xfrm>
              <a:off x="5953125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0" name="橢圓 79"/>
            <p:cNvSpPr/>
            <p:nvPr/>
          </p:nvSpPr>
          <p:spPr>
            <a:xfrm>
              <a:off x="5953125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1" name="橢圓 80"/>
            <p:cNvSpPr/>
            <p:nvPr/>
          </p:nvSpPr>
          <p:spPr>
            <a:xfrm>
              <a:off x="5953125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2" name="橢圓 81"/>
            <p:cNvSpPr/>
            <p:nvPr/>
          </p:nvSpPr>
          <p:spPr>
            <a:xfrm>
              <a:off x="5953125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3" name="橢圓 82"/>
            <p:cNvSpPr/>
            <p:nvPr/>
          </p:nvSpPr>
          <p:spPr>
            <a:xfrm>
              <a:off x="5953125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4" name="橢圓 83"/>
            <p:cNvSpPr/>
            <p:nvPr/>
          </p:nvSpPr>
          <p:spPr>
            <a:xfrm>
              <a:off x="5953125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5" name="橢圓 84"/>
            <p:cNvSpPr/>
            <p:nvPr/>
          </p:nvSpPr>
          <p:spPr>
            <a:xfrm>
              <a:off x="5953125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6" name="橢圓 85"/>
            <p:cNvSpPr/>
            <p:nvPr/>
          </p:nvSpPr>
          <p:spPr>
            <a:xfrm>
              <a:off x="5953125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7" name="橢圓 86"/>
            <p:cNvSpPr/>
            <p:nvPr/>
          </p:nvSpPr>
          <p:spPr>
            <a:xfrm>
              <a:off x="5953125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88" name="橢圓 87"/>
            <p:cNvSpPr/>
            <p:nvPr/>
          </p:nvSpPr>
          <p:spPr>
            <a:xfrm>
              <a:off x="6561852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9" name="橢圓 88"/>
            <p:cNvSpPr/>
            <p:nvPr/>
          </p:nvSpPr>
          <p:spPr>
            <a:xfrm>
              <a:off x="6561852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0" name="橢圓 89"/>
            <p:cNvSpPr/>
            <p:nvPr/>
          </p:nvSpPr>
          <p:spPr>
            <a:xfrm>
              <a:off x="6561852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1" name="橢圓 90"/>
            <p:cNvSpPr/>
            <p:nvPr/>
          </p:nvSpPr>
          <p:spPr>
            <a:xfrm>
              <a:off x="6561852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2" name="橢圓 91"/>
            <p:cNvSpPr/>
            <p:nvPr/>
          </p:nvSpPr>
          <p:spPr>
            <a:xfrm>
              <a:off x="6561852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3" name="橢圓 92"/>
            <p:cNvSpPr/>
            <p:nvPr/>
          </p:nvSpPr>
          <p:spPr>
            <a:xfrm>
              <a:off x="6561852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4" name="橢圓 93"/>
            <p:cNvSpPr/>
            <p:nvPr/>
          </p:nvSpPr>
          <p:spPr>
            <a:xfrm>
              <a:off x="6561852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5" name="橢圓 94"/>
            <p:cNvSpPr/>
            <p:nvPr/>
          </p:nvSpPr>
          <p:spPr>
            <a:xfrm>
              <a:off x="6561852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6" name="橢圓 95"/>
            <p:cNvSpPr/>
            <p:nvPr/>
          </p:nvSpPr>
          <p:spPr>
            <a:xfrm>
              <a:off x="6561852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7" name="直線單箭頭接點 96"/>
            <p:cNvCxnSpPr/>
            <p:nvPr/>
          </p:nvCxnSpPr>
          <p:spPr>
            <a:xfrm flipH="1">
              <a:off x="3859619" y="219928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線單箭頭接點 98"/>
            <p:cNvCxnSpPr/>
            <p:nvPr/>
          </p:nvCxnSpPr>
          <p:spPr>
            <a:xfrm flipH="1">
              <a:off x="4468056" y="2204606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線單箭頭接點 99"/>
            <p:cNvCxnSpPr/>
            <p:nvPr/>
          </p:nvCxnSpPr>
          <p:spPr>
            <a:xfrm flipH="1">
              <a:off x="5076493" y="219928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線單箭頭接點 100"/>
            <p:cNvCxnSpPr/>
            <p:nvPr/>
          </p:nvCxnSpPr>
          <p:spPr>
            <a:xfrm flipH="1">
              <a:off x="5684930" y="219928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線單箭頭接點 101"/>
            <p:cNvCxnSpPr/>
            <p:nvPr/>
          </p:nvCxnSpPr>
          <p:spPr>
            <a:xfrm flipH="1">
              <a:off x="6293657" y="2208271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線單箭頭接點 102"/>
            <p:cNvCxnSpPr/>
            <p:nvPr/>
          </p:nvCxnSpPr>
          <p:spPr>
            <a:xfrm flipH="1">
              <a:off x="3859619" y="282129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線單箭頭接點 104"/>
            <p:cNvCxnSpPr/>
            <p:nvPr/>
          </p:nvCxnSpPr>
          <p:spPr>
            <a:xfrm flipH="1">
              <a:off x="5076493" y="282129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線單箭頭接點 107"/>
            <p:cNvCxnSpPr/>
            <p:nvPr/>
          </p:nvCxnSpPr>
          <p:spPr>
            <a:xfrm flipH="1">
              <a:off x="3859619" y="3437982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線單箭頭接點 109"/>
            <p:cNvCxnSpPr/>
            <p:nvPr/>
          </p:nvCxnSpPr>
          <p:spPr>
            <a:xfrm flipH="1">
              <a:off x="5076493" y="3437982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線單箭頭接點 113"/>
            <p:cNvCxnSpPr/>
            <p:nvPr/>
          </p:nvCxnSpPr>
          <p:spPr>
            <a:xfrm flipH="1">
              <a:off x="4468056" y="4049355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線單箭頭接點 115"/>
            <p:cNvCxnSpPr/>
            <p:nvPr/>
          </p:nvCxnSpPr>
          <p:spPr>
            <a:xfrm flipH="1">
              <a:off x="5684930" y="4044038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線單箭頭接點 116"/>
            <p:cNvCxnSpPr/>
            <p:nvPr/>
          </p:nvCxnSpPr>
          <p:spPr>
            <a:xfrm flipH="1">
              <a:off x="6293657" y="4053020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線單箭頭接點 118"/>
            <p:cNvCxnSpPr/>
            <p:nvPr/>
          </p:nvCxnSpPr>
          <p:spPr>
            <a:xfrm flipH="1">
              <a:off x="4468056" y="466604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線單箭頭接點 120"/>
            <p:cNvCxnSpPr/>
            <p:nvPr/>
          </p:nvCxnSpPr>
          <p:spPr>
            <a:xfrm flipH="1">
              <a:off x="5684930" y="4660726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線單箭頭接點 121"/>
            <p:cNvCxnSpPr/>
            <p:nvPr/>
          </p:nvCxnSpPr>
          <p:spPr>
            <a:xfrm flipH="1">
              <a:off x="6293657" y="4669708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線單箭頭接點 122"/>
            <p:cNvCxnSpPr>
              <a:stCxn id="21" idx="0"/>
              <a:endCxn id="20" idx="4"/>
            </p:cNvCxnSpPr>
            <p:nvPr/>
          </p:nvCxnSpPr>
          <p:spPr>
            <a:xfrm flipV="1">
              <a:off x="4297935" y="4834906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線單箭頭接點 124"/>
            <p:cNvCxnSpPr/>
            <p:nvPr/>
          </p:nvCxnSpPr>
          <p:spPr>
            <a:xfrm flipH="1">
              <a:off x="5076493" y="529336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線單箭頭接點 127"/>
            <p:cNvCxnSpPr>
              <a:stCxn id="22" idx="0"/>
              <a:endCxn id="21" idx="4"/>
            </p:cNvCxnSpPr>
            <p:nvPr/>
          </p:nvCxnSpPr>
          <p:spPr>
            <a:xfrm flipV="1">
              <a:off x="4297935" y="5452377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線單箭頭接點 129"/>
            <p:cNvCxnSpPr/>
            <p:nvPr/>
          </p:nvCxnSpPr>
          <p:spPr>
            <a:xfrm flipH="1">
              <a:off x="5076493" y="589941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線單箭頭接點 133"/>
            <p:cNvCxnSpPr>
              <a:stCxn id="68" idx="0"/>
              <a:endCxn id="67" idx="4"/>
            </p:cNvCxnSpPr>
            <p:nvPr/>
          </p:nvCxnSpPr>
          <p:spPr>
            <a:xfrm flipV="1">
              <a:off x="4906372" y="6069848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線單箭頭接點 135"/>
            <p:cNvCxnSpPr/>
            <p:nvPr/>
          </p:nvCxnSpPr>
          <p:spPr>
            <a:xfrm flipH="1">
              <a:off x="5684930" y="6516108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線單箭頭接點 136"/>
            <p:cNvCxnSpPr>
              <a:stCxn id="95" idx="0"/>
              <a:endCxn id="94" idx="4"/>
            </p:cNvCxnSpPr>
            <p:nvPr/>
          </p:nvCxnSpPr>
          <p:spPr>
            <a:xfrm flipV="1">
              <a:off x="6731973" y="6069848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線單箭頭接點 138"/>
            <p:cNvCxnSpPr>
              <a:stCxn id="69" idx="0"/>
              <a:endCxn id="68" idx="4"/>
            </p:cNvCxnSpPr>
            <p:nvPr/>
          </p:nvCxnSpPr>
          <p:spPr>
            <a:xfrm flipV="1">
              <a:off x="4906372" y="6687319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線單箭頭接點 140"/>
            <p:cNvCxnSpPr/>
            <p:nvPr/>
          </p:nvCxnSpPr>
          <p:spPr>
            <a:xfrm flipH="1" flipV="1">
              <a:off x="5684930" y="714342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線單箭頭接點 141"/>
            <p:cNvCxnSpPr>
              <a:stCxn id="96" idx="0"/>
              <a:endCxn id="95" idx="4"/>
            </p:cNvCxnSpPr>
            <p:nvPr/>
          </p:nvCxnSpPr>
          <p:spPr>
            <a:xfrm flipV="1">
              <a:off x="6731973" y="6687319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線單箭頭接點 142"/>
            <p:cNvCxnSpPr/>
            <p:nvPr/>
          </p:nvCxnSpPr>
          <p:spPr>
            <a:xfrm flipV="1">
              <a:off x="3689498" y="2370326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線單箭頭接點 145"/>
            <p:cNvCxnSpPr/>
            <p:nvPr/>
          </p:nvCxnSpPr>
          <p:spPr>
            <a:xfrm flipV="1">
              <a:off x="3689498" y="2985145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線單箭頭接點 147"/>
            <p:cNvCxnSpPr/>
            <p:nvPr/>
          </p:nvCxnSpPr>
          <p:spPr>
            <a:xfrm flipV="1">
              <a:off x="3689498" y="3599964"/>
              <a:ext cx="0" cy="27539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線單箭頭接點 148"/>
            <p:cNvCxnSpPr/>
            <p:nvPr/>
          </p:nvCxnSpPr>
          <p:spPr>
            <a:xfrm flipV="1">
              <a:off x="3689498" y="4220087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線單箭頭接點 151"/>
            <p:cNvCxnSpPr/>
            <p:nvPr/>
          </p:nvCxnSpPr>
          <p:spPr>
            <a:xfrm flipV="1">
              <a:off x="3684525" y="4834906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線單箭頭接點 153"/>
            <p:cNvCxnSpPr/>
            <p:nvPr/>
          </p:nvCxnSpPr>
          <p:spPr>
            <a:xfrm flipV="1">
              <a:off x="3681782" y="5452377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線單箭頭接點 154"/>
            <p:cNvCxnSpPr/>
            <p:nvPr/>
          </p:nvCxnSpPr>
          <p:spPr>
            <a:xfrm flipV="1">
              <a:off x="3681782" y="6072500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線單箭頭接點 194"/>
            <p:cNvCxnSpPr/>
            <p:nvPr/>
          </p:nvCxnSpPr>
          <p:spPr>
            <a:xfrm rot="10800000">
              <a:off x="5635103" y="2320230"/>
              <a:ext cx="36784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線單箭頭接點 201"/>
            <p:cNvCxnSpPr>
              <a:stCxn id="62" idx="2"/>
              <a:endCxn id="17" idx="6"/>
            </p:cNvCxnSpPr>
            <p:nvPr/>
          </p:nvCxnSpPr>
          <p:spPr>
            <a:xfrm flipH="1">
              <a:off x="4468056" y="2814108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直線單箭頭接點 202"/>
            <p:cNvCxnSpPr/>
            <p:nvPr/>
          </p:nvCxnSpPr>
          <p:spPr>
            <a:xfrm rot="10800000">
              <a:off x="6243540" y="2320230"/>
              <a:ext cx="36813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直線單箭頭接點 205"/>
            <p:cNvCxnSpPr>
              <a:stCxn id="81" idx="2"/>
              <a:endCxn id="72" idx="6"/>
            </p:cNvCxnSpPr>
            <p:nvPr/>
          </p:nvCxnSpPr>
          <p:spPr>
            <a:xfrm flipH="1">
              <a:off x="5684930" y="3428927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線單箭頭接點 206"/>
            <p:cNvCxnSpPr>
              <a:stCxn id="63" idx="2"/>
              <a:endCxn id="18" idx="6"/>
            </p:cNvCxnSpPr>
            <p:nvPr/>
          </p:nvCxnSpPr>
          <p:spPr>
            <a:xfrm flipH="1">
              <a:off x="4468056" y="3428927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線單箭頭接點 207"/>
            <p:cNvCxnSpPr/>
            <p:nvPr/>
          </p:nvCxnSpPr>
          <p:spPr>
            <a:xfrm rot="10800000">
              <a:off x="6243540" y="2935049"/>
              <a:ext cx="36813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線單箭頭接點 208"/>
            <p:cNvCxnSpPr>
              <a:stCxn id="84" idx="2"/>
              <a:endCxn id="75" idx="6"/>
            </p:cNvCxnSpPr>
            <p:nvPr/>
          </p:nvCxnSpPr>
          <p:spPr>
            <a:xfrm flipH="1">
              <a:off x="5684930" y="5281340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直線單箭頭接點 209"/>
            <p:cNvCxnSpPr/>
            <p:nvPr/>
          </p:nvCxnSpPr>
          <p:spPr>
            <a:xfrm rot="10800000">
              <a:off x="4418229" y="4784810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線單箭頭接點 210"/>
            <p:cNvCxnSpPr/>
            <p:nvPr/>
          </p:nvCxnSpPr>
          <p:spPr>
            <a:xfrm rot="10800000">
              <a:off x="6243540" y="4784810"/>
              <a:ext cx="36813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直線單箭頭接點 211"/>
            <p:cNvCxnSpPr/>
            <p:nvPr/>
          </p:nvCxnSpPr>
          <p:spPr>
            <a:xfrm rot="10800000">
              <a:off x="5635103" y="5402281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直線單箭頭接點 212"/>
            <p:cNvCxnSpPr/>
            <p:nvPr/>
          </p:nvCxnSpPr>
          <p:spPr>
            <a:xfrm rot="10800000">
              <a:off x="4418229" y="5402281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直線單箭頭接點 213"/>
            <p:cNvCxnSpPr/>
            <p:nvPr/>
          </p:nvCxnSpPr>
          <p:spPr>
            <a:xfrm rot="10800000">
              <a:off x="6243540" y="5402281"/>
              <a:ext cx="36813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直線單箭頭接點 232"/>
            <p:cNvCxnSpPr>
              <a:stCxn id="19" idx="2"/>
              <a:endCxn id="9" idx="6"/>
            </p:cNvCxnSpPr>
            <p:nvPr/>
          </p:nvCxnSpPr>
          <p:spPr>
            <a:xfrm flipH="1">
              <a:off x="3859619" y="4046398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直線單箭頭接點 235"/>
            <p:cNvCxnSpPr/>
            <p:nvPr/>
          </p:nvCxnSpPr>
          <p:spPr>
            <a:xfrm rot="10800000">
              <a:off x="3809792" y="4167339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直線單箭頭接點 238"/>
            <p:cNvCxnSpPr/>
            <p:nvPr/>
          </p:nvCxnSpPr>
          <p:spPr>
            <a:xfrm rot="10800000">
              <a:off x="3809792" y="6019752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直線單箭頭接點 241"/>
            <p:cNvCxnSpPr/>
            <p:nvPr/>
          </p:nvCxnSpPr>
          <p:spPr>
            <a:xfrm rot="10800000">
              <a:off x="3809792" y="6637223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直線單箭頭接點 248"/>
            <p:cNvCxnSpPr/>
            <p:nvPr/>
          </p:nvCxnSpPr>
          <p:spPr>
            <a:xfrm flipV="1">
              <a:off x="3684525" y="6689971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直線單箭頭接點 254"/>
            <p:cNvCxnSpPr/>
            <p:nvPr/>
          </p:nvCxnSpPr>
          <p:spPr>
            <a:xfrm rot="10800000">
              <a:off x="5026666" y="6019752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直線單箭頭接點 257"/>
            <p:cNvCxnSpPr/>
            <p:nvPr/>
          </p:nvCxnSpPr>
          <p:spPr>
            <a:xfrm rot="10800000">
              <a:off x="5026666" y="6637223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直線單箭頭接點 260"/>
            <p:cNvCxnSpPr>
              <a:stCxn id="73" idx="2"/>
              <a:endCxn id="64" idx="6"/>
            </p:cNvCxnSpPr>
            <p:nvPr/>
          </p:nvCxnSpPr>
          <p:spPr>
            <a:xfrm flipH="1">
              <a:off x="5076493" y="4046398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直線單箭頭接點 263"/>
            <p:cNvCxnSpPr>
              <a:stCxn id="74" idx="2"/>
              <a:endCxn id="65" idx="6"/>
            </p:cNvCxnSpPr>
            <p:nvPr/>
          </p:nvCxnSpPr>
          <p:spPr>
            <a:xfrm flipH="1">
              <a:off x="5076493" y="4663869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內容版面配置區 5"/>
          <p:cNvSpPr>
            <a:spLocks noGrp="1"/>
          </p:cNvSpPr>
          <p:nvPr>
            <p:ph idx="1"/>
          </p:nvPr>
        </p:nvSpPr>
        <p:spPr>
          <a:xfrm>
            <a:off x="503999" y="1769043"/>
            <a:ext cx="3810868" cy="4384438"/>
          </a:xfrm>
        </p:spPr>
        <p:txBody>
          <a:bodyPr/>
          <a:lstStyle/>
          <a:p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Step 3</a:t>
            </a:r>
            <a:endParaRPr lang="zh-TW" alt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26" name="矩形: 圓角 125"/>
          <p:cNvSpPr/>
          <p:nvPr/>
        </p:nvSpPr>
        <p:spPr>
          <a:xfrm>
            <a:off x="4314867" y="2512950"/>
            <a:ext cx="4856429" cy="4350152"/>
          </a:xfrm>
          <a:prstGeom prst="roundRect">
            <a:avLst/>
          </a:prstGeom>
          <a:noFill/>
          <a:ln w="412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21381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3998" y="285556"/>
            <a:ext cx="9071643" cy="1262155"/>
          </a:xfrm>
        </p:spPr>
        <p:txBody>
          <a:bodyPr/>
          <a:lstStyle/>
          <a:p>
            <a:r>
              <a:rPr lang="en-US" altLang="zh-TW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Algorithm</a:t>
            </a:r>
            <a:endParaRPr lang="zh-TW" altLang="en-US" b="1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26</a:t>
            </a:fld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4559612" y="1264383"/>
          <a:ext cx="4284000" cy="612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25" name="群組 24"/>
          <p:cNvGrpSpPr/>
          <p:nvPr/>
        </p:nvGrpSpPr>
        <p:grpSpPr>
          <a:xfrm>
            <a:off x="5312082" y="2028251"/>
            <a:ext cx="3382717" cy="5276539"/>
            <a:chOff x="3519377" y="2028251"/>
            <a:chExt cx="3382717" cy="5276539"/>
          </a:xfrm>
        </p:grpSpPr>
        <p:sp>
          <p:nvSpPr>
            <p:cNvPr id="3" name="橢圓 2"/>
            <p:cNvSpPr/>
            <p:nvPr/>
          </p:nvSpPr>
          <p:spPr>
            <a:xfrm>
              <a:off x="3519377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7" name="橢圓 6"/>
            <p:cNvSpPr/>
            <p:nvPr/>
          </p:nvSpPr>
          <p:spPr>
            <a:xfrm>
              <a:off x="3519377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橢圓 7"/>
            <p:cNvSpPr/>
            <p:nvPr/>
          </p:nvSpPr>
          <p:spPr>
            <a:xfrm>
              <a:off x="3519377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橢圓 8"/>
            <p:cNvSpPr/>
            <p:nvPr/>
          </p:nvSpPr>
          <p:spPr>
            <a:xfrm>
              <a:off x="3519377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橢圓 9"/>
            <p:cNvSpPr/>
            <p:nvPr/>
          </p:nvSpPr>
          <p:spPr>
            <a:xfrm>
              <a:off x="3519377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橢圓 11"/>
            <p:cNvSpPr/>
            <p:nvPr/>
          </p:nvSpPr>
          <p:spPr>
            <a:xfrm>
              <a:off x="3519377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橢圓 12"/>
            <p:cNvSpPr/>
            <p:nvPr/>
          </p:nvSpPr>
          <p:spPr>
            <a:xfrm>
              <a:off x="3519377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橢圓 13"/>
            <p:cNvSpPr/>
            <p:nvPr/>
          </p:nvSpPr>
          <p:spPr>
            <a:xfrm>
              <a:off x="3519377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橢圓 14"/>
            <p:cNvSpPr/>
            <p:nvPr/>
          </p:nvSpPr>
          <p:spPr>
            <a:xfrm>
              <a:off x="3519377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橢圓 15"/>
            <p:cNvSpPr/>
            <p:nvPr/>
          </p:nvSpPr>
          <p:spPr>
            <a:xfrm>
              <a:off x="4127814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橢圓 16"/>
            <p:cNvSpPr/>
            <p:nvPr/>
          </p:nvSpPr>
          <p:spPr>
            <a:xfrm>
              <a:off x="4127814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橢圓 17"/>
            <p:cNvSpPr/>
            <p:nvPr/>
          </p:nvSpPr>
          <p:spPr>
            <a:xfrm>
              <a:off x="4127814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橢圓 18"/>
            <p:cNvSpPr/>
            <p:nvPr/>
          </p:nvSpPr>
          <p:spPr>
            <a:xfrm>
              <a:off x="4127814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橢圓 19"/>
            <p:cNvSpPr/>
            <p:nvPr/>
          </p:nvSpPr>
          <p:spPr>
            <a:xfrm>
              <a:off x="4127814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橢圓 20"/>
            <p:cNvSpPr/>
            <p:nvPr/>
          </p:nvSpPr>
          <p:spPr>
            <a:xfrm>
              <a:off x="4127814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橢圓 21"/>
            <p:cNvSpPr/>
            <p:nvPr/>
          </p:nvSpPr>
          <p:spPr>
            <a:xfrm>
              <a:off x="4127814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橢圓 22"/>
            <p:cNvSpPr/>
            <p:nvPr/>
          </p:nvSpPr>
          <p:spPr>
            <a:xfrm>
              <a:off x="4127814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橢圓 23"/>
            <p:cNvSpPr/>
            <p:nvPr/>
          </p:nvSpPr>
          <p:spPr>
            <a:xfrm>
              <a:off x="4127814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1" name="橢圓 60"/>
            <p:cNvSpPr/>
            <p:nvPr/>
          </p:nvSpPr>
          <p:spPr>
            <a:xfrm>
              <a:off x="4736251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62" name="橢圓 61"/>
            <p:cNvSpPr/>
            <p:nvPr/>
          </p:nvSpPr>
          <p:spPr>
            <a:xfrm>
              <a:off x="4736251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3" name="橢圓 62"/>
            <p:cNvSpPr/>
            <p:nvPr/>
          </p:nvSpPr>
          <p:spPr>
            <a:xfrm>
              <a:off x="4736251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4" name="橢圓 63"/>
            <p:cNvSpPr/>
            <p:nvPr/>
          </p:nvSpPr>
          <p:spPr>
            <a:xfrm>
              <a:off x="4736251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5" name="橢圓 64"/>
            <p:cNvSpPr/>
            <p:nvPr/>
          </p:nvSpPr>
          <p:spPr>
            <a:xfrm>
              <a:off x="4736251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6" name="橢圓 65"/>
            <p:cNvSpPr/>
            <p:nvPr/>
          </p:nvSpPr>
          <p:spPr>
            <a:xfrm>
              <a:off x="4736251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7" name="橢圓 66"/>
            <p:cNvSpPr/>
            <p:nvPr/>
          </p:nvSpPr>
          <p:spPr>
            <a:xfrm>
              <a:off x="4736251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8" name="橢圓 67"/>
            <p:cNvSpPr/>
            <p:nvPr/>
          </p:nvSpPr>
          <p:spPr>
            <a:xfrm>
              <a:off x="4736251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9" name="橢圓 68"/>
            <p:cNvSpPr/>
            <p:nvPr/>
          </p:nvSpPr>
          <p:spPr>
            <a:xfrm>
              <a:off x="4736251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0" name="橢圓 69"/>
            <p:cNvSpPr/>
            <p:nvPr/>
          </p:nvSpPr>
          <p:spPr>
            <a:xfrm>
              <a:off x="5344688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1" name="橢圓 70"/>
            <p:cNvSpPr/>
            <p:nvPr/>
          </p:nvSpPr>
          <p:spPr>
            <a:xfrm>
              <a:off x="5344688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橢圓 71"/>
            <p:cNvSpPr/>
            <p:nvPr/>
          </p:nvSpPr>
          <p:spPr>
            <a:xfrm>
              <a:off x="5344688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" name="橢圓 72"/>
            <p:cNvSpPr/>
            <p:nvPr/>
          </p:nvSpPr>
          <p:spPr>
            <a:xfrm>
              <a:off x="5344688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橢圓 73"/>
            <p:cNvSpPr/>
            <p:nvPr/>
          </p:nvSpPr>
          <p:spPr>
            <a:xfrm>
              <a:off x="5344688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5" name="橢圓 74"/>
            <p:cNvSpPr/>
            <p:nvPr/>
          </p:nvSpPr>
          <p:spPr>
            <a:xfrm>
              <a:off x="5344688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6" name="橢圓 75"/>
            <p:cNvSpPr/>
            <p:nvPr/>
          </p:nvSpPr>
          <p:spPr>
            <a:xfrm>
              <a:off x="5344688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橢圓 76"/>
            <p:cNvSpPr/>
            <p:nvPr/>
          </p:nvSpPr>
          <p:spPr>
            <a:xfrm>
              <a:off x="5344688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橢圓 77"/>
            <p:cNvSpPr/>
            <p:nvPr/>
          </p:nvSpPr>
          <p:spPr>
            <a:xfrm>
              <a:off x="5344688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9" name="橢圓 78"/>
            <p:cNvSpPr/>
            <p:nvPr/>
          </p:nvSpPr>
          <p:spPr>
            <a:xfrm>
              <a:off x="5953125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0" name="橢圓 79"/>
            <p:cNvSpPr/>
            <p:nvPr/>
          </p:nvSpPr>
          <p:spPr>
            <a:xfrm>
              <a:off x="5953125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1" name="橢圓 80"/>
            <p:cNvSpPr/>
            <p:nvPr/>
          </p:nvSpPr>
          <p:spPr>
            <a:xfrm>
              <a:off x="5953125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2" name="橢圓 81"/>
            <p:cNvSpPr/>
            <p:nvPr/>
          </p:nvSpPr>
          <p:spPr>
            <a:xfrm>
              <a:off x="5953125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3" name="橢圓 82"/>
            <p:cNvSpPr/>
            <p:nvPr/>
          </p:nvSpPr>
          <p:spPr>
            <a:xfrm>
              <a:off x="5953125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4" name="橢圓 83"/>
            <p:cNvSpPr/>
            <p:nvPr/>
          </p:nvSpPr>
          <p:spPr>
            <a:xfrm>
              <a:off x="5953125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5" name="橢圓 84"/>
            <p:cNvSpPr/>
            <p:nvPr/>
          </p:nvSpPr>
          <p:spPr>
            <a:xfrm>
              <a:off x="5953125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6" name="橢圓 85"/>
            <p:cNvSpPr/>
            <p:nvPr/>
          </p:nvSpPr>
          <p:spPr>
            <a:xfrm>
              <a:off x="5953125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7" name="橢圓 86"/>
            <p:cNvSpPr/>
            <p:nvPr/>
          </p:nvSpPr>
          <p:spPr>
            <a:xfrm>
              <a:off x="5953125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88" name="橢圓 87"/>
            <p:cNvSpPr/>
            <p:nvPr/>
          </p:nvSpPr>
          <p:spPr>
            <a:xfrm>
              <a:off x="6561852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9" name="橢圓 88"/>
            <p:cNvSpPr/>
            <p:nvPr/>
          </p:nvSpPr>
          <p:spPr>
            <a:xfrm>
              <a:off x="6561852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0" name="橢圓 89"/>
            <p:cNvSpPr/>
            <p:nvPr/>
          </p:nvSpPr>
          <p:spPr>
            <a:xfrm>
              <a:off x="6561852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1" name="橢圓 90"/>
            <p:cNvSpPr/>
            <p:nvPr/>
          </p:nvSpPr>
          <p:spPr>
            <a:xfrm>
              <a:off x="6561852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2" name="橢圓 91"/>
            <p:cNvSpPr/>
            <p:nvPr/>
          </p:nvSpPr>
          <p:spPr>
            <a:xfrm>
              <a:off x="6561852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3" name="橢圓 92"/>
            <p:cNvSpPr/>
            <p:nvPr/>
          </p:nvSpPr>
          <p:spPr>
            <a:xfrm>
              <a:off x="6561852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4" name="橢圓 93"/>
            <p:cNvSpPr/>
            <p:nvPr/>
          </p:nvSpPr>
          <p:spPr>
            <a:xfrm>
              <a:off x="6561852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5" name="橢圓 94"/>
            <p:cNvSpPr/>
            <p:nvPr/>
          </p:nvSpPr>
          <p:spPr>
            <a:xfrm>
              <a:off x="6561852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6" name="橢圓 95"/>
            <p:cNvSpPr/>
            <p:nvPr/>
          </p:nvSpPr>
          <p:spPr>
            <a:xfrm>
              <a:off x="6561852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7" name="直線單箭頭接點 96"/>
            <p:cNvCxnSpPr/>
            <p:nvPr/>
          </p:nvCxnSpPr>
          <p:spPr>
            <a:xfrm flipH="1">
              <a:off x="3859619" y="219928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線單箭頭接點 98"/>
            <p:cNvCxnSpPr/>
            <p:nvPr/>
          </p:nvCxnSpPr>
          <p:spPr>
            <a:xfrm flipH="1">
              <a:off x="4468056" y="2204606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線單箭頭接點 99"/>
            <p:cNvCxnSpPr/>
            <p:nvPr/>
          </p:nvCxnSpPr>
          <p:spPr>
            <a:xfrm flipH="1">
              <a:off x="5076493" y="219928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線單箭頭接點 100"/>
            <p:cNvCxnSpPr/>
            <p:nvPr/>
          </p:nvCxnSpPr>
          <p:spPr>
            <a:xfrm flipH="1">
              <a:off x="5684930" y="219928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線單箭頭接點 101"/>
            <p:cNvCxnSpPr/>
            <p:nvPr/>
          </p:nvCxnSpPr>
          <p:spPr>
            <a:xfrm flipH="1">
              <a:off x="6293657" y="2208271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線單箭頭接點 102"/>
            <p:cNvCxnSpPr/>
            <p:nvPr/>
          </p:nvCxnSpPr>
          <p:spPr>
            <a:xfrm flipH="1">
              <a:off x="3859619" y="282129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線單箭頭接點 104"/>
            <p:cNvCxnSpPr/>
            <p:nvPr/>
          </p:nvCxnSpPr>
          <p:spPr>
            <a:xfrm flipH="1">
              <a:off x="5076493" y="282129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線單箭頭接點 107"/>
            <p:cNvCxnSpPr/>
            <p:nvPr/>
          </p:nvCxnSpPr>
          <p:spPr>
            <a:xfrm flipH="1">
              <a:off x="3859619" y="3437982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線單箭頭接點 109"/>
            <p:cNvCxnSpPr/>
            <p:nvPr/>
          </p:nvCxnSpPr>
          <p:spPr>
            <a:xfrm flipH="1">
              <a:off x="5076493" y="3437982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線單箭頭接點 113"/>
            <p:cNvCxnSpPr/>
            <p:nvPr/>
          </p:nvCxnSpPr>
          <p:spPr>
            <a:xfrm flipH="1">
              <a:off x="4468056" y="4049355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線單箭頭接點 115"/>
            <p:cNvCxnSpPr/>
            <p:nvPr/>
          </p:nvCxnSpPr>
          <p:spPr>
            <a:xfrm flipH="1">
              <a:off x="5684930" y="4044038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線單箭頭接點 116"/>
            <p:cNvCxnSpPr/>
            <p:nvPr/>
          </p:nvCxnSpPr>
          <p:spPr>
            <a:xfrm flipH="1">
              <a:off x="6293657" y="4053020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線單箭頭接點 118"/>
            <p:cNvCxnSpPr/>
            <p:nvPr/>
          </p:nvCxnSpPr>
          <p:spPr>
            <a:xfrm flipH="1">
              <a:off x="4468056" y="466604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線單箭頭接點 120"/>
            <p:cNvCxnSpPr/>
            <p:nvPr/>
          </p:nvCxnSpPr>
          <p:spPr>
            <a:xfrm flipH="1">
              <a:off x="5684930" y="4660726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線單箭頭接點 121"/>
            <p:cNvCxnSpPr/>
            <p:nvPr/>
          </p:nvCxnSpPr>
          <p:spPr>
            <a:xfrm flipH="1">
              <a:off x="6293657" y="4669708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線單箭頭接點 122"/>
            <p:cNvCxnSpPr>
              <a:stCxn id="21" idx="0"/>
              <a:endCxn id="20" idx="4"/>
            </p:cNvCxnSpPr>
            <p:nvPr/>
          </p:nvCxnSpPr>
          <p:spPr>
            <a:xfrm flipV="1">
              <a:off x="4297935" y="4834906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線單箭頭接點 124"/>
            <p:cNvCxnSpPr/>
            <p:nvPr/>
          </p:nvCxnSpPr>
          <p:spPr>
            <a:xfrm flipH="1">
              <a:off x="5076493" y="529336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線單箭頭接點 127"/>
            <p:cNvCxnSpPr>
              <a:stCxn id="22" idx="0"/>
              <a:endCxn id="21" idx="4"/>
            </p:cNvCxnSpPr>
            <p:nvPr/>
          </p:nvCxnSpPr>
          <p:spPr>
            <a:xfrm flipV="1">
              <a:off x="4297935" y="5452377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線單箭頭接點 129"/>
            <p:cNvCxnSpPr/>
            <p:nvPr/>
          </p:nvCxnSpPr>
          <p:spPr>
            <a:xfrm flipH="1">
              <a:off x="5076493" y="589941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線單箭頭接點 133"/>
            <p:cNvCxnSpPr>
              <a:stCxn id="68" idx="0"/>
              <a:endCxn id="67" idx="4"/>
            </p:cNvCxnSpPr>
            <p:nvPr/>
          </p:nvCxnSpPr>
          <p:spPr>
            <a:xfrm flipV="1">
              <a:off x="4906372" y="6069848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線單箭頭接點 135"/>
            <p:cNvCxnSpPr/>
            <p:nvPr/>
          </p:nvCxnSpPr>
          <p:spPr>
            <a:xfrm flipH="1">
              <a:off x="5684930" y="6516108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線單箭頭接點 136"/>
            <p:cNvCxnSpPr>
              <a:stCxn id="95" idx="0"/>
              <a:endCxn id="94" idx="4"/>
            </p:cNvCxnSpPr>
            <p:nvPr/>
          </p:nvCxnSpPr>
          <p:spPr>
            <a:xfrm flipV="1">
              <a:off x="6731973" y="6069848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線單箭頭接點 138"/>
            <p:cNvCxnSpPr>
              <a:stCxn id="69" idx="0"/>
              <a:endCxn id="68" idx="4"/>
            </p:cNvCxnSpPr>
            <p:nvPr/>
          </p:nvCxnSpPr>
          <p:spPr>
            <a:xfrm flipV="1">
              <a:off x="4906372" y="6687319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線單箭頭接點 140"/>
            <p:cNvCxnSpPr/>
            <p:nvPr/>
          </p:nvCxnSpPr>
          <p:spPr>
            <a:xfrm flipH="1" flipV="1">
              <a:off x="5684930" y="714342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線單箭頭接點 141"/>
            <p:cNvCxnSpPr>
              <a:stCxn id="96" idx="0"/>
              <a:endCxn id="95" idx="4"/>
            </p:cNvCxnSpPr>
            <p:nvPr/>
          </p:nvCxnSpPr>
          <p:spPr>
            <a:xfrm flipV="1">
              <a:off x="6731973" y="6687319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線單箭頭接點 142"/>
            <p:cNvCxnSpPr/>
            <p:nvPr/>
          </p:nvCxnSpPr>
          <p:spPr>
            <a:xfrm flipV="1">
              <a:off x="3689498" y="2370326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線單箭頭接點 145"/>
            <p:cNvCxnSpPr/>
            <p:nvPr/>
          </p:nvCxnSpPr>
          <p:spPr>
            <a:xfrm flipV="1">
              <a:off x="3689498" y="2985145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線單箭頭接點 147"/>
            <p:cNvCxnSpPr/>
            <p:nvPr/>
          </p:nvCxnSpPr>
          <p:spPr>
            <a:xfrm flipV="1">
              <a:off x="3689498" y="3599964"/>
              <a:ext cx="0" cy="27539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線單箭頭接點 148"/>
            <p:cNvCxnSpPr/>
            <p:nvPr/>
          </p:nvCxnSpPr>
          <p:spPr>
            <a:xfrm flipV="1">
              <a:off x="3689498" y="4220087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線單箭頭接點 151"/>
            <p:cNvCxnSpPr/>
            <p:nvPr/>
          </p:nvCxnSpPr>
          <p:spPr>
            <a:xfrm flipV="1">
              <a:off x="3684525" y="4834906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線單箭頭接點 153"/>
            <p:cNvCxnSpPr/>
            <p:nvPr/>
          </p:nvCxnSpPr>
          <p:spPr>
            <a:xfrm flipV="1">
              <a:off x="3681782" y="5452377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線單箭頭接點 154"/>
            <p:cNvCxnSpPr/>
            <p:nvPr/>
          </p:nvCxnSpPr>
          <p:spPr>
            <a:xfrm flipV="1">
              <a:off x="3681782" y="6072500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線單箭頭接點 194"/>
            <p:cNvCxnSpPr/>
            <p:nvPr/>
          </p:nvCxnSpPr>
          <p:spPr>
            <a:xfrm rot="10800000">
              <a:off x="5635103" y="2320230"/>
              <a:ext cx="36784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線單箭頭接點 201"/>
            <p:cNvCxnSpPr>
              <a:stCxn id="62" idx="2"/>
              <a:endCxn id="17" idx="6"/>
            </p:cNvCxnSpPr>
            <p:nvPr/>
          </p:nvCxnSpPr>
          <p:spPr>
            <a:xfrm flipH="1">
              <a:off x="4468056" y="2814108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直線單箭頭接點 202"/>
            <p:cNvCxnSpPr/>
            <p:nvPr/>
          </p:nvCxnSpPr>
          <p:spPr>
            <a:xfrm rot="10800000">
              <a:off x="6243540" y="2320230"/>
              <a:ext cx="36813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直線單箭頭接點 205"/>
            <p:cNvCxnSpPr>
              <a:stCxn id="81" idx="2"/>
              <a:endCxn id="72" idx="6"/>
            </p:cNvCxnSpPr>
            <p:nvPr/>
          </p:nvCxnSpPr>
          <p:spPr>
            <a:xfrm flipH="1">
              <a:off x="5684930" y="3428927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線單箭頭接點 206"/>
            <p:cNvCxnSpPr>
              <a:stCxn id="63" idx="2"/>
              <a:endCxn id="18" idx="6"/>
            </p:cNvCxnSpPr>
            <p:nvPr/>
          </p:nvCxnSpPr>
          <p:spPr>
            <a:xfrm flipH="1">
              <a:off x="4468056" y="3428927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線單箭頭接點 207"/>
            <p:cNvCxnSpPr/>
            <p:nvPr/>
          </p:nvCxnSpPr>
          <p:spPr>
            <a:xfrm rot="10800000">
              <a:off x="6243540" y="2935049"/>
              <a:ext cx="36813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線單箭頭接點 208"/>
            <p:cNvCxnSpPr>
              <a:stCxn id="84" idx="2"/>
              <a:endCxn id="75" idx="6"/>
            </p:cNvCxnSpPr>
            <p:nvPr/>
          </p:nvCxnSpPr>
          <p:spPr>
            <a:xfrm flipH="1">
              <a:off x="5684930" y="5281340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直線單箭頭接點 209"/>
            <p:cNvCxnSpPr/>
            <p:nvPr/>
          </p:nvCxnSpPr>
          <p:spPr>
            <a:xfrm rot="10800000">
              <a:off x="4418229" y="4784810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線單箭頭接點 210"/>
            <p:cNvCxnSpPr/>
            <p:nvPr/>
          </p:nvCxnSpPr>
          <p:spPr>
            <a:xfrm rot="10800000">
              <a:off x="6243540" y="4784810"/>
              <a:ext cx="36813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直線單箭頭接點 211"/>
            <p:cNvCxnSpPr/>
            <p:nvPr/>
          </p:nvCxnSpPr>
          <p:spPr>
            <a:xfrm rot="10800000">
              <a:off x="5635103" y="5402281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直線單箭頭接點 212"/>
            <p:cNvCxnSpPr/>
            <p:nvPr/>
          </p:nvCxnSpPr>
          <p:spPr>
            <a:xfrm rot="10800000">
              <a:off x="4418229" y="5402281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直線單箭頭接點 213"/>
            <p:cNvCxnSpPr>
              <a:stCxn id="94" idx="2"/>
              <a:endCxn id="85" idx="6"/>
            </p:cNvCxnSpPr>
            <p:nvPr/>
          </p:nvCxnSpPr>
          <p:spPr>
            <a:xfrm flipH="1">
              <a:off x="6293367" y="5898811"/>
              <a:ext cx="26848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直線單箭頭接點 232"/>
            <p:cNvCxnSpPr>
              <a:stCxn id="19" idx="2"/>
              <a:endCxn id="9" idx="6"/>
            </p:cNvCxnSpPr>
            <p:nvPr/>
          </p:nvCxnSpPr>
          <p:spPr>
            <a:xfrm flipH="1">
              <a:off x="3859619" y="4046398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直線單箭頭接點 235"/>
            <p:cNvCxnSpPr/>
            <p:nvPr/>
          </p:nvCxnSpPr>
          <p:spPr>
            <a:xfrm rot="10800000">
              <a:off x="3809792" y="4167339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直線單箭頭接點 238"/>
            <p:cNvCxnSpPr/>
            <p:nvPr/>
          </p:nvCxnSpPr>
          <p:spPr>
            <a:xfrm rot="10800000">
              <a:off x="3809792" y="6019752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直線單箭頭接點 241"/>
            <p:cNvCxnSpPr/>
            <p:nvPr/>
          </p:nvCxnSpPr>
          <p:spPr>
            <a:xfrm rot="10800000">
              <a:off x="3809792" y="6637223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直線單箭頭接點 248"/>
            <p:cNvCxnSpPr/>
            <p:nvPr/>
          </p:nvCxnSpPr>
          <p:spPr>
            <a:xfrm flipV="1">
              <a:off x="3684525" y="6689971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直線單箭頭接點 254"/>
            <p:cNvCxnSpPr/>
            <p:nvPr/>
          </p:nvCxnSpPr>
          <p:spPr>
            <a:xfrm rot="10800000">
              <a:off x="5026666" y="6019752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直線單箭頭接點 257"/>
            <p:cNvCxnSpPr/>
            <p:nvPr/>
          </p:nvCxnSpPr>
          <p:spPr>
            <a:xfrm rot="10800000">
              <a:off x="5026666" y="6637223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直線單箭頭接點 260"/>
            <p:cNvCxnSpPr>
              <a:stCxn id="73" idx="2"/>
              <a:endCxn id="64" idx="6"/>
            </p:cNvCxnSpPr>
            <p:nvPr/>
          </p:nvCxnSpPr>
          <p:spPr>
            <a:xfrm flipH="1">
              <a:off x="5076493" y="4046398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直線單箭頭接點 263"/>
            <p:cNvCxnSpPr>
              <a:stCxn id="74" idx="2"/>
              <a:endCxn id="65" idx="6"/>
            </p:cNvCxnSpPr>
            <p:nvPr/>
          </p:nvCxnSpPr>
          <p:spPr>
            <a:xfrm flipH="1">
              <a:off x="5076493" y="4663869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內容版面配置區 5"/>
          <p:cNvSpPr>
            <a:spLocks noGrp="1"/>
          </p:cNvSpPr>
          <p:nvPr>
            <p:ph idx="1"/>
          </p:nvPr>
        </p:nvSpPr>
        <p:spPr>
          <a:xfrm>
            <a:off x="503999" y="1769043"/>
            <a:ext cx="3810868" cy="4384438"/>
          </a:xfrm>
        </p:spPr>
        <p:txBody>
          <a:bodyPr/>
          <a:lstStyle/>
          <a:p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Step 3</a:t>
            </a:r>
            <a:endParaRPr lang="zh-TW" alt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26" name="矩形: 圓角 125"/>
          <p:cNvSpPr/>
          <p:nvPr/>
        </p:nvSpPr>
        <p:spPr>
          <a:xfrm>
            <a:off x="4314867" y="2512950"/>
            <a:ext cx="4856429" cy="4350152"/>
          </a:xfrm>
          <a:prstGeom prst="roundRect">
            <a:avLst/>
          </a:prstGeom>
          <a:noFill/>
          <a:ln w="412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95103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3998" y="285556"/>
            <a:ext cx="9071643" cy="1262155"/>
          </a:xfrm>
        </p:spPr>
        <p:txBody>
          <a:bodyPr/>
          <a:lstStyle/>
          <a:p>
            <a:r>
              <a:rPr lang="en-US" altLang="zh-TW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Algorithm</a:t>
            </a:r>
            <a:endParaRPr lang="zh-TW" altLang="en-US" b="1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27</a:t>
            </a:fld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4559612" y="1264383"/>
          <a:ext cx="4284000" cy="612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25" name="群組 24"/>
          <p:cNvGrpSpPr/>
          <p:nvPr/>
        </p:nvGrpSpPr>
        <p:grpSpPr>
          <a:xfrm>
            <a:off x="5312082" y="2028251"/>
            <a:ext cx="3382717" cy="5276539"/>
            <a:chOff x="3519377" y="2028251"/>
            <a:chExt cx="3382717" cy="5276539"/>
          </a:xfrm>
        </p:grpSpPr>
        <p:sp>
          <p:nvSpPr>
            <p:cNvPr id="3" name="橢圓 2"/>
            <p:cNvSpPr/>
            <p:nvPr/>
          </p:nvSpPr>
          <p:spPr>
            <a:xfrm>
              <a:off x="3519377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7" name="橢圓 6"/>
            <p:cNvSpPr/>
            <p:nvPr/>
          </p:nvSpPr>
          <p:spPr>
            <a:xfrm>
              <a:off x="3519377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橢圓 7"/>
            <p:cNvSpPr/>
            <p:nvPr/>
          </p:nvSpPr>
          <p:spPr>
            <a:xfrm>
              <a:off x="3519377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橢圓 8"/>
            <p:cNvSpPr/>
            <p:nvPr/>
          </p:nvSpPr>
          <p:spPr>
            <a:xfrm>
              <a:off x="3519377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橢圓 9"/>
            <p:cNvSpPr/>
            <p:nvPr/>
          </p:nvSpPr>
          <p:spPr>
            <a:xfrm>
              <a:off x="3519377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橢圓 11"/>
            <p:cNvSpPr/>
            <p:nvPr/>
          </p:nvSpPr>
          <p:spPr>
            <a:xfrm>
              <a:off x="3519377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橢圓 12"/>
            <p:cNvSpPr/>
            <p:nvPr/>
          </p:nvSpPr>
          <p:spPr>
            <a:xfrm>
              <a:off x="3519377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橢圓 13"/>
            <p:cNvSpPr/>
            <p:nvPr/>
          </p:nvSpPr>
          <p:spPr>
            <a:xfrm>
              <a:off x="3519377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橢圓 14"/>
            <p:cNvSpPr/>
            <p:nvPr/>
          </p:nvSpPr>
          <p:spPr>
            <a:xfrm>
              <a:off x="3519377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橢圓 15"/>
            <p:cNvSpPr/>
            <p:nvPr/>
          </p:nvSpPr>
          <p:spPr>
            <a:xfrm>
              <a:off x="4127814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橢圓 16"/>
            <p:cNvSpPr/>
            <p:nvPr/>
          </p:nvSpPr>
          <p:spPr>
            <a:xfrm>
              <a:off x="4127814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橢圓 17"/>
            <p:cNvSpPr/>
            <p:nvPr/>
          </p:nvSpPr>
          <p:spPr>
            <a:xfrm>
              <a:off x="4127814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橢圓 18"/>
            <p:cNvSpPr/>
            <p:nvPr/>
          </p:nvSpPr>
          <p:spPr>
            <a:xfrm>
              <a:off x="4127814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橢圓 19"/>
            <p:cNvSpPr/>
            <p:nvPr/>
          </p:nvSpPr>
          <p:spPr>
            <a:xfrm>
              <a:off x="4127814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橢圓 20"/>
            <p:cNvSpPr/>
            <p:nvPr/>
          </p:nvSpPr>
          <p:spPr>
            <a:xfrm>
              <a:off x="4127814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橢圓 21"/>
            <p:cNvSpPr/>
            <p:nvPr/>
          </p:nvSpPr>
          <p:spPr>
            <a:xfrm>
              <a:off x="4127814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橢圓 22"/>
            <p:cNvSpPr/>
            <p:nvPr/>
          </p:nvSpPr>
          <p:spPr>
            <a:xfrm>
              <a:off x="4127814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橢圓 23"/>
            <p:cNvSpPr/>
            <p:nvPr/>
          </p:nvSpPr>
          <p:spPr>
            <a:xfrm>
              <a:off x="4127814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1" name="橢圓 60"/>
            <p:cNvSpPr/>
            <p:nvPr/>
          </p:nvSpPr>
          <p:spPr>
            <a:xfrm>
              <a:off x="4736251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62" name="橢圓 61"/>
            <p:cNvSpPr/>
            <p:nvPr/>
          </p:nvSpPr>
          <p:spPr>
            <a:xfrm>
              <a:off x="4736251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3" name="橢圓 62"/>
            <p:cNvSpPr/>
            <p:nvPr/>
          </p:nvSpPr>
          <p:spPr>
            <a:xfrm>
              <a:off x="4736251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4" name="橢圓 63"/>
            <p:cNvSpPr/>
            <p:nvPr/>
          </p:nvSpPr>
          <p:spPr>
            <a:xfrm>
              <a:off x="4736251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5" name="橢圓 64"/>
            <p:cNvSpPr/>
            <p:nvPr/>
          </p:nvSpPr>
          <p:spPr>
            <a:xfrm>
              <a:off x="4736251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6" name="橢圓 65"/>
            <p:cNvSpPr/>
            <p:nvPr/>
          </p:nvSpPr>
          <p:spPr>
            <a:xfrm>
              <a:off x="4736251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7" name="橢圓 66"/>
            <p:cNvSpPr/>
            <p:nvPr/>
          </p:nvSpPr>
          <p:spPr>
            <a:xfrm>
              <a:off x="4736251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8" name="橢圓 67"/>
            <p:cNvSpPr/>
            <p:nvPr/>
          </p:nvSpPr>
          <p:spPr>
            <a:xfrm>
              <a:off x="4736251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9" name="橢圓 68"/>
            <p:cNvSpPr/>
            <p:nvPr/>
          </p:nvSpPr>
          <p:spPr>
            <a:xfrm>
              <a:off x="4736251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0" name="橢圓 69"/>
            <p:cNvSpPr/>
            <p:nvPr/>
          </p:nvSpPr>
          <p:spPr>
            <a:xfrm>
              <a:off x="5344688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1" name="橢圓 70"/>
            <p:cNvSpPr/>
            <p:nvPr/>
          </p:nvSpPr>
          <p:spPr>
            <a:xfrm>
              <a:off x="5344688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橢圓 71"/>
            <p:cNvSpPr/>
            <p:nvPr/>
          </p:nvSpPr>
          <p:spPr>
            <a:xfrm>
              <a:off x="5344688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" name="橢圓 72"/>
            <p:cNvSpPr/>
            <p:nvPr/>
          </p:nvSpPr>
          <p:spPr>
            <a:xfrm>
              <a:off x="5344688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橢圓 73"/>
            <p:cNvSpPr/>
            <p:nvPr/>
          </p:nvSpPr>
          <p:spPr>
            <a:xfrm>
              <a:off x="5344688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5" name="橢圓 74"/>
            <p:cNvSpPr/>
            <p:nvPr/>
          </p:nvSpPr>
          <p:spPr>
            <a:xfrm>
              <a:off x="5344688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6" name="橢圓 75"/>
            <p:cNvSpPr/>
            <p:nvPr/>
          </p:nvSpPr>
          <p:spPr>
            <a:xfrm>
              <a:off x="5344688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橢圓 76"/>
            <p:cNvSpPr/>
            <p:nvPr/>
          </p:nvSpPr>
          <p:spPr>
            <a:xfrm>
              <a:off x="5344688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橢圓 77"/>
            <p:cNvSpPr/>
            <p:nvPr/>
          </p:nvSpPr>
          <p:spPr>
            <a:xfrm>
              <a:off x="5344688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9" name="橢圓 78"/>
            <p:cNvSpPr/>
            <p:nvPr/>
          </p:nvSpPr>
          <p:spPr>
            <a:xfrm>
              <a:off x="5953125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0" name="橢圓 79"/>
            <p:cNvSpPr/>
            <p:nvPr/>
          </p:nvSpPr>
          <p:spPr>
            <a:xfrm>
              <a:off x="5953125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1" name="橢圓 80"/>
            <p:cNvSpPr/>
            <p:nvPr/>
          </p:nvSpPr>
          <p:spPr>
            <a:xfrm>
              <a:off x="5953125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2" name="橢圓 81"/>
            <p:cNvSpPr/>
            <p:nvPr/>
          </p:nvSpPr>
          <p:spPr>
            <a:xfrm>
              <a:off x="5953125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3" name="橢圓 82"/>
            <p:cNvSpPr/>
            <p:nvPr/>
          </p:nvSpPr>
          <p:spPr>
            <a:xfrm>
              <a:off x="5953125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4" name="橢圓 83"/>
            <p:cNvSpPr/>
            <p:nvPr/>
          </p:nvSpPr>
          <p:spPr>
            <a:xfrm>
              <a:off x="5953125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5" name="橢圓 84"/>
            <p:cNvSpPr/>
            <p:nvPr/>
          </p:nvSpPr>
          <p:spPr>
            <a:xfrm>
              <a:off x="5953125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6" name="橢圓 85"/>
            <p:cNvSpPr/>
            <p:nvPr/>
          </p:nvSpPr>
          <p:spPr>
            <a:xfrm>
              <a:off x="5953125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7" name="橢圓 86"/>
            <p:cNvSpPr/>
            <p:nvPr/>
          </p:nvSpPr>
          <p:spPr>
            <a:xfrm>
              <a:off x="5953125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88" name="橢圓 87"/>
            <p:cNvSpPr/>
            <p:nvPr/>
          </p:nvSpPr>
          <p:spPr>
            <a:xfrm>
              <a:off x="6561852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9" name="橢圓 88"/>
            <p:cNvSpPr/>
            <p:nvPr/>
          </p:nvSpPr>
          <p:spPr>
            <a:xfrm>
              <a:off x="6561852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0" name="橢圓 89"/>
            <p:cNvSpPr/>
            <p:nvPr/>
          </p:nvSpPr>
          <p:spPr>
            <a:xfrm>
              <a:off x="6561852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1" name="橢圓 90"/>
            <p:cNvSpPr/>
            <p:nvPr/>
          </p:nvSpPr>
          <p:spPr>
            <a:xfrm>
              <a:off x="6561852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2" name="橢圓 91"/>
            <p:cNvSpPr/>
            <p:nvPr/>
          </p:nvSpPr>
          <p:spPr>
            <a:xfrm>
              <a:off x="6561852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3" name="橢圓 92"/>
            <p:cNvSpPr/>
            <p:nvPr/>
          </p:nvSpPr>
          <p:spPr>
            <a:xfrm>
              <a:off x="6561852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4" name="橢圓 93"/>
            <p:cNvSpPr/>
            <p:nvPr/>
          </p:nvSpPr>
          <p:spPr>
            <a:xfrm>
              <a:off x="6561852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5" name="橢圓 94"/>
            <p:cNvSpPr/>
            <p:nvPr/>
          </p:nvSpPr>
          <p:spPr>
            <a:xfrm>
              <a:off x="6561852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6" name="橢圓 95"/>
            <p:cNvSpPr/>
            <p:nvPr/>
          </p:nvSpPr>
          <p:spPr>
            <a:xfrm>
              <a:off x="6561852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7" name="直線單箭頭接點 96"/>
            <p:cNvCxnSpPr/>
            <p:nvPr/>
          </p:nvCxnSpPr>
          <p:spPr>
            <a:xfrm flipH="1">
              <a:off x="3859619" y="219928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線單箭頭接點 98"/>
            <p:cNvCxnSpPr/>
            <p:nvPr/>
          </p:nvCxnSpPr>
          <p:spPr>
            <a:xfrm flipH="1">
              <a:off x="4468056" y="2204606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線單箭頭接點 99"/>
            <p:cNvCxnSpPr/>
            <p:nvPr/>
          </p:nvCxnSpPr>
          <p:spPr>
            <a:xfrm flipH="1">
              <a:off x="5076493" y="219928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線單箭頭接點 100"/>
            <p:cNvCxnSpPr/>
            <p:nvPr/>
          </p:nvCxnSpPr>
          <p:spPr>
            <a:xfrm flipH="1">
              <a:off x="5684930" y="219928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線單箭頭接點 101"/>
            <p:cNvCxnSpPr/>
            <p:nvPr/>
          </p:nvCxnSpPr>
          <p:spPr>
            <a:xfrm flipH="1">
              <a:off x="6293657" y="2208271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線單箭頭接點 102"/>
            <p:cNvCxnSpPr/>
            <p:nvPr/>
          </p:nvCxnSpPr>
          <p:spPr>
            <a:xfrm flipH="1">
              <a:off x="3859619" y="282129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線單箭頭接點 104"/>
            <p:cNvCxnSpPr/>
            <p:nvPr/>
          </p:nvCxnSpPr>
          <p:spPr>
            <a:xfrm flipH="1">
              <a:off x="5076493" y="282129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線單箭頭接點 107"/>
            <p:cNvCxnSpPr/>
            <p:nvPr/>
          </p:nvCxnSpPr>
          <p:spPr>
            <a:xfrm flipH="1">
              <a:off x="3859619" y="3437982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線單箭頭接點 109"/>
            <p:cNvCxnSpPr/>
            <p:nvPr/>
          </p:nvCxnSpPr>
          <p:spPr>
            <a:xfrm flipH="1">
              <a:off x="5076493" y="3437982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線單箭頭接點 113"/>
            <p:cNvCxnSpPr/>
            <p:nvPr/>
          </p:nvCxnSpPr>
          <p:spPr>
            <a:xfrm flipH="1">
              <a:off x="4468056" y="4049355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線單箭頭接點 115"/>
            <p:cNvCxnSpPr/>
            <p:nvPr/>
          </p:nvCxnSpPr>
          <p:spPr>
            <a:xfrm flipH="1">
              <a:off x="5684930" y="4044038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線單箭頭接點 116"/>
            <p:cNvCxnSpPr/>
            <p:nvPr/>
          </p:nvCxnSpPr>
          <p:spPr>
            <a:xfrm flipH="1">
              <a:off x="6293657" y="4053020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線單箭頭接點 118"/>
            <p:cNvCxnSpPr/>
            <p:nvPr/>
          </p:nvCxnSpPr>
          <p:spPr>
            <a:xfrm flipH="1">
              <a:off x="4468056" y="466604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線單箭頭接點 120"/>
            <p:cNvCxnSpPr/>
            <p:nvPr/>
          </p:nvCxnSpPr>
          <p:spPr>
            <a:xfrm flipH="1">
              <a:off x="5684930" y="4660726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線單箭頭接點 121"/>
            <p:cNvCxnSpPr/>
            <p:nvPr/>
          </p:nvCxnSpPr>
          <p:spPr>
            <a:xfrm flipH="1">
              <a:off x="6293657" y="4669708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線單箭頭接點 122"/>
            <p:cNvCxnSpPr>
              <a:stCxn id="21" idx="0"/>
              <a:endCxn id="20" idx="4"/>
            </p:cNvCxnSpPr>
            <p:nvPr/>
          </p:nvCxnSpPr>
          <p:spPr>
            <a:xfrm flipV="1">
              <a:off x="4297935" y="4834906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線單箭頭接點 124"/>
            <p:cNvCxnSpPr/>
            <p:nvPr/>
          </p:nvCxnSpPr>
          <p:spPr>
            <a:xfrm flipH="1">
              <a:off x="5076493" y="529336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線單箭頭接點 127"/>
            <p:cNvCxnSpPr>
              <a:stCxn id="22" idx="0"/>
              <a:endCxn id="21" idx="4"/>
            </p:cNvCxnSpPr>
            <p:nvPr/>
          </p:nvCxnSpPr>
          <p:spPr>
            <a:xfrm flipV="1">
              <a:off x="4297935" y="5452377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線單箭頭接點 129"/>
            <p:cNvCxnSpPr/>
            <p:nvPr/>
          </p:nvCxnSpPr>
          <p:spPr>
            <a:xfrm flipH="1">
              <a:off x="5076493" y="589941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線單箭頭接點 133"/>
            <p:cNvCxnSpPr>
              <a:stCxn id="68" idx="0"/>
              <a:endCxn id="67" idx="4"/>
            </p:cNvCxnSpPr>
            <p:nvPr/>
          </p:nvCxnSpPr>
          <p:spPr>
            <a:xfrm flipV="1">
              <a:off x="4906372" y="6069848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線單箭頭接點 135"/>
            <p:cNvCxnSpPr/>
            <p:nvPr/>
          </p:nvCxnSpPr>
          <p:spPr>
            <a:xfrm flipH="1">
              <a:off x="5684930" y="6516108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線單箭頭接點 136"/>
            <p:cNvCxnSpPr>
              <a:endCxn id="86" idx="6"/>
            </p:cNvCxnSpPr>
            <p:nvPr/>
          </p:nvCxnSpPr>
          <p:spPr>
            <a:xfrm flipH="1">
              <a:off x="6293367" y="6516108"/>
              <a:ext cx="268485" cy="174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線單箭頭接點 138"/>
            <p:cNvCxnSpPr>
              <a:stCxn id="69" idx="0"/>
              <a:endCxn id="68" idx="4"/>
            </p:cNvCxnSpPr>
            <p:nvPr/>
          </p:nvCxnSpPr>
          <p:spPr>
            <a:xfrm flipV="1">
              <a:off x="4906372" y="6687319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線單箭頭接點 140"/>
            <p:cNvCxnSpPr/>
            <p:nvPr/>
          </p:nvCxnSpPr>
          <p:spPr>
            <a:xfrm flipH="1" flipV="1">
              <a:off x="5684930" y="714342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線單箭頭接點 141"/>
            <p:cNvCxnSpPr>
              <a:stCxn id="96" idx="0"/>
              <a:endCxn id="95" idx="4"/>
            </p:cNvCxnSpPr>
            <p:nvPr/>
          </p:nvCxnSpPr>
          <p:spPr>
            <a:xfrm flipV="1">
              <a:off x="6731973" y="6687319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線單箭頭接點 142"/>
            <p:cNvCxnSpPr/>
            <p:nvPr/>
          </p:nvCxnSpPr>
          <p:spPr>
            <a:xfrm flipV="1">
              <a:off x="3689498" y="2370326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線單箭頭接點 145"/>
            <p:cNvCxnSpPr/>
            <p:nvPr/>
          </p:nvCxnSpPr>
          <p:spPr>
            <a:xfrm flipV="1">
              <a:off x="3689498" y="2985145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線單箭頭接點 147"/>
            <p:cNvCxnSpPr/>
            <p:nvPr/>
          </p:nvCxnSpPr>
          <p:spPr>
            <a:xfrm flipV="1">
              <a:off x="3689498" y="3599964"/>
              <a:ext cx="0" cy="27539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線單箭頭接點 148"/>
            <p:cNvCxnSpPr/>
            <p:nvPr/>
          </p:nvCxnSpPr>
          <p:spPr>
            <a:xfrm flipV="1">
              <a:off x="3689498" y="4220087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線單箭頭接點 151"/>
            <p:cNvCxnSpPr/>
            <p:nvPr/>
          </p:nvCxnSpPr>
          <p:spPr>
            <a:xfrm flipV="1">
              <a:off x="3684525" y="4834906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線單箭頭接點 153"/>
            <p:cNvCxnSpPr/>
            <p:nvPr/>
          </p:nvCxnSpPr>
          <p:spPr>
            <a:xfrm flipV="1">
              <a:off x="3681782" y="5452377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線單箭頭接點 154"/>
            <p:cNvCxnSpPr/>
            <p:nvPr/>
          </p:nvCxnSpPr>
          <p:spPr>
            <a:xfrm flipV="1">
              <a:off x="3681782" y="6072500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線單箭頭接點 194"/>
            <p:cNvCxnSpPr/>
            <p:nvPr/>
          </p:nvCxnSpPr>
          <p:spPr>
            <a:xfrm rot="10800000">
              <a:off x="5635103" y="2320230"/>
              <a:ext cx="36784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線單箭頭接點 201"/>
            <p:cNvCxnSpPr>
              <a:stCxn id="62" idx="2"/>
              <a:endCxn id="17" idx="6"/>
            </p:cNvCxnSpPr>
            <p:nvPr/>
          </p:nvCxnSpPr>
          <p:spPr>
            <a:xfrm flipH="1">
              <a:off x="4468056" y="2814108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直線單箭頭接點 202"/>
            <p:cNvCxnSpPr/>
            <p:nvPr/>
          </p:nvCxnSpPr>
          <p:spPr>
            <a:xfrm rot="10800000">
              <a:off x="6243540" y="2320230"/>
              <a:ext cx="36813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直線單箭頭接點 205"/>
            <p:cNvCxnSpPr>
              <a:stCxn id="81" idx="2"/>
              <a:endCxn id="72" idx="6"/>
            </p:cNvCxnSpPr>
            <p:nvPr/>
          </p:nvCxnSpPr>
          <p:spPr>
            <a:xfrm flipH="1">
              <a:off x="5684930" y="3428927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線單箭頭接點 206"/>
            <p:cNvCxnSpPr>
              <a:stCxn id="63" idx="2"/>
              <a:endCxn id="18" idx="6"/>
            </p:cNvCxnSpPr>
            <p:nvPr/>
          </p:nvCxnSpPr>
          <p:spPr>
            <a:xfrm flipH="1">
              <a:off x="4468056" y="3428927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線單箭頭接點 207"/>
            <p:cNvCxnSpPr/>
            <p:nvPr/>
          </p:nvCxnSpPr>
          <p:spPr>
            <a:xfrm rot="10800000">
              <a:off x="6243540" y="2935049"/>
              <a:ext cx="36813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線單箭頭接點 208"/>
            <p:cNvCxnSpPr>
              <a:stCxn id="84" idx="2"/>
              <a:endCxn id="75" idx="6"/>
            </p:cNvCxnSpPr>
            <p:nvPr/>
          </p:nvCxnSpPr>
          <p:spPr>
            <a:xfrm flipH="1">
              <a:off x="5684930" y="5281340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直線單箭頭接點 209"/>
            <p:cNvCxnSpPr/>
            <p:nvPr/>
          </p:nvCxnSpPr>
          <p:spPr>
            <a:xfrm rot="10800000">
              <a:off x="4418229" y="4784810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線單箭頭接點 210"/>
            <p:cNvCxnSpPr/>
            <p:nvPr/>
          </p:nvCxnSpPr>
          <p:spPr>
            <a:xfrm rot="10800000">
              <a:off x="6243540" y="4784810"/>
              <a:ext cx="36813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直線單箭頭接點 211"/>
            <p:cNvCxnSpPr/>
            <p:nvPr/>
          </p:nvCxnSpPr>
          <p:spPr>
            <a:xfrm rot="10800000">
              <a:off x="5635103" y="5402281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直線單箭頭接點 212"/>
            <p:cNvCxnSpPr/>
            <p:nvPr/>
          </p:nvCxnSpPr>
          <p:spPr>
            <a:xfrm rot="10800000">
              <a:off x="4418229" y="5402281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直線單箭頭接點 213"/>
            <p:cNvCxnSpPr>
              <a:stCxn id="94" idx="2"/>
              <a:endCxn id="85" idx="6"/>
            </p:cNvCxnSpPr>
            <p:nvPr/>
          </p:nvCxnSpPr>
          <p:spPr>
            <a:xfrm flipH="1">
              <a:off x="6293367" y="5898811"/>
              <a:ext cx="26848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直線單箭頭接點 232"/>
            <p:cNvCxnSpPr>
              <a:stCxn id="19" idx="2"/>
              <a:endCxn id="9" idx="6"/>
            </p:cNvCxnSpPr>
            <p:nvPr/>
          </p:nvCxnSpPr>
          <p:spPr>
            <a:xfrm flipH="1">
              <a:off x="3859619" y="4046398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直線單箭頭接點 235"/>
            <p:cNvCxnSpPr/>
            <p:nvPr/>
          </p:nvCxnSpPr>
          <p:spPr>
            <a:xfrm rot="10800000">
              <a:off x="3809792" y="4167339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直線單箭頭接點 238"/>
            <p:cNvCxnSpPr/>
            <p:nvPr/>
          </p:nvCxnSpPr>
          <p:spPr>
            <a:xfrm rot="10800000">
              <a:off x="3809792" y="6019752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直線單箭頭接點 241"/>
            <p:cNvCxnSpPr/>
            <p:nvPr/>
          </p:nvCxnSpPr>
          <p:spPr>
            <a:xfrm rot="10800000">
              <a:off x="3809792" y="6637223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直線單箭頭接點 248"/>
            <p:cNvCxnSpPr/>
            <p:nvPr/>
          </p:nvCxnSpPr>
          <p:spPr>
            <a:xfrm flipV="1">
              <a:off x="3684525" y="6689971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直線單箭頭接點 254"/>
            <p:cNvCxnSpPr/>
            <p:nvPr/>
          </p:nvCxnSpPr>
          <p:spPr>
            <a:xfrm rot="10800000">
              <a:off x="5026666" y="6019752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直線單箭頭接點 257"/>
            <p:cNvCxnSpPr/>
            <p:nvPr/>
          </p:nvCxnSpPr>
          <p:spPr>
            <a:xfrm rot="10800000">
              <a:off x="5026666" y="6637223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直線單箭頭接點 260"/>
            <p:cNvCxnSpPr>
              <a:stCxn id="73" idx="2"/>
              <a:endCxn id="64" idx="6"/>
            </p:cNvCxnSpPr>
            <p:nvPr/>
          </p:nvCxnSpPr>
          <p:spPr>
            <a:xfrm flipH="1">
              <a:off x="5076493" y="4046398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直線單箭頭接點 263"/>
            <p:cNvCxnSpPr>
              <a:stCxn id="74" idx="2"/>
              <a:endCxn id="65" idx="6"/>
            </p:cNvCxnSpPr>
            <p:nvPr/>
          </p:nvCxnSpPr>
          <p:spPr>
            <a:xfrm flipH="1">
              <a:off x="5076493" y="4663869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內容版面配置區 5"/>
          <p:cNvSpPr>
            <a:spLocks noGrp="1"/>
          </p:cNvSpPr>
          <p:nvPr>
            <p:ph idx="1"/>
          </p:nvPr>
        </p:nvSpPr>
        <p:spPr>
          <a:xfrm>
            <a:off x="503999" y="1769043"/>
            <a:ext cx="3810868" cy="4384438"/>
          </a:xfrm>
        </p:spPr>
        <p:txBody>
          <a:bodyPr/>
          <a:lstStyle/>
          <a:p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Step 3</a:t>
            </a:r>
            <a:endParaRPr lang="zh-TW" alt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26" name="矩形: 圓角 125"/>
          <p:cNvSpPr/>
          <p:nvPr/>
        </p:nvSpPr>
        <p:spPr>
          <a:xfrm>
            <a:off x="4314867" y="2512950"/>
            <a:ext cx="4856429" cy="4350152"/>
          </a:xfrm>
          <a:prstGeom prst="roundRect">
            <a:avLst/>
          </a:prstGeom>
          <a:noFill/>
          <a:ln w="412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58387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3998" y="285556"/>
            <a:ext cx="9071643" cy="1262155"/>
          </a:xfrm>
        </p:spPr>
        <p:txBody>
          <a:bodyPr/>
          <a:lstStyle/>
          <a:p>
            <a:r>
              <a:rPr lang="en-US" altLang="zh-TW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Algorithm</a:t>
            </a:r>
            <a:endParaRPr lang="zh-TW" altLang="en-US" b="1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28</a:t>
            </a:fld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4559612" y="1264383"/>
          <a:ext cx="4284000" cy="612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25" name="群組 24"/>
          <p:cNvGrpSpPr/>
          <p:nvPr/>
        </p:nvGrpSpPr>
        <p:grpSpPr>
          <a:xfrm>
            <a:off x="5312082" y="2028251"/>
            <a:ext cx="3382717" cy="5276539"/>
            <a:chOff x="3519377" y="2028251"/>
            <a:chExt cx="3382717" cy="5276539"/>
          </a:xfrm>
        </p:grpSpPr>
        <p:sp>
          <p:nvSpPr>
            <p:cNvPr id="3" name="橢圓 2"/>
            <p:cNvSpPr/>
            <p:nvPr/>
          </p:nvSpPr>
          <p:spPr>
            <a:xfrm>
              <a:off x="3519377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7" name="橢圓 6"/>
            <p:cNvSpPr/>
            <p:nvPr/>
          </p:nvSpPr>
          <p:spPr>
            <a:xfrm>
              <a:off x="3519377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橢圓 7"/>
            <p:cNvSpPr/>
            <p:nvPr/>
          </p:nvSpPr>
          <p:spPr>
            <a:xfrm>
              <a:off x="3519377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橢圓 8"/>
            <p:cNvSpPr/>
            <p:nvPr/>
          </p:nvSpPr>
          <p:spPr>
            <a:xfrm>
              <a:off x="3519377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橢圓 9"/>
            <p:cNvSpPr/>
            <p:nvPr/>
          </p:nvSpPr>
          <p:spPr>
            <a:xfrm>
              <a:off x="3519377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橢圓 11"/>
            <p:cNvSpPr/>
            <p:nvPr/>
          </p:nvSpPr>
          <p:spPr>
            <a:xfrm>
              <a:off x="3519377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橢圓 12"/>
            <p:cNvSpPr/>
            <p:nvPr/>
          </p:nvSpPr>
          <p:spPr>
            <a:xfrm>
              <a:off x="3519377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橢圓 13"/>
            <p:cNvSpPr/>
            <p:nvPr/>
          </p:nvSpPr>
          <p:spPr>
            <a:xfrm>
              <a:off x="3519377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橢圓 14"/>
            <p:cNvSpPr/>
            <p:nvPr/>
          </p:nvSpPr>
          <p:spPr>
            <a:xfrm>
              <a:off x="3519377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橢圓 15"/>
            <p:cNvSpPr/>
            <p:nvPr/>
          </p:nvSpPr>
          <p:spPr>
            <a:xfrm>
              <a:off x="4127814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橢圓 16"/>
            <p:cNvSpPr/>
            <p:nvPr/>
          </p:nvSpPr>
          <p:spPr>
            <a:xfrm>
              <a:off x="4127814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橢圓 17"/>
            <p:cNvSpPr/>
            <p:nvPr/>
          </p:nvSpPr>
          <p:spPr>
            <a:xfrm>
              <a:off x="4127814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橢圓 18"/>
            <p:cNvSpPr/>
            <p:nvPr/>
          </p:nvSpPr>
          <p:spPr>
            <a:xfrm>
              <a:off x="4127814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橢圓 19"/>
            <p:cNvSpPr/>
            <p:nvPr/>
          </p:nvSpPr>
          <p:spPr>
            <a:xfrm>
              <a:off x="4127814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橢圓 20"/>
            <p:cNvSpPr/>
            <p:nvPr/>
          </p:nvSpPr>
          <p:spPr>
            <a:xfrm>
              <a:off x="4127814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橢圓 21"/>
            <p:cNvSpPr/>
            <p:nvPr/>
          </p:nvSpPr>
          <p:spPr>
            <a:xfrm>
              <a:off x="4127814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橢圓 22"/>
            <p:cNvSpPr/>
            <p:nvPr/>
          </p:nvSpPr>
          <p:spPr>
            <a:xfrm>
              <a:off x="4127814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橢圓 23"/>
            <p:cNvSpPr/>
            <p:nvPr/>
          </p:nvSpPr>
          <p:spPr>
            <a:xfrm>
              <a:off x="4127814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1" name="橢圓 60"/>
            <p:cNvSpPr/>
            <p:nvPr/>
          </p:nvSpPr>
          <p:spPr>
            <a:xfrm>
              <a:off x="4736251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62" name="橢圓 61"/>
            <p:cNvSpPr/>
            <p:nvPr/>
          </p:nvSpPr>
          <p:spPr>
            <a:xfrm>
              <a:off x="4736251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3" name="橢圓 62"/>
            <p:cNvSpPr/>
            <p:nvPr/>
          </p:nvSpPr>
          <p:spPr>
            <a:xfrm>
              <a:off x="4736251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4" name="橢圓 63"/>
            <p:cNvSpPr/>
            <p:nvPr/>
          </p:nvSpPr>
          <p:spPr>
            <a:xfrm>
              <a:off x="4736251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5" name="橢圓 64"/>
            <p:cNvSpPr/>
            <p:nvPr/>
          </p:nvSpPr>
          <p:spPr>
            <a:xfrm>
              <a:off x="4736251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6" name="橢圓 65"/>
            <p:cNvSpPr/>
            <p:nvPr/>
          </p:nvSpPr>
          <p:spPr>
            <a:xfrm>
              <a:off x="4736251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7" name="橢圓 66"/>
            <p:cNvSpPr/>
            <p:nvPr/>
          </p:nvSpPr>
          <p:spPr>
            <a:xfrm>
              <a:off x="4736251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8" name="橢圓 67"/>
            <p:cNvSpPr/>
            <p:nvPr/>
          </p:nvSpPr>
          <p:spPr>
            <a:xfrm>
              <a:off x="4736251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9" name="橢圓 68"/>
            <p:cNvSpPr/>
            <p:nvPr/>
          </p:nvSpPr>
          <p:spPr>
            <a:xfrm>
              <a:off x="4736251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0" name="橢圓 69"/>
            <p:cNvSpPr/>
            <p:nvPr/>
          </p:nvSpPr>
          <p:spPr>
            <a:xfrm>
              <a:off x="5344688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1" name="橢圓 70"/>
            <p:cNvSpPr/>
            <p:nvPr/>
          </p:nvSpPr>
          <p:spPr>
            <a:xfrm>
              <a:off x="5344688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橢圓 71"/>
            <p:cNvSpPr/>
            <p:nvPr/>
          </p:nvSpPr>
          <p:spPr>
            <a:xfrm>
              <a:off x="5344688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" name="橢圓 72"/>
            <p:cNvSpPr/>
            <p:nvPr/>
          </p:nvSpPr>
          <p:spPr>
            <a:xfrm>
              <a:off x="5344688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橢圓 73"/>
            <p:cNvSpPr/>
            <p:nvPr/>
          </p:nvSpPr>
          <p:spPr>
            <a:xfrm>
              <a:off x="5344688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5" name="橢圓 74"/>
            <p:cNvSpPr/>
            <p:nvPr/>
          </p:nvSpPr>
          <p:spPr>
            <a:xfrm>
              <a:off x="5344688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6" name="橢圓 75"/>
            <p:cNvSpPr/>
            <p:nvPr/>
          </p:nvSpPr>
          <p:spPr>
            <a:xfrm>
              <a:off x="5344688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橢圓 76"/>
            <p:cNvSpPr/>
            <p:nvPr/>
          </p:nvSpPr>
          <p:spPr>
            <a:xfrm>
              <a:off x="5344688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橢圓 77"/>
            <p:cNvSpPr/>
            <p:nvPr/>
          </p:nvSpPr>
          <p:spPr>
            <a:xfrm>
              <a:off x="5344688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9" name="橢圓 78"/>
            <p:cNvSpPr/>
            <p:nvPr/>
          </p:nvSpPr>
          <p:spPr>
            <a:xfrm>
              <a:off x="5953125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0" name="橢圓 79"/>
            <p:cNvSpPr/>
            <p:nvPr/>
          </p:nvSpPr>
          <p:spPr>
            <a:xfrm>
              <a:off x="5953125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1" name="橢圓 80"/>
            <p:cNvSpPr/>
            <p:nvPr/>
          </p:nvSpPr>
          <p:spPr>
            <a:xfrm>
              <a:off x="5953125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2" name="橢圓 81"/>
            <p:cNvSpPr/>
            <p:nvPr/>
          </p:nvSpPr>
          <p:spPr>
            <a:xfrm>
              <a:off x="5953125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3" name="橢圓 82"/>
            <p:cNvSpPr/>
            <p:nvPr/>
          </p:nvSpPr>
          <p:spPr>
            <a:xfrm>
              <a:off x="5953125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4" name="橢圓 83"/>
            <p:cNvSpPr/>
            <p:nvPr/>
          </p:nvSpPr>
          <p:spPr>
            <a:xfrm>
              <a:off x="5953125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5" name="橢圓 84"/>
            <p:cNvSpPr/>
            <p:nvPr/>
          </p:nvSpPr>
          <p:spPr>
            <a:xfrm>
              <a:off x="5953125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6" name="橢圓 85"/>
            <p:cNvSpPr/>
            <p:nvPr/>
          </p:nvSpPr>
          <p:spPr>
            <a:xfrm>
              <a:off x="5953125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7" name="橢圓 86"/>
            <p:cNvSpPr/>
            <p:nvPr/>
          </p:nvSpPr>
          <p:spPr>
            <a:xfrm>
              <a:off x="5953125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88" name="橢圓 87"/>
            <p:cNvSpPr/>
            <p:nvPr/>
          </p:nvSpPr>
          <p:spPr>
            <a:xfrm>
              <a:off x="6561852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9" name="橢圓 88"/>
            <p:cNvSpPr/>
            <p:nvPr/>
          </p:nvSpPr>
          <p:spPr>
            <a:xfrm>
              <a:off x="6561852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0" name="橢圓 89"/>
            <p:cNvSpPr/>
            <p:nvPr/>
          </p:nvSpPr>
          <p:spPr>
            <a:xfrm>
              <a:off x="6561852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1" name="橢圓 90"/>
            <p:cNvSpPr/>
            <p:nvPr/>
          </p:nvSpPr>
          <p:spPr>
            <a:xfrm>
              <a:off x="6561852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2" name="橢圓 91"/>
            <p:cNvSpPr/>
            <p:nvPr/>
          </p:nvSpPr>
          <p:spPr>
            <a:xfrm>
              <a:off x="6561852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3" name="橢圓 92"/>
            <p:cNvSpPr/>
            <p:nvPr/>
          </p:nvSpPr>
          <p:spPr>
            <a:xfrm>
              <a:off x="6561852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4" name="橢圓 93"/>
            <p:cNvSpPr/>
            <p:nvPr/>
          </p:nvSpPr>
          <p:spPr>
            <a:xfrm>
              <a:off x="6561852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5" name="橢圓 94"/>
            <p:cNvSpPr/>
            <p:nvPr/>
          </p:nvSpPr>
          <p:spPr>
            <a:xfrm>
              <a:off x="6561852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6" name="橢圓 95"/>
            <p:cNvSpPr/>
            <p:nvPr/>
          </p:nvSpPr>
          <p:spPr>
            <a:xfrm>
              <a:off x="6561852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7" name="直線單箭頭接點 96"/>
            <p:cNvCxnSpPr/>
            <p:nvPr/>
          </p:nvCxnSpPr>
          <p:spPr>
            <a:xfrm flipH="1">
              <a:off x="3859619" y="219928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線單箭頭接點 98"/>
            <p:cNvCxnSpPr/>
            <p:nvPr/>
          </p:nvCxnSpPr>
          <p:spPr>
            <a:xfrm flipH="1">
              <a:off x="4468056" y="2204606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線單箭頭接點 99"/>
            <p:cNvCxnSpPr/>
            <p:nvPr/>
          </p:nvCxnSpPr>
          <p:spPr>
            <a:xfrm flipH="1">
              <a:off x="5076493" y="219928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線單箭頭接點 100"/>
            <p:cNvCxnSpPr/>
            <p:nvPr/>
          </p:nvCxnSpPr>
          <p:spPr>
            <a:xfrm flipH="1">
              <a:off x="5684930" y="219928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線單箭頭接點 101"/>
            <p:cNvCxnSpPr/>
            <p:nvPr/>
          </p:nvCxnSpPr>
          <p:spPr>
            <a:xfrm flipH="1">
              <a:off x="6293657" y="2208271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線單箭頭接點 102"/>
            <p:cNvCxnSpPr/>
            <p:nvPr/>
          </p:nvCxnSpPr>
          <p:spPr>
            <a:xfrm flipH="1">
              <a:off x="3859619" y="282129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線單箭頭接點 104"/>
            <p:cNvCxnSpPr/>
            <p:nvPr/>
          </p:nvCxnSpPr>
          <p:spPr>
            <a:xfrm flipH="1">
              <a:off x="5076493" y="282129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線單箭頭接點 107"/>
            <p:cNvCxnSpPr/>
            <p:nvPr/>
          </p:nvCxnSpPr>
          <p:spPr>
            <a:xfrm flipH="1">
              <a:off x="3859619" y="3437982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線單箭頭接點 109"/>
            <p:cNvCxnSpPr/>
            <p:nvPr/>
          </p:nvCxnSpPr>
          <p:spPr>
            <a:xfrm flipH="1">
              <a:off x="5076493" y="3437982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線單箭頭接點 113"/>
            <p:cNvCxnSpPr/>
            <p:nvPr/>
          </p:nvCxnSpPr>
          <p:spPr>
            <a:xfrm flipH="1">
              <a:off x="4468056" y="4049355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線單箭頭接點 115"/>
            <p:cNvCxnSpPr/>
            <p:nvPr/>
          </p:nvCxnSpPr>
          <p:spPr>
            <a:xfrm flipH="1">
              <a:off x="5684930" y="4044038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線單箭頭接點 116"/>
            <p:cNvCxnSpPr/>
            <p:nvPr/>
          </p:nvCxnSpPr>
          <p:spPr>
            <a:xfrm flipH="1">
              <a:off x="6293657" y="4053020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線單箭頭接點 118"/>
            <p:cNvCxnSpPr/>
            <p:nvPr/>
          </p:nvCxnSpPr>
          <p:spPr>
            <a:xfrm flipH="1">
              <a:off x="4468056" y="466604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線單箭頭接點 120"/>
            <p:cNvCxnSpPr/>
            <p:nvPr/>
          </p:nvCxnSpPr>
          <p:spPr>
            <a:xfrm flipH="1">
              <a:off x="5684930" y="4660726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線單箭頭接點 121"/>
            <p:cNvCxnSpPr/>
            <p:nvPr/>
          </p:nvCxnSpPr>
          <p:spPr>
            <a:xfrm flipH="1">
              <a:off x="6293657" y="4669708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線單箭頭接點 122"/>
            <p:cNvCxnSpPr>
              <a:stCxn id="21" idx="0"/>
              <a:endCxn id="20" idx="4"/>
            </p:cNvCxnSpPr>
            <p:nvPr/>
          </p:nvCxnSpPr>
          <p:spPr>
            <a:xfrm flipV="1">
              <a:off x="4297935" y="4834906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線單箭頭接點 124"/>
            <p:cNvCxnSpPr/>
            <p:nvPr/>
          </p:nvCxnSpPr>
          <p:spPr>
            <a:xfrm flipH="1">
              <a:off x="5076493" y="529336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線單箭頭接點 127"/>
            <p:cNvCxnSpPr>
              <a:stCxn id="22" idx="0"/>
              <a:endCxn id="21" idx="4"/>
            </p:cNvCxnSpPr>
            <p:nvPr/>
          </p:nvCxnSpPr>
          <p:spPr>
            <a:xfrm flipV="1">
              <a:off x="4297935" y="5452377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線單箭頭接點 129"/>
            <p:cNvCxnSpPr/>
            <p:nvPr/>
          </p:nvCxnSpPr>
          <p:spPr>
            <a:xfrm flipH="1">
              <a:off x="5076493" y="589941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線單箭頭接點 133"/>
            <p:cNvCxnSpPr>
              <a:stCxn id="68" idx="0"/>
              <a:endCxn id="67" idx="4"/>
            </p:cNvCxnSpPr>
            <p:nvPr/>
          </p:nvCxnSpPr>
          <p:spPr>
            <a:xfrm flipV="1">
              <a:off x="4906372" y="6069848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線單箭頭接點 135"/>
            <p:cNvCxnSpPr/>
            <p:nvPr/>
          </p:nvCxnSpPr>
          <p:spPr>
            <a:xfrm flipH="1">
              <a:off x="5684930" y="6516108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線單箭頭接點 136"/>
            <p:cNvCxnSpPr>
              <a:endCxn id="86" idx="6"/>
            </p:cNvCxnSpPr>
            <p:nvPr/>
          </p:nvCxnSpPr>
          <p:spPr>
            <a:xfrm flipH="1">
              <a:off x="6293367" y="6516108"/>
              <a:ext cx="268485" cy="174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線單箭頭接點 138"/>
            <p:cNvCxnSpPr>
              <a:stCxn id="69" idx="0"/>
              <a:endCxn id="68" idx="4"/>
            </p:cNvCxnSpPr>
            <p:nvPr/>
          </p:nvCxnSpPr>
          <p:spPr>
            <a:xfrm flipV="1">
              <a:off x="4906372" y="6687319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線單箭頭接點 140"/>
            <p:cNvCxnSpPr/>
            <p:nvPr/>
          </p:nvCxnSpPr>
          <p:spPr>
            <a:xfrm flipH="1" flipV="1">
              <a:off x="5684930" y="714342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線單箭頭接點 141"/>
            <p:cNvCxnSpPr>
              <a:stCxn id="96" idx="2"/>
              <a:endCxn id="87" idx="6"/>
            </p:cNvCxnSpPr>
            <p:nvPr/>
          </p:nvCxnSpPr>
          <p:spPr>
            <a:xfrm flipH="1">
              <a:off x="6293367" y="7133753"/>
              <a:ext cx="26848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線單箭頭接點 142"/>
            <p:cNvCxnSpPr/>
            <p:nvPr/>
          </p:nvCxnSpPr>
          <p:spPr>
            <a:xfrm flipV="1">
              <a:off x="3689498" y="2370326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線單箭頭接點 145"/>
            <p:cNvCxnSpPr/>
            <p:nvPr/>
          </p:nvCxnSpPr>
          <p:spPr>
            <a:xfrm flipV="1">
              <a:off x="3689498" y="2985145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線單箭頭接點 147"/>
            <p:cNvCxnSpPr/>
            <p:nvPr/>
          </p:nvCxnSpPr>
          <p:spPr>
            <a:xfrm flipV="1">
              <a:off x="3689498" y="3599964"/>
              <a:ext cx="0" cy="27539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線單箭頭接點 148"/>
            <p:cNvCxnSpPr/>
            <p:nvPr/>
          </p:nvCxnSpPr>
          <p:spPr>
            <a:xfrm flipV="1">
              <a:off x="3689498" y="4220087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線單箭頭接點 151"/>
            <p:cNvCxnSpPr/>
            <p:nvPr/>
          </p:nvCxnSpPr>
          <p:spPr>
            <a:xfrm flipV="1">
              <a:off x="3684525" y="4834906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線單箭頭接點 153"/>
            <p:cNvCxnSpPr/>
            <p:nvPr/>
          </p:nvCxnSpPr>
          <p:spPr>
            <a:xfrm flipV="1">
              <a:off x="3681782" y="5452377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線單箭頭接點 154"/>
            <p:cNvCxnSpPr/>
            <p:nvPr/>
          </p:nvCxnSpPr>
          <p:spPr>
            <a:xfrm flipV="1">
              <a:off x="3681782" y="6072500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線單箭頭接點 194"/>
            <p:cNvCxnSpPr/>
            <p:nvPr/>
          </p:nvCxnSpPr>
          <p:spPr>
            <a:xfrm rot="10800000">
              <a:off x="5635103" y="2320230"/>
              <a:ext cx="36784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線單箭頭接點 201"/>
            <p:cNvCxnSpPr>
              <a:stCxn id="62" idx="2"/>
              <a:endCxn id="17" idx="6"/>
            </p:cNvCxnSpPr>
            <p:nvPr/>
          </p:nvCxnSpPr>
          <p:spPr>
            <a:xfrm flipH="1">
              <a:off x="4468056" y="2814108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直線單箭頭接點 202"/>
            <p:cNvCxnSpPr/>
            <p:nvPr/>
          </p:nvCxnSpPr>
          <p:spPr>
            <a:xfrm rot="10800000">
              <a:off x="6243540" y="2320230"/>
              <a:ext cx="36813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直線單箭頭接點 205"/>
            <p:cNvCxnSpPr>
              <a:stCxn id="81" idx="2"/>
              <a:endCxn id="72" idx="6"/>
            </p:cNvCxnSpPr>
            <p:nvPr/>
          </p:nvCxnSpPr>
          <p:spPr>
            <a:xfrm flipH="1">
              <a:off x="5684930" y="3428927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線單箭頭接點 206"/>
            <p:cNvCxnSpPr>
              <a:stCxn id="63" idx="2"/>
              <a:endCxn id="18" idx="6"/>
            </p:cNvCxnSpPr>
            <p:nvPr/>
          </p:nvCxnSpPr>
          <p:spPr>
            <a:xfrm flipH="1">
              <a:off x="4468056" y="3428927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線單箭頭接點 207"/>
            <p:cNvCxnSpPr/>
            <p:nvPr/>
          </p:nvCxnSpPr>
          <p:spPr>
            <a:xfrm rot="10800000">
              <a:off x="6243540" y="2935049"/>
              <a:ext cx="36813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線單箭頭接點 208"/>
            <p:cNvCxnSpPr>
              <a:stCxn id="84" idx="2"/>
              <a:endCxn id="75" idx="6"/>
            </p:cNvCxnSpPr>
            <p:nvPr/>
          </p:nvCxnSpPr>
          <p:spPr>
            <a:xfrm flipH="1">
              <a:off x="5684930" y="5281340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直線單箭頭接點 209"/>
            <p:cNvCxnSpPr/>
            <p:nvPr/>
          </p:nvCxnSpPr>
          <p:spPr>
            <a:xfrm rot="10800000">
              <a:off x="4418229" y="4784810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線單箭頭接點 210"/>
            <p:cNvCxnSpPr/>
            <p:nvPr/>
          </p:nvCxnSpPr>
          <p:spPr>
            <a:xfrm rot="10800000">
              <a:off x="6243540" y="4784810"/>
              <a:ext cx="36813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直線單箭頭接點 211"/>
            <p:cNvCxnSpPr/>
            <p:nvPr/>
          </p:nvCxnSpPr>
          <p:spPr>
            <a:xfrm rot="10800000">
              <a:off x="5635103" y="5402281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直線單箭頭接點 212"/>
            <p:cNvCxnSpPr/>
            <p:nvPr/>
          </p:nvCxnSpPr>
          <p:spPr>
            <a:xfrm rot="10800000">
              <a:off x="4418229" y="5402281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直線單箭頭接點 213"/>
            <p:cNvCxnSpPr>
              <a:stCxn id="94" idx="2"/>
              <a:endCxn id="85" idx="6"/>
            </p:cNvCxnSpPr>
            <p:nvPr/>
          </p:nvCxnSpPr>
          <p:spPr>
            <a:xfrm flipH="1">
              <a:off x="6293367" y="5898811"/>
              <a:ext cx="26848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直線單箭頭接點 232"/>
            <p:cNvCxnSpPr>
              <a:stCxn id="19" idx="2"/>
              <a:endCxn id="9" idx="6"/>
            </p:cNvCxnSpPr>
            <p:nvPr/>
          </p:nvCxnSpPr>
          <p:spPr>
            <a:xfrm flipH="1">
              <a:off x="3859619" y="4046398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直線單箭頭接點 235"/>
            <p:cNvCxnSpPr/>
            <p:nvPr/>
          </p:nvCxnSpPr>
          <p:spPr>
            <a:xfrm rot="10800000">
              <a:off x="3809792" y="4167339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直線單箭頭接點 238"/>
            <p:cNvCxnSpPr/>
            <p:nvPr/>
          </p:nvCxnSpPr>
          <p:spPr>
            <a:xfrm rot="10800000">
              <a:off x="3809792" y="6019752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直線單箭頭接點 241"/>
            <p:cNvCxnSpPr/>
            <p:nvPr/>
          </p:nvCxnSpPr>
          <p:spPr>
            <a:xfrm rot="10800000">
              <a:off x="3809792" y="6637223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直線單箭頭接點 248"/>
            <p:cNvCxnSpPr/>
            <p:nvPr/>
          </p:nvCxnSpPr>
          <p:spPr>
            <a:xfrm flipV="1">
              <a:off x="3684525" y="6689971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直線單箭頭接點 254"/>
            <p:cNvCxnSpPr/>
            <p:nvPr/>
          </p:nvCxnSpPr>
          <p:spPr>
            <a:xfrm rot="10800000">
              <a:off x="5026666" y="6019752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直線單箭頭接點 257"/>
            <p:cNvCxnSpPr/>
            <p:nvPr/>
          </p:nvCxnSpPr>
          <p:spPr>
            <a:xfrm rot="10800000">
              <a:off x="5026666" y="6637223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直線單箭頭接點 260"/>
            <p:cNvCxnSpPr>
              <a:stCxn id="73" idx="2"/>
              <a:endCxn id="64" idx="6"/>
            </p:cNvCxnSpPr>
            <p:nvPr/>
          </p:nvCxnSpPr>
          <p:spPr>
            <a:xfrm flipH="1">
              <a:off x="5076493" y="4046398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直線單箭頭接點 263"/>
            <p:cNvCxnSpPr>
              <a:stCxn id="74" idx="2"/>
              <a:endCxn id="65" idx="6"/>
            </p:cNvCxnSpPr>
            <p:nvPr/>
          </p:nvCxnSpPr>
          <p:spPr>
            <a:xfrm flipH="1">
              <a:off x="5076493" y="4663869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內容版面配置區 5"/>
          <p:cNvSpPr>
            <a:spLocks noGrp="1"/>
          </p:cNvSpPr>
          <p:nvPr>
            <p:ph idx="1"/>
          </p:nvPr>
        </p:nvSpPr>
        <p:spPr>
          <a:xfrm>
            <a:off x="503999" y="1769043"/>
            <a:ext cx="3810868" cy="4384438"/>
          </a:xfrm>
        </p:spPr>
        <p:txBody>
          <a:bodyPr/>
          <a:lstStyle/>
          <a:p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Step 3</a:t>
            </a:r>
            <a:endParaRPr lang="zh-TW" alt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26" name="矩形: 圓角 125"/>
          <p:cNvSpPr/>
          <p:nvPr/>
        </p:nvSpPr>
        <p:spPr>
          <a:xfrm>
            <a:off x="4314867" y="2512950"/>
            <a:ext cx="4856429" cy="4350152"/>
          </a:xfrm>
          <a:prstGeom prst="roundRect">
            <a:avLst/>
          </a:prstGeom>
          <a:noFill/>
          <a:ln w="412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5429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3998" y="285556"/>
            <a:ext cx="9071643" cy="1262155"/>
          </a:xfrm>
        </p:spPr>
        <p:txBody>
          <a:bodyPr/>
          <a:lstStyle/>
          <a:p>
            <a:r>
              <a:rPr lang="en-US" altLang="zh-TW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Algorithm</a:t>
            </a:r>
            <a:endParaRPr lang="zh-TW" altLang="en-US" b="1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29</a:t>
            </a:fld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4559612" y="1264383"/>
          <a:ext cx="4284000" cy="612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25" name="群組 24"/>
          <p:cNvGrpSpPr/>
          <p:nvPr/>
        </p:nvGrpSpPr>
        <p:grpSpPr>
          <a:xfrm>
            <a:off x="5312082" y="2028251"/>
            <a:ext cx="3382717" cy="5276539"/>
            <a:chOff x="3519377" y="2028251"/>
            <a:chExt cx="3382717" cy="5276539"/>
          </a:xfrm>
        </p:grpSpPr>
        <p:sp>
          <p:nvSpPr>
            <p:cNvPr id="3" name="橢圓 2"/>
            <p:cNvSpPr/>
            <p:nvPr/>
          </p:nvSpPr>
          <p:spPr>
            <a:xfrm>
              <a:off x="3519377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7" name="橢圓 6"/>
            <p:cNvSpPr/>
            <p:nvPr/>
          </p:nvSpPr>
          <p:spPr>
            <a:xfrm>
              <a:off x="3519377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橢圓 7"/>
            <p:cNvSpPr/>
            <p:nvPr/>
          </p:nvSpPr>
          <p:spPr>
            <a:xfrm>
              <a:off x="3519377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橢圓 8"/>
            <p:cNvSpPr/>
            <p:nvPr/>
          </p:nvSpPr>
          <p:spPr>
            <a:xfrm>
              <a:off x="3519377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橢圓 9"/>
            <p:cNvSpPr/>
            <p:nvPr/>
          </p:nvSpPr>
          <p:spPr>
            <a:xfrm>
              <a:off x="3519377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橢圓 11"/>
            <p:cNvSpPr/>
            <p:nvPr/>
          </p:nvSpPr>
          <p:spPr>
            <a:xfrm>
              <a:off x="3519377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橢圓 12"/>
            <p:cNvSpPr/>
            <p:nvPr/>
          </p:nvSpPr>
          <p:spPr>
            <a:xfrm>
              <a:off x="3519377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橢圓 13"/>
            <p:cNvSpPr/>
            <p:nvPr/>
          </p:nvSpPr>
          <p:spPr>
            <a:xfrm>
              <a:off x="3519377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橢圓 14"/>
            <p:cNvSpPr/>
            <p:nvPr/>
          </p:nvSpPr>
          <p:spPr>
            <a:xfrm>
              <a:off x="3519377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橢圓 15"/>
            <p:cNvSpPr/>
            <p:nvPr/>
          </p:nvSpPr>
          <p:spPr>
            <a:xfrm>
              <a:off x="4127814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橢圓 16"/>
            <p:cNvSpPr/>
            <p:nvPr/>
          </p:nvSpPr>
          <p:spPr>
            <a:xfrm>
              <a:off x="4127814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橢圓 17"/>
            <p:cNvSpPr/>
            <p:nvPr/>
          </p:nvSpPr>
          <p:spPr>
            <a:xfrm>
              <a:off x="4127814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橢圓 18"/>
            <p:cNvSpPr/>
            <p:nvPr/>
          </p:nvSpPr>
          <p:spPr>
            <a:xfrm>
              <a:off x="4127814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橢圓 19"/>
            <p:cNvSpPr/>
            <p:nvPr/>
          </p:nvSpPr>
          <p:spPr>
            <a:xfrm>
              <a:off x="4127814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橢圓 20"/>
            <p:cNvSpPr/>
            <p:nvPr/>
          </p:nvSpPr>
          <p:spPr>
            <a:xfrm>
              <a:off x="4127814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橢圓 21"/>
            <p:cNvSpPr/>
            <p:nvPr/>
          </p:nvSpPr>
          <p:spPr>
            <a:xfrm>
              <a:off x="4127814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橢圓 22"/>
            <p:cNvSpPr/>
            <p:nvPr/>
          </p:nvSpPr>
          <p:spPr>
            <a:xfrm>
              <a:off x="4127814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橢圓 23"/>
            <p:cNvSpPr/>
            <p:nvPr/>
          </p:nvSpPr>
          <p:spPr>
            <a:xfrm>
              <a:off x="4127814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1" name="橢圓 60"/>
            <p:cNvSpPr/>
            <p:nvPr/>
          </p:nvSpPr>
          <p:spPr>
            <a:xfrm>
              <a:off x="4736251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62" name="橢圓 61"/>
            <p:cNvSpPr/>
            <p:nvPr/>
          </p:nvSpPr>
          <p:spPr>
            <a:xfrm>
              <a:off x="4736251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3" name="橢圓 62"/>
            <p:cNvSpPr/>
            <p:nvPr/>
          </p:nvSpPr>
          <p:spPr>
            <a:xfrm>
              <a:off x="4736251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4" name="橢圓 63"/>
            <p:cNvSpPr/>
            <p:nvPr/>
          </p:nvSpPr>
          <p:spPr>
            <a:xfrm>
              <a:off x="4736251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5" name="橢圓 64"/>
            <p:cNvSpPr/>
            <p:nvPr/>
          </p:nvSpPr>
          <p:spPr>
            <a:xfrm>
              <a:off x="4736251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6" name="橢圓 65"/>
            <p:cNvSpPr/>
            <p:nvPr/>
          </p:nvSpPr>
          <p:spPr>
            <a:xfrm>
              <a:off x="4736251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7" name="橢圓 66"/>
            <p:cNvSpPr/>
            <p:nvPr/>
          </p:nvSpPr>
          <p:spPr>
            <a:xfrm>
              <a:off x="4736251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8" name="橢圓 67"/>
            <p:cNvSpPr/>
            <p:nvPr/>
          </p:nvSpPr>
          <p:spPr>
            <a:xfrm>
              <a:off x="4736251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9" name="橢圓 68"/>
            <p:cNvSpPr/>
            <p:nvPr/>
          </p:nvSpPr>
          <p:spPr>
            <a:xfrm>
              <a:off x="4736251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0" name="橢圓 69"/>
            <p:cNvSpPr/>
            <p:nvPr/>
          </p:nvSpPr>
          <p:spPr>
            <a:xfrm>
              <a:off x="5344688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1" name="橢圓 70"/>
            <p:cNvSpPr/>
            <p:nvPr/>
          </p:nvSpPr>
          <p:spPr>
            <a:xfrm>
              <a:off x="5344688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橢圓 71"/>
            <p:cNvSpPr/>
            <p:nvPr/>
          </p:nvSpPr>
          <p:spPr>
            <a:xfrm>
              <a:off x="5344688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" name="橢圓 72"/>
            <p:cNvSpPr/>
            <p:nvPr/>
          </p:nvSpPr>
          <p:spPr>
            <a:xfrm>
              <a:off x="5344688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橢圓 73"/>
            <p:cNvSpPr/>
            <p:nvPr/>
          </p:nvSpPr>
          <p:spPr>
            <a:xfrm>
              <a:off x="5344688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5" name="橢圓 74"/>
            <p:cNvSpPr/>
            <p:nvPr/>
          </p:nvSpPr>
          <p:spPr>
            <a:xfrm>
              <a:off x="5344688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6" name="橢圓 75"/>
            <p:cNvSpPr/>
            <p:nvPr/>
          </p:nvSpPr>
          <p:spPr>
            <a:xfrm>
              <a:off x="5344688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橢圓 76"/>
            <p:cNvSpPr/>
            <p:nvPr/>
          </p:nvSpPr>
          <p:spPr>
            <a:xfrm>
              <a:off x="5344688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橢圓 77"/>
            <p:cNvSpPr/>
            <p:nvPr/>
          </p:nvSpPr>
          <p:spPr>
            <a:xfrm>
              <a:off x="5344688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9" name="橢圓 78"/>
            <p:cNvSpPr/>
            <p:nvPr/>
          </p:nvSpPr>
          <p:spPr>
            <a:xfrm>
              <a:off x="5953125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0" name="橢圓 79"/>
            <p:cNvSpPr/>
            <p:nvPr/>
          </p:nvSpPr>
          <p:spPr>
            <a:xfrm>
              <a:off x="5953125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1" name="橢圓 80"/>
            <p:cNvSpPr/>
            <p:nvPr/>
          </p:nvSpPr>
          <p:spPr>
            <a:xfrm>
              <a:off x="5953125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2" name="橢圓 81"/>
            <p:cNvSpPr/>
            <p:nvPr/>
          </p:nvSpPr>
          <p:spPr>
            <a:xfrm>
              <a:off x="5953125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3" name="橢圓 82"/>
            <p:cNvSpPr/>
            <p:nvPr/>
          </p:nvSpPr>
          <p:spPr>
            <a:xfrm>
              <a:off x="5953125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4" name="橢圓 83"/>
            <p:cNvSpPr/>
            <p:nvPr/>
          </p:nvSpPr>
          <p:spPr>
            <a:xfrm>
              <a:off x="5953125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5" name="橢圓 84"/>
            <p:cNvSpPr/>
            <p:nvPr/>
          </p:nvSpPr>
          <p:spPr>
            <a:xfrm>
              <a:off x="5953125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6" name="橢圓 85"/>
            <p:cNvSpPr/>
            <p:nvPr/>
          </p:nvSpPr>
          <p:spPr>
            <a:xfrm>
              <a:off x="5953125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7" name="橢圓 86"/>
            <p:cNvSpPr/>
            <p:nvPr/>
          </p:nvSpPr>
          <p:spPr>
            <a:xfrm>
              <a:off x="5953125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88" name="橢圓 87"/>
            <p:cNvSpPr/>
            <p:nvPr/>
          </p:nvSpPr>
          <p:spPr>
            <a:xfrm>
              <a:off x="6561852" y="202825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9" name="橢圓 88"/>
            <p:cNvSpPr/>
            <p:nvPr/>
          </p:nvSpPr>
          <p:spPr>
            <a:xfrm>
              <a:off x="6561852" y="2643070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0" name="橢圓 89"/>
            <p:cNvSpPr/>
            <p:nvPr/>
          </p:nvSpPr>
          <p:spPr>
            <a:xfrm>
              <a:off x="6561852" y="3257889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1" name="橢圓 90"/>
            <p:cNvSpPr/>
            <p:nvPr/>
          </p:nvSpPr>
          <p:spPr>
            <a:xfrm>
              <a:off x="6561852" y="3875360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2" name="橢圓 91"/>
            <p:cNvSpPr/>
            <p:nvPr/>
          </p:nvSpPr>
          <p:spPr>
            <a:xfrm>
              <a:off x="6561852" y="4492831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3" name="橢圓 92"/>
            <p:cNvSpPr/>
            <p:nvPr/>
          </p:nvSpPr>
          <p:spPr>
            <a:xfrm>
              <a:off x="6561852" y="5110302"/>
              <a:ext cx="340242" cy="34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4" name="橢圓 93"/>
            <p:cNvSpPr/>
            <p:nvPr/>
          </p:nvSpPr>
          <p:spPr>
            <a:xfrm>
              <a:off x="6561852" y="5727773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5" name="橢圓 94"/>
            <p:cNvSpPr/>
            <p:nvPr/>
          </p:nvSpPr>
          <p:spPr>
            <a:xfrm>
              <a:off x="6561852" y="6345244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6" name="橢圓 95"/>
            <p:cNvSpPr/>
            <p:nvPr/>
          </p:nvSpPr>
          <p:spPr>
            <a:xfrm>
              <a:off x="6561852" y="6962715"/>
              <a:ext cx="340242" cy="34207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7" name="直線單箭頭接點 96"/>
            <p:cNvCxnSpPr/>
            <p:nvPr/>
          </p:nvCxnSpPr>
          <p:spPr>
            <a:xfrm flipH="1">
              <a:off x="3859619" y="219928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線單箭頭接點 98"/>
            <p:cNvCxnSpPr/>
            <p:nvPr/>
          </p:nvCxnSpPr>
          <p:spPr>
            <a:xfrm flipH="1">
              <a:off x="4468056" y="2204606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線單箭頭接點 99"/>
            <p:cNvCxnSpPr/>
            <p:nvPr/>
          </p:nvCxnSpPr>
          <p:spPr>
            <a:xfrm flipH="1">
              <a:off x="5076493" y="219928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線單箭頭接點 100"/>
            <p:cNvCxnSpPr/>
            <p:nvPr/>
          </p:nvCxnSpPr>
          <p:spPr>
            <a:xfrm flipH="1">
              <a:off x="5684930" y="219928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線單箭頭接點 101"/>
            <p:cNvCxnSpPr/>
            <p:nvPr/>
          </p:nvCxnSpPr>
          <p:spPr>
            <a:xfrm flipH="1">
              <a:off x="6293657" y="2208271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線單箭頭接點 102"/>
            <p:cNvCxnSpPr/>
            <p:nvPr/>
          </p:nvCxnSpPr>
          <p:spPr>
            <a:xfrm flipH="1">
              <a:off x="3859619" y="282129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線單箭頭接點 104"/>
            <p:cNvCxnSpPr/>
            <p:nvPr/>
          </p:nvCxnSpPr>
          <p:spPr>
            <a:xfrm flipH="1">
              <a:off x="5076493" y="282129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線單箭頭接點 107"/>
            <p:cNvCxnSpPr/>
            <p:nvPr/>
          </p:nvCxnSpPr>
          <p:spPr>
            <a:xfrm flipH="1">
              <a:off x="3859619" y="3437982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線單箭頭接點 109"/>
            <p:cNvCxnSpPr/>
            <p:nvPr/>
          </p:nvCxnSpPr>
          <p:spPr>
            <a:xfrm flipH="1">
              <a:off x="5076493" y="3437982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線單箭頭接點 113"/>
            <p:cNvCxnSpPr/>
            <p:nvPr/>
          </p:nvCxnSpPr>
          <p:spPr>
            <a:xfrm flipH="1">
              <a:off x="4468056" y="4049355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線單箭頭接點 115"/>
            <p:cNvCxnSpPr/>
            <p:nvPr/>
          </p:nvCxnSpPr>
          <p:spPr>
            <a:xfrm flipH="1">
              <a:off x="5684930" y="4044038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線單箭頭接點 116"/>
            <p:cNvCxnSpPr/>
            <p:nvPr/>
          </p:nvCxnSpPr>
          <p:spPr>
            <a:xfrm flipH="1">
              <a:off x="6293657" y="4053020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線單箭頭接點 118"/>
            <p:cNvCxnSpPr/>
            <p:nvPr/>
          </p:nvCxnSpPr>
          <p:spPr>
            <a:xfrm flipH="1">
              <a:off x="4468056" y="466604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線單箭頭接點 120"/>
            <p:cNvCxnSpPr/>
            <p:nvPr/>
          </p:nvCxnSpPr>
          <p:spPr>
            <a:xfrm flipH="1">
              <a:off x="5684930" y="4660726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線單箭頭接點 121"/>
            <p:cNvCxnSpPr/>
            <p:nvPr/>
          </p:nvCxnSpPr>
          <p:spPr>
            <a:xfrm flipH="1">
              <a:off x="6293657" y="4669708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線單箭頭接點 122"/>
            <p:cNvCxnSpPr>
              <a:stCxn id="21" idx="0"/>
              <a:endCxn id="20" idx="4"/>
            </p:cNvCxnSpPr>
            <p:nvPr/>
          </p:nvCxnSpPr>
          <p:spPr>
            <a:xfrm flipV="1">
              <a:off x="4297935" y="4834906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線單箭頭接點 124"/>
            <p:cNvCxnSpPr/>
            <p:nvPr/>
          </p:nvCxnSpPr>
          <p:spPr>
            <a:xfrm flipH="1">
              <a:off x="5076493" y="5293363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線單箭頭接點 127"/>
            <p:cNvCxnSpPr>
              <a:stCxn id="22" idx="0"/>
              <a:endCxn id="21" idx="4"/>
            </p:cNvCxnSpPr>
            <p:nvPr/>
          </p:nvCxnSpPr>
          <p:spPr>
            <a:xfrm flipV="1">
              <a:off x="4297935" y="5452377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線單箭頭接點 129"/>
            <p:cNvCxnSpPr/>
            <p:nvPr/>
          </p:nvCxnSpPr>
          <p:spPr>
            <a:xfrm flipH="1">
              <a:off x="5076493" y="589941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線單箭頭接點 133"/>
            <p:cNvCxnSpPr>
              <a:stCxn id="68" idx="0"/>
              <a:endCxn id="67" idx="4"/>
            </p:cNvCxnSpPr>
            <p:nvPr/>
          </p:nvCxnSpPr>
          <p:spPr>
            <a:xfrm flipV="1">
              <a:off x="4906372" y="6069848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線單箭頭接點 135"/>
            <p:cNvCxnSpPr/>
            <p:nvPr/>
          </p:nvCxnSpPr>
          <p:spPr>
            <a:xfrm flipH="1">
              <a:off x="5684930" y="6516108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線單箭頭接點 136"/>
            <p:cNvCxnSpPr>
              <a:endCxn id="86" idx="6"/>
            </p:cNvCxnSpPr>
            <p:nvPr/>
          </p:nvCxnSpPr>
          <p:spPr>
            <a:xfrm flipH="1">
              <a:off x="6293367" y="6516108"/>
              <a:ext cx="268485" cy="174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線單箭頭接點 138"/>
            <p:cNvCxnSpPr>
              <a:stCxn id="69" idx="0"/>
              <a:endCxn id="68" idx="4"/>
            </p:cNvCxnSpPr>
            <p:nvPr/>
          </p:nvCxnSpPr>
          <p:spPr>
            <a:xfrm flipV="1">
              <a:off x="4906372" y="6687319"/>
              <a:ext cx="0" cy="27539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線單箭頭接點 140"/>
            <p:cNvCxnSpPr/>
            <p:nvPr/>
          </p:nvCxnSpPr>
          <p:spPr>
            <a:xfrm flipH="1" flipV="1">
              <a:off x="5684930" y="7143429"/>
              <a:ext cx="26819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線單箭頭接點 141"/>
            <p:cNvCxnSpPr>
              <a:stCxn id="96" idx="2"/>
              <a:endCxn id="87" idx="6"/>
            </p:cNvCxnSpPr>
            <p:nvPr/>
          </p:nvCxnSpPr>
          <p:spPr>
            <a:xfrm flipH="1">
              <a:off x="6293367" y="7133753"/>
              <a:ext cx="26848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線單箭頭接點 142"/>
            <p:cNvCxnSpPr/>
            <p:nvPr/>
          </p:nvCxnSpPr>
          <p:spPr>
            <a:xfrm flipV="1">
              <a:off x="3689498" y="2370326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線單箭頭接點 145"/>
            <p:cNvCxnSpPr/>
            <p:nvPr/>
          </p:nvCxnSpPr>
          <p:spPr>
            <a:xfrm flipV="1">
              <a:off x="3689498" y="2985145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線單箭頭接點 147"/>
            <p:cNvCxnSpPr/>
            <p:nvPr/>
          </p:nvCxnSpPr>
          <p:spPr>
            <a:xfrm flipV="1">
              <a:off x="3689498" y="3599964"/>
              <a:ext cx="0" cy="27539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線單箭頭接點 148"/>
            <p:cNvCxnSpPr/>
            <p:nvPr/>
          </p:nvCxnSpPr>
          <p:spPr>
            <a:xfrm flipV="1">
              <a:off x="3689498" y="4220087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線單箭頭接點 151"/>
            <p:cNvCxnSpPr/>
            <p:nvPr/>
          </p:nvCxnSpPr>
          <p:spPr>
            <a:xfrm flipV="1">
              <a:off x="3684525" y="4834906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線單箭頭接點 153"/>
            <p:cNvCxnSpPr/>
            <p:nvPr/>
          </p:nvCxnSpPr>
          <p:spPr>
            <a:xfrm flipV="1">
              <a:off x="3681782" y="5452377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線單箭頭接點 154"/>
            <p:cNvCxnSpPr/>
            <p:nvPr/>
          </p:nvCxnSpPr>
          <p:spPr>
            <a:xfrm flipV="1">
              <a:off x="3681782" y="6072500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線單箭頭接點 194"/>
            <p:cNvCxnSpPr/>
            <p:nvPr/>
          </p:nvCxnSpPr>
          <p:spPr>
            <a:xfrm rot="10800000">
              <a:off x="5635103" y="2320230"/>
              <a:ext cx="36784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線單箭頭接點 201"/>
            <p:cNvCxnSpPr>
              <a:stCxn id="62" idx="2"/>
              <a:endCxn id="17" idx="6"/>
            </p:cNvCxnSpPr>
            <p:nvPr/>
          </p:nvCxnSpPr>
          <p:spPr>
            <a:xfrm flipH="1">
              <a:off x="4468056" y="2814108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直線單箭頭接點 202"/>
            <p:cNvCxnSpPr/>
            <p:nvPr/>
          </p:nvCxnSpPr>
          <p:spPr>
            <a:xfrm rot="10800000">
              <a:off x="6243540" y="2320230"/>
              <a:ext cx="36813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直線單箭頭接點 205"/>
            <p:cNvCxnSpPr>
              <a:stCxn id="81" idx="2"/>
              <a:endCxn id="72" idx="6"/>
            </p:cNvCxnSpPr>
            <p:nvPr/>
          </p:nvCxnSpPr>
          <p:spPr>
            <a:xfrm flipH="1">
              <a:off x="5684930" y="3428927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線單箭頭接點 206"/>
            <p:cNvCxnSpPr>
              <a:stCxn id="63" idx="2"/>
              <a:endCxn id="18" idx="6"/>
            </p:cNvCxnSpPr>
            <p:nvPr/>
          </p:nvCxnSpPr>
          <p:spPr>
            <a:xfrm flipH="1">
              <a:off x="4468056" y="3428927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線單箭頭接點 207"/>
            <p:cNvCxnSpPr/>
            <p:nvPr/>
          </p:nvCxnSpPr>
          <p:spPr>
            <a:xfrm rot="10800000">
              <a:off x="6243540" y="2935049"/>
              <a:ext cx="368139" cy="3729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線單箭頭接點 208"/>
            <p:cNvCxnSpPr>
              <a:stCxn id="84" idx="2"/>
              <a:endCxn id="75" idx="6"/>
            </p:cNvCxnSpPr>
            <p:nvPr/>
          </p:nvCxnSpPr>
          <p:spPr>
            <a:xfrm flipH="1">
              <a:off x="5684930" y="5281340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直線單箭頭接點 209"/>
            <p:cNvCxnSpPr/>
            <p:nvPr/>
          </p:nvCxnSpPr>
          <p:spPr>
            <a:xfrm rot="10800000">
              <a:off x="4418229" y="4784810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線單箭頭接點 210"/>
            <p:cNvCxnSpPr/>
            <p:nvPr/>
          </p:nvCxnSpPr>
          <p:spPr>
            <a:xfrm rot="10800000">
              <a:off x="6243540" y="4784810"/>
              <a:ext cx="36813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直線單箭頭接點 211"/>
            <p:cNvCxnSpPr/>
            <p:nvPr/>
          </p:nvCxnSpPr>
          <p:spPr>
            <a:xfrm rot="10800000">
              <a:off x="5635103" y="5402281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直線單箭頭接點 212"/>
            <p:cNvCxnSpPr/>
            <p:nvPr/>
          </p:nvCxnSpPr>
          <p:spPr>
            <a:xfrm rot="10800000">
              <a:off x="4418229" y="5402281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直線單箭頭接點 213"/>
            <p:cNvCxnSpPr>
              <a:stCxn id="94" idx="2"/>
              <a:endCxn id="85" idx="6"/>
            </p:cNvCxnSpPr>
            <p:nvPr/>
          </p:nvCxnSpPr>
          <p:spPr>
            <a:xfrm flipH="1">
              <a:off x="6293367" y="5898811"/>
              <a:ext cx="26848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直線單箭頭接點 232"/>
            <p:cNvCxnSpPr>
              <a:stCxn id="19" idx="2"/>
              <a:endCxn id="9" idx="6"/>
            </p:cNvCxnSpPr>
            <p:nvPr/>
          </p:nvCxnSpPr>
          <p:spPr>
            <a:xfrm flipH="1">
              <a:off x="3859619" y="4046398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直線單箭頭接點 235"/>
            <p:cNvCxnSpPr/>
            <p:nvPr/>
          </p:nvCxnSpPr>
          <p:spPr>
            <a:xfrm rot="10800000">
              <a:off x="3809792" y="4167339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直線單箭頭接點 238"/>
            <p:cNvCxnSpPr/>
            <p:nvPr/>
          </p:nvCxnSpPr>
          <p:spPr>
            <a:xfrm rot="10800000">
              <a:off x="3809792" y="6019752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直線單箭頭接點 241"/>
            <p:cNvCxnSpPr/>
            <p:nvPr/>
          </p:nvCxnSpPr>
          <p:spPr>
            <a:xfrm rot="10800000">
              <a:off x="3809792" y="6637223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直線單箭頭接點 248"/>
            <p:cNvCxnSpPr/>
            <p:nvPr/>
          </p:nvCxnSpPr>
          <p:spPr>
            <a:xfrm flipV="1">
              <a:off x="3684525" y="6689971"/>
              <a:ext cx="0" cy="27274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直線單箭頭接點 254"/>
            <p:cNvCxnSpPr/>
            <p:nvPr/>
          </p:nvCxnSpPr>
          <p:spPr>
            <a:xfrm rot="10800000">
              <a:off x="5026666" y="6019752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直線單箭頭接點 257"/>
            <p:cNvCxnSpPr/>
            <p:nvPr/>
          </p:nvCxnSpPr>
          <p:spPr>
            <a:xfrm rot="10800000">
              <a:off x="5026666" y="6637223"/>
              <a:ext cx="367849" cy="37558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直線單箭頭接點 260"/>
            <p:cNvCxnSpPr>
              <a:stCxn id="73" idx="2"/>
              <a:endCxn id="64" idx="6"/>
            </p:cNvCxnSpPr>
            <p:nvPr/>
          </p:nvCxnSpPr>
          <p:spPr>
            <a:xfrm flipH="1">
              <a:off x="5076493" y="4046398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直線單箭頭接點 263"/>
            <p:cNvCxnSpPr>
              <a:stCxn id="74" idx="2"/>
              <a:endCxn id="65" idx="6"/>
            </p:cNvCxnSpPr>
            <p:nvPr/>
          </p:nvCxnSpPr>
          <p:spPr>
            <a:xfrm flipH="1">
              <a:off x="5076493" y="4663869"/>
              <a:ext cx="268195" cy="0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內容版面配置區 5"/>
          <p:cNvSpPr>
            <a:spLocks noGrp="1"/>
          </p:cNvSpPr>
          <p:nvPr>
            <p:ph idx="1"/>
          </p:nvPr>
        </p:nvSpPr>
        <p:spPr>
          <a:xfrm>
            <a:off x="503999" y="1769043"/>
            <a:ext cx="3810868" cy="4384438"/>
          </a:xfrm>
        </p:spPr>
        <p:txBody>
          <a:bodyPr/>
          <a:lstStyle/>
          <a:p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Final</a:t>
            </a:r>
            <a:endParaRPr lang="zh-TW" alt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9682397"/>
      </p:ext>
    </p:extLst>
  </p:cSld>
  <p:clrMapOvr>
    <a:masterClrMapping/>
  </p:clrMapOvr>
</p:sld>
</file>

<file path=ppt/theme/theme1.xml><?xml version="1.0" encoding="utf-8"?>
<a:theme xmlns:a="http://schemas.openxmlformats.org/drawingml/2006/main" name="預設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14234</TotalTime>
  <Words>884</Words>
  <Application>Microsoft Office PowerPoint</Application>
  <PresentationFormat>自訂</PresentationFormat>
  <Paragraphs>608</Paragraphs>
  <Slides>29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12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29</vt:i4>
      </vt:variant>
    </vt:vector>
  </HeadingPairs>
  <TitlesOfParts>
    <vt:vector size="42" baseType="lpstr">
      <vt:lpstr>Liberation Sans</vt:lpstr>
      <vt:lpstr>Liberation Sans Narrow</vt:lpstr>
      <vt:lpstr>Liberation Serif</vt:lpstr>
      <vt:lpstr>Mangal</vt:lpstr>
      <vt:lpstr>微軟正黑體</vt:lpstr>
      <vt:lpstr>新細明體</vt:lpstr>
      <vt:lpstr>Arial</vt:lpstr>
      <vt:lpstr>Calibri</vt:lpstr>
      <vt:lpstr>Cambria Math</vt:lpstr>
      <vt:lpstr>Ebrima</vt:lpstr>
      <vt:lpstr>Sitka Subheading</vt:lpstr>
      <vt:lpstr>Tahoma</vt:lpstr>
      <vt:lpstr>預設</vt:lpstr>
      <vt:lpstr>Computing Research Repository (CoRR), 2012 Andy Nguyen</vt:lpstr>
      <vt:lpstr>Abstract</vt:lpstr>
      <vt:lpstr>Cyclic LCS (CLCS) (1/2)</vt:lpstr>
      <vt:lpstr>Cyclic LCS (CLCS) (2/2)</vt:lpstr>
      <vt:lpstr>Algorithm</vt:lpstr>
      <vt:lpstr>Algorithm</vt:lpstr>
      <vt:lpstr>Algorithm</vt:lpstr>
      <vt:lpstr>Algorithm</vt:lpstr>
      <vt:lpstr>Algorithm</vt:lpstr>
      <vt:lpstr>Algorithm</vt:lpstr>
      <vt:lpstr>Algorithm</vt:lpstr>
      <vt:lpstr>Algorithm</vt:lpstr>
      <vt:lpstr>Algorithm</vt:lpstr>
      <vt:lpstr>Algorithm</vt:lpstr>
      <vt:lpstr>Algorithm</vt:lpstr>
      <vt:lpstr>Algorithm</vt:lpstr>
      <vt:lpstr>Algorithm</vt:lpstr>
      <vt:lpstr>Algorithm</vt:lpstr>
      <vt:lpstr>Algorithm</vt:lpstr>
      <vt:lpstr>Algorithm</vt:lpstr>
      <vt:lpstr>Algorithm</vt:lpstr>
      <vt:lpstr>Algorithm</vt:lpstr>
      <vt:lpstr>Algorithm</vt:lpstr>
      <vt:lpstr>Algorithm</vt:lpstr>
      <vt:lpstr>Algorithm</vt:lpstr>
      <vt:lpstr>Algorithm</vt:lpstr>
      <vt:lpstr>Algorithm</vt:lpstr>
      <vt:lpstr>Algorithm</vt:lpstr>
      <vt:lpstr>Algorithm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Communications of the ACM June 1975 Volume 18 Number 6 D.S. Hirschberg Princeton University</dc:title>
  <dc:creator>Shecil</dc:creator>
  <cp:lastModifiedBy>whfu</cp:lastModifiedBy>
  <cp:revision>253</cp:revision>
  <dcterms:created xsi:type="dcterms:W3CDTF">2015-10-08T13:19:19Z</dcterms:created>
  <dcterms:modified xsi:type="dcterms:W3CDTF">2017-03-31T10:45:36Z</dcterms:modified>
</cp:coreProperties>
</file>