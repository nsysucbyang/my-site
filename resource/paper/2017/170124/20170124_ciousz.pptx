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9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1461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737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075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6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0586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679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624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1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460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993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81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5F0AE-DBB8-464C-8E93-282F3DDA85A6}" type="datetimeFigureOut">
              <a:rPr lang="zh-TW" altLang="en-US" smtClean="0"/>
              <a:t>2017/1/24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1931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2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4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378939"/>
            <a:ext cx="9144000" cy="289290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 </a:t>
            </a:r>
            <a:r>
              <a:rPr lang="en-US" altLang="zh-TW" dirty="0" smtClean="0"/>
              <a:t>Short Note </a:t>
            </a:r>
            <a:r>
              <a:rPr lang="en-US" altLang="zh-TW" dirty="0"/>
              <a:t>on the </a:t>
            </a:r>
            <a:r>
              <a:rPr lang="en-US" altLang="zh-TW" sz="5300" dirty="0" err="1" smtClean="0"/>
              <a:t>Approximability</a:t>
            </a:r>
            <a:r>
              <a:rPr lang="en-US" altLang="zh-TW" dirty="0" smtClean="0"/>
              <a:t> </a:t>
            </a:r>
            <a:r>
              <a:rPr lang="en-US" altLang="zh-TW" dirty="0"/>
              <a:t>of the </a:t>
            </a:r>
            <a:r>
              <a:rPr lang="en-US" altLang="zh-TW" dirty="0" smtClean="0"/>
              <a:t>Maximum Leaves Spanning Tree Problem</a:t>
            </a:r>
            <a:endParaRPr lang="en-US" altLang="zh-TW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271843"/>
            <a:ext cx="6858000" cy="1655762"/>
          </a:xfrm>
        </p:spPr>
        <p:txBody>
          <a:bodyPr>
            <a:normAutofit/>
          </a:bodyPr>
          <a:lstStyle/>
          <a:p>
            <a:r>
              <a:rPr lang="it-IT" altLang="zh-TW" dirty="0" smtClean="0"/>
              <a:t>G.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Galbiati</a:t>
            </a:r>
            <a:r>
              <a:rPr lang="en-US" altLang="zh-TW" dirty="0" smtClean="0"/>
              <a:t>, F. </a:t>
            </a:r>
            <a:r>
              <a:rPr lang="en-US" altLang="zh-TW" dirty="0" err="1" smtClean="0"/>
              <a:t>Maffioli</a:t>
            </a:r>
            <a:r>
              <a:rPr lang="en-US" altLang="zh-TW" dirty="0"/>
              <a:t> </a:t>
            </a:r>
            <a:r>
              <a:rPr lang="en-US" altLang="zh-TW" dirty="0" smtClean="0"/>
              <a:t>and</a:t>
            </a:r>
            <a:r>
              <a:rPr lang="en-US" altLang="zh-TW" dirty="0" smtClean="0"/>
              <a:t> </a:t>
            </a:r>
            <a:r>
              <a:rPr lang="en-US" altLang="zh-TW" dirty="0" smtClean="0"/>
              <a:t>A. </a:t>
            </a:r>
            <a:r>
              <a:rPr lang="en-US" altLang="zh-TW" dirty="0" err="1" smtClean="0"/>
              <a:t>Morzenti</a:t>
            </a:r>
            <a:endParaRPr lang="it-IT" altLang="zh-TW" dirty="0"/>
          </a:p>
          <a:p>
            <a:r>
              <a:rPr lang="en-US" altLang="zh-TW" sz="2000" dirty="0" smtClean="0"/>
              <a:t>Information Processing Letters, Vol</a:t>
            </a:r>
            <a:r>
              <a:rPr lang="en-US" altLang="zh-TW" sz="2000" dirty="0" smtClean="0"/>
              <a:t>. 52</a:t>
            </a:r>
            <a:r>
              <a:rPr lang="en-US" altLang="zh-TW" sz="2000" dirty="0" smtClean="0"/>
              <a:t>, pp</a:t>
            </a:r>
            <a:r>
              <a:rPr lang="en-US" altLang="zh-TW" sz="2000" dirty="0" smtClean="0"/>
              <a:t>. 45-49 </a:t>
            </a:r>
            <a:r>
              <a:rPr lang="en-US" altLang="zh-TW" sz="2000" dirty="0"/>
              <a:t>(</a:t>
            </a:r>
            <a:r>
              <a:rPr lang="en-US" altLang="zh-TW" sz="2000" dirty="0" smtClean="0"/>
              <a:t>1994)</a:t>
            </a:r>
            <a:endParaRPr lang="zh-TW" altLang="en-US" sz="2000" dirty="0"/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998973" y="4927605"/>
            <a:ext cx="3146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Presenter: </a:t>
            </a:r>
            <a:r>
              <a:rPr lang="en-US" altLang="zh-TW" sz="2000" dirty="0" err="1"/>
              <a:t>Shiou-Zong</a:t>
            </a:r>
            <a:r>
              <a:rPr lang="en-US" altLang="zh-TW" sz="2000" dirty="0"/>
              <a:t> </a:t>
            </a:r>
            <a:r>
              <a:rPr lang="en-US" altLang="zh-TW" sz="2000" dirty="0" err="1"/>
              <a:t>Chiou</a:t>
            </a:r>
            <a:endParaRPr lang="en-US" altLang="zh-TW" sz="2000" dirty="0"/>
          </a:p>
          <a:p>
            <a:r>
              <a:rPr lang="en-US" altLang="zh-TW" sz="2000" dirty="0" smtClean="0"/>
              <a:t>Date</a:t>
            </a:r>
            <a:r>
              <a:rPr lang="en-US" altLang="zh-TW" sz="2000" dirty="0" smtClean="0"/>
              <a:t>: 2017/01/24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9732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100822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We prove that the NP-hard problem of finding in an undirected graph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TW" dirty="0" smtClean="0"/>
                  <a:t> a spanning tree with a maximum number of leaves is MAX-SNP hard. On the basis of a recent result in the theory of </a:t>
                </a:r>
                <a:r>
                  <a:rPr lang="en-US" altLang="zh-TW" dirty="0" err="1" smtClean="0"/>
                  <a:t>approximability</a:t>
                </a:r>
                <a:r>
                  <a:rPr lang="en-US" altLang="zh-TW" dirty="0" smtClean="0"/>
                  <a:t> of NP-hard optimization problems stating that all problems that are MAX-SNP hard with respect to approximation-preserving reductions do not allow polynomial time approximation schemes, unless P=NP, we conclude that the Maximum Leaves Spanning Tree Problem does not have a polynomial time approximation scheme, unless P=NP, giving therefore a negative answer to this question, which was left open in Gare79.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100822" cy="4351338"/>
              </a:xfrm>
              <a:blipFill rotWithShape="0">
                <a:blip r:embed="rId2"/>
                <a:stretch>
                  <a:fillRect l="-1505" t="-3081" r="-2558" b="-4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33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MLSTP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 flipH="1">
            <a:off x="716691" y="2957384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 flipH="1">
            <a:off x="1692874" y="2365226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 flipH="1">
            <a:off x="782593" y="4460789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 flipH="1">
            <a:off x="2145956" y="450500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 flipH="1">
            <a:off x="3286895" y="321784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 flipH="1">
            <a:off x="2924431" y="223342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 flipH="1">
            <a:off x="3352797" y="4328984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4" idx="1"/>
            <a:endCxn id="5" idx="5"/>
          </p:cNvCxnSpPr>
          <p:nvPr/>
        </p:nvCxnSpPr>
        <p:spPr>
          <a:xfrm flipV="1">
            <a:off x="829194" y="2477729"/>
            <a:ext cx="882982" cy="4989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5" idx="2"/>
            <a:endCxn id="9" idx="6"/>
          </p:cNvCxnSpPr>
          <p:nvPr/>
        </p:nvCxnSpPr>
        <p:spPr>
          <a:xfrm flipV="1">
            <a:off x="1824679" y="2299324"/>
            <a:ext cx="1099752" cy="1318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7" idx="7"/>
            <a:endCxn id="5" idx="4"/>
          </p:cNvCxnSpPr>
          <p:nvPr/>
        </p:nvCxnSpPr>
        <p:spPr>
          <a:xfrm flipH="1" flipV="1">
            <a:off x="1758776" y="2497031"/>
            <a:ext cx="406482" cy="20272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8" idx="7"/>
            <a:endCxn id="5" idx="3"/>
          </p:cNvCxnSpPr>
          <p:nvPr/>
        </p:nvCxnSpPr>
        <p:spPr>
          <a:xfrm flipH="1" flipV="1">
            <a:off x="1805377" y="2477729"/>
            <a:ext cx="1500820" cy="7594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8" idx="0"/>
            <a:endCxn id="9" idx="3"/>
          </p:cNvCxnSpPr>
          <p:nvPr/>
        </p:nvCxnSpPr>
        <p:spPr>
          <a:xfrm flipH="1" flipV="1">
            <a:off x="3036934" y="2345924"/>
            <a:ext cx="315863" cy="8719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6" idx="0"/>
            <a:endCxn id="4" idx="4"/>
          </p:cNvCxnSpPr>
          <p:nvPr/>
        </p:nvCxnSpPr>
        <p:spPr>
          <a:xfrm flipH="1" flipV="1">
            <a:off x="782593" y="3089189"/>
            <a:ext cx="65902" cy="1371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7" idx="2"/>
            <a:endCxn id="10" idx="6"/>
          </p:cNvCxnSpPr>
          <p:nvPr/>
        </p:nvCxnSpPr>
        <p:spPr>
          <a:xfrm flipV="1">
            <a:off x="2277761" y="4394887"/>
            <a:ext cx="1075036" cy="1760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10" idx="0"/>
            <a:endCxn id="8" idx="4"/>
          </p:cNvCxnSpPr>
          <p:nvPr/>
        </p:nvCxnSpPr>
        <p:spPr>
          <a:xfrm flipH="1" flipV="1">
            <a:off x="3352797" y="3349648"/>
            <a:ext cx="65902" cy="9793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橢圓 40"/>
          <p:cNvSpPr/>
          <p:nvPr/>
        </p:nvSpPr>
        <p:spPr>
          <a:xfrm flipH="1">
            <a:off x="5012723" y="2957384"/>
            <a:ext cx="131805" cy="1318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 flipH="1">
            <a:off x="5988906" y="2365226"/>
            <a:ext cx="131805" cy="1318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 flipH="1">
            <a:off x="5078625" y="4460789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/>
          <p:cNvSpPr/>
          <p:nvPr/>
        </p:nvSpPr>
        <p:spPr>
          <a:xfrm flipH="1">
            <a:off x="6441988" y="4505003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/>
          <p:cNvSpPr/>
          <p:nvPr/>
        </p:nvSpPr>
        <p:spPr>
          <a:xfrm flipH="1">
            <a:off x="7582927" y="3217843"/>
            <a:ext cx="131805" cy="1318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橢圓 45"/>
          <p:cNvSpPr/>
          <p:nvPr/>
        </p:nvSpPr>
        <p:spPr>
          <a:xfrm flipH="1">
            <a:off x="7220463" y="2233421"/>
            <a:ext cx="131805" cy="1318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/>
          <p:cNvSpPr/>
          <p:nvPr/>
        </p:nvSpPr>
        <p:spPr>
          <a:xfrm flipH="1">
            <a:off x="7648829" y="4328984"/>
            <a:ext cx="131805" cy="1318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>
            <a:stCxn id="41" idx="1"/>
            <a:endCxn id="42" idx="5"/>
          </p:cNvCxnSpPr>
          <p:nvPr/>
        </p:nvCxnSpPr>
        <p:spPr>
          <a:xfrm flipV="1">
            <a:off x="5125226" y="2477729"/>
            <a:ext cx="882982" cy="498957"/>
          </a:xfrm>
          <a:prstGeom prst="lin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42" idx="2"/>
            <a:endCxn id="46" idx="6"/>
          </p:cNvCxnSpPr>
          <p:nvPr/>
        </p:nvCxnSpPr>
        <p:spPr>
          <a:xfrm flipV="1">
            <a:off x="6120711" y="2299324"/>
            <a:ext cx="1099752" cy="131805"/>
          </a:xfrm>
          <a:prstGeom prst="lin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44" idx="7"/>
            <a:endCxn id="42" idx="4"/>
          </p:cNvCxnSpPr>
          <p:nvPr/>
        </p:nvCxnSpPr>
        <p:spPr>
          <a:xfrm flipH="1" flipV="1">
            <a:off x="6054808" y="2497031"/>
            <a:ext cx="406482" cy="202727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5" idx="7"/>
            <a:endCxn id="42" idx="3"/>
          </p:cNvCxnSpPr>
          <p:nvPr/>
        </p:nvCxnSpPr>
        <p:spPr>
          <a:xfrm flipH="1" flipV="1">
            <a:off x="6101409" y="2477729"/>
            <a:ext cx="1500820" cy="75941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45" idx="0"/>
            <a:endCxn id="46" idx="3"/>
          </p:cNvCxnSpPr>
          <p:nvPr/>
        </p:nvCxnSpPr>
        <p:spPr>
          <a:xfrm flipH="1" flipV="1">
            <a:off x="7332966" y="2345924"/>
            <a:ext cx="315863" cy="871919"/>
          </a:xfrm>
          <a:prstGeom prst="lin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43" idx="0"/>
            <a:endCxn id="41" idx="4"/>
          </p:cNvCxnSpPr>
          <p:nvPr/>
        </p:nvCxnSpPr>
        <p:spPr>
          <a:xfrm flipH="1" flipV="1">
            <a:off x="5078625" y="3089189"/>
            <a:ext cx="65902" cy="1371600"/>
          </a:xfrm>
          <a:prstGeom prst="lin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44" idx="2"/>
            <a:endCxn id="47" idx="6"/>
          </p:cNvCxnSpPr>
          <p:nvPr/>
        </p:nvCxnSpPr>
        <p:spPr>
          <a:xfrm flipV="1">
            <a:off x="6573793" y="4394887"/>
            <a:ext cx="1075036" cy="176019"/>
          </a:xfrm>
          <a:prstGeom prst="lin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47" idx="0"/>
            <a:endCxn id="45" idx="4"/>
          </p:cNvCxnSpPr>
          <p:nvPr/>
        </p:nvCxnSpPr>
        <p:spPr>
          <a:xfrm flipH="1" flipV="1">
            <a:off x="7648829" y="3349648"/>
            <a:ext cx="65902" cy="979336"/>
          </a:xfrm>
          <a:prstGeom prst="lin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2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0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6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9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2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5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45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48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51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2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56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7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61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62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MIN DOM SET-B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MLSTP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橢圓 4"/>
          <p:cNvSpPr/>
          <p:nvPr/>
        </p:nvSpPr>
        <p:spPr>
          <a:xfrm flipH="1">
            <a:off x="716691" y="2957384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 flipH="1">
            <a:off x="1692874" y="2365226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 flipH="1">
            <a:off x="782593" y="4460789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 flipH="1">
            <a:off x="2145956" y="450500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 flipH="1">
            <a:off x="3286895" y="321784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 flipH="1">
            <a:off x="2924431" y="223342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 flipH="1">
            <a:off x="3352797" y="4328984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5" idx="1"/>
            <a:endCxn id="6" idx="5"/>
          </p:cNvCxnSpPr>
          <p:nvPr/>
        </p:nvCxnSpPr>
        <p:spPr>
          <a:xfrm flipV="1">
            <a:off x="829194" y="2477729"/>
            <a:ext cx="882982" cy="4989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6" idx="2"/>
            <a:endCxn id="10" idx="6"/>
          </p:cNvCxnSpPr>
          <p:nvPr/>
        </p:nvCxnSpPr>
        <p:spPr>
          <a:xfrm flipV="1">
            <a:off x="1824679" y="2299324"/>
            <a:ext cx="1099752" cy="1318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8" idx="7"/>
            <a:endCxn id="6" idx="4"/>
          </p:cNvCxnSpPr>
          <p:nvPr/>
        </p:nvCxnSpPr>
        <p:spPr>
          <a:xfrm flipH="1" flipV="1">
            <a:off x="1758776" y="2497031"/>
            <a:ext cx="406482" cy="20272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9" idx="7"/>
            <a:endCxn id="6" idx="3"/>
          </p:cNvCxnSpPr>
          <p:nvPr/>
        </p:nvCxnSpPr>
        <p:spPr>
          <a:xfrm flipH="1" flipV="1">
            <a:off x="1805377" y="2477729"/>
            <a:ext cx="1500820" cy="7594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9" idx="0"/>
            <a:endCxn id="10" idx="3"/>
          </p:cNvCxnSpPr>
          <p:nvPr/>
        </p:nvCxnSpPr>
        <p:spPr>
          <a:xfrm flipH="1" flipV="1">
            <a:off x="3036934" y="2345924"/>
            <a:ext cx="315863" cy="8719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7" idx="0"/>
            <a:endCxn id="5" idx="4"/>
          </p:cNvCxnSpPr>
          <p:nvPr/>
        </p:nvCxnSpPr>
        <p:spPr>
          <a:xfrm flipH="1" flipV="1">
            <a:off x="782593" y="3089189"/>
            <a:ext cx="65902" cy="1371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2"/>
            <a:endCxn id="11" idx="6"/>
          </p:cNvCxnSpPr>
          <p:nvPr/>
        </p:nvCxnSpPr>
        <p:spPr>
          <a:xfrm flipV="1">
            <a:off x="2277761" y="4394887"/>
            <a:ext cx="1075036" cy="1760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1" idx="0"/>
            <a:endCxn id="9" idx="4"/>
          </p:cNvCxnSpPr>
          <p:nvPr/>
        </p:nvCxnSpPr>
        <p:spPr>
          <a:xfrm flipH="1" flipV="1">
            <a:off x="3352797" y="3349648"/>
            <a:ext cx="65902" cy="9793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489142" y="43331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442567" y="28251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522993" y="20517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976969" y="19532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3397282" y="2998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3429593" y="43331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072869" y="46003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27" name="橢圓 26"/>
          <p:cNvSpPr/>
          <p:nvPr/>
        </p:nvSpPr>
        <p:spPr>
          <a:xfrm flipH="1">
            <a:off x="7157028" y="1695456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 flipH="1">
            <a:off x="7157028" y="218775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接點 50"/>
          <p:cNvCxnSpPr>
            <a:stCxn id="28" idx="0"/>
            <a:endCxn id="27" idx="4"/>
          </p:cNvCxnSpPr>
          <p:nvPr/>
        </p:nvCxnSpPr>
        <p:spPr>
          <a:xfrm flipV="1">
            <a:off x="7222930" y="1827261"/>
            <a:ext cx="0" cy="3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124" idx="0"/>
            <a:endCxn id="28" idx="4"/>
          </p:cNvCxnSpPr>
          <p:nvPr/>
        </p:nvCxnSpPr>
        <p:spPr>
          <a:xfrm flipH="1" flipV="1">
            <a:off x="7222930" y="2319557"/>
            <a:ext cx="1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/>
          <p:cNvSpPr/>
          <p:nvPr/>
        </p:nvSpPr>
        <p:spPr>
          <a:xfrm flipH="1">
            <a:off x="5720404" y="270047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 flipH="1">
            <a:off x="5720404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/>
          <p:cNvSpPr/>
          <p:nvPr/>
        </p:nvSpPr>
        <p:spPr>
          <a:xfrm flipH="1">
            <a:off x="5720404" y="4899158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7" name="直線接點 56"/>
          <p:cNvCxnSpPr>
            <a:stCxn id="38" idx="4"/>
            <a:endCxn id="45" idx="0"/>
          </p:cNvCxnSpPr>
          <p:nvPr/>
        </p:nvCxnSpPr>
        <p:spPr>
          <a:xfrm>
            <a:off x="5786306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>
            <a:stCxn id="30" idx="4"/>
            <a:endCxn id="38" idx="0"/>
          </p:cNvCxnSpPr>
          <p:nvPr/>
        </p:nvCxnSpPr>
        <p:spPr>
          <a:xfrm>
            <a:off x="5786306" y="2832278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橢圓 111"/>
          <p:cNvSpPr/>
          <p:nvPr/>
        </p:nvSpPr>
        <p:spPr>
          <a:xfrm flipH="1">
            <a:off x="6199279" y="270047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橢圓 112"/>
          <p:cNvSpPr/>
          <p:nvPr/>
        </p:nvSpPr>
        <p:spPr>
          <a:xfrm flipH="1">
            <a:off x="6199279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橢圓 113"/>
          <p:cNvSpPr/>
          <p:nvPr/>
        </p:nvSpPr>
        <p:spPr>
          <a:xfrm flipH="1">
            <a:off x="6199279" y="4899158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5" name="直線接點 114"/>
          <p:cNvCxnSpPr>
            <a:stCxn id="113" idx="4"/>
            <a:endCxn id="114" idx="0"/>
          </p:cNvCxnSpPr>
          <p:nvPr/>
        </p:nvCxnSpPr>
        <p:spPr>
          <a:xfrm>
            <a:off x="6265181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/>
          <p:cNvCxnSpPr>
            <a:stCxn id="112" idx="4"/>
            <a:endCxn id="113" idx="0"/>
          </p:cNvCxnSpPr>
          <p:nvPr/>
        </p:nvCxnSpPr>
        <p:spPr>
          <a:xfrm>
            <a:off x="6265181" y="2832278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橢圓 117"/>
          <p:cNvSpPr/>
          <p:nvPr/>
        </p:nvSpPr>
        <p:spPr>
          <a:xfrm flipH="1">
            <a:off x="6678154" y="270047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/>
          <p:cNvSpPr/>
          <p:nvPr/>
        </p:nvSpPr>
        <p:spPr>
          <a:xfrm flipH="1">
            <a:off x="6678154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橢圓 119"/>
          <p:cNvSpPr/>
          <p:nvPr/>
        </p:nvSpPr>
        <p:spPr>
          <a:xfrm flipH="1">
            <a:off x="6678154" y="4899158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1" name="直線接點 120"/>
          <p:cNvCxnSpPr>
            <a:stCxn id="119" idx="4"/>
            <a:endCxn id="120" idx="0"/>
          </p:cNvCxnSpPr>
          <p:nvPr/>
        </p:nvCxnSpPr>
        <p:spPr>
          <a:xfrm>
            <a:off x="6744056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21"/>
          <p:cNvCxnSpPr>
            <a:stCxn id="118" idx="4"/>
            <a:endCxn id="119" idx="0"/>
          </p:cNvCxnSpPr>
          <p:nvPr/>
        </p:nvCxnSpPr>
        <p:spPr>
          <a:xfrm>
            <a:off x="6744056" y="2832278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橢圓 123"/>
          <p:cNvSpPr/>
          <p:nvPr/>
        </p:nvSpPr>
        <p:spPr>
          <a:xfrm flipH="1">
            <a:off x="7157029" y="270047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橢圓 124"/>
          <p:cNvSpPr/>
          <p:nvPr/>
        </p:nvSpPr>
        <p:spPr>
          <a:xfrm flipH="1">
            <a:off x="7157029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" name="橢圓 125"/>
          <p:cNvSpPr/>
          <p:nvPr/>
        </p:nvSpPr>
        <p:spPr>
          <a:xfrm flipH="1">
            <a:off x="7157029" y="4899158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7" name="直線接點 126"/>
          <p:cNvCxnSpPr>
            <a:stCxn id="125" idx="4"/>
            <a:endCxn id="126" idx="0"/>
          </p:cNvCxnSpPr>
          <p:nvPr/>
        </p:nvCxnSpPr>
        <p:spPr>
          <a:xfrm>
            <a:off x="7222931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>
            <a:stCxn id="124" idx="4"/>
            <a:endCxn id="125" idx="0"/>
          </p:cNvCxnSpPr>
          <p:nvPr/>
        </p:nvCxnSpPr>
        <p:spPr>
          <a:xfrm>
            <a:off x="7222931" y="2832278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橢圓 129"/>
          <p:cNvSpPr/>
          <p:nvPr/>
        </p:nvSpPr>
        <p:spPr>
          <a:xfrm flipH="1">
            <a:off x="7635904" y="270047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橢圓 130"/>
          <p:cNvSpPr/>
          <p:nvPr/>
        </p:nvSpPr>
        <p:spPr>
          <a:xfrm flipH="1">
            <a:off x="7635904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橢圓 131"/>
          <p:cNvSpPr/>
          <p:nvPr/>
        </p:nvSpPr>
        <p:spPr>
          <a:xfrm flipH="1">
            <a:off x="7635904" y="4899158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接點 132"/>
          <p:cNvCxnSpPr>
            <a:stCxn id="131" idx="4"/>
            <a:endCxn id="132" idx="0"/>
          </p:cNvCxnSpPr>
          <p:nvPr/>
        </p:nvCxnSpPr>
        <p:spPr>
          <a:xfrm>
            <a:off x="7701806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接點 133"/>
          <p:cNvCxnSpPr>
            <a:stCxn id="130" idx="4"/>
            <a:endCxn id="131" idx="0"/>
          </p:cNvCxnSpPr>
          <p:nvPr/>
        </p:nvCxnSpPr>
        <p:spPr>
          <a:xfrm>
            <a:off x="7701806" y="2832278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橢圓 135"/>
          <p:cNvSpPr/>
          <p:nvPr/>
        </p:nvSpPr>
        <p:spPr>
          <a:xfrm flipH="1">
            <a:off x="8114779" y="270047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7" name="橢圓 136"/>
          <p:cNvSpPr/>
          <p:nvPr/>
        </p:nvSpPr>
        <p:spPr>
          <a:xfrm flipH="1">
            <a:off x="8114779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橢圓 137"/>
          <p:cNvSpPr/>
          <p:nvPr/>
        </p:nvSpPr>
        <p:spPr>
          <a:xfrm flipH="1">
            <a:off x="8114779" y="4899158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9" name="直線接點 138"/>
          <p:cNvCxnSpPr>
            <a:stCxn id="137" idx="4"/>
            <a:endCxn id="138" idx="0"/>
          </p:cNvCxnSpPr>
          <p:nvPr/>
        </p:nvCxnSpPr>
        <p:spPr>
          <a:xfrm>
            <a:off x="8180681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接點 139"/>
          <p:cNvCxnSpPr>
            <a:stCxn id="136" idx="4"/>
            <a:endCxn id="137" idx="0"/>
          </p:cNvCxnSpPr>
          <p:nvPr/>
        </p:nvCxnSpPr>
        <p:spPr>
          <a:xfrm>
            <a:off x="8180681" y="2832278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橢圓 141"/>
          <p:cNvSpPr/>
          <p:nvPr/>
        </p:nvSpPr>
        <p:spPr>
          <a:xfrm flipH="1">
            <a:off x="8593655" y="270047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3" name="橢圓 142"/>
          <p:cNvSpPr/>
          <p:nvPr/>
        </p:nvSpPr>
        <p:spPr>
          <a:xfrm flipH="1">
            <a:off x="8593655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4" name="橢圓 143"/>
          <p:cNvSpPr/>
          <p:nvPr/>
        </p:nvSpPr>
        <p:spPr>
          <a:xfrm flipH="1">
            <a:off x="8593655" y="4899158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5" name="直線接點 144"/>
          <p:cNvCxnSpPr>
            <a:stCxn id="143" idx="4"/>
            <a:endCxn id="144" idx="0"/>
          </p:cNvCxnSpPr>
          <p:nvPr/>
        </p:nvCxnSpPr>
        <p:spPr>
          <a:xfrm>
            <a:off x="8659557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>
            <a:stCxn id="142" idx="4"/>
            <a:endCxn id="143" idx="0"/>
          </p:cNvCxnSpPr>
          <p:nvPr/>
        </p:nvCxnSpPr>
        <p:spPr>
          <a:xfrm>
            <a:off x="8659557" y="2832278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接點 153"/>
          <p:cNvCxnSpPr>
            <a:stCxn id="130" idx="0"/>
            <a:endCxn id="28" idx="4"/>
          </p:cNvCxnSpPr>
          <p:nvPr/>
        </p:nvCxnSpPr>
        <p:spPr>
          <a:xfrm flipH="1" flipV="1">
            <a:off x="7222930" y="2319557"/>
            <a:ext cx="478876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接點 156"/>
          <p:cNvCxnSpPr>
            <a:stCxn id="136" idx="0"/>
            <a:endCxn id="28" idx="4"/>
          </p:cNvCxnSpPr>
          <p:nvPr/>
        </p:nvCxnSpPr>
        <p:spPr>
          <a:xfrm flipH="1" flipV="1">
            <a:off x="7222930" y="2319557"/>
            <a:ext cx="957751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接點 160"/>
          <p:cNvCxnSpPr>
            <a:stCxn id="142" idx="0"/>
            <a:endCxn id="28" idx="4"/>
          </p:cNvCxnSpPr>
          <p:nvPr/>
        </p:nvCxnSpPr>
        <p:spPr>
          <a:xfrm flipH="1" flipV="1">
            <a:off x="7222930" y="2319557"/>
            <a:ext cx="1436627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接點 163"/>
          <p:cNvCxnSpPr>
            <a:stCxn id="118" idx="0"/>
            <a:endCxn id="28" idx="4"/>
          </p:cNvCxnSpPr>
          <p:nvPr/>
        </p:nvCxnSpPr>
        <p:spPr>
          <a:xfrm flipV="1">
            <a:off x="6744056" y="2319557"/>
            <a:ext cx="478874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接點 166"/>
          <p:cNvCxnSpPr>
            <a:stCxn id="112" idx="0"/>
            <a:endCxn id="28" idx="4"/>
          </p:cNvCxnSpPr>
          <p:nvPr/>
        </p:nvCxnSpPr>
        <p:spPr>
          <a:xfrm flipV="1">
            <a:off x="6265181" y="2319557"/>
            <a:ext cx="957749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接點 169"/>
          <p:cNvCxnSpPr>
            <a:stCxn id="30" idx="0"/>
            <a:endCxn id="28" idx="4"/>
          </p:cNvCxnSpPr>
          <p:nvPr/>
        </p:nvCxnSpPr>
        <p:spPr>
          <a:xfrm flipV="1">
            <a:off x="5786306" y="2319557"/>
            <a:ext cx="1436624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/>
              <p:cNvSpPr txBox="1"/>
              <p:nvPr/>
            </p:nvSpPr>
            <p:spPr>
              <a:xfrm>
                <a:off x="7313320" y="1984893"/>
                <a:ext cx="2980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4" name="文字方塊 1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320" y="1984893"/>
                <a:ext cx="298095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2245" r="-6122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/>
              <p:cNvSpPr txBox="1"/>
              <p:nvPr/>
            </p:nvSpPr>
            <p:spPr>
              <a:xfrm>
                <a:off x="7278051" y="1420454"/>
                <a:ext cx="2927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5" name="文字方塊 1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051" y="1420454"/>
                <a:ext cx="292772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2500" r="-6250" b="-1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文字方塊 177"/>
              <p:cNvSpPr txBox="1"/>
              <p:nvPr/>
            </p:nvSpPr>
            <p:spPr>
              <a:xfrm>
                <a:off x="5448487" y="2627875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8" name="文字方塊 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487" y="2627875"/>
                <a:ext cx="283154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21739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字方塊 182"/>
              <p:cNvSpPr txBox="1"/>
              <p:nvPr/>
            </p:nvSpPr>
            <p:spPr>
              <a:xfrm>
                <a:off x="8751916" y="2627875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3" name="文字方塊 1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916" y="2627875"/>
                <a:ext cx="288477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字方塊 184"/>
              <p:cNvSpPr txBox="1"/>
              <p:nvPr/>
            </p:nvSpPr>
            <p:spPr>
              <a:xfrm>
                <a:off x="5454331" y="4190484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5" name="文字方塊 1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331" y="4190484"/>
                <a:ext cx="283154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21739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/>
              <p:cNvSpPr txBox="1"/>
              <p:nvPr/>
            </p:nvSpPr>
            <p:spPr>
              <a:xfrm>
                <a:off x="8751916" y="4190483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6" name="文字方塊 1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916" y="4190483"/>
                <a:ext cx="288477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文字方塊 187"/>
              <p:cNvSpPr txBox="1"/>
              <p:nvPr/>
            </p:nvSpPr>
            <p:spPr>
              <a:xfrm>
                <a:off x="5456237" y="4826560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8" name="文字方塊 1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237" y="4826560"/>
                <a:ext cx="283154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19149" r="-6383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/>
              <p:cNvSpPr txBox="1"/>
              <p:nvPr/>
            </p:nvSpPr>
            <p:spPr>
              <a:xfrm>
                <a:off x="8751916" y="4826560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9" name="文字方塊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916" y="4826560"/>
                <a:ext cx="288477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0" name="直線接點 189"/>
          <p:cNvCxnSpPr>
            <a:stCxn id="113" idx="0"/>
            <a:endCxn id="30" idx="4"/>
          </p:cNvCxnSpPr>
          <p:nvPr/>
        </p:nvCxnSpPr>
        <p:spPr>
          <a:xfrm flipH="1" flipV="1">
            <a:off x="5786306" y="2832278"/>
            <a:ext cx="478875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接點 192"/>
          <p:cNvCxnSpPr>
            <a:stCxn id="38" idx="0"/>
            <a:endCxn id="112" idx="4"/>
          </p:cNvCxnSpPr>
          <p:nvPr/>
        </p:nvCxnSpPr>
        <p:spPr>
          <a:xfrm flipV="1">
            <a:off x="5786306" y="2832278"/>
            <a:ext cx="478875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接點 195"/>
          <p:cNvCxnSpPr>
            <a:stCxn id="113" idx="0"/>
            <a:endCxn id="118" idx="4"/>
          </p:cNvCxnSpPr>
          <p:nvPr/>
        </p:nvCxnSpPr>
        <p:spPr>
          <a:xfrm flipV="1">
            <a:off x="6265181" y="2832278"/>
            <a:ext cx="478875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接點 198"/>
          <p:cNvCxnSpPr>
            <a:stCxn id="119" idx="0"/>
            <a:endCxn id="112" idx="4"/>
          </p:cNvCxnSpPr>
          <p:nvPr/>
        </p:nvCxnSpPr>
        <p:spPr>
          <a:xfrm flipH="1" flipV="1">
            <a:off x="6265181" y="2832278"/>
            <a:ext cx="478875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接點 201"/>
          <p:cNvCxnSpPr>
            <a:stCxn id="125" idx="0"/>
            <a:endCxn id="118" idx="4"/>
          </p:cNvCxnSpPr>
          <p:nvPr/>
        </p:nvCxnSpPr>
        <p:spPr>
          <a:xfrm flipH="1" flipV="1">
            <a:off x="6744056" y="2832278"/>
            <a:ext cx="478875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接點 205"/>
          <p:cNvCxnSpPr>
            <a:stCxn id="131" idx="0"/>
            <a:endCxn id="118" idx="4"/>
          </p:cNvCxnSpPr>
          <p:nvPr/>
        </p:nvCxnSpPr>
        <p:spPr>
          <a:xfrm flipH="1" flipV="1">
            <a:off x="6744056" y="2832278"/>
            <a:ext cx="957750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線接點 208"/>
          <p:cNvCxnSpPr>
            <a:stCxn id="143" idx="0"/>
            <a:endCxn id="118" idx="4"/>
          </p:cNvCxnSpPr>
          <p:nvPr/>
        </p:nvCxnSpPr>
        <p:spPr>
          <a:xfrm flipH="1" flipV="1">
            <a:off x="6744056" y="2832278"/>
            <a:ext cx="1915501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接點 211"/>
          <p:cNvCxnSpPr>
            <a:stCxn id="119" idx="0"/>
            <a:endCxn id="124" idx="4"/>
          </p:cNvCxnSpPr>
          <p:nvPr/>
        </p:nvCxnSpPr>
        <p:spPr>
          <a:xfrm flipV="1">
            <a:off x="6744056" y="2832278"/>
            <a:ext cx="478875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線接點 215"/>
          <p:cNvCxnSpPr>
            <a:stCxn id="131" idx="0"/>
            <a:endCxn id="124" idx="4"/>
          </p:cNvCxnSpPr>
          <p:nvPr/>
        </p:nvCxnSpPr>
        <p:spPr>
          <a:xfrm flipH="1" flipV="1">
            <a:off x="7222931" y="2832278"/>
            <a:ext cx="478875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線接點 219"/>
          <p:cNvCxnSpPr>
            <a:stCxn id="130" idx="4"/>
            <a:endCxn id="119" idx="0"/>
          </p:cNvCxnSpPr>
          <p:nvPr/>
        </p:nvCxnSpPr>
        <p:spPr>
          <a:xfrm flipH="1">
            <a:off x="6744056" y="2832278"/>
            <a:ext cx="957750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線接點 222"/>
          <p:cNvCxnSpPr>
            <a:stCxn id="125" idx="0"/>
            <a:endCxn id="130" idx="4"/>
          </p:cNvCxnSpPr>
          <p:nvPr/>
        </p:nvCxnSpPr>
        <p:spPr>
          <a:xfrm flipV="1">
            <a:off x="7222931" y="2832278"/>
            <a:ext cx="478875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線接點 225"/>
          <p:cNvCxnSpPr>
            <a:stCxn id="137" idx="0"/>
            <a:endCxn id="130" idx="4"/>
          </p:cNvCxnSpPr>
          <p:nvPr/>
        </p:nvCxnSpPr>
        <p:spPr>
          <a:xfrm flipH="1" flipV="1">
            <a:off x="7701806" y="2832278"/>
            <a:ext cx="478875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線接點 228"/>
          <p:cNvCxnSpPr>
            <a:stCxn id="131" idx="0"/>
            <a:endCxn id="136" idx="4"/>
          </p:cNvCxnSpPr>
          <p:nvPr/>
        </p:nvCxnSpPr>
        <p:spPr>
          <a:xfrm flipV="1">
            <a:off x="7701806" y="2832278"/>
            <a:ext cx="478875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線接點 231"/>
          <p:cNvCxnSpPr>
            <a:stCxn id="143" idx="0"/>
            <a:endCxn id="136" idx="4"/>
          </p:cNvCxnSpPr>
          <p:nvPr/>
        </p:nvCxnSpPr>
        <p:spPr>
          <a:xfrm flipH="1" flipV="1">
            <a:off x="8180681" y="2832278"/>
            <a:ext cx="478876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線接點 234"/>
          <p:cNvCxnSpPr>
            <a:stCxn id="119" idx="0"/>
            <a:endCxn id="142" idx="4"/>
          </p:cNvCxnSpPr>
          <p:nvPr/>
        </p:nvCxnSpPr>
        <p:spPr>
          <a:xfrm flipV="1">
            <a:off x="6744056" y="2832278"/>
            <a:ext cx="1915501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線接點 237"/>
          <p:cNvCxnSpPr>
            <a:stCxn id="137" idx="0"/>
            <a:endCxn id="142" idx="4"/>
          </p:cNvCxnSpPr>
          <p:nvPr/>
        </p:nvCxnSpPr>
        <p:spPr>
          <a:xfrm flipV="1">
            <a:off x="8180681" y="2832278"/>
            <a:ext cx="478876" cy="142235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5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" dur="1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1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1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" dur="1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" dur="1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1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7" dur="1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8" dur="1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1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1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2" dur="1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1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1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49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50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54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55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1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59" dur="1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60" dur="1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1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1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64" dur="1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65" dur="1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1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1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69" dur="1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70" dur="1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1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1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74" dur="1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75" dur="1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1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1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79" dur="1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80" dur="1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1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1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84" dur="1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85" dur="1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1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8" grpId="0" animBg="1"/>
      <p:bldP spid="45" grpId="0" animBg="1"/>
      <p:bldP spid="113" grpId="0" animBg="1"/>
      <p:bldP spid="114" grpId="0" animBg="1"/>
      <p:bldP spid="119" grpId="0" animBg="1"/>
      <p:bldP spid="120" grpId="0" animBg="1"/>
      <p:bldP spid="125" grpId="0" animBg="1"/>
      <p:bldP spid="126" grpId="0" animBg="1"/>
      <p:bldP spid="131" grpId="0" animBg="1"/>
      <p:bldP spid="132" grpId="0" animBg="1"/>
      <p:bldP spid="137" grpId="0" animBg="1"/>
      <p:bldP spid="138" grpId="0" animBg="1"/>
      <p:bldP spid="143" grpId="0" animBg="1"/>
      <p:bldP spid="1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Spanning tree with same leaves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 flipH="1">
            <a:off x="2337191" y="1851975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 flipH="1">
            <a:off x="2337191" y="234427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接點 5"/>
          <p:cNvCxnSpPr>
            <a:stCxn id="5" idx="0"/>
            <a:endCxn id="4" idx="4"/>
          </p:cNvCxnSpPr>
          <p:nvPr/>
        </p:nvCxnSpPr>
        <p:spPr>
          <a:xfrm flipV="1">
            <a:off x="2403093" y="1983780"/>
            <a:ext cx="0" cy="3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>
            <a:stCxn id="23" idx="0"/>
            <a:endCxn id="5" idx="4"/>
          </p:cNvCxnSpPr>
          <p:nvPr/>
        </p:nvCxnSpPr>
        <p:spPr>
          <a:xfrm flipH="1" flipV="1">
            <a:off x="2403093" y="2476076"/>
            <a:ext cx="1" cy="38091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 flipH="1">
            <a:off x="900567" y="2856992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 flipH="1">
            <a:off x="900567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 flipH="1">
            <a:off x="900567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9" idx="4"/>
            <a:endCxn id="10" idx="0"/>
          </p:cNvCxnSpPr>
          <p:nvPr/>
        </p:nvCxnSpPr>
        <p:spPr>
          <a:xfrm>
            <a:off x="966469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>
            <a:stCxn id="8" idx="4"/>
            <a:endCxn id="9" idx="0"/>
          </p:cNvCxnSpPr>
          <p:nvPr/>
        </p:nvCxnSpPr>
        <p:spPr>
          <a:xfrm>
            <a:off x="966469" y="2988797"/>
            <a:ext cx="0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 flipH="1">
            <a:off x="1379442" y="285699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 flipH="1">
            <a:off x="1379442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 flipH="1">
            <a:off x="1379442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5" idx="0"/>
          </p:cNvCxnSpPr>
          <p:nvPr/>
        </p:nvCxnSpPr>
        <p:spPr>
          <a:xfrm>
            <a:off x="1445344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 flipH="1">
            <a:off x="1858317" y="285699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 flipH="1">
            <a:off x="1858317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 flipH="1">
            <a:off x="1858317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19" idx="4"/>
            <a:endCxn id="20" idx="0"/>
          </p:cNvCxnSpPr>
          <p:nvPr/>
        </p:nvCxnSpPr>
        <p:spPr>
          <a:xfrm>
            <a:off x="1924219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 flipH="1">
            <a:off x="2337192" y="2856992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 flipH="1">
            <a:off x="2337192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 flipH="1">
            <a:off x="2337192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4" idx="4"/>
            <a:endCxn id="25" idx="0"/>
          </p:cNvCxnSpPr>
          <p:nvPr/>
        </p:nvCxnSpPr>
        <p:spPr>
          <a:xfrm>
            <a:off x="2403094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3" idx="4"/>
            <a:endCxn id="24" idx="0"/>
          </p:cNvCxnSpPr>
          <p:nvPr/>
        </p:nvCxnSpPr>
        <p:spPr>
          <a:xfrm>
            <a:off x="2403094" y="2988797"/>
            <a:ext cx="0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 flipH="1">
            <a:off x="2816067" y="285699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 flipH="1">
            <a:off x="2816067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 flipH="1">
            <a:off x="2816067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接點 30"/>
          <p:cNvCxnSpPr>
            <a:stCxn id="29" idx="4"/>
            <a:endCxn id="30" idx="0"/>
          </p:cNvCxnSpPr>
          <p:nvPr/>
        </p:nvCxnSpPr>
        <p:spPr>
          <a:xfrm>
            <a:off x="2881969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28" idx="4"/>
            <a:endCxn id="29" idx="0"/>
          </p:cNvCxnSpPr>
          <p:nvPr/>
        </p:nvCxnSpPr>
        <p:spPr>
          <a:xfrm>
            <a:off x="2881969" y="2988797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/>
          <p:cNvSpPr/>
          <p:nvPr/>
        </p:nvSpPr>
        <p:spPr>
          <a:xfrm flipH="1">
            <a:off x="3294942" y="2856992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 flipH="1">
            <a:off x="3294942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 flipH="1">
            <a:off x="3294942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接點 35"/>
          <p:cNvCxnSpPr>
            <a:stCxn id="34" idx="4"/>
            <a:endCxn id="35" idx="0"/>
          </p:cNvCxnSpPr>
          <p:nvPr/>
        </p:nvCxnSpPr>
        <p:spPr>
          <a:xfrm>
            <a:off x="3360844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橢圓 37"/>
          <p:cNvSpPr/>
          <p:nvPr/>
        </p:nvSpPr>
        <p:spPr>
          <a:xfrm flipH="1">
            <a:off x="3773818" y="285699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 flipH="1">
            <a:off x="3773818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 flipH="1">
            <a:off x="3773818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39" idx="4"/>
            <a:endCxn id="40" idx="0"/>
          </p:cNvCxnSpPr>
          <p:nvPr/>
        </p:nvCxnSpPr>
        <p:spPr>
          <a:xfrm>
            <a:off x="3839720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28" idx="0"/>
            <a:endCxn id="5" idx="4"/>
          </p:cNvCxnSpPr>
          <p:nvPr/>
        </p:nvCxnSpPr>
        <p:spPr>
          <a:xfrm flipH="1" flipV="1">
            <a:off x="2403093" y="2476076"/>
            <a:ext cx="478876" cy="38091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33" idx="0"/>
            <a:endCxn id="5" idx="4"/>
          </p:cNvCxnSpPr>
          <p:nvPr/>
        </p:nvCxnSpPr>
        <p:spPr>
          <a:xfrm flipH="1" flipV="1">
            <a:off x="2403093" y="2476076"/>
            <a:ext cx="957751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38" idx="0"/>
            <a:endCxn id="5" idx="4"/>
          </p:cNvCxnSpPr>
          <p:nvPr/>
        </p:nvCxnSpPr>
        <p:spPr>
          <a:xfrm flipH="1" flipV="1">
            <a:off x="2403093" y="2476076"/>
            <a:ext cx="1436627" cy="38091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18" idx="0"/>
            <a:endCxn id="5" idx="4"/>
          </p:cNvCxnSpPr>
          <p:nvPr/>
        </p:nvCxnSpPr>
        <p:spPr>
          <a:xfrm flipV="1">
            <a:off x="1924219" y="2476076"/>
            <a:ext cx="478874" cy="38091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13" idx="0"/>
            <a:endCxn id="5" idx="4"/>
          </p:cNvCxnSpPr>
          <p:nvPr/>
        </p:nvCxnSpPr>
        <p:spPr>
          <a:xfrm flipV="1">
            <a:off x="1445344" y="2476076"/>
            <a:ext cx="957749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8" idx="0"/>
            <a:endCxn id="5" idx="4"/>
          </p:cNvCxnSpPr>
          <p:nvPr/>
        </p:nvCxnSpPr>
        <p:spPr>
          <a:xfrm flipV="1">
            <a:off x="966469" y="2476076"/>
            <a:ext cx="1436624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2493483" y="2141412"/>
                <a:ext cx="2980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483" y="2141412"/>
                <a:ext cx="298095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12245" r="-8163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628650" y="2784394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784394"/>
                <a:ext cx="283154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9149" r="-6383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3932079" y="2784394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079" y="2784394"/>
                <a:ext cx="288477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9149" r="-8511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634494" y="4347003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94" y="4347003"/>
                <a:ext cx="283154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19149" r="-6383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3932079" y="4347002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079" y="4347002"/>
                <a:ext cx="288477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9149" r="-8511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/>
              <p:cNvSpPr txBox="1"/>
              <p:nvPr/>
            </p:nvSpPr>
            <p:spPr>
              <a:xfrm>
                <a:off x="636400" y="498307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4" name="文字方塊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00" y="4983079"/>
                <a:ext cx="283154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19149" r="-6383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3932079" y="498307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079" y="4983079"/>
                <a:ext cx="288477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19149" r="-8511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線接點 55"/>
          <p:cNvCxnSpPr>
            <a:stCxn id="14" idx="0"/>
            <a:endCxn id="8" idx="4"/>
          </p:cNvCxnSpPr>
          <p:nvPr/>
        </p:nvCxnSpPr>
        <p:spPr>
          <a:xfrm flipH="1" flipV="1">
            <a:off x="966469" y="2988797"/>
            <a:ext cx="478875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>
            <a:stCxn id="14" idx="0"/>
            <a:endCxn id="18" idx="4"/>
          </p:cNvCxnSpPr>
          <p:nvPr/>
        </p:nvCxnSpPr>
        <p:spPr>
          <a:xfrm flipV="1">
            <a:off x="1445344" y="2988797"/>
            <a:ext cx="478875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>
            <a:stCxn id="29" idx="0"/>
            <a:endCxn id="18" idx="4"/>
          </p:cNvCxnSpPr>
          <p:nvPr/>
        </p:nvCxnSpPr>
        <p:spPr>
          <a:xfrm flipH="1" flipV="1">
            <a:off x="1924219" y="2988797"/>
            <a:ext cx="957750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>
            <a:stCxn id="39" idx="0"/>
            <a:endCxn id="18" idx="4"/>
          </p:cNvCxnSpPr>
          <p:nvPr/>
        </p:nvCxnSpPr>
        <p:spPr>
          <a:xfrm flipH="1" flipV="1">
            <a:off x="1924219" y="2988797"/>
            <a:ext cx="1915501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>
            <a:stCxn id="29" idx="0"/>
            <a:endCxn id="23" idx="4"/>
          </p:cNvCxnSpPr>
          <p:nvPr/>
        </p:nvCxnSpPr>
        <p:spPr>
          <a:xfrm flipH="1" flipV="1">
            <a:off x="2403094" y="2988797"/>
            <a:ext cx="478875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>
            <a:stCxn id="24" idx="0"/>
            <a:endCxn id="28" idx="4"/>
          </p:cNvCxnSpPr>
          <p:nvPr/>
        </p:nvCxnSpPr>
        <p:spPr>
          <a:xfrm flipV="1">
            <a:off x="2403094" y="2988797"/>
            <a:ext cx="478875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>
            <a:stCxn id="29" idx="0"/>
            <a:endCxn id="33" idx="4"/>
          </p:cNvCxnSpPr>
          <p:nvPr/>
        </p:nvCxnSpPr>
        <p:spPr>
          <a:xfrm flipV="1">
            <a:off x="2881969" y="2988797"/>
            <a:ext cx="478875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>
            <a:stCxn id="39" idx="0"/>
            <a:endCxn id="33" idx="4"/>
          </p:cNvCxnSpPr>
          <p:nvPr/>
        </p:nvCxnSpPr>
        <p:spPr>
          <a:xfrm flipH="1" flipV="1">
            <a:off x="3360844" y="2988797"/>
            <a:ext cx="478876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橢圓 269"/>
          <p:cNvSpPr/>
          <p:nvPr/>
        </p:nvSpPr>
        <p:spPr>
          <a:xfrm flipH="1">
            <a:off x="6509583" y="1851975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1" name="橢圓 270"/>
          <p:cNvSpPr/>
          <p:nvPr/>
        </p:nvSpPr>
        <p:spPr>
          <a:xfrm flipH="1">
            <a:off x="6509583" y="234427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2" name="直線接點 271"/>
          <p:cNvCxnSpPr>
            <a:stCxn id="271" idx="0"/>
            <a:endCxn id="270" idx="4"/>
          </p:cNvCxnSpPr>
          <p:nvPr/>
        </p:nvCxnSpPr>
        <p:spPr>
          <a:xfrm flipV="1">
            <a:off x="6575485" y="1983780"/>
            <a:ext cx="0" cy="3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接點 272"/>
          <p:cNvCxnSpPr>
            <a:stCxn id="289" idx="0"/>
            <a:endCxn id="271" idx="4"/>
          </p:cNvCxnSpPr>
          <p:nvPr/>
        </p:nvCxnSpPr>
        <p:spPr>
          <a:xfrm flipH="1" flipV="1">
            <a:off x="6575485" y="2476076"/>
            <a:ext cx="1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橢圓 273"/>
          <p:cNvSpPr/>
          <p:nvPr/>
        </p:nvSpPr>
        <p:spPr>
          <a:xfrm flipH="1">
            <a:off x="5072959" y="2856992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5" name="橢圓 274"/>
          <p:cNvSpPr/>
          <p:nvPr/>
        </p:nvSpPr>
        <p:spPr>
          <a:xfrm flipH="1">
            <a:off x="5072959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6" name="橢圓 275"/>
          <p:cNvSpPr/>
          <p:nvPr/>
        </p:nvSpPr>
        <p:spPr>
          <a:xfrm flipH="1">
            <a:off x="5072959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7" name="直線接點 276"/>
          <p:cNvCxnSpPr>
            <a:stCxn id="275" idx="4"/>
            <a:endCxn id="276" idx="0"/>
          </p:cNvCxnSpPr>
          <p:nvPr/>
        </p:nvCxnSpPr>
        <p:spPr>
          <a:xfrm>
            <a:off x="5138861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線接點 277"/>
          <p:cNvCxnSpPr>
            <a:stCxn id="274" idx="4"/>
            <a:endCxn id="275" idx="0"/>
          </p:cNvCxnSpPr>
          <p:nvPr/>
        </p:nvCxnSpPr>
        <p:spPr>
          <a:xfrm>
            <a:off x="5138861" y="2988797"/>
            <a:ext cx="0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橢圓 278"/>
          <p:cNvSpPr/>
          <p:nvPr/>
        </p:nvSpPr>
        <p:spPr>
          <a:xfrm flipH="1">
            <a:off x="5551834" y="285699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0" name="橢圓 279"/>
          <p:cNvSpPr/>
          <p:nvPr/>
        </p:nvSpPr>
        <p:spPr>
          <a:xfrm flipH="1">
            <a:off x="5551834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1" name="橢圓 280"/>
          <p:cNvSpPr/>
          <p:nvPr/>
        </p:nvSpPr>
        <p:spPr>
          <a:xfrm flipH="1">
            <a:off x="5551834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2" name="直線接點 281"/>
          <p:cNvCxnSpPr>
            <a:stCxn id="280" idx="4"/>
            <a:endCxn id="281" idx="0"/>
          </p:cNvCxnSpPr>
          <p:nvPr/>
        </p:nvCxnSpPr>
        <p:spPr>
          <a:xfrm>
            <a:off x="5617736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橢圓 283"/>
          <p:cNvSpPr/>
          <p:nvPr/>
        </p:nvSpPr>
        <p:spPr>
          <a:xfrm flipH="1">
            <a:off x="6030709" y="285699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5" name="橢圓 284"/>
          <p:cNvSpPr/>
          <p:nvPr/>
        </p:nvSpPr>
        <p:spPr>
          <a:xfrm flipH="1">
            <a:off x="6030709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6" name="橢圓 285"/>
          <p:cNvSpPr/>
          <p:nvPr/>
        </p:nvSpPr>
        <p:spPr>
          <a:xfrm flipH="1">
            <a:off x="6030709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7" name="直線接點 286"/>
          <p:cNvCxnSpPr>
            <a:stCxn id="285" idx="4"/>
            <a:endCxn id="286" idx="0"/>
          </p:cNvCxnSpPr>
          <p:nvPr/>
        </p:nvCxnSpPr>
        <p:spPr>
          <a:xfrm>
            <a:off x="6096611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接點 287"/>
          <p:cNvCxnSpPr>
            <a:stCxn id="284" idx="4"/>
            <a:endCxn id="285" idx="0"/>
          </p:cNvCxnSpPr>
          <p:nvPr/>
        </p:nvCxnSpPr>
        <p:spPr>
          <a:xfrm>
            <a:off x="6096611" y="2988797"/>
            <a:ext cx="0" cy="1422354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橢圓 288"/>
          <p:cNvSpPr/>
          <p:nvPr/>
        </p:nvSpPr>
        <p:spPr>
          <a:xfrm flipH="1">
            <a:off x="6509584" y="2856992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0" name="橢圓 289"/>
          <p:cNvSpPr/>
          <p:nvPr/>
        </p:nvSpPr>
        <p:spPr>
          <a:xfrm flipH="1">
            <a:off x="6509584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1" name="橢圓 290"/>
          <p:cNvSpPr/>
          <p:nvPr/>
        </p:nvSpPr>
        <p:spPr>
          <a:xfrm flipH="1">
            <a:off x="6509584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2" name="直線接點 291"/>
          <p:cNvCxnSpPr>
            <a:stCxn id="290" idx="4"/>
            <a:endCxn id="291" idx="0"/>
          </p:cNvCxnSpPr>
          <p:nvPr/>
        </p:nvCxnSpPr>
        <p:spPr>
          <a:xfrm>
            <a:off x="6575486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線接點 292"/>
          <p:cNvCxnSpPr>
            <a:stCxn id="289" idx="4"/>
            <a:endCxn id="290" idx="0"/>
          </p:cNvCxnSpPr>
          <p:nvPr/>
        </p:nvCxnSpPr>
        <p:spPr>
          <a:xfrm>
            <a:off x="6575486" y="2988797"/>
            <a:ext cx="0" cy="1422354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橢圓 293"/>
          <p:cNvSpPr/>
          <p:nvPr/>
        </p:nvSpPr>
        <p:spPr>
          <a:xfrm flipH="1">
            <a:off x="6988459" y="285699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5" name="橢圓 294"/>
          <p:cNvSpPr/>
          <p:nvPr/>
        </p:nvSpPr>
        <p:spPr>
          <a:xfrm flipH="1">
            <a:off x="6988459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6" name="橢圓 295"/>
          <p:cNvSpPr/>
          <p:nvPr/>
        </p:nvSpPr>
        <p:spPr>
          <a:xfrm flipH="1">
            <a:off x="6988459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7" name="直線接點 296"/>
          <p:cNvCxnSpPr>
            <a:stCxn id="295" idx="4"/>
            <a:endCxn id="296" idx="0"/>
          </p:cNvCxnSpPr>
          <p:nvPr/>
        </p:nvCxnSpPr>
        <p:spPr>
          <a:xfrm>
            <a:off x="7054361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橢圓 298"/>
          <p:cNvSpPr/>
          <p:nvPr/>
        </p:nvSpPr>
        <p:spPr>
          <a:xfrm flipH="1">
            <a:off x="7467334" y="2856992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0" name="橢圓 299"/>
          <p:cNvSpPr/>
          <p:nvPr/>
        </p:nvSpPr>
        <p:spPr>
          <a:xfrm flipH="1">
            <a:off x="7467334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1" name="橢圓 300"/>
          <p:cNvSpPr/>
          <p:nvPr/>
        </p:nvSpPr>
        <p:spPr>
          <a:xfrm flipH="1">
            <a:off x="7467334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2" name="直線接點 301"/>
          <p:cNvCxnSpPr>
            <a:stCxn id="300" idx="4"/>
            <a:endCxn id="301" idx="0"/>
          </p:cNvCxnSpPr>
          <p:nvPr/>
        </p:nvCxnSpPr>
        <p:spPr>
          <a:xfrm>
            <a:off x="7533236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橢圓 302"/>
          <p:cNvSpPr/>
          <p:nvPr/>
        </p:nvSpPr>
        <p:spPr>
          <a:xfrm flipH="1">
            <a:off x="7946210" y="285699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4" name="橢圓 303"/>
          <p:cNvSpPr/>
          <p:nvPr/>
        </p:nvSpPr>
        <p:spPr>
          <a:xfrm flipH="1">
            <a:off x="7946210" y="4411151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5" name="橢圓 304"/>
          <p:cNvSpPr/>
          <p:nvPr/>
        </p:nvSpPr>
        <p:spPr>
          <a:xfrm flipH="1">
            <a:off x="7946210" y="5055677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6" name="直線接點 305"/>
          <p:cNvCxnSpPr>
            <a:stCxn id="304" idx="4"/>
            <a:endCxn id="305" idx="0"/>
          </p:cNvCxnSpPr>
          <p:nvPr/>
        </p:nvCxnSpPr>
        <p:spPr>
          <a:xfrm>
            <a:off x="8012112" y="4542956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線接點 307"/>
          <p:cNvCxnSpPr>
            <a:stCxn id="294" idx="0"/>
            <a:endCxn id="271" idx="4"/>
          </p:cNvCxnSpPr>
          <p:nvPr/>
        </p:nvCxnSpPr>
        <p:spPr>
          <a:xfrm flipH="1" flipV="1">
            <a:off x="6575485" y="2476076"/>
            <a:ext cx="478876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線接點 308"/>
          <p:cNvCxnSpPr>
            <a:stCxn id="299" idx="0"/>
            <a:endCxn id="271" idx="4"/>
          </p:cNvCxnSpPr>
          <p:nvPr/>
        </p:nvCxnSpPr>
        <p:spPr>
          <a:xfrm flipH="1" flipV="1">
            <a:off x="6575485" y="2476076"/>
            <a:ext cx="957751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線接點 309"/>
          <p:cNvCxnSpPr>
            <a:stCxn id="303" idx="0"/>
            <a:endCxn id="271" idx="4"/>
          </p:cNvCxnSpPr>
          <p:nvPr/>
        </p:nvCxnSpPr>
        <p:spPr>
          <a:xfrm flipH="1" flipV="1">
            <a:off x="6575485" y="2476076"/>
            <a:ext cx="1436627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線接點 310"/>
          <p:cNvCxnSpPr>
            <a:stCxn id="284" idx="0"/>
            <a:endCxn id="271" idx="4"/>
          </p:cNvCxnSpPr>
          <p:nvPr/>
        </p:nvCxnSpPr>
        <p:spPr>
          <a:xfrm flipV="1">
            <a:off x="6096611" y="2476076"/>
            <a:ext cx="478874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線接點 311"/>
          <p:cNvCxnSpPr>
            <a:stCxn id="279" idx="0"/>
            <a:endCxn id="271" idx="4"/>
          </p:cNvCxnSpPr>
          <p:nvPr/>
        </p:nvCxnSpPr>
        <p:spPr>
          <a:xfrm flipV="1">
            <a:off x="5617736" y="2476076"/>
            <a:ext cx="957749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線接點 312"/>
          <p:cNvCxnSpPr>
            <a:stCxn id="274" idx="0"/>
            <a:endCxn id="271" idx="4"/>
          </p:cNvCxnSpPr>
          <p:nvPr/>
        </p:nvCxnSpPr>
        <p:spPr>
          <a:xfrm flipV="1">
            <a:off x="5138861" y="2476076"/>
            <a:ext cx="1436624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文字方塊 313"/>
              <p:cNvSpPr txBox="1"/>
              <p:nvPr/>
            </p:nvSpPr>
            <p:spPr>
              <a:xfrm>
                <a:off x="6665875" y="2141412"/>
                <a:ext cx="2980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4" name="文字方塊 3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875" y="2141412"/>
                <a:ext cx="298095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12245" r="-8163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文字方塊 314"/>
              <p:cNvSpPr txBox="1"/>
              <p:nvPr/>
            </p:nvSpPr>
            <p:spPr>
              <a:xfrm>
                <a:off x="4801042" y="2784394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5" name="文字方塊 3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042" y="2784394"/>
                <a:ext cx="283154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21739" r="-6522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文字方塊 315"/>
              <p:cNvSpPr txBox="1"/>
              <p:nvPr/>
            </p:nvSpPr>
            <p:spPr>
              <a:xfrm>
                <a:off x="8104471" y="2784394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6" name="文字方塊 3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471" y="2784394"/>
                <a:ext cx="288477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18750" r="-6250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文字方塊 316"/>
              <p:cNvSpPr txBox="1"/>
              <p:nvPr/>
            </p:nvSpPr>
            <p:spPr>
              <a:xfrm>
                <a:off x="4806886" y="4347003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7" name="文字方塊 3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886" y="4347003"/>
                <a:ext cx="283154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21739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文字方塊 317"/>
              <p:cNvSpPr txBox="1"/>
              <p:nvPr/>
            </p:nvSpPr>
            <p:spPr>
              <a:xfrm>
                <a:off x="8104471" y="4347002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8" name="文字方塊 3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471" y="4347002"/>
                <a:ext cx="288477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18750" r="-6250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文字方塊 318"/>
              <p:cNvSpPr txBox="1"/>
              <p:nvPr/>
            </p:nvSpPr>
            <p:spPr>
              <a:xfrm>
                <a:off x="4808792" y="498307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9" name="文字方塊 3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792" y="4983079"/>
                <a:ext cx="283154" cy="276999"/>
              </a:xfrm>
              <a:prstGeom prst="rect">
                <a:avLst/>
              </a:prstGeom>
              <a:blipFill rotWithShape="0">
                <a:blip r:embed="rId14"/>
                <a:stretch>
                  <a:fillRect l="-21739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文字方塊 319"/>
              <p:cNvSpPr txBox="1"/>
              <p:nvPr/>
            </p:nvSpPr>
            <p:spPr>
              <a:xfrm>
                <a:off x="8104471" y="498307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0" name="文字方塊 3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471" y="4983079"/>
                <a:ext cx="288477" cy="276999"/>
              </a:xfrm>
              <a:prstGeom prst="rect">
                <a:avLst/>
              </a:prstGeom>
              <a:blipFill rotWithShape="0">
                <a:blip r:embed="rId15"/>
                <a:stretch>
                  <a:fillRect l="-18750" r="-6250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1" name="直線接點 320"/>
          <p:cNvCxnSpPr>
            <a:stCxn id="280" idx="0"/>
            <a:endCxn id="274" idx="4"/>
          </p:cNvCxnSpPr>
          <p:nvPr/>
        </p:nvCxnSpPr>
        <p:spPr>
          <a:xfrm flipH="1" flipV="1">
            <a:off x="5138861" y="2988797"/>
            <a:ext cx="478875" cy="1422354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線接點 322"/>
          <p:cNvCxnSpPr>
            <a:stCxn id="280" idx="0"/>
            <a:endCxn id="284" idx="4"/>
          </p:cNvCxnSpPr>
          <p:nvPr/>
        </p:nvCxnSpPr>
        <p:spPr>
          <a:xfrm flipV="1">
            <a:off x="5617736" y="2988797"/>
            <a:ext cx="478875" cy="1422354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直線接點 325"/>
          <p:cNvCxnSpPr>
            <a:stCxn id="295" idx="0"/>
            <a:endCxn id="284" idx="4"/>
          </p:cNvCxnSpPr>
          <p:nvPr/>
        </p:nvCxnSpPr>
        <p:spPr>
          <a:xfrm flipH="1" flipV="1">
            <a:off x="6096611" y="2988797"/>
            <a:ext cx="957750" cy="1422354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直線接點 326"/>
          <p:cNvCxnSpPr>
            <a:stCxn id="304" idx="0"/>
            <a:endCxn id="284" idx="4"/>
          </p:cNvCxnSpPr>
          <p:nvPr/>
        </p:nvCxnSpPr>
        <p:spPr>
          <a:xfrm flipH="1" flipV="1">
            <a:off x="6096611" y="2988797"/>
            <a:ext cx="1915501" cy="1422354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直線接點 327"/>
          <p:cNvCxnSpPr>
            <a:stCxn id="285" idx="0"/>
            <a:endCxn id="289" idx="4"/>
          </p:cNvCxnSpPr>
          <p:nvPr/>
        </p:nvCxnSpPr>
        <p:spPr>
          <a:xfrm flipV="1">
            <a:off x="6096611" y="2988797"/>
            <a:ext cx="478875" cy="1422354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線接點 328"/>
          <p:cNvCxnSpPr>
            <a:stCxn id="295" idx="0"/>
            <a:endCxn id="289" idx="4"/>
          </p:cNvCxnSpPr>
          <p:nvPr/>
        </p:nvCxnSpPr>
        <p:spPr>
          <a:xfrm flipH="1" flipV="1">
            <a:off x="6575486" y="2988797"/>
            <a:ext cx="478875" cy="1422354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直線接點 329"/>
          <p:cNvCxnSpPr>
            <a:stCxn id="294" idx="4"/>
            <a:endCxn id="285" idx="0"/>
          </p:cNvCxnSpPr>
          <p:nvPr/>
        </p:nvCxnSpPr>
        <p:spPr>
          <a:xfrm flipH="1">
            <a:off x="6096611" y="2988797"/>
            <a:ext cx="957750" cy="1422354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線接點 330"/>
          <p:cNvCxnSpPr>
            <a:stCxn id="290" idx="0"/>
            <a:endCxn id="294" idx="4"/>
          </p:cNvCxnSpPr>
          <p:nvPr/>
        </p:nvCxnSpPr>
        <p:spPr>
          <a:xfrm flipV="1">
            <a:off x="6575486" y="2988797"/>
            <a:ext cx="478875" cy="1422354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線接點 332"/>
          <p:cNvCxnSpPr>
            <a:stCxn id="295" idx="0"/>
            <a:endCxn id="299" idx="4"/>
          </p:cNvCxnSpPr>
          <p:nvPr/>
        </p:nvCxnSpPr>
        <p:spPr>
          <a:xfrm flipV="1">
            <a:off x="7054361" y="2988797"/>
            <a:ext cx="478875" cy="1422354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線接點 333"/>
          <p:cNvCxnSpPr>
            <a:stCxn id="304" idx="0"/>
            <a:endCxn id="299" idx="4"/>
          </p:cNvCxnSpPr>
          <p:nvPr/>
        </p:nvCxnSpPr>
        <p:spPr>
          <a:xfrm flipH="1" flipV="1">
            <a:off x="7533236" y="2988797"/>
            <a:ext cx="478876" cy="1422354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線接點 334"/>
          <p:cNvCxnSpPr>
            <a:stCxn id="285" idx="0"/>
            <a:endCxn id="303" idx="4"/>
          </p:cNvCxnSpPr>
          <p:nvPr/>
        </p:nvCxnSpPr>
        <p:spPr>
          <a:xfrm flipV="1">
            <a:off x="6096611" y="2988797"/>
            <a:ext cx="1915501" cy="1422354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直線接點 282"/>
          <p:cNvCxnSpPr>
            <a:stCxn id="279" idx="4"/>
            <a:endCxn id="280" idx="0"/>
          </p:cNvCxnSpPr>
          <p:nvPr/>
        </p:nvCxnSpPr>
        <p:spPr>
          <a:xfrm>
            <a:off x="5617736" y="2988797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線接點 297"/>
          <p:cNvCxnSpPr>
            <a:stCxn id="294" idx="4"/>
            <a:endCxn id="295" idx="0"/>
          </p:cNvCxnSpPr>
          <p:nvPr/>
        </p:nvCxnSpPr>
        <p:spPr>
          <a:xfrm>
            <a:off x="7054361" y="2988797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線接點 306"/>
          <p:cNvCxnSpPr>
            <a:stCxn id="303" idx="4"/>
            <a:endCxn id="304" idx="0"/>
          </p:cNvCxnSpPr>
          <p:nvPr/>
        </p:nvCxnSpPr>
        <p:spPr>
          <a:xfrm>
            <a:off x="8012112" y="2988797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線接點 321"/>
          <p:cNvCxnSpPr>
            <a:stCxn id="275" idx="0"/>
            <a:endCxn id="279" idx="4"/>
          </p:cNvCxnSpPr>
          <p:nvPr/>
        </p:nvCxnSpPr>
        <p:spPr>
          <a:xfrm flipV="1">
            <a:off x="5138861" y="2988797"/>
            <a:ext cx="478875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線接點 323"/>
          <p:cNvCxnSpPr>
            <a:stCxn id="285" idx="0"/>
            <a:endCxn id="279" idx="4"/>
          </p:cNvCxnSpPr>
          <p:nvPr/>
        </p:nvCxnSpPr>
        <p:spPr>
          <a:xfrm flipH="1" flipV="1">
            <a:off x="5617736" y="2988797"/>
            <a:ext cx="478875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線接點 324"/>
          <p:cNvCxnSpPr>
            <a:stCxn id="290" idx="0"/>
            <a:endCxn id="284" idx="4"/>
          </p:cNvCxnSpPr>
          <p:nvPr/>
        </p:nvCxnSpPr>
        <p:spPr>
          <a:xfrm flipH="1" flipV="1">
            <a:off x="6096611" y="2988797"/>
            <a:ext cx="478875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線接點 331"/>
          <p:cNvCxnSpPr>
            <a:stCxn id="300" idx="0"/>
            <a:endCxn id="294" idx="4"/>
          </p:cNvCxnSpPr>
          <p:nvPr/>
        </p:nvCxnSpPr>
        <p:spPr>
          <a:xfrm flipH="1" flipV="1">
            <a:off x="7054361" y="2988797"/>
            <a:ext cx="478875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3" idx="4"/>
            <a:endCxn id="14" idx="0"/>
          </p:cNvCxnSpPr>
          <p:nvPr/>
        </p:nvCxnSpPr>
        <p:spPr>
          <a:xfrm>
            <a:off x="1445344" y="2988797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9" idx="0"/>
          </p:cNvCxnSpPr>
          <p:nvPr/>
        </p:nvCxnSpPr>
        <p:spPr>
          <a:xfrm>
            <a:off x="1924219" y="2988797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8" idx="4"/>
            <a:endCxn id="39" idx="0"/>
          </p:cNvCxnSpPr>
          <p:nvPr/>
        </p:nvCxnSpPr>
        <p:spPr>
          <a:xfrm>
            <a:off x="3839720" y="2988797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9" idx="0"/>
            <a:endCxn id="13" idx="4"/>
          </p:cNvCxnSpPr>
          <p:nvPr/>
        </p:nvCxnSpPr>
        <p:spPr>
          <a:xfrm flipV="1">
            <a:off x="966469" y="2988797"/>
            <a:ext cx="478875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19" idx="0"/>
            <a:endCxn id="13" idx="4"/>
          </p:cNvCxnSpPr>
          <p:nvPr/>
        </p:nvCxnSpPr>
        <p:spPr>
          <a:xfrm flipH="1" flipV="1">
            <a:off x="1445344" y="2988797"/>
            <a:ext cx="478875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>
            <a:stCxn id="24" idx="0"/>
            <a:endCxn id="18" idx="4"/>
          </p:cNvCxnSpPr>
          <p:nvPr/>
        </p:nvCxnSpPr>
        <p:spPr>
          <a:xfrm flipH="1" flipV="1">
            <a:off x="1924219" y="2988797"/>
            <a:ext cx="478875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>
            <a:stCxn id="19" idx="0"/>
            <a:endCxn id="23" idx="4"/>
          </p:cNvCxnSpPr>
          <p:nvPr/>
        </p:nvCxnSpPr>
        <p:spPr>
          <a:xfrm flipV="1">
            <a:off x="1924219" y="2988797"/>
            <a:ext cx="478875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>
            <a:stCxn id="28" idx="4"/>
            <a:endCxn id="19" idx="0"/>
          </p:cNvCxnSpPr>
          <p:nvPr/>
        </p:nvCxnSpPr>
        <p:spPr>
          <a:xfrm flipH="1">
            <a:off x="1924219" y="2988797"/>
            <a:ext cx="95775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/>
          <p:cNvCxnSpPr>
            <a:stCxn id="34" idx="0"/>
            <a:endCxn id="28" idx="4"/>
          </p:cNvCxnSpPr>
          <p:nvPr/>
        </p:nvCxnSpPr>
        <p:spPr>
          <a:xfrm flipH="1" flipV="1">
            <a:off x="2881969" y="2988797"/>
            <a:ext cx="478875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19" idx="0"/>
            <a:endCxn id="38" idx="4"/>
          </p:cNvCxnSpPr>
          <p:nvPr/>
        </p:nvCxnSpPr>
        <p:spPr>
          <a:xfrm flipV="1">
            <a:off x="1924219" y="2988797"/>
            <a:ext cx="1915501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88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MIN DOM SET-B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MLSTP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橢圓 4"/>
          <p:cNvSpPr/>
          <p:nvPr/>
        </p:nvSpPr>
        <p:spPr>
          <a:xfrm flipH="1">
            <a:off x="716691" y="2957384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 flipH="1">
            <a:off x="1692874" y="2365226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 flipH="1">
            <a:off x="782593" y="4460789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 flipH="1">
            <a:off x="2145956" y="4505003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 flipH="1">
            <a:off x="3286895" y="321784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 flipH="1">
            <a:off x="2924431" y="2233421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 flipH="1">
            <a:off x="3352797" y="4328984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5" idx="1"/>
            <a:endCxn id="6" idx="5"/>
          </p:cNvCxnSpPr>
          <p:nvPr/>
        </p:nvCxnSpPr>
        <p:spPr>
          <a:xfrm flipV="1">
            <a:off x="829194" y="2477729"/>
            <a:ext cx="882982" cy="4989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6" idx="2"/>
            <a:endCxn id="10" idx="6"/>
          </p:cNvCxnSpPr>
          <p:nvPr/>
        </p:nvCxnSpPr>
        <p:spPr>
          <a:xfrm flipV="1">
            <a:off x="1824679" y="2299324"/>
            <a:ext cx="1099752" cy="1318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8" idx="7"/>
            <a:endCxn id="6" idx="4"/>
          </p:cNvCxnSpPr>
          <p:nvPr/>
        </p:nvCxnSpPr>
        <p:spPr>
          <a:xfrm flipH="1" flipV="1">
            <a:off x="1758776" y="2497031"/>
            <a:ext cx="406482" cy="20272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9" idx="7"/>
            <a:endCxn id="6" idx="3"/>
          </p:cNvCxnSpPr>
          <p:nvPr/>
        </p:nvCxnSpPr>
        <p:spPr>
          <a:xfrm flipH="1" flipV="1">
            <a:off x="1805377" y="2477729"/>
            <a:ext cx="1500820" cy="7594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9" idx="0"/>
            <a:endCxn id="10" idx="3"/>
          </p:cNvCxnSpPr>
          <p:nvPr/>
        </p:nvCxnSpPr>
        <p:spPr>
          <a:xfrm flipH="1" flipV="1">
            <a:off x="3036934" y="2345924"/>
            <a:ext cx="315863" cy="8719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7" idx="0"/>
            <a:endCxn id="5" idx="4"/>
          </p:cNvCxnSpPr>
          <p:nvPr/>
        </p:nvCxnSpPr>
        <p:spPr>
          <a:xfrm flipH="1" flipV="1">
            <a:off x="782593" y="3089189"/>
            <a:ext cx="65902" cy="1371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2"/>
            <a:endCxn id="11" idx="6"/>
          </p:cNvCxnSpPr>
          <p:nvPr/>
        </p:nvCxnSpPr>
        <p:spPr>
          <a:xfrm flipV="1">
            <a:off x="2277761" y="4394887"/>
            <a:ext cx="1075036" cy="1760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1" idx="0"/>
            <a:endCxn id="9" idx="4"/>
          </p:cNvCxnSpPr>
          <p:nvPr/>
        </p:nvCxnSpPr>
        <p:spPr>
          <a:xfrm flipH="1" flipV="1">
            <a:off x="3352797" y="3349648"/>
            <a:ext cx="65902" cy="9793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489142" y="43331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442567" y="28251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522993" y="20517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976969" y="19532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3397282" y="2998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3429593" y="43331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072869" y="46003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27" name="橢圓 26"/>
          <p:cNvSpPr/>
          <p:nvPr/>
        </p:nvSpPr>
        <p:spPr>
          <a:xfrm flipH="1">
            <a:off x="7157028" y="1695456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 flipH="1">
            <a:off x="7157028" y="218775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接點 50"/>
          <p:cNvCxnSpPr>
            <a:stCxn id="28" idx="0"/>
            <a:endCxn id="27" idx="4"/>
          </p:cNvCxnSpPr>
          <p:nvPr/>
        </p:nvCxnSpPr>
        <p:spPr>
          <a:xfrm flipV="1">
            <a:off x="7222930" y="1827261"/>
            <a:ext cx="0" cy="3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124" idx="0"/>
            <a:endCxn id="28" idx="4"/>
          </p:cNvCxnSpPr>
          <p:nvPr/>
        </p:nvCxnSpPr>
        <p:spPr>
          <a:xfrm flipH="1" flipV="1">
            <a:off x="7222930" y="2319557"/>
            <a:ext cx="1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/>
          <p:cNvSpPr/>
          <p:nvPr/>
        </p:nvSpPr>
        <p:spPr>
          <a:xfrm flipH="1">
            <a:off x="5720404" y="270047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 flipH="1">
            <a:off x="5720404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/>
          <p:cNvSpPr/>
          <p:nvPr/>
        </p:nvSpPr>
        <p:spPr>
          <a:xfrm flipH="1">
            <a:off x="5720404" y="4899158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7" name="直線接點 56"/>
          <p:cNvCxnSpPr>
            <a:stCxn id="38" idx="4"/>
            <a:endCxn id="45" idx="0"/>
          </p:cNvCxnSpPr>
          <p:nvPr/>
        </p:nvCxnSpPr>
        <p:spPr>
          <a:xfrm>
            <a:off x="5786306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橢圓 111"/>
          <p:cNvSpPr/>
          <p:nvPr/>
        </p:nvSpPr>
        <p:spPr>
          <a:xfrm flipH="1">
            <a:off x="6199279" y="2700473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橢圓 112"/>
          <p:cNvSpPr/>
          <p:nvPr/>
        </p:nvSpPr>
        <p:spPr>
          <a:xfrm flipH="1">
            <a:off x="6199279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橢圓 113"/>
          <p:cNvSpPr/>
          <p:nvPr/>
        </p:nvSpPr>
        <p:spPr>
          <a:xfrm flipH="1">
            <a:off x="6199279" y="4899158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5" name="直線接點 114"/>
          <p:cNvCxnSpPr>
            <a:stCxn id="113" idx="4"/>
            <a:endCxn id="114" idx="0"/>
          </p:cNvCxnSpPr>
          <p:nvPr/>
        </p:nvCxnSpPr>
        <p:spPr>
          <a:xfrm>
            <a:off x="6265181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/>
          <p:cNvCxnSpPr>
            <a:stCxn id="112" idx="4"/>
            <a:endCxn id="113" idx="0"/>
          </p:cNvCxnSpPr>
          <p:nvPr/>
        </p:nvCxnSpPr>
        <p:spPr>
          <a:xfrm>
            <a:off x="6265181" y="2832278"/>
            <a:ext cx="0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橢圓 117"/>
          <p:cNvSpPr/>
          <p:nvPr/>
        </p:nvSpPr>
        <p:spPr>
          <a:xfrm flipH="1">
            <a:off x="6678154" y="270047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/>
          <p:cNvSpPr/>
          <p:nvPr/>
        </p:nvSpPr>
        <p:spPr>
          <a:xfrm flipH="1">
            <a:off x="6678154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橢圓 119"/>
          <p:cNvSpPr/>
          <p:nvPr/>
        </p:nvSpPr>
        <p:spPr>
          <a:xfrm flipH="1">
            <a:off x="6678154" y="4899158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1" name="直線接點 120"/>
          <p:cNvCxnSpPr>
            <a:stCxn id="119" idx="4"/>
            <a:endCxn id="120" idx="0"/>
          </p:cNvCxnSpPr>
          <p:nvPr/>
        </p:nvCxnSpPr>
        <p:spPr>
          <a:xfrm>
            <a:off x="6744056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橢圓 123"/>
          <p:cNvSpPr/>
          <p:nvPr/>
        </p:nvSpPr>
        <p:spPr>
          <a:xfrm flipH="1">
            <a:off x="7157029" y="2700473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橢圓 124"/>
          <p:cNvSpPr/>
          <p:nvPr/>
        </p:nvSpPr>
        <p:spPr>
          <a:xfrm flipH="1">
            <a:off x="7157029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" name="橢圓 125"/>
          <p:cNvSpPr/>
          <p:nvPr/>
        </p:nvSpPr>
        <p:spPr>
          <a:xfrm flipH="1">
            <a:off x="7157029" y="4899158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7" name="直線接點 126"/>
          <p:cNvCxnSpPr>
            <a:stCxn id="125" idx="4"/>
            <a:endCxn id="126" idx="0"/>
          </p:cNvCxnSpPr>
          <p:nvPr/>
        </p:nvCxnSpPr>
        <p:spPr>
          <a:xfrm>
            <a:off x="7222931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>
            <a:stCxn id="124" idx="4"/>
            <a:endCxn id="125" idx="0"/>
          </p:cNvCxnSpPr>
          <p:nvPr/>
        </p:nvCxnSpPr>
        <p:spPr>
          <a:xfrm>
            <a:off x="7222931" y="2832278"/>
            <a:ext cx="0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橢圓 129"/>
          <p:cNvSpPr/>
          <p:nvPr/>
        </p:nvSpPr>
        <p:spPr>
          <a:xfrm flipH="1">
            <a:off x="7635904" y="2700473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橢圓 130"/>
          <p:cNvSpPr/>
          <p:nvPr/>
        </p:nvSpPr>
        <p:spPr>
          <a:xfrm flipH="1">
            <a:off x="7635904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橢圓 131"/>
          <p:cNvSpPr/>
          <p:nvPr/>
        </p:nvSpPr>
        <p:spPr>
          <a:xfrm flipH="1">
            <a:off x="7635904" y="4899158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接點 132"/>
          <p:cNvCxnSpPr>
            <a:stCxn id="131" idx="4"/>
            <a:endCxn id="132" idx="0"/>
          </p:cNvCxnSpPr>
          <p:nvPr/>
        </p:nvCxnSpPr>
        <p:spPr>
          <a:xfrm>
            <a:off x="7701806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接點 133"/>
          <p:cNvCxnSpPr>
            <a:stCxn id="130" idx="4"/>
            <a:endCxn id="131" idx="0"/>
          </p:cNvCxnSpPr>
          <p:nvPr/>
        </p:nvCxnSpPr>
        <p:spPr>
          <a:xfrm>
            <a:off x="7701806" y="2832278"/>
            <a:ext cx="0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橢圓 135"/>
          <p:cNvSpPr/>
          <p:nvPr/>
        </p:nvSpPr>
        <p:spPr>
          <a:xfrm flipH="1">
            <a:off x="8114779" y="2700473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7" name="橢圓 136"/>
          <p:cNvSpPr/>
          <p:nvPr/>
        </p:nvSpPr>
        <p:spPr>
          <a:xfrm flipH="1">
            <a:off x="8114779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橢圓 137"/>
          <p:cNvSpPr/>
          <p:nvPr/>
        </p:nvSpPr>
        <p:spPr>
          <a:xfrm flipH="1">
            <a:off x="8114779" y="4899158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9" name="直線接點 138"/>
          <p:cNvCxnSpPr>
            <a:stCxn id="137" idx="4"/>
            <a:endCxn id="138" idx="0"/>
          </p:cNvCxnSpPr>
          <p:nvPr/>
        </p:nvCxnSpPr>
        <p:spPr>
          <a:xfrm>
            <a:off x="8180681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橢圓 141"/>
          <p:cNvSpPr/>
          <p:nvPr/>
        </p:nvSpPr>
        <p:spPr>
          <a:xfrm flipH="1">
            <a:off x="8593655" y="2700473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3" name="橢圓 142"/>
          <p:cNvSpPr/>
          <p:nvPr/>
        </p:nvSpPr>
        <p:spPr>
          <a:xfrm flipH="1">
            <a:off x="8593655" y="4254632"/>
            <a:ext cx="131805" cy="13180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4" name="橢圓 143"/>
          <p:cNvSpPr/>
          <p:nvPr/>
        </p:nvSpPr>
        <p:spPr>
          <a:xfrm flipH="1">
            <a:off x="8593655" y="4899158"/>
            <a:ext cx="131805" cy="13180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5" name="直線接點 144"/>
          <p:cNvCxnSpPr>
            <a:stCxn id="143" idx="4"/>
            <a:endCxn id="144" idx="0"/>
          </p:cNvCxnSpPr>
          <p:nvPr/>
        </p:nvCxnSpPr>
        <p:spPr>
          <a:xfrm>
            <a:off x="8659557" y="4386437"/>
            <a:ext cx="0" cy="512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>
            <a:stCxn id="142" idx="4"/>
            <a:endCxn id="143" idx="0"/>
          </p:cNvCxnSpPr>
          <p:nvPr/>
        </p:nvCxnSpPr>
        <p:spPr>
          <a:xfrm>
            <a:off x="8659557" y="2832278"/>
            <a:ext cx="0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接點 153"/>
          <p:cNvCxnSpPr>
            <a:stCxn id="130" idx="0"/>
            <a:endCxn id="28" idx="4"/>
          </p:cNvCxnSpPr>
          <p:nvPr/>
        </p:nvCxnSpPr>
        <p:spPr>
          <a:xfrm flipH="1" flipV="1">
            <a:off x="7222930" y="2319557"/>
            <a:ext cx="478876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接點 156"/>
          <p:cNvCxnSpPr>
            <a:stCxn id="136" idx="0"/>
            <a:endCxn id="28" idx="4"/>
          </p:cNvCxnSpPr>
          <p:nvPr/>
        </p:nvCxnSpPr>
        <p:spPr>
          <a:xfrm flipH="1" flipV="1">
            <a:off x="7222930" y="2319557"/>
            <a:ext cx="957751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接點 160"/>
          <p:cNvCxnSpPr>
            <a:stCxn id="142" idx="0"/>
            <a:endCxn id="28" idx="4"/>
          </p:cNvCxnSpPr>
          <p:nvPr/>
        </p:nvCxnSpPr>
        <p:spPr>
          <a:xfrm flipH="1" flipV="1">
            <a:off x="7222930" y="2319557"/>
            <a:ext cx="1436627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接點 163"/>
          <p:cNvCxnSpPr>
            <a:stCxn id="118" idx="0"/>
            <a:endCxn id="28" idx="4"/>
          </p:cNvCxnSpPr>
          <p:nvPr/>
        </p:nvCxnSpPr>
        <p:spPr>
          <a:xfrm flipV="1">
            <a:off x="6744056" y="2319557"/>
            <a:ext cx="478874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接點 166"/>
          <p:cNvCxnSpPr>
            <a:stCxn id="112" idx="0"/>
            <a:endCxn id="28" idx="4"/>
          </p:cNvCxnSpPr>
          <p:nvPr/>
        </p:nvCxnSpPr>
        <p:spPr>
          <a:xfrm flipV="1">
            <a:off x="6265181" y="2319557"/>
            <a:ext cx="957749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接點 169"/>
          <p:cNvCxnSpPr>
            <a:stCxn id="30" idx="0"/>
            <a:endCxn id="28" idx="4"/>
          </p:cNvCxnSpPr>
          <p:nvPr/>
        </p:nvCxnSpPr>
        <p:spPr>
          <a:xfrm flipV="1">
            <a:off x="5786306" y="2319557"/>
            <a:ext cx="1436624" cy="380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/>
              <p:cNvSpPr txBox="1"/>
              <p:nvPr/>
            </p:nvSpPr>
            <p:spPr>
              <a:xfrm>
                <a:off x="7313320" y="1984893"/>
                <a:ext cx="2980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4" name="文字方塊 1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320" y="1984893"/>
                <a:ext cx="298095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2245" r="-6122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/>
              <p:cNvSpPr txBox="1"/>
              <p:nvPr/>
            </p:nvSpPr>
            <p:spPr>
              <a:xfrm>
                <a:off x="7278051" y="1420454"/>
                <a:ext cx="2927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5" name="文字方塊 1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051" y="1420454"/>
                <a:ext cx="292772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2500" r="-6250" b="-1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文字方塊 177"/>
              <p:cNvSpPr txBox="1"/>
              <p:nvPr/>
            </p:nvSpPr>
            <p:spPr>
              <a:xfrm>
                <a:off x="5448487" y="2627875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8" name="文字方塊 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487" y="2627875"/>
                <a:ext cx="283154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21739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字方塊 182"/>
              <p:cNvSpPr txBox="1"/>
              <p:nvPr/>
            </p:nvSpPr>
            <p:spPr>
              <a:xfrm>
                <a:off x="8751916" y="2627875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3" name="文字方塊 1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916" y="2627875"/>
                <a:ext cx="288477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字方塊 184"/>
              <p:cNvSpPr txBox="1"/>
              <p:nvPr/>
            </p:nvSpPr>
            <p:spPr>
              <a:xfrm>
                <a:off x="5454331" y="4190484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5" name="文字方塊 1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331" y="4190484"/>
                <a:ext cx="283154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21739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/>
              <p:cNvSpPr txBox="1"/>
              <p:nvPr/>
            </p:nvSpPr>
            <p:spPr>
              <a:xfrm>
                <a:off x="8751916" y="4190483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6" name="文字方塊 1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916" y="4190483"/>
                <a:ext cx="288477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文字方塊 187"/>
              <p:cNvSpPr txBox="1"/>
              <p:nvPr/>
            </p:nvSpPr>
            <p:spPr>
              <a:xfrm>
                <a:off x="5456237" y="4826560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8" name="文字方塊 1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237" y="4826560"/>
                <a:ext cx="283154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19149" r="-6383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/>
              <p:cNvSpPr txBox="1"/>
              <p:nvPr/>
            </p:nvSpPr>
            <p:spPr>
              <a:xfrm>
                <a:off x="8751916" y="4826560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9" name="文字方塊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916" y="4826560"/>
                <a:ext cx="288477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0" name="直線接點 189"/>
          <p:cNvCxnSpPr>
            <a:stCxn id="113" idx="0"/>
            <a:endCxn id="30" idx="4"/>
          </p:cNvCxnSpPr>
          <p:nvPr/>
        </p:nvCxnSpPr>
        <p:spPr>
          <a:xfrm flipH="1" flipV="1">
            <a:off x="5786306" y="2832278"/>
            <a:ext cx="478875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接點 192"/>
          <p:cNvCxnSpPr>
            <a:stCxn id="38" idx="0"/>
            <a:endCxn id="112" idx="4"/>
          </p:cNvCxnSpPr>
          <p:nvPr/>
        </p:nvCxnSpPr>
        <p:spPr>
          <a:xfrm flipV="1">
            <a:off x="5786306" y="2832278"/>
            <a:ext cx="478875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接點 198"/>
          <p:cNvCxnSpPr>
            <a:stCxn id="119" idx="0"/>
            <a:endCxn id="112" idx="4"/>
          </p:cNvCxnSpPr>
          <p:nvPr/>
        </p:nvCxnSpPr>
        <p:spPr>
          <a:xfrm flipH="1" flipV="1">
            <a:off x="6265181" y="2832278"/>
            <a:ext cx="478875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接點 211"/>
          <p:cNvCxnSpPr>
            <a:stCxn id="119" idx="0"/>
            <a:endCxn id="124" idx="4"/>
          </p:cNvCxnSpPr>
          <p:nvPr/>
        </p:nvCxnSpPr>
        <p:spPr>
          <a:xfrm flipV="1">
            <a:off x="6744056" y="2832278"/>
            <a:ext cx="478875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線接點 215"/>
          <p:cNvCxnSpPr>
            <a:stCxn id="131" idx="0"/>
            <a:endCxn id="124" idx="4"/>
          </p:cNvCxnSpPr>
          <p:nvPr/>
        </p:nvCxnSpPr>
        <p:spPr>
          <a:xfrm flipH="1" flipV="1">
            <a:off x="7222931" y="2832278"/>
            <a:ext cx="478875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線接點 219"/>
          <p:cNvCxnSpPr>
            <a:stCxn id="130" idx="4"/>
            <a:endCxn id="119" idx="0"/>
          </p:cNvCxnSpPr>
          <p:nvPr/>
        </p:nvCxnSpPr>
        <p:spPr>
          <a:xfrm flipH="1">
            <a:off x="6744056" y="2832278"/>
            <a:ext cx="957750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線接點 222"/>
          <p:cNvCxnSpPr>
            <a:stCxn id="125" idx="0"/>
            <a:endCxn id="130" idx="4"/>
          </p:cNvCxnSpPr>
          <p:nvPr/>
        </p:nvCxnSpPr>
        <p:spPr>
          <a:xfrm flipV="1">
            <a:off x="7222931" y="2832278"/>
            <a:ext cx="478875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線接點 228"/>
          <p:cNvCxnSpPr>
            <a:stCxn id="131" idx="0"/>
            <a:endCxn id="136" idx="4"/>
          </p:cNvCxnSpPr>
          <p:nvPr/>
        </p:nvCxnSpPr>
        <p:spPr>
          <a:xfrm flipV="1">
            <a:off x="7701806" y="2832278"/>
            <a:ext cx="478875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線接點 231"/>
          <p:cNvCxnSpPr>
            <a:stCxn id="143" idx="0"/>
            <a:endCxn id="136" idx="4"/>
          </p:cNvCxnSpPr>
          <p:nvPr/>
        </p:nvCxnSpPr>
        <p:spPr>
          <a:xfrm flipH="1" flipV="1">
            <a:off x="8180681" y="2832278"/>
            <a:ext cx="478876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線接點 234"/>
          <p:cNvCxnSpPr>
            <a:stCxn id="119" idx="0"/>
            <a:endCxn id="142" idx="4"/>
          </p:cNvCxnSpPr>
          <p:nvPr/>
        </p:nvCxnSpPr>
        <p:spPr>
          <a:xfrm flipV="1">
            <a:off x="6744056" y="2832278"/>
            <a:ext cx="1915501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線接點 237"/>
          <p:cNvCxnSpPr>
            <a:stCxn id="137" idx="0"/>
            <a:endCxn id="142" idx="4"/>
          </p:cNvCxnSpPr>
          <p:nvPr/>
        </p:nvCxnSpPr>
        <p:spPr>
          <a:xfrm flipV="1">
            <a:off x="8180681" y="2832278"/>
            <a:ext cx="478876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21"/>
          <p:cNvCxnSpPr>
            <a:stCxn id="118" idx="4"/>
            <a:endCxn id="119" idx="0"/>
          </p:cNvCxnSpPr>
          <p:nvPr/>
        </p:nvCxnSpPr>
        <p:spPr>
          <a:xfrm>
            <a:off x="6744056" y="2832278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接點 195"/>
          <p:cNvCxnSpPr>
            <a:stCxn id="113" idx="0"/>
            <a:endCxn id="118" idx="4"/>
          </p:cNvCxnSpPr>
          <p:nvPr/>
        </p:nvCxnSpPr>
        <p:spPr>
          <a:xfrm flipV="1">
            <a:off x="6265181" y="2832278"/>
            <a:ext cx="478875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接點 201"/>
          <p:cNvCxnSpPr>
            <a:stCxn id="125" idx="0"/>
            <a:endCxn id="118" idx="4"/>
          </p:cNvCxnSpPr>
          <p:nvPr/>
        </p:nvCxnSpPr>
        <p:spPr>
          <a:xfrm flipH="1" flipV="1">
            <a:off x="6744056" y="2832278"/>
            <a:ext cx="478875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接點 205"/>
          <p:cNvCxnSpPr>
            <a:stCxn id="131" idx="0"/>
            <a:endCxn id="118" idx="4"/>
          </p:cNvCxnSpPr>
          <p:nvPr/>
        </p:nvCxnSpPr>
        <p:spPr>
          <a:xfrm flipH="1" flipV="1">
            <a:off x="6744056" y="2832278"/>
            <a:ext cx="95775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線接點 208"/>
          <p:cNvCxnSpPr>
            <a:stCxn id="143" idx="0"/>
            <a:endCxn id="118" idx="4"/>
          </p:cNvCxnSpPr>
          <p:nvPr/>
        </p:nvCxnSpPr>
        <p:spPr>
          <a:xfrm flipH="1" flipV="1">
            <a:off x="6744056" y="2832278"/>
            <a:ext cx="1915501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>
            <a:stCxn id="30" idx="4"/>
            <a:endCxn id="38" idx="0"/>
          </p:cNvCxnSpPr>
          <p:nvPr/>
        </p:nvCxnSpPr>
        <p:spPr>
          <a:xfrm>
            <a:off x="5786306" y="2832278"/>
            <a:ext cx="0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接點 139"/>
          <p:cNvCxnSpPr>
            <a:stCxn id="136" idx="4"/>
            <a:endCxn id="137" idx="0"/>
          </p:cNvCxnSpPr>
          <p:nvPr/>
        </p:nvCxnSpPr>
        <p:spPr>
          <a:xfrm>
            <a:off x="8180681" y="2832278"/>
            <a:ext cx="0" cy="142235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6265181" y="5411879"/>
                <a:ext cx="15846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7+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7−3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181" y="5411879"/>
                <a:ext cx="1584601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3077" r="-3077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805377" y="5411878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377" y="5411878"/>
                <a:ext cx="181140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6" name="直線接點 225"/>
          <p:cNvCxnSpPr>
            <a:stCxn id="137" idx="0"/>
            <a:endCxn id="130" idx="4"/>
          </p:cNvCxnSpPr>
          <p:nvPr/>
        </p:nvCxnSpPr>
        <p:spPr>
          <a:xfrm flipH="1" flipV="1">
            <a:off x="7701806" y="2832278"/>
            <a:ext cx="478875" cy="1422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61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L-reduction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61319" y="1825625"/>
                <a:ext cx="8682681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𝑀𝐿𝑆𝑇𝑃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)≤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𝑀𝐼𝑁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𝐷𝑂𝑀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𝑆𝐸𝑇</m:t>
                    </m:r>
                  </m:oMath>
                </a14:m>
                <a:r>
                  <a:rPr lang="en-US" altLang="zh-TW" i="0" dirty="0" smtClean="0">
                    <a:latin typeface="+mj-lt"/>
                  </a:rPr>
                  <a:t>-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|≤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altLang="zh-TW" dirty="0" smtClean="0"/>
                  <a:t> </a:t>
                </a:r>
              </a:p>
              <a:p>
                <a:pPr marL="0" indent="0">
                  <a:buNone/>
                </a:pP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+1≤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+1≤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TW" altLang="en-US" dirty="0"/>
                  <a:t> 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𝑂𝑃𝑇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𝑀𝐼𝑁</m:t>
                        </m:r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𝐷𝑂𝑀</m:t>
                        </m:r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𝑆𝐸𝑇</m:t>
                        </m:r>
                        <m:r>
                          <m:rPr>
                            <m:nor/>
                          </m:rPr>
                          <a:rPr lang="en-US" altLang="zh-TW" dirty="0"/>
                          <m:t>−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𝑂𝑃𝑇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𝑀𝐿𝑆𝑇𝑃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TW" dirty="0" smtClean="0"/>
                  <a:t> </a:t>
                </a:r>
              </a:p>
              <a:p>
                <a:pPr marL="0" indent="0">
                  <a:buNone/>
                </a:pP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endParaRPr lang="en-US" altLang="zh-TW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−(2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1319" y="1825625"/>
                <a:ext cx="8682681" cy="4351338"/>
              </a:xfrm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8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1491</TotalTime>
  <Words>213</Words>
  <Application>Microsoft Office PowerPoint</Application>
  <PresentationFormat>如螢幕大小 (4:3)</PresentationFormat>
  <Paragraphs>66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新細明體</vt:lpstr>
      <vt:lpstr>Arial</vt:lpstr>
      <vt:lpstr>Calibri</vt:lpstr>
      <vt:lpstr>Calibri Light</vt:lpstr>
      <vt:lpstr>Cambria Math</vt:lpstr>
      <vt:lpstr>Office 佈景主題</vt:lpstr>
      <vt:lpstr>A Short Note on the Approximability of the Maximum Leaves Spanning Tree Problem</vt:lpstr>
      <vt:lpstr>Abstract</vt:lpstr>
      <vt:lpstr>MLSTP</vt:lpstr>
      <vt:lpstr>MIN DOM SET-B ∝ MLSTP</vt:lpstr>
      <vt:lpstr>Spanning tree with same leaves</vt:lpstr>
      <vt:lpstr>MIN DOM SET-B ∝ MLSTP</vt:lpstr>
      <vt:lpstr>L-reduction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APX-completeness results for cubic graphs</dc:title>
  <dc:creator>sizuka</dc:creator>
  <cp:lastModifiedBy>pplab-class</cp:lastModifiedBy>
  <cp:revision>94</cp:revision>
  <dcterms:created xsi:type="dcterms:W3CDTF">2016-06-06T14:33:25Z</dcterms:created>
  <dcterms:modified xsi:type="dcterms:W3CDTF">2017-01-24T07:13:32Z</dcterms:modified>
</cp:coreProperties>
</file>